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ink/ink1217.xml" ContentType="application/inkml+xml"/>
  <Override PartName="/ppt/ink/ink1218.xml" ContentType="application/inkml+xml"/>
  <Override PartName="/ppt/ink/ink1219.xml" ContentType="application/inkml+xml"/>
  <Override PartName="/ppt/ink/ink1220.xml" ContentType="application/inkml+xml"/>
  <Override PartName="/ppt/ink/ink1221.xml" ContentType="application/inkml+xml"/>
  <Override PartName="/ppt/ink/ink1222.xml" ContentType="application/inkml+xml"/>
  <Override PartName="/ppt/ink/ink1223.xml" ContentType="application/inkml+xml"/>
  <Override PartName="/ppt/ink/ink1224.xml" ContentType="application/inkml+xml"/>
  <Override PartName="/ppt/ink/ink1225.xml" ContentType="application/inkml+xml"/>
  <Override PartName="/ppt/ink/ink1226.xml" ContentType="application/inkml+xml"/>
  <Override PartName="/ppt/ink/ink1227.xml" ContentType="application/inkml+xml"/>
  <Override PartName="/ppt/ink/ink1228.xml" ContentType="application/inkml+xml"/>
  <Override PartName="/ppt/ink/ink1229.xml" ContentType="application/inkml+xml"/>
  <Override PartName="/ppt/ink/ink1230.xml" ContentType="application/inkml+xml"/>
  <Override PartName="/ppt/ink/ink1231.xml" ContentType="application/inkml+xml"/>
  <Override PartName="/ppt/ink/ink1232.xml" ContentType="application/inkml+xml"/>
  <Override PartName="/ppt/ink/ink1233.xml" ContentType="application/inkml+xml"/>
  <Override PartName="/ppt/ink/ink1234.xml" ContentType="application/inkml+xml"/>
  <Override PartName="/ppt/ink/ink1235.xml" ContentType="application/inkml+xml"/>
  <Override PartName="/ppt/ink/ink1236.xml" ContentType="application/inkml+xml"/>
  <Override PartName="/ppt/ink/ink1237.xml" ContentType="application/inkml+xml"/>
  <Override PartName="/ppt/ink/ink1238.xml" ContentType="application/inkml+xml"/>
  <Override PartName="/ppt/ink/ink1239.xml" ContentType="application/inkml+xml"/>
  <Override PartName="/ppt/ink/ink1240.xml" ContentType="application/inkml+xml"/>
  <Override PartName="/ppt/ink/ink1241.xml" ContentType="application/inkml+xml"/>
  <Override PartName="/ppt/ink/ink1242.xml" ContentType="application/inkml+xml"/>
  <Override PartName="/ppt/ink/ink1243.xml" ContentType="application/inkml+xml"/>
  <Override PartName="/ppt/ink/ink1244.xml" ContentType="application/inkml+xml"/>
  <Override PartName="/ppt/ink/ink1245.xml" ContentType="application/inkml+xml"/>
  <Override PartName="/ppt/ink/ink1246.xml" ContentType="application/inkml+xml"/>
  <Override PartName="/ppt/ink/ink1247.xml" ContentType="application/inkml+xml"/>
  <Override PartName="/ppt/ink/ink1248.xml" ContentType="application/inkml+xml"/>
  <Override PartName="/ppt/ink/ink1249.xml" ContentType="application/inkml+xml"/>
  <Override PartName="/ppt/ink/ink1250.xml" ContentType="application/inkml+xml"/>
  <Override PartName="/ppt/ink/ink1251.xml" ContentType="application/inkml+xml"/>
  <Override PartName="/ppt/ink/ink1252.xml" ContentType="application/inkml+xml"/>
  <Override PartName="/ppt/ink/ink1253.xml" ContentType="application/inkml+xml"/>
  <Override PartName="/ppt/ink/ink1254.xml" ContentType="application/inkml+xml"/>
  <Override PartName="/ppt/ink/ink1255.xml" ContentType="application/inkml+xml"/>
  <Override PartName="/ppt/ink/ink1256.xml" ContentType="application/inkml+xml"/>
  <Override PartName="/ppt/ink/ink1257.xml" ContentType="application/inkml+xml"/>
  <Override PartName="/ppt/ink/ink1258.xml" ContentType="application/inkml+xml"/>
  <Override PartName="/ppt/ink/ink1259.xml" ContentType="application/inkml+xml"/>
  <Override PartName="/ppt/ink/ink1260.xml" ContentType="application/inkml+xml"/>
  <Override PartName="/ppt/ink/ink1261.xml" ContentType="application/inkml+xml"/>
  <Override PartName="/ppt/ink/ink1262.xml" ContentType="application/inkml+xml"/>
  <Override PartName="/ppt/ink/ink1263.xml" ContentType="application/inkml+xml"/>
  <Override PartName="/ppt/ink/ink1264.xml" ContentType="application/inkml+xml"/>
  <Override PartName="/ppt/ink/ink1265.xml" ContentType="application/inkml+xml"/>
  <Override PartName="/ppt/ink/ink1266.xml" ContentType="application/inkml+xml"/>
  <Override PartName="/ppt/ink/ink1267.xml" ContentType="application/inkml+xml"/>
  <Override PartName="/ppt/ink/ink1268.xml" ContentType="application/inkml+xml"/>
  <Override PartName="/ppt/ink/ink1269.xml" ContentType="application/inkml+xml"/>
  <Override PartName="/ppt/ink/ink1270.xml" ContentType="application/inkml+xml"/>
  <Override PartName="/ppt/ink/ink1271.xml" ContentType="application/inkml+xml"/>
  <Override PartName="/ppt/ink/ink1272.xml" ContentType="application/inkml+xml"/>
  <Override PartName="/ppt/ink/ink1273.xml" ContentType="application/inkml+xml"/>
  <Override PartName="/ppt/ink/ink1274.xml" ContentType="application/inkml+xml"/>
  <Override PartName="/ppt/ink/ink1275.xml" ContentType="application/inkml+xml"/>
  <Override PartName="/ppt/ink/ink1276.xml" ContentType="application/inkml+xml"/>
  <Override PartName="/ppt/ink/ink1277.xml" ContentType="application/inkml+xml"/>
  <Override PartName="/ppt/ink/ink1278.xml" ContentType="application/inkml+xml"/>
  <Override PartName="/ppt/ink/ink1279.xml" ContentType="application/inkml+xml"/>
  <Override PartName="/ppt/ink/ink1280.xml" ContentType="application/inkml+xml"/>
  <Override PartName="/ppt/ink/ink1281.xml" ContentType="application/inkml+xml"/>
  <Override PartName="/ppt/ink/ink1282.xml" ContentType="application/inkml+xml"/>
  <Override PartName="/ppt/ink/ink1283.xml" ContentType="application/inkml+xml"/>
  <Override PartName="/ppt/ink/ink1284.xml" ContentType="application/inkml+xml"/>
  <Override PartName="/ppt/ink/ink1285.xml" ContentType="application/inkml+xml"/>
  <Override PartName="/ppt/ink/ink1286.xml" ContentType="application/inkml+xml"/>
  <Override PartName="/ppt/ink/ink1287.xml" ContentType="application/inkml+xml"/>
  <Override PartName="/ppt/ink/ink1288.xml" ContentType="application/inkml+xml"/>
  <Override PartName="/ppt/ink/ink1289.xml" ContentType="application/inkml+xml"/>
  <Override PartName="/ppt/ink/ink1290.xml" ContentType="application/inkml+xml"/>
  <Override PartName="/ppt/ink/ink1291.xml" ContentType="application/inkml+xml"/>
  <Override PartName="/ppt/ink/ink1292.xml" ContentType="application/inkml+xml"/>
  <Override PartName="/ppt/ink/ink1293.xml" ContentType="application/inkml+xml"/>
  <Override PartName="/ppt/ink/ink1294.xml" ContentType="application/inkml+xml"/>
  <Override PartName="/ppt/ink/ink1295.xml" ContentType="application/inkml+xml"/>
  <Override PartName="/ppt/ink/ink1296.xml" ContentType="application/inkml+xml"/>
  <Override PartName="/ppt/ink/ink1297.xml" ContentType="application/inkml+xml"/>
  <Override PartName="/ppt/ink/ink1298.xml" ContentType="application/inkml+xml"/>
  <Override PartName="/ppt/ink/ink1299.xml" ContentType="application/inkml+xml"/>
  <Override PartName="/ppt/ink/ink1300.xml" ContentType="application/inkml+xml"/>
  <Override PartName="/ppt/ink/ink1301.xml" ContentType="application/inkml+xml"/>
  <Override PartName="/ppt/ink/ink1302.xml" ContentType="application/inkml+xml"/>
  <Override PartName="/ppt/ink/ink1303.xml" ContentType="application/inkml+xml"/>
  <Override PartName="/ppt/ink/ink1304.xml" ContentType="application/inkml+xml"/>
  <Override PartName="/ppt/ink/ink1305.xml" ContentType="application/inkml+xml"/>
  <Override PartName="/ppt/ink/ink1306.xml" ContentType="application/inkml+xml"/>
  <Override PartName="/ppt/ink/ink1307.xml" ContentType="application/inkml+xml"/>
  <Override PartName="/ppt/ink/ink1308.xml" ContentType="application/inkml+xml"/>
  <Override PartName="/ppt/ink/ink1309.xml" ContentType="application/inkml+xml"/>
  <Override PartName="/ppt/ink/ink1310.xml" ContentType="application/inkml+xml"/>
  <Override PartName="/ppt/ink/ink1311.xml" ContentType="application/inkml+xml"/>
  <Override PartName="/ppt/ink/ink1312.xml" ContentType="application/inkml+xml"/>
  <Override PartName="/ppt/ink/ink1313.xml" ContentType="application/inkml+xml"/>
  <Override PartName="/ppt/ink/ink1314.xml" ContentType="application/inkml+xml"/>
  <Override PartName="/ppt/ink/ink1315.xml" ContentType="application/inkml+xml"/>
  <Override PartName="/ppt/ink/ink1316.xml" ContentType="application/inkml+xml"/>
  <Override PartName="/ppt/ink/ink1317.xml" ContentType="application/inkml+xml"/>
  <Override PartName="/ppt/ink/ink1318.xml" ContentType="application/inkml+xml"/>
  <Override PartName="/ppt/ink/ink1319.xml" ContentType="application/inkml+xml"/>
  <Override PartName="/ppt/ink/ink1320.xml" ContentType="application/inkml+xml"/>
  <Override PartName="/ppt/ink/ink1321.xml" ContentType="application/inkml+xml"/>
  <Override PartName="/ppt/ink/ink1322.xml" ContentType="application/inkml+xml"/>
  <Override PartName="/ppt/ink/ink1323.xml" ContentType="application/inkml+xml"/>
  <Override PartName="/ppt/ink/ink1324.xml" ContentType="application/inkml+xml"/>
  <Override PartName="/ppt/ink/ink1325.xml" ContentType="application/inkml+xml"/>
  <Override PartName="/ppt/ink/ink1326.xml" ContentType="application/inkml+xml"/>
  <Override PartName="/ppt/ink/ink1327.xml" ContentType="application/inkml+xml"/>
  <Override PartName="/ppt/ink/ink1328.xml" ContentType="application/inkml+xml"/>
  <Override PartName="/ppt/ink/ink1329.xml" ContentType="application/inkml+xml"/>
  <Override PartName="/ppt/ink/ink1330.xml" ContentType="application/inkml+xml"/>
  <Override PartName="/ppt/ink/ink1331.xml" ContentType="application/inkml+xml"/>
  <Override PartName="/ppt/ink/ink1332.xml" ContentType="application/inkml+xml"/>
  <Override PartName="/ppt/ink/ink1333.xml" ContentType="application/inkml+xml"/>
  <Override PartName="/ppt/ink/ink1334.xml" ContentType="application/inkml+xml"/>
  <Override PartName="/ppt/ink/ink1335.xml" ContentType="application/inkml+xml"/>
  <Override PartName="/ppt/ink/ink1336.xml" ContentType="application/inkml+xml"/>
  <Override PartName="/ppt/ink/ink1337.xml" ContentType="application/inkml+xml"/>
  <Override PartName="/ppt/ink/ink1338.xml" ContentType="application/inkml+xml"/>
  <Override PartName="/ppt/ink/ink1339.xml" ContentType="application/inkml+xml"/>
  <Override PartName="/ppt/ink/ink1340.xml" ContentType="application/inkml+xml"/>
  <Override PartName="/ppt/ink/ink1341.xml" ContentType="application/inkml+xml"/>
  <Override PartName="/ppt/ink/ink1342.xml" ContentType="application/inkml+xml"/>
  <Override PartName="/ppt/ink/ink1343.xml" ContentType="application/inkml+xml"/>
  <Override PartName="/ppt/ink/ink1344.xml" ContentType="application/inkml+xml"/>
  <Override PartName="/ppt/ink/ink1345.xml" ContentType="application/inkml+xml"/>
  <Override PartName="/ppt/ink/ink1346.xml" ContentType="application/inkml+xml"/>
  <Override PartName="/ppt/ink/ink1347.xml" ContentType="application/inkml+xml"/>
  <Override PartName="/ppt/ink/ink1348.xml" ContentType="application/inkml+xml"/>
  <Override PartName="/ppt/ink/ink1349.xml" ContentType="application/inkml+xml"/>
  <Override PartName="/ppt/ink/ink1350.xml" ContentType="application/inkml+xml"/>
  <Override PartName="/ppt/ink/ink1351.xml" ContentType="application/inkml+xml"/>
  <Override PartName="/ppt/ink/ink1352.xml" ContentType="application/inkml+xml"/>
  <Override PartName="/ppt/ink/ink1353.xml" ContentType="application/inkml+xml"/>
  <Override PartName="/ppt/ink/ink1354.xml" ContentType="application/inkml+xml"/>
  <Override PartName="/ppt/ink/ink1355.xml" ContentType="application/inkml+xml"/>
  <Override PartName="/ppt/ink/ink1356.xml" ContentType="application/inkml+xml"/>
  <Override PartName="/ppt/ink/ink1357.xml" ContentType="application/inkml+xml"/>
  <Override PartName="/ppt/ink/ink1358.xml" ContentType="application/inkml+xml"/>
  <Override PartName="/ppt/ink/ink1359.xml" ContentType="application/inkml+xml"/>
  <Override PartName="/ppt/ink/ink1360.xml" ContentType="application/inkml+xml"/>
  <Override PartName="/ppt/ink/ink1361.xml" ContentType="application/inkml+xml"/>
  <Override PartName="/ppt/ink/ink1362.xml" ContentType="application/inkml+xml"/>
  <Override PartName="/ppt/ink/ink1363.xml" ContentType="application/inkml+xml"/>
  <Override PartName="/ppt/ink/ink1364.xml" ContentType="application/inkml+xml"/>
  <Override PartName="/ppt/ink/ink1365.xml" ContentType="application/inkml+xml"/>
  <Override PartName="/ppt/ink/ink1366.xml" ContentType="application/inkml+xml"/>
  <Override PartName="/ppt/ink/ink1367.xml" ContentType="application/inkml+xml"/>
  <Override PartName="/ppt/ink/ink1368.xml" ContentType="application/inkml+xml"/>
  <Override PartName="/ppt/ink/ink1369.xml" ContentType="application/inkml+xml"/>
  <Override PartName="/ppt/ink/ink1370.xml" ContentType="application/inkml+xml"/>
  <Override PartName="/ppt/ink/ink1371.xml" ContentType="application/inkml+xml"/>
  <Override PartName="/ppt/ink/ink1372.xml" ContentType="application/inkml+xml"/>
  <Override PartName="/ppt/ink/ink1373.xml" ContentType="application/inkml+xml"/>
  <Override PartName="/ppt/ink/ink1374.xml" ContentType="application/inkml+xml"/>
  <Override PartName="/ppt/ink/ink1375.xml" ContentType="application/inkml+xml"/>
  <Override PartName="/ppt/ink/ink1376.xml" ContentType="application/inkml+xml"/>
  <Override PartName="/ppt/ink/ink1377.xml" ContentType="application/inkml+xml"/>
  <Override PartName="/ppt/ink/ink1378.xml" ContentType="application/inkml+xml"/>
  <Override PartName="/ppt/ink/ink1379.xml" ContentType="application/inkml+xml"/>
  <Override PartName="/ppt/ink/ink1380.xml" ContentType="application/inkml+xml"/>
  <Override PartName="/ppt/ink/ink1381.xml" ContentType="application/inkml+xml"/>
  <Override PartName="/ppt/ink/ink1382.xml" ContentType="application/inkml+xml"/>
  <Override PartName="/ppt/ink/ink1383.xml" ContentType="application/inkml+xml"/>
  <Override PartName="/ppt/ink/ink1384.xml" ContentType="application/inkml+xml"/>
  <Override PartName="/ppt/ink/ink1385.xml" ContentType="application/inkml+xml"/>
  <Override PartName="/ppt/ink/ink1386.xml" ContentType="application/inkml+xml"/>
  <Override PartName="/ppt/ink/ink1387.xml" ContentType="application/inkml+xml"/>
  <Override PartName="/ppt/ink/ink1388.xml" ContentType="application/inkml+xml"/>
  <Override PartName="/ppt/ink/ink1389.xml" ContentType="application/inkml+xml"/>
  <Override PartName="/ppt/ink/ink1390.xml" ContentType="application/inkml+xml"/>
  <Override PartName="/ppt/ink/ink1391.xml" ContentType="application/inkml+xml"/>
  <Override PartName="/ppt/ink/ink1392.xml" ContentType="application/inkml+xml"/>
  <Override PartName="/ppt/ink/ink1393.xml" ContentType="application/inkml+xml"/>
  <Override PartName="/ppt/ink/ink1394.xml" ContentType="application/inkml+xml"/>
  <Override PartName="/ppt/ink/ink1395.xml" ContentType="application/inkml+xml"/>
  <Override PartName="/ppt/ink/ink1396.xml" ContentType="application/inkml+xml"/>
  <Override PartName="/ppt/ink/ink1397.xml" ContentType="application/inkml+xml"/>
  <Override PartName="/ppt/ink/ink1398.xml" ContentType="application/inkml+xml"/>
  <Override PartName="/ppt/ink/ink1399.xml" ContentType="application/inkml+xml"/>
  <Override PartName="/ppt/ink/ink1400.xml" ContentType="application/inkml+xml"/>
  <Override PartName="/ppt/ink/ink1401.xml" ContentType="application/inkml+xml"/>
  <Override PartName="/ppt/ink/ink1402.xml" ContentType="application/inkml+xml"/>
  <Override PartName="/ppt/ink/ink1403.xml" ContentType="application/inkml+xml"/>
  <Override PartName="/ppt/ink/ink1404.xml" ContentType="application/inkml+xml"/>
  <Override PartName="/ppt/ink/ink1405.xml" ContentType="application/inkml+xml"/>
  <Override PartName="/ppt/ink/ink1406.xml" ContentType="application/inkml+xml"/>
  <Override PartName="/ppt/ink/ink1407.xml" ContentType="application/inkml+xml"/>
  <Override PartName="/ppt/ink/ink1408.xml" ContentType="application/inkml+xml"/>
  <Override PartName="/ppt/ink/ink1409.xml" ContentType="application/inkml+xml"/>
  <Override PartName="/ppt/ink/ink1410.xml" ContentType="application/inkml+xml"/>
  <Override PartName="/ppt/ink/ink1411.xml" ContentType="application/inkml+xml"/>
  <Override PartName="/ppt/ink/ink1412.xml" ContentType="application/inkml+xml"/>
  <Override PartName="/ppt/ink/ink1413.xml" ContentType="application/inkml+xml"/>
  <Override PartName="/ppt/ink/ink1414.xml" ContentType="application/inkml+xml"/>
  <Override PartName="/ppt/ink/ink1415.xml" ContentType="application/inkml+xml"/>
  <Override PartName="/ppt/ink/ink1416.xml" ContentType="application/inkml+xml"/>
  <Override PartName="/ppt/ink/ink1417.xml" ContentType="application/inkml+xml"/>
  <Override PartName="/ppt/ink/ink1418.xml" ContentType="application/inkml+xml"/>
  <Override PartName="/ppt/ink/ink1419.xml" ContentType="application/inkml+xml"/>
  <Override PartName="/ppt/ink/ink1420.xml" ContentType="application/inkml+xml"/>
  <Override PartName="/ppt/ink/ink1421.xml" ContentType="application/inkml+xml"/>
  <Override PartName="/ppt/ink/ink1422.xml" ContentType="application/inkml+xml"/>
  <Override PartName="/ppt/ink/ink1423.xml" ContentType="application/inkml+xml"/>
  <Override PartName="/ppt/ink/ink1424.xml" ContentType="application/inkml+xml"/>
  <Override PartName="/ppt/ink/ink1425.xml" ContentType="application/inkml+xml"/>
  <Override PartName="/ppt/ink/ink1426.xml" ContentType="application/inkml+xml"/>
  <Override PartName="/ppt/ink/ink1427.xml" ContentType="application/inkml+xml"/>
  <Override PartName="/ppt/ink/ink1428.xml" ContentType="application/inkml+xml"/>
  <Override PartName="/ppt/ink/ink1429.xml" ContentType="application/inkml+xml"/>
  <Override PartName="/ppt/ink/ink1430.xml" ContentType="application/inkml+xml"/>
  <Override PartName="/ppt/ink/ink1431.xml" ContentType="application/inkml+xml"/>
  <Override PartName="/ppt/ink/ink1432.xml" ContentType="application/inkml+xml"/>
  <Override PartName="/ppt/ink/ink1433.xml" ContentType="application/inkml+xml"/>
  <Override PartName="/ppt/ink/ink1434.xml" ContentType="application/inkml+xml"/>
  <Override PartName="/ppt/ink/ink1435.xml" ContentType="application/inkml+xml"/>
  <Override PartName="/ppt/ink/ink1436.xml" ContentType="application/inkml+xml"/>
  <Override PartName="/ppt/ink/ink1437.xml" ContentType="application/inkml+xml"/>
  <Override PartName="/ppt/ink/ink1438.xml" ContentType="application/inkml+xml"/>
  <Override PartName="/ppt/ink/ink1439.xml" ContentType="application/inkml+xml"/>
  <Override PartName="/ppt/ink/ink1440.xml" ContentType="application/inkml+xml"/>
  <Override PartName="/ppt/ink/ink1441.xml" ContentType="application/inkml+xml"/>
  <Override PartName="/ppt/ink/ink1442.xml" ContentType="application/inkml+xml"/>
  <Override PartName="/ppt/ink/ink1443.xml" ContentType="application/inkml+xml"/>
  <Override PartName="/ppt/ink/ink1444.xml" ContentType="application/inkml+xml"/>
  <Override PartName="/ppt/ink/ink1445.xml" ContentType="application/inkml+xml"/>
  <Override PartName="/ppt/ink/ink1446.xml" ContentType="application/inkml+xml"/>
  <Override PartName="/ppt/ink/ink1447.xml" ContentType="application/inkml+xml"/>
  <Override PartName="/ppt/ink/ink1448.xml" ContentType="application/inkml+xml"/>
  <Override PartName="/ppt/ink/ink1449.xml" ContentType="application/inkml+xml"/>
  <Override PartName="/ppt/ink/ink1450.xml" ContentType="application/inkml+xml"/>
  <Override PartName="/ppt/ink/ink1451.xml" ContentType="application/inkml+xml"/>
  <Override PartName="/ppt/ink/ink1452.xml" ContentType="application/inkml+xml"/>
  <Override PartName="/ppt/ink/ink1453.xml" ContentType="application/inkml+xml"/>
  <Override PartName="/ppt/ink/ink1454.xml" ContentType="application/inkml+xml"/>
  <Override PartName="/ppt/ink/ink1455.xml" ContentType="application/inkml+xml"/>
  <Override PartName="/ppt/ink/ink1456.xml" ContentType="application/inkml+xml"/>
  <Override PartName="/ppt/ink/ink1457.xml" ContentType="application/inkml+xml"/>
  <Override PartName="/ppt/ink/ink1458.xml" ContentType="application/inkml+xml"/>
  <Override PartName="/ppt/ink/ink1459.xml" ContentType="application/inkml+xml"/>
  <Override PartName="/ppt/ink/ink1460.xml" ContentType="application/inkml+xml"/>
  <Override PartName="/ppt/ink/ink1461.xml" ContentType="application/inkml+xml"/>
  <Override PartName="/ppt/ink/ink1462.xml" ContentType="application/inkml+xml"/>
  <Override PartName="/ppt/ink/ink1463.xml" ContentType="application/inkml+xml"/>
  <Override PartName="/ppt/ink/ink1464.xml" ContentType="application/inkml+xml"/>
  <Override PartName="/ppt/ink/ink1465.xml" ContentType="application/inkml+xml"/>
  <Override PartName="/ppt/ink/ink1466.xml" ContentType="application/inkml+xml"/>
  <Override PartName="/ppt/ink/ink1467.xml" ContentType="application/inkml+xml"/>
  <Override PartName="/ppt/ink/ink1468.xml" ContentType="application/inkml+xml"/>
  <Override PartName="/ppt/ink/ink1469.xml" ContentType="application/inkml+xml"/>
  <Override PartName="/ppt/ink/ink1470.xml" ContentType="application/inkml+xml"/>
  <Override PartName="/ppt/ink/ink1471.xml" ContentType="application/inkml+xml"/>
  <Override PartName="/ppt/ink/ink1472.xml" ContentType="application/inkml+xml"/>
  <Override PartName="/ppt/ink/ink1473.xml" ContentType="application/inkml+xml"/>
  <Override PartName="/ppt/ink/ink1474.xml" ContentType="application/inkml+xml"/>
  <Override PartName="/ppt/ink/ink1475.xml" ContentType="application/inkml+xml"/>
  <Override PartName="/ppt/ink/ink1476.xml" ContentType="application/inkml+xml"/>
  <Override PartName="/ppt/ink/ink1477.xml" ContentType="application/inkml+xml"/>
  <Override PartName="/ppt/ink/ink1478.xml" ContentType="application/inkml+xml"/>
  <Override PartName="/ppt/ink/ink1479.xml" ContentType="application/inkml+xml"/>
  <Override PartName="/ppt/ink/ink1480.xml" ContentType="application/inkml+xml"/>
  <Override PartName="/ppt/ink/ink1481.xml" ContentType="application/inkml+xml"/>
  <Override PartName="/ppt/ink/ink1482.xml" ContentType="application/inkml+xml"/>
  <Override PartName="/ppt/ink/ink1483.xml" ContentType="application/inkml+xml"/>
  <Override PartName="/ppt/ink/ink1484.xml" ContentType="application/inkml+xml"/>
  <Override PartName="/ppt/ink/ink1485.xml" ContentType="application/inkml+xml"/>
  <Override PartName="/ppt/ink/ink1486.xml" ContentType="application/inkml+xml"/>
  <Override PartName="/ppt/ink/ink1487.xml" ContentType="application/inkml+xml"/>
  <Override PartName="/ppt/ink/ink1488.xml" ContentType="application/inkml+xml"/>
  <Override PartName="/ppt/ink/ink1489.xml" ContentType="application/inkml+xml"/>
  <Override PartName="/ppt/ink/ink1490.xml" ContentType="application/inkml+xml"/>
  <Override PartName="/ppt/ink/ink1491.xml" ContentType="application/inkml+xml"/>
  <Override PartName="/ppt/ink/ink1492.xml" ContentType="application/inkml+xml"/>
  <Override PartName="/ppt/ink/ink1493.xml" ContentType="application/inkml+xml"/>
  <Override PartName="/ppt/ink/ink1494.xml" ContentType="application/inkml+xml"/>
  <Override PartName="/ppt/ink/ink1495.xml" ContentType="application/inkml+xml"/>
  <Override PartName="/ppt/ink/ink1496.xml" ContentType="application/inkml+xml"/>
  <Override PartName="/ppt/ink/ink1497.xml" ContentType="application/inkml+xml"/>
  <Override PartName="/ppt/ink/ink1498.xml" ContentType="application/inkml+xml"/>
  <Override PartName="/ppt/ink/ink1499.xml" ContentType="application/inkml+xml"/>
  <Override PartName="/ppt/ink/ink1500.xml" ContentType="application/inkml+xml"/>
  <Override PartName="/ppt/ink/ink1501.xml" ContentType="application/inkml+xml"/>
  <Override PartName="/ppt/ink/ink1502.xml" ContentType="application/inkml+xml"/>
  <Override PartName="/ppt/ink/ink1503.xml" ContentType="application/inkml+xml"/>
  <Override PartName="/ppt/ink/ink1504.xml" ContentType="application/inkml+xml"/>
  <Override PartName="/ppt/ink/ink1505.xml" ContentType="application/inkml+xml"/>
  <Override PartName="/ppt/ink/ink1506.xml" ContentType="application/inkml+xml"/>
  <Override PartName="/ppt/ink/ink1507.xml" ContentType="application/inkml+xml"/>
  <Override PartName="/ppt/ink/ink1508.xml" ContentType="application/inkml+xml"/>
  <Override PartName="/ppt/ink/ink1509.xml" ContentType="application/inkml+xml"/>
  <Override PartName="/ppt/ink/ink1510.xml" ContentType="application/inkml+xml"/>
  <Override PartName="/ppt/ink/ink1511.xml" ContentType="application/inkml+xml"/>
  <Override PartName="/ppt/ink/ink1512.xml" ContentType="application/inkml+xml"/>
  <Override PartName="/ppt/ink/ink1513.xml" ContentType="application/inkml+xml"/>
  <Override PartName="/ppt/ink/ink1514.xml" ContentType="application/inkml+xml"/>
  <Override PartName="/ppt/ink/ink1515.xml" ContentType="application/inkml+xml"/>
  <Override PartName="/ppt/ink/ink1516.xml" ContentType="application/inkml+xml"/>
  <Override PartName="/ppt/ink/ink1517.xml" ContentType="application/inkml+xml"/>
  <Override PartName="/ppt/ink/ink1518.xml" ContentType="application/inkml+xml"/>
  <Override PartName="/ppt/ink/ink1519.xml" ContentType="application/inkml+xml"/>
  <Override PartName="/ppt/ink/ink1520.xml" ContentType="application/inkml+xml"/>
  <Override PartName="/ppt/ink/ink1521.xml" ContentType="application/inkml+xml"/>
  <Override PartName="/ppt/ink/ink1522.xml" ContentType="application/inkml+xml"/>
  <Override PartName="/ppt/ink/ink1523.xml" ContentType="application/inkml+xml"/>
  <Override PartName="/ppt/ink/ink1524.xml" ContentType="application/inkml+xml"/>
  <Override PartName="/ppt/ink/ink1525.xml" ContentType="application/inkml+xml"/>
  <Override PartName="/ppt/ink/ink1526.xml" ContentType="application/inkml+xml"/>
  <Override PartName="/ppt/ink/ink1527.xml" ContentType="application/inkml+xml"/>
  <Override PartName="/ppt/ink/ink1528.xml" ContentType="application/inkml+xml"/>
  <Override PartName="/ppt/ink/ink1529.xml" ContentType="application/inkml+xml"/>
  <Override PartName="/ppt/ink/ink1530.xml" ContentType="application/inkml+xml"/>
  <Override PartName="/ppt/ink/ink1531.xml" ContentType="application/inkml+xml"/>
  <Override PartName="/ppt/ink/ink1532.xml" ContentType="application/inkml+xml"/>
  <Override PartName="/ppt/ink/ink1533.xml" ContentType="application/inkml+xml"/>
  <Override PartName="/ppt/ink/ink1534.xml" ContentType="application/inkml+xml"/>
  <Override PartName="/ppt/ink/ink1535.xml" ContentType="application/inkml+xml"/>
  <Override PartName="/ppt/ink/ink1536.xml" ContentType="application/inkml+xml"/>
  <Override PartName="/ppt/ink/ink1537.xml" ContentType="application/inkml+xml"/>
  <Override PartName="/ppt/ink/ink1538.xml" ContentType="application/inkml+xml"/>
  <Override PartName="/ppt/ink/ink1539.xml" ContentType="application/inkml+xml"/>
  <Override PartName="/ppt/ink/ink1540.xml" ContentType="application/inkml+xml"/>
  <Override PartName="/ppt/ink/ink1541.xml" ContentType="application/inkml+xml"/>
  <Override PartName="/ppt/ink/ink1542.xml" ContentType="application/inkml+xml"/>
  <Override PartName="/ppt/ink/ink1543.xml" ContentType="application/inkml+xml"/>
  <Override PartName="/ppt/ink/ink1544.xml" ContentType="application/inkml+xml"/>
  <Override PartName="/ppt/ink/ink1545.xml" ContentType="application/inkml+xml"/>
  <Override PartName="/ppt/ink/ink1546.xml" ContentType="application/inkml+xml"/>
  <Override PartName="/ppt/ink/ink1547.xml" ContentType="application/inkml+xml"/>
  <Override PartName="/ppt/ink/ink1548.xml" ContentType="application/inkml+xml"/>
  <Override PartName="/ppt/ink/ink1549.xml" ContentType="application/inkml+xml"/>
  <Override PartName="/ppt/ink/ink1550.xml" ContentType="application/inkml+xml"/>
  <Override PartName="/ppt/ink/ink1551.xml" ContentType="application/inkml+xml"/>
  <Override PartName="/ppt/ink/ink1552.xml" ContentType="application/inkml+xml"/>
  <Override PartName="/ppt/ink/ink1553.xml" ContentType="application/inkml+xml"/>
  <Override PartName="/ppt/ink/ink1554.xml" ContentType="application/inkml+xml"/>
  <Override PartName="/ppt/ink/ink1555.xml" ContentType="application/inkml+xml"/>
  <Override PartName="/ppt/ink/ink1556.xml" ContentType="application/inkml+xml"/>
  <Override PartName="/ppt/ink/ink1557.xml" ContentType="application/inkml+xml"/>
  <Override PartName="/ppt/ink/ink1558.xml" ContentType="application/inkml+xml"/>
  <Override PartName="/ppt/ink/ink1559.xml" ContentType="application/inkml+xml"/>
  <Override PartName="/ppt/ink/ink1560.xml" ContentType="application/inkml+xml"/>
  <Override PartName="/ppt/ink/ink1561.xml" ContentType="application/inkml+xml"/>
  <Override PartName="/ppt/ink/ink1562.xml" ContentType="application/inkml+xml"/>
  <Override PartName="/ppt/ink/ink1563.xml" ContentType="application/inkml+xml"/>
  <Override PartName="/ppt/ink/ink1564.xml" ContentType="application/inkml+xml"/>
  <Override PartName="/ppt/ink/ink1565.xml" ContentType="application/inkml+xml"/>
  <Override PartName="/ppt/ink/ink1566.xml" ContentType="application/inkml+xml"/>
  <Override PartName="/ppt/ink/ink1567.xml" ContentType="application/inkml+xml"/>
  <Override PartName="/ppt/ink/ink1568.xml" ContentType="application/inkml+xml"/>
  <Override PartName="/ppt/ink/ink1569.xml" ContentType="application/inkml+xml"/>
  <Override PartName="/ppt/ink/ink1570.xml" ContentType="application/inkml+xml"/>
  <Override PartName="/ppt/ink/ink1571.xml" ContentType="application/inkml+xml"/>
  <Override PartName="/ppt/ink/ink1572.xml" ContentType="application/inkml+xml"/>
  <Override PartName="/ppt/ink/ink1573.xml" ContentType="application/inkml+xml"/>
  <Override PartName="/ppt/ink/ink1574.xml" ContentType="application/inkml+xml"/>
  <Override PartName="/ppt/ink/ink1575.xml" ContentType="application/inkml+xml"/>
  <Override PartName="/ppt/ink/ink1576.xml" ContentType="application/inkml+xml"/>
  <Override PartName="/ppt/ink/ink1577.xml" ContentType="application/inkml+xml"/>
  <Override PartName="/ppt/ink/ink1578.xml" ContentType="application/inkml+xml"/>
  <Override PartName="/ppt/ink/ink1579.xml" ContentType="application/inkml+xml"/>
  <Override PartName="/ppt/ink/ink1580.xml" ContentType="application/inkml+xml"/>
  <Override PartName="/ppt/ink/ink1581.xml" ContentType="application/inkml+xml"/>
  <Override PartName="/ppt/ink/ink1582.xml" ContentType="application/inkml+xml"/>
  <Override PartName="/ppt/ink/ink1583.xml" ContentType="application/inkml+xml"/>
  <Override PartName="/ppt/ink/ink1584.xml" ContentType="application/inkml+xml"/>
  <Override PartName="/ppt/ink/ink1585.xml" ContentType="application/inkml+xml"/>
  <Override PartName="/ppt/ink/ink1586.xml" ContentType="application/inkml+xml"/>
  <Override PartName="/ppt/ink/ink1587.xml" ContentType="application/inkml+xml"/>
  <Override PartName="/ppt/ink/ink1588.xml" ContentType="application/inkml+xml"/>
  <Override PartName="/ppt/ink/ink1589.xml" ContentType="application/inkml+xml"/>
  <Override PartName="/ppt/ink/ink1590.xml" ContentType="application/inkml+xml"/>
  <Override PartName="/ppt/ink/ink1591.xml" ContentType="application/inkml+xml"/>
  <Override PartName="/ppt/ink/ink1592.xml" ContentType="application/inkml+xml"/>
  <Override PartName="/ppt/ink/ink1593.xml" ContentType="application/inkml+xml"/>
  <Override PartName="/ppt/ink/ink1594.xml" ContentType="application/inkml+xml"/>
  <Override PartName="/ppt/ink/ink1595.xml" ContentType="application/inkml+xml"/>
  <Override PartName="/ppt/ink/ink1596.xml" ContentType="application/inkml+xml"/>
  <Override PartName="/ppt/ink/ink1597.xml" ContentType="application/inkml+xml"/>
  <Override PartName="/ppt/ink/ink1598.xml" ContentType="application/inkml+xml"/>
  <Override PartName="/ppt/ink/ink1599.xml" ContentType="application/inkml+xml"/>
  <Override PartName="/ppt/ink/ink1600.xml" ContentType="application/inkml+xml"/>
  <Override PartName="/ppt/ink/ink1601.xml" ContentType="application/inkml+xml"/>
  <Override PartName="/ppt/ink/ink1602.xml" ContentType="application/inkml+xml"/>
  <Override PartName="/ppt/ink/ink1603.xml" ContentType="application/inkml+xml"/>
  <Override PartName="/ppt/ink/ink1604.xml" ContentType="application/inkml+xml"/>
  <Override PartName="/ppt/ink/ink1605.xml" ContentType="application/inkml+xml"/>
  <Override PartName="/ppt/ink/ink1606.xml" ContentType="application/inkml+xml"/>
  <Override PartName="/ppt/ink/ink1607.xml" ContentType="application/inkml+xml"/>
  <Override PartName="/ppt/ink/ink1608.xml" ContentType="application/inkml+xml"/>
  <Override PartName="/ppt/ink/ink1609.xml" ContentType="application/inkml+xml"/>
  <Override PartName="/ppt/ink/ink1610.xml" ContentType="application/inkml+xml"/>
  <Override PartName="/ppt/ink/ink1611.xml" ContentType="application/inkml+xml"/>
  <Override PartName="/ppt/ink/ink1612.xml" ContentType="application/inkml+xml"/>
  <Override PartName="/ppt/ink/ink1613.xml" ContentType="application/inkml+xml"/>
  <Override PartName="/ppt/ink/ink1614.xml" ContentType="application/inkml+xml"/>
  <Override PartName="/ppt/ink/ink1615.xml" ContentType="application/inkml+xml"/>
  <Override PartName="/ppt/ink/ink1616.xml" ContentType="application/inkml+xml"/>
  <Override PartName="/ppt/ink/ink1617.xml" ContentType="application/inkml+xml"/>
  <Override PartName="/ppt/ink/ink1618.xml" ContentType="application/inkml+xml"/>
  <Override PartName="/ppt/ink/ink1619.xml" ContentType="application/inkml+xml"/>
  <Override PartName="/ppt/ink/ink1620.xml" ContentType="application/inkml+xml"/>
  <Override PartName="/ppt/ink/ink1621.xml" ContentType="application/inkml+xml"/>
  <Override PartName="/ppt/ink/ink1622.xml" ContentType="application/inkml+xml"/>
  <Override PartName="/ppt/ink/ink1623.xml" ContentType="application/inkml+xml"/>
  <Override PartName="/ppt/ink/ink1624.xml" ContentType="application/inkml+xml"/>
  <Override PartName="/ppt/ink/ink1625.xml" ContentType="application/inkml+xml"/>
  <Override PartName="/ppt/ink/ink1626.xml" ContentType="application/inkml+xml"/>
  <Override PartName="/ppt/ink/ink1627.xml" ContentType="application/inkml+xml"/>
  <Override PartName="/ppt/ink/ink1628.xml" ContentType="application/inkml+xml"/>
  <Override PartName="/ppt/ink/ink1629.xml" ContentType="application/inkml+xml"/>
  <Override PartName="/ppt/ink/ink1630.xml" ContentType="application/inkml+xml"/>
  <Override PartName="/ppt/ink/ink1631.xml" ContentType="application/inkml+xml"/>
  <Override PartName="/ppt/ink/ink1632.xml" ContentType="application/inkml+xml"/>
  <Override PartName="/ppt/ink/ink1633.xml" ContentType="application/inkml+xml"/>
  <Override PartName="/ppt/ink/ink1634.xml" ContentType="application/inkml+xml"/>
  <Override PartName="/ppt/ink/ink1635.xml" ContentType="application/inkml+xml"/>
  <Override PartName="/ppt/ink/ink1636.xml" ContentType="application/inkml+xml"/>
  <Override PartName="/ppt/ink/ink1637.xml" ContentType="application/inkml+xml"/>
  <Override PartName="/ppt/ink/ink1638.xml" ContentType="application/inkml+xml"/>
  <Override PartName="/ppt/ink/ink1639.xml" ContentType="application/inkml+xml"/>
  <Override PartName="/ppt/ink/ink1640.xml" ContentType="application/inkml+xml"/>
  <Override PartName="/ppt/ink/ink1641.xml" ContentType="application/inkml+xml"/>
  <Override PartName="/ppt/ink/ink1642.xml" ContentType="application/inkml+xml"/>
  <Override PartName="/ppt/ink/ink1643.xml" ContentType="application/inkml+xml"/>
  <Override PartName="/ppt/ink/ink1644.xml" ContentType="application/inkml+xml"/>
  <Override PartName="/ppt/ink/ink1645.xml" ContentType="application/inkml+xml"/>
  <Override PartName="/ppt/ink/ink1646.xml" ContentType="application/inkml+xml"/>
  <Override PartName="/ppt/ink/ink1647.xml" ContentType="application/inkml+xml"/>
  <Override PartName="/ppt/ink/ink1648.xml" ContentType="application/inkml+xml"/>
  <Override PartName="/ppt/ink/ink1649.xml" ContentType="application/inkml+xml"/>
  <Override PartName="/ppt/ink/ink1650.xml" ContentType="application/inkml+xml"/>
  <Override PartName="/ppt/ink/ink1651.xml" ContentType="application/inkml+xml"/>
  <Override PartName="/ppt/ink/ink1652.xml" ContentType="application/inkml+xml"/>
  <Override PartName="/ppt/ink/ink1653.xml" ContentType="application/inkml+xml"/>
  <Override PartName="/ppt/ink/ink1654.xml" ContentType="application/inkml+xml"/>
  <Override PartName="/ppt/ink/ink1655.xml" ContentType="application/inkml+xml"/>
  <Override PartName="/ppt/ink/ink1656.xml" ContentType="application/inkml+xml"/>
  <Override PartName="/ppt/ink/ink1657.xml" ContentType="application/inkml+xml"/>
  <Override PartName="/ppt/ink/ink1658.xml" ContentType="application/inkml+xml"/>
  <Override PartName="/ppt/ink/ink1659.xml" ContentType="application/inkml+xml"/>
  <Override PartName="/ppt/ink/ink1660.xml" ContentType="application/inkml+xml"/>
  <Override PartName="/ppt/ink/ink1661.xml" ContentType="application/inkml+xml"/>
  <Override PartName="/ppt/ink/ink1662.xml" ContentType="application/inkml+xml"/>
  <Override PartName="/ppt/ink/ink1663.xml" ContentType="application/inkml+xml"/>
  <Override PartName="/ppt/ink/ink1664.xml" ContentType="application/inkml+xml"/>
  <Override PartName="/ppt/ink/ink1665.xml" ContentType="application/inkml+xml"/>
  <Override PartName="/ppt/ink/ink1666.xml" ContentType="application/inkml+xml"/>
  <Override PartName="/ppt/ink/ink1667.xml" ContentType="application/inkml+xml"/>
  <Override PartName="/ppt/ink/ink1668.xml" ContentType="application/inkml+xml"/>
  <Override PartName="/ppt/ink/ink1669.xml" ContentType="application/inkml+xml"/>
  <Override PartName="/ppt/ink/ink1670.xml" ContentType="application/inkml+xml"/>
  <Override PartName="/ppt/ink/ink1671.xml" ContentType="application/inkml+xml"/>
  <Override PartName="/ppt/ink/ink1672.xml" ContentType="application/inkml+xml"/>
  <Override PartName="/ppt/ink/ink1673.xml" ContentType="application/inkml+xml"/>
  <Override PartName="/ppt/ink/ink1674.xml" ContentType="application/inkml+xml"/>
  <Override PartName="/ppt/ink/ink1675.xml" ContentType="application/inkml+xml"/>
  <Override PartName="/ppt/ink/ink1676.xml" ContentType="application/inkml+xml"/>
  <Override PartName="/ppt/ink/ink1677.xml" ContentType="application/inkml+xml"/>
  <Override PartName="/ppt/ink/ink1678.xml" ContentType="application/inkml+xml"/>
  <Override PartName="/ppt/ink/ink1679.xml" ContentType="application/inkml+xml"/>
  <Override PartName="/ppt/ink/ink1680.xml" ContentType="application/inkml+xml"/>
  <Override PartName="/ppt/ink/ink1681.xml" ContentType="application/inkml+xml"/>
  <Override PartName="/ppt/ink/ink1682.xml" ContentType="application/inkml+xml"/>
  <Override PartName="/ppt/ink/ink1683.xml" ContentType="application/inkml+xml"/>
  <Override PartName="/ppt/ink/ink1684.xml" ContentType="application/inkml+xml"/>
  <Override PartName="/ppt/ink/ink1685.xml" ContentType="application/inkml+xml"/>
  <Override PartName="/ppt/ink/ink1686.xml" ContentType="application/inkml+xml"/>
  <Override PartName="/ppt/ink/ink1687.xml" ContentType="application/inkml+xml"/>
  <Override PartName="/ppt/ink/ink1688.xml" ContentType="application/inkml+xml"/>
  <Override PartName="/ppt/ink/ink1689.xml" ContentType="application/inkml+xml"/>
  <Override PartName="/ppt/ink/ink1690.xml" ContentType="application/inkml+xml"/>
  <Override PartName="/ppt/ink/ink1691.xml" ContentType="application/inkml+xml"/>
  <Override PartName="/ppt/ink/ink1692.xml" ContentType="application/inkml+xml"/>
  <Override PartName="/ppt/ink/ink1693.xml" ContentType="application/inkml+xml"/>
  <Override PartName="/ppt/ink/ink1694.xml" ContentType="application/inkml+xml"/>
  <Override PartName="/ppt/ink/ink1695.xml" ContentType="application/inkml+xml"/>
  <Override PartName="/ppt/ink/ink1696.xml" ContentType="application/inkml+xml"/>
  <Override PartName="/ppt/ink/ink1697.xml" ContentType="application/inkml+xml"/>
  <Override PartName="/ppt/ink/ink1698.xml" ContentType="application/inkml+xml"/>
  <Override PartName="/ppt/ink/ink1699.xml" ContentType="application/inkml+xml"/>
  <Override PartName="/ppt/ink/ink1700.xml" ContentType="application/inkml+xml"/>
  <Override PartName="/ppt/ink/ink1701.xml" ContentType="application/inkml+xml"/>
  <Override PartName="/ppt/ink/ink1702.xml" ContentType="application/inkml+xml"/>
  <Override PartName="/ppt/ink/ink1703.xml" ContentType="application/inkml+xml"/>
  <Override PartName="/ppt/ink/ink1704.xml" ContentType="application/inkml+xml"/>
  <Override PartName="/ppt/ink/ink1705.xml" ContentType="application/inkml+xml"/>
  <Override PartName="/ppt/ink/ink1706.xml" ContentType="application/inkml+xml"/>
  <Override PartName="/ppt/ink/ink1707.xml" ContentType="application/inkml+xml"/>
  <Override PartName="/ppt/ink/ink1708.xml" ContentType="application/inkml+xml"/>
  <Override PartName="/ppt/ink/ink1709.xml" ContentType="application/inkml+xml"/>
  <Override PartName="/ppt/ink/ink1710.xml" ContentType="application/inkml+xml"/>
  <Override PartName="/ppt/ink/ink1711.xml" ContentType="application/inkml+xml"/>
  <Override PartName="/ppt/ink/ink1712.xml" ContentType="application/inkml+xml"/>
  <Override PartName="/ppt/ink/ink1713.xml" ContentType="application/inkml+xml"/>
  <Override PartName="/ppt/ink/ink1714.xml" ContentType="application/inkml+xml"/>
  <Override PartName="/ppt/ink/ink1715.xml" ContentType="application/inkml+xml"/>
  <Override PartName="/ppt/ink/ink1716.xml" ContentType="application/inkml+xml"/>
  <Override PartName="/ppt/ink/ink1717.xml" ContentType="application/inkml+xml"/>
  <Override PartName="/ppt/ink/ink1718.xml" ContentType="application/inkml+xml"/>
  <Override PartName="/ppt/ink/ink1719.xml" ContentType="application/inkml+xml"/>
  <Override PartName="/ppt/ink/ink1720.xml" ContentType="application/inkml+xml"/>
  <Override PartName="/ppt/ink/ink1721.xml" ContentType="application/inkml+xml"/>
  <Override PartName="/ppt/ink/ink1722.xml" ContentType="application/inkml+xml"/>
  <Override PartName="/ppt/ink/ink1723.xml" ContentType="application/inkml+xml"/>
  <Override PartName="/ppt/ink/ink1724.xml" ContentType="application/inkml+xml"/>
  <Override PartName="/ppt/ink/ink1725.xml" ContentType="application/inkml+xml"/>
  <Override PartName="/ppt/ink/ink1726.xml" ContentType="application/inkml+xml"/>
  <Override PartName="/ppt/ink/ink1727.xml" ContentType="application/inkml+xml"/>
  <Override PartName="/ppt/ink/ink1728.xml" ContentType="application/inkml+xml"/>
  <Override PartName="/ppt/ink/ink1729.xml" ContentType="application/inkml+xml"/>
  <Override PartName="/ppt/ink/ink1730.xml" ContentType="application/inkml+xml"/>
  <Override PartName="/ppt/ink/ink1731.xml" ContentType="application/inkml+xml"/>
  <Override PartName="/ppt/ink/ink1732.xml" ContentType="application/inkml+xml"/>
  <Override PartName="/ppt/ink/ink1733.xml" ContentType="application/inkml+xml"/>
  <Override PartName="/ppt/ink/ink1734.xml" ContentType="application/inkml+xml"/>
  <Override PartName="/ppt/ink/ink1735.xml" ContentType="application/inkml+xml"/>
  <Override PartName="/ppt/ink/ink1736.xml" ContentType="application/inkml+xml"/>
  <Override PartName="/ppt/ink/ink1737.xml" ContentType="application/inkml+xml"/>
  <Override PartName="/ppt/ink/ink1738.xml" ContentType="application/inkml+xml"/>
  <Override PartName="/ppt/ink/ink1739.xml" ContentType="application/inkml+xml"/>
  <Override PartName="/ppt/ink/ink1740.xml" ContentType="application/inkml+xml"/>
  <Override PartName="/ppt/ink/ink1741.xml" ContentType="application/inkml+xml"/>
  <Override PartName="/ppt/ink/ink1742.xml" ContentType="application/inkml+xml"/>
  <Override PartName="/ppt/ink/ink1743.xml" ContentType="application/inkml+xml"/>
  <Override PartName="/ppt/ink/ink1744.xml" ContentType="application/inkml+xml"/>
  <Override PartName="/ppt/ink/ink1745.xml" ContentType="application/inkml+xml"/>
  <Override PartName="/ppt/ink/ink1746.xml" ContentType="application/inkml+xml"/>
  <Override PartName="/ppt/ink/ink1747.xml" ContentType="application/inkml+xml"/>
  <Override PartName="/ppt/ink/ink1748.xml" ContentType="application/inkml+xml"/>
  <Override PartName="/ppt/ink/ink1749.xml" ContentType="application/inkml+xml"/>
  <Override PartName="/ppt/ink/ink1750.xml" ContentType="application/inkml+xml"/>
  <Override PartName="/ppt/ink/ink1751.xml" ContentType="application/inkml+xml"/>
  <Override PartName="/ppt/ink/ink1752.xml" ContentType="application/inkml+xml"/>
  <Override PartName="/ppt/ink/ink1753.xml" ContentType="application/inkml+xml"/>
  <Override PartName="/ppt/ink/ink1754.xml" ContentType="application/inkml+xml"/>
  <Override PartName="/ppt/ink/ink1755.xml" ContentType="application/inkml+xml"/>
  <Override PartName="/ppt/ink/ink1756.xml" ContentType="application/inkml+xml"/>
  <Override PartName="/ppt/ink/ink1757.xml" ContentType="application/inkml+xml"/>
  <Override PartName="/ppt/ink/ink1758.xml" ContentType="application/inkml+xml"/>
  <Override PartName="/ppt/ink/ink1759.xml" ContentType="application/inkml+xml"/>
  <Override PartName="/ppt/ink/ink1760.xml" ContentType="application/inkml+xml"/>
  <Override PartName="/ppt/ink/ink1761.xml" ContentType="application/inkml+xml"/>
  <Override PartName="/ppt/ink/ink1762.xml" ContentType="application/inkml+xml"/>
  <Override PartName="/ppt/ink/ink1763.xml" ContentType="application/inkml+xml"/>
  <Override PartName="/ppt/ink/ink1764.xml" ContentType="application/inkml+xml"/>
  <Override PartName="/ppt/ink/ink1765.xml" ContentType="application/inkml+xml"/>
  <Override PartName="/ppt/ink/ink1766.xml" ContentType="application/inkml+xml"/>
  <Override PartName="/ppt/ink/ink1767.xml" ContentType="application/inkml+xml"/>
  <Override PartName="/ppt/ink/ink1768.xml" ContentType="application/inkml+xml"/>
  <Override PartName="/ppt/ink/ink1769.xml" ContentType="application/inkml+xml"/>
  <Override PartName="/ppt/ink/ink1770.xml" ContentType="application/inkml+xml"/>
  <Override PartName="/ppt/ink/ink1771.xml" ContentType="application/inkml+xml"/>
  <Override PartName="/ppt/ink/ink1772.xml" ContentType="application/inkml+xml"/>
  <Override PartName="/ppt/ink/ink1773.xml" ContentType="application/inkml+xml"/>
  <Override PartName="/ppt/ink/ink1774.xml" ContentType="application/inkml+xml"/>
  <Override PartName="/ppt/ink/ink1775.xml" ContentType="application/inkml+xml"/>
  <Override PartName="/ppt/ink/ink1776.xml" ContentType="application/inkml+xml"/>
  <Override PartName="/ppt/ink/ink1777.xml" ContentType="application/inkml+xml"/>
  <Override PartName="/ppt/ink/ink1778.xml" ContentType="application/inkml+xml"/>
  <Override PartName="/ppt/ink/ink1779.xml" ContentType="application/inkml+xml"/>
  <Override PartName="/ppt/ink/ink1780.xml" ContentType="application/inkml+xml"/>
  <Override PartName="/ppt/ink/ink1781.xml" ContentType="application/inkml+xml"/>
  <Override PartName="/ppt/ink/ink1782.xml" ContentType="application/inkml+xml"/>
  <Override PartName="/ppt/ink/ink1783.xml" ContentType="application/inkml+xml"/>
  <Override PartName="/ppt/ink/ink1784.xml" ContentType="application/inkml+xml"/>
  <Override PartName="/ppt/ink/ink1785.xml" ContentType="application/inkml+xml"/>
  <Override PartName="/ppt/ink/ink1786.xml" ContentType="application/inkml+xml"/>
  <Override PartName="/ppt/ink/ink1787.xml" ContentType="application/inkml+xml"/>
  <Override PartName="/ppt/ink/ink1788.xml" ContentType="application/inkml+xml"/>
  <Override PartName="/ppt/ink/ink1789.xml" ContentType="application/inkml+xml"/>
  <Override PartName="/ppt/ink/ink1790.xml" ContentType="application/inkml+xml"/>
  <Override PartName="/ppt/ink/ink1791.xml" ContentType="application/inkml+xml"/>
  <Override PartName="/ppt/ink/ink1792.xml" ContentType="application/inkml+xml"/>
  <Override PartName="/ppt/ink/ink1793.xml" ContentType="application/inkml+xml"/>
  <Override PartName="/ppt/ink/ink1794.xml" ContentType="application/inkml+xml"/>
  <Override PartName="/ppt/ink/ink1795.xml" ContentType="application/inkml+xml"/>
  <Override PartName="/ppt/ink/ink1796.xml" ContentType="application/inkml+xml"/>
  <Override PartName="/ppt/ink/ink1797.xml" ContentType="application/inkml+xml"/>
  <Override PartName="/ppt/ink/ink1798.xml" ContentType="application/inkml+xml"/>
  <Override PartName="/ppt/ink/ink1799.xml" ContentType="application/inkml+xml"/>
  <Override PartName="/ppt/ink/ink1800.xml" ContentType="application/inkml+xml"/>
  <Override PartName="/ppt/ink/ink1801.xml" ContentType="application/inkml+xml"/>
  <Override PartName="/ppt/ink/ink1802.xml" ContentType="application/inkml+xml"/>
  <Override PartName="/ppt/ink/ink1803.xml" ContentType="application/inkml+xml"/>
  <Override PartName="/ppt/ink/ink1804.xml" ContentType="application/inkml+xml"/>
  <Override PartName="/ppt/ink/ink1805.xml" ContentType="application/inkml+xml"/>
  <Override PartName="/ppt/ink/ink1806.xml" ContentType="application/inkml+xml"/>
  <Override PartName="/ppt/ink/ink1807.xml" ContentType="application/inkml+xml"/>
  <Override PartName="/ppt/ink/ink1808.xml" ContentType="application/inkml+xml"/>
  <Override PartName="/ppt/ink/ink1809.xml" ContentType="application/inkml+xml"/>
  <Override PartName="/ppt/ink/ink1810.xml" ContentType="application/inkml+xml"/>
  <Override PartName="/ppt/ink/ink1811.xml" ContentType="application/inkml+xml"/>
  <Override PartName="/ppt/ink/ink1812.xml" ContentType="application/inkml+xml"/>
  <Override PartName="/ppt/ink/ink1813.xml" ContentType="application/inkml+xml"/>
  <Override PartName="/ppt/ink/ink1814.xml" ContentType="application/inkml+xml"/>
  <Override PartName="/ppt/ink/ink1815.xml" ContentType="application/inkml+xml"/>
  <Override PartName="/ppt/ink/ink1816.xml" ContentType="application/inkml+xml"/>
  <Override PartName="/ppt/ink/ink1817.xml" ContentType="application/inkml+xml"/>
  <Override PartName="/ppt/ink/ink1818.xml" ContentType="application/inkml+xml"/>
  <Override PartName="/ppt/ink/ink1819.xml" ContentType="application/inkml+xml"/>
  <Override PartName="/ppt/ink/ink1820.xml" ContentType="application/inkml+xml"/>
  <Override PartName="/ppt/ink/ink1821.xml" ContentType="application/inkml+xml"/>
  <Override PartName="/ppt/ink/ink1822.xml" ContentType="application/inkml+xml"/>
  <Override PartName="/ppt/ink/ink1823.xml" ContentType="application/inkml+xml"/>
  <Override PartName="/ppt/ink/ink1824.xml" ContentType="application/inkml+xml"/>
  <Override PartName="/ppt/ink/ink1825.xml" ContentType="application/inkml+xml"/>
  <Override PartName="/ppt/ink/ink1826.xml" ContentType="application/inkml+xml"/>
  <Override PartName="/ppt/ink/ink1827.xml" ContentType="application/inkml+xml"/>
  <Override PartName="/ppt/ink/ink1828.xml" ContentType="application/inkml+xml"/>
  <Override PartName="/ppt/ink/ink1829.xml" ContentType="application/inkml+xml"/>
  <Override PartName="/ppt/ink/ink1830.xml" ContentType="application/inkml+xml"/>
  <Override PartName="/ppt/ink/ink1831.xml" ContentType="application/inkml+xml"/>
  <Override PartName="/ppt/ink/ink1832.xml" ContentType="application/inkml+xml"/>
  <Override PartName="/ppt/ink/ink1833.xml" ContentType="application/inkml+xml"/>
  <Override PartName="/ppt/ink/ink1834.xml" ContentType="application/inkml+xml"/>
  <Override PartName="/ppt/ink/ink1835.xml" ContentType="application/inkml+xml"/>
  <Override PartName="/ppt/ink/ink1836.xml" ContentType="application/inkml+xml"/>
  <Override PartName="/ppt/ink/ink1837.xml" ContentType="application/inkml+xml"/>
  <Override PartName="/ppt/ink/ink1838.xml" ContentType="application/inkml+xml"/>
  <Override PartName="/ppt/ink/ink1839.xml" ContentType="application/inkml+xml"/>
  <Override PartName="/ppt/ink/ink1840.xml" ContentType="application/inkml+xml"/>
  <Override PartName="/ppt/ink/ink1841.xml" ContentType="application/inkml+xml"/>
  <Override PartName="/ppt/ink/ink1842.xml" ContentType="application/inkml+xml"/>
  <Override PartName="/ppt/ink/ink1843.xml" ContentType="application/inkml+xml"/>
  <Override PartName="/ppt/ink/ink1844.xml" ContentType="application/inkml+xml"/>
  <Override PartName="/ppt/ink/ink1845.xml" ContentType="application/inkml+xml"/>
  <Override PartName="/ppt/ink/ink1846.xml" ContentType="application/inkml+xml"/>
  <Override PartName="/ppt/ink/ink1847.xml" ContentType="application/inkml+xml"/>
  <Override PartName="/ppt/ink/ink1848.xml" ContentType="application/inkml+xml"/>
  <Override PartName="/ppt/ink/ink1849.xml" ContentType="application/inkml+xml"/>
  <Override PartName="/ppt/ink/ink1850.xml" ContentType="application/inkml+xml"/>
  <Override PartName="/ppt/ink/ink1851.xml" ContentType="application/inkml+xml"/>
  <Override PartName="/ppt/ink/ink1852.xml" ContentType="application/inkml+xml"/>
  <Override PartName="/ppt/ink/ink1853.xml" ContentType="application/inkml+xml"/>
  <Override PartName="/ppt/ink/ink1854.xml" ContentType="application/inkml+xml"/>
  <Override PartName="/ppt/ink/ink1855.xml" ContentType="application/inkml+xml"/>
  <Override PartName="/ppt/ink/ink1856.xml" ContentType="application/inkml+xml"/>
  <Override PartName="/ppt/ink/ink1857.xml" ContentType="application/inkml+xml"/>
  <Override PartName="/ppt/ink/ink1858.xml" ContentType="application/inkml+xml"/>
  <Override PartName="/ppt/ink/ink1859.xml" ContentType="application/inkml+xml"/>
  <Override PartName="/ppt/ink/ink1860.xml" ContentType="application/inkml+xml"/>
  <Override PartName="/ppt/ink/ink1861.xml" ContentType="application/inkml+xml"/>
  <Override PartName="/ppt/ink/ink1862.xml" ContentType="application/inkml+xml"/>
  <Override PartName="/ppt/ink/ink1863.xml" ContentType="application/inkml+xml"/>
  <Override PartName="/ppt/ink/ink1864.xml" ContentType="application/inkml+xml"/>
  <Override PartName="/ppt/ink/ink1865.xml" ContentType="application/inkml+xml"/>
  <Override PartName="/ppt/ink/ink1866.xml" ContentType="application/inkml+xml"/>
  <Override PartName="/ppt/ink/ink1867.xml" ContentType="application/inkml+xml"/>
  <Override PartName="/ppt/ink/ink1868.xml" ContentType="application/inkml+xml"/>
  <Override PartName="/ppt/ink/ink1869.xml" ContentType="application/inkml+xml"/>
  <Override PartName="/ppt/ink/ink1870.xml" ContentType="application/inkml+xml"/>
  <Override PartName="/ppt/ink/ink1871.xml" ContentType="application/inkml+xml"/>
  <Override PartName="/ppt/ink/ink1872.xml" ContentType="application/inkml+xml"/>
  <Override PartName="/ppt/ink/ink1873.xml" ContentType="application/inkml+xml"/>
  <Override PartName="/ppt/ink/ink1874.xml" ContentType="application/inkml+xml"/>
  <Override PartName="/ppt/ink/ink1875.xml" ContentType="application/inkml+xml"/>
  <Override PartName="/ppt/ink/ink1876.xml" ContentType="application/inkml+xml"/>
  <Override PartName="/ppt/ink/ink1877.xml" ContentType="application/inkml+xml"/>
  <Override PartName="/ppt/ink/ink1878.xml" ContentType="application/inkml+xml"/>
  <Override PartName="/ppt/ink/ink1879.xml" ContentType="application/inkml+xml"/>
  <Override PartName="/ppt/ink/ink1880.xml" ContentType="application/inkml+xml"/>
  <Override PartName="/ppt/ink/ink1881.xml" ContentType="application/inkml+xml"/>
  <Override PartName="/ppt/ink/ink1882.xml" ContentType="application/inkml+xml"/>
  <Override PartName="/ppt/ink/ink1883.xml" ContentType="application/inkml+xml"/>
  <Override PartName="/ppt/ink/ink1884.xml" ContentType="application/inkml+xml"/>
  <Override PartName="/ppt/ink/ink1885.xml" ContentType="application/inkml+xml"/>
  <Override PartName="/ppt/ink/ink1886.xml" ContentType="application/inkml+xml"/>
  <Override PartName="/ppt/ink/ink1887.xml" ContentType="application/inkml+xml"/>
  <Override PartName="/ppt/ink/ink1888.xml" ContentType="application/inkml+xml"/>
  <Override PartName="/ppt/ink/ink1889.xml" ContentType="application/inkml+xml"/>
  <Override PartName="/ppt/ink/ink1890.xml" ContentType="application/inkml+xml"/>
  <Override PartName="/ppt/ink/ink1891.xml" ContentType="application/inkml+xml"/>
  <Override PartName="/ppt/ink/ink1892.xml" ContentType="application/inkml+xml"/>
  <Override PartName="/ppt/ink/ink1893.xml" ContentType="application/inkml+xml"/>
  <Override PartName="/ppt/ink/ink1894.xml" ContentType="application/inkml+xml"/>
  <Override PartName="/ppt/ink/ink1895.xml" ContentType="application/inkml+xml"/>
  <Override PartName="/ppt/ink/ink1896.xml" ContentType="application/inkml+xml"/>
  <Override PartName="/ppt/ink/ink1897.xml" ContentType="application/inkml+xml"/>
  <Override PartName="/ppt/ink/ink1898.xml" ContentType="application/inkml+xml"/>
  <Override PartName="/ppt/ink/ink1899.xml" ContentType="application/inkml+xml"/>
  <Override PartName="/ppt/ink/ink1900.xml" ContentType="application/inkml+xml"/>
  <Override PartName="/ppt/ink/ink1901.xml" ContentType="application/inkml+xml"/>
  <Override PartName="/ppt/ink/ink1902.xml" ContentType="application/inkml+xml"/>
  <Override PartName="/ppt/ink/ink1903.xml" ContentType="application/inkml+xml"/>
  <Override PartName="/ppt/ink/ink1904.xml" ContentType="application/inkml+xml"/>
  <Override PartName="/ppt/ink/ink1905.xml" ContentType="application/inkml+xml"/>
  <Override PartName="/ppt/ink/ink1906.xml" ContentType="application/inkml+xml"/>
  <Override PartName="/ppt/ink/ink1907.xml" ContentType="application/inkml+xml"/>
  <Override PartName="/ppt/ink/ink1908.xml" ContentType="application/inkml+xml"/>
  <Override PartName="/ppt/ink/ink1909.xml" ContentType="application/inkml+xml"/>
  <Override PartName="/ppt/ink/ink1910.xml" ContentType="application/inkml+xml"/>
  <Override PartName="/ppt/ink/ink1911.xml" ContentType="application/inkml+xml"/>
  <Override PartName="/ppt/ink/ink1912.xml" ContentType="application/inkml+xml"/>
  <Override PartName="/ppt/ink/ink1913.xml" ContentType="application/inkml+xml"/>
  <Override PartName="/ppt/ink/ink1914.xml" ContentType="application/inkml+xml"/>
  <Override PartName="/ppt/ink/ink1915.xml" ContentType="application/inkml+xml"/>
  <Override PartName="/ppt/ink/ink1916.xml" ContentType="application/inkml+xml"/>
  <Override PartName="/ppt/ink/ink1917.xml" ContentType="application/inkml+xml"/>
  <Override PartName="/ppt/ink/ink1918.xml" ContentType="application/inkml+xml"/>
  <Override PartName="/ppt/ink/ink1919.xml" ContentType="application/inkml+xml"/>
  <Override PartName="/ppt/ink/ink1920.xml" ContentType="application/inkml+xml"/>
  <Override PartName="/ppt/ink/ink1921.xml" ContentType="application/inkml+xml"/>
  <Override PartName="/ppt/ink/ink1922.xml" ContentType="application/inkml+xml"/>
  <Override PartName="/ppt/ink/ink1923.xml" ContentType="application/inkml+xml"/>
  <Override PartName="/ppt/ink/ink1924.xml" ContentType="application/inkml+xml"/>
  <Override PartName="/ppt/ink/ink1925.xml" ContentType="application/inkml+xml"/>
  <Override PartName="/ppt/ink/ink1926.xml" ContentType="application/inkml+xml"/>
  <Override PartName="/ppt/ink/ink1927.xml" ContentType="application/inkml+xml"/>
  <Override PartName="/ppt/ink/ink1928.xml" ContentType="application/inkml+xml"/>
  <Override PartName="/ppt/ink/ink1929.xml" ContentType="application/inkml+xml"/>
  <Override PartName="/ppt/ink/ink1930.xml" ContentType="application/inkml+xml"/>
  <Override PartName="/ppt/ink/ink1931.xml" ContentType="application/inkml+xml"/>
  <Override PartName="/ppt/ink/ink1932.xml" ContentType="application/inkml+xml"/>
  <Override PartName="/ppt/ink/ink1933.xml" ContentType="application/inkml+xml"/>
  <Override PartName="/ppt/ink/ink1934.xml" ContentType="application/inkml+xml"/>
  <Override PartName="/ppt/ink/ink1935.xml" ContentType="application/inkml+xml"/>
  <Override PartName="/ppt/ink/ink1936.xml" ContentType="application/inkml+xml"/>
  <Override PartName="/ppt/ink/ink1937.xml" ContentType="application/inkml+xml"/>
  <Override PartName="/ppt/ink/ink1938.xml" ContentType="application/inkml+xml"/>
  <Override PartName="/ppt/ink/ink1939.xml" ContentType="application/inkml+xml"/>
  <Override PartName="/ppt/ink/ink1940.xml" ContentType="application/inkml+xml"/>
  <Override PartName="/ppt/ink/ink1941.xml" ContentType="application/inkml+xml"/>
  <Override PartName="/ppt/ink/ink1942.xml" ContentType="application/inkml+xml"/>
  <Override PartName="/ppt/ink/ink1943.xml" ContentType="application/inkml+xml"/>
  <Override PartName="/ppt/ink/ink1944.xml" ContentType="application/inkml+xml"/>
  <Override PartName="/ppt/ink/ink1945.xml" ContentType="application/inkml+xml"/>
  <Override PartName="/ppt/ink/ink1946.xml" ContentType="application/inkml+xml"/>
  <Override PartName="/ppt/ink/ink1947.xml" ContentType="application/inkml+xml"/>
  <Override PartName="/ppt/ink/ink1948.xml" ContentType="application/inkml+xml"/>
  <Override PartName="/ppt/ink/ink1949.xml" ContentType="application/inkml+xml"/>
  <Override PartName="/ppt/ink/ink1950.xml" ContentType="application/inkml+xml"/>
  <Override PartName="/ppt/ink/ink1951.xml" ContentType="application/inkml+xml"/>
  <Override PartName="/ppt/ink/ink1952.xml" ContentType="application/inkml+xml"/>
  <Override PartName="/ppt/ink/ink1953.xml" ContentType="application/inkml+xml"/>
  <Override PartName="/ppt/ink/ink1954.xml" ContentType="application/inkml+xml"/>
  <Override PartName="/ppt/ink/ink1955.xml" ContentType="application/inkml+xml"/>
  <Override PartName="/ppt/ink/ink1956.xml" ContentType="application/inkml+xml"/>
  <Override PartName="/ppt/ink/ink1957.xml" ContentType="application/inkml+xml"/>
  <Override PartName="/ppt/ink/ink1958.xml" ContentType="application/inkml+xml"/>
  <Override PartName="/ppt/ink/ink1959.xml" ContentType="application/inkml+xml"/>
  <Override PartName="/ppt/ink/ink1960.xml" ContentType="application/inkml+xml"/>
  <Override PartName="/ppt/ink/ink1961.xml" ContentType="application/inkml+xml"/>
  <Override PartName="/ppt/ink/ink1962.xml" ContentType="application/inkml+xml"/>
  <Override PartName="/ppt/ink/ink1963.xml" ContentType="application/inkml+xml"/>
  <Override PartName="/ppt/ink/ink1964.xml" ContentType="application/inkml+xml"/>
  <Override PartName="/ppt/ink/ink1965.xml" ContentType="application/inkml+xml"/>
  <Override PartName="/ppt/ink/ink1966.xml" ContentType="application/inkml+xml"/>
  <Override PartName="/ppt/ink/ink1967.xml" ContentType="application/inkml+xml"/>
  <Override PartName="/ppt/ink/ink1968.xml" ContentType="application/inkml+xml"/>
  <Override PartName="/ppt/ink/ink1969.xml" ContentType="application/inkml+xml"/>
  <Override PartName="/ppt/ink/ink1970.xml" ContentType="application/inkml+xml"/>
  <Override PartName="/ppt/ink/ink1971.xml" ContentType="application/inkml+xml"/>
  <Override PartName="/ppt/ink/ink1972.xml" ContentType="application/inkml+xml"/>
  <Override PartName="/ppt/ink/ink1973.xml" ContentType="application/inkml+xml"/>
  <Override PartName="/ppt/ink/ink1974.xml" ContentType="application/inkml+xml"/>
  <Override PartName="/ppt/ink/ink1975.xml" ContentType="application/inkml+xml"/>
  <Override PartName="/ppt/ink/ink1976.xml" ContentType="application/inkml+xml"/>
  <Override PartName="/ppt/ink/ink1977.xml" ContentType="application/inkml+xml"/>
  <Override PartName="/ppt/ink/ink1978.xml" ContentType="application/inkml+xml"/>
  <Override PartName="/ppt/ink/ink1979.xml" ContentType="application/inkml+xml"/>
  <Override PartName="/ppt/ink/ink1980.xml" ContentType="application/inkml+xml"/>
  <Override PartName="/ppt/ink/ink1981.xml" ContentType="application/inkml+xml"/>
  <Override PartName="/ppt/ink/ink1982.xml" ContentType="application/inkml+xml"/>
  <Override PartName="/ppt/ink/ink1983.xml" ContentType="application/inkml+xml"/>
  <Override PartName="/ppt/ink/ink1984.xml" ContentType="application/inkml+xml"/>
  <Override PartName="/ppt/ink/ink1985.xml" ContentType="application/inkml+xml"/>
  <Override PartName="/ppt/ink/ink1986.xml" ContentType="application/inkml+xml"/>
  <Override PartName="/ppt/ink/ink1987.xml" ContentType="application/inkml+xml"/>
  <Override PartName="/ppt/ink/ink1988.xml" ContentType="application/inkml+xml"/>
  <Override PartName="/ppt/ink/ink1989.xml" ContentType="application/inkml+xml"/>
  <Override PartName="/ppt/ink/ink1990.xml" ContentType="application/inkml+xml"/>
  <Override PartName="/ppt/ink/ink1991.xml" ContentType="application/inkml+xml"/>
  <Override PartName="/ppt/ink/ink1992.xml" ContentType="application/inkml+xml"/>
  <Override PartName="/ppt/ink/ink1993.xml" ContentType="application/inkml+xml"/>
  <Override PartName="/ppt/ink/ink1994.xml" ContentType="application/inkml+xml"/>
  <Override PartName="/ppt/ink/ink1995.xml" ContentType="application/inkml+xml"/>
  <Override PartName="/ppt/ink/ink1996.xml" ContentType="application/inkml+xml"/>
  <Override PartName="/ppt/ink/ink1997.xml" ContentType="application/inkml+xml"/>
  <Override PartName="/ppt/ink/ink1998.xml" ContentType="application/inkml+xml"/>
  <Override PartName="/ppt/ink/ink1999.xml" ContentType="application/inkml+xml"/>
  <Override PartName="/ppt/ink/ink2000.xml" ContentType="application/inkml+xml"/>
  <Override PartName="/ppt/ink/ink2001.xml" ContentType="application/inkml+xml"/>
  <Override PartName="/ppt/ink/ink2002.xml" ContentType="application/inkml+xml"/>
  <Override PartName="/ppt/ink/ink2003.xml" ContentType="application/inkml+xml"/>
  <Override PartName="/ppt/ink/ink2004.xml" ContentType="application/inkml+xml"/>
  <Override PartName="/ppt/ink/ink2005.xml" ContentType="application/inkml+xml"/>
  <Override PartName="/ppt/ink/ink2006.xml" ContentType="application/inkml+xml"/>
  <Override PartName="/ppt/ink/ink2007.xml" ContentType="application/inkml+xml"/>
  <Override PartName="/ppt/ink/ink2008.xml" ContentType="application/inkml+xml"/>
  <Override PartName="/ppt/ink/ink2009.xml" ContentType="application/inkml+xml"/>
  <Override PartName="/ppt/ink/ink2010.xml" ContentType="application/inkml+xml"/>
  <Override PartName="/ppt/ink/ink2011.xml" ContentType="application/inkml+xml"/>
  <Override PartName="/ppt/ink/ink2012.xml" ContentType="application/inkml+xml"/>
  <Override PartName="/ppt/ink/ink2013.xml" ContentType="application/inkml+xml"/>
  <Override PartName="/ppt/ink/ink2014.xml" ContentType="application/inkml+xml"/>
  <Override PartName="/ppt/ink/ink2015.xml" ContentType="application/inkml+xml"/>
  <Override PartName="/ppt/ink/ink2016.xml" ContentType="application/inkml+xml"/>
  <Override PartName="/ppt/ink/ink2017.xml" ContentType="application/inkml+xml"/>
  <Override PartName="/ppt/ink/ink2018.xml" ContentType="application/inkml+xml"/>
  <Override PartName="/ppt/ink/ink2019.xml" ContentType="application/inkml+xml"/>
  <Override PartName="/ppt/ink/ink2020.xml" ContentType="application/inkml+xml"/>
  <Override PartName="/ppt/ink/ink2021.xml" ContentType="application/inkml+xml"/>
  <Override PartName="/ppt/ink/ink2022.xml" ContentType="application/inkml+xml"/>
  <Override PartName="/ppt/ink/ink2023.xml" ContentType="application/inkml+xml"/>
  <Override PartName="/ppt/ink/ink2024.xml" ContentType="application/inkml+xml"/>
  <Override PartName="/ppt/ink/ink2025.xml" ContentType="application/inkml+xml"/>
  <Override PartName="/ppt/ink/ink2026.xml" ContentType="application/inkml+xml"/>
  <Override PartName="/ppt/ink/ink2027.xml" ContentType="application/inkml+xml"/>
  <Override PartName="/ppt/ink/ink2028.xml" ContentType="application/inkml+xml"/>
  <Override PartName="/ppt/ink/ink2029.xml" ContentType="application/inkml+xml"/>
  <Override PartName="/ppt/ink/ink2030.xml" ContentType="application/inkml+xml"/>
  <Override PartName="/ppt/ink/ink2031.xml" ContentType="application/inkml+xml"/>
  <Override PartName="/ppt/ink/ink2032.xml" ContentType="application/inkml+xml"/>
  <Override PartName="/ppt/ink/ink2033.xml" ContentType="application/inkml+xml"/>
  <Override PartName="/ppt/ink/ink2034.xml" ContentType="application/inkml+xml"/>
  <Override PartName="/ppt/ink/ink2035.xml" ContentType="application/inkml+xml"/>
  <Override PartName="/ppt/ink/ink2036.xml" ContentType="application/inkml+xml"/>
  <Override PartName="/ppt/ink/ink2037.xml" ContentType="application/inkml+xml"/>
  <Override PartName="/ppt/ink/ink2038.xml" ContentType="application/inkml+xml"/>
  <Override PartName="/ppt/ink/ink2039.xml" ContentType="application/inkml+xml"/>
  <Override PartName="/ppt/ink/ink2040.xml" ContentType="application/inkml+xml"/>
  <Override PartName="/ppt/ink/ink2041.xml" ContentType="application/inkml+xml"/>
  <Override PartName="/ppt/ink/ink2042.xml" ContentType="application/inkml+xml"/>
  <Override PartName="/ppt/ink/ink2043.xml" ContentType="application/inkml+xml"/>
  <Override PartName="/ppt/ink/ink2044.xml" ContentType="application/inkml+xml"/>
  <Override PartName="/ppt/ink/ink2045.xml" ContentType="application/inkml+xml"/>
  <Override PartName="/ppt/ink/ink2046.xml" ContentType="application/inkml+xml"/>
  <Override PartName="/ppt/ink/ink2047.xml" ContentType="application/inkml+xml"/>
  <Override PartName="/ppt/ink/ink2048.xml" ContentType="application/inkml+xml"/>
  <Override PartName="/ppt/ink/ink2049.xml" ContentType="application/inkml+xml"/>
  <Override PartName="/ppt/ink/ink2050.xml" ContentType="application/inkml+xml"/>
  <Override PartName="/ppt/ink/ink2051.xml" ContentType="application/inkml+xml"/>
  <Override PartName="/ppt/ink/ink2052.xml" ContentType="application/inkml+xml"/>
  <Override PartName="/ppt/ink/ink2053.xml" ContentType="application/inkml+xml"/>
  <Override PartName="/ppt/ink/ink2054.xml" ContentType="application/inkml+xml"/>
  <Override PartName="/ppt/ink/ink2055.xml" ContentType="application/inkml+xml"/>
  <Override PartName="/ppt/ink/ink2056.xml" ContentType="application/inkml+xml"/>
  <Override PartName="/ppt/ink/ink2057.xml" ContentType="application/inkml+xml"/>
  <Override PartName="/ppt/ink/ink2058.xml" ContentType="application/inkml+xml"/>
  <Override PartName="/ppt/ink/ink2059.xml" ContentType="application/inkml+xml"/>
  <Override PartName="/ppt/ink/ink2060.xml" ContentType="application/inkml+xml"/>
  <Override PartName="/ppt/ink/ink2061.xml" ContentType="application/inkml+xml"/>
  <Override PartName="/ppt/ink/ink2062.xml" ContentType="application/inkml+xml"/>
  <Override PartName="/ppt/ink/ink2063.xml" ContentType="application/inkml+xml"/>
  <Override PartName="/ppt/ink/ink2064.xml" ContentType="application/inkml+xml"/>
  <Override PartName="/ppt/ink/ink2065.xml" ContentType="application/inkml+xml"/>
  <Override PartName="/ppt/ink/ink2066.xml" ContentType="application/inkml+xml"/>
  <Override PartName="/ppt/ink/ink2067.xml" ContentType="application/inkml+xml"/>
  <Override PartName="/ppt/ink/ink2068.xml" ContentType="application/inkml+xml"/>
  <Override PartName="/ppt/ink/ink2069.xml" ContentType="application/inkml+xml"/>
  <Override PartName="/ppt/ink/ink2070.xml" ContentType="application/inkml+xml"/>
  <Override PartName="/ppt/ink/ink2071.xml" ContentType="application/inkml+xml"/>
  <Override PartName="/ppt/ink/ink2072.xml" ContentType="application/inkml+xml"/>
  <Override PartName="/ppt/ink/ink2073.xml" ContentType="application/inkml+xml"/>
  <Override PartName="/ppt/ink/ink2074.xml" ContentType="application/inkml+xml"/>
  <Override PartName="/ppt/ink/ink2075.xml" ContentType="application/inkml+xml"/>
  <Override PartName="/ppt/ink/ink2076.xml" ContentType="application/inkml+xml"/>
  <Override PartName="/ppt/ink/ink2077.xml" ContentType="application/inkml+xml"/>
  <Override PartName="/ppt/ink/ink2078.xml" ContentType="application/inkml+xml"/>
  <Override PartName="/ppt/ink/ink2079.xml" ContentType="application/inkml+xml"/>
  <Override PartName="/ppt/ink/ink2080.xml" ContentType="application/inkml+xml"/>
  <Override PartName="/ppt/ink/ink2081.xml" ContentType="application/inkml+xml"/>
  <Override PartName="/ppt/ink/ink2082.xml" ContentType="application/inkml+xml"/>
  <Override PartName="/ppt/ink/ink2083.xml" ContentType="application/inkml+xml"/>
  <Override PartName="/ppt/ink/ink2084.xml" ContentType="application/inkml+xml"/>
  <Override PartName="/ppt/ink/ink2085.xml" ContentType="application/inkml+xml"/>
  <Override PartName="/ppt/ink/ink2086.xml" ContentType="application/inkml+xml"/>
  <Override PartName="/ppt/ink/ink2087.xml" ContentType="application/inkml+xml"/>
  <Override PartName="/ppt/ink/ink2088.xml" ContentType="application/inkml+xml"/>
  <Override PartName="/ppt/ink/ink2089.xml" ContentType="application/inkml+xml"/>
  <Override PartName="/ppt/ink/ink2090.xml" ContentType="application/inkml+xml"/>
  <Override PartName="/ppt/ink/ink2091.xml" ContentType="application/inkml+xml"/>
  <Override PartName="/ppt/ink/ink2092.xml" ContentType="application/inkml+xml"/>
  <Override PartName="/ppt/ink/ink2093.xml" ContentType="application/inkml+xml"/>
  <Override PartName="/ppt/ink/ink2094.xml" ContentType="application/inkml+xml"/>
  <Override PartName="/ppt/ink/ink2095.xml" ContentType="application/inkml+xml"/>
  <Override PartName="/ppt/ink/ink2096.xml" ContentType="application/inkml+xml"/>
  <Override PartName="/ppt/ink/ink2097.xml" ContentType="application/inkml+xml"/>
  <Override PartName="/ppt/ink/ink2098.xml" ContentType="application/inkml+xml"/>
  <Override PartName="/ppt/ink/ink2099.xml" ContentType="application/inkml+xml"/>
  <Override PartName="/ppt/ink/ink2100.xml" ContentType="application/inkml+xml"/>
  <Override PartName="/ppt/ink/ink2101.xml" ContentType="application/inkml+xml"/>
  <Override PartName="/ppt/ink/ink2102.xml" ContentType="application/inkml+xml"/>
  <Override PartName="/ppt/ink/ink2103.xml" ContentType="application/inkml+xml"/>
  <Override PartName="/ppt/ink/ink2104.xml" ContentType="application/inkml+xml"/>
  <Override PartName="/ppt/ink/ink2105.xml" ContentType="application/inkml+xml"/>
  <Override PartName="/ppt/ink/ink2106.xml" ContentType="application/inkml+xml"/>
  <Override PartName="/ppt/ink/ink2107.xml" ContentType="application/inkml+xml"/>
  <Override PartName="/ppt/ink/ink2108.xml" ContentType="application/inkml+xml"/>
  <Override PartName="/ppt/ink/ink2109.xml" ContentType="application/inkml+xml"/>
  <Override PartName="/ppt/ink/ink2110.xml" ContentType="application/inkml+xml"/>
  <Override PartName="/ppt/ink/ink2111.xml" ContentType="application/inkml+xml"/>
  <Override PartName="/ppt/ink/ink2112.xml" ContentType="application/inkml+xml"/>
  <Override PartName="/ppt/ink/ink2113.xml" ContentType="application/inkml+xml"/>
  <Override PartName="/ppt/ink/ink2114.xml" ContentType="application/inkml+xml"/>
  <Override PartName="/ppt/ink/ink2115.xml" ContentType="application/inkml+xml"/>
  <Override PartName="/ppt/ink/ink2116.xml" ContentType="application/inkml+xml"/>
  <Override PartName="/ppt/ink/ink2117.xml" ContentType="application/inkml+xml"/>
  <Override PartName="/ppt/ink/ink2118.xml" ContentType="application/inkml+xml"/>
  <Override PartName="/ppt/ink/ink2119.xml" ContentType="application/inkml+xml"/>
  <Override PartName="/ppt/ink/ink2120.xml" ContentType="application/inkml+xml"/>
  <Override PartName="/ppt/ink/ink2121.xml" ContentType="application/inkml+xml"/>
  <Override PartName="/ppt/ink/ink2122.xml" ContentType="application/inkml+xml"/>
  <Override PartName="/ppt/ink/ink2123.xml" ContentType="application/inkml+xml"/>
  <Override PartName="/ppt/ink/ink2124.xml" ContentType="application/inkml+xml"/>
  <Override PartName="/ppt/ink/ink2125.xml" ContentType="application/inkml+xml"/>
  <Override PartName="/ppt/ink/ink2126.xml" ContentType="application/inkml+xml"/>
  <Override PartName="/ppt/ink/ink2127.xml" ContentType="application/inkml+xml"/>
  <Override PartName="/ppt/ink/ink2128.xml" ContentType="application/inkml+xml"/>
  <Override PartName="/ppt/ink/ink2129.xml" ContentType="application/inkml+xml"/>
  <Override PartName="/ppt/ink/ink2130.xml" ContentType="application/inkml+xml"/>
  <Override PartName="/ppt/ink/ink2131.xml" ContentType="application/inkml+xml"/>
  <Override PartName="/ppt/ink/ink2132.xml" ContentType="application/inkml+xml"/>
  <Override PartName="/ppt/ink/ink2133.xml" ContentType="application/inkml+xml"/>
  <Override PartName="/ppt/ink/ink2134.xml" ContentType="application/inkml+xml"/>
  <Override PartName="/ppt/ink/ink2135.xml" ContentType="application/inkml+xml"/>
  <Override PartName="/ppt/ink/ink2136.xml" ContentType="application/inkml+xml"/>
  <Override PartName="/ppt/ink/ink2137.xml" ContentType="application/inkml+xml"/>
  <Override PartName="/ppt/ink/ink2138.xml" ContentType="application/inkml+xml"/>
  <Override PartName="/ppt/ink/ink2139.xml" ContentType="application/inkml+xml"/>
  <Override PartName="/ppt/ink/ink2140.xml" ContentType="application/inkml+xml"/>
  <Override PartName="/ppt/ink/ink2141.xml" ContentType="application/inkml+xml"/>
  <Override PartName="/ppt/ink/ink2142.xml" ContentType="application/inkml+xml"/>
  <Override PartName="/ppt/ink/ink2143.xml" ContentType="application/inkml+xml"/>
  <Override PartName="/ppt/ink/ink2144.xml" ContentType="application/inkml+xml"/>
  <Override PartName="/ppt/ink/ink2145.xml" ContentType="application/inkml+xml"/>
  <Override PartName="/ppt/ink/ink2146.xml" ContentType="application/inkml+xml"/>
  <Override PartName="/ppt/ink/ink2147.xml" ContentType="application/inkml+xml"/>
  <Override PartName="/ppt/ink/ink2148.xml" ContentType="application/inkml+xml"/>
  <Override PartName="/ppt/ink/ink2149.xml" ContentType="application/inkml+xml"/>
  <Override PartName="/ppt/ink/ink2150.xml" ContentType="application/inkml+xml"/>
  <Override PartName="/ppt/ink/ink2151.xml" ContentType="application/inkml+xml"/>
  <Override PartName="/ppt/ink/ink2152.xml" ContentType="application/inkml+xml"/>
  <Override PartName="/ppt/ink/ink2153.xml" ContentType="application/inkml+xml"/>
  <Override PartName="/ppt/ink/ink2154.xml" ContentType="application/inkml+xml"/>
  <Override PartName="/ppt/ink/ink2155.xml" ContentType="application/inkml+xml"/>
  <Override PartName="/ppt/ink/ink2156.xml" ContentType="application/inkml+xml"/>
  <Override PartName="/ppt/ink/ink2157.xml" ContentType="application/inkml+xml"/>
  <Override PartName="/ppt/ink/ink2158.xml" ContentType="application/inkml+xml"/>
  <Override PartName="/ppt/ink/ink2159.xml" ContentType="application/inkml+xml"/>
  <Override PartName="/ppt/ink/ink2160.xml" ContentType="application/inkml+xml"/>
  <Override PartName="/ppt/ink/ink2161.xml" ContentType="application/inkml+xml"/>
  <Override PartName="/ppt/ink/ink2162.xml" ContentType="application/inkml+xml"/>
  <Override PartName="/ppt/ink/ink2163.xml" ContentType="application/inkml+xml"/>
  <Override PartName="/ppt/ink/ink2164.xml" ContentType="application/inkml+xml"/>
  <Override PartName="/ppt/ink/ink2165.xml" ContentType="application/inkml+xml"/>
  <Override PartName="/ppt/ink/ink2166.xml" ContentType="application/inkml+xml"/>
  <Override PartName="/ppt/ink/ink2167.xml" ContentType="application/inkml+xml"/>
  <Override PartName="/ppt/ink/ink2168.xml" ContentType="application/inkml+xml"/>
  <Override PartName="/ppt/ink/ink2169.xml" ContentType="application/inkml+xml"/>
  <Override PartName="/ppt/ink/ink2170.xml" ContentType="application/inkml+xml"/>
  <Override PartName="/ppt/ink/ink2171.xml" ContentType="application/inkml+xml"/>
  <Override PartName="/ppt/ink/ink2172.xml" ContentType="application/inkml+xml"/>
  <Override PartName="/ppt/ink/ink2173.xml" ContentType="application/inkml+xml"/>
  <Override PartName="/ppt/ink/ink2174.xml" ContentType="application/inkml+xml"/>
  <Override PartName="/ppt/ink/ink2175.xml" ContentType="application/inkml+xml"/>
  <Override PartName="/ppt/ink/ink2176.xml" ContentType="application/inkml+xml"/>
  <Override PartName="/ppt/ink/ink2177.xml" ContentType="application/inkml+xml"/>
  <Override PartName="/ppt/ink/ink2178.xml" ContentType="application/inkml+xml"/>
  <Override PartName="/ppt/ink/ink2179.xml" ContentType="application/inkml+xml"/>
  <Override PartName="/ppt/ink/ink2180.xml" ContentType="application/inkml+xml"/>
  <Override PartName="/ppt/ink/ink2181.xml" ContentType="application/inkml+xml"/>
  <Override PartName="/ppt/ink/ink2182.xml" ContentType="application/inkml+xml"/>
  <Override PartName="/ppt/ink/ink2183.xml" ContentType="application/inkml+xml"/>
  <Override PartName="/ppt/ink/ink2184.xml" ContentType="application/inkml+xml"/>
  <Override PartName="/ppt/ink/ink2185.xml" ContentType="application/inkml+xml"/>
  <Override PartName="/ppt/ink/ink2186.xml" ContentType="application/inkml+xml"/>
  <Override PartName="/ppt/ink/ink2187.xml" ContentType="application/inkml+xml"/>
  <Override PartName="/ppt/ink/ink2188.xml" ContentType="application/inkml+xml"/>
  <Override PartName="/ppt/ink/ink2189.xml" ContentType="application/inkml+xml"/>
  <Override PartName="/ppt/ink/ink2190.xml" ContentType="application/inkml+xml"/>
  <Override PartName="/ppt/ink/ink2191.xml" ContentType="application/inkml+xml"/>
  <Override PartName="/ppt/ink/ink2192.xml" ContentType="application/inkml+xml"/>
  <Override PartName="/ppt/ink/ink2193.xml" ContentType="application/inkml+xml"/>
  <Override PartName="/ppt/ink/ink2194.xml" ContentType="application/inkml+xml"/>
  <Override PartName="/ppt/ink/ink2195.xml" ContentType="application/inkml+xml"/>
  <Override PartName="/ppt/ink/ink2196.xml" ContentType="application/inkml+xml"/>
  <Override PartName="/ppt/ink/ink2197.xml" ContentType="application/inkml+xml"/>
  <Override PartName="/ppt/ink/ink2198.xml" ContentType="application/inkml+xml"/>
  <Override PartName="/ppt/ink/ink2199.xml" ContentType="application/inkml+xml"/>
  <Override PartName="/ppt/ink/ink2200.xml" ContentType="application/inkml+xml"/>
  <Override PartName="/ppt/ink/ink2201.xml" ContentType="application/inkml+xml"/>
  <Override PartName="/ppt/ink/ink2202.xml" ContentType="application/inkml+xml"/>
  <Override PartName="/ppt/ink/ink2203.xml" ContentType="application/inkml+xml"/>
  <Override PartName="/ppt/ink/ink2204.xml" ContentType="application/inkml+xml"/>
  <Override PartName="/ppt/ink/ink2205.xml" ContentType="application/inkml+xml"/>
  <Override PartName="/ppt/ink/ink2206.xml" ContentType="application/inkml+xml"/>
  <Override PartName="/ppt/ink/ink2207.xml" ContentType="application/inkml+xml"/>
  <Override PartName="/ppt/ink/ink2208.xml" ContentType="application/inkml+xml"/>
  <Override PartName="/ppt/ink/ink2209.xml" ContentType="application/inkml+xml"/>
  <Override PartName="/ppt/ink/ink2210.xml" ContentType="application/inkml+xml"/>
  <Override PartName="/ppt/ink/ink2211.xml" ContentType="application/inkml+xml"/>
  <Override PartName="/ppt/ink/ink2212.xml" ContentType="application/inkml+xml"/>
  <Override PartName="/ppt/ink/ink2213.xml" ContentType="application/inkml+xml"/>
  <Override PartName="/ppt/ink/ink2214.xml" ContentType="application/inkml+xml"/>
  <Override PartName="/ppt/ink/ink2215.xml" ContentType="application/inkml+xml"/>
  <Override PartName="/ppt/ink/ink2216.xml" ContentType="application/inkml+xml"/>
  <Override PartName="/ppt/ink/ink2217.xml" ContentType="application/inkml+xml"/>
  <Override PartName="/ppt/ink/ink2218.xml" ContentType="application/inkml+xml"/>
  <Override PartName="/ppt/ink/ink2219.xml" ContentType="application/inkml+xml"/>
  <Override PartName="/ppt/ink/ink2220.xml" ContentType="application/inkml+xml"/>
  <Override PartName="/ppt/ink/ink2221.xml" ContentType="application/inkml+xml"/>
  <Override PartName="/ppt/ink/ink2222.xml" ContentType="application/inkml+xml"/>
  <Override PartName="/ppt/ink/ink2223.xml" ContentType="application/inkml+xml"/>
  <Override PartName="/ppt/ink/ink2224.xml" ContentType="application/inkml+xml"/>
  <Override PartName="/ppt/ink/ink2225.xml" ContentType="application/inkml+xml"/>
  <Override PartName="/ppt/ink/ink2226.xml" ContentType="application/inkml+xml"/>
  <Override PartName="/ppt/ink/ink2227.xml" ContentType="application/inkml+xml"/>
  <Override PartName="/ppt/ink/ink2228.xml" ContentType="application/inkml+xml"/>
  <Override PartName="/ppt/ink/ink2229.xml" ContentType="application/inkml+xml"/>
  <Override PartName="/ppt/ink/ink2230.xml" ContentType="application/inkml+xml"/>
  <Override PartName="/ppt/ink/ink2231.xml" ContentType="application/inkml+xml"/>
  <Override PartName="/ppt/ink/ink2232.xml" ContentType="application/inkml+xml"/>
  <Override PartName="/ppt/ink/ink2233.xml" ContentType="application/inkml+xml"/>
  <Override PartName="/ppt/ink/ink2234.xml" ContentType="application/inkml+xml"/>
  <Override PartName="/ppt/ink/ink2235.xml" ContentType="application/inkml+xml"/>
  <Override PartName="/ppt/ink/ink2236.xml" ContentType="application/inkml+xml"/>
  <Override PartName="/ppt/ink/ink2237.xml" ContentType="application/inkml+xml"/>
  <Override PartName="/ppt/ink/ink2238.xml" ContentType="application/inkml+xml"/>
  <Override PartName="/ppt/ink/ink2239.xml" ContentType="application/inkml+xml"/>
  <Override PartName="/ppt/ink/ink2240.xml" ContentType="application/inkml+xml"/>
  <Override PartName="/ppt/ink/ink2241.xml" ContentType="application/inkml+xml"/>
  <Override PartName="/ppt/ink/ink2242.xml" ContentType="application/inkml+xml"/>
  <Override PartName="/ppt/ink/ink2243.xml" ContentType="application/inkml+xml"/>
  <Override PartName="/ppt/ink/ink2244.xml" ContentType="application/inkml+xml"/>
  <Override PartName="/ppt/ink/ink2245.xml" ContentType="application/inkml+xml"/>
  <Override PartName="/ppt/ink/ink2246.xml" ContentType="application/inkml+xml"/>
  <Override PartName="/ppt/ink/ink2247.xml" ContentType="application/inkml+xml"/>
  <Override PartName="/ppt/ink/ink2248.xml" ContentType="application/inkml+xml"/>
  <Override PartName="/ppt/ink/ink2249.xml" ContentType="application/inkml+xml"/>
  <Override PartName="/ppt/ink/ink2250.xml" ContentType="application/inkml+xml"/>
  <Override PartName="/ppt/ink/ink2251.xml" ContentType="application/inkml+xml"/>
  <Override PartName="/ppt/ink/ink2252.xml" ContentType="application/inkml+xml"/>
  <Override PartName="/ppt/ink/ink2253.xml" ContentType="application/inkml+xml"/>
  <Override PartName="/ppt/ink/ink2254.xml" ContentType="application/inkml+xml"/>
  <Override PartName="/ppt/ink/ink2255.xml" ContentType="application/inkml+xml"/>
  <Override PartName="/ppt/ink/ink2256.xml" ContentType="application/inkml+xml"/>
  <Override PartName="/ppt/ink/ink2257.xml" ContentType="application/inkml+xml"/>
  <Override PartName="/ppt/ink/ink2258.xml" ContentType="application/inkml+xml"/>
  <Override PartName="/ppt/ink/ink2259.xml" ContentType="application/inkml+xml"/>
  <Override PartName="/ppt/ink/ink2260.xml" ContentType="application/inkml+xml"/>
  <Override PartName="/ppt/ink/ink2261.xml" ContentType="application/inkml+xml"/>
  <Override PartName="/ppt/ink/ink2262.xml" ContentType="application/inkml+xml"/>
  <Override PartName="/ppt/ink/ink2263.xml" ContentType="application/inkml+xml"/>
  <Override PartName="/ppt/ink/ink2264.xml" ContentType="application/inkml+xml"/>
  <Override PartName="/ppt/ink/ink2265.xml" ContentType="application/inkml+xml"/>
  <Override PartName="/ppt/ink/ink2266.xml" ContentType="application/inkml+xml"/>
  <Override PartName="/ppt/ink/ink2267.xml" ContentType="application/inkml+xml"/>
  <Override PartName="/ppt/ink/ink2268.xml" ContentType="application/inkml+xml"/>
  <Override PartName="/ppt/ink/ink2269.xml" ContentType="application/inkml+xml"/>
  <Override PartName="/ppt/ink/ink2270.xml" ContentType="application/inkml+xml"/>
  <Override PartName="/ppt/ink/ink2271.xml" ContentType="application/inkml+xml"/>
  <Override PartName="/ppt/ink/ink2272.xml" ContentType="application/inkml+xml"/>
  <Override PartName="/ppt/ink/ink2273.xml" ContentType="application/inkml+xml"/>
  <Override PartName="/ppt/ink/ink2274.xml" ContentType="application/inkml+xml"/>
  <Override PartName="/ppt/ink/ink2275.xml" ContentType="application/inkml+xml"/>
  <Override PartName="/ppt/ink/ink2276.xml" ContentType="application/inkml+xml"/>
  <Override PartName="/ppt/ink/ink2277.xml" ContentType="application/inkml+xml"/>
  <Override PartName="/ppt/ink/ink2278.xml" ContentType="application/inkml+xml"/>
  <Override PartName="/ppt/ink/ink2279.xml" ContentType="application/inkml+xml"/>
  <Override PartName="/ppt/ink/ink2280.xml" ContentType="application/inkml+xml"/>
  <Override PartName="/ppt/ink/ink2281.xml" ContentType="application/inkml+xml"/>
  <Override PartName="/ppt/ink/ink2282.xml" ContentType="application/inkml+xml"/>
  <Override PartName="/ppt/ink/ink2283.xml" ContentType="application/inkml+xml"/>
  <Override PartName="/ppt/ink/ink2284.xml" ContentType="application/inkml+xml"/>
  <Override PartName="/ppt/ink/ink2285.xml" ContentType="application/inkml+xml"/>
  <Override PartName="/ppt/ink/ink2286.xml" ContentType="application/inkml+xml"/>
  <Override PartName="/ppt/ink/ink2287.xml" ContentType="application/inkml+xml"/>
  <Override PartName="/ppt/ink/ink2288.xml" ContentType="application/inkml+xml"/>
  <Override PartName="/ppt/ink/ink2289.xml" ContentType="application/inkml+xml"/>
  <Override PartName="/ppt/ink/ink2290.xml" ContentType="application/inkml+xml"/>
  <Override PartName="/ppt/ink/ink2291.xml" ContentType="application/inkml+xml"/>
  <Override PartName="/ppt/ink/ink2292.xml" ContentType="application/inkml+xml"/>
  <Override PartName="/ppt/ink/ink2293.xml" ContentType="application/inkml+xml"/>
  <Override PartName="/ppt/ink/ink2294.xml" ContentType="application/inkml+xml"/>
  <Override PartName="/ppt/ink/ink2295.xml" ContentType="application/inkml+xml"/>
  <Override PartName="/ppt/ink/ink2296.xml" ContentType="application/inkml+xml"/>
  <Override PartName="/ppt/ink/ink2297.xml" ContentType="application/inkml+xml"/>
  <Override PartName="/ppt/ink/ink2298.xml" ContentType="application/inkml+xml"/>
  <Override PartName="/ppt/ink/ink2299.xml" ContentType="application/inkml+xml"/>
  <Override PartName="/ppt/ink/ink2300.xml" ContentType="application/inkml+xml"/>
  <Override PartName="/ppt/ink/ink2301.xml" ContentType="application/inkml+xml"/>
  <Override PartName="/ppt/ink/ink2302.xml" ContentType="application/inkml+xml"/>
  <Override PartName="/ppt/ink/ink2303.xml" ContentType="application/inkml+xml"/>
  <Override PartName="/ppt/ink/ink2304.xml" ContentType="application/inkml+xml"/>
  <Override PartName="/ppt/ink/ink2305.xml" ContentType="application/inkml+xml"/>
  <Override PartName="/ppt/ink/ink2306.xml" ContentType="application/inkml+xml"/>
  <Override PartName="/ppt/ink/ink2307.xml" ContentType="application/inkml+xml"/>
  <Override PartName="/ppt/ink/ink2308.xml" ContentType="application/inkml+xml"/>
  <Override PartName="/ppt/ink/ink2309.xml" ContentType="application/inkml+xml"/>
  <Override PartName="/ppt/ink/ink2310.xml" ContentType="application/inkml+xml"/>
  <Override PartName="/ppt/ink/ink2311.xml" ContentType="application/inkml+xml"/>
  <Override PartName="/ppt/ink/ink2312.xml" ContentType="application/inkml+xml"/>
  <Override PartName="/ppt/ink/ink2313.xml" ContentType="application/inkml+xml"/>
  <Override PartName="/ppt/ink/ink2314.xml" ContentType="application/inkml+xml"/>
  <Override PartName="/ppt/ink/ink2315.xml" ContentType="application/inkml+xml"/>
  <Override PartName="/ppt/ink/ink2316.xml" ContentType="application/inkml+xml"/>
  <Override PartName="/ppt/ink/ink2317.xml" ContentType="application/inkml+xml"/>
  <Override PartName="/ppt/ink/ink2318.xml" ContentType="application/inkml+xml"/>
  <Override PartName="/ppt/ink/ink2319.xml" ContentType="application/inkml+xml"/>
  <Override PartName="/ppt/ink/ink2320.xml" ContentType="application/inkml+xml"/>
  <Override PartName="/ppt/ink/ink2321.xml" ContentType="application/inkml+xml"/>
  <Override PartName="/ppt/ink/ink2322.xml" ContentType="application/inkml+xml"/>
  <Override PartName="/ppt/ink/ink2323.xml" ContentType="application/inkml+xml"/>
  <Override PartName="/ppt/ink/ink2324.xml" ContentType="application/inkml+xml"/>
  <Override PartName="/ppt/ink/ink2325.xml" ContentType="application/inkml+xml"/>
  <Override PartName="/ppt/ink/ink2326.xml" ContentType="application/inkml+xml"/>
  <Override PartName="/ppt/ink/ink2327.xml" ContentType="application/inkml+xml"/>
  <Override PartName="/ppt/ink/ink2328.xml" ContentType="application/inkml+xml"/>
  <Override PartName="/ppt/ink/ink2329.xml" ContentType="application/inkml+xml"/>
  <Override PartName="/ppt/ink/ink2330.xml" ContentType="application/inkml+xml"/>
  <Override PartName="/ppt/ink/ink2331.xml" ContentType="application/inkml+xml"/>
  <Override PartName="/ppt/ink/ink2332.xml" ContentType="application/inkml+xml"/>
  <Override PartName="/ppt/ink/ink2333.xml" ContentType="application/inkml+xml"/>
  <Override PartName="/ppt/ink/ink2334.xml" ContentType="application/inkml+xml"/>
  <Override PartName="/ppt/ink/ink2335.xml" ContentType="application/inkml+xml"/>
  <Override PartName="/ppt/ink/ink2336.xml" ContentType="application/inkml+xml"/>
  <Override PartName="/ppt/ink/ink2337.xml" ContentType="application/inkml+xml"/>
  <Override PartName="/ppt/ink/ink2338.xml" ContentType="application/inkml+xml"/>
  <Override PartName="/ppt/ink/ink2339.xml" ContentType="application/inkml+xml"/>
  <Override PartName="/ppt/ink/ink2340.xml" ContentType="application/inkml+xml"/>
  <Override PartName="/ppt/ink/ink2341.xml" ContentType="application/inkml+xml"/>
  <Override PartName="/ppt/ink/ink2342.xml" ContentType="application/inkml+xml"/>
  <Override PartName="/ppt/ink/ink2343.xml" ContentType="application/inkml+xml"/>
  <Override PartName="/ppt/ink/ink2344.xml" ContentType="application/inkml+xml"/>
  <Override PartName="/ppt/ink/ink2345.xml" ContentType="application/inkml+xml"/>
  <Override PartName="/ppt/ink/ink2346.xml" ContentType="application/inkml+xml"/>
  <Override PartName="/ppt/ink/ink2347.xml" ContentType="application/inkml+xml"/>
  <Override PartName="/ppt/ink/ink2348.xml" ContentType="application/inkml+xml"/>
  <Override PartName="/ppt/ink/ink2349.xml" ContentType="application/inkml+xml"/>
  <Override PartName="/ppt/ink/ink2350.xml" ContentType="application/inkml+xml"/>
  <Override PartName="/ppt/ink/ink2351.xml" ContentType="application/inkml+xml"/>
  <Override PartName="/ppt/ink/ink2352.xml" ContentType="application/inkml+xml"/>
  <Override PartName="/ppt/ink/ink2353.xml" ContentType="application/inkml+xml"/>
  <Override PartName="/ppt/ink/ink2354.xml" ContentType="application/inkml+xml"/>
  <Override PartName="/ppt/ink/ink2355.xml" ContentType="application/inkml+xml"/>
  <Override PartName="/ppt/ink/ink2356.xml" ContentType="application/inkml+xml"/>
  <Override PartName="/ppt/ink/ink2357.xml" ContentType="application/inkml+xml"/>
  <Override PartName="/ppt/ink/ink2358.xml" ContentType="application/inkml+xml"/>
  <Override PartName="/ppt/ink/ink2359.xml" ContentType="application/inkml+xml"/>
  <Override PartName="/ppt/ink/ink2360.xml" ContentType="application/inkml+xml"/>
  <Override PartName="/ppt/ink/ink2361.xml" ContentType="application/inkml+xml"/>
  <Override PartName="/ppt/ink/ink2362.xml" ContentType="application/inkml+xml"/>
  <Override PartName="/ppt/ink/ink2363.xml" ContentType="application/inkml+xml"/>
  <Override PartName="/ppt/ink/ink2364.xml" ContentType="application/inkml+xml"/>
  <Override PartName="/ppt/ink/ink2365.xml" ContentType="application/inkml+xml"/>
  <Override PartName="/ppt/ink/ink2366.xml" ContentType="application/inkml+xml"/>
  <Override PartName="/ppt/ink/ink2367.xml" ContentType="application/inkml+xml"/>
  <Override PartName="/ppt/ink/ink2368.xml" ContentType="application/inkml+xml"/>
  <Override PartName="/ppt/ink/ink2369.xml" ContentType="application/inkml+xml"/>
  <Override PartName="/ppt/ink/ink2370.xml" ContentType="application/inkml+xml"/>
  <Override PartName="/ppt/ink/ink2371.xml" ContentType="application/inkml+xml"/>
  <Override PartName="/ppt/ink/ink2372.xml" ContentType="application/inkml+xml"/>
  <Override PartName="/ppt/ink/ink2373.xml" ContentType="application/inkml+xml"/>
  <Override PartName="/ppt/ink/ink2374.xml" ContentType="application/inkml+xml"/>
  <Override PartName="/ppt/ink/ink2375.xml" ContentType="application/inkml+xml"/>
  <Override PartName="/ppt/ink/ink2376.xml" ContentType="application/inkml+xml"/>
  <Override PartName="/ppt/ink/ink2377.xml" ContentType="application/inkml+xml"/>
  <Override PartName="/ppt/ink/ink2378.xml" ContentType="application/inkml+xml"/>
  <Override PartName="/ppt/ink/ink2379.xml" ContentType="application/inkml+xml"/>
  <Override PartName="/ppt/ink/ink2380.xml" ContentType="application/inkml+xml"/>
  <Override PartName="/ppt/ink/ink2381.xml" ContentType="application/inkml+xml"/>
  <Override PartName="/ppt/ink/ink2382.xml" ContentType="application/inkml+xml"/>
  <Override PartName="/ppt/ink/ink2383.xml" ContentType="application/inkml+xml"/>
  <Override PartName="/ppt/ink/ink2384.xml" ContentType="application/inkml+xml"/>
  <Override PartName="/ppt/ink/ink2385.xml" ContentType="application/inkml+xml"/>
  <Override PartName="/ppt/ink/ink2386.xml" ContentType="application/inkml+xml"/>
  <Override PartName="/ppt/ink/ink2387.xml" ContentType="application/inkml+xml"/>
  <Override PartName="/ppt/ink/ink2388.xml" ContentType="application/inkml+xml"/>
  <Override PartName="/ppt/ink/ink2389.xml" ContentType="application/inkml+xml"/>
  <Override PartName="/ppt/ink/ink2390.xml" ContentType="application/inkml+xml"/>
  <Override PartName="/ppt/ink/ink2391.xml" ContentType="application/inkml+xml"/>
  <Override PartName="/ppt/ink/ink2392.xml" ContentType="application/inkml+xml"/>
  <Override PartName="/ppt/ink/ink2393.xml" ContentType="application/inkml+xml"/>
  <Override PartName="/ppt/ink/ink2394.xml" ContentType="application/inkml+xml"/>
  <Override PartName="/ppt/ink/ink2395.xml" ContentType="application/inkml+xml"/>
  <Override PartName="/ppt/ink/ink2396.xml" ContentType="application/inkml+xml"/>
  <Override PartName="/ppt/ink/ink2397.xml" ContentType="application/inkml+xml"/>
  <Override PartName="/ppt/ink/ink2398.xml" ContentType="application/inkml+xml"/>
  <Override PartName="/ppt/ink/ink2399.xml" ContentType="application/inkml+xml"/>
  <Override PartName="/ppt/ink/ink2400.xml" ContentType="application/inkml+xml"/>
  <Override PartName="/ppt/ink/ink2401.xml" ContentType="application/inkml+xml"/>
  <Override PartName="/ppt/ink/ink2402.xml" ContentType="application/inkml+xml"/>
  <Override PartName="/ppt/ink/ink2403.xml" ContentType="application/inkml+xml"/>
  <Override PartName="/ppt/ink/ink2404.xml" ContentType="application/inkml+xml"/>
  <Override PartName="/ppt/ink/ink2405.xml" ContentType="application/inkml+xml"/>
  <Override PartName="/ppt/ink/ink2406.xml" ContentType="application/inkml+xml"/>
  <Override PartName="/ppt/ink/ink2407.xml" ContentType="application/inkml+xml"/>
  <Override PartName="/ppt/ink/ink2408.xml" ContentType="application/inkml+xml"/>
  <Override PartName="/ppt/ink/ink2409.xml" ContentType="application/inkml+xml"/>
  <Override PartName="/ppt/ink/ink2410.xml" ContentType="application/inkml+xml"/>
  <Override PartName="/ppt/ink/ink2411.xml" ContentType="application/inkml+xml"/>
  <Override PartName="/ppt/ink/ink2412.xml" ContentType="application/inkml+xml"/>
  <Override PartName="/ppt/ink/ink2413.xml" ContentType="application/inkml+xml"/>
  <Override PartName="/ppt/ink/ink2414.xml" ContentType="application/inkml+xml"/>
  <Override PartName="/ppt/ink/ink2415.xml" ContentType="application/inkml+xml"/>
  <Override PartName="/ppt/ink/ink2416.xml" ContentType="application/inkml+xml"/>
  <Override PartName="/ppt/ink/ink2417.xml" ContentType="application/inkml+xml"/>
  <Override PartName="/ppt/ink/ink2418.xml" ContentType="application/inkml+xml"/>
  <Override PartName="/ppt/ink/ink2419.xml" ContentType="application/inkml+xml"/>
  <Override PartName="/ppt/ink/ink2420.xml" ContentType="application/inkml+xml"/>
  <Override PartName="/ppt/ink/ink2421.xml" ContentType="application/inkml+xml"/>
  <Override PartName="/ppt/ink/ink2422.xml" ContentType="application/inkml+xml"/>
  <Override PartName="/ppt/ink/ink2423.xml" ContentType="application/inkml+xml"/>
  <Override PartName="/ppt/ink/ink2424.xml" ContentType="application/inkml+xml"/>
  <Override PartName="/ppt/ink/ink2425.xml" ContentType="application/inkml+xml"/>
  <Override PartName="/ppt/ink/ink2426.xml" ContentType="application/inkml+xml"/>
  <Override PartName="/ppt/ink/ink2427.xml" ContentType="application/inkml+xml"/>
  <Override PartName="/ppt/ink/ink2428.xml" ContentType="application/inkml+xml"/>
  <Override PartName="/ppt/ink/ink2429.xml" ContentType="application/inkml+xml"/>
  <Override PartName="/ppt/ink/ink2430.xml" ContentType="application/inkml+xml"/>
  <Override PartName="/ppt/ink/ink2431.xml" ContentType="application/inkml+xml"/>
  <Override PartName="/ppt/ink/ink2432.xml" ContentType="application/inkml+xml"/>
  <Override PartName="/ppt/ink/ink2433.xml" ContentType="application/inkml+xml"/>
  <Override PartName="/ppt/ink/ink2434.xml" ContentType="application/inkml+xml"/>
  <Override PartName="/ppt/ink/ink2435.xml" ContentType="application/inkml+xml"/>
  <Override PartName="/ppt/ink/ink2436.xml" ContentType="application/inkml+xml"/>
  <Override PartName="/ppt/ink/ink2437.xml" ContentType="application/inkml+xml"/>
  <Override PartName="/ppt/ink/ink2438.xml" ContentType="application/inkml+xml"/>
  <Override PartName="/ppt/ink/ink2439.xml" ContentType="application/inkml+xml"/>
  <Override PartName="/ppt/ink/ink2440.xml" ContentType="application/inkml+xml"/>
  <Override PartName="/ppt/ink/ink2441.xml" ContentType="application/inkml+xml"/>
  <Override PartName="/ppt/ink/ink2442.xml" ContentType="application/inkml+xml"/>
  <Override PartName="/ppt/ink/ink2443.xml" ContentType="application/inkml+xml"/>
  <Override PartName="/ppt/ink/ink2444.xml" ContentType="application/inkml+xml"/>
  <Override PartName="/ppt/ink/ink2445.xml" ContentType="application/inkml+xml"/>
  <Override PartName="/ppt/ink/ink2446.xml" ContentType="application/inkml+xml"/>
  <Override PartName="/ppt/ink/ink2447.xml" ContentType="application/inkml+xml"/>
  <Override PartName="/ppt/ink/ink2448.xml" ContentType="application/inkml+xml"/>
  <Override PartName="/ppt/ink/ink2449.xml" ContentType="application/inkml+xml"/>
  <Override PartName="/ppt/ink/ink2450.xml" ContentType="application/inkml+xml"/>
  <Override PartName="/ppt/ink/ink2451.xml" ContentType="application/inkml+xml"/>
  <Override PartName="/ppt/ink/ink2452.xml" ContentType="application/inkml+xml"/>
  <Override PartName="/ppt/ink/ink2453.xml" ContentType="application/inkml+xml"/>
  <Override PartName="/ppt/ink/ink2454.xml" ContentType="application/inkml+xml"/>
  <Override PartName="/ppt/ink/ink2455.xml" ContentType="application/inkml+xml"/>
  <Override PartName="/ppt/ink/ink2456.xml" ContentType="application/inkml+xml"/>
  <Override PartName="/ppt/ink/ink2457.xml" ContentType="application/inkml+xml"/>
  <Override PartName="/ppt/ink/ink2458.xml" ContentType="application/inkml+xml"/>
  <Override PartName="/ppt/ink/ink2459.xml" ContentType="application/inkml+xml"/>
  <Override PartName="/ppt/ink/ink2460.xml" ContentType="application/inkml+xml"/>
  <Override PartName="/ppt/ink/ink2461.xml" ContentType="application/inkml+xml"/>
  <Override PartName="/ppt/ink/ink2462.xml" ContentType="application/inkml+xml"/>
  <Override PartName="/ppt/ink/ink2463.xml" ContentType="application/inkml+xml"/>
  <Override PartName="/ppt/ink/ink2464.xml" ContentType="application/inkml+xml"/>
  <Override PartName="/ppt/ink/ink2465.xml" ContentType="application/inkml+xml"/>
  <Override PartName="/ppt/ink/ink2466.xml" ContentType="application/inkml+xml"/>
  <Override PartName="/ppt/ink/ink2467.xml" ContentType="application/inkml+xml"/>
  <Override PartName="/ppt/ink/ink2468.xml" ContentType="application/inkml+xml"/>
  <Override PartName="/ppt/ink/ink2469.xml" ContentType="application/inkml+xml"/>
  <Override PartName="/ppt/ink/ink2470.xml" ContentType="application/inkml+xml"/>
  <Override PartName="/ppt/ink/ink2471.xml" ContentType="application/inkml+xml"/>
  <Override PartName="/ppt/ink/ink2472.xml" ContentType="application/inkml+xml"/>
  <Override PartName="/ppt/ink/ink2473.xml" ContentType="application/inkml+xml"/>
  <Override PartName="/ppt/ink/ink2474.xml" ContentType="application/inkml+xml"/>
  <Override PartName="/ppt/ink/ink2475.xml" ContentType="application/inkml+xml"/>
  <Override PartName="/ppt/ink/ink2476.xml" ContentType="application/inkml+xml"/>
  <Override PartName="/ppt/ink/ink2477.xml" ContentType="application/inkml+xml"/>
  <Override PartName="/ppt/ink/ink2478.xml" ContentType="application/inkml+xml"/>
  <Override PartName="/ppt/ink/ink2479.xml" ContentType="application/inkml+xml"/>
  <Override PartName="/ppt/ink/ink2480.xml" ContentType="application/inkml+xml"/>
  <Override PartName="/ppt/ink/ink2481.xml" ContentType="application/inkml+xml"/>
  <Override PartName="/ppt/ink/ink2482.xml" ContentType="application/inkml+xml"/>
  <Override PartName="/ppt/ink/ink2483.xml" ContentType="application/inkml+xml"/>
  <Override PartName="/ppt/ink/ink2484.xml" ContentType="application/inkml+xml"/>
  <Override PartName="/ppt/ink/ink2485.xml" ContentType="application/inkml+xml"/>
  <Override PartName="/ppt/ink/ink2486.xml" ContentType="application/inkml+xml"/>
  <Override PartName="/ppt/ink/ink2487.xml" ContentType="application/inkml+xml"/>
  <Override PartName="/ppt/ink/ink2488.xml" ContentType="application/inkml+xml"/>
  <Override PartName="/ppt/ink/ink2489.xml" ContentType="application/inkml+xml"/>
  <Override PartName="/ppt/ink/ink2490.xml" ContentType="application/inkml+xml"/>
  <Override PartName="/ppt/ink/ink2491.xml" ContentType="application/inkml+xml"/>
  <Override PartName="/ppt/ink/ink2492.xml" ContentType="application/inkml+xml"/>
  <Override PartName="/ppt/ink/ink2493.xml" ContentType="application/inkml+xml"/>
  <Override PartName="/ppt/ink/ink2494.xml" ContentType="application/inkml+xml"/>
  <Override PartName="/ppt/ink/ink2495.xml" ContentType="application/inkml+xml"/>
  <Override PartName="/ppt/ink/ink2496.xml" ContentType="application/inkml+xml"/>
  <Override PartName="/ppt/ink/ink2497.xml" ContentType="application/inkml+xml"/>
  <Override PartName="/ppt/ink/ink2498.xml" ContentType="application/inkml+xml"/>
  <Override PartName="/ppt/ink/ink2499.xml" ContentType="application/inkml+xml"/>
  <Override PartName="/ppt/ink/ink2500.xml" ContentType="application/inkml+xml"/>
  <Override PartName="/ppt/ink/ink2501.xml" ContentType="application/inkml+xml"/>
  <Override PartName="/ppt/ink/ink2502.xml" ContentType="application/inkml+xml"/>
  <Override PartName="/ppt/ink/ink2503.xml" ContentType="application/inkml+xml"/>
  <Override PartName="/ppt/ink/ink2504.xml" ContentType="application/inkml+xml"/>
  <Override PartName="/ppt/ink/ink2505.xml" ContentType="application/inkml+xml"/>
  <Override PartName="/ppt/ink/ink2506.xml" ContentType="application/inkml+xml"/>
  <Override PartName="/ppt/ink/ink2507.xml" ContentType="application/inkml+xml"/>
  <Override PartName="/ppt/ink/ink2508.xml" ContentType="application/inkml+xml"/>
  <Override PartName="/ppt/ink/ink2509.xml" ContentType="application/inkml+xml"/>
  <Override PartName="/ppt/ink/ink2510.xml" ContentType="application/inkml+xml"/>
  <Override PartName="/ppt/ink/ink2511.xml" ContentType="application/inkml+xml"/>
  <Override PartName="/ppt/ink/ink2512.xml" ContentType="application/inkml+xml"/>
  <Override PartName="/ppt/ink/ink2513.xml" ContentType="application/inkml+xml"/>
  <Override PartName="/ppt/ink/ink2514.xml" ContentType="application/inkml+xml"/>
  <Override PartName="/ppt/ink/ink2515.xml" ContentType="application/inkml+xml"/>
  <Override PartName="/ppt/ink/ink2516.xml" ContentType="application/inkml+xml"/>
  <Override PartName="/ppt/ink/ink2517.xml" ContentType="application/inkml+xml"/>
  <Override PartName="/ppt/ink/ink2518.xml" ContentType="application/inkml+xml"/>
  <Override PartName="/ppt/ink/ink2519.xml" ContentType="application/inkml+xml"/>
  <Override PartName="/ppt/ink/ink2520.xml" ContentType="application/inkml+xml"/>
  <Override PartName="/ppt/ink/ink2521.xml" ContentType="application/inkml+xml"/>
  <Override PartName="/ppt/ink/ink2522.xml" ContentType="application/inkml+xml"/>
  <Override PartName="/ppt/ink/ink2523.xml" ContentType="application/inkml+xml"/>
  <Override PartName="/ppt/ink/ink2524.xml" ContentType="application/inkml+xml"/>
  <Override PartName="/ppt/ink/ink2525.xml" ContentType="application/inkml+xml"/>
  <Override PartName="/ppt/ink/ink2526.xml" ContentType="application/inkml+xml"/>
  <Override PartName="/ppt/ink/ink2527.xml" ContentType="application/inkml+xml"/>
  <Override PartName="/ppt/ink/ink2528.xml" ContentType="application/inkml+xml"/>
  <Override PartName="/ppt/ink/ink2529.xml" ContentType="application/inkml+xml"/>
  <Override PartName="/ppt/ink/ink2530.xml" ContentType="application/inkml+xml"/>
  <Override PartName="/ppt/ink/ink2531.xml" ContentType="application/inkml+xml"/>
  <Override PartName="/ppt/ink/ink2532.xml" ContentType="application/inkml+xml"/>
  <Override PartName="/ppt/ink/ink2533.xml" ContentType="application/inkml+xml"/>
  <Override PartName="/ppt/ink/ink2534.xml" ContentType="application/inkml+xml"/>
  <Override PartName="/ppt/ink/ink2535.xml" ContentType="application/inkml+xml"/>
  <Override PartName="/ppt/ink/ink2536.xml" ContentType="application/inkml+xml"/>
  <Override PartName="/ppt/ink/ink2537.xml" ContentType="application/inkml+xml"/>
  <Override PartName="/ppt/ink/ink2538.xml" ContentType="application/inkml+xml"/>
  <Override PartName="/ppt/ink/ink2539.xml" ContentType="application/inkml+xml"/>
  <Override PartName="/ppt/ink/ink2540.xml" ContentType="application/inkml+xml"/>
  <Override PartName="/ppt/ink/ink2541.xml" ContentType="application/inkml+xml"/>
  <Override PartName="/ppt/ink/ink2542.xml" ContentType="application/inkml+xml"/>
  <Override PartName="/ppt/ink/ink2543.xml" ContentType="application/inkml+xml"/>
  <Override PartName="/ppt/ink/ink2544.xml" ContentType="application/inkml+xml"/>
  <Override PartName="/ppt/ink/ink2545.xml" ContentType="application/inkml+xml"/>
  <Override PartName="/ppt/ink/ink2546.xml" ContentType="application/inkml+xml"/>
  <Override PartName="/ppt/ink/ink2547.xml" ContentType="application/inkml+xml"/>
  <Override PartName="/ppt/ink/ink2548.xml" ContentType="application/inkml+xml"/>
  <Override PartName="/ppt/ink/ink2549.xml" ContentType="application/inkml+xml"/>
  <Override PartName="/ppt/ink/ink2550.xml" ContentType="application/inkml+xml"/>
  <Override PartName="/ppt/ink/ink2551.xml" ContentType="application/inkml+xml"/>
  <Override PartName="/ppt/ink/ink2552.xml" ContentType="application/inkml+xml"/>
  <Override PartName="/ppt/ink/ink2553.xml" ContentType="application/inkml+xml"/>
  <Override PartName="/ppt/ink/ink2554.xml" ContentType="application/inkml+xml"/>
  <Override PartName="/ppt/ink/ink2555.xml" ContentType="application/inkml+xml"/>
  <Override PartName="/ppt/ink/ink2556.xml" ContentType="application/inkml+xml"/>
  <Override PartName="/ppt/ink/ink2557.xml" ContentType="application/inkml+xml"/>
  <Override PartName="/ppt/ink/ink2558.xml" ContentType="application/inkml+xml"/>
  <Override PartName="/ppt/ink/ink2559.xml" ContentType="application/inkml+xml"/>
  <Override PartName="/ppt/ink/ink2560.xml" ContentType="application/inkml+xml"/>
  <Override PartName="/ppt/ink/ink2561.xml" ContentType="application/inkml+xml"/>
  <Override PartName="/ppt/ink/ink2562.xml" ContentType="application/inkml+xml"/>
  <Override PartName="/ppt/ink/ink2563.xml" ContentType="application/inkml+xml"/>
  <Override PartName="/ppt/ink/ink2564.xml" ContentType="application/inkml+xml"/>
  <Override PartName="/ppt/ink/ink2565.xml" ContentType="application/inkml+xml"/>
  <Override PartName="/ppt/ink/ink2566.xml" ContentType="application/inkml+xml"/>
  <Override PartName="/ppt/ink/ink2567.xml" ContentType="application/inkml+xml"/>
  <Override PartName="/ppt/ink/ink2568.xml" ContentType="application/inkml+xml"/>
  <Override PartName="/ppt/ink/ink2569.xml" ContentType="application/inkml+xml"/>
  <Override PartName="/ppt/ink/ink2570.xml" ContentType="application/inkml+xml"/>
  <Override PartName="/ppt/ink/ink2571.xml" ContentType="application/inkml+xml"/>
  <Override PartName="/ppt/ink/ink2572.xml" ContentType="application/inkml+xml"/>
  <Override PartName="/ppt/ink/ink2573.xml" ContentType="application/inkml+xml"/>
  <Override PartName="/ppt/ink/ink2574.xml" ContentType="application/inkml+xml"/>
  <Override PartName="/ppt/ink/ink2575.xml" ContentType="application/inkml+xml"/>
  <Override PartName="/ppt/ink/ink2576.xml" ContentType="application/inkml+xml"/>
  <Override PartName="/ppt/ink/ink2577.xml" ContentType="application/inkml+xml"/>
  <Override PartName="/ppt/ink/ink2578.xml" ContentType="application/inkml+xml"/>
  <Override PartName="/ppt/ink/ink2579.xml" ContentType="application/inkml+xml"/>
  <Override PartName="/ppt/ink/ink2580.xml" ContentType="application/inkml+xml"/>
  <Override PartName="/ppt/ink/ink2581.xml" ContentType="application/inkml+xml"/>
  <Override PartName="/ppt/ink/ink2582.xml" ContentType="application/inkml+xml"/>
  <Override PartName="/ppt/ink/ink2583.xml" ContentType="application/inkml+xml"/>
  <Override PartName="/ppt/ink/ink2584.xml" ContentType="application/inkml+xml"/>
  <Override PartName="/ppt/ink/ink2585.xml" ContentType="application/inkml+xml"/>
  <Override PartName="/ppt/ink/ink2586.xml" ContentType="application/inkml+xml"/>
  <Override PartName="/ppt/ink/ink2587.xml" ContentType="application/inkml+xml"/>
  <Override PartName="/ppt/ink/ink2588.xml" ContentType="application/inkml+xml"/>
  <Override PartName="/ppt/ink/ink2589.xml" ContentType="application/inkml+xml"/>
  <Override PartName="/ppt/ink/ink2590.xml" ContentType="application/inkml+xml"/>
  <Override PartName="/ppt/ink/ink2591.xml" ContentType="application/inkml+xml"/>
  <Override PartName="/ppt/ink/ink2592.xml" ContentType="application/inkml+xml"/>
  <Override PartName="/ppt/ink/ink2593.xml" ContentType="application/inkml+xml"/>
  <Override PartName="/ppt/ink/ink2594.xml" ContentType="application/inkml+xml"/>
  <Override PartName="/ppt/ink/ink2595.xml" ContentType="application/inkml+xml"/>
  <Override PartName="/ppt/ink/ink2596.xml" ContentType="application/inkml+xml"/>
  <Override PartName="/ppt/ink/ink2597.xml" ContentType="application/inkml+xml"/>
  <Override PartName="/ppt/ink/ink2598.xml" ContentType="application/inkml+xml"/>
  <Override PartName="/ppt/ink/ink2599.xml" ContentType="application/inkml+xml"/>
  <Override PartName="/ppt/ink/ink2600.xml" ContentType="application/inkml+xml"/>
  <Override PartName="/ppt/ink/ink2601.xml" ContentType="application/inkml+xml"/>
  <Override PartName="/ppt/ink/ink2602.xml" ContentType="application/inkml+xml"/>
  <Override PartName="/ppt/ink/ink2603.xml" ContentType="application/inkml+xml"/>
  <Override PartName="/ppt/ink/ink2604.xml" ContentType="application/inkml+xml"/>
  <Override PartName="/ppt/ink/ink2605.xml" ContentType="application/inkml+xml"/>
  <Override PartName="/ppt/ink/ink2606.xml" ContentType="application/inkml+xml"/>
  <Override PartName="/ppt/ink/ink2607.xml" ContentType="application/inkml+xml"/>
  <Override PartName="/ppt/ink/ink2608.xml" ContentType="application/inkml+xml"/>
  <Override PartName="/ppt/ink/ink2609.xml" ContentType="application/inkml+xml"/>
  <Override PartName="/ppt/ink/ink2610.xml" ContentType="application/inkml+xml"/>
  <Override PartName="/ppt/ink/ink2611.xml" ContentType="application/inkml+xml"/>
  <Override PartName="/ppt/ink/ink2612.xml" ContentType="application/inkml+xml"/>
  <Override PartName="/ppt/ink/ink2613.xml" ContentType="application/inkml+xml"/>
  <Override PartName="/ppt/ink/ink2614.xml" ContentType="application/inkml+xml"/>
  <Override PartName="/ppt/ink/ink2615.xml" ContentType="application/inkml+xml"/>
  <Override PartName="/ppt/ink/ink2616.xml" ContentType="application/inkml+xml"/>
  <Override PartName="/ppt/ink/ink2617.xml" ContentType="application/inkml+xml"/>
  <Override PartName="/ppt/ink/ink2618.xml" ContentType="application/inkml+xml"/>
  <Override PartName="/ppt/ink/ink2619.xml" ContentType="application/inkml+xml"/>
  <Override PartName="/ppt/ink/ink2620.xml" ContentType="application/inkml+xml"/>
  <Override PartName="/ppt/ink/ink2621.xml" ContentType="application/inkml+xml"/>
  <Override PartName="/ppt/ink/ink2622.xml" ContentType="application/inkml+xml"/>
  <Override PartName="/ppt/ink/ink2623.xml" ContentType="application/inkml+xml"/>
  <Override PartName="/ppt/ink/ink2624.xml" ContentType="application/inkml+xml"/>
  <Override PartName="/ppt/ink/ink2625.xml" ContentType="application/inkml+xml"/>
  <Override PartName="/ppt/ink/ink2626.xml" ContentType="application/inkml+xml"/>
  <Override PartName="/ppt/ink/ink2627.xml" ContentType="application/inkml+xml"/>
  <Override PartName="/ppt/ink/ink2628.xml" ContentType="application/inkml+xml"/>
  <Override PartName="/ppt/ink/ink2629.xml" ContentType="application/inkml+xml"/>
  <Override PartName="/ppt/ink/ink2630.xml" ContentType="application/inkml+xml"/>
  <Override PartName="/ppt/ink/ink2631.xml" ContentType="application/inkml+xml"/>
  <Override PartName="/ppt/ink/ink2632.xml" ContentType="application/inkml+xml"/>
  <Override PartName="/ppt/ink/ink2633.xml" ContentType="application/inkml+xml"/>
  <Override PartName="/ppt/ink/ink2634.xml" ContentType="application/inkml+xml"/>
  <Override PartName="/ppt/ink/ink2635.xml" ContentType="application/inkml+xml"/>
  <Override PartName="/ppt/ink/ink2636.xml" ContentType="application/inkml+xml"/>
  <Override PartName="/ppt/ink/ink2637.xml" ContentType="application/inkml+xml"/>
  <Override PartName="/ppt/ink/ink2638.xml" ContentType="application/inkml+xml"/>
  <Override PartName="/ppt/ink/ink2639.xml" ContentType="application/inkml+xml"/>
  <Override PartName="/ppt/ink/ink2640.xml" ContentType="application/inkml+xml"/>
  <Override PartName="/ppt/ink/ink2641.xml" ContentType="application/inkml+xml"/>
  <Override PartName="/ppt/ink/ink2642.xml" ContentType="application/inkml+xml"/>
  <Override PartName="/ppt/ink/ink2643.xml" ContentType="application/inkml+xml"/>
  <Override PartName="/ppt/ink/ink2644.xml" ContentType="application/inkml+xml"/>
  <Override PartName="/ppt/ink/ink2645.xml" ContentType="application/inkml+xml"/>
  <Override PartName="/ppt/ink/ink2646.xml" ContentType="application/inkml+xml"/>
  <Override PartName="/ppt/ink/ink2647.xml" ContentType="application/inkml+xml"/>
  <Override PartName="/ppt/ink/ink2648.xml" ContentType="application/inkml+xml"/>
  <Override PartName="/ppt/ink/ink2649.xml" ContentType="application/inkml+xml"/>
  <Override PartName="/ppt/ink/ink2650.xml" ContentType="application/inkml+xml"/>
  <Override PartName="/ppt/ink/ink2651.xml" ContentType="application/inkml+xml"/>
  <Override PartName="/ppt/ink/ink2652.xml" ContentType="application/inkml+xml"/>
  <Override PartName="/ppt/ink/ink2653.xml" ContentType="application/inkml+xml"/>
  <Override PartName="/ppt/ink/ink2654.xml" ContentType="application/inkml+xml"/>
  <Override PartName="/ppt/ink/ink2655.xml" ContentType="application/inkml+xml"/>
  <Override PartName="/ppt/ink/ink2656.xml" ContentType="application/inkml+xml"/>
  <Override PartName="/ppt/ink/ink2657.xml" ContentType="application/inkml+xml"/>
  <Override PartName="/ppt/ink/ink2658.xml" ContentType="application/inkml+xml"/>
  <Override PartName="/ppt/ink/ink2659.xml" ContentType="application/inkml+xml"/>
  <Override PartName="/ppt/ink/ink2660.xml" ContentType="application/inkml+xml"/>
  <Override PartName="/ppt/ink/ink2661.xml" ContentType="application/inkml+xml"/>
  <Override PartName="/ppt/ink/ink2662.xml" ContentType="application/inkml+xml"/>
  <Override PartName="/ppt/ink/ink2663.xml" ContentType="application/inkml+xml"/>
  <Override PartName="/ppt/ink/ink2664.xml" ContentType="application/inkml+xml"/>
  <Override PartName="/ppt/ink/ink2665.xml" ContentType="application/inkml+xml"/>
  <Override PartName="/ppt/ink/ink2666.xml" ContentType="application/inkml+xml"/>
  <Override PartName="/ppt/ink/ink2667.xml" ContentType="application/inkml+xml"/>
  <Override PartName="/ppt/ink/ink2668.xml" ContentType="application/inkml+xml"/>
  <Override PartName="/ppt/ink/ink2669.xml" ContentType="application/inkml+xml"/>
  <Override PartName="/ppt/ink/ink2670.xml" ContentType="application/inkml+xml"/>
  <Override PartName="/ppt/ink/ink2671.xml" ContentType="application/inkml+xml"/>
  <Override PartName="/ppt/ink/ink2672.xml" ContentType="application/inkml+xml"/>
  <Override PartName="/ppt/ink/ink2673.xml" ContentType="application/inkml+xml"/>
  <Override PartName="/ppt/ink/ink2674.xml" ContentType="application/inkml+xml"/>
  <Override PartName="/ppt/ink/ink2675.xml" ContentType="application/inkml+xml"/>
  <Override PartName="/ppt/ink/ink2676.xml" ContentType="application/inkml+xml"/>
  <Override PartName="/ppt/ink/ink2677.xml" ContentType="application/inkml+xml"/>
  <Override PartName="/ppt/ink/ink2678.xml" ContentType="application/inkml+xml"/>
  <Override PartName="/ppt/ink/ink2679.xml" ContentType="application/inkml+xml"/>
  <Override PartName="/ppt/ink/ink2680.xml" ContentType="application/inkml+xml"/>
  <Override PartName="/ppt/ink/ink2681.xml" ContentType="application/inkml+xml"/>
  <Override PartName="/ppt/ink/ink2682.xml" ContentType="application/inkml+xml"/>
  <Override PartName="/ppt/ink/ink2683.xml" ContentType="application/inkml+xml"/>
  <Override PartName="/ppt/ink/ink2684.xml" ContentType="application/inkml+xml"/>
  <Override PartName="/ppt/ink/ink2685.xml" ContentType="application/inkml+xml"/>
  <Override PartName="/ppt/ink/ink2686.xml" ContentType="application/inkml+xml"/>
  <Override PartName="/ppt/ink/ink2687.xml" ContentType="application/inkml+xml"/>
  <Override PartName="/ppt/ink/ink2688.xml" ContentType="application/inkml+xml"/>
  <Override PartName="/ppt/ink/ink2689.xml" ContentType="application/inkml+xml"/>
  <Override PartName="/ppt/ink/ink2690.xml" ContentType="application/inkml+xml"/>
  <Override PartName="/ppt/ink/ink2691.xml" ContentType="application/inkml+xml"/>
  <Override PartName="/ppt/ink/ink2692.xml" ContentType="application/inkml+xml"/>
  <Override PartName="/ppt/ink/ink2693.xml" ContentType="application/inkml+xml"/>
  <Override PartName="/ppt/ink/ink2694.xml" ContentType="application/inkml+xml"/>
  <Override PartName="/ppt/ink/ink2695.xml" ContentType="application/inkml+xml"/>
  <Override PartName="/ppt/ink/ink2696.xml" ContentType="application/inkml+xml"/>
  <Override PartName="/ppt/ink/ink2697.xml" ContentType="application/inkml+xml"/>
  <Override PartName="/ppt/ink/ink2698.xml" ContentType="application/inkml+xml"/>
  <Override PartName="/ppt/ink/ink2699.xml" ContentType="application/inkml+xml"/>
  <Override PartName="/ppt/ink/ink2700.xml" ContentType="application/inkml+xml"/>
  <Override PartName="/ppt/ink/ink2701.xml" ContentType="application/inkml+xml"/>
  <Override PartName="/ppt/ink/ink2702.xml" ContentType="application/inkml+xml"/>
  <Override PartName="/ppt/ink/ink2703.xml" ContentType="application/inkml+xml"/>
  <Override PartName="/ppt/ink/ink2704.xml" ContentType="application/inkml+xml"/>
  <Override PartName="/ppt/ink/ink2705.xml" ContentType="application/inkml+xml"/>
  <Override PartName="/ppt/ink/ink2706.xml" ContentType="application/inkml+xml"/>
  <Override PartName="/ppt/ink/ink2707.xml" ContentType="application/inkml+xml"/>
  <Override PartName="/ppt/ink/ink2708.xml" ContentType="application/inkml+xml"/>
  <Override PartName="/ppt/ink/ink2709.xml" ContentType="application/inkml+xml"/>
  <Override PartName="/ppt/ink/ink2710.xml" ContentType="application/inkml+xml"/>
  <Override PartName="/ppt/ink/ink2711.xml" ContentType="application/inkml+xml"/>
  <Override PartName="/ppt/ink/ink2712.xml" ContentType="application/inkml+xml"/>
  <Override PartName="/ppt/ink/ink2713.xml" ContentType="application/inkml+xml"/>
  <Override PartName="/ppt/ink/ink2714.xml" ContentType="application/inkml+xml"/>
  <Override PartName="/ppt/ink/ink2715.xml" ContentType="application/inkml+xml"/>
  <Override PartName="/ppt/ink/ink2716.xml" ContentType="application/inkml+xml"/>
  <Override PartName="/ppt/ink/ink2717.xml" ContentType="application/inkml+xml"/>
  <Override PartName="/ppt/ink/ink2718.xml" ContentType="application/inkml+xml"/>
  <Override PartName="/ppt/ink/ink2719.xml" ContentType="application/inkml+xml"/>
  <Override PartName="/ppt/ink/ink2720.xml" ContentType="application/inkml+xml"/>
  <Override PartName="/ppt/ink/ink2721.xml" ContentType="application/inkml+xml"/>
  <Override PartName="/ppt/ink/ink2722.xml" ContentType="application/inkml+xml"/>
  <Override PartName="/ppt/ink/ink2723.xml" ContentType="application/inkml+xml"/>
  <Override PartName="/ppt/ink/ink2724.xml" ContentType="application/inkml+xml"/>
  <Override PartName="/ppt/ink/ink2725.xml" ContentType="application/inkml+xml"/>
  <Override PartName="/ppt/ink/ink2726.xml" ContentType="application/inkml+xml"/>
  <Override PartName="/ppt/ink/ink2727.xml" ContentType="application/inkml+xml"/>
  <Override PartName="/ppt/ink/ink2728.xml" ContentType="application/inkml+xml"/>
  <Override PartName="/ppt/ink/ink2729.xml" ContentType="application/inkml+xml"/>
  <Override PartName="/ppt/ink/ink2730.xml" ContentType="application/inkml+xml"/>
  <Override PartName="/ppt/ink/ink2731.xml" ContentType="application/inkml+xml"/>
  <Override PartName="/ppt/ink/ink2732.xml" ContentType="application/inkml+xml"/>
  <Override PartName="/ppt/ink/ink2733.xml" ContentType="application/inkml+xml"/>
  <Override PartName="/ppt/ink/ink2734.xml" ContentType="application/inkml+xml"/>
  <Override PartName="/ppt/ink/ink2735.xml" ContentType="application/inkml+xml"/>
  <Override PartName="/ppt/ink/ink2736.xml" ContentType="application/inkml+xml"/>
  <Override PartName="/ppt/ink/ink2737.xml" ContentType="application/inkml+xml"/>
  <Override PartName="/ppt/ink/ink2738.xml" ContentType="application/inkml+xml"/>
  <Override PartName="/ppt/ink/ink2739.xml" ContentType="application/inkml+xml"/>
  <Override PartName="/ppt/ink/ink2740.xml" ContentType="application/inkml+xml"/>
  <Override PartName="/ppt/ink/ink2741.xml" ContentType="application/inkml+xml"/>
  <Override PartName="/ppt/ink/ink2742.xml" ContentType="application/inkml+xml"/>
  <Override PartName="/ppt/ink/ink2743.xml" ContentType="application/inkml+xml"/>
  <Override PartName="/ppt/ink/ink2744.xml" ContentType="application/inkml+xml"/>
  <Override PartName="/ppt/ink/ink2745.xml" ContentType="application/inkml+xml"/>
  <Override PartName="/ppt/ink/ink2746.xml" ContentType="application/inkml+xml"/>
  <Override PartName="/ppt/ink/ink2747.xml" ContentType="application/inkml+xml"/>
  <Override PartName="/ppt/ink/ink2748.xml" ContentType="application/inkml+xml"/>
  <Override PartName="/ppt/ink/ink2749.xml" ContentType="application/inkml+xml"/>
  <Override PartName="/ppt/ink/ink2750.xml" ContentType="application/inkml+xml"/>
  <Override PartName="/ppt/ink/ink2751.xml" ContentType="application/inkml+xml"/>
  <Override PartName="/ppt/ink/ink2752.xml" ContentType="application/inkml+xml"/>
  <Override PartName="/ppt/ink/ink2753.xml" ContentType="application/inkml+xml"/>
  <Override PartName="/ppt/ink/ink2754.xml" ContentType="application/inkml+xml"/>
  <Override PartName="/ppt/ink/ink2755.xml" ContentType="application/inkml+xml"/>
  <Override PartName="/ppt/ink/ink2756.xml" ContentType="application/inkml+xml"/>
  <Override PartName="/ppt/ink/ink2757.xml" ContentType="application/inkml+xml"/>
  <Override PartName="/ppt/ink/ink2758.xml" ContentType="application/inkml+xml"/>
  <Override PartName="/ppt/ink/ink2759.xml" ContentType="application/inkml+xml"/>
  <Override PartName="/ppt/ink/ink2760.xml" ContentType="application/inkml+xml"/>
  <Override PartName="/ppt/ink/ink2761.xml" ContentType="application/inkml+xml"/>
  <Override PartName="/ppt/ink/ink2762.xml" ContentType="application/inkml+xml"/>
  <Override PartName="/ppt/ink/ink2763.xml" ContentType="application/inkml+xml"/>
  <Override PartName="/ppt/ink/ink2764.xml" ContentType="application/inkml+xml"/>
  <Override PartName="/ppt/ink/ink2765.xml" ContentType="application/inkml+xml"/>
  <Override PartName="/ppt/ink/ink2766.xml" ContentType="application/inkml+xml"/>
  <Override PartName="/ppt/ink/ink2767.xml" ContentType="application/inkml+xml"/>
  <Override PartName="/ppt/ink/ink2768.xml" ContentType="application/inkml+xml"/>
  <Override PartName="/ppt/ink/ink2769.xml" ContentType="application/inkml+xml"/>
  <Override PartName="/ppt/ink/ink2770.xml" ContentType="application/inkml+xml"/>
  <Override PartName="/ppt/ink/ink2771.xml" ContentType="application/inkml+xml"/>
  <Override PartName="/ppt/ink/ink2772.xml" ContentType="application/inkml+xml"/>
  <Override PartName="/ppt/ink/ink2773.xml" ContentType="application/inkml+xml"/>
  <Override PartName="/ppt/ink/ink2774.xml" ContentType="application/inkml+xml"/>
  <Override PartName="/ppt/ink/ink2775.xml" ContentType="application/inkml+xml"/>
  <Override PartName="/ppt/ink/ink2776.xml" ContentType="application/inkml+xml"/>
  <Override PartName="/ppt/ink/ink2777.xml" ContentType="application/inkml+xml"/>
  <Override PartName="/ppt/ink/ink2778.xml" ContentType="application/inkml+xml"/>
  <Override PartName="/ppt/ink/ink2779.xml" ContentType="application/inkml+xml"/>
  <Override PartName="/ppt/ink/ink2780.xml" ContentType="application/inkml+xml"/>
  <Override PartName="/ppt/ink/ink2781.xml" ContentType="application/inkml+xml"/>
  <Override PartName="/ppt/ink/ink2782.xml" ContentType="application/inkml+xml"/>
  <Override PartName="/ppt/ink/ink2783.xml" ContentType="application/inkml+xml"/>
  <Override PartName="/ppt/ink/ink2784.xml" ContentType="application/inkml+xml"/>
  <Override PartName="/ppt/ink/ink2785.xml" ContentType="application/inkml+xml"/>
  <Override PartName="/ppt/ink/ink2786.xml" ContentType="application/inkml+xml"/>
  <Override PartName="/ppt/ink/ink2787.xml" ContentType="application/inkml+xml"/>
  <Override PartName="/ppt/ink/ink2788.xml" ContentType="application/inkml+xml"/>
  <Override PartName="/ppt/ink/ink2789.xml" ContentType="application/inkml+xml"/>
  <Override PartName="/ppt/ink/ink2790.xml" ContentType="application/inkml+xml"/>
  <Override PartName="/ppt/ink/ink2791.xml" ContentType="application/inkml+xml"/>
  <Override PartName="/ppt/ink/ink2792.xml" ContentType="application/inkml+xml"/>
  <Override PartName="/ppt/ink/ink2793.xml" ContentType="application/inkml+xml"/>
  <Override PartName="/ppt/ink/ink2794.xml" ContentType="application/inkml+xml"/>
  <Override PartName="/ppt/ink/ink2795.xml" ContentType="application/inkml+xml"/>
  <Override PartName="/ppt/ink/ink2796.xml" ContentType="application/inkml+xml"/>
  <Override PartName="/ppt/ink/ink2797.xml" ContentType="application/inkml+xml"/>
  <Override PartName="/ppt/ink/ink2798.xml" ContentType="application/inkml+xml"/>
  <Override PartName="/ppt/ink/ink2799.xml" ContentType="application/inkml+xml"/>
  <Override PartName="/ppt/ink/ink2800.xml" ContentType="application/inkml+xml"/>
  <Override PartName="/ppt/ink/ink2801.xml" ContentType="application/inkml+xml"/>
  <Override PartName="/ppt/ink/ink2802.xml" ContentType="application/inkml+xml"/>
  <Override PartName="/ppt/ink/ink2803.xml" ContentType="application/inkml+xml"/>
  <Override PartName="/ppt/ink/ink2804.xml" ContentType="application/inkml+xml"/>
  <Override PartName="/ppt/ink/ink2805.xml" ContentType="application/inkml+xml"/>
  <Override PartName="/ppt/ink/ink2806.xml" ContentType="application/inkml+xml"/>
  <Override PartName="/ppt/ink/ink2807.xml" ContentType="application/inkml+xml"/>
  <Override PartName="/ppt/ink/ink2808.xml" ContentType="application/inkml+xml"/>
  <Override PartName="/ppt/ink/ink2809.xml" ContentType="application/inkml+xml"/>
  <Override PartName="/ppt/ink/ink2810.xml" ContentType="application/inkml+xml"/>
  <Override PartName="/ppt/ink/ink2811.xml" ContentType="application/inkml+xml"/>
  <Override PartName="/ppt/ink/ink2812.xml" ContentType="application/inkml+xml"/>
  <Override PartName="/ppt/ink/ink2813.xml" ContentType="application/inkml+xml"/>
  <Override PartName="/ppt/ink/ink2814.xml" ContentType="application/inkml+xml"/>
  <Override PartName="/ppt/ink/ink2815.xml" ContentType="application/inkml+xml"/>
  <Override PartName="/ppt/ink/ink2816.xml" ContentType="application/inkml+xml"/>
  <Override PartName="/ppt/ink/ink2817.xml" ContentType="application/inkml+xml"/>
  <Override PartName="/ppt/ink/ink2818.xml" ContentType="application/inkml+xml"/>
  <Override PartName="/ppt/ink/ink2819.xml" ContentType="application/inkml+xml"/>
  <Override PartName="/ppt/ink/ink2820.xml" ContentType="application/inkml+xml"/>
  <Override PartName="/ppt/ink/ink2821.xml" ContentType="application/inkml+xml"/>
  <Override PartName="/ppt/ink/ink2822.xml" ContentType="application/inkml+xml"/>
  <Override PartName="/ppt/ink/ink2823.xml" ContentType="application/inkml+xml"/>
  <Override PartName="/ppt/ink/ink2824.xml" ContentType="application/inkml+xml"/>
  <Override PartName="/ppt/ink/ink2825.xml" ContentType="application/inkml+xml"/>
  <Override PartName="/ppt/ink/ink2826.xml" ContentType="application/inkml+xml"/>
  <Override PartName="/ppt/ink/ink2827.xml" ContentType="application/inkml+xml"/>
  <Override PartName="/ppt/ink/ink2828.xml" ContentType="application/inkml+xml"/>
  <Override PartName="/ppt/ink/ink2829.xml" ContentType="application/inkml+xml"/>
  <Override PartName="/ppt/ink/ink2830.xml" ContentType="application/inkml+xml"/>
  <Override PartName="/ppt/ink/ink2831.xml" ContentType="application/inkml+xml"/>
  <Override PartName="/ppt/ink/ink2832.xml" ContentType="application/inkml+xml"/>
  <Override PartName="/ppt/ink/ink2833.xml" ContentType="application/inkml+xml"/>
  <Override PartName="/ppt/ink/ink2834.xml" ContentType="application/inkml+xml"/>
  <Override PartName="/ppt/ink/ink2835.xml" ContentType="application/inkml+xml"/>
  <Override PartName="/ppt/ink/ink2836.xml" ContentType="application/inkml+xml"/>
  <Override PartName="/ppt/ink/ink2837.xml" ContentType="application/inkml+xml"/>
  <Override PartName="/ppt/ink/ink2838.xml" ContentType="application/inkml+xml"/>
  <Override PartName="/ppt/ink/ink2839.xml" ContentType="application/inkml+xml"/>
  <Override PartName="/ppt/ink/ink2840.xml" ContentType="application/inkml+xml"/>
  <Override PartName="/ppt/ink/ink2841.xml" ContentType="application/inkml+xml"/>
  <Override PartName="/ppt/ink/ink2842.xml" ContentType="application/inkml+xml"/>
  <Override PartName="/ppt/ink/ink2843.xml" ContentType="application/inkml+xml"/>
  <Override PartName="/ppt/ink/ink2844.xml" ContentType="application/inkml+xml"/>
  <Override PartName="/ppt/ink/ink2845.xml" ContentType="application/inkml+xml"/>
  <Override PartName="/ppt/ink/ink2846.xml" ContentType="application/inkml+xml"/>
  <Override PartName="/ppt/ink/ink2847.xml" ContentType="application/inkml+xml"/>
  <Override PartName="/ppt/ink/ink2848.xml" ContentType="application/inkml+xml"/>
  <Override PartName="/ppt/ink/ink2849.xml" ContentType="application/inkml+xml"/>
  <Override PartName="/ppt/ink/ink2850.xml" ContentType="application/inkml+xml"/>
  <Override PartName="/ppt/ink/ink2851.xml" ContentType="application/inkml+xml"/>
  <Override PartName="/ppt/ink/ink2852.xml" ContentType="application/inkml+xml"/>
  <Override PartName="/ppt/ink/ink2853.xml" ContentType="application/inkml+xml"/>
  <Override PartName="/ppt/ink/ink2854.xml" ContentType="application/inkml+xml"/>
  <Override PartName="/ppt/ink/ink2855.xml" ContentType="application/inkml+xml"/>
  <Override PartName="/ppt/ink/ink2856.xml" ContentType="application/inkml+xml"/>
  <Override PartName="/ppt/ink/ink2857.xml" ContentType="application/inkml+xml"/>
  <Override PartName="/ppt/ink/ink2858.xml" ContentType="application/inkml+xml"/>
  <Override PartName="/ppt/ink/ink2859.xml" ContentType="application/inkml+xml"/>
  <Override PartName="/ppt/ink/ink2860.xml" ContentType="application/inkml+xml"/>
  <Override PartName="/ppt/ink/ink2861.xml" ContentType="application/inkml+xml"/>
  <Override PartName="/ppt/ink/ink2862.xml" ContentType="application/inkml+xml"/>
  <Override PartName="/ppt/ink/ink2863.xml" ContentType="application/inkml+xml"/>
  <Override PartName="/ppt/ink/ink2864.xml" ContentType="application/inkml+xml"/>
  <Override PartName="/ppt/ink/ink2865.xml" ContentType="application/inkml+xml"/>
  <Override PartName="/ppt/ink/ink2866.xml" ContentType="application/inkml+xml"/>
  <Override PartName="/ppt/ink/ink2867.xml" ContentType="application/inkml+xml"/>
  <Override PartName="/ppt/ink/ink2868.xml" ContentType="application/inkml+xml"/>
  <Override PartName="/ppt/ink/ink2869.xml" ContentType="application/inkml+xml"/>
  <Override PartName="/ppt/ink/ink2870.xml" ContentType="application/inkml+xml"/>
  <Override PartName="/ppt/ink/ink2871.xml" ContentType="application/inkml+xml"/>
  <Override PartName="/ppt/ink/ink2872.xml" ContentType="application/inkml+xml"/>
  <Override PartName="/ppt/ink/ink2873.xml" ContentType="application/inkml+xml"/>
  <Override PartName="/ppt/ink/ink2874.xml" ContentType="application/inkml+xml"/>
  <Override PartName="/ppt/ink/ink2875.xml" ContentType="application/inkml+xml"/>
  <Override PartName="/ppt/ink/ink2876.xml" ContentType="application/inkml+xml"/>
  <Override PartName="/ppt/ink/ink2877.xml" ContentType="application/inkml+xml"/>
  <Override PartName="/ppt/ink/ink2878.xml" ContentType="application/inkml+xml"/>
  <Override PartName="/ppt/ink/ink2879.xml" ContentType="application/inkml+xml"/>
  <Override PartName="/ppt/ink/ink2880.xml" ContentType="application/inkml+xml"/>
  <Override PartName="/ppt/ink/ink2881.xml" ContentType="application/inkml+xml"/>
  <Override PartName="/ppt/ink/ink2882.xml" ContentType="application/inkml+xml"/>
  <Override PartName="/ppt/ink/ink2883.xml" ContentType="application/inkml+xml"/>
  <Override PartName="/ppt/ink/ink2884.xml" ContentType="application/inkml+xml"/>
  <Override PartName="/ppt/ink/ink2885.xml" ContentType="application/inkml+xml"/>
  <Override PartName="/ppt/ink/ink2886.xml" ContentType="application/inkml+xml"/>
  <Override PartName="/ppt/ink/ink2887.xml" ContentType="application/inkml+xml"/>
  <Override PartName="/ppt/ink/ink2888.xml" ContentType="application/inkml+xml"/>
  <Override PartName="/ppt/ink/ink2889.xml" ContentType="application/inkml+xml"/>
  <Override PartName="/ppt/ink/ink2890.xml" ContentType="application/inkml+xml"/>
  <Override PartName="/ppt/ink/ink2891.xml" ContentType="application/inkml+xml"/>
  <Override PartName="/ppt/ink/ink2892.xml" ContentType="application/inkml+xml"/>
  <Override PartName="/ppt/ink/ink2893.xml" ContentType="application/inkml+xml"/>
  <Override PartName="/ppt/ink/ink2894.xml" ContentType="application/inkml+xml"/>
  <Override PartName="/ppt/ink/ink2895.xml" ContentType="application/inkml+xml"/>
  <Override PartName="/ppt/ink/ink2896.xml" ContentType="application/inkml+xml"/>
  <Override PartName="/ppt/ink/ink2897.xml" ContentType="application/inkml+xml"/>
  <Override PartName="/ppt/ink/ink2898.xml" ContentType="application/inkml+xml"/>
  <Override PartName="/ppt/ink/ink2899.xml" ContentType="application/inkml+xml"/>
  <Override PartName="/ppt/ink/ink2900.xml" ContentType="application/inkml+xml"/>
  <Override PartName="/ppt/ink/ink2901.xml" ContentType="application/inkml+xml"/>
  <Override PartName="/ppt/ink/ink2902.xml" ContentType="application/inkml+xml"/>
  <Override PartName="/ppt/ink/ink2903.xml" ContentType="application/inkml+xml"/>
  <Override PartName="/ppt/ink/ink2904.xml" ContentType="application/inkml+xml"/>
  <Override PartName="/ppt/ink/ink2905.xml" ContentType="application/inkml+xml"/>
  <Override PartName="/ppt/ink/ink2906.xml" ContentType="application/inkml+xml"/>
  <Override PartName="/ppt/ink/ink2907.xml" ContentType="application/inkml+xml"/>
  <Override PartName="/ppt/ink/ink2908.xml" ContentType="application/inkml+xml"/>
  <Override PartName="/ppt/ink/ink2909.xml" ContentType="application/inkml+xml"/>
  <Override PartName="/ppt/ink/ink2910.xml" ContentType="application/inkml+xml"/>
  <Override PartName="/ppt/ink/ink2911.xml" ContentType="application/inkml+xml"/>
  <Override PartName="/ppt/ink/ink2912.xml" ContentType="application/inkml+xml"/>
  <Override PartName="/ppt/ink/ink2913.xml" ContentType="application/inkml+xml"/>
  <Override PartName="/ppt/ink/ink2914.xml" ContentType="application/inkml+xml"/>
  <Override PartName="/ppt/ink/ink2915.xml" ContentType="application/inkml+xml"/>
  <Override PartName="/ppt/ink/ink2916.xml" ContentType="application/inkml+xml"/>
  <Override PartName="/ppt/ink/ink2917.xml" ContentType="application/inkml+xml"/>
  <Override PartName="/ppt/ink/ink2918.xml" ContentType="application/inkml+xml"/>
  <Override PartName="/ppt/ink/ink2919.xml" ContentType="application/inkml+xml"/>
  <Override PartName="/ppt/ink/ink2920.xml" ContentType="application/inkml+xml"/>
  <Override PartName="/ppt/ink/ink2921.xml" ContentType="application/inkml+xml"/>
  <Override PartName="/ppt/ink/ink2922.xml" ContentType="application/inkml+xml"/>
  <Override PartName="/ppt/ink/ink2923.xml" ContentType="application/inkml+xml"/>
  <Override PartName="/ppt/ink/ink2924.xml" ContentType="application/inkml+xml"/>
  <Override PartName="/ppt/ink/ink2925.xml" ContentType="application/inkml+xml"/>
  <Override PartName="/ppt/ink/ink2926.xml" ContentType="application/inkml+xml"/>
  <Override PartName="/ppt/ink/ink2927.xml" ContentType="application/inkml+xml"/>
  <Override PartName="/ppt/ink/ink2928.xml" ContentType="application/inkml+xml"/>
  <Override PartName="/ppt/ink/ink2929.xml" ContentType="application/inkml+xml"/>
  <Override PartName="/ppt/ink/ink2930.xml" ContentType="application/inkml+xml"/>
  <Override PartName="/ppt/ink/ink2931.xml" ContentType="application/inkml+xml"/>
  <Override PartName="/ppt/ink/ink2932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8"/>
  </p:notesMasterIdLst>
  <p:handoutMasterIdLst>
    <p:handoutMasterId r:id="rId39"/>
  </p:handoutMasterIdLst>
  <p:sldIdLst>
    <p:sldId id="794" r:id="rId2"/>
    <p:sldId id="814" r:id="rId3"/>
    <p:sldId id="808" r:id="rId4"/>
    <p:sldId id="829" r:id="rId5"/>
    <p:sldId id="815" r:id="rId6"/>
    <p:sldId id="816" r:id="rId7"/>
    <p:sldId id="830" r:id="rId8"/>
    <p:sldId id="817" r:id="rId9"/>
    <p:sldId id="818" r:id="rId10"/>
    <p:sldId id="819" r:id="rId11"/>
    <p:sldId id="820" r:id="rId12"/>
    <p:sldId id="832" r:id="rId13"/>
    <p:sldId id="831" r:id="rId14"/>
    <p:sldId id="821" r:id="rId15"/>
    <p:sldId id="833" r:id="rId16"/>
    <p:sldId id="834" r:id="rId17"/>
    <p:sldId id="804" r:id="rId18"/>
    <p:sldId id="835" r:id="rId19"/>
    <p:sldId id="836" r:id="rId20"/>
    <p:sldId id="822" r:id="rId21"/>
    <p:sldId id="803" r:id="rId22"/>
    <p:sldId id="823" r:id="rId23"/>
    <p:sldId id="837" r:id="rId24"/>
    <p:sldId id="838" r:id="rId25"/>
    <p:sldId id="839" r:id="rId26"/>
    <p:sldId id="840" r:id="rId27"/>
    <p:sldId id="811" r:id="rId28"/>
    <p:sldId id="798" r:id="rId29"/>
    <p:sldId id="799" r:id="rId30"/>
    <p:sldId id="825" r:id="rId31"/>
    <p:sldId id="826" r:id="rId32"/>
    <p:sldId id="827" r:id="rId33"/>
    <p:sldId id="828" r:id="rId34"/>
    <p:sldId id="795" r:id="rId35"/>
    <p:sldId id="800" r:id="rId36"/>
    <p:sldId id="812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asser Khan" initials="YK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1B1E"/>
    <a:srgbClr val="8C1515"/>
    <a:srgbClr val="AFEBFF"/>
    <a:srgbClr val="FFAAAA"/>
    <a:srgbClr val="E3B7F1"/>
    <a:srgbClr val="C6D4FF"/>
    <a:srgbClr val="C5FFC5"/>
    <a:srgbClr val="05274E"/>
    <a:srgbClr val="B0C3FF"/>
    <a:srgbClr val="FFFF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BEC0CF-32A2-4EE2-8E39-7C1DDA2F03DB}" v="1" dt="2026-09-08T16:51:25.32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87" autoAdjust="0"/>
    <p:restoredTop sz="95334" autoAdjust="0"/>
  </p:normalViewPr>
  <p:slideViewPr>
    <p:cSldViewPr snapToGrid="0">
      <p:cViewPr varScale="1">
        <p:scale>
          <a:sx n="118" d="100"/>
          <a:sy n="118" d="100"/>
        </p:scale>
        <p:origin x="150" y="16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-2856"/>
    </p:cViewPr>
  </p:sorterViewPr>
  <p:notesViewPr>
    <p:cSldViewPr snapToGrid="0">
      <p:cViewPr varScale="1">
        <p:scale>
          <a:sx n="65" d="100"/>
          <a:sy n="65" d="100"/>
        </p:scale>
        <p:origin x="2578" y="5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commentAuthors" Target="commentAuthors.xml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46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rez Zolkov" userId="5088c820-5156-45af-9cb6-1f8cdc4d32e7" providerId="ADAL" clId="{AF4A1DD6-1E18-47E1-A729-155B08A2FD2B}"/>
    <pc:docChg chg="undo custSel modSld">
      <pc:chgData name="Erez Zolkov" userId="5088c820-5156-45af-9cb6-1f8cdc4d32e7" providerId="ADAL" clId="{AF4A1DD6-1E18-47E1-A729-155B08A2FD2B}" dt="2026-09-08T16:58:31.829" v="184" actId="1076"/>
      <pc:docMkLst>
        <pc:docMk/>
      </pc:docMkLst>
      <pc:sldChg chg="addSp delSp modSp mod">
        <pc:chgData name="Erez Zolkov" userId="5088c820-5156-45af-9cb6-1f8cdc4d32e7" providerId="ADAL" clId="{AF4A1DD6-1E18-47E1-A729-155B08A2FD2B}" dt="2026-09-08T16:49:59.421" v="166" actId="1035"/>
        <pc:sldMkLst>
          <pc:docMk/>
          <pc:sldMk cId="1876760220" sldId="811"/>
        </pc:sldMkLst>
        <pc:picChg chg="mod modCrop">
          <ac:chgData name="Erez Zolkov" userId="5088c820-5156-45af-9cb6-1f8cdc4d32e7" providerId="ADAL" clId="{AF4A1DD6-1E18-47E1-A729-155B08A2FD2B}" dt="2026-09-03T17:36:34.794" v="106" actId="732"/>
          <ac:picMkLst>
            <pc:docMk/>
            <pc:sldMk cId="1876760220" sldId="811"/>
            <ac:picMk id="3" creationId="{26880BB5-E997-47B3-EA6A-36AE3107B3DA}"/>
          </ac:picMkLst>
        </pc:picChg>
        <pc:picChg chg="mod modCrop">
          <ac:chgData name="Erez Zolkov" userId="5088c820-5156-45af-9cb6-1f8cdc4d32e7" providerId="ADAL" clId="{AF4A1DD6-1E18-47E1-A729-155B08A2FD2B}" dt="2026-09-03T17:36:14.996" v="102" actId="1038"/>
          <ac:picMkLst>
            <pc:docMk/>
            <pc:sldMk cId="1876760220" sldId="811"/>
            <ac:picMk id="6" creationId="{6D605F31-3BE0-93CC-3B45-D1516DF10D55}"/>
          </ac:picMkLst>
        </pc:picChg>
        <pc:picChg chg="add mod">
          <ac:chgData name="Erez Zolkov" userId="5088c820-5156-45af-9cb6-1f8cdc4d32e7" providerId="ADAL" clId="{AF4A1DD6-1E18-47E1-A729-155B08A2FD2B}" dt="2026-09-08T16:49:59.421" v="166" actId="1035"/>
          <ac:picMkLst>
            <pc:docMk/>
            <pc:sldMk cId="1876760220" sldId="811"/>
            <ac:picMk id="10" creationId="{8ECE77A2-1DBB-9AC9-0ADF-A941E1194EE2}"/>
          </ac:picMkLst>
        </pc:picChg>
        <pc:picChg chg="add mod">
          <ac:chgData name="Erez Zolkov" userId="5088c820-5156-45af-9cb6-1f8cdc4d32e7" providerId="ADAL" clId="{AF4A1DD6-1E18-47E1-A729-155B08A2FD2B}" dt="2026-09-08T16:49:51.457" v="137" actId="1035"/>
          <ac:picMkLst>
            <pc:docMk/>
            <pc:sldMk cId="1876760220" sldId="811"/>
            <ac:picMk id="15" creationId="{8A83758F-B33F-F2B2-410B-D4B08329CD91}"/>
          </ac:picMkLst>
        </pc:picChg>
        <pc:picChg chg="add mod">
          <ac:chgData name="Erez Zolkov" userId="5088c820-5156-45af-9cb6-1f8cdc4d32e7" providerId="ADAL" clId="{AF4A1DD6-1E18-47E1-A729-155B08A2FD2B}" dt="2026-09-03T17:36:13.146" v="100" actId="1037"/>
          <ac:picMkLst>
            <pc:docMk/>
            <pc:sldMk cId="1876760220" sldId="811"/>
            <ac:picMk id="44" creationId="{99D5BE2B-7FA0-9679-5D2B-29CAF347E957}"/>
          </ac:picMkLst>
        </pc:picChg>
        <pc:picChg chg="add mod">
          <ac:chgData name="Erez Zolkov" userId="5088c820-5156-45af-9cb6-1f8cdc4d32e7" providerId="ADAL" clId="{AF4A1DD6-1E18-47E1-A729-155B08A2FD2B}" dt="2026-09-03T17:39:59.516" v="110" actId="1076"/>
          <ac:picMkLst>
            <pc:docMk/>
            <pc:sldMk cId="1876760220" sldId="811"/>
            <ac:picMk id="48" creationId="{DDE0CEA1-04A7-2AC3-121A-A3F197243607}"/>
          </ac:picMkLst>
        </pc:picChg>
      </pc:sldChg>
      <pc:sldChg chg="modSp mod">
        <pc:chgData name="Erez Zolkov" userId="5088c820-5156-45af-9cb6-1f8cdc4d32e7" providerId="ADAL" clId="{AF4A1DD6-1E18-47E1-A729-155B08A2FD2B}" dt="2026-09-08T16:49:17.833" v="117" actId="20577"/>
        <pc:sldMkLst>
          <pc:docMk/>
          <pc:sldMk cId="994861369" sldId="814"/>
        </pc:sldMkLst>
        <pc:graphicFrameChg chg="modGraphic">
          <ac:chgData name="Erez Zolkov" userId="5088c820-5156-45af-9cb6-1f8cdc4d32e7" providerId="ADAL" clId="{AF4A1DD6-1E18-47E1-A729-155B08A2FD2B}" dt="2026-09-08T16:49:17.833" v="117" actId="20577"/>
          <ac:graphicFrameMkLst>
            <pc:docMk/>
            <pc:sldMk cId="994861369" sldId="814"/>
            <ac:graphicFrameMk id="7" creationId="{7DB4B286-F364-3C8E-A76A-3519D99D1494}"/>
          </ac:graphicFrameMkLst>
        </pc:graphicFrameChg>
      </pc:sldChg>
      <pc:sldChg chg="addSp delSp modSp mod">
        <pc:chgData name="Erez Zolkov" userId="5088c820-5156-45af-9cb6-1f8cdc4d32e7" providerId="ADAL" clId="{AF4A1DD6-1E18-47E1-A729-155B08A2FD2B}" dt="2026-09-08T16:56:56.423" v="181" actId="171"/>
        <pc:sldMkLst>
          <pc:docMk/>
          <pc:sldMk cId="616844013" sldId="818"/>
        </pc:sldMkLst>
        <pc:picChg chg="add del mod modCrop">
          <ac:chgData name="Erez Zolkov" userId="5088c820-5156-45af-9cb6-1f8cdc4d32e7" providerId="ADAL" clId="{AF4A1DD6-1E18-47E1-A729-155B08A2FD2B}" dt="2026-09-08T16:52:20.571" v="172" actId="478"/>
          <ac:picMkLst>
            <pc:docMk/>
            <pc:sldMk cId="616844013" sldId="818"/>
            <ac:picMk id="17" creationId="{88C53A06-E002-DC3D-C657-7ABA6E8A7EC3}"/>
          </ac:picMkLst>
        </pc:picChg>
        <pc:picChg chg="add mod ord">
          <ac:chgData name="Erez Zolkov" userId="5088c820-5156-45af-9cb6-1f8cdc4d32e7" providerId="ADAL" clId="{AF4A1DD6-1E18-47E1-A729-155B08A2FD2B}" dt="2026-09-08T16:56:56.423" v="181" actId="171"/>
          <ac:picMkLst>
            <pc:docMk/>
            <pc:sldMk cId="616844013" sldId="818"/>
            <ac:picMk id="32" creationId="{FFA8EAA8-0A7F-52BA-42AC-2AAE129FBD50}"/>
          </ac:picMkLst>
        </pc:picChg>
      </pc:sldChg>
      <pc:sldChg chg="addSp delSp modSp mod">
        <pc:chgData name="Erez Zolkov" userId="5088c820-5156-45af-9cb6-1f8cdc4d32e7" providerId="ADAL" clId="{AF4A1DD6-1E18-47E1-A729-155B08A2FD2B}" dt="2026-09-08T16:58:31.829" v="184" actId="1076"/>
        <pc:sldMkLst>
          <pc:docMk/>
          <pc:sldMk cId="3707621664" sldId="819"/>
        </pc:sldMkLst>
        <pc:picChg chg="add del">
          <ac:chgData name="Erez Zolkov" userId="5088c820-5156-45af-9cb6-1f8cdc4d32e7" providerId="ADAL" clId="{AF4A1DD6-1E18-47E1-A729-155B08A2FD2B}" dt="2026-09-08T16:50:23.950" v="168" actId="22"/>
          <ac:picMkLst>
            <pc:docMk/>
            <pc:sldMk cId="3707621664" sldId="819"/>
            <ac:picMk id="5" creationId="{4A674887-7D11-396F-74E1-353BFE9AA2FE}"/>
          </ac:picMkLst>
        </pc:picChg>
        <pc:picChg chg="add mod">
          <ac:chgData name="Erez Zolkov" userId="5088c820-5156-45af-9cb6-1f8cdc4d32e7" providerId="ADAL" clId="{AF4A1DD6-1E18-47E1-A729-155B08A2FD2B}" dt="2026-09-08T16:58:31.829" v="184" actId="1076"/>
          <ac:picMkLst>
            <pc:docMk/>
            <pc:sldMk cId="3707621664" sldId="819"/>
            <ac:picMk id="9" creationId="{F7988778-1B0D-E8A0-DA94-0972C5C213B1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9E6E90-D057-4D0D-B992-091951C9891F}" type="datetimeFigureOut">
              <a:rPr lang="en-US" smtClean="0"/>
              <a:t>08-Sep-26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CD6554-DBE6-4CB7-8C9A-72353E7B63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7987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13:20.5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40 298 5065 0 0,'5'-42'1658'0'0,"1"0"0"0"0,2 1 0 0 0,2-1 0 0 0,24-62 0 0 0,-34 102-1701 0 0,11-21 3799 0 0,-8 22-1164 0 0,-3 15-1374 0 0,-18 181-637 0 0,-3 22-115 0 0,-9-62-460 0 0,-14 107 24 0 0,42-232-25 0 0,1 0 1 0 0,1 0-1 0 0,1 0 0 0 0,2 0 0 0 0,1-1 1 0 0,15 54-1 0 0,-16-72 172 0 0,1 0 0 0 0,1 0 0 0 0,9 17 0 0 0,8-1-1076 0 0,-20-25 241 0 0,0 0 1 0 0,1 0 0 0 0,-1 0 0 0 0,1 0-1 0 0,-1-1 1 0 0,1 1 0 0 0,0-1 0 0 0,4 2-1 0 0,2 0-6175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13:21.6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71 125 4609 0 0,'-9'-1'1035'0'0,"-1"-1"-1"0"0,1 0 1 0 0,0 0 0 0 0,-14-6 0 0 0,12 3 3872 0 0,107 1-3262 0 0,109-20 0 0 0,1 0-585 0 0,-161 21-861 0 0,613-35 785 0 0,-373 27 670 0 0,-320 13-4051 0 0,25-2-4640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13:22.0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1 132 1376 0 0,'0'-3'280'0'0,"0"0"-1"0"0,1-1 0 0 0,-1 1 1 0 0,1 0-1 0 0,0 0 0 0 0,0 0 0 0 0,0 0 1 0 0,1 0-1 0 0,-1 0 0 0 0,1 0 1 0 0,-1 0-1 0 0,1 1 0 0 0,0-1 1 0 0,0 0-1 0 0,0 1 0 0 0,0 0 1 0 0,1-1-1 0 0,-1 1 0 0 0,1 0 0 0 0,-1 0 1 0 0,1 1-1 0 0,0-1 0 0 0,0 0 1 0 0,0 1-1 0 0,0 0 0 0 0,5-2 1 0 0,10-3 927 0 0,1 0 1 0 0,-1 2-1 0 0,30-4 0 0 0,-18 4-376 0 0,24-7 508 0 0,78-11 107 0 0,-118 20-1428 0 0,-1 2-1 0 0,1-1 1 0 0,0 2-1 0 0,-1 0 1 0 0,1 1 0 0 0,0 0-1 0 0,17 5 1 0 0,-30-7-114 0 0,18 10-86 0 0,-16-4-2289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13:22.5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 54 2561 0 0,'4'-32'3857'0'0,"0"11"1044"0"0,-9 37-91 0 0,4-12-4163 0 0,-6 75 778 0 0,2 0 1 0 0,9 116-1 0 0,19-3-892 0 0,5 62 950 0 0,-25-205-1259 0 0,-3 0 0 0 0,-2 0 1 0 0,-9 57-1 0 0,3-81-111 0 0,7-22-99 0 0,-1 1 1 0 0,1-1-1 0 0,0 1 1 0 0,0-1-1 0 0,0 1 1 0 0,0-1-1 0 0,1 1 1 0 0,0 0-1 0 0,-1-1 1 0 0,2 5-1 0 0,-1-7-104 0 0,0-1 1 0 0,1 1-1 0 0,-1-1 0 0 0,1 1 1 0 0,0-1-1 0 0,-1 0 0 0 0,1 1 1 0 0,-1-1-1 0 0,1 0 0 0 0,-1 1 1 0 0,1-1-1 0 0,0 0 0 0 0,-1 0 1 0 0,1 0-1 0 0,0 1 0 0 0,-1-1 1 0 0,1 0-1 0 0,0 0 0 0 0,-1 0 0 0 0,1 0 1 0 0,0 0-1 0 0,-1 0 0 0 0,1 0 1 0 0,0-1-1 0 0,-1 1 0 0 0,1 0 1 0 0,1-1-1 0 0,6-1-7737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13:28.46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84 90 2304 0 0,'2'-8'744'0'0,"-1"0"0"0"0,-1 0-1 0 0,0-1 1 0 0,0 1 0 0 0,0 0-1 0 0,-1 0 1 0 0,-12-25 5704 0 0,10 50-3065 0 0,-24 249-1191 0 0,17-193-2057 0 0,-2 74 469 0 0,7 210 0 0 0,4-315-146 0 0,-6 45-1 0 0,3-60-258 0 0,2 1-1 0 0,0 0 1 0 0,2 1-1 0 0,7 52 1 0 0,-7-81-241 0 0,0 1 0 0 0,0-1 0 0 0,0 1 1 0 0,1-1-1 0 0,-1 1 0 0 0,0-1 1 0 0,0 0-1 0 0,1 1 0 0 0,-1-1 1 0 0,0 1-1 0 0,1-1 0 0 0,-1 0 1 0 0,0 1-1 0 0,1-1 0 0 0,-1 0 1 0 0,0 0-1 0 0,1 1 0 0 0,-1-1 1 0 0,1 0-1 0 0,-1 0 0 0 0,0 1 1 0 0,1-1-1 0 0,-1 0 0 0 0,1 0 1 0 0,-1 0-1 0 0,1 0 0 0 0,-1 0 0 0 0,1 0 1 0 0,-1 0-1 0 0,1 0 0 0 0,0 0 1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13:29.17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306 198 4041 0 0,'-29'-25'1396'0'0,"27"23"-1229"0"0,0-1 0 0 0,0 1 0 0 0,0 0 0 0 0,0 0 1 0 0,0 0-1 0 0,-1 0 0 0 0,1 0 0 0 0,-1 0 0 0 0,1 1 0 0 0,-1-1 0 0 0,0 1 0 0 0,0 0 0 0 0,0-1 1 0 0,1 1-1 0 0,-1 1 0 0 0,0-1 0 0 0,0 0 0 0 0,0 1 0 0 0,0-1 0 0 0,-1 1 0 0 0,1 0 1 0 0,-4 0-1 0 0,-11 3 838 0 0,0 1 1 0 0,-29 9-1 0 0,33-8 29 0 0,-1-1 0 0 0,0 0 1 0 0,0-1-1 0 0,-26 2 0 0 0,38-4-927 0 0,1 0 0 0 0,0 1 0 0 0,0-1 0 0 0,0 1 1 0 0,0-1-1 0 0,1 1 0 0 0,-1 0 0 0 0,0 0 0 0 0,1-1 1 0 0,-1 1-1 0 0,1 0 0 0 0,0 1 0 0 0,-1-1 0 0 0,1 0 1 0 0,-1 5-1 0 0,3-7-133 0 0,1 1 0 0 0,0-1 1 0 0,0 1-1 0 0,0-1 0 0 0,0 0 0 0 0,0 1 1 0 0,0-1-1 0 0,0 0 0 0 0,0 0 1 0 0,0-1-1 0 0,0 1 0 0 0,0 0 0 0 0,2-1 1 0 0,234-58-106 0 0,-156 36 230 0 0,137-22-1 0 0,208 4 94 0 0,-158 35 150 0 0,-93 6 118 0 0,-175 0-467 0 0,9 0 97 0 0,-1-1-1 0 0,1 0 1 0 0,17-4 0 0 0,-25 4-136 0 0,0 1 0 0 0,0-1 0 0 0,0 1 0 0 0,0-1 0 0 0,0 0 0 0 0,0 0 1 0 0,-1 0-1 0 0,1 0 0 0 0,0 0 0 0 0,-1 0 0 0 0,1-1 0 0 0,-1 1 0 0 0,1-1 1 0 0,-1 1-1 0 0,0-1 0 0 0,1 1 0 0 0,-1-1 0 0 0,0 0 0 0 0,0 1 0 0 0,0-1 1 0 0,0 0-1 0 0,-1 0 0 0 0,1 0 0 0 0,1-3 0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13:29.67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111 69 2304 0 0,'-13'0'-30'0'0,"2"1"654"0"0,0-1 0 0 0,0-1 0 0 0,0 0 0 0 0,0 0 0 0 0,0-1 1 0 0,-20-13 3147 0 0,31 15-3705 0 0,14-10 1708 0 0,19-4 59 0 0,-8 7-1155 0 0,-1 1-1 0 0,1 1 1 0 0,0 2 0 0 0,50-2 0 0 0,104 13-304 0 0,-118-4-335 0 0,3 1-151 0 0,-35-1-107 0 0,0-1 0 0 0,1-2 0 0 0,-1-1 0 0 0,1-2-1 0 0,-1 0 1 0 0,33-8 0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13:30.14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17 3225 0 0,'9'-16'9667'0'0,"-6"18"-9272"0"0,0 0 1 0 0,0 1-1 0 0,-1 0 0 0 0,1-1 1 0 0,-1 1-1 0 0,0 0 0 0 0,0 0 1 0 0,3 5-1 0 0,2 19 21 0 0,0 1-1 0 0,-2-1 1 0 0,-2 1-1 0 0,0 0 1 0 0,-3 55-1 0 0,0-43-178 0 0,-3 157 530 0 0,0-99-399 0 0,3 0 1 0 0,20 150 0 0 0,-14-209 97 0 0,-1 1 0 0 0,-3 0 0 0 0,-3 63 0 0 0,0-98-443 0 0,1-4-39 0 0,-1 1-1 0 0,1 0 0 0 0,0 0 1 0 0,0 0-1 0 0,0-1 1 0 0,-1 1-1 0 0,2 0 0 0 0,-1 0 1 0 0,0 0-1 0 0,0 0 0 0 0,1-1 1 0 0,-1 1-1 0 0,1 0 0 0 0,-1 0 1 0 0,2 1-1 0 0,0-2-364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13:40.27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165 110 3185 0 0,'1'0'11'0'0,"0"1"0"0"0,0-1 1 0 0,-1 0-1 0 0,1 0 0 0 0,0 1 0 0 0,0-1 1 0 0,-1 0-1 0 0,1 0 0 0 0,0 0 1 0 0,0 0-1 0 0,-1 0 0 0 0,1 0 0 0 0,0 0 1 0 0,0-1-1 0 0,-1 1 0 0 0,1 0 1 0 0,0 0-1 0 0,0-1 0 0 0,-1 1 1 0 0,1 0-1 0 0,0-1 0 0 0,-1 1 0 0 0,1 0 1 0 0,0-1-1 0 0,-1 1 0 0 0,1-1 1 0 0,0 0-1 0 0,30-17-62 0 0,-28 16 74 0 0,-2 1 35 0 0,0 0 1 0 0,0 1-1 0 0,0-1 1 0 0,0 0-1 0 0,0 0 1 0 0,0 0-1 0 0,0 0 1 0 0,0 0 0 0 0,-1 0-1 0 0,1 0 1 0 0,0-1-1 0 0,-1 1 1 0 0,1 0-1 0 0,-1 0 1 0 0,1 0-1 0 0,-1-1 1 0 0,0 1-1 0 0,1 0 1 0 0,-1-1-1 0 0,0 1 1 0 0,0 0-1 0 0,0 0 1 0 0,0-1 0 0 0,0 1-1 0 0,0 0 1 0 0,0-1-1 0 0,-1 1 1 0 0,1 0-1 0 0,0 0 1 0 0,-1-1-1 0 0,1 1 1 0 0,-1 0-1 0 0,1 0 1 0 0,-1 0-1 0 0,0-1 1 0 0,1 1-1 0 0,-1 0 1 0 0,0 0 0 0 0,0 0-1 0 0,0 0 1 0 0,0 0-1 0 0,0 1 1 0 0,0-1-1 0 0,0 0 1 0 0,0 0-1 0 0,0 1 1 0 0,0-1-1 0 0,0 0 1 0 0,0 1-1 0 0,-1-1 1 0 0,1 1 0 0 0,0 0-1 0 0,0-1 1 0 0,-2 1-1 0 0,-28-16 159 0 0,1 1 957 0 0,25 15-876 0 0,0 0-1 0 0,1 1 1 0 0,-1 0-1 0 0,0-1 1 0 0,0 2-1 0 0,1-1 1 0 0,-1 0 0 0 0,0 1-1 0 0,1 0 1 0 0,-7 3-1 0 0,-22 8 516 0 0,-7 0-788 0 0,24-5-3477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14:08.92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856 134 8754 0 0,'-1'-5'303'0'0,"0"0"1"0"0,0 1 0 0 0,0-1-1 0 0,0 1 1 0 0,-1-1-1 0 0,0 1 1 0 0,0-1 0 0 0,0 1-1 0 0,0 0 1 0 0,-1 0-1 0 0,1 0 1 0 0,-1 0-1 0 0,0 1 1 0 0,-7-7 0 0 0,3 3-31 0 0,0 0 0 0 0,-1 1 0 0 0,0 0 0 0 0,0 1 0 0 0,0-1 0 0 0,-13-4 0 0 0,10 6-126 0 0,0 0 0 0 0,0 2 0 0 0,-1-1-1 0 0,1 2 1 0 0,-1-1 0 0 0,0 1 0 0 0,1 1-1 0 0,-1 0 1 0 0,0 1 0 0 0,1 0 0 0 0,-1 1-1 0 0,0 1 1 0 0,1-1 0 0 0,0 2 0 0 0,0-1 0 0 0,-15 8-1 0 0,-16 9 463 0 0,1 1 0 0 0,-65 46-1 0 0,71-43-505 0 0,2 1-1 0 0,1 1 1 0 0,1 1-1 0 0,1 2 1 0 0,1 2-1 0 0,2 0 1 0 0,-40 61-1 0 0,56-74-43 0 0,1 0 0 0 0,1 1-1 0 0,1 0 1 0 0,0 1 0 0 0,2 0-1 0 0,0 0 1 0 0,-3 28 0 0 0,7-31-40 0 0,1 0-1 0 0,0 0 1 0 0,2 0 0 0 0,0-1 0 0 0,0 1-1 0 0,2 0 1 0 0,0-1 0 0 0,1 1 0 0 0,1-1 0 0 0,7 17-1 0 0,-5-16-29 0 0,2 0-1 0 0,-1-1 1 0 0,2 0-1 0 0,0-1 1 0 0,1 0-1 0 0,0-1 1 0 0,2 0-1 0 0,22 21 0 0 0,-15-19-26 0 0,0 0 0 0 0,1-2-1 0 0,1 0 1 0 0,1-2-1 0 0,37 17 1 0 0,-8-11-21 0 0,1-2 1 0 0,0-2-1 0 0,1-3 1 0 0,0-2-1 0 0,66 3 1 0 0,-96-10 27 0 0,0-2 0 0 0,-1 0 0 0 0,1-1-1 0 0,0-1 1 0 0,32-8 0 0 0,-45 7 31 0 0,0 0-1 0 0,0-1 1 0 0,-1 0 0 0 0,0-1-1 0 0,0 0 1 0 0,0-1 0 0 0,0 0-1 0 0,-1-1 1 0 0,0 1-1 0 0,0-2 1 0 0,-1 1 0 0 0,0-1-1 0 0,11-14 1 0 0,22-38 337 0 0,-3-3 0 0 0,56-126 0 0 0,-82 164-305 0 0,-1-1 0 0 0,-1 0 1 0 0,-1-1-1 0 0,7-40 0 0 0,-14 55 19 0 0,-1-1 1 0 0,0 0-1 0 0,-1 0 0 0 0,0 0 0 0 0,-1 0 1 0 0,-1 0-1 0 0,0 0 0 0 0,-1 0 0 0 0,0 1 1 0 0,-1-1-1 0 0,-9-21 0 0 0,-3 0-13 0 0,-1 0-1 0 0,-1 2 1 0 0,-2 0-1 0 0,-1 2 1 0 0,-1 0-1 0 0,-2 1 1 0 0,-44-42-1 0 0,59 64-381 0 0,0 1 0 0 0,-1-1 0 0 0,0 2 0 0 0,0-1 0 0 0,0 1 0 0 0,0 1 0 0 0,-1 0 0 0 0,1 0 0 0 0,-1 1 0 0 0,-11-2 0 0 0,13 4-474 0 0,0 0 0 0 0,1 1 0 0 0,-1-1 0 0 0,1 2 0 0 0,-1-1 0 0 0,0 1 0 0 0,1 1 0 0 0,-13 3 0 0 0,2 1 128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14:09.3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0 115 4145 0 0,'4'-22'1286'0'0,"9"-36"2916"0"0,6 24 6339 0 0,-18 34-10460 0 0,2 9 1305 0 0,-2 12-885 0 0,-15 134-381 0 0,5 0-1 0 0,14 163 1 0 0,14-107-1676 0 0,-13-179 591 0 0,0 0 0 0 0,2 0 0 0 0,2-1 0 0 0,17 40-1 0 0,2-15-5967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14:09.8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61 1376 0 0,'17'-61'14035'0'0,"-15"76"-11797"0"0,0 5-1308 0 0,-4 169 2314 0 0,2 152-2864 0 0,3-108-137 0 0,5 99-106 0 0,-2-281-154 0 0,3-5-272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14:10.4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 49 6913 0 0,'-1'0'231'0'0,"0"-1"-1"0"0,0 1 0 0 0,0-1 0 0 0,-1 1 0 0 0,1-1 1 0 0,0 1-1 0 0,0-1 0 0 0,0 0 0 0 0,1 0 0 0 0,-1 1 0 0 0,0-1 1 0 0,0 0-1 0 0,0 0 0 0 0,0 0 0 0 0,1 0 0 0 0,-1 0 1 0 0,0 0-1 0 0,1 0 0 0 0,-1 0 0 0 0,1 0 0 0 0,-1 0 0 0 0,1 0 1 0 0,0 0-1 0 0,-1-1 0 0 0,1 1 0 0 0,0-2 0 0 0,0 2 39 0 0,0 0 0 0 0,1 0 0 0 0,-1 0 0 0 0,0 0 0 0 0,1 1 0 0 0,-1-1 0 0 0,1 0 0 0 0,0 0 0 0 0,-1 0 0 0 0,1 0 0 0 0,-1 1 0 0 0,1-1 0 0 0,0 0 0 0 0,0 0 0 0 0,0 1 0 0 0,0-1 0 0 0,16-8-6 0 0,-17 9-170 0 0,1 0-1 0 0,-1 0 1 0 0,1 0 0 0 0,0 0 0 0 0,-1 0 0 0 0,1 0-1 0 0,-1 0 1 0 0,1 1 0 0 0,-1-1 0 0 0,1 0-1 0 0,-1 0 1 0 0,1 0 0 0 0,-1 1 0 0 0,0-1 0 0 0,1 0-1 0 0,-1 1 1 0 0,1-1 0 0 0,-1 0 0 0 0,1 1 0 0 0,-1-1-1 0 0,0 1 1 0 0,1-1 0 0 0,-1 0 0 0 0,0 1-1 0 0,0-1 1 0 0,1 1 0 0 0,-1-1 0 0 0,0 1 0 0 0,0-1-1 0 0,0 1 1 0 0,1-1 0 0 0,-1 1 0 0 0,0-1 0 0 0,0 1-1 0 0,0 0 1 0 0,7 29 383 0 0,-4-17-182 0 0,20 63-226 0 0,-3 0 0 0 0,-4 1-1 0 0,-3 1 1 0 0,4 91 0 0 0,-19-124-95 0 0,2-43-53 0 0,-1 0-1 0 0,1 0 1 0 0,0 0-1 0 0,-1 0 1 0 0,1 0-1 0 0,-1 0 1 0 0,0 0 0 0 0,1 0-1 0 0,-1 0 1 0 0,0-1-1 0 0,0 1 1 0 0,0 0-1 0 0,-1 0 1 0 0,1-1 0 0 0,0 1-1 0 0,-1-1 1 0 0,1 1-1 0 0,-3 1 1 0 0,-3-3-2213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14:11.1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159 72 456 0 0,'0'-1'128'0'0,"-1"1"0"0"0,1-1 0 0 0,0 1 0 0 0,0 0 0 0 0,-1-1 0 0 0,1 1 0 0 0,0 0 0 0 0,-1-1 0 0 0,1 1 0 0 0,0 0 0 0 0,-1-1 0 0 0,1 1 0 0 0,0 0 0 0 0,-1 0 0 0 0,1 0 0 0 0,0-1 0 0 0,-1 1 0 0 0,1 0 0 0 0,-1 0 0 0 0,1 0 0 0 0,-1 0 1 0 0,1 0-1 0 0,0 0 0 0 0,-1-1 0 0 0,1 1 0 0 0,-1 0 0 0 0,1 0 0 0 0,-1 1 0 0 0,1-1 0 0 0,-1 0 0 0 0,1 0 0 0 0,-1 0 0 0 0,-18 11 2119 0 0,-19 27-775 0 0,31-32-1198 0 0,-7 9-37 0 0,7-9-161 0 0,-1 1 0 0 0,1 1-1 0 0,1-1 1 0 0,-1 1 0 0 0,2 0 0 0 0,-1 1-1 0 0,1-1 1 0 0,0 1 0 0 0,-6 16 0 0 0,13-35 1830 0 0,2 0 0 0 0,-1 0 0 0 0,8-13 0 0 0,44-77-797 0 0,-34 64-819 0 0,-18 32-94 0 0,-1 0 0 0 0,0 1 0 0 0,1-1 0 0 0,-1 1 0 0 0,1-1 0 0 0,0 1 0 0 0,0 0 0 0 0,1 0 0 0 0,5-4 0 0 0,-8 6-146 0 0,1 1 0 0 0,-1-1 0 0 0,0 1-1 0 0,0 0 1 0 0,0-1 0 0 0,1 1 0 0 0,-1 0 0 0 0,0 0 0 0 0,1 0 0 0 0,-1 0 0 0 0,0 0-1 0 0,0 0 1 0 0,1 0 0 0 0,-1 0 0 0 0,0 0 0 0 0,0 1 0 0 0,1-1 0 0 0,-1 1-1 0 0,0-1 1 0 0,0 1 0 0 0,0-1 0 0 0,0 1 0 0 0,1-1 0 0 0,-1 1 0 0 0,0 0 0 0 0,0 0-1 0 0,0 0 1 0 0,-1 0 0 0 0,1-1 0 0 0,0 1 0 0 0,0 0 0 0 0,0 1 0 0 0,-1-1 0 0 0,1 0-1 0 0,0 0 1 0 0,-1 0 0 0 0,1 0 0 0 0,0 2 0 0 0,2 3-16 0 0,-1 1 0 0 0,1-1 0 0 0,-1 1 0 0 0,-1 0 0 0 0,1 0-1 0 0,-1-1 1 0 0,0 1 0 0 0,0 0 0 0 0,-1 9 0 0 0,0-9-28 0 0,0 1-1 0 0,1-1 1 0 0,-1 0 0 0 0,2 0-1 0 0,-1 0 1 0 0,1 0-1 0 0,4 11 1 0 0,-5-17-25 0 0,0 0 1 0 0,0 0-1 0 0,0 1 1 0 0,0-1-1 0 0,0 0 1 0 0,0 0-1 0 0,1 0 1 0 0,-1-1-1 0 0,0 1 1 0 0,1 0-1 0 0,-1 0 1 0 0,0-1-1 0 0,1 1 1 0 0,-1-1-1 0 0,1 1 1 0 0,-1-1-1 0 0,1 0 1 0 0,-1 1-1 0 0,1-1 1 0 0,-1 0-1 0 0,1 0 1 0 0,-1 0-1 0 0,1 0 1 0 0,-1 0-1 0 0,1 0 1 0 0,-1-1-1 0 0,1 1 1 0 0,1-1-1 0 0,49-16-1263 0 0,-39 11 683 0 0,44-15-1979 0 0,-42 17 1453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14:11.7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137 29 2304 0 0,'9'-28'15513'0'0,"-134"222"-14363"0"0,123-192-1142 0 0,2-1-64 0 0,-1 0-1 0 0,1 0 1 0 0,0 0 0 0 0,-1 0 0 0 0,0-1-1 0 0,1 1 1 0 0,-1 0 0 0 0,1 0 0 0 0,-1-1-1 0 0,0 1 1 0 0,0 0 0 0 0,1-1 0 0 0,-1 1-1 0 0,0 0 1 0 0,0-1 0 0 0,0 1 0 0 0,0-1-1 0 0,0 0 1 0 0,0 1 0 0 0,1-1 0 0 0,-1 0-1 0 0,-2 1 1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14:12.3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 55 1296 0 0,'0'0'5'0'0,"0"0"0"0"0,0 0 0 0 0,0 0 0 0 0,0 0 0 0 0,-1 0 1 0 0,1 1-1 0 0,0-1 0 0 0,0 0 0 0 0,0 0 0 0 0,0 0 0 0 0,0 0 0 0 0,-1 0 0 0 0,1-1 0 0 0,0 1 0 0 0,0 0 0 0 0,0 0 0 0 0,0 0 0 0 0,0 0 0 0 0,0 0 0 0 0,-1 0 0 0 0,1 0 0 0 0,0 0 0 0 0,0 0 0 0 0,0 0 0 0 0,0 0 0 0 0,0 0 0 0 0,0 0 1 0 0,0-1-1 0 0,-1 1 0 0 0,1 0 0 0 0,0 0 0 0 0,0 0 0 0 0,0 0 0 0 0,0 0 0 0 0,0 0 0 0 0,0 0 0 0 0,0-1 0 0 0,0 1 0 0 0,0 0 0 0 0,0 0 0 0 0,0 0 0 0 0,0 0 0 0 0,0 0 0 0 0,0-1 0 0 0,0 1 0 0 0,0 0 0 0 0,0 0 0 0 0,0 0 0 0 0,0 0 1 0 0,0 0-1 0 0,0 0 0 0 0,0-1 0 0 0,0 1 0 0 0,0 0 0 0 0,0 0 0 0 0,0 0 0 0 0,0 0 0 0 0,0 0 0 0 0,0 0 0 0 0,1-1 0 0 0,18-49 15780 0 0,-18 54-15474 0 0,-1-2-241 0 0,1 0 0 0 0,0 0 1 0 0,-1 0-1 0 0,1-1 0 0 0,0 1 0 0 0,0 0 1 0 0,0 0-1 0 0,1-1 0 0 0,-1 1 1 0 0,0-1-1 0 0,1 1 0 0 0,-1-1 0 0 0,4 3 1 0 0,5 6 308 0 0,-7-7-305 0 0,0 1-1 0 0,0-1 1 0 0,-1 0 0 0 0,0 1 0 0 0,1 0 0 0 0,-1-1 0 0 0,-1 1-1 0 0,1 0 1 0 0,-1 0 0 0 0,1 0 0 0 0,0 6 0 0 0,4 49 494 0 0,-7-51-495 0 0,1 0 0 0 0,1 0 1 0 0,0 0-1 0 0,0 0 0 0 0,0-1 1 0 0,1 1-1 0 0,0 0 0 0 0,0 0 1 0 0,7 13-1 0 0,-4-17-48 0 0,0 0 1 0 0,0 0 0 0 0,0 0-1 0 0,1 0 1 0 0,-1-1-1 0 0,1 0 1 0 0,0 0-1 0 0,0 0 1 0 0,0-1-1 0 0,0 0 1 0 0,12 2-1 0 0,-3 1 0 0 0,-13-4-328 0 0,1-1 0 0 0,-1 1 0 0 0,0-1 0 0 0,0 1 0 0 0,1-1 0 0 0,-1 0 0 0 0,0 0 0 0 0,1 0 0 0 0,-1 0 0 0 0,0 0 0 0 0,1 0 0 0 0,-1-1 0 0 0,0 1 0 0 0,0-1 0 0 0,1 1 0 0 0,-1-1 0 0 0,0 0 0 0 0,0 0 0 0 0,2-2 0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14:12.92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62 4 4145 0 0,'-32'-4'3065'0'0,"3"7"3671"0"0,28-3-6662 0 0,27 19 5351 0 0,1 1-5132 0 0,-19-10-127 0 0,0 0 1 0 0,0 1 0 0 0,9 16-1 0 0,-11-17-14 0 0,0 0 0 0 0,0-1 0 0 0,1 0 0 0 0,14 16 1 0 0,4-12 74 0 0,1 1 218 0 0,-29-6-1888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16:23.8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69 103 5313 0 0,'-1'-2'178'0'0,"0"0"0"0"0,0 1 0 0 0,0-1-1 0 0,0 0 1 0 0,0 0 0 0 0,0 1 0 0 0,0-1-1 0 0,1 0 1 0 0,-1 0 0 0 0,1 0 0 0 0,-1 0 0 0 0,1 0-1 0 0,0-4 1 0 0,0 5-48 0 0,0 0-1 0 0,0 0 1 0 0,0-1-1 0 0,0 1 1 0 0,0 0-1 0 0,0 0 0 0 0,0 0 1 0 0,-1-1-1 0 0,1 1 1 0 0,0 0-1 0 0,-1 0 1 0 0,1 0-1 0 0,-1 0 1 0 0,1 0-1 0 0,-1 0 1 0 0,1 0-1 0 0,-1 0 1 0 0,0 0-1 0 0,0 0 0 0 0,0 0 1 0 0,1 0-1 0 0,-1 0 1 0 0,0 0-1 0 0,0 1 1 0 0,0-1-1 0 0,0 0 1 0 0,0 1-1 0 0,0-1 1 0 0,0 1-1 0 0,0-1 0 0 0,-1 1 1 0 0,1-1-1 0 0,0 1 1 0 0,-2 0-1 0 0,-15-2 1659 0 0,2-1 2342 0 0,37-2-2078 0 0,74-9-1676 0 0,0 4 1 0 0,1 4-1 0 0,1 5 0 0 0,137 15 1 0 0,-185-9-337 0 0,-22-4-31 0 0,-1 2 0 0 0,1 1 0 0 0,-1 1 0 0 0,0 1 0 0 0,31 12 0 0 0,-37-1-1821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16:24.9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1 554 6449 0 0,'1'-17'9994'0'0,"3"-5"-6578"0"0,2-13-2664 0 0,0-9-251 0 0,1-1 0 0 0,23-73 0 0 0,-5 26-250 0 0,-21 71-193 0 0,0 1 34 0 0,1 0 0 0 0,0 0 1 0 0,2 0-1 0 0,0 0 0 0 0,1 1 1 0 0,13-20-1 0 0,-21 38-84 0 0,0 1 0 0 0,0 0 1 0 0,0 0-1 0 0,0 0 0 0 0,0 0 0 0 0,0 0 0 0 0,1 0 1 0 0,-1 0-1 0 0,0-1 0 0 0,0 1 0 0 0,0 0 0 0 0,0 0 0 0 0,0 0 1 0 0,1 0-1 0 0,-1 0 0 0 0,0 0 0 0 0,0 0 0 0 0,0 0 1 0 0,0 0-1 0 0,1 0 0 0 0,-1 0 0 0 0,0 0 0 0 0,0 0 1 0 0,0 0-1 0 0,0 0 0 0 0,1 0 0 0 0,-1 0 0 0 0,0 0 1 0 0,0 0-1 0 0,0 0 0 0 0,0 1 0 0 0,1-1 0 0 0,-1 0 1 0 0,0 0-1 0 0,0 0 0 0 0,0 0 0 0 0,0 0 0 0 0,0 0 1 0 0,0 0-1 0 0,1 1 0 0 0,-1-1 0 0 0,0 0 0 0 0,0 0 1 0 0,0 0-1 0 0,0 0 0 0 0,0 0 0 0 0,0 1 0 0 0,0-1 1 0 0,8 14 112 0 0,3 13-36 0 0,113 305-5 0 0,-111-298-132 0 0,9 41 0 0 0,-13-40-16 0 0,15 36 0 0 0,-24-71 65 0 0,0 1 1 0 0,1 0-1 0 0,-1 0 0 0 0,0-1 0 0 0,0 1 1 0 0,1 0-1 0 0,-1-1 0 0 0,0 1 1 0 0,1 0-1 0 0,-1-1 0 0 0,0 1 1 0 0,1 0-1 0 0,-1-1 0 0 0,1 1 0 0 0,-1-1 1 0 0,1 1-1 0 0,0-1 0 0 0,-1 1 1 0 0,1-1-1 0 0,-1 1 0 0 0,1-1 0 0 0,0 0 1 0 0,-1 1-1 0 0,1-1 0 0 0,0 0 1 0 0,0 0-1 0 0,-1 1 0 0 0,1-1 0 0 0,0 0 1 0 0,0 0-1 0 0,-1 0 0 0 0,1 0 1 0 0,1 0-1 0 0,-1-1-8 0 0,1 0 0 0 0,0 0-1 0 0,-1 0 1 0 0,1 0 0 0 0,-1 0 0 0 0,1 0 0 0 0,-1 0 0 0 0,0-1-1 0 0,0 1 1 0 0,1 0 0 0 0,-1-1 0 0 0,0 1 0 0 0,1-3 0 0 0,5-9-61 0 0,0 0 0 0 0,7-19 0 0 0,-14 31 72 0 0,27-80 0 0 0,-4-1 0 0 0,-3-1 0 0 0,12-115 0 0 0,-32 183 101 0 0,3-14 280 0 0,-3 28-369 0 0,0 0 1 0 0,0 0-1 0 0,0 0 1 0 0,1 0-1 0 0,-1 0 1 0 0,0 0-1 0 0,0 0 1 0 0,1 0-1 0 0,-1 0 1 0 0,1 1-1 0 0,-1-1 1 0 0,1 0-1 0 0,-1 0 1 0 0,1 0-1 0 0,-1 1 1 0 0,1-1-1 0 0,0 0 1 0 0,0 1-1 0 0,-1-1 1 0 0,3-1-1 0 0,-2 2-1 0 0,-1 1 0 0 0,1-1 0 0 0,0 0 0 0 0,0 0 0 0 0,0 0 0 0 0,0 1 0 0 0,-1-1 0 0 0,1 0 0 0 0,0 1 0 0 0,0-1 0 0 0,-1 1 0 0 0,1-1 0 0 0,0 1 0 0 0,0-1 0 0 0,-1 1 0 0 0,1-1 0 0 0,-1 1 1 0 0,1 0-1 0 0,0-1 0 0 0,-1 1 0 0 0,0 0 0 0 0,1-1 0 0 0,-1 1 0 0 0,1 0 0 0 0,0 1 0 0 0,11 25 41 0 0,-11-25-28 0 0,74 213 38 0 0,-56-150-43 0 0,2-2 1 0 0,4 0 0 0 0,33 61 0 0 0,-58-124-21 0 0,1 0 1 0 0,-1 1-1 0 0,0-1 0 0 0,0 0 0 0 0,1 1 0 0 0,-1-1 1 0 0,0 0-1 0 0,1 1 0 0 0,-1-1 0 0 0,0 0 0 0 0,1 0 1 0 0,-1 1-1 0 0,0-1 0 0 0,1 0 0 0 0,-1 0 1 0 0,1 0-1 0 0,-1 0 0 0 0,0 1 0 0 0,1-1 0 0 0,-1 0 1 0 0,1 0-1 0 0,-1 0 0 0 0,0 0 0 0 0,1 0 0 0 0,-1 0 1 0 0,1 0-1 0 0,-1 0 0 0 0,1 0 0 0 0,-1-1 0 0 0,0 1 1 0 0,1 0-1 0 0,-1 0 0 0 0,1 0 0 0 0,-1 0 1 0 0,0 0-1 0 0,1-1 0 0 0,-1 1 0 0 0,0 0 0 0 0,1 0 1 0 0,-1-1-1 0 0,0 1 0 0 0,1 0 0 0 0,-1-1 0 0 0,0 1 1 0 0,1 0-1 0 0,-1-1 0 0 0,0 1 0 0 0,0 0 0 0 0,0-1 1 0 0,1 1-1 0 0,-1-1 0 0 0,0 1 0 0 0,0 0 0 0 0,0-1 1 0 0,0 0-1 0 0,17-31-74 0 0,-14 24 55 0 0,18-34-52 0 0,-3 0 0 0 0,25-86 0 0 0,3-93-125 0 0,-45 209 214 0 0,0 6 9 0 0,-1 1 0 0 0,1-1 0 0 0,0 1-1 0 0,0 0 1 0 0,1-1 0 0 0,-1 1 0 0 0,1 0 0 0 0,0 0-1 0 0,1 0 1 0 0,-1 0 0 0 0,5-5 0 0 0,-7 10-18 0 0,1-1 1 0 0,-1 1 0 0 0,1 0-1 0 0,0 0 1 0 0,-1 0 0 0 0,1-1-1 0 0,0 1 1 0 0,-1 0 0 0 0,1 0-1 0 0,0 0 1 0 0,-1 0 0 0 0,1 0-1 0 0,0 0 1 0 0,-1 0 0 0 0,1 0-1 0 0,0 0 1 0 0,-1 0 0 0 0,1 0-1 0 0,-1 1 1 0 0,1-1 0 0 0,0 0-1 0 0,-1 0 1 0 0,1 1 0 0 0,-1-1-1 0 0,1 0 1 0 0,0 1 0 0 0,-1-1-1 0 0,1 1 1 0 0,-1-1 0 0 0,1 1-1 0 0,-1-1 1 0 0,0 1 0 0 0,1-1-1 0 0,-1 1 1 0 0,1-1 0 0 0,-1 1-1 0 0,0-1 1 0 0,1 1 0 0 0,-1 1-1 0 0,17 26 138 0 0,-15-25-141 0 0,12 29 109 0 0,21 62-1 0 0,-2-2-92 0 0,-15-51-570 0 0,-8-22 807 0 0,-1 1 0 0 0,-2 0 0 0 0,7 23 0 0 0,-13-37-602 0 0,0 2 1 0 0,0-1-1 0 0,0 0 0 0 0,-1 0 0 0 0,-1 9 1 0 0,1-10-460 0 0,-1-1 1 0 0,0 1-1 0 0,-1-1 1 0 0,1 0-1 0 0,-1 1 1 0 0,0-1 0 0 0,-5 8-1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16:25.4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0 117 4233 0 0,'2'-14'10546'0'0,"-2"11"-10228"0"0,0 2-194 0 0,0 0 1 0 0,0 0-1 0 0,0 0 0 0 0,0 0 1 0 0,0 0-1 0 0,0 0 1 0 0,0 0-1 0 0,1 0 0 0 0,-1 0 1 0 0,0 0-1 0 0,1 0 1 0 0,-1 0-1 0 0,1 0 0 0 0,-1 0 1 0 0,1 0-1 0 0,0-1 1 0 0,13 0 3631 0 0,9 5-3432 0 0,-23-3-251 0 0,60-1 239 0 0,-1-3 0 0 0,0-2 0 0 0,62-15 0 0 0,-48 7 96 0 0,86-4 0 0 0,12 9-439 0 0,360-1-146 0 0,-508 11-22 0 0,-24-1-26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16:54.8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307 95 6913 0 0,'-89'5'4486'0'0,"65"-2"-3384"0"0,0-1 1 0 0,0-1-1 0 0,0-2 0 0 0,1 0 1 0 0,-36-7-1 0 0,20-7 2816 0 0,38 15-3816 0 0,17-3 42 0 0,516-50 400 0 0,-194 43-608 0 0,-139 8 284 0 0,7 3-106 0 0,47-2-124 0 0,-181-11-201 0 0,-75 12-749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16:55.8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31 148 456 0 0,'0'-4'364'0'0,"-1"1"1"0"0,1 0-1 0 0,-1 0 0 0 0,0-1 0 0 0,0 1 0 0 0,0 0 1 0 0,0 0-1 0 0,-1 0 0 0 0,1 0 0 0 0,-1 0 1 0 0,-3-4-1 0 0,4 5-93 0 0,-1-1 1 0 0,0 1-1 0 0,1-1 0 0 0,-1 0 1 0 0,1 1-1 0 0,0-1 1 0 0,0 0-1 0 0,0 0 0 0 0,0 0 1 0 0,0 0-1 0 0,1 0 1 0 0,-1 0-1 0 0,1 0 0 0 0,0-5 1 0 0,2-10 1610 0 0,5-22 10463 0 0,-7 39-12276 0 0,3 24 43 0 0,-2 72 165 0 0,-2-67-251 0 0,1 0 0 0 0,7 45 0 0 0,1-27 11 0 0,10 56 227 0 0,5 119 1 0 0,-21-197-237 0 0,1 0 0 0 0,1 0 0 0 0,12 43 0 0 0,33 68 42 0 0,-31-90 4 0 0,6 12 24 0 0,-16-39-4 0 0,0-1 0 0 0,-1 1 0 0 0,-1 1-1 0 0,-1-1 1 0 0,6 36 0 0 0,-11-52-286 0 0,5 24 930 0 0,1-23-2158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16:56.7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29 97 2304 0 0,'-12'-21'2168'0'0,"10"18"-1862"0"0,0-1 0 0 0,-1 1 0 0 0,2-1-1 0 0,-1 0 1 0 0,0 0 0 0 0,1 0 0 0 0,0 1 0 0 0,-1-6 0 0 0,1 7 161 0 0,1 0 1 0 0,0 0-1 0 0,19-29 12765 0 0,-18 31-12950 0 0,18 14 329 0 0,-16-9-557 0 0,0 0 0 0 0,-1 0 1 0 0,1 1-1 0 0,-1-1 1 0 0,-1 1-1 0 0,1-1 1 0 0,-1 1-1 0 0,0 0 1 0 0,0 0-1 0 0,0 0 1 0 0,-1 0-1 0 0,0 7 1 0 0,3 22-3 0 0,22 70 142 0 0,-17-78-150 0 0,0 2 0 0 0,-2-1-1 0 0,-2 1 1 0 0,0 0-1 0 0,-1 52 1 0 0,-3-73-15 0 0,1 0 0 0 0,0 1-1 0 0,0-1 1 0 0,1 0 0 0 0,0 1 0 0 0,0-1 0 0 0,1 0 0 0 0,0 0 0 0 0,5 8 0 0 0,-3-5 14 0 0,-1 0 0 0 0,0 0 0 0 0,5 23 0 0 0,35 222 11 0 0,-37-226 75 0 0,2 0 0 0 0,16 40 0 0 0,-12-40-15 0 0,-3 1 1 0 0,8 32-1 0 0,-18-63-146 0 0,0 0 0 0 0,0 0 0 0 0,0-1 0 0 0,0 1-1 0 0,0 0 1 0 0,0 0 0 0 0,0 0 0 0 0,0 0-1 0 0,1 0 1 0 0,-1 0 0 0 0,0 0 0 0 0,0 0 0 0 0,0 0-1 0 0,0 0 1 0 0,0-1 0 0 0,0 1 0 0 0,1 0 0 0 0,-1 0-1 0 0,0 0 1 0 0,0 0 0 0 0,0 0 0 0 0,0 0-1 0 0,0 0 1 0 0,1 0 0 0 0,-1 0 0 0 0,0 0 0 0 0,0 0-1 0 0,0 0 1 0 0,0 0 0 0 0,0 0 0 0 0,1 0-1 0 0,-1 0 1 0 0,0 0 0 0 0,0 0 0 0 0,0 1 0 0 0,0-1-1 0 0,0 0 1 0 0,0 0 0 0 0,1 0 0 0 0,-1 0 0 0 0,0 0-1 0 0,0 0 1 0 0,0 0 0 0 0,0 0 0 0 0,0 0-1 0 0,0 1 1 0 0,0-1 0 0 0,0 0 0 0 0,0 0 0 0 0,1 0-1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16:57.4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33 72 3681 0 0,'-32'0'16839'0'0,"36"0"-16716"0"0,286-22 823 0 0,-125 13-924 0 0,86-2 20 0 0,30 3-17 0 0,95 2 14 0 0,-135-2 411 0 0,-155 2-140 0 0,119 7-1 0 0,-137 2-223 0 0,-69-9-387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17:00.8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326 29 1840 0 0,'-96'19'4945'0'0,"64"-14"-3398"0"0,1 1-1 0 0,0 2 0 0 0,-30 11 1 0 0,-14 13 3264 0 0,90-37-4245 0 0,0 0 0 0 0,1 1 0 0 0,27-3 0 0 0,-13 2-301 0 0,175-28 350 0 0,1 10 0 0 0,284 4 1 0 0,-438 19-599 0 0,-20 2 19 0 0,-1-2-1 0 0,0-2 1 0 0,61-9 0 0 0,-86 6 267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17:02.5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153 573 3681 0 0,'-6'1'1165'0'0,"0"0"1"0"0,1 0-1 0 0,-1-1 0 0 0,0 0 1 0 0,0 0-1 0 0,1 0 0 0 0,-1 0 1 0 0,-6-2-1 0 0,-12-11 2808 0 0,2-14-4506 0 0,15 15 705 0 0,0-1 0 0 0,1 0 0 0 0,0 0 0 0 0,1-1 0 0 0,1 1 0 0 0,0-1 0 0 0,1 0 0 0 0,0-1 0 0 0,1 1 0 0 0,1 0 0 0 0,0-1 0 0 0,1 1 0 0 0,1-1 0 0 0,0 1 0 0 0,1 0 0 0 0,0-1 0 0 0,1 1 0 0 0,1 0 0 0 0,0 0 0 0 0,10-22 0 0 0,-8 28-95 0 0,0 0 1 0 0,0 1 0 0 0,0-1 0 0 0,1 1-1 0 0,0 1 1 0 0,0-1 0 0 0,1 1 0 0 0,0 0 0 0 0,0 1-1 0 0,12-7 1 0 0,-7 5-23 0 0,1 1 0 0 0,0 0 0 0 0,0 1 0 0 0,0 0 0 0 0,1 1 0 0 0,15-3 0 0 0,-20 7-48 0 0,0 0 1 0 0,-1 0-1 0 0,1 1 1 0 0,-1 0-1 0 0,1 1 1 0 0,-1 0 0 0 0,1 0-1 0 0,-1 1 1 0 0,0 0-1 0 0,0 1 1 0 0,0 0-1 0 0,-1 0 1 0 0,0 1-1 0 0,1 0 1 0 0,-1 1-1 0 0,-1 0 1 0 0,8 6-1 0 0,13 14 18 0 0,0 2-1 0 0,41 53 0 0 0,-49-55-24 0 0,-1 0 0 0 0,-2 1 0 0 0,-1 0 0 0 0,14 34 0 0 0,-23-46 0 0 0,-1 0 0 0 0,-1 1 0 0 0,0 0 0 0 0,-1 0 0 0 0,-1 1 0 0 0,-1-1 0 0 0,0 0 0 0 0,-1 1 0 0 0,-2 29 0 0 0,1-46 0 0 0,0 0 0 0 0,0 1 0 0 0,0-1 0 0 0,0 0 0 0 0,0 1 0 0 0,0-1 0 0 0,0 0 0 0 0,0 1 0 0 0,0-1 0 0 0,0 1 0 0 0,0-1 0 0 0,0 0 0 0 0,0 1 0 0 0,0-1 0 0 0,0 0 0 0 0,-1 1 0 0 0,1-1 0 0 0,0 0 0 0 0,0 0 0 0 0,0 1 0 0 0,-1-1 0 0 0,1 0 0 0 0,0 1 0 0 0,0-1 0 0 0,-1 0 0 0 0,1 0 0 0 0,0 0 0 0 0,0 1 0 0 0,-1-1 0 0 0,1 0 0 0 0,0 0 0 0 0,-1 0 0 0 0,-8-7 0 0 0,-5-20 0 0 0,13 15-71 0 0,1 0-1 0 0,0 0 1 0 0,1 0 0 0 0,0 0 0 0 0,0 0 0 0 0,1 1 0 0 0,1-1-1 0 0,0 0 1 0 0,1 1 0 0 0,9-20 0 0 0,4-6-322 0 0,41-61 1 0 0,-33 59 582 0 0,50-59 0 0 0,-65 87-66 0 0,1 0 1 0 0,0 1-1 0 0,0 0 0 0 0,1 0 1 0 0,1 1-1 0 0,-1 1 1 0 0,1 0-1 0 0,1 1 0 0 0,14-6 1 0 0,-25 12-122 0 0,0 0-1 0 0,0 0 1 0 0,0 0 0 0 0,1 1 0 0 0,-1 0 0 0 0,0-1 0 0 0,1 1-1 0 0,-1 0 1 0 0,0 0 0 0 0,1 1 0 0 0,-1-1 0 0 0,0 1 0 0 0,1 0-1 0 0,-1 0 1 0 0,0 0 0 0 0,0 0 0 0 0,0 0 0 0 0,0 1 0 0 0,0-1-1 0 0,0 1 1 0 0,0 0 0 0 0,0 0 0 0 0,-1 0 0 0 0,1 0-1 0 0,-1 0 1 0 0,0 1 0 0 0,1-1 0 0 0,2 6 0 0 0,6 7 20 0 0,-1 1 0 0 0,-1 0 0 0 0,0 1-1 0 0,7 19 1 0 0,-3-6-11 0 0,22 36-12 0 0,-18-34 0 0 0,24 57 0 0 0,-39-83-5 0 0,-1 0-1 0 0,0 0 1 0 0,0 0 0 0 0,0 0-1 0 0,-1 0 1 0 0,0 0 0 0 0,0 0-1 0 0,-1 0 1 0 0,1 0 0 0 0,-1 0-1 0 0,-4 11 1 0 0,4-14 2 0 0,1 0 1 0 0,-2 0-1 0 0,1 0 0 0 0,0 0 1 0 0,-1 0-1 0 0,1 0 0 0 0,-1 0 1 0 0,0 0-1 0 0,0-1 0 0 0,0 1 1 0 0,0-1-1 0 0,0 1 0 0 0,-1-1 1 0 0,1 0-1 0 0,-1 0 0 0 0,1 0 1 0 0,-1 0-1 0 0,0-1 0 0 0,0 1 1 0 0,0-1-1 0 0,0 0 0 0 0,0 1 1 0 0,-5 0-1 0 0,7-2-5 0 0,0-1 0 0 0,0 1 0 0 0,1 0 0 0 0,-1-1 0 0 0,1 1 0 0 0,-1-1 0 0 0,0 1 1 0 0,1-1-1 0 0,-1 1 0 0 0,1-1 0 0 0,-1 1 0 0 0,1-1 0 0 0,-1 0 0 0 0,1 1 0 0 0,-1-1 0 0 0,1 0 0 0 0,0 1 0 0 0,-1-1 0 0 0,1 0 0 0 0,0 0 1 0 0,0 1-1 0 0,0-1 0 0 0,-1 0 0 0 0,1 0 0 0 0,0 1 0 0 0,0-1 0 0 0,0 0 0 0 0,0 0 0 0 0,0 0 0 0 0,0 1 0 0 0,1-1 0 0 0,-1 0 0 0 0,0 0 1 0 0,0 0-1 0 0,4-34-353 0 0,-4 34 335 0 0,8-46-125 0 0,2 0 0 0 0,3 1 1 0 0,1 0-1 0 0,2 1 0 0 0,25-47 1 0 0,-32 75 178 0 0,1 1 1 0 0,1-1 0 0 0,0 2 0 0 0,1-1 0 0 0,1 2 0 0 0,27-26 0 0 0,-29 31-7 0 0,-1 1 0 0 0,1 0 1 0 0,0 1-1 0 0,1 0 0 0 0,0 0 1 0 0,0 1-1 0 0,0 1 1 0 0,1 0-1 0 0,0 1 0 0 0,24-5 1 0 0,-33 8-10 0 0,0 0 0 0 0,0 1 1 0 0,0 0-1 0 0,0 0 0 0 0,0 0 1 0 0,0 0-1 0 0,0 0 0 0 0,0 1 1 0 0,0 0-1 0 0,0 0 0 0 0,-1 0 0 0 0,1 0 1 0 0,0 0-1 0 0,0 1 0 0 0,-1 0 1 0 0,1 0-1 0 0,-1 0 0 0 0,1 0 1 0 0,-1 0-1 0 0,0 1 0 0 0,0 0 1 0 0,0-1-1 0 0,0 1 0 0 0,-1 0 1 0 0,5 6-1 0 0,0 5 75 0 0,0-1 0 0 0,-1 1 0 0 0,0 1 0 0 0,-1-1 1 0 0,5 24-1 0 0,-5-19-31 0 0,0-1 1 0 0,10 21 0 0 0,10 11-58 0 0,-14-30 0 0 0,0 1 0 0 0,-2 0 0 0 0,14 42 0 0 0,-22-56 0 0 0,1 1 0 0 0,-1-1 0 0 0,-1 1 0 0 0,1-1 0 0 0,-1 1 0 0 0,0-1 0 0 0,-1 1 0 0 0,0-1 0 0 0,0 1 0 0 0,-1-1 0 0 0,0 0 0 0 0,0 1 0 0 0,0-1 0 0 0,-1 0 0 0 0,0 0 0 0 0,-5 7 0 0 0,-4 0 1 0 0,12-13-1 0 0,0-1 0 0 0,0 0 0 0 0,-1 0 0 0 0,1 0 0 0 0,0 0 0 0 0,0 0 0 0 0,0 0 0 0 0,-1 0 0 0 0,1 0 0 0 0,0 0 1 0 0,0 1-1 0 0,-1-1 0 0 0,1 0 0 0 0,0 0 0 0 0,0 0 0 0 0,-1 0 0 0 0,1-1 0 0 0,0 1 0 0 0,0 0 0 0 0,0 0 0 0 0,-1 0 0 0 0,1 0 0 0 0,0 0 0 0 0,0 0 0 0 0,-1 0 0 0 0,1 0 0 0 0,0 0 0 0 0,0-1 0 0 0,0 1 0 0 0,-1 0 0 0 0,1 0 0 0 0,0 0 0 0 0,0 0 0 0 0,0 0 0 0 0,-1-1 1 0 0,-8-29-11 0 0,8 24 6 0 0,-2-5-64 0 0,2 0-1 0 0,-1 0 0 0 0,1 0 1 0 0,1 0-1 0 0,0 0 0 0 0,1-1 1 0 0,0 1-1 0 0,3-14 1 0 0,1 8 89 0 0,0 1 0 0 0,1 0 0 0 0,1 0 0 0 0,15-26 0 0 0,-1 5 13 0 0,2 1 0 0 0,44-52-1 0 0,-57 76-25 0 0,1 0 0 0 0,0 1 0 0 0,0 1-1 0 0,1 0 1 0 0,1 0 0 0 0,0 1 0 0 0,0 1-1 0 0,0 0 1 0 0,1 1 0 0 0,23-8 0 0 0,-30 13 3 0 0,0 0 0 0 0,0 0 1 0 0,0 1-1 0 0,1 0 0 0 0,-1 1 0 0 0,0 0 1 0 0,1 0-1 0 0,-1 0 0 0 0,0 1 0 0 0,1 0 1 0 0,-1 0-1 0 0,0 1 0 0 0,12 4 0 0 0,-8-1 28 0 0,-1 0-1 0 0,0 1 1 0 0,0 0-1 0 0,-1 0 1 0 0,0 1-1 0 0,0 0 1 0 0,0 1-1 0 0,8 9 1 0 0,4 9 45 0 0,-1 1 0 0 0,-1 1 0 0 0,-1 0 0 0 0,-1 2 0 0 0,13 32 0 0 0,-21-40-73 0 0,0 0-1 0 0,-2 0 1 0 0,-1 1 0 0 0,0 0-1 0 0,-2 0 1 0 0,2 27 0 0 0,-4-33 48 0 0,-1-13-43 0 0,-1 0 0 0 0,1 0 1 0 0,-1 0-1 0 0,0 1 0 0 0,0-1 1 0 0,-1 0-1 0 0,-1 7 0 0 0,3 12 73 0 0,-1-22-82 0 0,1 1 0 0 0,-1-1 0 0 0,0 0 0 0 0,0 0 0 0 0,1 0-1 0 0,-1 1 1 0 0,0-1 0 0 0,0 0 0 0 0,0 0 0 0 0,-1 1-1 0 0,1-1 1 0 0,0 0 0 0 0,0 0 0 0 0,-1 1 0 0 0,1-1-1 0 0,0 0 1 0 0,-1 0 0 0 0,1 0 0 0 0,-1 0 0 0 0,0 0-1 0 0,1 0 1 0 0,-1 1 0 0 0,0-1 0 0 0,0-1 0 0 0,1 1 0 0 0,-1 0-1 0 0,-2 2 1 0 0,-4 1-1651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17:03.0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30 108 2793 0 0,'-1'0'86'0'0,"-27"0"10224"0"0,39-1-8409 0 0,170-18 2640 0 0,75-3-2423 0 0,60 24-1778 0 0,64-1 231 0 0,0-31-274 0 0,-343 25-347 0 0,-12 2-75 0 0,1-1 0 0 0,35-11 1 0 0,-61 15 111 0 0,1 0-16 0 0,-1 0 1 0 0,0 0 0 0 0,1 0 0 0 0,-1 0-1 0 0,0 0 1 0 0,1 0 0 0 0,-1 0 0 0 0,0 0-1 0 0,1 0 1 0 0,-1 0 0 0 0,0-1 0 0 0,0 1-1 0 0,1 0 1 0 0,-1 0 0 0 0,0 0 0 0 0,1-1-1 0 0,-1 1 1 0 0,0 0 0 0 0,0 0 0 0 0,1-1-1 0 0,-1 1 1 0 0,0 0 0 0 0,0 0 0 0 0,0-1-1 0 0,1 1 1 0 0,-1 0 0 0 0,0-1 0 0 0,0 1 0 0 0,0 0-1 0 0,0-1 1 0 0,0 1 0 0 0,0 0 0 0 0,0-1-1 0 0,-3-3-870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17:43.6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32 152 6625 0 0,'-4'-12'467'0'0,"0"1"0"0"0,0-1 0 0 0,1 0 0 0 0,1 0 0 0 0,-2-20-1 0 0,-7-28 12414 0 0,14 75-10608 0 0,10 68-2976 0 0,-13-77 715 0 0,26 378 234 0 0,-21-310-161 0 0,16 82 0 0 0,3 24 116 0 0,-22-149-175 0 0,-2 0-1 0 0,0-1 1 0 0,-9 57 0 0 0,8-85 7 0 0,1-1-171 0 0,0 0 0 0 0,-1 0 0 0 0,1 0 1 0 0,0 0-1 0 0,0 0 0 0 0,0 0 0 0 0,0 0 0 0 0,0 0 0 0 0,0 0 1 0 0,0 0-1 0 0,0 0 0 0 0,0 0 0 0 0,0 0 0 0 0,1 0 0 0 0,-1 0 1 0 0,1 1-1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17:44.3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358 61 1376 0 0,'-18'6'683'0'0,"-1"-1"0"0"0,-1-1 0 0 0,-36 3 0 0 0,6 0 754 0 0,-68 19 3955 0 0,42-2 2378 0 0,133-41-6500 0 0,1 2 0 0 0,112-13 0 0 0,696-30-849 0 0,-597 44-314 0 0,-221 11-16 0 0,30-1 189 0 0,80 5 0 0 0,-155-1-342 0 0,34 4 66 0 0,-35-4-106 0 0,-1 0 0 0 0,1 1 0 0 0,0-1 1 0 0,0 1-1 0 0,0-1 0 0 0,0 1 0 0 0,-1-1 0 0 0,1 1 0 0 0,0 0 0 0 0,-1 0 0 0 0,1 0 0 0 0,-1 0 0 0 0,1 0 0 0 0,-1 0 0 0 0,3 3 0 0 0,-4-2-1053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17:44.8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28 78 5065 0 0,'-27'17'10937'0'0,"43"-23"-9641"0"0,44-18 304 0 0,110-29 0 0 0,-129 45-2446 0 0,-13 5-5375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17:45.3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32 1840 0 0,'13'-32'16920'0'0,"-4"36"-16712"0"0,-3 0-38 0 0,0 0-1 0 0,-1 1 1 0 0,1-1-1 0 0,-1 1 1 0 0,-1 0-1 0 0,1 0 1 0 0,-1 1 0 0 0,1 0-1 0 0,-2-1 1 0 0,1 1-1 0 0,0 1 1 0 0,-1-1-1 0 0,-1 0 1 0 0,1 1 0 0 0,-1 0-1 0 0,3 10 1 0 0,0 11 19 0 0,-1 0 1 0 0,2 50-1 0 0,-4-38-45 0 0,1 8-117 0 0,1 0 0 0 0,3 0 0 0 0,3-1 0 0 0,1 0 0 0 0,24 65 0 0 0,-27-92 23 0 0,-2-1 1 0 0,0 1 0 0 0,-1-1-1 0 0,-2 2 1 0 0,0-1-1 0 0,1 26 1 0 0,-4-8 90 0 0,-2 0-1 0 0,-9 54 1 0 0,9-80-205 0 0,2-2-256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17:46.32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82 156 3225 0 0,'-25'14'2070'0'0,"9"-4"-585"0"0,-9-2 1001 0 0,25-8-2362 0 0,-1 0 1 0 0,1 0-1 0 0,-1 0 0 0 0,1 0 0 0 0,-1 0 0 0 0,1 0 0 0 0,-1 0 1 0 0,1 0-1 0 0,-1 0 0 0 0,0 0 0 0 0,1 0 0 0 0,-1 0 0 0 0,1 0 1 0 0,-1 0-1 0 0,1-1 0 0 0,-1 1 0 0 0,1 0 0 0 0,-1 0 0 0 0,1-1 1 0 0,-1 1-1 0 0,1 0 0 0 0,0-1 0 0 0,-1 1 0 0 0,1 0 1 0 0,-1-1-1 0 0,1 1 0 0 0,0-1 0 0 0,-1 1 0 0 0,1-1 0 0 0,0 1 1 0 0,-1 0-1 0 0,1-1 0 0 0,0 1 0 0 0,0-1 0 0 0,0 0 0 0 0,-1 1 1 0 0,1-1-1 0 0,0 1 0 0 0,0-1 0 0 0,0 1 0 0 0,0-1 0 0 0,0 1 1 0 0,0-2-1 0 0,16-4 5606 0 0,25-2-5786 0 0,-38 7 454 0 0,53-9-22 0 0,47-8-199 0 0,119-7 1 0 0,179-4 467 0 0,-104 5-118 0 0,-138 12-484 0 0,173-6 134 0 0,-90 6 39 0 0,92 2 16 0 0,-247 12-218 0 0,155 11 18 0 0,-199-8 4 0 0,0 2 1 0 0,-1 2-1 0 0,65 21 1 0 0,-96-23 21 0 0,-11-7-71 0 0,0 1 0 0 0,0-1 1 0 0,0 0-1 0 0,1 0 0 0 0,-1 0 0 0 0,0 0 1 0 0,0 0-1 0 0,0 1 0 0 0,0-1 1 0 0,0 0-1 0 0,0 0 0 0 0,0 0 1 0 0,0 1-1 0 0,1-1 0 0 0,-1 0 0 0 0,0 0 1 0 0,0 0-1 0 0,0 1 0 0 0,0-1 1 0 0,0 0-1 0 0,0 0 0 0 0,0 0 0 0 0,0 1 1 0 0,0-1-1 0 0,0 0 0 0 0,0 0 1 0 0,-1 0-1 0 0,1 0 0 0 0,0 1 0 0 0,0-1 1 0 0,0 0-1 0 0,0 0 0 0 0,0 0 1 0 0,0 1-1 0 0,0-1 0 0 0,0 0 1 0 0,-1 0-1 0 0,1 0 0 0 0,0 0 0 0 0,0 0 1 0 0,0 1-1 0 0,0-1 0 0 0,0 0 1 0 0,-1 0-1 0 0,1 0 0 0 0,0 0 0 0 0,0 0 1 0 0,0 0-1 0 0,-1 0 0 0 0,1 0 1 0 0,0 0-1 0 0,0 0 0 0 0,0 0 1 0 0,-1 1-1 0 0,1-1 0 0 0,0 0 0 0 0,0 0 1 0 0,0 0-1 0 0,-1 0 0 0 0,1-1 1 0 0,-3 2-511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17:48.0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80 37 4209 0 0,'-18'6'45'0'0,"-17"8"-509"0"0,34-14 605 0 0,0 0-1 0 0,0 1 1 0 0,0 0-1 0 0,0-1 0 0 0,0 1 1 0 0,0-1-1 0 0,0 1 1 0 0,0 0-1 0 0,0 0 1 0 0,1 0-1 0 0,-1-1 1 0 0,0 1-1 0 0,0 0 1 0 0,1 0-1 0 0,-1 0 1 0 0,1 0-1 0 0,-1 0 1 0 0,1 0-1 0 0,-1 1 1 0 0,1-1-1 0 0,-1 0 1 0 0,1 0-1 0 0,0 1 1 0 0,0-1 71 0 0,1 0 1 0 0,0 0-1 0 0,-1-1 1 0 0,1 1-1 0 0,0 0 1 0 0,-1-1-1 0 0,1 1 1 0 0,0-1-1 0 0,0 1 1 0 0,0-1-1 0 0,0 1 1 0 0,0-1-1 0 0,0 1 1 0 0,-1-1-1 0 0,1 0 1 0 0,0 0-1 0 0,0 1 1 0 0,0-1-1 0 0,0 0 1 0 0,0 0-1 0 0,0 0 1 0 0,0 0-1 0 0,0 0 1 0 0,0 0-1 0 0,0 0 1 0 0,0-1-1 0 0,0 1 1 0 0,2-1-1 0 0,-4 1-115 0 0,1 0-1 0 0,-1 0 1 0 0,1 0-1 0 0,0 0 1 0 0,-1-1-1 0 0,1 1 1 0 0,-1 0-1 0 0,1 0 1 0 0,0-1-1 0 0,-1 1 1 0 0,1 0-1 0 0,0 0 1 0 0,-1-1-1 0 0,1 1 1 0 0,0 0-1 0 0,-1-1 1 0 0,1 1 0 0 0,0-1-1 0 0,0 1 1 0 0,-1 0-1 0 0,1-1 1 0 0,0 1-1 0 0,0-1 1 0 0,0 1-1 0 0,0-1 1 0 0,-1 1-1 0 0,1 0 1 0 0,0-1-1 0 0,0 1 1 0 0,0-1-1 0 0,0 1 1 0 0,0-1-1 0 0,0 1 1 0 0,0-1-1 0 0,0 1 1 0 0,1-1-1 0 0,-1 1 1 0 0,0 0 0 0 0,0-1-1 0 0,0 1 1 0 0,0-1-1 0 0,1 1 1 0 0,-1-1-1 0 0,0 1 1 0 0,0 0-1 0 0,1-1 1 0 0,-1 1-1 0 0,0 0 1 0 0,1-1-1 0 0,-1 1 1 0 0,0 0-1 0 0,1-1 1 0 0,-1 1-1 0 0,0 0 1 0 0,1 0-1 0 0,-1-1 1 0 0,1 1 0 0 0,-1 0-1 0 0,0 0 1 0 0,1 0-1 0 0,-1 0 1 0 0,1 0-1 0 0,-1 0 1 0 0,1-1-1 0 0,-1 1 1 0 0,1 0-1 0 0,-1 0 1 0 0,1 0-1 0 0,-2 0 259 0 0,0-1-307 0 0,1 1-1 0 0,-1 0 1 0 0,1 0-1 0 0,-1-1 1 0 0,0 1-1 0 0,1 0 0 0 0,-1-1 1 0 0,1 1-1 0 0,-1 0 1 0 0,1-1-1 0 0,-1 1 0 0 0,1-1 1 0 0,-1 1-1 0 0,1-1 1 0 0,0 1-1 0 0,-1-1 0 0 0,1 1 1 0 0,0-1-1 0 0,-1 0 1 0 0,1 1-1 0 0,0-1 1 0 0,0 1-1 0 0,-1-1 0 0 0,1 0 1 0 0,0 1-1 0 0,0-1 1 0 0,0 0-1 0 0,0 1 0 0 0,0-1 1 0 0,0 0-1 0 0,0 1 1 0 0,0-1-1 0 0,0 0 1 0 0,0 1-1 0 0,0-1 0 0 0,1 0 1 0 0,-1 1-1 0 0,0-1 1 0 0,0 1-1 0 0,1-2 378 0 0,-17 12-366 0 0,3 0-46 0 0,15-19 584 0 0,-1 7-591 0 0,1 0 0 0 0,-1-1-1 0 0,1 1 1 0 0,-1 0 0 0 0,1-1-1 0 0,0 1 1 0 0,0 0-1 0 0,0 0 1 0 0,0 0 0 0 0,0 1-1 0 0,0-1 1 0 0,0 0 0 0 0,1 1-1 0 0,-1 0 1 0 0,0-1 0 0 0,1 1-1 0 0,-1 0 1 0 0,1 0 0 0 0,0 0-1 0 0,-1 1 1 0 0,1-1-1 0 0,0 1 1 0 0,0-1 0 0 0,-1 1-1 0 0,4 0 1 0 0,21-1-6 0 0,-19 1 0 0 0,-1 0 0 0 0,1 0 0 0 0,0-1 0 0 0,0 0 0 0 0,-1 0 0 0 0,1-1 0 0 0,9-3 0 0 0,-17 4 26 0 0,1 1 0 0 0,-1-1 1 0 0,1 1-1 0 0,0 0 0 0 0,-1-1 0 0 0,1 1 0 0 0,0 0 1 0 0,-1-1-1 0 0,1 1 0 0 0,0 0 0 0 0,-1 0 0 0 0,1 0 1 0 0,0 0-1 0 0,0 0 0 0 0,-1 0 0 0 0,1 0 1 0 0,0 0-1 0 0,0 0 0 0 0,1 0 0 0 0,-1 1 12 0 0,-1 0-1 0 0,1 1 0 0 0,0-1 1 0 0,-1 0-1 0 0,1 1 1 0 0,-1-1-1 0 0,1 1 1 0 0,-1-1-1 0 0,0 1 0 0 0,0-1 1 0 0,1 1-1 0 0,-1-1 1 0 0,0 2-1 0 0,13 88-37 0 0,3 48 0 0 0,-12 7 31 0 0,4 55 61 0 0,-4-156-74 0 0,2 1-1 0 0,16 61 1 0 0,-18-93-12 0 0,0 0-1 0 0,-2 0 0 0 0,0 0 1 0 0,0 0-1 0 0,-1 1 0 0 0,-1-1 1 0 0,0 1-1 0 0,-1-1 0 0 0,-1 0 1 0 0,0 1-1 0 0,-5 13 0 0 0,6-22 21 0 0,-1-2-184 0 0,1-1 0 0 0,0 0 0 0 0,0 1 0 0 0,0-1 0 0 0,1 1 0 0 0,-1-1 0 0 0,1 1 0 0 0,0-1 0 0 0,0 1 0 0 0,0-1 0 0 0,0 1 0 0 0,1-1 0 0 0,0 1 0 0 0,1 4 0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17:48.6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236 5 6449 0 0,'-22'-2'742'0'0,"0"1"0"0"0,0 0 0 0 0,-26 4 0 0 0,27-1 595 0 0,0-2-1 0 0,1 0 1 0 0,-40-5-1 0 0,80 11 4611 0 0,46 12-5284 0 0,27-9-180 0 0,2-4 1 0 0,-1-4 0 0 0,108-13 0 0 0,-122 5-405 0 0,1-1 106 0 0,115 3 0 0 0,-179 11-589 0 0,-17-6 359 0 0,1 1 0 0 0,-1-1 1 0 0,0 0-1 0 0,0 1 1 0 0,0-1-1 0 0,1 1 1 0 0,-1-1-1 0 0,0 0 0 0 0,0 1 1 0 0,0-1-1 0 0,0 1 1 0 0,0-1-1 0 0,0 1 1 0 0,0-1-1 0 0,0 1 1 0 0,0-1-1 0 0,0 0 0 0 0,0 1 1 0 0,0-1-1 0 0,0 1 1 0 0,0-1-1 0 0,0 1 1 0 0,0-1-1 0 0,-1 1 0 0 0,-1 2-425 0 0,0 0 0 0 0,0 0 0 0 0,0 0 0 0 0,0 0 0 0 0,0-1 0 0 0,-1 1-1 0 0,-4 3 1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17:49.1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33 1 2761 0 0,'-2'0'585'0'0,"0"1"1"0"0,0-1 0 0 0,0 1-1 0 0,0 0 1 0 0,1 0 0 0 0,-1-1-1 0 0,0 1 1 0 0,0 0 0 0 0,1 1-1 0 0,-1-1 1 0 0,1 0 0 0 0,-1 0-1 0 0,1 1 1 0 0,-1-1 0 0 0,1 1 0 0 0,0-1-1 0 0,0 1 1 0 0,-2 2 0 0 0,3-3-338 0 0,0 1 0 0 0,0-1 0 0 0,0 1 0 0 0,0-1 0 0 0,0 0 0 0 0,1 1 0 0 0,-1-1 0 0 0,1 1 0 0 0,-1-1 0 0 0,1 0 0 0 0,-1 1 0 0 0,1-1 0 0 0,-1 0 0 0 0,1 0 0 0 0,0 1 0 0 0,0-1 0 0 0,0 0 0 0 0,0 0 0 0 0,0 0 0 0 0,0 0 0 0 0,0 0 1 0 0,0 0-1 0 0,0 0 0 0 0,0-1 0 0 0,1 1 0 0 0,0 0 0 0 0,22 17 50 0 0,-1 1 0 0 0,-1 1 0 0 0,0 1 0 0 0,-2 0 0 0 0,0 2 1 0 0,-2 0-1 0 0,0 2 0 0 0,23 43 0 0 0,-19-24-298 0 0,2 0 0 0 0,2-2 0 0 0,42 54 0 0 0,-64-90-3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17:49.3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355 0 5065 0 0,'-11'6'2020'0'0,"0"1"0"0"0,0 1 0 0 0,-11 8 0 0 0,-34 37 1024 0 0,-51 70-2278 0 0,79-90 314 0 0,15-18-1008 0 0,0 1 1 0 0,0 0-1 0 0,2 0 1 0 0,0 1 0 0 0,1 0-1 0 0,0 1 1 0 0,2 1-1 0 0,-12 32 1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17:50.0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251 53 1376 0 0,'-47'6'1187'0'0,"33"-3"-385"0"0,0 0 0 0 0,0-2-1 0 0,0 0 1 0 0,-1 0-1 0 0,1-1 1 0 0,-1-1 0 0 0,1 0-1 0 0,0-1 1 0 0,-27-8 0 0 0,7 5 5150 0 0,43 6-3593 0 0,60 4-1944 0 0,-1-4 1 0 0,0-3 0 0 0,110-17-1 0 0,100-4 549 0 0,370 16-612 0 0,-562 3-2430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17:51.0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6913 0 0,'10'13'14022'0'0,"18"59"-13643"0"0,-18-43-297 0 0,1-1 0 0 0,2-1 1 0 0,0 0-1 0 0,2-1 0 0 0,20 28 0 0 0,-30-45-10 0 0,0-1-1 0 0,-1 1 0 0 0,0-1 0 0 0,0 1 0 0 0,0 0 1 0 0,-1 1-1 0 0,-1-1 0 0 0,0 0 0 0 0,2 16 0 0 0,-3-1-26 0 0,-1 1-1 0 0,-4 33 1 0 0,0-1 59 0 0,6-17 15 0 0,-1-33-111 0 0,0 0 0 0 0,0 0 1 0 0,-1 0-1 0 0,0 0 0 0 0,-1 1 0 0 0,1-1 0 0 0,-3 10 0 0 0,1-15 540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17:52.1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92 1 3225 0 0,'-3'0'275'0'0,"0"0"0"0"0,0 0 0 0 0,0 1 0 0 0,0-1 0 0 0,0 1 0 0 0,1 0 0 0 0,-1 0 0 0 0,0 0 0 0 0,0 0 0 0 0,1 1 0 0 0,-1-1 0 0 0,0 1 0 0 0,1-1 0 0 0,0 1 0 0 0,-1 0 0 0 0,1 0 0 0 0,0 0 0 0 0,0 0 0 0 0,0 1 0 0 0,0-1 0 0 0,0 0 0 0 0,1 1 0 0 0,-1-1 0 0 0,1 1-1 0 0,0 0 1 0 0,-1-1 0 0 0,1 1 0 0 0,0 0 0 0 0,-1 6 0 0 0,1-6 63 0 0,1 1 0 0 0,-1-1 0 0 0,1 1-1 0 0,-1 0 1 0 0,1-1 0 0 0,0 1 0 0 0,0 0-1 0 0,1-1 1 0 0,-1 1 0 0 0,1-1 0 0 0,0 1-1 0 0,0-1 1 0 0,0 1 0 0 0,0-1 0 0 0,1 1-1 0 0,-1-1 1 0 0,1 0 0 0 0,0 0-1 0 0,0 0 1 0 0,0 0 0 0 0,0 0 0 0 0,0 0-1 0 0,5 4 1 0 0,5 0-379 0 0,0-1-1 0 0,0 1 0 0 0,1-2 1 0 0,0 0-1 0 0,0 0 0 0 0,0-2 1 0 0,26 5-1 0 0,16 6-61 0 0,-43-7 37 0 0,-22 2 77 0 0,2-4-16 0 0,-69 47-533 0 0,-56 43-532 0 0,132-94 1067 0 0,0-1 1 0 0,0 1 0 0 0,0 0-1 0 0,0 0 1 0 0,0 0-1 0 0,0 0 1 0 0,0 0 0 0 0,0 0-1 0 0,0 0 1 0 0,0 1 0 0 0,0-1-1 0 0,1 0 1 0 0,-1 0-1 0 0,1 1 1 0 0,-1-1 0 0 0,1 0-1 0 0,-1 3 1 0 0,1-3-1 0 0,0-1 0 0 0,0 1 0 0 0,1-1 0 0 0,-1 1 0 0 0,0-1 0 0 0,1 1 0 0 0,-1-1 0 0 0,1 1 0 0 0,-1-1 0 0 0,1 1 0 0 0,-1-1 0 0 0,1 1 0 0 0,-1-1 0 0 0,1 0 1 0 0,-1 1-1 0 0,1-1 0 0 0,-1 0 0 0 0,1 1 0 0 0,-1-1 0 0 0,1 0 0 0 0,0 0 0 0 0,-1 0 0 0 0,1 0 0 0 0,0 1 0 0 0,-1-1 0 0 0,2 0 0 0 0,9 1-44 0 0,0-1 1 0 0,1 0-1 0 0,14-2 1 0 0,-13 1 3 0 0,-9 1 91 0 0,12-1 68 0 0,-1 1 0 0 0,30 3 0 0 0,-42-2-87 0 0,-1-1 0 0 0,1 0-1 0 0,0 1 1 0 0,-1-1 0 0 0,1 1-1 0 0,0 0 1 0 0,-1 0 0 0 0,1 0-1 0 0,-1 0 1 0 0,1 1 0 0 0,-1-1-1 0 0,0 0 1 0 0,1 1 0 0 0,-1 0-1 0 0,0 0 1 0 0,0 0 0 0 0,0-1-1 0 0,-1 2 1 0 0,1-1 0 0 0,0 0 0 0 0,-1 0-1 0 0,1 1 1 0 0,-1-1 0 0 0,2 3-1 0 0,-3-3 37 0 0,0-1 0 0 0,0 0 0 0 0,0 1 0 0 0,-1-1 0 0 0,1 0 0 0 0,0 1 0 0 0,-1-1 0 0 0,1 0 0 0 0,0 0 0 0 0,-1 1 0 0 0,0-1 0 0 0,1 0 0 0 0,-1 0 0 0 0,0 0 0 0 0,1 0 0 0 0,-1 0 0 0 0,0 0 0 0 0,0 0 0 0 0,0 0 0 0 0,-2 2-1 0 0,-25 20 503 0 0,21-18-407 0 0,-21 15-56 0 0,19-14-139 0 0,0 0 0 0 0,0 1 0 0 0,0-1 0 0 0,1 2 0 0 0,1-1 0 0 0,-15 18 0 0 0,22-25 25 0 0,0 0 0 0 0,0 0 0 0 0,0 0 1 0 0,0 0-1 0 0,0 1 0 0 0,0-1 0 0 0,0 0 0 0 0,0 0 0 0 0,0 0 0 0 0,0 0 1 0 0,0 1-1 0 0,0-1 0 0 0,0 0 0 0 0,0 0 0 0 0,0 0 0 0 0,0 0 0 0 0,0 0 1 0 0,0 1-1 0 0,0-1 0 0 0,0 0 0 0 0,0 0 0 0 0,0 0 0 0 0,0 0 1 0 0,0 0-1 0 0,0 1 0 0 0,0-1 0 0 0,0 0 0 0 0,0 0 0 0 0,0 0 0 0 0,1 0 1 0 0,-1 0-1 0 0,0 0 0 0 0,0 1 0 0 0,0-1 0 0 0,0 0 0 0 0,0 0 0 0 0,0 0 1 0 0,1 0-1 0 0,-1 0 0 0 0,0 0 0 0 0,0 0 0 0 0,0 0 0 0 0,0 0 0 0 0,0 0 1 0 0,1 0-1 0 0,-1 0 0 0 0,13 2-351 0 0,11-4-86 0 0,27-9 495 0 0,-27 6 482 0 0,35-5 1 0 0,-53 9-513 0 0,1 1 1 0 0,-1 0 0 0 0,0 0-1 0 0,0 0 1 0 0,1 1 0 0 0,-1 0-1 0 0,0 0 1 0 0,0 1-1 0 0,0 0 1 0 0,9 3 0 0 0,-14-4-54 0 0,0-1 1 0 0,-1 0-1 0 0,1 0 0 0 0,0 1 1 0 0,-1-1-1 0 0,1 0 1 0 0,-1 1-1 0 0,1-1 1 0 0,-1 1-1 0 0,1-1 1 0 0,-1 1-1 0 0,1-1 0 0 0,-1 1 1 0 0,1-1-1 0 0,-1 1 1 0 0,0-1-1 0 0,1 1 1 0 0,-1-1-1 0 0,0 1 0 0 0,0 0 1 0 0,1-1-1 0 0,-1 1 1 0 0,0 0-1 0 0,0-1 1 0 0,0 1-1 0 0,0-1 1 0 0,0 1-1 0 0,0 0 0 0 0,0 1 1 0 0,0-1-1 0 0,-1 1-1 0 0,1 0 1 0 0,-1-1 0 0 0,0 1-1 0 0,0-1 1 0 0,0 1 0 0 0,0-1-1 0 0,0 0 1 0 0,0 1 0 0 0,0-1-1 0 0,-2 2 1 0 0,-43 30-68 0 0,40-30 53 0 0,-15 10-326 0 0,13-10-242 0 0,1 1 0 0 0,1 1 0 0 0,-1-1 0 0 0,0 1 0 0 0,-8 8 0 0 0,8-5-855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17:53.0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3009 0 5985 0 0,'1'9'11978'0'0,"5"31"-11349"0"0,-2 1 0 0 0,-2 0 0 0 0,-3 48 1 0 0,0-44 54 0 0,1 0 0 0 0,12 80 1 0 0,-1-75-560 0 0,-5-31-34 0 0,-2-1-1 0 0,-1 1 1 0 0,2 30 0 0 0,-5-49-89 0 0,0 1 1 0 0,0-1 0 0 0,-1 1-1 0 0,1-1 1 0 0,0 1-1 0 0,-1-1 1 0 0,1 0-1 0 0,0 1 1 0 0,-1-1-1 0 0,1 0 1 0 0,-1 1-1 0 0,1-1 1 0 0,-1 0-1 0 0,1 0 1 0 0,0 1-1 0 0,-1-1 1 0 0,1 0-1 0 0,-1 0 1 0 0,1 0-1 0 0,-1 0 1 0 0,1 1-1 0 0,-1-1 1 0 0,1 0-1 0 0,-1 0 1 0 0,1 0 0 0 0,-2 0-1 0 0,-27 1 160 0 0,-41-4 188 0 0,54 2-295 0 0,-121-5 163 0 0,-98-8 177 0 0,162 10-451 0 0,-129 10-1 0 0,67 0 18 0 0,-99 2 14 0 0,-66 2-14 0 0,181-5-22 0 0,-131 23 0 0 0,223-25 23 0 0,-287 13-339 0 0,170-13 370 0 0,101-4-75 0 0,0-2-1 0 0,-75-14 1 0 0,-28-4-202 0 0,127 20 260 0 0,-1 1 1 0 0,1 0-1 0 0,-1 2 1 0 0,1 0-1 0 0,-29 7 1 0 0,39-6 21 0 0,-29 7-103 0 0,-47 6 0 0 0,72-15 66 0 0,-1 0 1 0 0,1 0-1 0 0,-1-2 1 0 0,1 0-1 0 0,-1 0 1 0 0,1-1-1 0 0,-17-5 1 0 0,17 4-3760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17:53.8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71 60 4545 0 0,'1'-3'34'0'0,"-1"1"1"0"0,0 0-1 0 0,1 0 1 0 0,-1 0-1 0 0,0-1 1 0 0,0 1-1 0 0,0 0 1 0 0,-1 0-1 0 0,1-1 1 0 0,0 1-1 0 0,-1 0 1 0 0,1 0-1 0 0,-1 0 1 0 0,0 0-1 0 0,0 0 1 0 0,0 0-1 0 0,0 0 0 0 0,0 0 1 0 0,0 0-1 0 0,-30-14 13271 0 0,30 15-13256 0 0,-5 55 413 0 0,1-16 227 0 0,1 0-1 0 0,2 0 1 0 0,3 42 0 0 0,0-45-538 0 0,-1 0 1 0 0,-8 62 0 0 0,-1 25 131 0 0,31 212-194 0 0,-7-175-5 0 0,-13-63 167 0 0,-3-57-196 0 0,6 42 0 0 0,0-43 108 0 0,7 86 938 0 0,-11-138-1253 0 0,2 4-96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17:55.1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 32 7834 0 0,'-7'-32'11106'0'0,"8"32"-11026"0"0,15 7 647 0 0,-7-1-646 0 0,0 1-1 0 0,-1 0 1 0 0,0 0 0 0 0,0 1-1 0 0,-1 0 1 0 0,1 0 0 0 0,-2 1 0 0 0,1 0-1 0 0,-1 0 1 0 0,-1 0 0 0 0,1 1-1 0 0,-2 0 1 0 0,1 0 0 0 0,-2 0 0 0 0,1 1-1 0 0,-1-1 1 0 0,-1 1 0 0 0,3 17-1 0 0,-2 16-106 0 0,-1-1 0 0 0,-2 0 0 0 0,-7 61 0 0 0,3-63-191 0 0,2-18-93 0 0,-4 79-915 0 0,5-33-2678 0 0,2-50-1864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17:55.6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0 151 456 0 0,'7'-11'746'0'0,"0"0"0"0"0,0 0 0 0 0,1 1-1 0 0,0 0 1 0 0,1 0 0 0 0,0 1 0 0 0,1 0 0 0 0,-1 1 0 0 0,2 0 0 0 0,-1 1-1 0 0,14-8 1 0 0,-16 11-278 0 0,0-1 0 0 0,0 1-1 0 0,0 1 1 0 0,1 0-1 0 0,-1 0 1 0 0,1 0 0 0 0,0 1-1 0 0,0 0 1 0 0,0 1-1 0 0,0 0 1 0 0,0 1 0 0 0,0 0-1 0 0,0 0 1 0 0,0 0-1 0 0,0 2 1 0 0,14 2 0 0 0,-20-3-421 0 0,-1 0 1 0 0,1 0 0 0 0,-1 0-1 0 0,1 1 1 0 0,-1-1 0 0 0,0 1-1 0 0,0 0 1 0 0,0-1-1 0 0,0 1 1 0 0,0 0 0 0 0,0 0-1 0 0,0 0 1 0 0,0 0 0 0 0,-1 1-1 0 0,1-1 1 0 0,-1 0 0 0 0,0 1-1 0 0,0-1 1 0 0,1 1 0 0 0,-2-1-1 0 0,1 1 1 0 0,0 0-1 0 0,0-1 1 0 0,-1 1 0 0 0,0 0-1 0 0,1 0 1 0 0,-1-1 0 0 0,0 1-1 0 0,0 0 1 0 0,-1 0 0 0 0,1-1-1 0 0,0 1 1 0 0,-2 3 0 0 0,-1 9-105 0 0,-1 0 0 0 0,0-1 0 0 0,-1 1 0 0 0,-10 20 0 0 0,-2-2-30 0 0,-36 53 0 0 0,34-58 79 0 0,0 1 0 0 0,-17 39 0 0 0,36-67-16 0 0,0-1-1 0 0,-1 1 0 0 0,1-1 0 0 0,0 1 0 0 0,-1-1 1 0 0,1 1-1 0 0,0-1 0 0 0,0 1 0 0 0,0-1 0 0 0,-1 1 1 0 0,1-1-1 0 0,0 1 0 0 0,0-1 0 0 0,0 1 0 0 0,0-1 1 0 0,0 1-1 0 0,0 0 0 0 0,0-1 0 0 0,0 1 1 0 0,0-1-1 0 0,0 1 0 0 0,0-1 0 0 0,0 1 0 0 0,0-1 1 0 0,1 1-1 0 0,-1 0 0 0 0,0-1 0 0 0,0 1 0 0 0,1-1 1 0 0,-1 1-1 0 0,0-1 0 0 0,1 0 0 0 0,-1 1 0 0 0,0-1 1 0 0,1 1-1 0 0,-1-1 0 0 0,1 0 0 0 0,-1 1 1 0 0,1-1-1 0 0,-1 0 0 0 0,0 1 0 0 0,1-1 0 0 0,0 0 1 0 0,-1 0-1 0 0,1 1 0 0 0,-1-1 0 0 0,1 0 0 0 0,-1 0 1 0 0,1 0-1 0 0,-1 0 0 0 0,1 0 0 0 0,-1 0 1 0 0,1 0-1 0 0,0 0 0 0 0,-1 0 0 0 0,1 0 0 0 0,-1 0 1 0 0,1 0-1 0 0,-1 0 0 0 0,1 0 0 0 0,-1 0 0 0 0,1-1 1 0 0,0 1-1 0 0,0-1 0 0 0,46-14-1929 0 0,-36 11 1786 0 0,10-2 109 0 0,0 1-1 0 0,0 0 0 0 0,0 2 0 0 0,0 0 0 0 0,1 2 0 0 0,28 1 0 0 0,-40 0 161 0 0,-1 1 1 0 0,1 1 0 0 0,0 0-1 0 0,0 0 1 0 0,-1 1 0 0 0,19 8-1 0 0,-23-8-39 0 0,0 0-1 0 0,0 0 1 0 0,0 0-1 0 0,-1 1 1 0 0,1-1-1 0 0,-1 1 1 0 0,0 0-1 0 0,0 0 0 0 0,0 1 1 0 0,-1-1-1 0 0,1 1 1 0 0,4 10-1 0 0,-5-10 1 0 0,-1 0-1 0 0,0 0 0 0 0,-1 0 1 0 0,1 0-1 0 0,-1 0 0 0 0,0 0 1 0 0,0 1-1 0 0,-1-1 0 0 0,0 0 1 0 0,1 1-1 0 0,-2-1 0 0 0,1 0 1 0 0,-1 1-1 0 0,-1 6 0 0 0,-1-3 41 0 0,0 0-1 0 0,0 0 1 0 0,-1-1-1 0 0,0 1 1 0 0,0-1-1 0 0,-1 0 1 0 0,-10 12-1 0 0,-1-2 77 0 0,0 0 0 0 0,-2-1 0 0 0,0-1 1 0 0,0-1-1 0 0,-32 20 0 0 0,23-20-1489 0 0,-38 17 0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17:56.0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152 38 7370 0 0,'0'-1'163'0'0,"0"0"0"0"0,0-1 0 0 0,0 1 0 0 0,0 0 1 0 0,0 0-1 0 0,0 0 0 0 0,0-1 0 0 0,0 1 0 0 0,-1 0 1 0 0,1 0-1 0 0,-1 0 0 0 0,1 0 0 0 0,-1-1 1 0 0,1 1-1 0 0,-1 0 0 0 0,0 0 0 0 0,1 0 0 0 0,-1 0 1 0 0,0 0-1 0 0,0 1 0 0 0,0-1 0 0 0,1 0 0 0 0,-1 0 1 0 0,0 0-1 0 0,0 1 0 0 0,0-1 0 0 0,-1 1 0 0 0,1-1 1 0 0,0 0-1 0 0,0 1 0 0 0,0 0 0 0 0,0-1 1 0 0,0 1-1 0 0,-2 0 0 0 0,0-2 125 0 0,0 1 1 0 0,0 1-1 0 0,0-1 1 0 0,0 0-1 0 0,0 1 0 0 0,0-1 1 0 0,0 1-1 0 0,0 0 1 0 0,0 0-1 0 0,0 0 0 0 0,0 0 1 0 0,0 1-1 0 0,-4 0 1 0 0,2 3-137 0 0,0-1 1 0 0,0 1 0 0 0,0 0-1 0 0,1 0 1 0 0,0 0-1 0 0,0 1 1 0 0,0-1 0 0 0,0 1-1 0 0,1 0 1 0 0,-1 0 0 0 0,1 0-1 0 0,1 0 1 0 0,-1 1 0 0 0,-3 10-1 0 0,2-3-114 0 0,-1 0 0 0 0,2 1 0 0 0,0 0 0 0 0,0 0-1 0 0,0 17 1 0 0,3-27-59 0 0,0 0 1 0 0,0 1-1 0 0,1-1 0 0 0,-1 1 1 0 0,1-1-1 0 0,0 1 0 0 0,1-1 1 0 0,-1 0-1 0 0,1 0 0 0 0,-1 0 0 0 0,1 0 1 0 0,0 0-1 0 0,1 0 0 0 0,4 7 1 0 0,-5-10-60 0 0,-1 0 1 0 0,0 1 0 0 0,1-1-1 0 0,-1 0 1 0 0,1 0 0 0 0,0 0 0 0 0,-1 0-1 0 0,1 0 1 0 0,0 0 0 0 0,0-1-1 0 0,-1 1 1 0 0,1-1 0 0 0,0 1-1 0 0,0-1 1 0 0,0 1 0 0 0,0-1 0 0 0,0 0-1 0 0,0 0 1 0 0,0 0 0 0 0,-1 0-1 0 0,1 0 1 0 0,0-1 0 0 0,0 1-1 0 0,0-1 1 0 0,0 1 0 0 0,0-1 0 0 0,0 1-1 0 0,-1-1 1 0 0,1 0 0 0 0,0 0-1 0 0,-1 0 1 0 0,1 0 0 0 0,-1 0-1 0 0,1 0 1 0 0,-1-1 0 0 0,3-1 0 0 0,2-3-144 0 0,1 0 1 0 0,-1 0 0 0 0,0 0 0 0 0,0-1 0 0 0,-1 0 0 0 0,0 0 0 0 0,-1-1-1 0 0,5-8 1 0 0,1-5-467 0 0,10-38 0 0 0,6-12-238 0 0,-26 71 963 0 0,0 0-1 0 0,0 0 1 0 0,0-1 0 0 0,0 1 0 0 0,0 0 0 0 0,0 0 0 0 0,1-1 503 0 0,-1 1-503 0 0,0 0 0 0 0,0 0 0 0 0,0 0 0 0 0,0 0-1 0 0,0 0 1 0 0,0 0 0 0 0,1 0 0 0 0,-1 0 0 0 0,0 0 0 0 0,0 0 0 0 0,0-1 0 0 0,0 1 0 0 0,0 0 0 0 0,0 0 0 0 0,0 0 0 0 0,0 0-1 0 0,1 0 1 0 0,-1 1 0 0 0,0-1 0 0 0,0 0 0 0 0,1 0 503 0 0,-1 0-503 0 0,0 1 0 0 0,0-1 0 0 0,0 0 0 0 0,5 11 1528 0 0,4 25 345 0 0,-6-24-1196 0 0,16 59 1387 0 0,21 74-165 0 0,-5-52-8640 0 0,-27-73-99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17:56.3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14283 0 0,'0'0'157'0'0,"1"0"-1"0"0,0 0 1 0 0,-1 0-1 0 0,1 0 1 0 0,0 0 0 0 0,-1 0-1 0 0,1 0 1 0 0,0 0-1 0 0,-1 0 1 0 0,1 0 0 0 0,0 0-1 0 0,-1 0 1 0 0,1 0-1 0 0,-1 1 1 0 0,1-1 0 0 0,0 0-1 0 0,-1 0 1 0 0,1 1-1 0 0,-1-1 1 0 0,1 1-1 0 0,-1-1 1 0 0,1 0 0 0 0,-1 1-1 0 0,1-1 1 0 0,-1 1-1 0 0,1-1 1 0 0,-1 1 0 0 0,1-1-1 0 0,-1 1 1 0 0,0-1-1 0 0,1 1 1 0 0,-1 0 0 0 0,0 0-1 0 0,15 21 1482 0 0,7 21-1167 0 0,-2 1 1 0 0,-1 1 0 0 0,18 72 0 0 0,23 148-338 0 0,-2-4-4252 0 0,-50-232 2315 0 0,-4-5-19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17:56.5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20 329 11979 0 0,'-18'-3'1072'0'0,"18"3"-1041"0"0,-1 0 0 0 0,1 0 1 0 0,0-1-1 0 0,0 1 1 0 0,0 0-1 0 0,0 0 1 0 0,0 0-1 0 0,0 0 1 0 0,0-1-1 0 0,-1 1 1 0 0,1 0-1 0 0,0 0 1 0 0,0 0-1 0 0,0-1 1 0 0,0 1-1 0 0,0 0 1 0 0,0 0-1 0 0,0 0 1 0 0,0 0-1 0 0,0-1 1 0 0,0 1-1 0 0,0 0 1 0 0,0 0-1 0 0,0 0 0 0 0,0-1 1 0 0,0 1-1 0 0,0 0 1 0 0,0 0-1 0 0,1 0 1 0 0,-1 0-1 0 0,0-1 1 0 0,0 1-1 0 0,0 0 1 0 0,0 0-1 0 0,0 0 1 0 0,0 0-1 0 0,0-1 1 0 0,1 1-1 0 0,-1 0 1 0 0,0 0-1 0 0,0 0 1 0 0,1 0-1 0 0,28-19 2361 0 0,-18 12-1971 0 0,142-75 4005 0 0,-103 58-4828 0 0,-1-3 0 0 0,-1-1 0 0 0,66-53 0 0 0,-85 56-4559 0 0,0 0-1527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17:56.70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114 14 6913 0 0,'-1'-1'153'0'0,"0"0"0"0"0,0-1 0 0 0,0 1 0 0 0,0 0 0 0 0,-1 0-1 0 0,1 0 1 0 0,-1 1 0 0 0,1-1 0 0 0,0 0 0 0 0,-1 0-1 0 0,1 1 1 0 0,-1-1 0 0 0,0 1 0 0 0,1-1 0 0 0,-1 1-1 0 0,1 0 1 0 0,-1 0 0 0 0,0-1 0 0 0,1 1 0 0 0,-1 0 0 0 0,0 0-1 0 0,1 1 1 0 0,-4-1 0 0 0,3 2 223 0 0,-1-1 1 0 0,0 0-1 0 0,0 1 0 0 0,1-1 0 0 0,-1 1 1 0 0,1 0-1 0 0,-1 0 0 0 0,1 0 0 0 0,0 0 1 0 0,0 0-1 0 0,-4 5 0 0 0,0 1 253 0 0,1 0-1 0 0,0 0 0 0 0,1 0 1 0 0,0 1-1 0 0,0 0 0 0 0,0-1 1 0 0,-2 16-1 0 0,3-8-377 0 0,2 0 0 0 0,0 1-1 0 0,1-1 1 0 0,1 1 0 0 0,0-1 0 0 0,1 0-1 0 0,5 17 1 0 0,37 115 219 0 0,-21-79-400 0 0,7 23-2085 0 0,-21-63-5412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17:56.9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0 223 12443 0 0,'5'-1'283'0'0,"0"-1"1"0"0,0 1-1 0 0,0-1 1 0 0,0 0 0 0 0,0 0-1 0 0,0-1 1 0 0,0 1 0 0 0,6-6-1 0 0,9-4 415 0 0,71-33 1448 0 0,152-76-1342 0 0,-200 100-923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17:57.7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2570 0 14283 0 0,'-101'0'77'0'0,"-1"4"-1"0"0,-122 22 1 0 0,200-23 141 0 0,-129 19 390 0 0,1 6 0 0 0,-234 77-1 0 0,310-76-234 0 0,0 3 0 0 0,3 3 0 0 0,-96 61 1 0 0,77-33 267 0 0,-162 142 0 0 0,154-116-522 0 0,-80 76-18 0 0,137-122-109 0 0,-73 97-1 0 0,65-68-31 0 0,-44 85-1 0 0,79-127 30 0 0,1 1 0 0 0,2 1 0 0 0,1 1 0 0 0,1 0 0 0 0,-10 62 0 0 0,14-48-5 0 0,3 0-1 0 0,1 1 1 0 0,3-1-1 0 0,2 1 1 0 0,1-1-1 0 0,3 1 1 0 0,2-1-1 0 0,2-1 1 0 0,2 0-1 0 0,2 0 1 0 0,2-1-1 0 0,2-1 1 0 0,2-1-1 0 0,32 53 0 0 0,-33-69-106 0 0,0-2 0 0 0,2 0 0 0 0,1-1 0 0 0,1-2 0 0 0,0 0 0 0 0,2-1 0 0 0,1-2-1 0 0,0 0 1 0 0,38 19 0 0 0,23 6-852 0 0,160 57 1 0 0,-167-76 778 0 0,1-3 0 0 0,1-3 1 0 0,0-4-1 0 0,1-4 0 0 0,1-3 1 0 0,146-6-1 0 0,-167-6 195 0 0,1-3 0 0 0,-1-3 0 0 0,-1-3 0 0 0,110-37 0 0 0,-79 15 321 0 0,-2-4-1 0 0,119-70 1 0 0,197-173 1284 0 0,-358 244-1442 0 0,-2-2 1 0 0,-1-3-1 0 0,74-89 1 0 0,-92 95-216 0 0,-2 0 1 0 0,-2-2-1 0 0,-1-1 1 0 0,-2 0 0 0 0,-2-2-1 0 0,14-44 1 0 0,-4-6 622 0 0,33-188 1 0 0,-54 228-144 0 0,-3-1 0 0 0,-3 0 0 0 0,-1 0 0 0 0,-3 0 0 0 0,-11-64 0 0 0,5 79-194 0 0,-2 0 1 0 0,-2 0-1 0 0,-1 1 0 0 0,-2 1 1 0 0,-25-46-1 0 0,13 34-149 0 0,-3 1 1 0 0,-2 1-1 0 0,-43-47 1 0 0,51 66-30 0 0,-1 1 0 0 0,-1 1 0 0 0,-2 2 1 0 0,0 1-1 0 0,-2 0 0 0 0,0 3 0 0 0,-1 0 0 0 0,-57-23 0 0 0,70 34-110 0 0,-1 2 0 0 0,0 0-1 0 0,-1 1 1 0 0,1 1 0 0 0,-1 0 0 0 0,0 2-1 0 0,0 1 1 0 0,0 0 0 0 0,0 1-1 0 0,0 1 1 0 0,0 1 0 0 0,1 1 0 0 0,-1 1-1 0 0,0 0 1 0 0,1 2 0 0 0,0 0-1 0 0,-21 10 1 0 0,20-6-1084 0 0,-33 22 0 0 0,21-8-6134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17:58.3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86 264 8754 0 0,'-85'74'5922'0'0,"96"-76"-5106"0"0,1-1 0 0 0,-1 1 0 0 0,18-8 0 0 0,-9-1-612 0 0,-2-1 1 0 0,1-1-1 0 0,-1 0 0 0 0,-1-1 1 0 0,0-1-1 0 0,-1-1 0 0 0,-1 0 1 0 0,-1-1-1 0 0,0-1 0 0 0,-1 0 1 0 0,-1 0-1 0 0,16-34 0 0 0,-26 48-307 0 0,-1 0-1 0 0,0 0 1 0 0,-1 1-1 0 0,1-1 1 0 0,-1 0-1 0 0,1 0 1 0 0,-1 0-1 0 0,0 0 1 0 0,-1 0-1 0 0,1 0 1 0 0,-1 0-1 0 0,1 0 1 0 0,-3-4-1 0 0,-2-20-3609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17:58.8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234 3 3681 0 0,'-1'0'247'0'0,"0"-1"1"0"0,0 1-1 0 0,0 0 1 0 0,0 0-1 0 0,1-1 1 0 0,-1 1-1 0 0,0 0 1 0 0,0 0-1 0 0,0 0 1 0 0,0 0-1 0 0,0 0 1 0 0,1 0-1 0 0,-1 0 0 0 0,0 0 1 0 0,0 1-1 0 0,0-1 1 0 0,0 0-1 0 0,0 0 1 0 0,1 1-1 0 0,-1-1 1 0 0,0 1-1 0 0,0-1 1 0 0,1 0-1 0 0,-2 2 1 0 0,-24 15 1866 0 0,19-13-1535 0 0,-36 27 606 0 0,0 1 0 0 0,-50 49-1 0 0,142-112-7 0 0,-18 3-856 0 0,28-22 204 0 0,-53 46-412 0 0,-1 0 0 0 0,1 0 0 0 0,0 1-1 0 0,0 0 1 0 0,0 0 0 0 0,1 0 0 0 0,-1 1 0 0 0,9-3-1 0 0,-6 4 194 0 0,0 1-1 0 0,0 0 0 0 0,0 0 0 0 0,0 0 0 0 0,0 1 0 0 0,0 1 0 0 0,-1-1 0 0 0,1 1 1 0 0,15 6-1 0 0,-20-5-224 0 0,0 1 0 0 0,0-1 0 0 0,-1 1 0 0 0,1 0 0 0 0,-1 0 0 0 0,0 0 0 0 0,0 0 0 0 0,0 0 0 0 0,-1 1 0 0 0,1-1 0 0 0,-1 1 0 0 0,0 0 0 0 0,-1-1 0 0 0,1 1 0 0 0,1 10 0 0 0,6 13-1840 0 0,4-3-3415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17:59.7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98 824 3681 0 0,'-41'22'2821'0'0,"38"-21"-2486"0"0,1 0 0 0 0,-1 0 0 0 0,0 0 0 0 0,1 0 0 0 0,-1 0-1 0 0,0-1 1 0 0,0 0 0 0 0,0 1 0 0 0,0-1 0 0 0,0 0 0 0 0,1 0 0 0 0,-1 0 0 0 0,-6-2-1 0 0,8 2-193 0 0,0-1 0 0 0,1 0 0 0 0,-1 0 0 0 0,0 0 0 0 0,0 0 0 0 0,0 0 0 0 0,0 0 0 0 0,1 0 0 0 0,-1 0 0 0 0,0 0 0 0 0,1 0 0 0 0,-1 0 0 0 0,1-1 1 0 0,0 1-1 0 0,-1 0 0 0 0,1 0 0 0 0,0-1 0 0 0,0 1 0 0 0,0 0 0 0 0,-1 0 0 0 0,1-1 0 0 0,0 1 0 0 0,1 0 0 0 0,-1-2 0 0 0,6-36 999 0 0,-5 32-1046 0 0,6-18 65 0 0,0 0 0 0 0,2 1 0 0 0,0 0 0 0 0,2 0 0 0 0,0 1 0 0 0,2 0 0 0 0,1 1-1 0 0,0 0 1 0 0,2 1 0 0 0,0 1 0 0 0,31-29 0 0 0,-10 15 192 0 0,2 1 0 0 0,1 2 0 0 0,2 1 0 0 0,89-46 0 0 0,-89 55-347 0 0,226-110 100 0 0,-206 105-118 0 0,1 2 0 0 0,95-21 1 0 0,-153 44-113 0 0,61-13-431 0 0,-21 8-4660 0 0,-19 4-712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18:00.2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94 3 7370 0 0,'-18'-2'13181'0'0,"14"31"-13168"0"0,-19 54 433 0 0,4 0 0 0 0,-10 94 0 0 0,28-167-441 0 0,1 0 0 0 0,0 1 0 0 0,1-1 1 0 0,0 0-1 0 0,0 1 0 0 0,1-1 0 0 0,0 0 0 0 0,7 18 0 0 0,-8-26 7 0 0,0 1-1 0 0,0 0 1 0 0,1-1-1 0 0,-1 1 1 0 0,1-1-1 0 0,-1 1 0 0 0,1-1 1 0 0,0 0-1 0 0,0 1 1 0 0,0-1-1 0 0,1 0 1 0 0,-1-1-1 0 0,0 1 1 0 0,1 0-1 0 0,-1-1 0 0 0,1 1 1 0 0,-1-1-1 0 0,1 0 1 0 0,0 1-1 0 0,0-1 1 0 0,-1-1-1 0 0,1 1 0 0 0,0 0 1 0 0,0-1-1 0 0,0 1 1 0 0,0-1-1 0 0,0 0 1 0 0,0 0-1 0 0,0 0 1 0 0,0-1-1 0 0,0 1 0 0 0,0-1 1 0 0,-1 1-1 0 0,7-3 1 0 0,3-2-79 0 0,1-1-1 0 0,0 0 1 0 0,-1-1 0 0 0,0 0 0 0 0,-1-1 0 0 0,0 0 0 0 0,12-12 0 0 0,-5 5-1061 0 0,14-10-6281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18:01.2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43 3 7370 0 0,'-10'-1'2277'0'0,"7"1"-1368"0"0,0-1-1 0 0,0 1 1 0 0,0 0 0 0 0,0 0-1 0 0,0 0 1 0 0,0 0 0 0 0,0 1-1 0 0,-6 1 1 0 0,12 2-462 0 0,1 0 1 0 0,-1-1-1 0 0,0 1 0 0 0,1-1 0 0 0,7 6 0 0 0,30 23-76 0 0,-7-6 384 0 0,43 43 0 0 0,-14-8-1015 0 0,2-4 1 0 0,90 61-1 0 0,-151-114-195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18:01.7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55 128 3225 0 0,'-27'-2'2113'0'0,"25"1"-1538"0"0,0 1 1 0 0,0 0-1 0 0,0 0 1 0 0,1 1 0 0 0,-1-1-1 0 0,0 0 1 0 0,0 1-1 0 0,0-1 1 0 0,1 1 0 0 0,-1-1-1 0 0,0 1 1 0 0,1 0 0 0 0,-3 1-1 0 0,4 0-264 0 0,0 0-1 0 0,-1 1 1 0 0,1-1 0 0 0,0 1-1 0 0,1-1 1 0 0,-1 1 0 0 0,0-1-1 0 0,1 1 1 0 0,-1-1-1 0 0,2 4 1 0 0,1 7 280 0 0,-5 49 933 0 0,0-51-1675 0 0,1 0 0 0 0,1 0 1 0 0,0 0-1 0 0,1 0 0 0 0,1 11 1 0 0,-4-34 201 0 0,1 1 1 0 0,0-1 0 0 0,0 0-1 0 0,1 0 1 0 0,1 0-1 0 0,0 0 1 0 0,3-14-1 0 0,0-9 172 0 0,-2-91 1138 0 0,-2 123-1263 0 0,1 1 1 0 0,0 0-1 0 0,0 0 0 0 0,1 0 0 0 0,-1 0 0 0 0,0 0 0 0 0,1 0 0 0 0,-1 0 0 0 0,1 0 0 0 0,0 0 1 0 0,-1 1-1 0 0,1-1 0 0 0,0 0 0 0 0,0 1 0 0 0,0 0 0 0 0,0-1 0 0 0,0 1 0 0 0,1 0 0 0 0,-1 0 1 0 0,0 1-1 0 0,0-1 0 0 0,1 0 0 0 0,3 0 0 0 0,-1-1-33 0 0,0 1 0 0 0,0 0 0 0 0,1 0 1 0 0,-1 1-1 0 0,0-1 0 0 0,1 1 0 0 0,-1 0 0 0 0,0 1 0 0 0,0-1 0 0 0,6 2 1 0 0,-4 1-6 0 0,0 0 0 0 0,-1 1 0 0 0,1 0 0 0 0,-1 0 0 0 0,11 9 0 0 0,24 15-700 0 0,0-12-1854 0 0,-17-9-4877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18:02.3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10138 0 0,'10'0'1327'0'0,"0"1"0"0"0,0 0 0 0 0,0 1 0 0 0,17 5 0 0 0,-11-2-212 0 0,0 1 0 0 0,18 10 0 0 0,-3 1 48 0 0,55 41-1 0 0,22 37-870 0 0,-25-20-1553 0 0,-37-36-3828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18:02.9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114 130 2304 0 0,'0'3'18848'0'0,"5"17"-19004"0"0,11 36 673 0 0,-13-43-453 0 0,0 1 0 0 0,2-1-1 0 0,6 16 1 0 0,-9-24-77 0 0,1-1 0 0 0,0 1-1 0 0,1 0 1 0 0,-1-1 0 0 0,1 1 0 0 0,-1-1 0 0 0,1 0 0 0 0,1-1-1 0 0,-1 1 1 0 0,0-1 0 0 0,8 5 0 0 0,-18-12-49 0 0,0 0 0 0 0,0 0 0 0 0,0-1 0 0 0,1 0 0 0 0,-1 0 0 0 0,1 0 0 0 0,0-1 0 0 0,1 1 0 0 0,-1-1 0 0 0,1 0 0 0 0,1-1 0 0 0,-5-7 0 0 0,-18-61-484 0 0,21 56 711 0 0,-1-1 0 0 0,-1 1-1 0 0,-1 0 1 0 0,-1 0 0 0 0,-22-33 0 0 0,29 49-21 0 0,-1-1-1 0 0,0 2 0 0 0,0-1 0 0 0,0 0 1 0 0,0 1-1 0 0,0-1 0 0 0,-1 1 1 0 0,1 0-1 0 0,-1 0 0 0 0,1 0 1 0 0,-1 0-1 0 0,-4-1 0 0 0,57 20-208 0 0,-17-13-260 0 0,0-2-1 0 0,0-1 1 0 0,0-1-1 0 0,62-9 1 0 0,-63 5-7346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18:03.7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28 80 7834 0 0,'-1'-3'578'0'0,"0"0"1"0"0,0 0 0 0 0,0 0 0 0 0,0 1-1 0 0,0-1 1 0 0,-1 0 0 0 0,1 1 0 0 0,-4-4-1 0 0,-8-19 2917 0 0,13-1 3277 0 0,10 62-6648 0 0,20 82-45 0 0,-28-102-81 0 0,0 1 0 0 0,0 0 0 0 0,-2 0 1 0 0,0 0-1 0 0,-3 24 0 0 0,-16 52-58 0 0,12-63 22 0 0,1-1 1 0 0,1 1-1 0 0,2 1 0 0 0,0 49 1 0 0,3-78 37 0 0,0 0-1 0 0,0 0 1 0 0,0-1 0 0 0,1 1-1 0 0,-1 0 1 0 0,0 0 0 0 0,1-1-1 0 0,-1 1 1 0 0,1 0 0 0 0,0-1-1 0 0,-1 1 1 0 0,1-1 0 0 0,1 3-1 0 0,-1-3 2 0 0,0-1 0 0 0,0 0 0 0 0,0 1 0 0 0,0-1 0 0 0,0 0 0 0 0,0 0 0 0 0,0 0 0 0 0,0 0 0 0 0,0 0 0 0 0,0 0 0 0 0,0 0 0 0 0,0 0-1 0 0,0 0 1 0 0,0 0 0 0 0,0 0 0 0 0,0-1 0 0 0,0 1 0 0 0,0 0 0 0 0,-1-1 0 0 0,1 1 0 0 0,0-1 0 0 0,0 1 0 0 0,0-1 0 0 0,1 0 0 0 0,83-47 370 0 0,-55 30-344 0 0,2 1 1 0 0,59-24-1 0 0,-81 39 211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18:04.1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 6 6449 0 0,'-17'-6'12259'0'0,"20"33"-8801"0"0,0-10-3539 0 0,55 403 1037 0 0,-55-409-1014 0 0,1 4-3073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18:04.3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67 1840 0 0,'6'-5'953'0'0,"0"0"-1"0"0,1 1 0 0 0,0-1 1 0 0,0 1-1 0 0,0 1 1 0 0,1-1-1 0 0,8-2 0 0 0,57-16 5443 0 0,-66 20-5897 0 0,27-4 1287 0 0,-33 6-1861 0 0,0 0 0 0 0,0 0 0 0 0,0 0 0 0 0,0 0 1 0 0,0 0-1 0 0,0 0 0 0 0,0 0 0 0 0,0 0 0 0 0,0 0 0 0 0,0 1 1 0 0,0-1-1 0 0,0 0 0 0 0,0 1 0 0 0,-1-1 0 0 0,1 1 0 0 0,0-1 1 0 0,0 1-1 0 0,0-1 0 0 0,-1 1 0 0 0,1-1 0 0 0,0 1 0 0 0,0 0 1 0 0,-1 0-1 0 0,1-1 0 0 0,-1 1 0 0 0,1 0 0 0 0,-1 0 1 0 0,1 0-1 0 0,-1-1 0 0 0,1 2 0 0 0,1 6-779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18:04.5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0 100 5529 0 0,'4'-1'246'0'0,"0"0"-1"0"0,0 0 1 0 0,0-1 0 0 0,0 1-1 0 0,0-1 1 0 0,0 0-1 0 0,0 0 1 0 0,6-5 0 0 0,6-3 601 0 0,7-2-331 0 0,62-29 1163 0 0,-75 37-2140 0 0,1 0-1 0 0,0 1 1 0 0,16-2 0 0 0,-25 4 289 0 0,1 1 0 0 0,-1 0 0 0 0,1 0 1 0 0,-1 0-1 0 0,1 0 0 0 0,0 1 1 0 0,-1-1-1 0 0,1 1 0 0 0,-1-1 1 0 0,1 1-1 0 0,-1 0 0 0 0,0 0 0 0 0,1 0 1 0 0,-1 0-1 0 0,4 3 0 0 0,0 2 160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18:04.71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59 6449 0 0,'0'0'51'0'0,"0"0"-1"0"0,0 0 1 0 0,0 1-1 0 0,0-1 1 0 0,0 0-1 0 0,0 1 1 0 0,0-1 0 0 0,0 0-1 0 0,0 1 1 0 0,0-1-1 0 0,0 0 1 0 0,0 0-1 0 0,0 1 1 0 0,0-1-1 0 0,1 0 1 0 0,-1 0-1 0 0,0 1 1 0 0,0-1-1 0 0,0 0 1 0 0,0 0-1 0 0,0 1 1 0 0,1-1-1 0 0,-1 0 1 0 0,0 0-1 0 0,0 1 1 0 0,0-1-1 0 0,1 0 1 0 0,-1 0-1 0 0,0 0 1 0 0,0 0-1 0 0,1 1 1 0 0,-1-1-1 0 0,0 0 1 0 0,1 0-1 0 0,-1 0 1 0 0,0 0 0 0 0,0 0-1 0 0,1 0 1 0 0,-1 0-1 0 0,0 0 1 0 0,1 0-1 0 0,-1 0 1 0 0,0 0-1 0 0,24 0 1510 0 0,22-8 747 0 0,30-16 461 0 0,-8 2-3792 0 0,-54 18-834 0 0,0 1 1 0 0,27-2 0 0 0,-29 5 1716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18:05.0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37 8290 0 0,'4'-36'14520'0'0,"5"47"-14434"0"0,3 11 72 0 0,-1 0 0 0 0,-1 1 1 0 0,-1 0-1 0 0,-1 1 0 0 0,-1 0 0 0 0,5 35 1 0 0,7 18-158 0 0,0-15-260 0 0,4-1 1 0 0,45 87-1 0 0,-60-129-1458 0 0,-4-7-3234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18:05.3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59 92 1016 0 0,'-22'-8'383'0'0,"18"7"265"0"0,1-1 0 0 0,-1 0 0 0 0,1 0 0 0 0,0-1 0 0 0,0 1 0 0 0,0 0 0 0 0,-3-4 0 0 0,5 5-370 0 0,1 0 0 0 0,-1 0 1 0 0,0 1-1 0 0,1-1 1 0 0,-1 0-1 0 0,1 0 1 0 0,-1 0-1 0 0,1 0 0 0 0,0 0 1 0 0,-1 0-1 0 0,1 0 1 0 0,0 0-1 0 0,-1 0 0 0 0,1 0 1 0 0,0 0-1 0 0,0 0 1 0 0,0 0-1 0 0,0 0 0 0 0,0-2 1 0 0,1 1-67 0 0,-1 1 0 0 0,1-1 0 0 0,0 1 0 0 0,0 0 0 0 0,0-1 0 0 0,-1 1 0 0 0,1 0 0 0 0,0 0-1 0 0,1 0 1 0 0,-1-1 0 0 0,0 1 0 0 0,0 0 0 0 0,0 0 0 0 0,1 1 0 0 0,-1-1 0 0 0,0 0 0 0 0,3-1 0 0 0,6-2 109 0 0,-1 1 1 0 0,1 0-1 0 0,0 0 0 0 0,0 1 0 0 0,0 0 0 0 0,0 0 1 0 0,0 1-1 0 0,1 1 0 0 0,-1 0 0 0 0,18 2 1 0 0,-9 0 284 0 0,0 1 1 0 0,0 1-1 0 0,0 0 1 0 0,32 14 0 0 0,-43-16-597 0 0,-1 1 0 0 0,1 1 0 0 0,-1 0 0 0 0,0 0 0 0 0,0 0 0 0 0,-1 0 0 0 0,1 1 0 0 0,-1 1 0 0 0,0-1 0 0 0,-1 1 0 0 0,1 0 0 0 0,-1 0 0 0 0,0 0 0 0 0,0 1 0 0 0,-1-1 0 0 0,0 1 0 0 0,0 1 0 0 0,-1-1 0 0 0,0 0 0 0 0,0 1 0 0 0,-1 0 0 0 0,0-1 0 0 0,0 1 0 0 0,0 0 0 0 0,-1 0 0 0 0,-1 0 0 0 0,1 0 0 0 0,-1 0 0 0 0,-1 0 0 0 0,1 0 0 0 0,-3 9 0 0 0,0-1-36 0 0,-1 0 1 0 0,0 0-1 0 0,-1-1 0 0 0,-1 1 1 0 0,0-1-1 0 0,-1-1 0 0 0,-1 1 1 0 0,0-1-1 0 0,-1 0 0 0 0,-1-1 1 0 0,0 0-1 0 0,0-1 0 0 0,-23 21 1 0 0,9-12 16 0 0,-1-2 1 0 0,0 0-1 0 0,-2-2 1 0 0,0 0-1 0 0,-1-2 1 0 0,-36 14-1 0 0,48-23-268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18:06.4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 1 4145 0 0,'-19'5'16311'0'0,"22"1"-16283"0"0,0 0 1 0 0,0-1-1 0 0,0 1 0 0 0,1-1 0 0 0,0 1 0 0 0,0-1 0 0 0,1 0 0 0 0,6 6 0 0 0,49 39 209 0 0,-36-30-132 0 0,0-2-18 0 0,0-2 1 0 0,1 0-1 0 0,1-2 0 0 0,0-1 0 0 0,1-1 1 0 0,1-1-1 0 0,0-1 0 0 0,0-2 0 0 0,0-1 1 0 0,1-1-1 0 0,58 4 0 0 0,-12-6 39 0 0,1-4 0 0 0,-1-3 0 0 0,110-19 0 0 0,-36-6-140 0 0,266-87 0 0 0,-410 113-86 0 0,20-6-129 0 0,37-18 0 0 0,-55 22-366 0 0,0 0-1 0 0,0 0 1 0 0,-1 0 0 0 0,0-1-1 0 0,10-9 1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18:06.9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39 40 3225 0 0,'-6'-3'815'0'0,"0"0"1"0"0,0-1-1 0 0,-14-25 11862 0 0,51 33-11093 0 0,-5 7-586 0 0,0 2 0 0 0,44 27-1 0 0,-60-33-915 0 0,0 1 0 0 0,0 0-1 0 0,-1 0 1 0 0,0 1 0 0 0,0 0 0 0 0,-1 1 0 0 0,0 0-1 0 0,13 21 1 0 0,-20-28-57 0 0,1 0 0 0 0,-1 0 0 0 0,0 0 0 0 0,0 0 0 0 0,0 1 0 0 0,0-1-1 0 0,-1 0 1 0 0,1 1 0 0 0,-1-1 0 0 0,0 1 0 0 0,0-1 0 0 0,0 0 0 0 0,0 1 0 0 0,0-1 0 0 0,-1 0 0 0 0,0 1 0 0 0,0-1 0 0 0,0 0-1 0 0,0 1 1 0 0,0-1 0 0 0,0 0 0 0 0,-1 0 0 0 0,0 0 0 0 0,1 0 0 0 0,-1 0 0 0 0,0-1 0 0 0,-4 4 0 0 0,0 1-361 0 0,0 0 0 0 0,-1-1 0 0 0,0 0 1 0 0,-14 8-1 0 0,-14 6-5172 0 0,10-7-1870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18:08.2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 44 4145 0 0,'-11'-44'19411'0'0,"13"64"-19242"0"0,-4 48 29 0 0,1-49-126 0 0,0-1 1 0 0,3 26 0 0 0,21 68-351 0 0,-16-85 131 0 0,-1 0 1 0 0,-1 1 0 0 0,2 43 0 0 0,-10-55-2385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18:08.57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5 159 5065 0 0,'1'-8'410'0'0,"2"1"1"0"0,-1 0-1 0 0,1 0 0 0 0,0 0 0 0 0,1 1 1 0 0,0-1-1 0 0,0 1 0 0 0,0 0 1 0 0,1 0-1 0 0,-1 0 0 0 0,1 1 0 0 0,1 0 1 0 0,-1-1-1 0 0,8-4 0 0 0,-3 3 277 0 0,1-1 0 0 0,-1 1 0 0 0,1 1 0 0 0,1 0 0 0 0,-1 0-1 0 0,1 1 1 0 0,20-5 0 0 0,-28 9-430 0 0,1 0-1 0 0,0 0 1 0 0,-1 0 0 0 0,1 1-1 0 0,0-1 1 0 0,0 1-1 0 0,0 0 1 0 0,-1 1-1 0 0,1-1 1 0 0,7 3 0 0 0,-10-2-226 0 0,-1-1 0 0 0,0 1-1 0 0,1 0 1 0 0,-1 0 0 0 0,0 0 0 0 0,0 0 0 0 0,1 0 0 0 0,-1 0 0 0 0,0 0 0 0 0,0 0 0 0 0,0 0 0 0 0,0 0 0 0 0,0 1 0 0 0,-1-1 0 0 0,1 0 0 0 0,0 1 0 0 0,0-1 0 0 0,-1 1 0 0 0,1-1 0 0 0,-1 1 0 0 0,0-1 0 0 0,1 1-1 0 0,-1-1 1 0 0,0 1 0 0 0,0-1 0 0 0,0 1 0 0 0,0-1 0 0 0,0 1 0 0 0,0-1 0 0 0,0 1 0 0 0,-1-1 0 0 0,1 1 0 0 0,0-1 0 0 0,-1 1 0 0 0,1-1 0 0 0,-2 2 0 0 0,-3 13-151 0 0,-1-1 0 0 0,0 0 1 0 0,-1-1-1 0 0,-1 0 0 0 0,-1 0 1 0 0,0 0-1 0 0,0-1 0 0 0,-1-1 1 0 0,-14 14-1 0 0,-18 16-192 0 0,-51 38-1 0 0,91-79 310 0 0,-24 21 1358 0 0,31-23-1197 0 0,1 1 0 0 0,0 0 0 0 0,0 1 0 0 0,0-1 0 0 0,0 1 0 0 0,0 0 0 0 0,0 1 0 0 0,-1-1 0 0 0,1 1 0 0 0,0 0 0 0 0,-1 1-1 0 0,10 5 1 0 0,7 5-127 0 0,35 30 0 0 0,-10-8 119 0 0,26 14-363 0 0,-25-16-2707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18:08.9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0 278 7138 0 0,'1'0'54'0'0,"0"0"0"0"0,0 1 0 0 0,0-1 0 0 0,1 0 0 0 0,-1 0 0 0 0,0 1 0 0 0,0-1 0 0 0,0 0 0 0 0,0 0 1 0 0,0 0-1 0 0,0 0 0 0 0,1-1 0 0 0,-1 1 0 0 0,0 0 0 0 0,0 0 0 0 0,0-1 0 0 0,0 1 0 0 0,2-2 0 0 0,25-9 1440 0 0,-22 8-639 0 0,23-10 678 0 0,-2 0 0 0 0,46-30-1 0 0,-63 36-1471 0 0,-1 0 0 0 0,0 0-1 0 0,0-1 1 0 0,0 0 0 0 0,-1 0-1 0 0,-1-1 1 0 0,1 0-1 0 0,-1-1 1 0 0,-1 1 0 0 0,8-17-1 0 0,-13 24-37 0 0,1 0-1 0 0,-2 0 1 0 0,1 0-1 0 0,0 0 1 0 0,0-1-1 0 0,-1 1 0 0 0,1 0 1 0 0,-1 0-1 0 0,0-1 1 0 0,0 1-1 0 0,1-1 1 0 0,-2 1-1 0 0,1 0 0 0 0,0-1 1 0 0,0 1-1 0 0,-1 0 1 0 0,1-1-1 0 0,-1 1 1 0 0,0 0-1 0 0,0 0 0 0 0,0 0 1 0 0,0 0-1 0 0,0-1 1 0 0,0 1-1 0 0,0 1 1 0 0,-1-1-1 0 0,1 0 0 0 0,-1 0 1 0 0,1 0-1 0 0,-1 1 1 0 0,0-1-1 0 0,0 1 1 0 0,0-1-1 0 0,-2-1 0 0 0,0 2 16 0 0,1-1-1 0 0,-1 1 0 0 0,0-1 1 0 0,1 1-1 0 0,-1 0 0 0 0,0 0 1 0 0,0 1-1 0 0,0-1 0 0 0,0 1 0 0 0,0 0 1 0 0,0 0-1 0 0,1 0 0 0 0,-1 1 1 0 0,0-1-1 0 0,0 1 0 0 0,0 0 1 0 0,0 0-1 0 0,1 0 0 0 0,-1 0 0 0 0,-4 3 1 0 0,1 1 19 0 0,-1-1 0 0 0,1 2 0 0 0,0-1 1 0 0,0 1-1 0 0,1 0 0 0 0,-1 0 0 0 0,2 1 1 0 0,-1 0-1 0 0,1 0 0 0 0,0 0 0 0 0,0 1 1 0 0,1 0-1 0 0,0 0 0 0 0,0 0 0 0 0,1 0 0 0 0,0 1 1 0 0,-3 14-1 0 0,4-17-118 0 0,1 0 0 0 0,0 1 0 0 0,0-1 0 0 0,1 1-1 0 0,0-1 1 0 0,0 1 0 0 0,1-1 0 0 0,0 1 0 0 0,0-1 0 0 0,0 1 0 0 0,1-1 0 0 0,-1 0 0 0 0,2 0-1 0 0,-1 1 1 0 0,1-2 0 0 0,0 1 0 0 0,0 0 0 0 0,0 0 0 0 0,1-1 0 0 0,0 0 0 0 0,0 0 0 0 0,0 0-1 0 0,1 0 1 0 0,8 6 0 0 0,2-1-594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18:09.2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211 0 6793 0 0,'-23'14'1162'0'0,"0"1"0"0"0,2 1-1 0 0,-1 0 1 0 0,-30 32-1 0 0,51-46-1046 0 0,-1-1 0 0 0,0 1 0 0 0,0 0 0 0 0,0 0 0 0 0,1 0 0 0 0,-1 0 0 0 0,1 0 0 0 0,0 0 0 0 0,-1 0 0 0 0,1 0 0 0 0,0 1 0 0 0,0-1 0 0 0,1 0 0 0 0,-1 1 0 0 0,0-1 0 0 0,1 1 0 0 0,-1-1 0 0 0,1 1 0 0 0,0-1 0 0 0,0 1 0 0 0,0-1 0 0 0,0 1 0 0 0,0-1 0 0 0,1 4 0 0 0,1-3-27 0 0,0 0 1 0 0,-1 0-1 0 0,1 0 1 0 0,0 0-1 0 0,1 0 1 0 0,-1-1-1 0 0,0 1 1 0 0,1 0-1 0 0,-1-1 0 0 0,1 0 1 0 0,0 0-1 0 0,0 0 1 0 0,0 0-1 0 0,0 0 1 0 0,0 0-1 0 0,6 1 1 0 0,43 17 282 0 0,-36-15-356 0 0,-1 1-1 0 0,1 1 1 0 0,23 13 0 0 0,-38-19-70 0 0,0-1-1 0 0,0 1 1 0 0,0 0-1 0 0,-1-1 0 0 0,1 1 1 0 0,0 0-1 0 0,0 0 1 0 0,0 0-1 0 0,-1 0 1 0 0,1 0-1 0 0,0 0 0 0 0,-1 0 1 0 0,1 0-1 0 0,-1 0 1 0 0,1 0-1 0 0,-1 0 1 0 0,1 0-1 0 0,-1 0 0 0 0,0 0 1 0 0,1 1-1 0 0,-1-1 1 0 0,0 0-1 0 0,0 0 0 0 0,0 2 1 0 0,-1-1-28 0 0,1 0 0 0 0,-1 1 0 0 0,0-1 1 0 0,1 0-1 0 0,-1 0 0 0 0,0 1 0 0 0,-1-1 0 0 0,1 0 0 0 0,0 0 1 0 0,-1 0-1 0 0,-1 2 0 0 0,-6 6-94 0 0,0-1 0 0 0,-1-1 0 0 0,-16 12 0 0 0,22-17 209 0 0,-9 6-346 0 0,-1 0 0 0 0,0 0-1 0 0,0-1 1 0 0,-1-1 0 0 0,0-1 0 0 0,0 0 0 0 0,0-1-1 0 0,-1 0 1 0 0,-26 3 0 0 0,42-8 312 0 0,0 0 0 0 0,0 0 0 0 0,-1 0 0 0 0,1 0 0 0 0,0 0 0 0 0,0 0 0 0 0,0 0 0 0 0,0 0 0 0 0,-1-1 0 0 0,1 1 0 0 0,0 0 1 0 0,0 0-1 0 0,0 0 0 0 0,0 0 0 0 0,0 0 0 0 0,0-1 0 0 0,-1 1 0 0 0,1 0 0 0 0,0 0 0 0 0,0 0 0 0 0,0 0 0 0 0,0-1 0 0 0,0 1 0 0 0,0 0 0 0 0,0 0 0 0 0,0 0 0 0 0,0-1 0 0 0,0 1 0 0 0,0 0 0 0 0,0 0 0 0 0,0 0 0 0 0,0-1 0 0 0,0 1 0 0 0,0 0 0 0 0,0 0 0 0 0,0 0 0 0 0,0-1 0 0 0,0 1 1 0 0,0 0-1 0 0,0 0 0 0 0,0 0 0 0 0,0-1 0 0 0,0 1 0 0 0,1 0 0 0 0,-1 0 0 0 0,0 0 0 0 0,0 0 0 0 0,0 0 0 0 0,0-1 0 0 0,0 1 0 0 0,1 0 0 0 0,-1 0 0 0 0,7-11-13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18:09.4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 0 6913 0 0,'-10'55'11170'0'0,"9"-32"-9991"0"0,0-1 0 0 0,6 37 0 0 0,-1 25-2560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18:09.6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0 10594 0 0,'-2'0'1137'0'0,"4"0"-1137"0"0,-1 2 0 0 0,1-2 0 0 0,-1 1 0 0 0,0 0 64 0 0,4 1-633 0 0,0 1-119 0 0,1 1-24 0 0,2 0-8 0 0,1 2 560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18:10.0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296 21 3681 0 0,'0'0'159'0'0,"0"-1"1"0"0,0 0-1 0 0,0 0 1 0 0,0 1-1 0 0,0-1 1 0 0,0 0-1 0 0,-1 0 1 0 0,1 1-1 0 0,0-1 0 0 0,0 0 1 0 0,-1 1-1 0 0,1-1 1 0 0,-1 0-1 0 0,1 1 1 0 0,0-1-1 0 0,-1 1 1 0 0,1-1-1 0 0,-1 0 1 0 0,0 1-1 0 0,1-1 1 0 0,-1 1-1 0 0,1 0 0 0 0,-1-1 1 0 0,0 1-1 0 0,0-1 1 0 0,-25-3 2764 0 0,18 4-2361 0 0,0 1 0 0 0,-1 0 0 0 0,1 1 1 0 0,-9 2-1 0 0,-5 4 261 0 0,1 0 0 0 0,0 2 0 0 0,-28 16 0 0 0,39-20-555 0 0,0 1 1 0 0,0 0-1 0 0,0 1 0 0 0,1 0 0 0 0,0 0 0 0 0,1 1 0 0 0,0 0 0 0 0,-8 12 0 0 0,15-19-231 0 0,0-1-1 0 0,0 1 1 0 0,1-1 0 0 0,-1 1-1 0 0,1-1 1 0 0,-1 1-1 0 0,1 0 1 0 0,-1-1-1 0 0,1 1 1 0 0,0 0-1 0 0,0-1 1 0 0,0 1-1 0 0,0 0 1 0 0,0-1-1 0 0,0 1 1 0 0,0 0-1 0 0,1-1 1 0 0,-1 1-1 0 0,1-1 1 0 0,0 3-1 0 0,1 0 1 0 0,0 0 0 0 0,0-1 0 0 0,0 1 0 0 0,1 0 0 0 0,0-1 0 0 0,-1 0 0 0 0,7 6 0 0 0,3 1-10 0 0,0-1 0 0 0,1 0 0 0 0,18 10 1 0 0,-17-12 71 0 0,1 1-87 0 0,0 1 0 0 0,0 0 0 0 0,-1 1 0 0 0,14 12 1 0 0,-26-21-15 0 0,0 1 1 0 0,0 0 0 0 0,0 0 0 0 0,0 0-1 0 0,0 0 1 0 0,-1 0 0 0 0,1 0 0 0 0,-1 0-1 0 0,1 1 1 0 0,-1-1 0 0 0,0 0 0 0 0,0 1-1 0 0,0-1 1 0 0,0 1 0 0 0,0-1 0 0 0,0 1-1 0 0,-1 0 1 0 0,0-1 0 0 0,1 1 0 0 0,-1 0-1 0 0,0-1 1 0 0,0 1 0 0 0,0 0 0 0 0,-1-1-1 0 0,1 1 1 0 0,-1 0 0 0 0,1-1 0 0 0,-1 1-1 0 0,0-1 1 0 0,0 1 0 0 0,0-1 0 0 0,0 1-1 0 0,-2 2 1 0 0,0-1-30 0 0,0 0-1 0 0,-1 0 0 0 0,1-1 1 0 0,-1 1-1 0 0,0-1 1 0 0,0 0-1 0 0,0 0 1 0 0,0 0-1 0 0,0-1 0 0 0,-1 1 1 0 0,1-1-1 0 0,-1 0 1 0 0,-6 2-1 0 0,2-2-858 0 0,1 0-1 0 0,-1 0 0 0 0,-16 1 1 0 0,10-3-5242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18:10.3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 0 6913 0 0,'-15'6'12127'0'0,"15"-4"-11770"0"0,-1 5-47 0 0,0 0 0 0 0,1 1 0 0 0,0-1 0 0 0,0 0-1 0 0,0 1 1 0 0,1-1 0 0 0,3 12 0 0 0,19 58 561 0 0,1 5-348 0 0,-7 31-2534 0 0,-15-92-5645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18:10.5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43 139 7370 0 0,'-4'-1'-29'0'0,"-28"-14"1240"0"0,31 15-1152 0 0,1-1 0 0 0,-1 1 0 0 0,1-1-1 0 0,-1 1 1 0 0,1-1 0 0 0,-1 1 0 0 0,1-1 0 0 0,0 1 0 0 0,-1-1 0 0 0,1 0-1 0 0,0 1 1 0 0,-1-1 0 0 0,1 0 0 0 0,0 1 0 0 0,0-1 0 0 0,0 0 0 0 0,0 1-1 0 0,0-1 1 0 0,0 0 0 0 0,0 0 0 0 0,0 1 0 0 0,0-1 0 0 0,0 0 0 0 0,0 1 0 0 0,0-1-1 0 0,0 0 1 0 0,0 1 0 0 0,1-1 0 0 0,-1 0 0 0 0,0 1 0 0 0,0-1 0 0 0,1 0-1 0 0,-1 1 1 0 0,1-1 0 0 0,-1 1 0 0 0,0-1 0 0 0,1 0 0 0 0,-1 1 0 0 0,1-1-1 0 0,0 1 1 0 0,-1 0 0 0 0,1-1 0 0 0,-1 1 0 0 0,1-1 0 0 0,-1 1 0 0 0,2-1-1 0 0,12-8 333 0 0,1 0 0 0 0,0 1 0 0 0,0 1-1 0 0,1 0 1 0 0,0 1 0 0 0,0 1-1 0 0,32-7 1 0 0,-14 3-429 0 0,36-6-1437 0 0,-34 8-3206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18:10.8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228 5 4609 0 0,'-6'-1'449'0'0,"0"-1"-1"0"0,0 2 1 0 0,0-1 0 0 0,0 1 0 0 0,0-1 0 0 0,0 2-1 0 0,0-1 1 0 0,0 1 0 0 0,0 0 0 0 0,0 0-1 0 0,0 0 1 0 0,1 1 0 0 0,-1 0 0 0 0,-5 3-1 0 0,1-1-105 0 0,0 1 0 0 0,1 0-1 0 0,0 0 1 0 0,0 1 0 0 0,1 0-1 0 0,0 1 1 0 0,-9 8 0 0 0,11-8-287 0 0,1-1 1 0 0,-1 1 0 0 0,1 1 0 0 0,1-1 0 0 0,-1 1-1 0 0,1-1 1 0 0,1 1 0 0 0,-1 0 0 0 0,2 1 0 0 0,-1-1-1 0 0,-1 10 1 0 0,3-14-43 0 0,0 1 0 0 0,1-1 0 0 0,-1 1 0 0 0,1 0 0 0 0,0-1 0 0 0,1 1 0 0 0,-1-1-1 0 0,1 1 1 0 0,0-1 0 0 0,0 1 0 0 0,0-1 0 0 0,0 0 0 0 0,1 1 0 0 0,0-1 0 0 0,0 0 0 0 0,0 0 0 0 0,0 0 0 0 0,1 0 0 0 0,0-1-1 0 0,0 1 1 0 0,0-1 0 0 0,6 6 0 0 0,-8-7 4 0 0,1-1-1 0 0,0 0 0 0 0,-1 0 1 0 0,1 0-1 0 0,0 0 0 0 0,0 0 1 0 0,0 0-1 0 0,-1 0 1 0 0,1 0-1 0 0,0-1 0 0 0,0 1 1 0 0,0-1-1 0 0,0 0 1 0 0,0 1-1 0 0,0-1 0 0 0,0 0 1 0 0,0 0-1 0 0,1 0 0 0 0,2-1 1 0 0,-1 0 25 0 0,-1-1 0 0 0,1 1 0 0 0,-1 0 0 0 0,1-1 0 0 0,-1 0 0 0 0,0 0 1 0 0,0 0-1 0 0,0 0 0 0 0,0 0 0 0 0,3-4 0 0 0,2-2 152 0 0,-1 0-1 0 0,0 0 1 0 0,0-1 0 0 0,-1 0-1 0 0,0-1 1 0 0,6-12 0 0 0,-10 17-126 0 0,1-1 1 0 0,-1 1-1 0 0,0 0 1 0 0,-1-1-1 0 0,0 1 1 0 0,1-1 0 0 0,-2 0-1 0 0,1 1 1 0 0,-1-1-1 0 0,0 0 1 0 0,0 1-1 0 0,0-1 1 0 0,-1 0 0 0 0,0 1-1 0 0,0-1 1 0 0,-3-8-1 0 0,2 9-264 0 0,0 1-1 0 0,0 0 0 0 0,-1 0 0 0 0,0 1 1 0 0,1-1-1 0 0,-1 0 0 0 0,0 1 1 0 0,-1 0-1 0 0,1 0 0 0 0,-1 0 0 0 0,1 0 1 0 0,-1 0-1 0 0,0 1 0 0 0,0-1 1 0 0,0 1-1 0 0,0 0 0 0 0,0 0 1 0 0,-1 1-1 0 0,1-1 0 0 0,-10-1 0 0 0,-1 1-3506 0 0,-1 0-903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18:11.1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0 139 3225 0 0,'5'0'654'0'0,"0"1"1"0"0,1-1 0 0 0,-1 1-1 0 0,0 0 1 0 0,0 1-1 0 0,0-1 1 0 0,7 4 0 0 0,-6-2-254 0 0,1 1 1 0 0,-1-1 0 0 0,0 1-1 0 0,0 1 1 0 0,0-1 0 0 0,0 1-1 0 0,-1 0 1 0 0,9 10 0 0 0,-11-11-221 0 0,0 0 0 0 0,0-1 0 0 0,0 1 0 0 0,-1 1 0 0 0,0-1-1 0 0,1 0 1 0 0,-1 0 0 0 0,-1 1 0 0 0,1-1 0 0 0,-1 1 0 0 0,1 0 0 0 0,-2-1 0 0 0,1 1 0 0 0,0 0 0 0 0,-1 0 0 0 0,0 0 0 0 0,0 0 0 0 0,0-1 0 0 0,-1 1 0 0 0,1 0 0 0 0,-1 0 0 0 0,0-1 0 0 0,-1 1 0 0 0,-6 5 3528 0 0,3-20-2135 0 0,-2-11-517 0 0,6 12-915 0 0,0-1 0 0 0,1 1 1 0 0,0 0-1 0 0,1 0 1 0 0,0 0-1 0 0,1 0 1 0 0,0 0-1 0 0,0 1 1 0 0,1-1-1 0 0,0 0 1 0 0,0 1-1 0 0,1 0 0 0 0,0 0 1 0 0,9-13-1 0 0,-3 7-564 0 0,0 0 0 0 0,19-19 0 0 0,26-16-5994 0 0,-16 19-988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13:57.9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1586 213 9218 0 0,'-80'-55'2894'0'0,"58"38"-2536"0"0,-38-22 0 0 0,50 34-122 0 0,0 0 0 0 0,0 1 0 0 0,0 0-1 0 0,0 1 1 0 0,0 0 0 0 0,-1 1 0 0 0,-17-2 0 0 0,4 3 93 0 0,0 1-1 0 0,1 2 0 0 0,-1 0 1 0 0,-34 8-1 0 0,-92 30 382 0 0,140-37-645 0 0,-22 8 116 0 0,1 2 0 0 0,0 0 0 0 0,0 3 1 0 0,2 0-1 0 0,0 2 0 0 0,1 1 0 0 0,1 2 1 0 0,0 0-1 0 0,-32 35 0 0 0,10-3-71 0 0,3 1 0 0 0,3 2-1 0 0,-54 91 1 0 0,23-26-78 0 0,-92 210 0 0 0,128-224-54 0 0,6 1-1 0 0,-31 189 1 0 0,29-86 448 0 0,9 1 1 0 0,5 319-1 0 0,25-417-222 0 0,23 122 1 0 0,36 110 65 0 0,-11-76-22 0 0,-51-253-232 0 0,68 300 551 0 0,-60-283-522 0 0,2-2 1 0 0,1 0-1 0 0,1 0 1 0 0,2-1-1 0 0,1-1 1 0 0,2 0-1 0 0,29 35 1 0 0,-10-23-21 0 0,2-2-1 0 0,1-1 1 0 0,3-2 0 0 0,0-2 0 0 0,3-2 0 0 0,87 47 0 0 0,-75-51-28 0 0,1-2 1 0 0,1-4 0 0 0,1-1-1 0 0,1-4 1 0 0,104 17 0 0 0,-110-27-7 0 0,1-3 1 0 0,-1-3-1 0 0,1-2 0 0 0,0-3 1 0 0,0-2-1 0 0,-1-2 1 0 0,0-3-1 0 0,77-24 1 0 0,-51 6-46 0 0,-1-4 0 0 0,-2-3 1 0 0,-2-4-1 0 0,-1-3 1 0 0,-3-3-1 0 0,105-82 1 0 0,-102 59-7 0 0,-3-4 1 0 0,124-151-1 0 0,-155 165 71 0 0,-2-2 0 0 0,-3-1-1 0 0,44-96 1 0 0,-33 42 288 0 0,41-139 1 0 0,-58 146-273 0 0,-6 0 0 0 0,-4-2 0 0 0,-4-1 0 0 0,-6 0 0 0 0,-4 0 0 0 0,-6-1 0 0 0,-4 0 0 0 0,-5 0 1 0 0,-5 1-1 0 0,-4 0 0 0 0,-55-186 0 0 0,-58-58 220 0 0,105 304-195 0 0,-3 0 1 0 0,-1 2-1 0 0,-3 2 1 0 0,-60-73-1 0 0,-140-193 241 0 0,165 213-426 0 0,-135-154 0 0 0,161 212 4 0 0,-1 2 0 0 0,-70-53 0 0 0,91 79 137 0 0,0 1 0 0 0,-1 1 0 0 0,0 1-1 0 0,-1 0 1 0 0,0 2 0 0 0,-1 1 0 0 0,0 0 0 0 0,-42-7 0 0 0,9 8-258 0 0,-1 1 0 0 0,1 4 0 0 0,-1 1 1 0 0,1 4-1 0 0,-77 11 0 0 0,87-5-7537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0:15.00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105 415 3225 0 0,'-10'-68'1941'0'0,"-3"0"1"0"0,-3 1-1 0 0,-25-66 0 0 0,35 112-952 0 0,-1 4 171 0 0,5 14-559 0 0,0 0 1 0 0,1-1 0 0 0,-1 1 0 0 0,1-1-1 0 0,0 1 1 0 0,0-1 0 0 0,0 0 0 0 0,1 1-1 0 0,-1-7 1 0 0,5 38 2735 0 0,-1-9-3188 0 0,6 433 354 0 0,-12-201-451 0 0,5-105-59 0 0,6 0 1 0 0,31 166-1 0 0,-15-189-923 0 0,-18-87 96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0:15.70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1186 73 12443 0 0,'-2'-5'193'0'0,"-1"1"1"0"0,1 0-1 0 0,0 0 1 0 0,-1 0 0 0 0,0 0-1 0 0,0 0 1 0 0,0 1-1 0 0,-1-1 1 0 0,1 1 0 0 0,-1 0-1 0 0,0 0 1 0 0,1 0-1 0 0,-1 1 1 0 0,-1-1 0 0 0,1 1-1 0 0,0 0 1 0 0,-1 0-1 0 0,1 0 1 0 0,-1 1-1 0 0,1-1 1 0 0,-1 1 0 0 0,-9-1-1 0 0,-5 0 167 0 0,0 0 1 0 0,0 1-1 0 0,0 1 0 0 0,-28 3 0 0 0,9 3-200 0 0,0 1 1 0 0,0 2-1 0 0,1 1 0 0 0,1 2 1 0 0,0 2-1 0 0,-42 22 0 0 0,15-2 132 0 0,2 3-1 0 0,-82 64 0 0 0,112-75-193 0 0,2 2-1 0 0,1 1 0 0 0,1 1 0 0 0,1 1 0 0 0,2 1 0 0 0,1 2 0 0 0,1 0 0 0 0,2 1 0 0 0,2 1 0 0 0,-19 54 0 0 0,10-13-59 0 0,4 0 0 0 0,3 2-1 0 0,4 0 1 0 0,-7 99 0 0 0,18-131-45 0 0,3-1 1 0 0,2 0 0 0 0,2 0 0 0 0,2 0 0 0 0,2 0-1 0 0,14 56 1 0 0,-13-75-70 0 0,2-1 0 0 0,1 0 0 0 0,1 0 0 0 0,1-1 0 0 0,1 0 0 0 0,2-1 0 0 0,0 0 0 0 0,1-2 0 0 0,1 0 0 0 0,2 0 0 0 0,32 28-1 0 0,-24-27-59 0 0,1-2-1 0 0,2-1 1 0 0,0-2-1 0 0,1 0 1 0 0,43 16-1 0 0,173 50-544 0 0,-188-67 685 0 0,1-3 1 0 0,1-2-1 0 0,-1-3 0 0 0,2-2 0 0 0,-1-4 1 0 0,1-2-1 0 0,-1-2 0 0 0,1-3 0 0 0,-1-3 1 0 0,86-21-1 0 0,-88 11-87 0 0,0-2 0 0 0,71-34 1 0 0,-98 37 56 0 0,0-1 1 0 0,-2-2 0 0 0,0-1-1 0 0,-1-1 1 0 0,36-34 0 0 0,-25 14 157 0 0,-2-2-1 0 0,-1-2 1 0 0,-3-1 0 0 0,-1-2 0 0 0,-3-1-1 0 0,-1-1 1 0 0,-3-1 0 0 0,19-55 0 0 0,-23 44 155 0 0,-3 0 0 0 0,-2-1-1 0 0,-3 0 1 0 0,-3-2 0 0 0,-3 1 0 0 0,0-124 0 0 0,-9 162-231 0 0,-1 0-1 0 0,-1 1 1 0 0,-1-1 0 0 0,-1 1-1 0 0,-2-1 1 0 0,0 2 0 0 0,-2-1 0 0 0,-17-35-1 0 0,15 41-41 0 0,0 1 1 0 0,-1 0-1 0 0,-1 0 0 0 0,0 1 0 0 0,-2 1 0 0 0,1 1 0 0 0,-2 0 0 0 0,0 1 0 0 0,-1 0 0 0 0,-30-18 0 0 0,17 15 5 0 0,0 1 1 0 0,0 2-1 0 0,-2 1 0 0 0,0 1 0 0 0,0 2 1 0 0,-1 1-1 0 0,0 1 0 0 0,0 2 1 0 0,-1 2-1 0 0,0 1 0 0 0,0 1 0 0 0,0 2 1 0 0,0 2-1 0 0,-37 5 0 0 0,33-1 52 0 0,-1 2-1 0 0,1 1 0 0 0,1 3 1 0 0,-64 26-1 0 0,79-27-567 0 0,1 1 0 0 0,0 0 0 0 0,-29 23 0 0 0,38-24-699 0 0,-1 0 1 0 0,1 1-1 0 0,1 1 0 0 0,0-1 0 0 0,-16 27 0 0 0,5 0-5053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0:16.0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52 0 14283 0 0,'-1'4'560'0'0,"0"-1"1"0"0,1 1-1 0 0,-1 0 0 0 0,0-1 1 0 0,1 1-1 0 0,0 0 0 0 0,0 6 1 0 0,0 6 240 0 0,-2 4-721 0 0,-30 424 2718 0 0,18-54-9778 0 0,14-373 1117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0:16.4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189 115 3225 0 0,'4'-23'-27'0'0,"4"-22"1437"0"0,-8 40-699 0 0,1 1 1 0 0,-1-1-1 0 0,0 0 1 0 0,-1 0 0 0 0,1 1-1 0 0,-2-8 1 0 0,2 11-621 0 0,0 1 1 0 0,0 0 0 0 0,0-1-1 0 0,0 1 1 0 0,-1 0-1 0 0,1 0 1 0 0,-2-3 1099 0 0,2 3-1100 0 0,0 0 1 0 0,0 0-1 0 0,-1-1 1 0 0,1 1 0 0 0,0 0-1 0 0,0 0 1 0 0,-1 0-1 0 0,1 0 1 0 0,0 0 0 0 0,0 0-1 0 0,-1 0 1 0 0,1 0-1 0 0,0 0 1 0 0,0 0 0 0 0,-1 0-1 0 0,1 0 1 0 0,0 0-1 0 0,0 0 1 0 0,-1 0 0 0 0,1 0-1 0 0,0 0 1 0 0,0 0-1 0 0,-1 0 1 0 0,-12 11 1895 0 0,-8 18 21 0 0,-8 18-1447 0 0,2 1 0 0 0,2 1-1 0 0,2 1 1 0 0,-25 83 0 0 0,45-92-552 0 0,3-32-8 0 0,20-66-562 0 0,2-9 733 0 0,4 1-1 0 0,38-72 1 0 0,-63 133-47 0 0,1 1 1 0 0,0 0-1 0 0,0-1 1 0 0,0 1 0 0 0,0 0-1 0 0,0 0 1 0 0,1 1-1 0 0,-1-1 1 0 0,1 0-1 0 0,0 1 1 0 0,0-1-1 0 0,0 1 1 0 0,0 0 0 0 0,6-3-1 0 0,-6 5-78 0 0,0-1-1 0 0,0 1 1 0 0,-1-1 0 0 0,1 1-1 0 0,0 0 1 0 0,0 0-1 0 0,0 0 1 0 0,0 1-1 0 0,0-1 1 0 0,-1 1 0 0 0,1-1-1 0 0,0 1 1 0 0,0 0-1 0 0,-1 0 1 0 0,1 0 0 0 0,0 1-1 0 0,-1-1 1 0 0,0 1-1 0 0,5 3 1 0 0,11 9-11 0 0,-1 1 1 0 0,0 1 0 0 0,-2 0-1 0 0,0 1 1 0 0,15 22-1 0 0,11 12-1255 0 0,-18-24-4177 0 0,2 2-1827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0:16.91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20 143 8754 0 0,'-9'-71'1361'0'0,"-1"-1"8764"0"0,11 119-8184 0 0,41 284-1093 0 0,20 245-80 0 0,-42 91-432 0 0,-18-571-836 0 0,26 184 0 0 0,-24-264 172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0:17.53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1 351 6913 0 0,'8'3'715'0'0,"0"0"-1"0"0,1 0 0 0 0,-1-1 1 0 0,1 0-1 0 0,0 0 0 0 0,0-1 1 0 0,0 0-1 0 0,17-1 0 0 0,77-11 2430 0 0,-81 7-2674 0 0,726-82 3403 0 0,5 26-3337 0 0,-606 49-496 0 0,505-20-50 0 0,-150 11 4 0 0,-282 9 66 0 0,114-7 98 0 0,-201 8-89 0 0,364-35 156 0 0,-12-10-1579 0 0,-418 49-1344 0 0,-23 6-3722 0 0,-27 2 1456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0:17.81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0 4609 0 0,'-3'8'17098'0'0,"16"13"-16682"0"0,0 1 0 0 0,-2 0 0 0 0,0 0 0 0 0,-2 1 0 0 0,10 34 0 0 0,24 131-108 0 0,-24-98-138 0 0,95 377 72 0 0,7 33-1 0 0,-68-184 624 0 0,-49-260-1738 0 0,-4 80 0 0 0,-3-94-2157 0 0,-10 43 1 0 0,7-53-4801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0:18.4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318 1 4145 0 0,'2'2'6040'0'0,"-10"11"-3160"0"0,-15 14-226 0 0,-24 15-661 0 0,-3-1-1 0 0,-65 41 0 0 0,53-39-1347 0 0,61-43-636 0 0,0 0 1 0 0,0 1-1 0 0,0-1 1 0 0,1 1-1 0 0,-1-1 1 0 0,0 1-1 0 0,0 0 1 0 0,1-1-1 0 0,-1 1 1 0 0,0 0-1 0 0,1 0 1 0 0,-1-1-1 0 0,0 1 1 0 0,1 0-1 0 0,-1 0 1 0 0,1 0-1 0 0,-1 0 1 0 0,1-1-1 0 0,0 1 1 0 0,-1 0-1 0 0,1 0 1 0 0,0 0-1 0 0,-1 2 1 0 0,2-2-8 0 0,0 0 0 0 0,-1-1-1 0 0,1 1 1 0 0,-1 0 0 0 0,1-1 0 0 0,0 1 0 0 0,-1-1 0 0 0,1 1 0 0 0,0-1 0 0 0,0 1 0 0 0,0-1 0 0 0,-1 1 0 0 0,1-1-1 0 0,0 0 1 0 0,0 1 0 0 0,0-1 0 0 0,0 0 0 0 0,0 0 0 0 0,0 0 0 0 0,0 1 0 0 0,60 1-164 0 0,-54-2 134 0 0,-5 0 19 0 0,27 0 14 0 0,43 6 1 0 0,-66-5-22 0 0,0-1 0 0 0,0 1 0 0 0,0 1 0 0 0,0-1 0 0 0,0 1 0 0 0,-1 0 0 0 0,1 1 0 0 0,0-1 0 0 0,-1 1 0 0 0,0 0 0 0 0,0 1 0 0 0,0-1 0 0 0,0 1 0 0 0,5 5 0 0 0,-8-7-15 0 0,-1 0-1 0 0,0 1 1 0 0,0-1 0 0 0,0 1 0 0 0,0-1-1 0 0,0 1 1 0 0,0-1 0 0 0,0 1 0 0 0,-1-1 0 0 0,1 1-1 0 0,-1 0 1 0 0,0-1 0 0 0,0 1 0 0 0,0 0-1 0 0,0-1 1 0 0,0 1 0 0 0,-1 0 0 0 0,1-1 0 0 0,-1 1-1 0 0,0 0 1 0 0,0-1 0 0 0,0 1 0 0 0,-2 4-1 0 0,-4 5-102 0 0,0 1 0 0 0,0-1 0 0 0,-13 14-1 0 0,9-11 189 0 0,-4 5-43 0 0,-18 24 37 0 0,31-41-46 0 0,0 0 0 0 0,1 0 1 0 0,-1 0-1 0 0,1 1 0 0 0,-1-1 0 0 0,1 0 1 0 0,0 0-1 0 0,0 1 0 0 0,1-1 1 0 0,-1 1-1 0 0,1-1 0 0 0,0 4 1 0 0,0-6-19 0 0,0 1 0 0 0,1-1 0 0 0,-1 1 0 0 0,1-1 1 0 0,0 0-1 0 0,-1 0 0 0 0,1 1 0 0 0,0-1 0 0 0,0 0 1 0 0,0 0-1 0 0,0 0 0 0 0,0 0 0 0 0,0 0 0 0 0,0 0 1 0 0,0 0-1 0 0,0 0 0 0 0,1 0 0 0 0,-1 0 0 0 0,0-1 1 0 0,0 1-1 0 0,1 0 0 0 0,-1-1 0 0 0,1 1 0 0 0,-1-1 1 0 0,0 0-1 0 0,1 1 0 0 0,-1-1 0 0 0,1 0 0 0 0,-1 0 1 0 0,3 0-1 0 0,50-1-698 0 0,-47 0 645 0 0,8 0 14 0 0,0 0 0 0 0,0 1-1 0 0,0 0 1 0 0,-1 1-1 0 0,16 4 1 0 0,-27-5 50 0 0,0 1-1 0 0,-1-1 1 0 0,1 1-1 0 0,0 0 1 0 0,-1 0-1 0 0,1 0 1 0 0,-1 0 0 0 0,0 0-1 0 0,1 0 1 0 0,-1 1-1 0 0,0-1 1 0 0,0 1-1 0 0,0 0 1 0 0,0 0-1 0 0,0 0 1 0 0,0 0 0 0 0,0 0-1 0 0,0 0 1 0 0,-1 0-1 0 0,1 0 1 0 0,-1 1-1 0 0,0-1 1 0 0,0 0-1 0 0,0 1 1 0 0,0-1 0 0 0,0 1-1 0 0,0 0 1 0 0,-1-1-1 0 0,1 1 1 0 0,-1 0-1 0 0,0-1 1 0 0,0 1-1 0 0,0 0 1 0 0,0-1 0 0 0,0 5-1 0 0,-3 6 192 0 0,-1 1 1 0 0,0-1-1 0 0,0 0 0 0 0,-1 0 0 0 0,-1 0 1 0 0,0 0-1 0 0,-15 21 0 0 0,12-20 40 0 0,0 1 0 0 0,1 1 0 0 0,1 0 0 0 0,-8 22-1 0 0,15-37-236 0 0,0 0 0 0 0,0 0 1 0 0,-1 0-1 0 0,1 0 0 0 0,0 0 0 0 0,0-1 0 0 0,0 1 0 0 0,0 0 0 0 0,0 0 0 0 0,0 0 0 0 0,0 0 0 0 0,0 0 0 0 0,0 0 0 0 0,0 0 0 0 0,1 0 0 0 0,-1 0 0 0 0,0-1 0 0 0,1 1 0 0 0,-1 0 0 0 0,0 0 1 0 0,1 0-1 0 0,-1-1 0 0 0,1 1 0 0 0,-1 0 0 0 0,1 0 0 0 0,0-1 0 0 0,-1 1 0 0 0,1 0 0 0 0,0-1 0 0 0,-1 1 0 0 0,1-1 0 0 0,1 1 0 0 0,29 6-3955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0:19.0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4806 0 7338 0 0,'0'0'561'0'0,"7"23"-216"0"0,-4-8 2456 0 0,0 0 1 0 0,1 0-1 0 0,10 26 0 0 0,-5-23-1467 0 0,0 0 0 0 0,17 25 1 0 0,6 4-955 0 0,-2 1 0 0 0,-2 1-1 0 0,-3 2 1 0 0,-2 1 0 0 0,-2 1 0 0 0,-2 0 0 0 0,-3 2 0 0 0,12 72 0 0 0,6 113-751 0 0,57 285-396 0 0,-49-356 816 0 0,7-3 0 0 0,75 169 0 0 0,-113-310-49 0 0,0-3 31 0 0,-2 0 0 0 0,0 0-1 0 0,10 44 1 0 0,-18-62-24 0 0,0 1 1 0 0,0 0-1 0 0,-1-1 0 0 0,1 1 0 0 0,-1 0 0 0 0,0 0 0 0 0,-1 0 1 0 0,1-1-1 0 0,-1 1 0 0 0,0 0 0 0 0,0-1 0 0 0,0 1 0 0 0,-1 0 1 0 0,1-1-1 0 0,-1 1 0 0 0,0-1 0 0 0,-1 0 0 0 0,1 0 0 0 0,-1 0 1 0 0,1 0-1 0 0,-1 0 0 0 0,-1 0 0 0 0,1-1 0 0 0,0 0 0 0 0,-6 5 1 0 0,7-7 5 0 0,0 0 1 0 0,-1 0 0 0 0,1 0 0 0 0,0 0-1 0 0,-1-1 1 0 0,1 1 0 0 0,-1-1 0 0 0,1 1-1 0 0,-1-1 1 0 0,1 0 0 0 0,-1 0 0 0 0,1 0-1 0 0,-5 0 1 0 0,-37-8 237 0 0,20 3-188 0 0,-42 0-59 0 0,1 2 0 0 0,-125 12 0 0 0,54 0-162 0 0,-501-11-68 0 0,191-3 217 0 0,-1010 31-994 0 0,60 66 832 0 0,1226-66 385 0 0,1 7-1 0 0,-200 68 1 0 0,311-80-2 0 0,33-11-109 0 0,0-1 0 0 0,-1-2 0 0 0,-1 0 0 0 0,-38 4 1 0 0,62-10-100 0 0,1-1 1 0 0,0 0-1 0 0,0 0 1 0 0,0 0-1 0 0,0-1 1 0 0,0 1-1 0 0,0 0 1 0 0,0-1-1 0 0,0 0 1 0 0,0 1-1 0 0,0-1 1 0 0,-2-1-1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0:20.0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274 61 10594 0 0,'-1'-4'271'0'0,"0"1"-1"0"0,-1 0 1 0 0,1 0-1 0 0,-1-1 1 0 0,1 1-1 0 0,-1 0 1 0 0,0 0-1 0 0,0 0 1 0 0,0 1-1 0 0,-1-1 1 0 0,1 1-1 0 0,-1-1 1 0 0,1 1-1 0 0,-1 0 1 0 0,0-1-1 0 0,0 1 1 0 0,0 1 0 0 0,0-1-1 0 0,0 0 1 0 0,0 1-1 0 0,-1 0 1 0 0,1-1-1 0 0,0 1 1 0 0,-1 1-1 0 0,1-1 1 0 0,-6 0-1 0 0,4 1-48 0 0,0 0-1 0 0,0 0 1 0 0,-1 1 0 0 0,1 0-1 0 0,0 0 1 0 0,0 0-1 0 0,0 1 1 0 0,0 0 0 0 0,0 0-1 0 0,0 0 1 0 0,0 0 0 0 0,0 1-1 0 0,1 0 1 0 0,0 0-1 0 0,-1 0 1 0 0,1 0 0 0 0,-5 6-1 0 0,-2 4-126 0 0,0 0-1 0 0,0 1 1 0 0,2 0 0 0 0,-1 0-1 0 0,2 1 1 0 0,0 0-1 0 0,1 1 1 0 0,0 0-1 0 0,1 0 1 0 0,1 1-1 0 0,1-1 1 0 0,0 1-1 0 0,1 0 1 0 0,-1 30-1 0 0,4-34-87 0 0,-1 0 0 0 0,2 0-1 0 0,0 0 1 0 0,0-1-1 0 0,1 1 1 0 0,1 0 0 0 0,0 0-1 0 0,1-1 1 0 0,0 0-1 0 0,1 1 1 0 0,1-2-1 0 0,-1 1 1 0 0,2-1 0 0 0,0 0-1 0 0,0 0 1 0 0,1 0-1 0 0,0-1 1 0 0,1-1-1 0 0,19 17 1 0 0,-16-16-77 0 0,2 0 0 0 0,-1-1 0 0 0,1-1 0 0 0,0-1 0 0 0,1 0 0 0 0,0 0 0 0 0,0-2 0 0 0,0 0 1 0 0,1-1-1 0 0,0 0 0 0 0,0-1 0 0 0,0-1 0 0 0,0 0 0 0 0,0-1 0 0 0,0-1 0 0 0,0-1 0 0 0,18-2 0 0 0,-16-1-1023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0:20.45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 0 8754 0 0,'-14'9'8803'0'0,"13"-8"-8544"0"0,-4 30 2893 0 0,9 30-2085 0 0,-1-38-929 0 0,1 0-1 0 0,2 0 0 0 0,0-1 0 0 0,1 0 0 0 0,12 26 0 0 0,-15-40-120 0 0,0 1-1 0 0,1-1 1 0 0,0 1 0 0 0,0-1-1 0 0,1-1 1 0 0,0 1-1 0 0,0-1 1 0 0,1 0 0 0 0,0 0-1 0 0,0-1 1 0 0,0 0-1 0 0,1 0 1 0 0,0-1-1 0 0,0 0 1 0 0,12 5 0 0 0,-19-9-70 0 0,1-1 0 0 0,0 0 0 0 0,-1 0 0 0 0,1 1 0 0 0,0-1 0 0 0,-1 0 0 0 0,1 0 0 0 0,0-1 0 0 0,-1 1 0 0 0,1 0 0 0 0,0-1 0 0 0,-1 1 0 0 0,1 0 0 0 0,0-1 1 0 0,-1 0-1 0 0,1 1 0 0 0,-1-1 0 0 0,1 0 0 0 0,-1 0 0 0 0,1 0 0 0 0,-1 0 0 0 0,0 0 0 0 0,0 0 0 0 0,1 0 0 0 0,-1-1 0 0 0,0 1 0 0 0,0 0 0 0 0,0-1 0 0 0,0 1 0 0 0,0-1 1 0 0,-1 1-1 0 0,1-1 0 0 0,0 1 0 0 0,0-3 0 0 0,4-8-240 0 0,0 0 1 0 0,-1-1 0 0 0,4-16 0 0 0,-6 23 201 0 0,9-64-379 0 0,-11 58 657 0 0,1 0-1 0 0,0 0 1 0 0,1 0 0 0 0,1 1 0 0 0,0-1-1 0 0,1 1 1 0 0,0-1 0 0 0,0 1 0 0 0,8-13 0 0 0,-12 24-152 0 0,0-1 1 0 0,1 1-1 0 0,-1 0 1 0 0,0 0-1 0 0,0-1 1 0 0,0 1-1 0 0,1 0 1 0 0,-1-1-1 0 0,0 1 0 0 0,1 0 1 0 0,-1 0-1 0 0,0 0 1 0 0,1-1-1 0 0,-1 1 1 0 0,0 0-1 0 0,1 0 1 0 0,-1 0-1 0 0,0 0 1 0 0,1 0-1 0 0,-1 0 1 0 0,0 0-1 0 0,1-1 1 0 0,-1 1-1 0 0,0 0 1 0 0,1 0-1 0 0,-1 0 1 0 0,1 0-1 0 0,-1 1 1 0 0,0-1-1 0 0,1 0 1 0 0,-1 0-1 0 0,0 0 1 0 0,1 0-1 0 0,-1 0 1 0 0,1 1-1 0 0,11 11 497 0 0,5 22-228 0 0,-16-33-262 0 0,10 27-186 0 0,2 0 1 0 0,1-1 0 0 0,1-1-1 0 0,1-1 1 0 0,1 0 0 0 0,2-1-1 0 0,0 0 1 0 0,2-2-1 0 0,25 23 1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0:20.81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0 196 9674 0 0,'16'2'7866'0'0,"4"3"-6559"0"0,-8 1-857 0 0,0 1 1 0 0,0 0-1 0 0,-1 0 1 0 0,0 1-1 0 0,0 1 1 0 0,-1 0-1 0 0,15 15 1 0 0,56 79-333 0 0,-43-52 131 0 0,-33-42-219 0 0,-3-7-19 0 0,0 1 0 0 0,-1-1 0 0 0,1 1-1 0 0,0-1 1 0 0,0 0 0 0 0,0 0 0 0 0,0 0 0 0 0,1 0 0 0 0,2 2 0 0 0,-13-48 104 0 0,-1-5 108 0 0,-5-90 0 0 0,14 116-206 0 0,0 1 0 0 0,2-1 0 0 0,1 1-1 0 0,0 0 1 0 0,1 0 0 0 0,11-31 0 0 0,-14 51-51 0 0,0 0 1 0 0,0-1-1 0 0,0 1 1 0 0,0 0-1 0 0,0 0 1 0 0,1 0-1 0 0,-1 0 1 0 0,1 0-1 0 0,0 0 1 0 0,-1 0-1 0 0,1 1 1 0 0,0-1-1 0 0,0 0 1 0 0,0 1-1 0 0,3-2 1 0 0,1 0-351 0 0,0 1 0 0 0,0 0 0 0 0,0 0 0 0 0,12-2 1 0 0,-2 2-282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0:21.35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25 201 10594 0 0,'-22'-12'3886'0'0,"22"12"-3692"0"0,-1-1 0 0 0,1 1 0 0 0,0-1 0 0 0,0 1-1 0 0,-1-1 1 0 0,1 1 0 0 0,0-1 0 0 0,0 1 0 0 0,0-1 0 0 0,0 1 0 0 0,0-1 0 0 0,0 1 0 0 0,-1-1 0 0 0,1 0-1 0 0,0 1 1 0 0,1-1 0 0 0,-1 1 0 0 0,0-1 0 0 0,0 1 0 0 0,0-1 0 0 0,0 1 0 0 0,0-1 0 0 0,1 0-1 0 0,-1 0-97 0 0,1 1 0 0 0,-1 0-1 0 0,1 0 1 0 0,-1-1 0 0 0,1 1-1 0 0,-1 0 1 0 0,1 0-1 0 0,-1 0 1 0 0,1 0 0 0 0,-1 0-1 0 0,1 0 1 0 0,-1 0-1 0 0,1 0 1 0 0,-1 0 0 0 0,1 0-1 0 0,-1 0 1 0 0,1 0 0 0 0,-1 0-1 0 0,1 0 1 0 0,-1 0-1 0 0,1 0 1 0 0,-1 1 0 0 0,1-1-1 0 0,-1 0 1 0 0,0 0-1 0 0,1 1 1 0 0,-1-1 0 0 0,1 0-1 0 0,-1 1 1 0 0,1-1 0 0 0,-1 0-1 0 0,0 1 1 0 0,1-1-1 0 0,-1 0 1 0 0,0 1 0 0 0,0-1-1 0 0,1 1 1 0 0,16 18 186 0 0,-15-16-89 0 0,27 37-59 0 0,-1 3-1 0 0,35 73 1 0 0,-58-108-116 0 0,0 2-18 0 0,-1-4 0 0 0,-1 0 0 0 0,0 0 0 0 0,0 0 0 0 0,0 1 0 0 0,-1-1 0 0 0,0 0 0 0 0,1 11 0 0 0,-20-59 0 0 0,12 15-10 0 0,1-1-1 0 0,1 0 1 0 0,1 0-1 0 0,2 0 1 0 0,3-38-1 0 0,-1 48-65 0 0,1 1-1 0 0,0 0 0 0 0,1-1 0 0 0,1 1 0 0 0,1 1 0 0 0,0-1 1 0 0,1 1-1 0 0,1 0 0 0 0,17-25 0 0 0,3 11-1132 0 0,-13 21-4851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0:21.89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5065 0 0,'56'4'8062'0'0,"-45"-2"-6997"0"0,0 0-1 0 0,0 1 0 0 0,-1 0 1 0 0,1 0-1 0 0,16 9 1 0 0,-19-7-483 0 0,-8-4-448 0 0,0-1 1 0 0,1 1 0 0 0,-1-1 0 0 0,1 1-1 0 0,-1-1 1 0 0,0 0 0 0 0,1 1 0 0 0,-1-1 0 0 0,1 1-1 0 0,-1-1 1 0 0,1 0 0 0 0,-1 0 0 0 0,1 1-1 0 0,-1-1 1 0 0,1 0 0 0 0,-1 0 0 0 0,1 1-1 0 0,0-1 1 0 0,-1 0 0 0 0,1 0 0 0 0,-1 0 0 0 0,1 0-1 0 0,-1 0 1 0 0,1 0 0 0 0,0 0 0 0 0,0 0-1 0 0,16-21-1827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0:22.7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0 590 12443 0 0,'3'0'522'0'0,"1"0"0"0"0,-1-1 0 0 0,1 1 0 0 0,-1-1 0 0 0,0 0 0 0 0,1 0 0 0 0,-1 0 0 0 0,0 0 0 0 0,0-1 0 0 0,0 1 0 0 0,0-1 0 0 0,0 0 0 0 0,0 0 1 0 0,3-2-1 0 0,-2 0-220 0 0,1-1 1 0 0,-1 1 0 0 0,1-1-1 0 0,-2 0 1 0 0,1-1-1 0 0,0 1 1 0 0,2-7 0 0 0,1-1-294 0 0,-2-1 1 0 0,1 0 0 0 0,-2 0-1 0 0,0-1 1 0 0,4-25 0 0 0,-6 19 21 0 0,-1-1 0 0 0,0 0 0 0 0,-5-34 0 0 0,3 43-57 0 0,-1 0 0 0 0,-1-1 1 0 0,0 1-1 0 0,-1 0 0 0 0,-1 1 0 0 0,1-1 0 0 0,-8-11 0 0 0,12 23-32 0 0,-1 0 0 0 0,1-1 0 0 0,-1 1 0 0 0,0 0 0 0 0,1 0 0 0 0,-1 0 0 0 0,0 0 0 0 0,1 0 0 0 0,-1 0 0 0 0,0 1 0 0 0,0-1-1 0 0,0 0 1 0 0,0 0 0 0 0,0 0 0 0 0,0 1 0 0 0,0-1 0 0 0,0 1 0 0 0,0-1 0 0 0,-1 1 0 0 0,1-1 0 0 0,0 1 0 0 0,0 0 0 0 0,0-1 0 0 0,0 1 0 0 0,-2 0 0 0 0,2 0-23 0 0,0 1 0 0 0,0 0 0 0 0,0-1 1 0 0,0 1-1 0 0,0 0 0 0 0,0-1 0 0 0,0 1 1 0 0,0 0-1 0 0,0 0 0 0 0,1 0 0 0 0,-1 0 0 0 0,0 0 1 0 0,1 0-1 0 0,-1 0 0 0 0,1 0 0 0 0,-1 0 1 0 0,1 0-1 0 0,-1 0 0 0 0,1 1 0 0 0,0-1 1 0 0,0 0-1 0 0,-1 0 0 0 0,1 0 0 0 0,0 0 1 0 0,0 1-1 0 0,0 0 0 0 0,0 12-98 0 0,0-1 0 0 0,1 1-1 0 0,0-1 1 0 0,1 0 0 0 0,0 0-1 0 0,1 0 1 0 0,1 0 0 0 0,0 0 0 0 0,1-1-1 0 0,9 20 1 0 0,-10-23 208 0 0,1-1 0 0 0,0 1-1 0 0,1-1 1 0 0,-1 0 0 0 0,1-1-1 0 0,1 1 1 0 0,-1-1 0 0 0,2 0 0 0 0,-1-1-1 0 0,0 0 1 0 0,1 0 0 0 0,0-1 0 0 0,1 0-1 0 0,-1 0 1 0 0,13 5 0 0 0,-19-10 0 0 0,0 1-1 0 0,0-1 1 0 0,0 0 0 0 0,0 1 0 0 0,0-1-1 0 0,0 0 1 0 0,1 0 0 0 0,-1-1 0 0 0,0 1 0 0 0,0 0-1 0 0,0-1 1 0 0,0 1 0 0 0,0-1 0 0 0,0 0 0 0 0,0 0-1 0 0,0 1 1 0 0,0-1 0 0 0,0-1 0 0 0,0 1 0 0 0,-1 0-1 0 0,1 0 1 0 0,0-1 0 0 0,-1 1 0 0 0,1-1 0 0 0,-1 1-1 0 0,1-1 1 0 0,-1 1 0 0 0,0-1 0 0 0,2-3 0 0 0,4-7-550 0 0,0 0 1 0 0,-1-1 0 0 0,8-20 0 0 0,-4 9-357 0 0,1-5-35 0 0,-2 0 0 0 0,0 0-1 0 0,7-50 1 0 0,4-12-347 0 0,-20 90 1297 0 0,0-1 1 0 0,1 0-1 0 0,-1 1 0 0 0,1-1 0 0 0,0 0 0 0 0,-1 1 0 0 0,1-1 0 0 0,0 1 1 0 0,0-1-1 0 0,0 1 0 0 0,0-1 0 0 0,0 1 0 0 0,2-2 0 0 0,-2 3 12 0 0,-1-1-1 0 0,1 1 1 0 0,-1 0 0 0 0,1 0-1 0 0,-1-1 1 0 0,1 1-1 0 0,0 0 1 0 0,-1 0 0 0 0,1 0-1 0 0,-1 0 1 0 0,1 0-1 0 0,0 0 1 0 0,-1 0 0 0 0,1 0-1 0 0,0 0 1 0 0,-1 0-1 0 0,1 0 1 0 0,-1 0 0 0 0,1 0-1 0 0,0 1 1 0 0,-1-1-1 0 0,1 0 1 0 0,-1 0-1 0 0,2 1 1 0 0,2 3 296 0 0,1-1 1 0 0,-1 1-1 0 0,0 0 0 0 0,0 0 0 0 0,0 1 0 0 0,3 5 1 0 0,-1-3-176 0 0,4 7 158 0 0,-1 1-1 0 0,0 1 1 0 0,-2-1 0 0 0,1 1-1 0 0,8 31 1 0 0,15 30 452 0 0,-11-130-1153 0 0,-3-10-476 0 0,-14 47 946 0 0,0-1-1 0 0,2 1 1 0 0,0 0-1 0 0,1 0 0 0 0,0 0 1 0 0,1 1-1 0 0,1 0 1 0 0,14-20-1 0 0,-20 32 8 0 0,0 1 0 0 0,0 0 0 0 0,0 0 0 0 0,1 0 0 0 0,-1 0 1 0 0,1 0-1 0 0,-1 0 0 0 0,1 1 0 0 0,-1-1 0 0 0,1 1 0 0 0,0 0 0 0 0,0 0 0 0 0,-1 0 0 0 0,1 0 0 0 0,0 0 1 0 0,0 0-1 0 0,0 1 0 0 0,0 0 0 0 0,0-1 0 0 0,0 1 0 0 0,0 1 0 0 0,0-1 0 0 0,0 0 0 0 0,0 0 0 0 0,0 1 0 0 0,0 0 1 0 0,0 0-1 0 0,4 1 0 0 0,7 5 213 0 0,0 0 1 0 0,-1 0-1 0 0,0 1 0 0 0,20 17 1 0 0,11 5-31 0 0,-30-22-818 0 0,1-1 0 0 0,0-1 1 0 0,0-1-1 0 0,22 6 0 0 0,-19-8-6559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0:22.9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 1 17972 0 0,'-1'0'71'0'0,"1"0"-1"0"0,-1-1 1 0 0,1 1 0 0 0,-1 0 0 0 0,1 0 0 0 0,-1 0 0 0 0,1 0-1 0 0,-1 0 1 0 0,1 0 0 0 0,-1 0 0 0 0,1 1 0 0 0,-1-1 0 0 0,1 0-1 0 0,-1 0 1 0 0,1 0 0 0 0,-1 0 0 0 0,1 1 0 0 0,0-1-1 0 0,-1 0 1 0 0,1 0 0 0 0,-1 1 0 0 0,1-1 0 0 0,0 0 0 0 0,-1 1-1 0 0,1-1 1 0 0,0 0 0 0 0,-1 1 0 0 0,1-1 0 0 0,0 1 0 0 0,-1 0-1 0 0,4 15 168 0 0,1-3 5 0 0,56 209 2664 0 0,-10-45-1969 0 0,42 135-676 0 0,-75-262-676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0:23.1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1 364 17972 0 0,'0'-2'133'0'0,"0"-1"0"0"0,0 0 0 0 0,0 0 0 0 0,0 1 0 0 0,1-1 0 0 0,-1 1 0 0 0,1-1 0 0 0,0 0 0 0 0,-1 1 0 0 0,1-1 0 0 0,1 1 0 0 0,-1-1 1 0 0,0 1-1 0 0,1 0 0 0 0,2-4 0 0 0,33-37-436 0 0,-21 26 533 0 0,31-34-413 0 0,2 2-1 0 0,2 2 0 0 0,60-42 0 0 0,-78 66-49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0:23.72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270 3 9218 0 0,'-2'-1'252'0'0,"0"1"0"0"0,0-1 0 0 0,0 1 0 0 0,0 0-1 0 0,0 0 1 0 0,0 0 0 0 0,0 0 0 0 0,0 0 0 0 0,0 0 0 0 0,0 0 0 0 0,0 1 0 0 0,0-1 0 0 0,0 1-1 0 0,-3 1 1 0 0,-31 13 1547 0 0,28-11-1420 0 0,-10 4 303 0 0,0 1 1 0 0,1 1-1 0 0,1 1 1 0 0,-1 1-1 0 0,2 0 0 0 0,-17 16 1 0 0,26-23-561 0 0,1 0 0 0 0,0 1 0 0 0,0 0 0 0 0,1 0 1 0 0,-1 0-1 0 0,1 0 0 0 0,0 1 0 0 0,1-1 0 0 0,0 1 0 0 0,0 0 1 0 0,0 0-1 0 0,1 0 0 0 0,0 1 0 0 0,0-1 0 0 0,1 0 0 0 0,0 1 1 0 0,0-1-1 0 0,1 1 0 0 0,0 9 0 0 0,2-11-127 0 0,0 0-1 0 0,0-1 1 0 0,0 1 0 0 0,0-1-1 0 0,1 0 1 0 0,0 0 0 0 0,0 0-1 0 0,0 0 1 0 0,1 0 0 0 0,0-1-1 0 0,0 1 1 0 0,0-1 0 0 0,0 0-1 0 0,1 0 1 0 0,-1-1 0 0 0,1 1-1 0 0,0-1 1 0 0,0 0 0 0 0,6 2-1 0 0,11 6-96 0 0,-1-2-1 0 0,1 0 0 0 0,31 7 1 0 0,4-3-21 0 0,-41-10 138 0 0,0 0 1 0 0,-1 1 0 0 0,1 0-1 0 0,-1 1 1 0 0,0 1 0 0 0,27 15-1 0 0,-40-19-13 0 0,0-1 0 0 0,0 1 1 0 0,0 0-1 0 0,0-1 0 0 0,0 1 0 0 0,0 0 0 0 0,-1 0 0 0 0,1 0 0 0 0,-1 1 0 0 0,1-1 0 0 0,-1 0 0 0 0,0 1 0 0 0,0-1 0 0 0,0 0 0 0 0,0 1 0 0 0,0-1 0 0 0,-1 1 0 0 0,1 0 0 0 0,0 4 1 0 0,-1-2-25 0 0,-1 0 1 0 0,1 0-1 0 0,-1 0 1 0 0,0 0-1 0 0,0 0 1 0 0,0 1-1 0 0,-1-2 1 0 0,0 1 0 0 0,-3 7-1 0 0,-3 2 47 0 0,-1 0-1 0 0,0 0 0 0 0,-1-1 1 0 0,0 0-1 0 0,-17 16 1 0 0,13-16 307 0 0,-1 0 0 0 0,-29 21 1 0 0,38-31-569 0 0,0 1 0 0 0,-1-1 0 0 0,0 0 0 0 0,1 0 0 0 0,-14 3 1 0 0,16-5-501 0 0,0-1 1 0 0,0 1-1 0 0,0-1 1 0 0,-1 0-1 0 0,1 0 1 0 0,-6-1-1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0:24.0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15 6913 0 0,'2'4'483'0'0,"0"0"-1"0"0,0 0 0 0 0,-1 0 0 0 0,0 0 1 0 0,1 0-1 0 0,-1 1 0 0 0,0 6 0 0 0,0-6-45 0 0,3 17 822 0 0,1 6-527 0 0,1 1-1 0 0,2-1 0 0 0,0 0 1 0 0,16 33-1 0 0,-21-54-649 0 0,1 0 0 0 0,0-1 0 0 0,1 1 0 0 0,-1-1 0 0 0,1 0 0 0 0,1 0 0 0 0,-1 0 0 0 0,1-1 1 0 0,6 5-1 0 0,-8-7 46 0 0,1 0 0 0 0,0-1 0 0 0,0 1 0 0 0,0-1 0 0 0,0 0 0 0 0,0 0 1 0 0,0-1-1 0 0,0 0 0 0 0,0 0 0 0 0,1 0 0 0 0,-1 0 0 0 0,1-1 0 0 0,-1 0 1 0 0,8 0-1 0 0,-9-1-46 0 0,-1 1 0 0 0,1-1 0 0 0,-1 0 0 0 0,1 0 0 0 0,-1 0 0 0 0,0 0 0 0 0,0 0 0 0 0,1-1 0 0 0,-1 0 0 0 0,0 1 0 0 0,0-1 0 0 0,0 0 0 0 0,-1 0 0 0 0,1-1 0 0 0,0 1 0 0 0,2-4 0 0 0,-1 1-26 0 0,0 0 1 0 0,-1-1-1 0 0,0 1 0 0 0,0-1 0 0 0,0 1 1 0 0,-1-1-1 0 0,1 0 0 0 0,1-10 0 0 0,-1 4-30 0 0,-1 0-1 0 0,-1 0 0 0 0,0 1 1 0 0,0-1-1 0 0,-1 0 0 0 0,-1 0 1 0 0,0 0-1 0 0,-1 0 0 0 0,-3-15 0 0 0,2 20 2 0 0,0-1-1 0 0,0 1 1 0 0,-1 0-1 0 0,0 0 0 0 0,0 1 1 0 0,-1-1-1 0 0,1 1 0 0 0,-1 0 1 0 0,-1 0-1 0 0,1 0 0 0 0,-1 1 1 0 0,0 0-1 0 0,0 0 1 0 0,-9-5-1 0 0,10 7-124 0 0,0 0 0 0 0,0 0 0 0 0,-1 1 0 0 0,1-1 0 0 0,-1 1 0 0 0,0 1 0 0 0,1-1 0 0 0,-1 1 0 0 0,0 0 0 0 0,0 0 0 0 0,0 0 0 0 0,0 1 0 0 0,0 0 0 0 0,0 0 0 0 0,0 1 0 0 0,0 0 0 0 0,0 0 0 0 0,1 0 0 0 0,-10 3 0 0 0,3 3-1929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0:24.45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1 104 6913 0 0,'0'-1'287'0'0,"1"1"0"0"0,0-1-1 0 0,0 0 1 0 0,0 0-1 0 0,-1 1 1 0 0,1-1-1 0 0,0 1 1 0 0,0-1-1 0 0,0 1 1 0 0,0-1-1 0 0,0 1 1 0 0,0-1-1 0 0,0 1 1 0 0,0 0-1 0 0,0-1 1 0 0,0 1-1 0 0,0 0 1 0 0,0 0-1 0 0,0 0 1 0 0,1 0 0 0 0,-1 0-1 0 0,0 0 1 0 0,0 0-1 0 0,2 1 1 0 0,-1 0 16 0 0,0 0 0 0 0,0 0 0 0 0,0 0 0 0 0,-1 0 0 0 0,1 1 0 0 0,0-1 0 0 0,0 0 0 0 0,-1 1 0 0 0,1 0 0 0 0,-1-1 0 0 0,3 3 0 0 0,2 5 293 0 0,0 1 1 0 0,-1 0-1 0 0,7 15 1 0 0,-11-24-549 0 0,9 23 503 0 0,1 0 0 0 0,1-1 0 0 0,20 28 0 0 0,-28-45-535 0 0,0-1-1 0 0,0 1 0 0 0,1-1 1 0 0,-1-1-1 0 0,1 1 0 0 0,0 0 1 0 0,1-1-1 0 0,-1 0 0 0 0,1-1 0 0 0,0 1 1 0 0,0-1-1 0 0,0 0 0 0 0,0 0 1 0 0,0-1-1 0 0,0 0 0 0 0,1 0 1 0 0,0 0-1 0 0,8 0 0 0 0,-13-2-32 0 0,1 0 0 0 0,-1 0 0 0 0,1 0 0 0 0,-1 0 0 0 0,0-1-1 0 0,1 1 1 0 0,-1-1 0 0 0,0 0 0 0 0,0 0 0 0 0,1 0 0 0 0,-1 0 0 0 0,0 0 0 0 0,0 0-1 0 0,0 0 1 0 0,0-1 0 0 0,0 1 0 0 0,0-1 0 0 0,-1 0 0 0 0,1 1 0 0 0,0-1 0 0 0,-1 0-1 0 0,0 0 1 0 0,1 0 0 0 0,-1 0 0 0 0,0 0 0 0 0,0 0 0 0 0,0 0 0 0 0,1-4 0 0 0,3-8 5 0 0,-1 1 1 0 0,-1-1-1 0 0,3-26 1 0 0,-2 13 254 0 0,2-8-466 0 0,-4 17 134 0 0,1 0-1 0 0,0-1 1 0 0,2 1-1 0 0,0 1 1 0 0,1-1-1 0 0,1 1 1 0 0,12-23 0 0 0,-19 40 103 0 0,1-1 0 0 0,-1 0 0 0 0,0 0 0 0 0,1 0 0 0 0,-1 1 0 0 0,0-1 1 0 0,1 0-1 0 0,-1 1 0 0 0,1-1 0 0 0,-1 0 0 0 0,1 1 0 0 0,0-1 0 0 0,-1 1 1 0 0,1-1-1 0 0,-1 1 0 0 0,1-1 0 0 0,0 1 0 0 0,0-1 0 0 0,-1 1 1 0 0,1 0-1 0 0,0-1 0 0 0,0 1 0 0 0,-1 0 0 0 0,1 0 0 0 0,0-1 0 0 0,0 1 1 0 0,0 0-1 0 0,-1 0 0 0 0,1 0 0 0 0,0 0 0 0 0,0 0 0 0 0,0 0 0 0 0,0 0 1 0 0,-1 1-1 0 0,1-1 0 0 0,0 0 0 0 0,0 0 0 0 0,0 1 0 0 0,-1-1 0 0 0,1 0 1 0 0,0 1-1 0 0,0-1 0 0 0,-1 0 0 0 0,1 1 0 0 0,0-1 0 0 0,-1 1 1 0 0,1 0-1 0 0,-1-1 0 0 0,1 1 0 0 0,-1-1 0 0 0,1 1 0 0 0,-1 0 0 0 0,1 1 1 0 0,5 6 236 0 0,-2 0 1 0 0,1 1-1 0 0,-1 0 1 0 0,3 10-1 0 0,2 3-91 0 0,-1-8-381 0 0,1-1 0 0 0,1 0 0 0 0,0 0 0 0 0,1-1 0 0 0,0 0 0 0 0,17 14 0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0:25.06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0 224 8290 0 0,'5'-6'2876'0'0,"-4"5"-2615"0"0,-1 1 1 0 0,1-1-1 0 0,0 1 0 0 0,-1 0 1 0 0,1-1-1 0 0,0 1 1 0 0,-1 0-1 0 0,1 0 1 0 0,0-1-1 0 0,0 1 1 0 0,-1 0-1 0 0,1 0 0 0 0,0 0 1 0 0,0 0-1 0 0,-1 0 1 0 0,1 0-1 0 0,0 0 1 0 0,1 1-1 0 0,22 0 1878 0 0,-14 1-1791 0 0,0 1 0 0 0,-1 0-1 0 0,1 1 1 0 0,-1 0 0 0 0,0 0 0 0 0,0 1 0 0 0,0 0 0 0 0,-1 1 0 0 0,10 8 0 0 0,67 64 539 0 0,-78-71-871 0 0,-4-4-8 0 0,0-1 0 0 0,-1 1 1 0 0,0-1-1 0 0,1 1 0 0 0,-1 0 0 0 0,0 0 0 0 0,0 0 0 0 0,0 0 0 0 0,-1 0 0 0 0,3 6 1 0 0,-7-11 60 0 0,0 1 0 0 0,1-1 0 0 0,-1 1 0 0 0,1-1 0 0 0,0 0 0 0 0,-1 0 0 0 0,1 0 0 0 0,-3-5 0 0 0,-2-4 4 0 0,1-1 0 0 0,0 0 0 0 0,1 0 1 0 0,0-1-1 0 0,1 1 0 0 0,1-1 0 0 0,0 0 0 0 0,0 0 0 0 0,1 0 0 0 0,1-1 1 0 0,0 1-1 0 0,1 0 0 0 0,1-1 0 0 0,2-17 0 0 0,-1 18-440 0 0,1-1-1 0 0,0 1 0 0 0,1 0 1 0 0,0 0-1 0 0,1 1 1 0 0,1-1-1 0 0,0 1 0 0 0,11-18 1 0 0,2 5-7304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0:25.30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110 15 7802 0 0,'0'-1'106'0'0,"-1"0"-1"0"0,1 0 1 0 0,-1 0 0 0 0,1 0 0 0 0,-1 1 0 0 0,1-1 0 0 0,-1 0 0 0 0,0 0 0 0 0,1 1-1 0 0,-1-1 1 0 0,0 0 0 0 0,0 1 0 0 0,1-1 0 0 0,-1 1 0 0 0,0-1 0 0 0,0 1 0 0 0,0-1 0 0 0,0 1-1 0 0,0 0 1 0 0,0 0 0 0 0,1-1 0 0 0,-1 1 0 0 0,0 0 0 0 0,0 0 0 0 0,0 0 0 0 0,0 0-1 0 0,0 0 1 0 0,0 0 0 0 0,0 0 0 0 0,0 0 0 0 0,0 0 0 0 0,0 0 0 0 0,0 1 0 0 0,0-1-1 0 0,0 0 1 0 0,0 1 0 0 0,0-1 0 0 0,1 1 0 0 0,-1-1 0 0 0,0 1 0 0 0,0-1 0 0 0,-1 2 0 0 0,-2 0 487 0 0,0 1 0 0 0,0-1 0 0 0,0 1 1 0 0,0 0-1 0 0,1 0 0 0 0,-1 0 1 0 0,-5 7-1 0 0,3 2-149 0 0,0 1-1 0 0,1-1 1 0 0,1 1-1 0 0,0-1 1 0 0,0 2-1 0 0,1-1 1 0 0,1 0 0 0 0,0 0-1 0 0,1 1 1 0 0,0-1-1 0 0,1 1 1 0 0,3 24 0 0 0,-2-33-389 0 0,0 1 1 0 0,1-1 0 0 0,0 0 0 0 0,0 0 0 0 0,0 0-1 0 0,0 0 1 0 0,6 8 0 0 0,-8-12-53 0 0,1 0 0 0 0,0 1 0 0 0,-1-1 0 0 0,1 0 0 0 0,0 0 0 0 0,0-1-1 0 0,0 1 1 0 0,0 0 0 0 0,0 0 0 0 0,0 0 0 0 0,0-1 0 0 0,0 1 0 0 0,0 0 0 0 0,0-1 0 0 0,0 1 0 0 0,0-1 0 0 0,1 1 0 0 0,-1-1-1 0 0,0 0 1 0 0,0 1 0 0 0,0-1 0 0 0,1 0 0 0 0,-1 0 0 0 0,0 0 0 0 0,0 0 0 0 0,1 0 0 0 0,-1 0 0 0 0,0 0 0 0 0,1 0-1 0 0,-1-1 1 0 0,0 1 0 0 0,0-1 0 0 0,0 1 0 0 0,0 0 0 0 0,1-1 0 0 0,-1 0 0 0 0,0 1 0 0 0,2-2 0 0 0,6-5-330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0:25.60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1 338 2304 0 0,'2'0'437'0'0,"1"-1"0"0"0,-1 0 0 0 0,0 0 0 0 0,1 1-1 0 0,-1-1 1 0 0,0-1 0 0 0,0 1 0 0 0,0 0-1 0 0,0-1 1 0 0,0 1 0 0 0,0-1 0 0 0,0 1-1 0 0,0-1 1 0 0,0 0 0 0 0,-1 0 0 0 0,3-3-1 0 0,22-34 4470 0 0,-16 20-4032 0 0,0 0 0 0 0,-2-1-1 0 0,0-1 1 0 0,5-24 0 0 0,-11 36-589 0 0,0 0 1 0 0,0-1-1 0 0,-1 1 1 0 0,0-1-1 0 0,0 1 0 0 0,-1-1 1 0 0,-1 0-1 0 0,1 1 1 0 0,-2-1-1 0 0,1 1 0 0 0,-6-16 1 0 0,7 23-286 0 0,0 1 0 0 0,-1 0 0 0 0,1 0 0 0 0,0 0 0 0 0,-1 0 0 0 0,0 0 0 0 0,1 0 0 0 0,-1 0 0 0 0,0 0 0 0 0,1 0 0 0 0,-1 0 0 0 0,0 0 0 0 0,0 0 0 0 0,0 0 0 0 0,0 0 0 0 0,0 1 0 0 0,0-1 0 0 0,0 0 0 0 0,0 1 0 0 0,-1-1 0 0 0,1 1 0 0 0,0 0 0 0 0,0 0 0 0 0,0 0 0 0 0,1 0 0 0 0,-1 0 0 0 0,0 0 0 0 0,0 1 0 0 0,1-1 0 0 0,-1 0 0 0 0,0 1 0 0 0,0-1 0 0 0,1 1 0 0 0,-1-1 0 0 0,0 1 0 0 0,1-1 0 0 0,-1 1 0 0 0,1-1 0 0 0,-1 1 0 0 0,1-1 0 0 0,-1 1 0 0 0,1 0 0 0 0,-1 0 0 0 0,-3 5 0 0 0,1-1 0 0 0,0 1 0 0 0,1 0 0 0 0,-1-1 0 0 0,1 1 0 0 0,-1 7 0 0 0,-2 9 79 0 0,2 0 1 0 0,1-1-1 0 0,0 1 1 0 0,2 0-1 0 0,3 32 1 0 0,-1-40-30 0 0,0 0 1 0 0,1 0-1 0 0,0 0 0 0 0,1 0 1 0 0,0 0-1 0 0,2-1 1 0 0,-1 0-1 0 0,2 0 1 0 0,10 17-1 0 0,-13-25-182 0 0,-1-1-1 0 0,1 0 1 0 0,0 0-1 0 0,0 0 1 0 0,0 0-1 0 0,1 0 1 0 0,0-1-1 0 0,-1 0 1 0 0,1 0-1 0 0,9 4 1 0 0,12 1-7690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0:26.36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8 17972 0 0,'4'-7'3821'0'0,"-4"7"-3785"0"0,1 0 1 0 0,0 0 0 0 0,-1 0-1 0 0,1 1 1 0 0,-1-1-1 0 0,1 0 1 0 0,-1 0-1 0 0,1 1 1 0 0,-1-1 0 0 0,1 0-1 0 0,-1 1 1 0 0,0-1-1 0 0,1 0 1 0 0,-1 1-1 0 0,1-1 1 0 0,-1 1-1 0 0,0-1 1 0 0,1 0 0 0 0,-1 1-1 0 0,0-1 1 0 0,0 1-1 0 0,1-1 1 0 0,-1 1-1 0 0,0-1 1 0 0,0 2 0 0 0,24 49 64 0 0,-3 1 1 0 0,-2 1-1 0 0,13 63 1 0 0,31 85 46 0 0,-57-186-140 0 0,6 16 42 0 0,21 38 0 0 0,-29-62-6 0 0,0 0 0 0 0,0 0 1 0 0,1 0-1 0 0,0-1 0 0 0,0 0 1 0 0,1 0-1 0 0,0 0 0 0 0,0-1 1 0 0,0 0-1 0 0,13 9 0 0 0,-16-13-3 0 0,-1 0-1 0 0,1 0 1 0 0,0 0 0 0 0,-1-1-1 0 0,1 1 1 0 0,0-1 0 0 0,0 1-1 0 0,0-1 1 0 0,-1 0-1 0 0,1 0 1 0 0,0 0 0 0 0,0-1-1 0 0,0 1 1 0 0,-1-1 0 0 0,1 1-1 0 0,0-1 1 0 0,0 0 0 0 0,-1 0-1 0 0,1 0 1 0 0,-1 0-1 0 0,1-1 1 0 0,-1 1 0 0 0,1-1-1 0 0,3-3 1 0 0,5-4 74 0 0,0-1 0 0 0,-1 0 1 0 0,15-19-1 0 0,-14 16-50 0 0,50-62 85 0 0,36-38-2973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0:26.7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89 20 11058 0 0,'-1'-2'296'0'0,"0"1"0"0"0,0-1 0 0 0,0 1 0 0 0,-1 0 1 0 0,1-1-1 0 0,0 1 0 0 0,0 0 0 0 0,-1 0 0 0 0,1 0 0 0 0,-1 0 0 0 0,1 0 0 0 0,-1 0 0 0 0,0 0 0 0 0,1 1 0 0 0,-1-1 0 0 0,-2 0 0 0 0,3 1-88 0 0,0 0 1 0 0,-1 0-1 0 0,1 0 0 0 0,0 1 1 0 0,-1-1-1 0 0,1 0 1 0 0,0 1-1 0 0,0-1 0 0 0,0 1 1 0 0,-1 0-1 0 0,1-1 1 0 0,0 1-1 0 0,0 0 0 0 0,0 0 1 0 0,0 0-1 0 0,0-1 1 0 0,0 1-1 0 0,0 0 0 0 0,1 0 1 0 0,-1 0-1 0 0,0 1 1 0 0,0-1-1 0 0,0 2 1 0 0,-5 7 1 0 0,1 1 0 0 0,0 0 1 0 0,1 0-1 0 0,0 0 1 0 0,1 0-1 0 0,0 1 1 0 0,1-1-1 0 0,0 1 1 0 0,0-1-1 0 0,1 14 1 0 0,1 7-104 0 0,2-1 1 0 0,7 47-1 0 0,-7-63-92 0 0,1-1-1 0 0,1 0 0 0 0,0 0 1 0 0,1-1-1 0 0,0 1 0 0 0,1-1 1 0 0,8 13-1 0 0,-13-23-10 0 0,1 0 0 0 0,0 0 0 0 0,0 0 0 0 0,1 0 0 0 0,-1 0 0 0 0,0 0 0 0 0,1-1 0 0 0,0 1 0 0 0,-1-1 0 0 0,1 0 0 0 0,0 0 0 0 0,0 0 0 0 0,1 0 0 0 0,-1 0 0 0 0,0-1 0 0 0,0 0 0 0 0,1 1 0 0 0,-1-1 0 0 0,1 0 0 0 0,-1-1 0 0 0,1 1 0 0 0,0-1 0 0 0,-1 1 0 0 0,1-1 0 0 0,-1 0 0 0 0,1 0 0 0 0,0-1 0 0 0,-1 1 0 0 0,1-1 0 0 0,-1 0 0 0 0,1 0 0 0 0,-1 0 0 0 0,5-1 0 0 0,-1-2-27 0 0,0 0 0 0 0,0-1 0 0 0,0 1 0 0 0,0-1 0 0 0,-1 0 0 0 0,1-1 0 0 0,-1 0 0 0 0,-1 0 0 0 0,1 0 0 0 0,-1-1 0 0 0,0 1 0 0 0,-1-1 0 0 0,1 0 0 0 0,-1-1 0 0 0,-1 1 0 0 0,1-1 0 0 0,-1 0 0 0 0,-1 1 0 0 0,1-1 0 0 0,-2-1 0 0 0,3-10 0 0 0,-2 7-136 0 0,-1 0 1 0 0,0 1-1 0 0,-1-1 0 0 0,0 0 1 0 0,-1 1-1 0 0,0-1 1 0 0,-1 0-1 0 0,0 1 1 0 0,0-1-1 0 0,-2 1 1 0 0,1 0-1 0 0,-1 0 1 0 0,-1 0-1 0 0,-10-18 1 0 0,12 25-368 0 0,0 0 0 0 0,0 0 1 0 0,-1 0-1 0 0,1 0 0 0 0,-1 1 1 0 0,-5-5-1 0 0,-6-1-5969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0:27.14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222 0 920 0 0,'-4'1'1270'0'0,"0"-1"0"0"0,0 1-1 0 0,-1-1 1 0 0,1 1 0 0 0,0 0-1 0 0,0 1 1 0 0,0-1 0 0 0,0 1 0 0 0,-7 3-1 0 0,4 0-131 0 0,0 0-1 0 0,0 0 1 0 0,1 0-1 0 0,-10 10 0 0 0,4-2-490 0 0,2 1-1 0 0,-1 0 0 0 0,2 0 0 0 0,-10 20 0 0 0,18-33-638 0 0,-49 107 397 0 0,46-97-419 0 0,1-1 0 0 0,0 1 0 0 0,0 0 0 0 0,1 0-1 0 0,1 0 1 0 0,0 0 0 0 0,0 0 0 0 0,2 18 0 0 0,-1-28 4 0 0,-1 0 1 0 0,1 0 0 0 0,0 0-1 0 0,1 0 1 0 0,-1-1 0 0 0,0 1-1 0 0,0 0 1 0 0,0 0-1 0 0,0 0 1 0 0,1 0 0 0 0,-1 0-1 0 0,0-1 1 0 0,1 1 0 0 0,-1 0-1 0 0,1 0 1 0 0,-1-1-1 0 0,1 1 1 0 0,-1 0 0 0 0,1 0-1 0 0,-1-1 1 0 0,1 1 0 0 0,0-1-1 0 0,-1 1 1 0 0,1 0-1 0 0,0-1 1 0 0,0 1 0 0 0,-1-1-1 0 0,1 0 1 0 0,1 1 0 0 0,-1-1-15 0 0,1 0 0 0 0,-1 0 0 0 0,1-1 1 0 0,-1 1-1 0 0,1-1 0 0 0,-1 1 1 0 0,0-1-1 0 0,1 1 0 0 0,-1-1 0 0 0,0 0 1 0 0,1 0-1 0 0,-1 1 0 0 0,0-1 1 0 0,0 0-1 0 0,2-2 0 0 0,5-5-94 0 0,0-1 0 0 0,0 0 1 0 0,7-11-1 0 0,14-26-2 0 0,-17 26 215 0 0,0 1 1 0 0,1 0-1 0 0,1 1 0 0 0,0 1 0 0 0,29-26 1 0 0,-42 42-79 0 0,0 0 0 0 0,0 0 0 0 0,0 0 0 0 0,0 0 0 0 0,0 0 1 0 0,1 0-1 0 0,-1 1 0 0 0,0-1 0 0 0,0 0 0 0 0,1 1 0 0 0,-1-1 0 0 0,1 1 0 0 0,-1 0 1 0 0,0-1-1 0 0,1 1 0 0 0,-1 0 0 0 0,1 0 0 0 0,-1 0 0 0 0,1 0 0 0 0,-1 0 1 0 0,0 0-1 0 0,1 0 0 0 0,-1 0 0 0 0,1 1 0 0 0,-1-1 0 0 0,0 1 0 0 0,1-1 0 0 0,-1 1 1 0 0,0-1-1 0 0,1 1 0 0 0,-1 0 0 0 0,0 0 0 0 0,0-1 0 0 0,0 1 0 0 0,0 0 0 0 0,1 0 1 0 0,-1 0-1 0 0,1 3 0 0 0,3 3 124 0 0,0 1-1 0 0,0 0 1 0 0,-1 0 0 0 0,0 1 0 0 0,3 10-1 0 0,4 8 20 0 0,8 5-1740 0 0,4-3-3481 0 0,-4-11-2317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0:27.56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302 598 7834 0 0,'0'0'67'0'0,"1"-1"0"0"0,-1 1 0 0 0,0 0 0 0 0,1-1 0 0 0,-1 1 0 0 0,0-1 0 0 0,0 1 0 0 0,1-1 0 0 0,-1 1 0 0 0,0 0 0 0 0,0-1 0 0 0,0 1 0 0 0,1-1 0 0 0,-1 1 0 0 0,0-1 0 0 0,0 1 0 0 0,0-1 0 0 0,0 1 0 0 0,0-1 0 0 0,0 1 0 0 0,0-1 0 0 0,0 1 0 0 0,0-1 0 0 0,0 1 0 0 0,0-1 0 0 0,0 1 0 0 0,-1-1 0 0 0,1 1 0 0 0,0-1 0 0 0,0 1 0 0 0,0-1 0 0 0,-1 1 0 0 0,1 0 0 0 0,0-1 0 0 0,-1 1 0 0 0,1-1 0 0 0,0 1 0 0 0,-1 0 0 0 0,1-1 0 0 0,0 1 0 0 0,-1 0 0 0 0,1 0 0 0 0,-1-1 0 0 0,0 1 0 0 0,-1-1 197 0 0,-1 1 0 0 0,0 0-1 0 0,1 0 1 0 0,-1 0-1 0 0,0 1 1 0 0,1-1 0 0 0,-1 0-1 0 0,0 1 1 0 0,-3 1 0 0 0,-59 24 2493 0 0,43-15-2113 0 0,0 1-1 0 0,0 1 0 0 0,-33 27 0 0 0,47-33-481 0 0,1 0 0 0 0,-1 0 1 0 0,1 0-1 0 0,1 1 0 0 0,0 0 0 0 0,0 0 0 0 0,0 0 1 0 0,1 1-1 0 0,0 0 0 0 0,1 0 0 0 0,0 0 0 0 0,-3 12 0 0 0,6-18-155 0 0,0-1 0 0 0,1 0-1 0 0,-1 1 1 0 0,1-1 0 0 0,0 1-1 0 0,-1-1 1 0 0,1 1 0 0 0,0-1-1 0 0,0 1 1 0 0,1-1 0 0 0,-1 1-1 0 0,1-1 1 0 0,-1 1 0 0 0,1-1-1 0 0,0 1 1 0 0,-1-1-1 0 0,1 0 1 0 0,1 0 0 0 0,-1 1-1 0 0,0-1 1 0 0,0 0 0 0 0,1 0-1 0 0,-1 0 1 0 0,1 0 0 0 0,0 0-1 0 0,0-1 1 0 0,-1 1 0 0 0,1 0-1 0 0,2 1 1 0 0,0-2 4 0 0,-1 1 0 0 0,0-1 0 0 0,1 0 0 0 0,-1 0 0 0 0,1 0 0 0 0,-1 0 0 0 0,1-1 0 0 0,-1 1 0 0 0,1-1 0 0 0,0 0 0 0 0,-1 0-1 0 0,1 0 1 0 0,-1-1 0 0 0,1 1 0 0 0,-1-1 0 0 0,1 0 0 0 0,-1 0 0 0 0,1 0 0 0 0,4-3 0 0 0,4-1-109 0 0,-1-1 0 0 0,0 0 0 0 0,0-1-1 0 0,0 0 1 0 0,-1-1 0 0 0,0 0 0 0 0,-1 0 0 0 0,0-1 0 0 0,0-1-1 0 0,11-15 1 0 0,-11 11-162 0 0,0-1 0 0 0,-1 0 0 0 0,-1 0 0 0 0,0 0 0 0 0,-1-1 0 0 0,-1 0 0 0 0,3-18 0 0 0,1-20 137 0 0,-3-1 0 0 0,-3 1 0 0 0,-6-103 0 0 0,1 112 1125 0 0,-13-193 2794 0 0,7 213-2993 0 0,4 22-196 0 0,0 16-134 0 0,3 7-334 0 0,1-1 0 0 0,0 1 1 0 0,2-1-1 0 0,0 1 0 0 0,1-1 1 0 0,9 28-1 0 0,43 111 401 0 0,209 366-106 0 0,-259-515-628 0 0,27 48-9129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1:37.9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11 253 1376 0 0,'-10'-8'6036'0'0,"10"8"-5827"0"0,0-1-1 0 0,0 1 0 0 0,-1-1 0 0 0,1 1 0 0 0,0-1 0 0 0,0 1 0 0 0,0-1 1 0 0,1 1-1 0 0,-1-1 0 0 0,0 1 0 0 0,0-1 0 0 0,1-1 185 0 0,0 0-1 0 0,1 0 0 0 0,-1 0 1 0 0,0 0-1 0 0,1 0 1 0 0,0 0-1 0 0,-1 1 0 0 0,1-1 1 0 0,3-1-1 0 0,4-4 150 0 0,0 1 0 0 0,1 0 0 0 0,13-6 0 0 0,17 0 529 0 0,2 1 0 0 0,-1 2 0 0 0,1 1 1 0 0,73-2-1 0 0,-5-1-403 0 0,360-60 638 0 0,-328 49-1261 0 0,69-7 32 0 0,-178 26-69 0 0,0 2 0 0 0,0 1 0 0 0,-1 2-1 0 0,46 8 1 0 0,-75-9-156 0 0,0-1 1 0 0,0 1-1 0 0,0 0 1 0 0,0 0-1 0 0,0 0 1 0 0,0 1-1 0 0,6 2 0 0 0,-9-3 113 0 0,0-1 0 0 0,1 0 0 0 0,-1 0-1 0 0,0 1 1 0 0,0-1 0 0 0,1 0 0 0 0,-1 0 0 0 0,0 1-1 0 0,0-1 1 0 0,0 0 0 0 0,1 1 0 0 0,-1-1-1 0 0,0 0 1 0 0,0 1 0 0 0,0-1 0 0 0,0 0-1 0 0,0 1 1 0 0,0-1 0 0 0,0 0 0 0 0,0 1-1 0 0,0-1 1 0 0,0 0 0 0 0,0 1 0 0 0,0-1 0 0 0,0 1-1 0 0,0-1 1 0 0,0 1 0 0 0,-13 11-781 0 0,1-5-443 0 0,-1 0-12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1:38.4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6913 0 0,'1'0'148'0'0,"-1"0"0"0"0,1 0-1 0 0,0 0 1 0 0,-1 0-1 0 0,1 0 1 0 0,-1 0 0 0 0,1 0-1 0 0,-1 0 1 0 0,1 0-1 0 0,0 0 1 0 0,-1 0 0 0 0,1 0-1 0 0,-1 0 1 0 0,1 0-1 0 0,0 0 1 0 0,-1 1 0 0 0,1-1-1 0 0,-1 0 1 0 0,1 0-1 0 0,-1 1 1 0 0,1-1 0 0 0,-1 0-1 0 0,1 1 1 0 0,-1-1-1 0 0,0 1 1 0 0,1-1 0 0 0,-1 0-1 0 0,1 1 1 0 0,-1-1-1 0 0,0 1 1 0 0,1-1 0 0 0,-1 1-1 0 0,0-1 1 0 0,1 2-1 0 0,9 14 3760 0 0,-5-6-4352 0 0,5 22 1497 0 0,-1 1 1 0 0,-2-1 0 0 0,-1 1 0 0 0,3 52 0 0 0,-6-40-899 0 0,18 76 1 0 0,-10-87-98 0 0,2-2 0 0 0,0 0 0 0 0,26 42 1 0 0,-23-44-606 0 0,0-1 0 0 0,-3 2 1 0 0,20 59-1 0 0,-29-67-6345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1:38.7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62 107 4145 0 0,'-62'33'13563'0'0,"158"-59"-10925"0"0,129-20 0 0 0,102 5-2590 0 0,-272 34 97 0 0,288-10-157 0 0,-316 15-2478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1:39.2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36 111 6449 0 0,'-12'-38'3192'0'0,"8"29"-1824"0"0,1 0 0 0 0,0 0 0 0 0,1-1 0 0 0,0 1 0 0 0,-2-17 0 0 0,7 46 2966 0 0,3 7-3505 0 0,5 29-1156 0 0,-10-3 349 0 0,-2 0 0 0 0,-10 73 0 0 0,-2 14-7135 0 0,12-88 381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1:39.6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7834 0 0,'2'4'954'0'0,"0"0"-1"0"0,0-1 1 0 0,1 0 0 0 0,0 1 0 0 0,-1-1 0 0 0,1 0 0 0 0,4 3 0 0 0,0 1-525 0 0,0 0 0 0 0,0 0 0 0 0,-1 1 0 0 0,0 0 0 0 0,-1 0 0 0 0,0 1 0 0 0,0-1 0 0 0,-1 1 0 0 0,0 0 0 0 0,0 0 0 0 0,-1 1 0 0 0,0-1 0 0 0,-1 1 0 0 0,2 12 0 0 0,1 19-398 0 0,-1 0 1 0 0,-3 48-1 0 0,-1-35 182 0 0,0-30-859 0 0,1 1-1 0 0,2-1 0 0 0,9 40 0 0 0,-7-44-6442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1:40.0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8754 0 0,'19'8'5803'0'0,"41"7"-2823"0"0,12 3-1377 0 0,-35-3-1444 0 0,0 0-1 0 0,-2 3 1 0 0,0 0 0 0 0,0 3-1 0 0,30 24 1 0 0,146 133 650 0 0,-176-147-786 0 0,4 2-273 0 0,2-1-1 0 0,1-2 1 0 0,1-3-1 0 0,51 26 1 0 0,194 66-1576 0 0,-279-116 670 0 0,-3 0-11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1:40.4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787 0 920 0 0,'-10'9'8887'0'0,"-148"149"-1376"0"0,11 14-5435 0 0,-126 191-1602 0 0,176-243 100 0 0,-1 0-4 0 0,98-119-673 0 0,0-1 0 0 0,-1 1 0 0 0,1-1-1 0 0,0 1 1 0 0,-1-1 0 0 0,1 0 0 0 0,0 1-1 0 0,-1-1 1 0 0,1 1 0 0 0,0 0 0 0 0,0-1-1 0 0,0 1 1 0 0,0-1 0 0 0,-1 1 0 0 0,1-1-1 0 0,0 1 1 0 0,0-1 0 0 0,0 1 0 0 0,0 0-1 0 0,0-1 1 0 0,0 1 0 0 0,0-1-1 0 0,1 1 1 0 0,-1-1 0 0 0,0 1 0 0 0,0 0-1 0 0,1 0 1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1:40.9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1 10594 0 0,'-1'1'375'0'0,"-1"1"0"0"0,1 1 0 0 0,0-1 0 0 0,0 0 0 0 0,0 0 0 0 0,0 0 0 0 0,0 0 0 0 0,0 1 0 0 0,1-1 0 0 0,-1 1 0 0 0,1-1 0 0 0,0 0 0 0 0,-1 1 0 0 0,1-1 0 0 0,0 1 0 0 0,0-1 0 0 0,1 0 0 0 0,-1 1 0 0 0,1 1 0 0 0,15 56 1008 0 0,-6-25-658 0 0,22 211 407 0 0,-16-95-1117 0 0,-13-127-394 0 0,11 36 0 0 0,-10-45-360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1:41.2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80 8290 0 0,'-1'0'142'0'0,"0"-1"0"0"0,-1 1 0 0 0,1 0 0 0 0,0-1 0 0 0,0 0 0 0 0,0 1 0 0 0,-1-1 0 0 0,1 1 0 0 0,0-1 0 0 0,0 0 0 0 0,0 0 0 0 0,0 0 0 0 0,0 0 0 0 0,0 0 0 0 0,0 0 0 0 0,0 0 0 0 0,1 0 0 0 0,-1 0 0 0 0,0 0 0 0 0,1 0 0 0 0,-1-2 0 0 0,1 2 68 0 0,1 0 0 0 0,-1-1 0 0 0,1 1 0 0 0,0-1 0 0 0,0 1 0 0 0,-1 0 0 0 0,1 0 0 0 0,0-1 0 0 0,0 1 0 0 0,0 0-1 0 0,1 0 1 0 0,-1 0 0 0 0,0 0 0 0 0,0 0 0 0 0,1 1 0 0 0,-1-1 0 0 0,0 0 0 0 0,1 0 0 0 0,2 0 0 0 0,8-6 517 0 0,1 1 1 0 0,-1 1 0 0 0,1 0 0 0 0,24-5 0 0 0,-30 8-693 0 0,0 1 0 0 0,0 0 0 0 0,1 0 0 0 0,-1 1 0 0 0,0 0 1 0 0,0 0-1 0 0,0 1 0 0 0,0 0 0 0 0,0 0 0 0 0,0 1 0 0 0,8 2 1 0 0,1 4-490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1:41.4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53 6913 0 0,'6'1'653'0'0,"0"0"-1"0"0,1 0 0 0 0,-1 0 0 0 0,0-1 0 0 0,1 0 0 0 0,-1 0 0 0 0,1 0 0 0 0,-1-1 0 0 0,13-3 0 0 0,54-19 1213 0 0,1 0-3348 0 0,-58 18 1470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1:42.0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2215 68 8754 0 0,'1'-3'238'0'0,"-1"0"1"0"0,1 1-1 0 0,-1-1 0 0 0,0 0 1 0 0,0 0-1 0 0,0 0 1 0 0,-1 0-1 0 0,1 0 0 0 0,-1 0 1 0 0,1 1-1 0 0,-1-1 0 0 0,0 0 1 0 0,0 0-1 0 0,0 1 1 0 0,0-1-1 0 0,-3-3 0 0 0,3 5-66 0 0,0-1-1 0 0,0 1 1 0 0,0 0-1 0 0,0 0 0 0 0,0 0 1 0 0,0 0-1 0 0,0 0 1 0 0,0 0-1 0 0,-1 0 1 0 0,1 0-1 0 0,0 1 0 0 0,-1-1 1 0 0,1 0-1 0 0,-1 1 1 0 0,1-1-1 0 0,0 1 1 0 0,-1-1-1 0 0,1 1 0 0 0,-1 0 1 0 0,0 0-1 0 0,1 0 1 0 0,-1-1-1 0 0,1 2 0 0 0,-1-1 1 0 0,1 0-1 0 0,-1 0 1 0 0,1 0-1 0 0,-1 1 1 0 0,1-1-1 0 0,-1 1 0 0 0,1-1 1 0 0,0 1-1 0 0,-2 0 1 0 0,-6 4 116 0 0,1 0 0 0 0,0 0 0 0 0,0 1-1 0 0,0 0 1 0 0,1 0 0 0 0,-13 15 0 0 0,-37 51 212 0 0,32-38-311 0 0,-298 418 352 0 0,229-302-511 0 0,-83 186 1 0 0,-31 96-95 0 0,132-280 50 0 0,-101 193-36 0 0,-39 112 14 0 0,38-70 8 0 0,129-303 44 0 0,-74 98 0 0 0,65-101 0 0 0,-53 99 0 0 0,54-72 948 0 0,-79 111 0 0 0,126-208-794 0 0,-6 13-20 0 0,16-24-150 0 0,1 0 0 0 0,-1 0 0 0 0,0 0 0 0 0,0 0 0 0 0,0 0 0 0 0,0 0 0 0 0,0 0 0 0 0,0 0 0 0 0,0 0 0 0 0,0 0 0 0 0,0 0 0 0 0,0 0 0 0 0,0 0 0 0 0,0 0 0 0 0,0 0 0 0 0,0 0 0 0 0,0 0 0 0 0,0 0 0 0 0,0 0 0 0 0,0 0 0 0 0,0 0 0 0 0,0 0 0 0 0,0 0 0 0 0,0 0 0 0 0,0 0 0 0 0,0 0 0 0 0,0 0 0 0 0,0 0 0 0 0,0 0 0 0 0,1 0 0 0 0,-1 0 0 0 0,0 0 0 0 0,0 0 0 0 0,0 0 0 0 0,0 0 0 0 0,0 0 0 0 0,0 0 0 0 0,1-3 0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1:42.6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0 456 0 0,'-4'3'10791'0'0,"13"3"-8414"0"0,19 5-1213 0 0,-17-10-621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1:59.151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</inkml:brush>
  </inkml:definitions>
  <inkml:trace contextRef="#ctx0" brushRef="#br0">472 1662 2761 0 0,'-36'66'3831'0'0,"37"-68"-3668"0"0,1 1-1 0 0,-2-1 1 0 0,1 0-1 0 0,0 0 1 0 0,0 0-1 0 0,-1 0 1 0 0,1 0-1 0 0,-1 0 1 0 0,1 0-1 0 0,-1 0 1 0 0,0-1-1 0 0,0 1 1 0 0,0 0-1 0 0,0 0 0 0 0,0 0 1 0 0,-1 0-1 0 0,1 0 1 0 0,0 0-1 0 0,-1 0 1 0 0,0 0-1 0 0,1 0 1 0 0,-2-2-1 0 0,-2-1 200 0 0,1 1 0 0 0,-1 0 0 0 0,1 0 0 0 0,-1 0 0 0 0,0 1 0 0 0,-9-6 0 0 0,-4-5 1898 0 0,12 9-1998 0 0,1 0 1 0 0,0-1-1 0 0,1 0 0 0 0,0 1 0 0 0,-1-1 0 0 0,2 0 0 0 0,-1-1 0 0 0,1 1 1 0 0,-3-13-1 0 0,-6-12 17 0 0,-5-8-227 0 0,1 0 1 0 0,1-1-1 0 0,-14-82 0 0 0,17 68 222 0 0,-3 1 1 0 0,-1 0-1 0 0,-3 2 0 0 0,-43-89 0 0 0,40 87-27 0 0,2-2 0 0 0,3 0 0 0 0,-11-65 0 0 0,22 98-173 0 0,-11-33 30 0 0,12 46-92 0 0,1 1 0 0 0,0-1 0 0 0,1 0 0 0 0,0 0-1 0 0,0 0 1 0 0,1 0 0 0 0,0 0 0 0 0,1 0 0 0 0,0-1 0 0 0,2-15-1 0 0,-2 23 24 0 0,0 0-1 0 0,1 1 0 0 0,-1-1 0 0 0,0 0 0 0 0,0 0 0 0 0,0 1 0 0 0,0-1 1 0 0,0 0-1 0 0,-1 0 0 0 0,1 0 0 0 0,-1 1 0 0 0,1-1 0 0 0,-1 0 0 0 0,0-1 1 0 0,0 2-21 0 0,1 1 0 0 0,-1-1 0 0 0,1 1 0 0 0,-1-1 1 0 0,1 1-1 0 0,-1-1 0 0 0,0 1 0 0 0,1-1 1 0 0,-1 1-1 0 0,1-1 0 0 0,-1 1 0 0 0,0 0 1 0 0,0 0-1 0 0,1-1 0 0 0,-1 1 0 0 0,0 0 0 0 0,1 0 1 0 0,-1 0-1 0 0,0 0 0 0 0,0 0 0 0 0,0 0 1 0 0,1 0-1 0 0,-1 0 0 0 0,0 0 0 0 0,0 0 0 0 0,1 0 1 0 0,-1 0-1 0 0,0 0 0 0 0,1 1 0 0 0,-1-1 1 0 0,0 0-1 0 0,0 1 0 0 0,1-1 0 0 0,-1 0 0 0 0,-1 2 1 0 0,20-10-20 0 0,-1 1 1 0 0,1 1-1 0 0,1 1 0 0 0,-1 0 1 0 0,1 1-1 0 0,33-2 1 0 0,111 6-28 0 0,-64 9 13 0 0,-67-5 8 0 0,-1-1-1 0 0,1-2 1 0 0,54-4 0 0 0,16-13 11 0 0,-42 6 0 0 0,109-5 0 0 0,-118 12 0 0 0,0-2 0 0 0,84-20 0 0 0,-73 12 0 0 0,68-5 0 0 0,196-14 0 0 0,-263 25 19 0 0,104 4 1 0 0,5-1 5 0 0,136-14-25 0 0,49-4 0 0 0,-19-5 0 0 0,352-42 0 0 0,-579 54 16 0 0,135-1 0 0 0,111 21 16 0 0,-313-5-6 0 0,52-7-1 0 0,-57 2 6 0 0,77 3-1 0 0,-97 2-39 0 0,-1-1 1 0 0,0-1 0 0 0,1-1 0 0 0,-1 0 0 0 0,29-10-1 0 0,14-2-5 0 0,-52 13 14 0 0,-1-1 0 0 0,0 0 0 0 0,0 0 0 0 0,10-6 0 0 0,-12 5 0 0 0,0 1 0 0 0,0 0 0 0 0,0 1 0 0 0,1-1 0 0 0,-1 1 0 0 0,1 0 0 0 0,-1 1 0 0 0,14-2 0 0 0,-12 4-3 0 0,-8-1 3 0 0,1 0 1 0 0,-1 0-1 0 0,1 0 1 0 0,-1 0-1 0 0,0 0 1 0 0,1 0-1 0 0,-1 0 1 0 0,1 1-1 0 0,-1-1 0 0 0,0 0 1 0 0,1 0-1 0 0,-1 0 1 0 0,1 1-1 0 0,-1-1 1 0 0,0 0-1 0 0,1 1 1 0 0,-1-1-1 0 0,0 0 0 0 0,0 1 1 0 0,1-1-1 0 0,-1 0 1 0 0,0 1-1 0 0,0-1 1 0 0,1 0-1 0 0,-1 1 1 0 0,1 1 374 0 0,-2 2-270 0 0,-10 108 304 0 0,-3 30-338 0 0,14-78-96 0 0,2 0 1 0 0,4 0-1 0 0,2 0 0 0 0,24 92 0 0 0,40 95 148 0 0,-63-219-160 0 0,-1 0 0 0 0,5 62 0 0 0,0-6 117 0 0,-8-64-93 0 0,-1 0 1 0 0,1 35 0 0 0,-2-25 18 0 0,1 0 0 0 0,2 0 0 0 0,1 0 0 0 0,2-1 0 0 0,13 34 0 0 0,-19-56 3 0 0,-1 0 0 0 0,0 0 1 0 0,-1 0-1 0 0,0 1 0 0 0,-1 14 0 0 0,3 27-8 0 0,-2-48-1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2:01.6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196 447 5985 0 0,'-18'5'1221'0'0,"0"-1"0"0"0,0-1 0 0 0,0-1 0 0 0,-1-1 0 0 0,1 0 0 0 0,-1-1 0 0 0,1-1 0 0 0,-25-4 0 0 0,43 5-1155 0 0,0 0 0 0 0,-1-1 0 0 0,1 1 0 0 0,0 0 0 0 0,-1 0 0 0 0,1 0 0 0 0,0 0 0 0 0,0 0 0 0 0,-1-1 0 0 0,1 1 0 0 0,0 0 0 0 0,-1 0 0 0 0,1 0 0 0 0,0-1 0 0 0,0 1 0 0 0,-1 0 0 0 0,1-1 0 0 0,0 1 0 0 0,0 0 0 0 0,0 0 0 0 0,0-1 0 0 0,-1 1 0 0 0,1 0 0 0 0,0-1 0 0 0,0 1 0 0 0,0 0 0 0 0,0-1 0 0 0,0 1 0 0 0,0 0 0 0 0,0-1 0 0 0,0 1 0 0 0,0-1 0 0 0,0 1 0 0 0,0 0 0 0 0,0-1 0 0 0,0 1 0 0 0,0 0 0 0 0,0-1 0 0 0,0 1 0 0 0,0 0 0 0 0,0-1 0 0 0,1 1 0 0 0,-1 0 0 0 0,0 0 0 0 0,0-1 0 0 0,0 1 0 0 0,1 0 0 0 0,-1-1 0 0 0,0 1 0 0 0,0 0 0 0 0,1 0 0 0 0,-1-1 0 0 0,0 1 0 0 0,0 0 0 0 0,1 0 0 0 0,0-1 0 0 0,18-16 822 0 0,-17 16-743 0 0,59-48 110 0 0,3 3 0 0 0,1 4 1 0 0,2 2-1 0 0,2 3 1 0 0,74-29-1 0 0,-29 22-1709 0 0,198-48-1 0 0,-275 85 107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2:02.1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232 20 4609 0 0,'-8'-4'507'0'0,"1"1"0"0"0,-1 0 1 0 0,0 1-1 0 0,0 0 0 0 0,0 0 0 0 0,0 1 1 0 0,-1 0-1 0 0,1 0 0 0 0,0 1 0 0 0,-1 0 1 0 0,1 0-1 0 0,0 1 0 0 0,-13 3 1 0 0,16-3-105 0 0,-49 11 3137 0 0,50-11-3184 0 0,0 0 0 0 0,0 1 0 0 0,0-1 0 0 0,1 1 0 0 0,-1 0 0 0 0,0 0 0 0 0,1 0 1 0 0,-1 1-1 0 0,1-1 0 0 0,-5 6 0 0 0,8-8-324 0 0,0 1 0 0 0,-1-1 0 0 0,1 0-1 0 0,0 1 1 0 0,0-1 0 0 0,0 1 0 0 0,0-1 0 0 0,0 1 0 0 0,0-1 0 0 0,0 1 0 0 0,0-1 0 0 0,0 1 0 0 0,0-1 0 0 0,0 1-1 0 0,0-1 1 0 0,0 0 0 0 0,0 1 0 0 0,0-1 0 0 0,0 1 0 0 0,0-1 0 0 0,1 1 0 0 0,-1-1 0 0 0,0 0 0 0 0,0 1-1 0 0,1-1 1 0 0,-1 1 0 0 0,0-1 0 0 0,0 0 0 0 0,1 1 0 0 0,-1-1 0 0 0,0 0 0 0 0,1 1 0 0 0,-1-1 0 0 0,1 0 0 0 0,-1 0-1 0 0,0 1 1 0 0,1-1 0 0 0,-1 0 0 0 0,1 0 0 0 0,-1 0 0 0 0,1 0 0 0 0,-1 0 0 0 0,0 1 0 0 0,1-1 0 0 0,-1 0-1 0 0,1 0 1 0 0,0 0 0 0 0,26 7 206 0 0,-25-7-173 0 0,17 2 59 0 0,0 0 0 0 0,-1-2 1 0 0,1 0-1 0 0,29-4 1 0 0,-34 2-119 0 0,1 1 1 0 0,0 0-1 0 0,0 1 1 0 0,0 0-1 0 0,0 1 0 0 0,0 1 1 0 0,-1 0-1 0 0,17 6 1 0 0,-28-7-7 0 0,1 1 0 0 0,-1 0 0 0 0,-1 0 0 0 0,1 0 0 0 0,0 0 0 0 0,0 1 0 0 0,-1-1 0 0 0,1 1 0 0 0,-1 0 0 0 0,0 0 0 0 0,0-1 0 0 0,0 1 0 0 0,0 1 0 0 0,-1-1 0 0 0,1 0 0 0 0,-1 0 0 0 0,1 1 0 0 0,-1-1 0 0 0,0 0 0 0 0,-1 1 0 0 0,1-1 0 0 0,-1 1 0 0 0,1 5 0 0 0,0 11 0 0 0,0 0 0 0 0,-5 38 0 0 0,3-49 0 0 0,-3 23-326 0 0,-2-1 0 0 0,0 0 0 0 0,-3-1 1 0 0,0 0-1 0 0,-2 0 0 0 0,-21 42 0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2:02.7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50 145 2761 0 0,'-1'-3'249'0'0,"0"-1"1"0"0,0 1 0 0 0,0-1 0 0 0,1 1 0 0 0,-1-1 0 0 0,1 1-1 0 0,0-1 1 0 0,0 1 0 0 0,0-1 0 0 0,0 0 0 0 0,1 1 0 0 0,-1-1-1 0 0,1 1 1 0 0,0 0 0 0 0,3-7 0 0 0,-3 6 741 0 0,0-1-1 0 0,0 1 1 0 0,0-1 0 0 0,0 1-1 0 0,0-1 1 0 0,-1 1 0 0 0,0-1-1 0 0,-6-14 5172 0 0,6 20-6042 0 0,-8 5 1515 0 0,-4 12-1726 0 0,6-7 100 0 0,1 0 0 0 0,1 1 1 0 0,0-1-1 0 0,1 1 0 0 0,0 0 1 0 0,0 0-1 0 0,1 0 0 0 0,1 0 1 0 0,0 0-1 0 0,1 0 0 0 0,0 1 1 0 0,1-1-1 0 0,0 0 0 0 0,1 0 1 0 0,1 0-1 0 0,0 0 0 0 0,4 12 0 0 0,-4-17-14 0 0,0 1-1 0 0,1-1 1 0 0,0 0-1 0 0,0-1 1 0 0,0 1-1 0 0,1 0 1 0 0,0-1-1 0 0,0 0 1 0 0,0-1-1 0 0,1 1 1 0 0,0-1-1 0 0,0 0 1 0 0,1 0-1 0 0,-1-1 1 0 0,1 1-1 0 0,0-2 1 0 0,0 1-1 0 0,0-1 1 0 0,1 0-1 0 0,-1 0 1 0 0,1-1-1 0 0,0 0 1 0 0,-1-1-1 0 0,1 1 1 0 0,0-2-1 0 0,15 1 0 0 0,-12-1-40 0 0,1-1 0 0 0,-1-1 0 0 0,0 0-1 0 0,0 0 1 0 0,0-1 0 0 0,0-1-1 0 0,-1 1 1 0 0,1-2 0 0 0,-1 1 0 0 0,0-2-1 0 0,0 1 1 0 0,-1-1 0 0 0,1-1-1 0 0,10-9 1 0 0,-4 1-38 0 0,0-1 0 0 0,-1-1 0 0 0,0 0 0 0 0,-1-1 0 0 0,-2 0 0 0 0,14-25 0 0 0,-34 57 136 0 0,1 0 0 0 0,1 0 0 0 0,0 1 1 0 0,1 0-1 0 0,1 0 0 0 0,-3 17 0 0 0,6-28-42 0 0,0 0 0 0 0,1-1 0 0 0,-1 1 0 0 0,1 0 0 0 0,0 0 1 0 0,0 0-1 0 0,0 0 0 0 0,1 0 0 0 0,-1-1 0 0 0,1 1 0 0 0,0 0 0 0 0,0 0 0 0 0,0-1 0 0 0,1 1 0 0 0,-1-1 0 0 0,1 1 0 0 0,0-1 0 0 0,0 0 0 0 0,0 1 0 0 0,0-1 0 0 0,1 0 0 0 0,-1 0 0 0 0,1-1 0 0 0,0 1 1 0 0,0 0-1 0 0,0-1 0 0 0,0 0 0 0 0,0 0 0 0 0,1 0 0 0 0,-1 0 0 0 0,0 0 0 0 0,1-1 0 0 0,0 1 0 0 0,3 0 0 0 0,2 0 13 0 0,-1-1 1 0 0,0 0-1 0 0,1 0 0 0 0,-1 0 0 0 0,0-1 1 0 0,1-1-1 0 0,-1 1 0 0 0,0-2 1 0 0,1 1-1 0 0,-1-1 0 0 0,0 0 0 0 0,0 0 1 0 0,0-1-1 0 0,0 0 0 0 0,-1-1 1 0 0,1 0-1 0 0,-1 0 0 0 0,0-1 0 0 0,0 1 1 0 0,0-1-1 0 0,-1-1 0 0 0,11-10 0 0 0,-8 6 10 0 0,1 0 0 0 0,-1-1 0 0 0,-1 0 0 0 0,0 0 0 0 0,-1-1-1 0 0,0 0 1 0 0,0 0 0 0 0,-2-1 0 0 0,1 1 0 0 0,-2-1-1 0 0,1-1 1 0 0,-2 1 0 0 0,3-18 0 0 0,-6 26-98 0 0,1 0 0 0 0,-1-1 0 0 0,-1 1 0 0 0,1-1 0 0 0,-1 1 0 0 0,0 0 1 0 0,0-1-1 0 0,-1 1 0 0 0,0 0 0 0 0,0 0 0 0 0,0 0 0 0 0,0 0 0 0 0,-1 0 0 0 0,0 0 0 0 0,0 1 0 0 0,-5-6 0 0 0,-4-4-352 0 0,-1 0-1 0 0,-1 2 0 0 0,-20-16 1 0 0,18 16 229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2:03.0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 1840 0 0,'1'-1'339'0'0,"1"1"-1"0"0,-1 0 0 0 0,0 0 0 0 0,0 0 0 0 0,0 0 1 0 0,1 0-1 0 0,-1 0 0 0 0,0 0 0 0 0,0 0 1 0 0,0 0-1 0 0,1 1 0 0 0,-1-1 0 0 0,0 1 0 0 0,0-1 1 0 0,0 1-1 0 0,0-1 0 0 0,0 1 0 0 0,0-1 0 0 0,0 1 1 0 0,0 0-1 0 0,0 0 0 0 0,0-1 0 0 0,0 1 1 0 0,0 0-1 0 0,0 0 0 0 0,-1 0 0 0 0,1 0 0 0 0,0 0 1 0 0,0 2-1 0 0,20 33 5672 0 0,-13-12-4286 0 0,0 2 0 0 0,8 50 0 0 0,-10-44-2092 0 0,12 38 0 0 0,-16-65-284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2:03.2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1 13363 0 0,'-7'5'4184'0'0,"-6"18"-2164"0"0,7-12-1036 0 0,4-9-1128 0 0,1 0 0 0 0,0 0-1 0 0,0 0 1 0 0,0 1 0 0 0,0-1 0 0 0,0 0-1 0 0,0 0 1 0 0,1 1 0 0 0,-1-1 0 0 0,1 1-1 0 0,0-1 1 0 0,-1 0 0 0 0,1 1 0 0 0,0-1-1 0 0,1 1 1 0 0,-1-1 0 0 0,0 1 0 0 0,1-1-1 0 0,-1 0 1 0 0,1 1 0 0 0,0-1 0 0 0,-1 0-1 0 0,1 1 1 0 0,2 2 0 0 0,1 6 131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2:03.7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1 196 3225 0 0,'7'9'6433'0'0,"-6"-9"-6254"0"0,18 11 1824 0 0,-3-6-1073 0 0,-2 1 0 0 0,1 0 0 0 0,-1 1 0 0 0,0 1 0 0 0,0 0 0 0 0,-1 1 0 0 0,14 12 0 0 0,-21-15-871 0 0,0 0 0 0 0,0 1 0 0 0,0 0 0 0 0,-1 0 0 0 0,0 0 1 0 0,-1 0-1 0 0,1 1 0 0 0,-1 0 0 0 0,-1 0 0 0 0,1 0 0 0 0,-2 0 1 0 0,1 1-1 0 0,-1-1 0 0 0,2 15 0 0 0,-2-5-15 0 0,-1-10 548 0 0,-1-21-109 0 0,2-19-290 0 0,1 0-1 0 0,2 0 1 0 0,1 0 0 0 0,2 0-1 0 0,1 1 1 0 0,1 1 0 0 0,1-1 0 0 0,2 2-1 0 0,27-47 1 0 0,-37 71-176 0 0,1 0-1 0 0,-1 0 1 0 0,0 0-1 0 0,1 0 1 0 0,0 1-1 0 0,0-1 1 0 0,1 1 0 0 0,-1 0-1 0 0,1 1 1 0 0,0-1-1 0 0,0 1 1 0 0,0 0-1 0 0,8-4 1 0 0,-8 5-287 0 0,1 1 0 0 0,-1 0 0 0 0,0 0-1 0 0,0 0 1 0 0,1 1 0 0 0,-1 0 0 0 0,0 0 0 0 0,1 0 0 0 0,-1 1 0 0 0,0-1-1 0 0,0 1 1 0 0,1 1 0 0 0,-1-1 0 0 0,0 1 0 0 0,7 2 0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2:04.1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0 329 5529 0 0,'26'-12'6174'0'0,"-17"8"-5168"0"0,0-1 0 0 0,-1 0 0 0 0,15-12 0 0 0,-5-2-425 0 0,-1 0 0 0 0,-1-1 0 0 0,15-25 0 0 0,-24 34-505 0 0,0 0-1 0 0,-1-1 1 0 0,-1 1 0 0 0,0-1-1 0 0,-1-1 1 0 0,0 1 0 0 0,0-1-1 0 0,1-13 1 0 0,-5 23-28 0 0,1 1 1 0 0,-1 0-1 0 0,0 0 0 0 0,0 0 1 0 0,0 0-1 0 0,0 0 1 0 0,0-1-1 0 0,0 1 0 0 0,-1 0 1 0 0,1 0-1 0 0,-1 0 0 0 0,0 0 1 0 0,1 0-1 0 0,-1 0 1 0 0,0 0-1 0 0,0 0 0 0 0,0 0 1 0 0,0 0-1 0 0,-1 1 0 0 0,1-1 1 0 0,0 0-1 0 0,-1 1 1 0 0,1-1-1 0 0,-1 1 0 0 0,0-1 1 0 0,1 1-1 0 0,-1 0 0 0 0,0 0 1 0 0,0 0-1 0 0,0 0 1 0 0,0 0-1 0 0,0 0 0 0 0,0 0 1 0 0,0 0-1 0 0,0 1 0 0 0,0-1 1 0 0,0 1-1 0 0,0 0 1 0 0,-4 0-1 0 0,2 0-9 0 0,0 0-1 0 0,1 0 1 0 0,-1 0 0 0 0,1 1-1 0 0,-1 0 1 0 0,0-1 0 0 0,1 1-1 0 0,-1 1 1 0 0,1-1 0 0 0,0 0-1 0 0,-1 1 1 0 0,1 0 0 0 0,0 0-1 0 0,0 0 1 0 0,0 0 0 0 0,0 0 0 0 0,0 1-1 0 0,1-1 1 0 0,-1 1 0 0 0,1 0-1 0 0,0 0 1 0 0,-1-1 0 0 0,-1 5-1 0 0,2-2-33 0 0,0 0-1 0 0,0 0 0 0 0,1-1 1 0 0,-1 1-1 0 0,1 0 0 0 0,0 0 1 0 0,1 0-1 0 0,-1 0 0 0 0,1 1 0 0 0,0-1 1 0 0,0 0-1 0 0,1 0 0 0 0,-1 0 1 0 0,3 8-1 0 0,0-5 35 0 0,-1 1-1 0 0,2-1 1 0 0,-1 0-1 0 0,1 0 1 0 0,1 0 0 0 0,-1-1-1 0 0,1 1 1 0 0,6 6-1 0 0,-2-4-215 0 0,0 0 0 0 0,0-1 1 0 0,1 0-1 0 0,1 0 0 0 0,-1-1 0 0 0,1-1 0 0 0,0 0 0 0 0,1 0 0 0 0,0-1 0 0 0,0 0 0 0 0,17 5 0 0 0,-12-8-6960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2:04.5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109 24 6449 0 0,'2'-23'7386'0'0,"-2"23"-7261"0"0,-15 7 5170 0 0,3 2-5883 0 0,5-3 805 0 0,0 1 1 0 0,0-1-1 0 0,1 1 0 0 0,0 1 1 0 0,0-1-1 0 0,1 1 1 0 0,0 0-1 0 0,-5 11 1 0 0,8-16-206 0 0,1 1 0 0 0,-1 0 0 0 0,1 0 0 0 0,0-1 0 0 0,0 1 0 0 0,1 0 0 0 0,-1 0 0 0 0,1 0-1 0 0,0 0 1 0 0,0 0 0 0 0,0 0 0 0 0,0 0 0 0 0,1 0 0 0 0,0 0 0 0 0,0 0 0 0 0,0 0 0 0 0,0 0 0 0 0,0 0 0 0 0,1-1 0 0 0,-1 1 0 0 0,4 5 0 0 0,26 34 106 0 0,-20-31-28 0 0,-2 2 0 0 0,1-1 0 0 0,-2 1 0 0 0,0 1 0 0 0,9 20 0 0 0,-16-30-68 0 0,0-1 1 0 0,0 0-1 0 0,0 1 1 0 0,0-1-1 0 0,-1 1 1 0 0,1-1-1 0 0,-1 1 1 0 0,-1-1-1 0 0,1 1 1 0 0,0-1-1 0 0,-1 1 1 0 0,0-1-1 0 0,0 1 1 0 0,0-1-1 0 0,-1 0 1 0 0,0 0-1 0 0,0 1 1 0 0,0-1-1 0 0,0-1 1 0 0,0 1-1 0 0,-1 0 1 0 0,1 0-1 0 0,-1-1 1 0 0,-5 6-1 0 0,4-6 21 0 0,1 0 0 0 0,0 1 0 0 0,-1-1 0 0 0,0 0 0 0 0,1-1 0 0 0,-1 1 0 0 0,0-1 0 0 0,-1 1 0 0 0,1-1 0 0 0,0-1-1 0 0,0 1 1 0 0,-1 0 0 0 0,0-1 0 0 0,1 0 0 0 0,-1 0 0 0 0,-8 0 0 0 0,-6-3-43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19:04.0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39 169 8290 0 0,'-7'-18'1545'0'0,"-19"-54"4023"0"0,24 66-4971 0 0,1 1-1 0 0,0-1 1 0 0,1 0-1 0 0,-1 0 1 0 0,1 1-1 0 0,0-1 1 0 0,0 0-1 0 0,1 0 1 0 0,0 0-1 0 0,2-10 1 0 0,2 12 169 0 0,-5 4-750 0 0,1 0 0 0 0,-1 0 0 0 0,1 0 0 0 0,-1 1 0 0 0,1-1 0 0 0,-1 0 0 0 0,0 0 0 0 0,1 1 0 0 0,-1-1 0 0 0,1 0 1 0 0,-1 1-1 0 0,0-1 0 0 0,1 0 0 0 0,-1 1 0 0 0,1-1 0 0 0,-1 1 0 0 0,0-1 0 0 0,0 1 0 0 0,1-1 0 0 0,-1 1 0 0 0,0-1 0 0 0,0 1 0 0 0,0-1 0 0 0,1 1 1 0 0,-1-1-1 0 0,0 1 0 0 0,0-1 0 0 0,0 1 0 0 0,0-1 0 0 0,0 1 0 0 0,12 54 92 0 0,-3-1-1 0 0,-1 1 1 0 0,-1 96-1 0 0,-3-58-49 0 0,74 450 328 0 0,-1-18 2 0 0,-76-471-543 0 0,-3 0-1 0 0,-10 67 1 0 0,1-7 331 0 0,10-97-936 0 0,0-1 0 0 0,4 24 0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19:04.6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186 40 8290 0 0,'-113'39'2454'0'0,"41"-8"1924"0"0,144-46 298 0 0,25-3-3655 0 0,166-10 1 0 0,-185 22-933 0 0,1075-37 602 0 0,-757 59-355 0 0,-395-16-336 0 0,4 0 0 0 0,0 0 0 0 0,0 1 0 0 0,-1-1 0 0 0,1 1 0 0 0,0 0 0 0 0,0 0 0 0 0,0 1 0 0 0,-1 0 0 0 0,1-1 0 0 0,-1 1 0 0 0,5 3 0 0 0,-9-5-35 0 0,0 1-1 0 0,0-1 1 0 0,0 0-1 0 0,0 1 1 0 0,0-1 0 0 0,0 0-1 0 0,1 0 1 0 0,-1 1-1 0 0,0-1 1 0 0,-1 0 0 0 0,1 0-1 0 0,0 1 1 0 0,0-1-1 0 0,0 0 1 0 0,0 1 0 0 0,0-1-1 0 0,0 0 1 0 0,0 0-1 0 0,0 1 1 0 0,0-1 0 0 0,0 0-1 0 0,-1 0 1 0 0,1 0-1 0 0,0 1 1 0 0,0-1 0 0 0,0 0-1 0 0,-1 0 1 0 0,1 0-1 0 0,0 1 1 0 0,0-1 0 0 0,0 0-1 0 0,-1 0 1 0 0,1 0-1 0 0,0 0 1 0 0,0 0 0 0 0,-1 1-1 0 0,1-1 1 0 0,0 0-1 0 0,0 0 1 0 0,-1 0 0 0 0,1 0-1 0 0,0 0 1 0 0,-1 0-1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19:04.9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0 920 0 0,'11'1'7435'0'0,"25"3"-3223"0"0,-7-1-1513 0 0,23-1 829 0 0,-25-1-2594 0 0,0 1 0 0 0,38 8 1 0 0,-54-6-1374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19:05.5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 3681 0 0,'30'-3'13625'0'0,"-27"5"-12908"0"0,16 7 2110 0 0,-18-7-2701 0 0,0-1 0 0 0,0 1 1 0 0,0-1-1 0 0,0 1 0 0 0,-1 0 0 0 0,1-1 1 0 0,0 1-1 0 0,-1 0 0 0 0,0-1 0 0 0,1 1 1 0 0,-1 0-1 0 0,0 0 0 0 0,0-1 0 0 0,0 1 1 0 0,0 2-1 0 0,-5 34 183 0 0,3-20-3 0 0,1 10-192 0 0,1 0-1 0 0,2 0 1 0 0,8 48 0 0 0,27 82-95 0 0,-3-22 32 0 0,14 127 405 0 0,28 129 331 0 0,2 42 421 0 0,-73-374-1700 0 0,-1 0 0 0 0,-4 1 0 0 0,-2-1 0 0 0,-3 0 0 0 0,-15 77 0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19:06.7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744 1 10594 0 0,'-43'8'1102'0'0,"20"0"217"0"0,19-6-669 0 0,-1 0 0 0 0,0 0 0 0 0,0-1 0 0 0,0 1 0 0 0,-8 0 1 0 0,14-2-522 0 0,-1 0 1 0 0,1-1 0 0 0,0 1-1 0 0,0 0 1 0 0,0 0 0 0 0,-1 0-1 0 0,1 0 1 0 0,0 1 0 0 0,0-1-1 0 0,0 0 1 0 0,-1 0-1 0 0,1 0 1 0 0,0 1 0 0 0,0-1-1 0 0,-1 0 1 0 0,1 1 0 0 0,0-1-1 0 0,-1 0 1 0 0,1 1 0 0 0,0-1-1 0 0,-1 1 1 0 0,1-1 0 0 0,0 1-1 0 0,-1-1 1 0 0,1 1 0 0 0,0 1-1 0 0,-1-1-82 0 0,0 0-1 0 0,0 0 0 0 0,0 0 0 0 0,0 0 1 0 0,0 0-1 0 0,-1 0 0 0 0,1 0 0 0 0,0 0 1 0 0,0 0-1 0 0,-1 0 0 0 0,1 0 0 0 0,-1 0 1 0 0,1 0-1 0 0,-1 0 0 0 0,1 0 0 0 0,-1 0 1 0 0,0 1-1 0 0,-39 39-699 0 0,36-37 875 0 0,-290 261-1396 0 0,37-48 1254 0 0,216-181 46 0 0,25-20-122 0 0,14-13-36 0 0,4-4-31 0 0,141-116-5933 0 0,-108 87 4684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19:07.1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148 71 1376 0 0,'-8'1'524'0'0,"0"2"0"0"0,0-1 0 0 0,1 1 1 0 0,-1 0-1 0 0,1 0 0 0 0,0 1 0 0 0,0 0 0 0 0,-8 5 0 0 0,8-4-22 0 0,-10 4 728 0 0,8-4 244 0 0,1 0 1 0 0,-1 0-1 0 0,-13 13 1 0 0,31-18 2181 0 0,7-5-2684 0 0,384-135 3762 0 0,-398 139-4727 0 0,0 0 1 0 0,0 0 0 0 0,0 1-1 0 0,1-1 1 0 0,-1 1-1 0 0,0 0 1 0 0,0 0-1 0 0,0 0 1 0 0,1 0-1 0 0,-1 0 1 0 0,4 1-1 0 0,-5-1 4 0 0,0 1-1 0 0,0-1 0 0 0,0 1 0 0 0,0-1 0 0 0,-1 1 1 0 0,1-1-1 0 0,0 1 0 0 0,0-1 0 0 0,-1 1 0 0 0,1 0 1 0 0,0-1-1 0 0,-1 1 0 0 0,1 0 0 0 0,0 0 1 0 0,-1-1-1 0 0,1 1 0 0 0,-1 0 0 0 0,1 0 0 0 0,-1 1 1 0 0,2 4 32 0 0,-1 0 1 0 0,-1-1 0 0 0,1 1 0 0 0,-1 0 0 0 0,0-1 0 0 0,-1 1 0 0 0,-1 9-1 0 0,-10 65 295 0 0,7-54-327 0 0,0 0 0 0 0,2 0 1 0 0,1 1-1 0 0,2 0 0 0 0,2 36 1 0 0,1-50-283 0 0,1-1-69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19:07.8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266 39 3681 0 0,'8'-23'445'0'0,"-8"23"-308"0"0,0-1-1 0 0,0 0 1 0 0,0 1-1 0 0,0-1 0 0 0,0 1 1 0 0,0-1-1 0 0,0 0 0 0 0,0 1 1 0 0,-1-1-1 0 0,1 1 0 0 0,0-1 1 0 0,0 1-1 0 0,-1-1 0 0 0,1 1 1 0 0,0-1-1 0 0,0 1 0 0 0,-1-1 1 0 0,1 1-1 0 0,-1-1 1 0 0,1 1-1 0 0,0-1 0 0 0,-2 0 1 0 0,1 1 135 0 0,-1-1 0 0 0,0 1 0 0 0,0-1 0 0 0,0 1 0 0 0,0 0 0 0 0,0 0 1 0 0,0 0-1 0 0,0 0 0 0 0,0 0 0 0 0,0 0 0 0 0,0 0 0 0 0,0 1 0 0 0,0-1 1 0 0,1 1-1 0 0,-1-1 0 0 0,0 1 0 0 0,0 0 0 0 0,0 0 0 0 0,-1 1 0 0 0,-18 8 654 0 0,1 1 0 0 0,0 1-1 0 0,1 0 1 0 0,1 2 0 0 0,-18 15-1 0 0,26-19-732 0 0,0-1 0 0 0,1 1 0 0 0,0 1-1 0 0,0 0 1 0 0,1 0 0 0 0,1 0 0 0 0,0 1-1 0 0,0 0 1 0 0,-7 22 0 0 0,13-32-188 0 0,0 0-1 0 0,0 1 1 0 0,1-1 0 0 0,-1 0 0 0 0,1 0-1 0 0,-1 1 1 0 0,1-1 0 0 0,0 0 0 0 0,0 1 0 0 0,0-1-1 0 0,1 1 1 0 0,-1-1 0 0 0,0 0 0 0 0,1 1-1 0 0,-1-1 1 0 0,1 0 0 0 0,0 0 0 0 0,0 0-1 0 0,0 1 1 0 0,1 1 0 0 0,0-2 4 0 0,1 1 1 0 0,-1-1 0 0 0,0 0 0 0 0,0 0-1 0 0,1 0 1 0 0,-1-1 0 0 0,1 1-1 0 0,0-1 1 0 0,-1 1 0 0 0,1-1-1 0 0,0 0 1 0 0,0 0 0 0 0,5 1-1 0 0,10 1 33 0 0,-1-1-1 0 0,1-1 0 0 0,0 0 1 0 0,24-3-1 0 0,-25 1-34 0 0,4 0-7 0 0,9-1 0 0 0,0 2 0 0 0,43 5 0 0 0,-66-5 0 0 0,0 1 0 0 0,0 1 0 0 0,0-1 0 0 0,0 1 0 0 0,-1 1 0 0 0,1-1 0 0 0,-1 1 0 0 0,1 0 0 0 0,-1 0 0 0 0,0 1 0 0 0,0 0 0 0 0,-1 0 0 0 0,1 1 0 0 0,-1-1 0 0 0,0 1 0 0 0,5 6 0 0 0,-7-7 8 0 0,-1 1-1 0 0,0-1 1 0 0,0 1 0 0 0,0-1-1 0 0,0 1 1 0 0,-1 0-1 0 0,0 0 1 0 0,0 0-1 0 0,0-1 1 0 0,-1 1-1 0 0,0 0 1 0 0,0 0-1 0 0,0 0 1 0 0,0 0-1 0 0,-1 0 1 0 0,0 0-1 0 0,0 0 1 0 0,0 0 0 0 0,0-1-1 0 0,-1 1 1 0 0,-3 6-1 0 0,-3 8 66 0 0,-1-1 0 0 0,-1 0 0 0 0,-21 29 0 0 0,17-28 54 0 0,0-1 0 0 0,-2 0 0 0 0,0 0 1 0 0,-1-2-1 0 0,-1 0 0 0 0,0-1 0 0 0,-1-1 0 0 0,-40 23 1 0 0,37-26-1023 0 0,-1-1 0 0 0,-37 11 1 0 0,49-18-81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19:08.2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 80 14283 0 0,'0'-24'1361'0'0,"0"24"-1314"0"0,0-1 0 0 0,0 1 0 0 0,0-1 0 0 0,0 1 0 0 0,0-1 0 0 0,0 1 0 0 0,0-1 0 0 0,0 1 0 0 0,0-1 0 0 0,0 1 0 0 0,0-1 0 0 0,0 1 0 0 0,0 0 0 0 0,0-1 0 0 0,0 1 0 0 0,1-1 0 0 0,-1 1 0 0 0,0-1 0 0 0,0 1 0 0 0,1-1 0 0 0,-1 1 0 0 0,0 0 0 0 0,1-1 0 0 0,-1 1 0 0 0,0 0 0 0 0,1-1 0 0 0,-1 1 0 0 0,1 0 0 0 0,-1-1 0 0 0,0 1 0 0 0,1 0 0 0 0,-1 0 0 0 0,1-1 0 0 0,-1 1 0 0 0,1 0 0 0 0,-1 0 0 0 0,1 0 0 0 0,-1 0 0 0 0,1 0 0 0 0,-1 0 0 0 0,2 0 0 0 0,-1 2 235 0 0,0 0 0 0 0,0 1 0 0 0,0 0 1 0 0,0-1-1 0 0,0 1 0 0 0,0 0 0 0 0,0-1 0 0 0,-1 1 0 0 0,0 0 0 0 0,1 5 0 0 0,0-1 88 0 0,2 5-254 0 0,0 1 1 0 0,1 0-1 0 0,1-1 0 0 0,0 0 0 0 0,0 0 1 0 0,1-1-1 0 0,1 1 0 0 0,0-1 0 0 0,1 0 1 0 0,13 14-1 0 0,-17-20-119 0 0,0-1 0 0 0,0 0 0 0 0,0 0 0 0 0,1 0 1 0 0,0-1-1 0 0,0 1 0 0 0,0-1 0 0 0,0 0 0 0 0,0-1 0 0 0,1 1 0 0 0,-1-1 0 0 0,1 0 1 0 0,-1 0-1 0 0,1-1 0 0 0,0 0 0 0 0,0 0 0 0 0,0 0 0 0 0,0-1 0 0 0,0 1 1 0 0,-1-1-1 0 0,1-1 0 0 0,0 1 0 0 0,0-1 0 0 0,0 0 0 0 0,8-3 0 0 0,-11 3 5 0 0,0 0 0 0 0,0 0-1 0 0,-1 0 1 0 0,1 0-1 0 0,0 0 1 0 0,-1-1 0 0 0,1 1-1 0 0,-1-1 1 0 0,0 0 0 0 0,1 1-1 0 0,-1-1 1 0 0,0 0-1 0 0,0-1 1 0 0,0 1 0 0 0,0 0-1 0 0,-1 0 1 0 0,1-1-1 0 0,-1 1 1 0 0,1-1 0 0 0,-1 1-1 0 0,0-1 1 0 0,0 0-1 0 0,0 0 1 0 0,0 1 0 0 0,0-1-1 0 0,-1 0 1 0 0,1 0-1 0 0,-1 0 1 0 0,0 0 0 0 0,0 0-1 0 0,0 0 1 0 0,0 0-1 0 0,-1 1 1 0 0,1-1 0 0 0,-1 0-1 0 0,1 0 1 0 0,-1 0 0 0 0,-2-3-1 0 0,0-4 7 0 0,-2 0 0 0 0,1 1 0 0 0,-1 0 0 0 0,-1 0-1 0 0,0 0 1 0 0,0 0 0 0 0,0 1 0 0 0,-1 0 0 0 0,-10-9 0 0 0,7 8-445 0 0,-1 1 0 0 0,1 0-1 0 0,-2 1 1 0 0,1 0 0 0 0,-1 0 0 0 0,0 2 0 0 0,0-1 0 0 0,0 1 0 0 0,-1 1 0 0 0,0 0 0 0 0,0 1-1 0 0,0 1 1 0 0,0 0 0 0 0,0 0 0 0 0,0 1 0 0 0,-16 2 0 0 0,13 1-6023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19:08.7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1 100 6449 0 0,'14'5'12266'0'0,"-3"14"-11015"0"0,54 85 1433 0 0,-57-94-2636 0 0,0 1 0 0 0,1-1 0 0 0,0-1 0 0 0,1 0-1 0 0,0 0 1 0 0,0 0 0 0 0,16 8 0 0 0,-25-16-39 0 0,1 0 1 0 0,-1 0-1 0 0,1-1 0 0 0,-1 1 1 0 0,1 0-1 0 0,0-1 0 0 0,-1 0 1 0 0,1 1-1 0 0,0-1 0 0 0,-1 0 1 0 0,1 0-1 0 0,0 0 1 0 0,0 0-1 0 0,-1 0 0 0 0,1 0 1 0 0,0 0-1 0 0,-1 0 0 0 0,1-1 1 0 0,0 1-1 0 0,-1-1 0 0 0,1 0 1 0 0,2-1-1 0 0,-1 0-19 0 0,1 0-1 0 0,-1-1 1 0 0,0 1 0 0 0,0-1-1 0 0,0 0 1 0 0,0 0 0 0 0,-1 0-1 0 0,1 0 1 0 0,2-6-1 0 0,3-5-29 0 0,0-2-1 0 0,-1 1 0 0 0,8-27 0 0 0,-10 22 33 0 0,-2 0 0 0 0,1 1 1 0 0,-2-1-1 0 0,-1-1 0 0 0,-1-33 1 0 0,-1 15 10 0 0,2 58 154 0 0,2-1-1 0 0,0 0 0 0 0,1 0 1 0 0,0-1-1 0 0,1 1 0 0 0,2-1 1 0 0,13 29-1 0 0,-16-40-119 0 0,1 0-1 0 0,0 0 1 0 0,0 0 0 0 0,0-1-1 0 0,0 1 1 0 0,1-1 0 0 0,0 0-1 0 0,10 5 1 0 0,20 11-1423 0 0,-1-5-5037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19:09.0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0 209 2304 0 0,'15'-3'13603'0'0,"17"12"-11456"0"0,-1 1 0 0 0,38 19 0 0 0,-57-24-2065 0 0,0 2-1 0 0,0 0 0 0 0,-1 0 0 0 0,0 1 1 0 0,0 0-1 0 0,0 1 0 0 0,-1 1 0 0 0,15 17 1 0 0,-24-26-76 0 0,-1 0 0 0 0,1 0 1 0 0,0 0-1 0 0,0 1 0 0 0,0-1 1 0 0,-1 0-1 0 0,1 0 0 0 0,-1 1 1 0 0,1-1-1 0 0,-1 0 0 0 0,1 1 1 0 0,-1-1-1 0 0,0 3 1 0 0,0-4-7 0 0,0 0 1 0 0,0 1 0 0 0,0-1-1 0 0,0 0 1 0 0,0 1 0 0 0,0-1 0 0 0,0 0-1 0 0,-1 1 1 0 0,1-1 0 0 0,0 0 0 0 0,0 0-1 0 0,0 1 1 0 0,-1-1 0 0 0,1 0-1 0 0,0 1 1 0 0,0-1 0 0 0,-1 0 0 0 0,1 0-1 0 0,0 0 1 0 0,-1 1 0 0 0,1-1 0 0 0,0 0-1 0 0,0 0 1 0 0,-1 0 0 0 0,1 0-1 0 0,0 0 1 0 0,-1 0 0 0 0,1 0 0 0 0,0 1-1 0 0,-1-1 1 0 0,1 0 0 0 0,-1 0 0 0 0,-1-1 17 0 0,-1 1 0 0 0,1 0 1 0 0,0 0-1 0 0,-1-1 0 0 0,1 0 1 0 0,0 1-1 0 0,0-1 0 0 0,0 0 1 0 0,-1 0-1 0 0,1 0 0 0 0,0 0 1 0 0,0-1-1 0 0,0 1 0 0 0,-3-3 1 0 0,0-2 21 0 0,-1-1 0 0 0,1 0 1 0 0,0 1-1 0 0,0-2 0 0 0,1 1 1 0 0,0 0-1 0 0,1-1 1 0 0,-1 0-1 0 0,1 0 0 0 0,1 0 1 0 0,-1 0-1 0 0,2 0 0 0 0,-1-1 1 0 0,1 1-1 0 0,0-1 0 0 0,1 1 1 0 0,0-1-1 0 0,0 1 1 0 0,1-1-1 0 0,2-13 0 0 0,-1 11-299 0 0,0 1 0 0 0,1 0-1 0 0,0-1 1 0 0,1 1 0 0 0,0 0-1 0 0,0 0 1 0 0,1 1 0 0 0,0 0-1 0 0,1 0 1 0 0,0 0 0 0 0,1 0-1 0 0,0 1 1 0 0,0 0 0 0 0,0 0 0 0 0,1 1-1 0 0,9-7 1 0 0,4 1-7005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19:10.2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26 4609 0 0,'18'-25'12648'0'0,"-17"24"-12155"0"0,16 2 1335 0 0,-17-1-1784 0 0,0 0 0 0 0,0 0 0 0 0,0 0 0 0 0,0 1 0 0 0,0 1 879 0 0,-1-2-879 0 0,-5 10 103 0 0,-1 3-1900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19:10.7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195 11 3225 0 0,'-1'-1'244'0'0,"0"0"1"0"0,-1 0 0 0 0,1 0-1 0 0,-1 0 1 0 0,1 0 0 0 0,-1 1 0 0 0,1-1-1 0 0,-1 0 1 0 0,0 1 0 0 0,1-1-1 0 0,-1 1 1 0 0,0-1 0 0 0,1 1-1 0 0,-1 0 1 0 0,0 0 0 0 0,0 0 0 0 0,1 0-1 0 0,-1 0 1 0 0,0 0 0 0 0,1 0-1 0 0,-1 1 1 0 0,0-1 0 0 0,0 1-1 0 0,1-1 1 0 0,-1 1 0 0 0,1 0 0 0 0,-1-1-1 0 0,-2 2 1 0 0,-46 26 4084 0 0,43-23-3992 0 0,-1 1 0 0 0,1 0 0 0 0,0 0 0 0 0,0 1 0 0 0,1-1 0 0 0,0 2 0 0 0,0-1 0 0 0,1 1 0 0 0,0 0 0 0 0,0 0 1 0 0,1 0-1 0 0,0 0 0 0 0,0 1 0 0 0,1 0 0 0 0,0 0 0 0 0,1 0 0 0 0,-2 11 0 0 0,3-12-232 0 0,0 0 0 0 0,1 0-1 0 0,0 1 1 0 0,1-1 0 0 0,0 0 0 0 0,0 0 0 0 0,0 0-1 0 0,1 0 1 0 0,0 0 0 0 0,1 0 0 0 0,0-1 0 0 0,0 1-1 0 0,1-1 1 0 0,0 0 0 0 0,0 0 0 0 0,1 0 0 0 0,-1 0-1 0 0,1-1 1 0 0,12 12 0 0 0,-9-11-213 0 0,1 0-1 0 0,0 0 1 0 0,0-1 0 0 0,0 0 0 0 0,0-1-1 0 0,1 0 1 0 0,0 0 0 0 0,0-1 0 0 0,1-1-1 0 0,-1 1 1 0 0,1-2 0 0 0,0 1 0 0 0,0-2-1 0 0,-1 1 1 0 0,1-1 0 0 0,22-2-1 0 0,-5-1-7428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19:11.01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0 399 4609 0 0,'13'-5'487'0'0,"0"-1"0"0"0,-1 0-1 0 0,0-1 1 0 0,0-1 0 0 0,0 0 0 0 0,-1-1 0 0 0,0 0-1 0 0,-1 0 1 0 0,0-1 0 0 0,-1 0 0 0 0,0-1 0 0 0,14-22 0 0 0,-15 21-477 0 0,-2 0 0 0 0,0 0 0 0 0,0-1 1 0 0,-1 1-1 0 0,-1-1 0 0 0,0 0 0 0 0,-1 0 1 0 0,0-1-1 0 0,-1 1 0 0 0,-1-1 0 0 0,0 1 1 0 0,0-1-1 0 0,-3-16 0 0 0,2 23-127 0 0,-1 0 0 0 0,0 0 0 0 0,-1 1 0 0 0,0-1 0 0 0,-5-13 0 0 0,7 19 123 0 0,-1 0-1 0 0,1 0 1 0 0,-1 0-1 0 0,1 0 1 0 0,-1 1-1 0 0,0-1 1 0 0,0 0-1 0 0,1 0 1 0 0,-1 0-1 0 0,0 0 1 0 0,0 1-1 0 0,0-1 1 0 0,0 0-1 0 0,0 1 1 0 0,0-1-1 0 0,0 1 1 0 0,0-1-1 0 0,0 1 1 0 0,0 0-1 0 0,0-1 0 0 0,0 1 1 0 0,0 0-1 0 0,0 0 1 0 0,-1 0-1 0 0,1 0 1 0 0,0 0-1 0 0,0 0 1 0 0,0 0-1 0 0,0 0 1 0 0,0 0-1 0 0,-1 0 1 0 0,1 1-1 0 0,0-1 1 0 0,0 0-1 0 0,0 1 1 0 0,0-1-1 0 0,0 1 1 0 0,0-1-1 0 0,0 1 1 0 0,0-1-1 0 0,0 1 1 0 0,0 0-1 0 0,1 0 1 0 0,-3 1-1 0 0,-4 4 281 0 0,-1 1 0 0 0,1 0 0 0 0,0 1 0 0 0,0-1 0 0 0,1 1 0 0 0,0 1 0 0 0,1-1 0 0 0,0 1 0 0 0,0 0 0 0 0,0 0 0 0 0,1 0 0 0 0,-5 20-1 0 0,4-10 328 0 0,1 0 0 0 0,0 0 0 0 0,1 1-1 0 0,2-1 1 0 0,0 36 0 0 0,1-47-432 0 0,1 0 0 0 0,0 0-1 0 0,0 0 1 0 0,1 0 0 0 0,0-1 0 0 0,0 1 0 0 0,1 0-1 0 0,0-1 1 0 0,0 0 0 0 0,1 0 0 0 0,0 0 0 0 0,0 0 0 0 0,1 0-1 0 0,-1-1 1 0 0,1 0 0 0 0,1 0 0 0 0,-1 0 0 0 0,1 0 0 0 0,0-1-1 0 0,1 0 1 0 0,11 7 0 0 0,11 2-214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0:07.9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1 282 3225 0 0,'5'-7'-529'0'0,"-1"-1"1"0"0,1 0 0 0 0,-2 0 0 0 0,5-11 0 0 0,-6 12 916 0 0,0 0 1 0 0,-1 0 0 0 0,0 0-1 0 0,1-15 1 0 0,-2 11 831 0 0,-1 0 0 0 0,-1 0 1 0 0,0-1-1 0 0,0 1 0 0 0,-1 0 1 0 0,0 1-1 0 0,-7-16 0 0 0,-1 4 5297 0 0,17 32-4632 0 0,21 40-1295 0 0,145 275 134 0 0,-152-284-669 0 0,1-2 0 0 0,44 60 0 0 0,-54-85-25 0 0,0 0 0 0 0,2-1-1 0 0,-1 0 1 0 0,2-1 0 0 0,-1 0 0 0 0,2-1 0 0 0,0-1 0 0 0,0 0 0 0 0,26 12 0 0 0,-41-22-14 0 0,1 1 0 0 0,0-1 0 0 0,0 0 0 0 0,0 0 0 0 0,0 1 0 0 0,0-1 1 0 0,0 0-1 0 0,0 0 0 0 0,0 0 0 0 0,0 0 0 0 0,0 0 0 0 0,0 0 0 0 0,0 0 0 0 0,-1 0 0 0 0,1 0 0 0 0,0 0 1 0 0,0-1-1 0 0,0 1 0 0 0,0 0 0 0 0,0-1 0 0 0,0 1 0 0 0,0 0 0 0 0,0-1 0 0 0,0 0 0 0 0,1-1 9 0 0,0 1 0 0 0,-1-1 0 0 0,1 0 0 0 0,-1 0 0 0 0,0 1 0 0 0,0-1 0 0 0,0 0 0 0 0,0 0 0 0 0,0 0 0 0 0,1-3 1 0 0,2-8 63 0 0,-1 1 1 0 0,-1-1 0 0 0,2-13 0 0 0,-3 15-7 0 0,23-402 889 0 0,-18 187-1563 0 0,-6 223 248 0 0,1-7 439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0:08.4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104 90 11979 0 0,'-1'-12'635'0'0,"-6"-33"1502"0"0,6 43-1943 0 0,1 0 0 0 0,-1 0 0 0 0,1 0 0 0 0,-1 1 0 0 0,0-1 1 0 0,1 0-1 0 0,-1 1 0 0 0,0-1 0 0 0,0 1 0 0 0,0-1 0 0 0,0 1 1 0 0,-1-1-1 0 0,1 1 0 0 0,0 0 0 0 0,-1-1 0 0 0,1 1 0 0 0,-1 0 1 0 0,1 0-1 0 0,-1 0 0 0 0,-2-1 0 0 0,3 2-130 0 0,0 0-1 0 0,0 0 1 0 0,0 0 0 0 0,0 0-1 0 0,0 0 1 0 0,0 0 0 0 0,0 0-1 0 0,0 1 1 0 0,0-1 0 0 0,0 0-1 0 0,0 0 1 0 0,1 1 0 0 0,-1-1-1 0 0,0 1 1 0 0,0-1 0 0 0,0 1-1 0 0,0-1 1 0 0,0 1 0 0 0,1 0-1 0 0,-1-1 1 0 0,0 1 0 0 0,0 0-1 0 0,1 0 1 0 0,-1-1-1 0 0,1 1 1 0 0,-1 0 0 0 0,1 0-1 0 0,-1 0 1 0 0,1 0 0 0 0,-1 0-1 0 0,1 0 1 0 0,0 0 0 0 0,-1 0-1 0 0,1 1 1 0 0,-11 40 101 0 0,10-36-77 0 0,-2 12-71 0 0,1 1 0 0 0,0-1 0 0 0,2 0 1 0 0,0 1-1 0 0,1-1 0 0 0,1 1 0 0 0,4 20 1 0 0,-4-30-20 0 0,1-1 0 0 0,0 1-1 0 0,0 0 1 0 0,1-1 0 0 0,-1 0 0 0 0,2 0 0 0 0,6 10 0 0 0,-8-14 2 0 0,0 0 1 0 0,1 0-1 0 0,-1-1 1 0 0,1 1-1 0 0,0-1 0 0 0,-1 0 1 0 0,1 0-1 0 0,1-1 1 0 0,-1 1-1 0 0,0-1 1 0 0,1 0-1 0 0,-1 0 1 0 0,1 0-1 0 0,6 1 1 0 0,-9-2-1 0 0,0 0 0 0 0,0-1 0 0 0,1 1 0 0 0,-1-1 0 0 0,0 1 0 0 0,0-1 0 0 0,1 0 0 0 0,-1 0 0 0 0,0 0 0 0 0,1 0 0 0 0,-1-1 0 0 0,0 1 0 0 0,1 0 0 0 0,-1-1 0 0 0,0 0 0 0 0,0 1 0 0 0,1-1 0 0 0,-1 0 0 0 0,0 0 0 0 0,0 0 0 0 0,0-1 0 0 0,0 1 0 0 0,0 0 0 0 0,0-1 0 0 0,-1 1 0 0 0,1-1 0 0 0,0 0 1 0 0,-1 0-1 0 0,1 1 0 0 0,-1-1 0 0 0,0 0 0 0 0,0 0 0 0 0,0 0 0 0 0,0 0 0 0 0,0-1 0 0 0,1-2 0 0 0,0 0 14 0 0,-1-1 1 0 0,0 1 0 0 0,-1-1-1 0 0,0 1 1 0 0,1-1-1 0 0,-2 0 1 0 0,1 1 0 0 0,0-1-1 0 0,-1 1 1 0 0,0-1-1 0 0,-1 1 1 0 0,1-1-1 0 0,-1 1 1 0 0,-3-7 0 0 0,-5-5-44 0 0,0 1 0 0 0,-2 0 0 0 0,0 0 0 0 0,0 1 0 0 0,-1 1 0 0 0,-1 0 0 0 0,0 1 0 0 0,-1 0 0 0 0,-1 1 0 0 0,0 1 0 0 0,-21-11 0 0 0,21 16-2299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0:08.68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 75 7834 0 0,'-14'-43'1560'0'0,"11"12"9547"0"0,10 39-9702 0 0,6 12-1012 0 0,100 250 868 0 0,-20-43-1142 0 0,-75-190-1501 0 0,1-2 0 0 0,2 0 0 0 0,2-1 0 0 0,28 33 0 0 0,-34-48-5825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0: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33 6449 0 0,'6'-14'145'0'0,"8"-2"5038"0"0,-13 15-5012 0 0,-1 1-1 0 0,1 0 0 0 0,0 0 0 0 0,-1-1 0 0 0,1 1 0 0 0,0 0 1 0 0,0 0-1 0 0,-1 0 0 0 0,1 0 0 0 0,0 0 0 0 0,0 0 0 0 0,-1 0 1 0 0,1 0-1 0 0,0 0 0 0 0,0 0 0 0 0,-1 0 0 0 0,1 0 0 0 0,0 0 1 0 0,-1 1-1 0 0,1-1 0 0 0,0 0 0 0 0,-1 1 0 0 0,1-1 0 0 0,0 0 1 0 0,-1 1-1 0 0,1-1 0 0 0,-1 1 0 0 0,1-1 0 0 0,0 1 0 0 0,-1-1 1 0 0,1 1-1 0 0,-1-1 0 0 0,0 1 0 0 0,1 0 0 0 0,-1-1 0 0 0,1 1 1 0 0,-1 0-1 0 0,0-1 0 0 0,0 1 0 0 0,1 0 0 0 0,-1-1 0 0 0,0 1 1 0 0,0 0-1 0 0,0 0 0 0 0,88 217 3268 0 0,1 3-3335 0 0,-42-124-117 0 0,11 21-168 0 0,-24-38-3299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0:09.1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36 176 6913 0 0,'-2'-1'115'0'0,"-1"0"0"0"0,1 1 0 0 0,0-1 0 0 0,0 0 0 0 0,0 0 0 0 0,0-1 0 0 0,1 1 0 0 0,-1 0 0 0 0,0-1 0 0 0,0 1 0 0 0,1-1 0 0 0,-1 1 0 0 0,1-1 0 0 0,-1 0 0 0 0,1 0 0 0 0,0 0 0 0 0,0 0 0 0 0,-1 0 0 0 0,1 0-1 0 0,0-2 1 0 0,1 2 14 0 0,0 0-1 0 0,1 0 1 0 0,-1 0-1 0 0,1 0 1 0 0,-1 0-1 0 0,1 0 1 0 0,0 0-1 0 0,0 0 1 0 0,0 0-1 0 0,0 0 1 0 0,0 1-1 0 0,0-1 0 0 0,0 0 1 0 0,0 1-1 0 0,1-1 1 0 0,-1 1-1 0 0,1-1 1 0 0,-1 1-1 0 0,1 0 1 0 0,0 0-1 0 0,0-1 1 0 0,-1 1-1 0 0,4-1 1 0 0,12-8 99 0 0,1 0 1 0 0,1 1 0 0 0,0 0-1 0 0,39-11 1 0 0,83-11-943 0 0,-121 27 433 0 0,28-4-4180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0:09.5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303 1 3209 0 0,'-60'8'741'0'0,"30"-4"1683"0"0,-47 12-1 0 0,70-14-1930 0 0,0 0 0 0 0,0 0-1 0 0,0 1 1 0 0,1 0-1 0 0,-1 0 1 0 0,1 1 0 0 0,0 0-1 0 0,0 0 1 0 0,0 0-1 0 0,0 1 1 0 0,-9 10-1 0 0,9-6-51 0 0,0 0 0 0 0,1 1 0 0 0,0-1 0 0 0,0 1 0 0 0,1 0 0 0 0,0 0 0 0 0,-4 19 0 0 0,6-21-351 0 0,1 0-1 0 0,-1 0 1 0 0,1 0-1 0 0,1 0 0 0 0,0 0 1 0 0,0 0-1 0 0,0 0 1 0 0,1 1-1 0 0,0-1 1 0 0,5 14-1 0 0,-6-19-112 0 0,2 0 0 0 0,-1 0 0 0 0,0 0 0 0 0,0 0-1 0 0,1-1 1 0 0,0 1 0 0 0,-1 0 0 0 0,1-1 0 0 0,0 0 0 0 0,0 1 0 0 0,1-1 0 0 0,-1 0-1 0 0,0 0 1 0 0,1 0 0 0 0,-1 0 0 0 0,1 0 0 0 0,0-1 0 0 0,-1 1 0 0 0,1-1 0 0 0,0 0-1 0 0,0 1 1 0 0,0-1 0 0 0,0-1 0 0 0,0 1 0 0 0,0 0 0 0 0,0-1 0 0 0,0 0 0 0 0,0 1-1 0 0,1-1 1 0 0,-1 0 0 0 0,0-1 0 0 0,0 1 0 0 0,0-1 0 0 0,0 1 0 0 0,0-1-1 0 0,0 0 1 0 0,0 0 0 0 0,0 0 0 0 0,3-2 0 0 0,5-2-230 0 0,0 0 0 0 0,-1-1 0 0 0,0 0 0 0 0,0-1 1 0 0,0 0-1 0 0,-1 0 0 0 0,0-1 0 0 0,-1 0 0 0 0,10-12 0 0 0,-10 9 228 0 0,-1-1 0 0 0,-1 0 0 0 0,0 0 0 0 0,0 0 0 0 0,-2-1 0 0 0,1 0 1 0 0,-1 0-1 0 0,2-18 0 0 0,17-46 1583 0 0,-27 149 829 0 0,4-56-2078 0 0,0-1 0 0 0,1 1 0 0 0,0 0 0 0 0,2 0 0 0 0,0-1 0 0 0,0 1 0 0 0,2-1 0 0 0,8 20 0 0 0,22 39-1052 0 0,7-2-5260 0 0,-32-55-669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0:10.3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65 12 2761 0 0,'11'15'18622'0'0,"-2"0"-16670"0"0,17 31-4058 0 0,-19-33 3570 0 0,-1 3-1457 0 0,-5-13 10 0 0,0-1-1 0 0,-1 1 1 0 0,2 0-1 0 0,-1 0 1 0 0,0 0 0 0 0,0-1-1 0 0,1 1 1 0 0,0-1-1 0 0,-1 1 1 0 0,1-1-1 0 0,0 0 1 0 0,3 3 0 0 0,-3-7-22 0 0,1 0 1 0 0,-1 0 0 0 0,-1 0 0 0 0,1-1 0 0 0,0 1 0 0 0,0 0 0 0 0,-1-1 0 0 0,1 0 0 0 0,-1 1 0 0 0,0-1 0 0 0,1-3 0 0 0,0 2-6 0 0,0 0-214 0 0,9-19 530 0 0,-10 22-390 0 0,-1 1 1 0 0,0-1-1 0 0,0 0 1 0 0,1 1 0 0 0,-1-1-1 0 0,0 1 1 0 0,1-1 0 0 0,-1 0-1 0 0,1 1 1 0 0,-1-1 0 0 0,1 1-1 0 0,-1 0 1 0 0,1-1-1 0 0,-1 1 1 0 0,1-1 0 0 0,-1 1-1 0 0,1 0 1 0 0,-1-1 0 0 0,1 1-1 0 0,0 0 1 0 0,-1 0 0 0 0,1-1-1 0 0,-1 1 1 0 0,1 0-1 0 0,0 0 1 0 0,-1 0 0 0 0,2 0-1 0 0,-1-1 78 0 0,-1 1-1 0 0,0 0 1 0 0,1-1 0 0 0,-1 1-1 0 0,1-1 1 0 0,-1 1-1 0 0,0-1 1 0 0,1 1-1 0 0,-1-1 1 0 0,0 1-1 0 0,0-1 1 0 0,1 1-1 0 0,-1-1 1 0 0,0 1 0 0 0,0-1-1 0 0,0 0 1 0 0,0 1-1 0 0,0-1 1 0 0,0 1-1 0 0,0-1 1 0 0,0 0-1 0 0,0 1 1 0 0,0-1-1 0 0,0 1 1 0 0,0-1-1 0 0,0 1 1 0 0,0-1 0 0 0,0 0-1 0 0,-1 1 1 0 0,1-1-1 0 0,0 0 1 0 0,-10-16 243 0 0,0 4 76 0 0,8 10-183 0 0,-1-1 0 0 0,1 1 0 0 0,-1 0 0 0 0,0 0 0 0 0,0 0 0 0 0,0 1 0 0 0,-7-5 0 0 0,9 6-97 0 0,-1 1 0 0 0,0-1 0 0 0,1 1 0 0 0,-1 0 0 0 0,0 0 1 0 0,0-1-1 0 0,1 1 0 0 0,-1 0 0 0 0,0 0 0 0 0,0 0 0 0 0,1 1 0 0 0,-1-1 1 0 0,0 0-1 0 0,1 1 0 0 0,-1-1 0 0 0,0 1 0 0 0,1-1 0 0 0,-1 1 1 0 0,1 0-1 0 0,-1 0 0 0 0,0 0 0 0 0,-1 1 0 0 0,-7 5 6 0 0,1 0 0 0 0,0 0 0 0 0,0 1 0 0 0,1 0 0 0 0,0 1 0 0 0,0 0 0 0 0,1 0 1 0 0,0 1-1 0 0,-7 12 0 0 0,11-17-25 0 0,0 0 1 0 0,1 1 0 0 0,-1-1 0 0 0,1 1 0 0 0,0-1 0 0 0,0 1 0 0 0,1 0 0 0 0,0 0 0 0 0,0-1-1 0 0,0 1 1 0 0,1 0 0 0 0,0 0 0 0 0,0 0 0 0 0,0 0 0 0 0,1 0 0 0 0,-1 0 0 0 0,2 0-1 0 0,-1-1 1 0 0,0 1 0 0 0,4 6 0 0 0,-5-11-18 0 0,1 0 0 0 0,-1 0 0 0 0,1 0 0 0 0,-1 0 0 0 0,1 0 0 0 0,0 0 0 0 0,0 0 0 0 0,-1 0 0 0 0,1 0 1 0 0,0 0-1 0 0,0 0 0 0 0,0-1 0 0 0,0 1 0 0 0,0 0 0 0 0,0-1 0 0 0,0 1 0 0 0,0-1 0 0 0,0 1 0 0 0,0-1 0 0 0,0 1 0 0 0,1-1 0 0 0,-1 0 0 0 0,0 0 0 0 0,0 1 0 0 0,0-1 0 0 0,3 0 0 0 0,-1-1-13 0 0,0 1 0 0 0,0-1 0 0 0,0 0 0 0 0,-1 0 0 0 0,1 0 0 0 0,0 0 0 0 0,0-1 0 0 0,0 1 0 0 0,-1-1-1 0 0,4-2 1 0 0,4-4-39 0 0,0-1 0 0 0,-1 0-1 0 0,0 0 1 0 0,8-11 0 0 0,-9 7 18 0 0,1 0 0 0 0,-1-1 0 0 0,-1 0 0 0 0,10-29 0 0 0,-4 10 11 0 0,-12 32 28 0 0,-1 0 0 0 0,0-1 0 0 0,1 1 0 0 0,-1 0 0 0 0,1 0 0 0 0,-1 0 1 0 0,1 0-1 0 0,0 0 0 0 0,0 0 0 0 0,-1 0 0 0 0,1 0 0 0 0,0 0 0 0 0,0 0 0 0 0,0 0 0 0 0,0 0 1 0 0,0 0-1 0 0,0 1 0 0 0,0-1 0 0 0,0 0 0 0 0,2 0 0 0 0,-2 1 3 0 0,0 0 0 0 0,0 0 0 0 0,0 0 0 0 0,0 1 0 0 0,0-1 0 0 0,0 0 0 0 0,0 0 0 0 0,0 1 0 0 0,0-1 1 0 0,0 1-1 0 0,0-1 0 0 0,0 1 0 0 0,0-1 0 0 0,-1 1 0 0 0,1-1 0 0 0,0 1 0 0 0,0 0 0 0 0,-1-1 0 0 0,1 1 0 0 0,0 1 0 0 0,6 7 54 0 0,-1 1 0 0 0,0-1 0 0 0,7 20 0 0 0,-7-17-21 0 0,5 10-10 0 0,-2 0 1 0 0,0 0 0 0 0,-1 0-1 0 0,-2 1 1 0 0,0 0-1 0 0,-1 1 1 0 0,-1-1-1 0 0,-2 1 1 0 0,0 32-1 0 0,-3-39-19 0 0,0 1-1 0 0,-2 0 1 0 0,0 0 0 0 0,-1-1-1 0 0,-1 1 1 0 0,0-1 0 0 0,-1-1-1 0 0,-1 1 1 0 0,-1-1-1 0 0,-1 0 1 0 0,0 0 0 0 0,-22 28-1 0 0,29-41-2 0 0,-10 11 51 0 0,0 0 1 0 0,-18 17 0 0 0,27-28-51 0 0,0-1 0 0 0,-1 1 1 0 0,1 0-1 0 0,0-1 0 0 0,-1 0 0 0 0,0 0 0 0 0,1 0 1 0 0,-1 0-1 0 0,0-1 0 0 0,0 0 0 0 0,0 1 1 0 0,0-1-1 0 0,0-1 0 0 0,0 1 0 0 0,0-1 1 0 0,-8 1-1 0 0,9-2-64 0 0,1 0 1 0 0,-1 0 0 0 0,1 0 0 0 0,0 0-1 0 0,-1 0 1 0 0,1-1 0 0 0,0 1 0 0 0,0-1-1 0 0,0 0 1 0 0,0 1 0 0 0,0-1-1 0 0,0 0 1 0 0,0 0 0 0 0,1 0 0 0 0,-1-1-1 0 0,1 1 1 0 0,-1 0 0 0 0,1 0-1 0 0,0-1 1 0 0,0 1 0 0 0,0-1 0 0 0,0 1-1 0 0,0-1 1 0 0,1 0 0 0 0,-1 1-1 0 0,1-1 1 0 0,0 1 0 0 0,-1-1 0 0 0,2-5-1 0 0,1-11-1130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0:10.7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0 295 6913 0 0,'3'1'234'0'0,"-1"-1"1"0"0,0 1-1 0 0,0 0 0 0 0,1-1 0 0 0,-1 0 0 0 0,0 0 0 0 0,1 0 0 0 0,-1 0 0 0 0,1 0 0 0 0,-1 0 0 0 0,0 0 0 0 0,1-1 0 0 0,-1 1 0 0 0,0-1 0 0 0,0 0 0 0 0,1 1 0 0 0,-1-1 0 0 0,0 0 0 0 0,0 0 0 0 0,0-1 0 0 0,0 1 0 0 0,0 0 0 0 0,0-1 0 0 0,2-1 0 0 0,4-3 392 0 0,-1 0 1 0 0,1-1 0 0 0,-1 1-1 0 0,10-14 1 0 0,-10 10-367 0 0,1-1 1 0 0,-1 0 0 0 0,-1-1 0 0 0,0 1-1 0 0,-1-1 1 0 0,0 0 0 0 0,-1-1 0 0 0,-1 1-1 0 0,1-1 1 0 0,-2 0 0 0 0,0 0-1 0 0,0 0 1 0 0,-1-14 0 0 0,-1 24-229 0 0,-1 1-1 0 0,1-1 1 0 0,-1 1 0 0 0,1-1 0 0 0,-1 1 0 0 0,0 0 0 0 0,0-1-1 0 0,0 1 1 0 0,0 0 0 0 0,0 0 0 0 0,-1-1 0 0 0,1 1 0 0 0,-1 0-1 0 0,1 0 1 0 0,-1 1 0 0 0,0-1 0 0 0,0 0 0 0 0,0 0-1 0 0,0 1 1 0 0,0-1 0 0 0,0 1 0 0 0,0 0 0 0 0,0 0 0 0 0,-1 0-1 0 0,1 0 1 0 0,0 0 0 0 0,-1 0 0 0 0,1 0 0 0 0,-1 1-1 0 0,1-1 1 0 0,-1 1 0 0 0,-4 0 0 0 0,4 0-11 0 0,0 0-1 0 0,0 0 1 0 0,0 0-1 0 0,-1 1 1 0 0,1-1 0 0 0,0 1-1 0 0,0 0 1 0 0,0 0-1 0 0,0 0 1 0 0,0 0 0 0 0,0 1-1 0 0,0-1 1 0 0,1 1-1 0 0,-1 0 1 0 0,0 0 0 0 0,1 0-1 0 0,-1 0 1 0 0,1 0-1 0 0,0 0 1 0 0,0 1 0 0 0,0-1-1 0 0,0 1 1 0 0,0 0-1 0 0,0-1 1 0 0,-2 6 0 0 0,1 0 20 0 0,1 1 1 0 0,-1-1 0 0 0,1 0 0 0 0,1 1 0 0 0,0 0 0 0 0,0-1 0 0 0,0 1 0 0 0,1 0 0 0 0,1-1 0 0 0,-1 1 0 0 0,1 0 0 0 0,1-1 0 0 0,0 1 0 0 0,0-1 0 0 0,0 1 0 0 0,1-1-1 0 0,0 0 1 0 0,1 0 0 0 0,5 8 0 0 0,-4-7 21 0 0,1 0 0 0 0,0-1 0 0 0,1 1 0 0 0,0-1 0 0 0,0 0-1 0 0,1-1 1 0 0,0 0 0 0 0,0 0 0 0 0,1-1 0 0 0,-1 0 0 0 0,2-1-1 0 0,-1 1 1 0 0,0-2 0 0 0,1 1 0 0 0,13 3 0 0 0,-4-3-29 0 0,0-1-1 0 0,1-1 1 0 0,-1-1-1 0 0,1 0 1 0 0,-1-2 0 0 0,21-1-1 0 0,-2-3-579 0 0,0-1-1 0 0,42-12 1 0 0,-16-1-7136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0:56.1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266 272 2304 0 0,'-27'6'1132'0'0,"0"1"0"0"0,1 1 0 0 0,-45 20 0 0 0,43-17-25 0 0,-9 6 952 0 0,-13 4 4512 0 0,88-23-3012 0 0,-2 2-3627 0 0,71-6 178 0 0,-2 1-7 0 0,122-22-1 0 0,1520-261 720 0 0,-1472 261-626 0 0,1 12 1 0 0,301 23-1 0 0,-564-7-204 0 0,-12 2 34 0 0,-21 6 64 0 0,-39 4-163 0 0,59-12 65 0 0,-21 2 31 0 0,-39 1 1 0 0,-17 3-4188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0:56.9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233 1 920 0 0,'-10'-1'644'0'0,"1"1"-1"0"0,0 0 0 0 0,-1 1 1 0 0,1 0-1 0 0,-1 0 1 0 0,1 1-1 0 0,0 0 0 0 0,0 0 1 0 0,-11 5-1 0 0,9-2 357 0 0,0-1 0 0 0,0 2-1 0 0,0-1 1 0 0,1 1 0 0 0,-1 1 0 0 0,-15 13-1 0 0,22-15-760 0 0,0 1-1 0 0,0-1 1 0 0,1 1-1 0 0,-1-1 1 0 0,1 1-1 0 0,1 0 0 0 0,-1 0 1 0 0,1 1-1 0 0,0-1 1 0 0,0 0-1 0 0,1 1 1 0 0,0 0-1 0 0,0-1 0 0 0,0 1 1 0 0,1-1-1 0 0,0 1 1 0 0,0 0-1 0 0,1-1 1 0 0,0 1-1 0 0,0-1 0 0 0,0 1 1 0 0,5 10-1 0 0,-4-10-171 0 0,1 0 0 0 0,-1-1 0 0 0,1 1 0 0 0,1-1-1 0 0,-1 0 1 0 0,1 0 0 0 0,0 0 0 0 0,1 0 0 0 0,7 8-1 0 0,-8-11-14 0 0,-1 0 0 0 0,1-1-1 0 0,-1 1 1 0 0,1 0 0 0 0,0-1-1 0 0,0 0 1 0 0,0 0 0 0 0,0 0 0 0 0,0-1-1 0 0,1 1 1 0 0,-1-1 0 0 0,0 0-1 0 0,1 0 1 0 0,-1-1 0 0 0,8 1-1 0 0,-5-1-20 0 0,0-1-1 0 0,-1 0 0 0 0,1 0 1 0 0,-1-1-1 0 0,1 0 0 0 0,-1 0 0 0 0,0 0 1 0 0,1-1-1 0 0,-1 0 0 0 0,-1 0 1 0 0,1-1-1 0 0,0 1 0 0 0,-1-1 1 0 0,0 0-1 0 0,0-1 0 0 0,0 0 1 0 0,0 1-1 0 0,-1-1 0 0 0,1-1 1 0 0,-1 1-1 0 0,-1-1 0 0 0,1 1 1 0 0,2-8-1 0 0,-2 6 11 0 0,0-1 0 0 0,-1 0 0 0 0,0 0 0 0 0,0 0 0 0 0,-1 0 0 0 0,0 0 0 0 0,0-1 0 0 0,-1 1 0 0 0,0-1 0 0 0,-1 1 0 0 0,0-1 0 0 0,0 1 0 0 0,-1-1 0 0 0,0 1 0 0 0,0-1 0 0 0,-1 1 0 0 0,-5-15 0 0 0,7 22-39 0 0,0 0 0 0 0,-1 1 0 0 0,1-1 0 0 0,0 0 0 0 0,0 1 0 0 0,-1-1 0 0 0,1 0 0 0 0,0 1 0 0 0,-1-1 0 0 0,1 1 0 0 0,0-1 0 0 0,-1 0 1 0 0,1 1-1 0 0,-1-1 0 0 0,1 1 0 0 0,-1 0 0 0 0,1-1 0 0 0,-1 1 0 0 0,0-1 0 0 0,1 1 0 0 0,-1 0 0 0 0,0-1 0 0 0,1 1 0 0 0,-1 0 0 0 0,-1-1 0 0 0,1 2 1 0 0,1-1 0 0 0,-1 0 0 0 0,0 1 0 0 0,1-1 0 0 0,-1 0-1 0 0,0 1 1 0 0,1-1 0 0 0,-1 1 0 0 0,1-1 0 0 0,-1 1 0 0 0,1-1 0 0 0,-1 1 0 0 0,1 0-1 0 0,-1-1 1 0 0,1 1 0 0 0,-1 0 0 0 0,1-1 0 0 0,-1 2 0 0 0,-1 2 4 0 0,1 0 1 0 0,-1 0-1 0 0,1 0 1 0 0,0 1-1 0 0,0-1 1 0 0,0 0-1 0 0,0 6 1 0 0,3-3-8 0 0,0 0 0 0 0,0-1 0 0 0,0 1 0 0 0,1-1 0 0 0,-1 0 0 0 0,2 0 0 0 0,-1 0 0 0 0,1 0 0 0 0,-1-1 0 0 0,2 1 0 0 0,-1-1 0 0 0,1 0 0 0 0,-1 0 0 0 0,1 0 0 0 0,1-1 0 0 0,-1 0 0 0 0,0 0 0 0 0,1 0 0 0 0,12 5 0 0 0,-12-6 0 0 0,1 0 0 0 0,-1 0 0 0 0,1-1 0 0 0,0 0 0 0 0,0 0 0 0 0,0 0 0 0 0,0-1 0 0 0,12 1 0 0 0,-15-2 0 0 0,0 0 0 0 0,1-1 0 0 0,-1 1 0 0 0,0-1 0 0 0,0 0 0 0 0,0 0 0 0 0,0 0 0 0 0,-1 0 0 0 0,1-1 0 0 0,0 0 0 0 0,0 1 0 0 0,-1-1 0 0 0,1-1 0 0 0,-1 1 0 0 0,5-4 0 0 0,-6 4 0 0 0,-1-1 0 0 0,1 1 0 0 0,0-1 0 0 0,-1 1 0 0 0,0-1 0 0 0,0 1 0 0 0,1-1 0 0 0,-2 0 0 0 0,1 0 0 0 0,0 0 0 0 0,0 1 0 0 0,-1-1 0 0 0,0 0 0 0 0,1 0 0 0 0,-1 0 0 0 0,0 0 0 0 0,-1 0 0 0 0,1 0 0 0 0,0 0 0 0 0,-1 1 0 0 0,0-1 0 0 0,1 0 0 0 0,-1 0 0 0 0,0 0 0 0 0,-1 1 0 0 0,-1-4 0 0 0,-1-4 0 0 0,-1 0 0 0 0,0 1 0 0 0,-1-1 0 0 0,0 2 0 0 0,-14-16 0 0 0,17 20 6 0 0,-1 0 1 0 0,0 1-1 0 0,0 0 0 0 0,0 0 1 0 0,0 0-1 0 0,0 0 0 0 0,-1 0 1 0 0,0 1-1 0 0,1 0 1 0 0,-1 0-1 0 0,0 0 0 0 0,0 1 1 0 0,0 0-1 0 0,0 0 0 0 0,0 0 1 0 0,0 0-1 0 0,0 1 0 0 0,0 0 1 0 0,-1 0-1 0 0,1 0 1 0 0,0 1-1 0 0,0 0 0 0 0,0-1 1 0 0,0 2-1 0 0,0-1 0 0 0,0 1 1 0 0,0 0-1 0 0,1 0 0 0 0,-1 0 1 0 0,0 0-1 0 0,1 1 1 0 0,0 0-1 0 0,0 0 0 0 0,0 0 1 0 0,0 0-1 0 0,0 1 0 0 0,0 0 1 0 0,1 0-1 0 0,0 0 1 0 0,0 0-1 0 0,0 0 0 0 0,0 0 1 0 0,-3 9-1 0 0,5-10-6 0 0,0-1 0 0 0,0 0 0 0 0,0 1 0 0 0,1 0 0 0 0,-1-1 0 0 0,1 1 0 0 0,0-1 0 0 0,0 1 0 0 0,0 0 0 0 0,0-1 0 0 0,0 1 0 0 0,0-1 0 0 0,2 5 0 0 0,-2-6 0 0 0,0 0 0 0 0,0-1 0 0 0,1 1 0 0 0,-1 0 0 0 0,0 0 0 0 0,1 0 0 0 0,-1 0 0 0 0,1 0 0 0 0,-1-1 0 0 0,1 1 0 0 0,-1 0 0 0 0,1 0 0 0 0,0-1 0 0 0,-1 1 0 0 0,1-1 0 0 0,0 1 0 0 0,-1 0 0 0 0,1-1 0 0 0,0 1 0 0 0,0-1 0 0 0,0 1 0 0 0,-1-1 0 0 0,1 0 0 0 0,0 1 0 0 0,0-1 0 0 0,0 0 0 0 0,0 0 0 0 0,0 0 0 0 0,0 1 0 0 0,0-1 0 0 0,0 0 0 0 0,0 0 0 0 0,0 0 0 0 0,0-1 0 0 0,-1 1 0 0 0,1 0 0 0 0,0 0 0 0 0,0 0 0 0 0,0-1 0 0 0,1 1 0 0 0,-1-1 4 0 0,-1 0-1 0 0,0 1 1 0 0,1-1-1 0 0,-1 0 1 0 0,1 0-1 0 0,-1 1 1 0 0,0-1-1 0 0,0 0 1 0 0,1 1-1 0 0,-1-1 1 0 0,0 0-1 0 0,0 0 1 0 0,0 0-1 0 0,0 1 1 0 0,0-1-1 0 0,0 0 1 0 0,0 0 0 0 0,0 0-1 0 0,0 1 1 0 0,-1-1-1 0 0,1 0 1 0 0,0 0-1 0 0,0 1 1 0 0,-1-1-1 0 0,1 0 1 0 0,0 1-1 0 0,-1-1 1 0 0,1 0-1 0 0,-1 0 1 0 0,-13-23 18 0 0,13 23-32 0 0,0 0 0 0 0,0 0 0 0 0,0 0-1 0 0,0 1 1 0 0,0-1 0 0 0,-1 0 0 0 0,1 1 0 0 0,0-1 0 0 0,0 1 0 0 0,-1-1 0 0 0,1 1-1 0 0,0 0 1 0 0,-1-1 0 0 0,1 1 0 0 0,0 0 0 0 0,-1 0 0 0 0,1 0 0 0 0,0 0 0 0 0,-1 0 0 0 0,1 0-1 0 0,0 1 1 0 0,-1-1 0 0 0,1 0 0 0 0,0 1 0 0 0,0-1 0 0 0,-1 1 0 0 0,1-1 0 0 0,0 1-1 0 0,0-1 1 0 0,0 1 0 0 0,-1 0 0 0 0,1 0 0 0 0,0 0 0 0 0,0-1 0 0 0,0 1 0 0 0,0 0-1 0 0,1 0 1 0 0,-1 0 0 0 0,-1 2 0 0 0,-1 0-174 0 0,0 1 0 0 0,1-1 0 0 0,-1 1 0 0 0,1-1 0 0 0,0 1 0 0 0,0 0 0 0 0,0 0 0 0 0,1 0 0 0 0,-1 0 0 0 0,1 0 0 0 0,-1 5 0 0 0,2 1-1741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0:58.1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120 158 6913 0 0,'-27'-6'2510'0'0,"-20"-4"816"0"0,44 10-3249 0 0,1-1 0 0 0,-1 1 1 0 0,1 0-1 0 0,-1 0 0 0 0,1 0 0 0 0,-1 1 0 0 0,1-1 1 0 0,-1 0-1 0 0,1 1 0 0 0,-1 0 0 0 0,1 0 0 0 0,0 0 1 0 0,-1 0-1 0 0,-3 2 0 0 0,6-3-11 0 0,0 0-1 0 0,-1 0 1 0 0,1 1 0 0 0,0-1-1 0 0,-1 0 1 0 0,1 0 0 0 0,0 1-1 0 0,0-1 1 0 0,-1 0 0 0 0,1 1-1 0 0,0-1 1 0 0,0 0 0 0 0,-1 0-1 0 0,1 1 1 0 0,0-1 0 0 0,0 1-1 0 0,0-1 1 0 0,0 0 0 0 0,0 1-1 0 0,0-1 1 0 0,-1 0 0 0 0,1 1-1 0 0,0-1 1 0 0,0 1 0 0 0,0-1 0 0 0,0 0-1 0 0,0 1 1 0 0,0-1 0 0 0,1 0-1 0 0,-1 1 1 0 0,0-1 0 0 0,0 1-1 0 0,0-1 1 0 0,0 0 0 0 0,0 1-1 0 0,1-1 1 0 0,13 12 975 0 0,18 2-537 0 0,-18-11-318 0 0,0 0 0 0 0,0-1-1 0 0,1 0 1 0 0,-1-1 0 0 0,19-1-1 0 0,76-9 443 0 0,-41 1-346 0 0,639-17 230 0 0,-361 18-563 0 0,642-86 174 0 0,-890 78 352 0 0,179-22-177 0 0,-228 34-352 0 0,0 1 0 0 0,0 3 0 0 0,79 11 0 0 0,-102-8 79 0 0,0 1 0 0 0,0 2 0 0 0,0 0 0 0 0,40 19 1 0 0,-49-59-3513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0:58.7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122 30 2761 0 0,'3'0'24'0'0,"47"-12"1648"0"0,-4-5 5075 0 0,-51 17-5739 0 0,0 0-1 0 0,-1 1 1 0 0,1 0 0 0 0,0 0 0 0 0,0 0 0 0 0,0 1 0 0 0,0 0-1 0 0,-9 4 1 0 0,6-1-559 0 0,0 0 1 0 0,0 0-1 0 0,0 1 0 0 0,-10 10 0 0 0,8-7-448 0 0,1 1-1 0 0,0 1 0 0 0,0 0 0 0 0,1 0 1 0 0,1 1-1 0 0,-11 21 0 0 0,17-31 0 0 0,0-1 0 0 0,1 1 0 0 0,-1 0 0 0 0,0-1 0 0 0,1 1 0 0 0,-1 0-1 0 0,1 0 1 0 0,-1-1 0 0 0,1 1 0 0 0,0 0 0 0 0,0 0 0 0 0,0 0 0 0 0,0 0 0 0 0,0-1 0 0 0,0 1 0 0 0,1 0-1 0 0,-1 0 1 0 0,1 2 0 0 0,0-3 2 0 0,0 0-1 0 0,0 0 1 0 0,-1 0-1 0 0,1-1 0 0 0,0 1 1 0 0,0 0-1 0 0,0 0 1 0 0,0-1-1 0 0,0 1 0 0 0,0 0 1 0 0,0-1-1 0 0,0 1 1 0 0,0-1-1 0 0,0 1 0 0 0,0-1 1 0 0,0 0-1 0 0,0 0 1 0 0,1 1-1 0 0,-1-1 1 0 0,0 0-1 0 0,1 0 0 0 0,4 0-31 0 0,-1 0 0 0 0,0-1 0 0 0,1 1 0 0 0,-1-1 0 0 0,0 0 0 0 0,0-1 0 0 0,0 1 0 0 0,0-1 0 0 0,0 0 0 0 0,9-5 0 0 0,-10 4 18 0 0,1-1-1 0 0,-1 1 1 0 0,0-1 0 0 0,0 0 0 0 0,0 0 0 0 0,0 0 0 0 0,-1 0-1 0 0,1-1 1 0 0,-1 1 0 0 0,0-1 0 0 0,-1 0 0 0 0,1 0 0 0 0,-1 0-1 0 0,0 0 1 0 0,0-1 0 0 0,0 1 0 0 0,1-11 0 0 0,-3 13 34 0 0,0 0 1 0 0,0 0 0 0 0,0 0 0 0 0,0 0 0 0 0,0 0 0 0 0,-1 0 0 0 0,1 0-1 0 0,-1 0 1 0 0,0 0 0 0 0,0 0 0 0 0,0 0 0 0 0,0 0 0 0 0,0 1-1 0 0,-1-1 1 0 0,1 0 0 0 0,-1 1 0 0 0,0-1 0 0 0,0 1 0 0 0,0 0-1 0 0,0-1 1 0 0,0 1 0 0 0,0 0 0 0 0,-1 0 0 0 0,1 1 0 0 0,-1-1-1 0 0,1 0 1 0 0,-1 1 0 0 0,0-1 0 0 0,0 1 0 0 0,1 0 0 0 0,-1 0-1 0 0,0 0 1 0 0,-6-1 0 0 0,5 2-11 0 0,0-1 0 0 0,-1 1-1 0 0,1 0 1 0 0,-1 0 0 0 0,1 1-1 0 0,0-1 1 0 0,-1 1 0 0 0,1 0-1 0 0,0 0 1 0 0,-1 0 0 0 0,1 1-1 0 0,0-1 1 0 0,0 1 0 0 0,0 0-1 0 0,0 1 1 0 0,1-1 0 0 0,-1 0 0 0 0,0 1-1 0 0,-5 5 1 0 0,6-5-12 0 0,-1 1 0 0 0,1-1 0 0 0,-1 1 0 0 0,1-1-1 0 0,1 1 1 0 0,-1 0 0 0 0,0 0 0 0 0,1 0 0 0 0,0 1 0 0 0,0-1 0 0 0,0 0 0 0 0,0 1 0 0 0,1-1 0 0 0,0 1 0 0 0,0 0 0 0 0,0-1-1 0 0,0 1 1 0 0,1 5 0 0 0,0-8-2 0 0,0 0 0 0 0,0 0-1 0 0,1-1 1 0 0,-1 1 0 0 0,1 0-1 0 0,-1-1 1 0 0,1 1 0 0 0,0-1-1 0 0,-1 1 1 0 0,1-1-1 0 0,0 1 1 0 0,0-1 0 0 0,0 1-1 0 0,0-1 1 0 0,1 0 0 0 0,-1 1-1 0 0,0-1 1 0 0,0 0 0 0 0,1 0-1 0 0,1 1 1 0 0,1 0 1 0 0,-1 0 0 0 0,0-1 0 0 0,1 0 0 0 0,-1 0 0 0 0,1 0 0 0 0,-1 0 0 0 0,1 0 0 0 0,0 0 0 0 0,5-1 0 0 0,-4 0 2 0 0,1 0 1 0 0,-1 0 0 0 0,0 0-1 0 0,1-1 1 0 0,-1 0-1 0 0,0 0 1 0 0,0 0-1 0 0,1-1 1 0 0,-1 1 0 0 0,0-1-1 0 0,-1-1 1 0 0,1 1-1 0 0,7-5 1 0 0,-10 5 11 0 0,-1 0 0 0 0,1 0 0 0 0,-1 0 0 0 0,1 0 0 0 0,-1-1 0 0 0,0 1 0 0 0,0 0 0 0 0,0 0 0 0 0,0-1 0 0 0,0 1 0 0 0,0-1-1 0 0,-1 1 1 0 0,0-1 0 0 0,1 1 0 0 0,-1-1 0 0 0,0 1 0 0 0,0-1 0 0 0,0 1 0 0 0,0-1 0 0 0,-1 1 0 0 0,0-4 0 0 0,1 2 6 0 0,-1 1-1 0 0,0 0 1 0 0,0 0-1 0 0,-1-1 1 0 0,1 1-1 0 0,0 0 1 0 0,-1 0-1 0 0,0 0 1 0 0,0 1-1 0 0,0-1 1 0 0,0 0-1 0 0,0 1 1 0 0,0-1-1 0 0,-1 1 1 0 0,-5-5-1 0 0,8 7-15 0 0,-1 0-1 0 0,0-1 1 0 0,0 1-1 0 0,1 0 0 0 0,-1 0 1 0 0,0 0-1 0 0,0-1 1 0 0,1 1-1 0 0,-1 0 1 0 0,0 0-1 0 0,0 0 0 0 0,1 0 1 0 0,-1 0-1 0 0,0 0 1 0 0,0 0-1 0 0,1 1 1 0 0,-1-1-1 0 0,0 0 0 0 0,0 0 1 0 0,1 0-1 0 0,-1 1 1 0 0,0-1-1 0 0,1 0 1 0 0,-1 1-1 0 0,0-1 0 0 0,1 1 1 0 0,-1-1-1 0 0,1 1 1 0 0,-1-1-1 0 0,1 1 1 0 0,-1-1-1 0 0,0 2 0 0 0,-1 0-37 0 0,1-1 0 0 0,0 1-1 0 0,0 0 1 0 0,0 0-1 0 0,0 0 1 0 0,0 0 0 0 0,0 0-1 0 0,0 0 1 0 0,0 0-1 0 0,0 2 1 0 0,1 6-293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3:02.5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 1840 0 0,'1'1'134'0'0,"-1"0"-88"0"0,0 0 0 0 0,1-1 1 0 0,0 1-1 0 0,-1-1 0 0 0,1 1 1 0 0,-1-1-1 0 0,1 1 0 0 0,0-1 1 0 0,-1 1-1 0 0,1-1 0 0 0,0 1 0 0 0,0-1 1 0 0,-1 0-1 0 0,1 1 0 0 0,0-1 1 0 0,0 0-1 0 0,0 0 0 0 0,-1 0 1 0 0,1 1-1 0 0,0-1 0 0 0,0 0 1 0 0,0 0-1 0 0,-1 0 0 0 0,1 0 1 0 0,0-1-1 0 0,0 1 0 0 0,1 0 0 0 0,25-8 531 0 0,-19 5-324 0 0,-8 3-143 0 0,1 0 1 0 0,-1 0-1 0 0,1 0 1 0 0,-1 0-1 0 0,1 0 1 0 0,-1-1-1 0 0,1 1 0 0 0,-1 0 1 0 0,1 0-1 0 0,-1 0 1 0 0,1 0-1 0 0,-1 0 1 0 0,0 0-1 0 0,1 1 1 0 0,-1-1-1 0 0,1 0 1 0 0,-1 0-1 0 0,1 0 1 0 0,-1 0-1 0 0,1 0 1 0 0,-1 1-1 0 0,1-1 1 0 0,-1 0-1 0 0,0 0 1 0 0,1 1-1 0 0,-1-1 1 0 0,0 0-1 0 0,1 1 1 0 0,-1-1-1 0 0,1 1 1 0 0,0 17 2147 0 0,-19 33 22 0 0,11-30-1556 0 0,4-6-430 0 0,2 0 1 0 0,0 0-1 0 0,0 0 1 0 0,2 1-1 0 0,-1-1 1 0 0,2 0 0 0 0,0 0-1 0 0,9 29 1 0 0,3 33 488 0 0,0 349 388 0 0,-3-33-1029 0 0,44-28-27 0 0,-29-215 2 0 0,8 158 1 0 0,-34 5 17 0 0,1-17-126 0 0,7-207-6 0 0,4 0 0 0 0,44 159 0 0 0,-30-146-57 0 0,19 156 0 0 0,-19-56-13 0 0,-19-163 55 0 0,2 1-1 0 0,2-2 0 0 0,17 41 1 0 0,-10-37 3 0 0,-3 1 0 0 0,-1 1 0 0 0,-2 1 0 0 0,-2 0 0 0 0,3 48 0 0 0,18 238-129 0 0,-24-268-366 0 0,2 0 0 0 0,3 0-1 0 0,33 100 1 0 0,-45-162 423 0 0,0 1-101 0 0,1 0 1 0 0,0 1-1 0 0,0-1 0 0 0,0 0 1 0 0,0 0-1 0 0,1 0 1 0 0,-1 0-1 0 0,0 0 0 0 0,4 3 1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4:21.0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257 212 3225 0 0,'-1'-8'361'0'0,"0"1"1"0"0,1-1-1 0 0,-1 0 0 0 0,1 1 1 0 0,1-1-1 0 0,0 0 1 0 0,1-9-1 0 0,16-52 2965 0 0,11-3 2635 0 0,-67 94-3482 0 0,-4 10-2262 0 0,1 1-1 0 0,2 3 0 0 0,2 1 1 0 0,-57 72-1 0 0,93-107-219 0 0,-1-1 0 0 0,1 0-1 0 0,0 1 1 0 0,0-1 0 0 0,0 0 0 0 0,0 1 0 0 0,0-1-1 0 0,1 1 1 0 0,-1 0 0 0 0,0-1 0 0 0,1 1-1 0 0,-1 0 1 0 0,1-1 0 0 0,-1 1 0 0 0,1 0 0 0 0,0 0-1 0 0,0-1 1 0 0,0 1 0 0 0,0 0 0 0 0,0 0 0 0 0,0-1-1 0 0,0 1 1 0 0,1 0 0 0 0,-1-1 0 0 0,1 1-1 0 0,-1 0 1 0 0,2 1 0 0 0,-1-1-4 0 0,1-1-1 0 0,0 1 1 0 0,0-1-1 0 0,0 1 1 0 0,0-1-1 0 0,0 0 1 0 0,1 0-1 0 0,-1 0 1 0 0,0 0-1 0 0,1 0 1 0 0,-1 0-1 0 0,0-1 1 0 0,1 1-1 0 0,-1-1 1 0 0,1 1-1 0 0,-1-1 1 0 0,0 0-1 0 0,6-1 1 0 0,35-1-281 0 0,72-13-1 0 0,-72 8 26 0 0,74-4-1 0 0,-108 11 264 0 0,17 0 22 0 0,42 5-1 0 0,-62-4-18 0 0,0 0-1 0 0,0 0 1 0 0,0 1 0 0 0,0-1 0 0 0,0 1 0 0 0,0 1 0 0 0,-1-1 0 0 0,1 1-1 0 0,-1 0 1 0 0,0 0 0 0 0,1 0 0 0 0,7 8 0 0 0,-12-10-3 0 0,0 1 0 0 0,0-1 0 0 0,0 0 0 0 0,0 1 0 0 0,0-1 0 0 0,-1 0 0 0 0,1 1 0 0 0,0-1 1 0 0,-1 1-1 0 0,1-1 0 0 0,-1 1 0 0 0,1 0 0 0 0,-1-1 0 0 0,0 1 0 0 0,0-1 0 0 0,0 1 0 0 0,0 0 0 0 0,0-1 0 0 0,0 3 1 0 0,-1 0-1 0 0,0 0 1 0 0,0-1 0 0 0,0 1 0 0 0,-1 0 0 0 0,1-1 0 0 0,-1 1 0 0 0,0-1 0 0 0,-2 4 0 0 0,-6 5 14 0 0,0 0-1 0 0,-1 0 1 0 0,-12 11-1 0 0,18-18-2 0 0,-100 86 583 0 0,-21 22-555 0 0,122-110-235 0 0,1 1 0 0 0,0-1 0 0 0,0 1 1 0 0,0-1-1 0 0,0 1 0 0 0,1 0 1 0 0,-1 0-1 0 0,1 0 0 0 0,0 0 1 0 0,-2 6-1 0 0,4-4-1027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4:21.3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 1 9218 0 0,'-1'0'91'0'0,"1"0"0"0"0,-1 0 0 0 0,0 0 0 0 0,1 0 0 0 0,-1 0 0 0 0,0 0 0 0 0,0 0 0 0 0,1 0 0 0 0,-1 0 0 0 0,0 0 1 0 0,1 0-1 0 0,-1 0 0 0 0,0 1 0 0 0,1-1 0 0 0,-1 0 0 0 0,0 0 0 0 0,1 1 0 0 0,-1-1 0 0 0,1 0 0 0 0,-1 1 0 0 0,1-1 0 0 0,-1 1 0 0 0,0-1 0 0 0,1 1 0 0 0,-1-1 0 0 0,1 1 0 0 0,-1 0 0 0 0,5 18 3280 0 0,-1-10-3167 0 0,29 104 2407 0 0,23 151 0 0 0,-5-14-154 0 0,-39-188-2843 0 0,-9-44 127 0 0,2 0-1 0 0,0 0 1 0 0,0 0 0 0 0,11 23 0 0 0,-10-29-324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4:21.7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25 221 5497 0 0,'0'-12'498'0'0,"-2"0"-1"0"0,0 1 1 0 0,-6-24-1 0 0,4 24 855 0 0,2-1 0 0 0,-1 1 0 0 0,-1-23 0 0 0,5 31-1172 0 0,-1 0 0 0 0,1 0 0 0 0,0 0 0 0 0,0 0 0 0 0,0 0 0 0 0,0 0 0 0 0,0 0 0 0 0,1 0 0 0 0,-1 1 0 0 0,1-1 0 0 0,0 1 0 0 0,0-1 0 0 0,0 1 0 0 0,0-1 0 0 0,0 1 0 0 0,0 0 0 0 0,1 0 0 0 0,-1 0 0 0 0,1 1 0 0 0,-1-1 0 0 0,1 0 0 0 0,0 1 0 0 0,0 0 0 0 0,-1 0 0 0 0,6-2 0 0 0,6-2 240 0 0,-1 1 0 0 0,1 1 0 0 0,-1 0 0 0 0,18-2 0 0 0,-23 4-317 0 0,0 1 0 0 0,0 0 0 0 0,0 0 0 0 0,0 1 0 0 0,-1 0 0 0 0,1 0 0 0 0,0 1-1 0 0,0-1 1 0 0,-1 2 0 0 0,1-1 0 0 0,-1 1 0 0 0,0 1 0 0 0,0-1 0 0 0,0 1 0 0 0,0 0 0 0 0,0 1 0 0 0,-1-1 0 0 0,0 1 0 0 0,0 1 0 0 0,0-1 0 0 0,-1 1 0 0 0,0 0 0 0 0,0 0 0 0 0,0 1 0 0 0,-1-1 0 0 0,0 1 0 0 0,4 9-1 0 0,-1-1-230 0 0,-1 1 0 0 0,0-1 0 0 0,-1 1 0 0 0,-1 0 0 0 0,-1 0-1 0 0,0 0 1 0 0,-1 0 0 0 0,0 1 0 0 0,-2-1 0 0 0,0 0-1 0 0,-1 1 1 0 0,-3 19 0 0 0,0-16-4978 0 0,1 0-1685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4:22.0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11 126 8290 0 0,'-6'0'4774'0'0,"6"0"-4674"0"0,-3 10 2197 0 0,1 11-1714 0 0,2-20-604 0 0,1 15 181 0 0,0 0 0 0 0,1 1 0 0 0,0-1-1 0 0,1 0 1 0 0,8 23 0 0 0,-8-31-127 0 0,0 0 0 0 0,0 0 0 0 0,1-1-1 0 0,0 1 1 0 0,0-1 0 0 0,1 0 0 0 0,0 0 0 0 0,0 0 0 0 0,0-1 0 0 0,1 0-1 0 0,0 0 1 0 0,7 5 0 0 0,-10-9-16 0 0,0 1 0 0 0,0-1 0 0 0,0-1-1 0 0,1 1 1 0 0,-1 0 0 0 0,0-1 0 0 0,1 0 0 0 0,-1 0 0 0 0,1 0-1 0 0,-1 0 1 0 0,1 0 0 0 0,0-1 0 0 0,-1 0 0 0 0,1 1 0 0 0,0-1-1 0 0,-1-1 1 0 0,1 1 0 0 0,0 0 0 0 0,-1-1 0 0 0,1 0 0 0 0,-1 0-1 0 0,1 0 1 0 0,-1 0 0 0 0,1-1 0 0 0,-1 1 0 0 0,0-1 0 0 0,1 0-1 0 0,-1 0 1 0 0,0 0 0 0 0,0 0 0 0 0,-1 0 0 0 0,1-1 0 0 0,0 0-1 0 0,-1 1 1 0 0,4-6 0 0 0,0 1 73 0 0,0-2 1 0 0,0 1-1 0 0,-1-1 0 0 0,0 0 1 0 0,-1 0-1 0 0,0 0 0 0 0,-1 0 1 0 0,1-1-1 0 0,-2 0 0 0 0,1 1 0 0 0,1-20 1 0 0,-4 12 34 0 0,0 0 0 0 0,-1 0 0 0 0,-1 0 0 0 0,-7-31 0 0 0,7 40-120 0 0,0-1 1 0 0,-1 1-1 0 0,0 0 0 0 0,-1 0 0 0 0,1 0 1 0 0,-2 0-1 0 0,1 1 0 0 0,-1-1 0 0 0,0 1 0 0 0,0 0 1 0 0,-9-7-1 0 0,4 6-873 0 0,-2 3-3804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4:22.3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0 156 7370 0 0,'0'0'568'0'0,"24"19"4305"0"0,18 6-1372 0 0,-29-18-3060 0 0,0 1 0 0 0,0 0 0 0 0,-1 0 0 0 0,0 1 0 0 0,-1 1 0 0 0,0 0 0 0 0,13 15 0 0 0,-20-5 52 0 0,-6-12 183 0 0,-4-10 512 0 0,1-10-780 0 0,2 0-356 0 0,0 1 0 0 0,1-1 0 0 0,1 1 0 0 0,0-1 0 0 0,0 0 0 0 0,1 1 0 0 0,1-1 0 0 0,0 0 0 0 0,5-20 0 0 0,15-36-1345 0 0,10 1-5009 0 0,-18 41-378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4:22.5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21 4609 0 0,'8'-19'8614'0'0,"-7"18"-8295"0"0,0 1-127 0 0,0 0 0 0 0,-1 0 0 0 0,1 0 0 0 0,-1 0-1 0 0,1 0 1 0 0,0 1 0 0 0,-1-1 0 0 0,1 0 0 0 0,-1 0-1 0 0,1 1 1 0 0,-1-1 0 0 0,1 0 0 0 0,-1 1 0 0 0,1-1 0 0 0,0 1 383 0 0,0 0-383 0 0,-1-1 0 0 0,0 1-1 0 0,1-1 1 0 0,-1 1 0 0 0,0-1 0 0 0,1 1 0 0 0,-1-1 0 0 0,0 1-1 0 0,0 0 1 0 0,0-1 0 0 0,1 1 0 0 0,-1-1 0 0 0,0 1-1 0 0,0 0 1 0 0,10 45 1311 0 0,7 78 0 0 0,0-2-1249 0 0,48 136 397 0 0,-42-176-2480 0 0,-1 1-3539 0 0,-14-46-1760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4:22.8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 90 12899 0 0,'-3'1'63'0'0,"-18"12"2015"0"0,21-8-374 0 0,15-2 103 0 0,-5-3-1412 0 0,-1 0 1 0 0,0-1 0 0 0,1 0-1 0 0,-1-1 1 0 0,0 0-1 0 0,1 0 1 0 0,13-6 0 0 0,63-33-958 0 0,-17 7-1259 0 0,-43 23 1543 0 0,-1 2 171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4:23.3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263 39 7282 0 0,'0'-2'158'0'0,"0"1"1"0"0,0-1 0 0 0,0 1 0 0 0,0-1 0 0 0,0 1 0 0 0,0-1 0 0 0,0 1 0 0 0,-1-1 0 0 0,1 1 0 0 0,0 0 0 0 0,-1-1-1 0 0,0 1 1 0 0,1 0 0 0 0,-1-1 0 0 0,0 1 0 0 0,1 0 0 0 0,-1 0 0 0 0,0-1 0 0 0,0 1 0 0 0,0 0 0 0 0,0 0 0 0 0,0 0-1 0 0,0 0 1 0 0,-1 0 0 0 0,1 1 0 0 0,-2-2 0 0 0,0 1 125 0 0,0 0-1 0 0,0 0 1 0 0,0 1-1 0 0,0 0 1 0 0,0-1 0 0 0,0 1-1 0 0,0 0 1 0 0,0 1-1 0 0,0-1 1 0 0,0 0-1 0 0,0 1 1 0 0,-4 1 0 0 0,-5 2 351 0 0,1 0 1 0 0,-1 0 0 0 0,1 2 0 0 0,1-1 0 0 0,-18 13-1 0 0,17-10-509 0 0,1 1-1 0 0,0 1 0 0 0,1 0 0 0 0,0 0 0 0 0,1 1 0 0 0,0 0 0 0 0,0 0 0 0 0,1 1 1 0 0,1 0-1 0 0,0 0 0 0 0,0 0 0 0 0,1 1 0 0 0,-3 16 0 0 0,6-23-140 0 0,1 0 0 0 0,-1 0 0 0 0,2 1 0 0 0,-1-1 0 0 0,1 0-1 0 0,0 0 1 0 0,0 0 0 0 0,1 1 0 0 0,-1-1 0 0 0,2 0 0 0 0,-1 0 0 0 0,0 0 0 0 0,1 0-1 0 0,1 0 1 0 0,-1 0 0 0 0,1 0 0 0 0,-1-1 0 0 0,2 0 0 0 0,-1 1 0 0 0,0-1 0 0 0,1 0-1 0 0,0 0 1 0 0,1-1 0 0 0,-1 1 0 0 0,1-1 0 0 0,-1 0 0 0 0,1 0 0 0 0,0-1 0 0 0,1 1-1 0 0,8 3 1 0 0,-9-4-116 0 0,1-1-1 0 0,0 0 0 0 0,0 0 0 0 0,-1 0 1 0 0,1-1-1 0 0,0 0 0 0 0,1 0 0 0 0,-1 0 0 0 0,11-1 1 0 0,12-2-1016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4:23.4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60 1 5529 0 0,'-3'0'362'0'0,"1"0"0"0"0,0 0 1 0 0,0 0-1 0 0,-1 0 0 0 0,1 1 0 0 0,0-1 0 0 0,0 1 0 0 0,0-1 0 0 0,0 1 0 0 0,0 0 0 0 0,0 0 0 0 0,0 0 1 0 0,0 0-1 0 0,0 0 0 0 0,0 1 0 0 0,0-1 0 0 0,1 0 0 0 0,-1 1 0 0 0,1 0 0 0 0,-1-1 0 0 0,-1 3 1 0 0,1 0-61 0 0,0 0 1 0 0,0 0-1 0 0,0 0 1 0 0,1 0-1 0 0,-1 0 1 0 0,1 0-1 0 0,0 1 1 0 0,1-1 0 0 0,-1 0-1 0 0,0 6 1 0 0,1 3-170 0 0,1-1 0 0 0,-1 0 0 0 0,2 0 0 0 0,0 0 0 0 0,0-1 0 0 0,1 1 0 0 0,5 13 0 0 0,15 21-1447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4:23.6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12 14283 0 0,'-1'-6'632'0'0,"-1"4"136"0"0,2 0-616 0 0,0 1-152 0 0,2 1 0 0 0,-1 1 0 0 0,2 2-152 0 0,0 3-56 0 0,1 2-16 0 0,2 4 0 0 0,1 3-168 0 0,1 1-40 0 0,1 1-8 0 0,-1-2 0 0 0,5-4 312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4:24.2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87 6913 0 0,'0'0'69'0'0,"-1"-1"-1"0"0,1 1 0 0 0,0 0 0 0 0,0 0 0 0 0,0-1 0 0 0,0 1 0 0 0,0 0 1 0 0,0 0-1 0 0,0-1 0 0 0,0 1 0 0 0,0 0 0 0 0,0 0 0 0 0,0 0 1 0 0,0-1-1 0 0,0 1 0 0 0,0 0 0 0 0,0 0 0 0 0,0-1 0 0 0,0 1 0 0 0,0 0 1 0 0,0 0-1 0 0,0-1 0 0 0,0 1 0 0 0,0 0 0 0 0,0 0 0 0 0,1-1 0 0 0,-1 1 1 0 0,0 0-1 0 0,0 0 0 0 0,0 0 0 0 0,0-1 0 0 0,0 1 0 0 0,1 0 0 0 0,-1 0 1 0 0,0 0-1 0 0,0 0 0 0 0,0 0 0 0 0,1-1 0 0 0,-1 1 0 0 0,0 0 0 0 0,0 0 1 0 0,1 0-1 0 0,-1 0 0 0 0,0 0 0 0 0,0 0 0 0 0,1 0 0 0 0,-1 0 0 0 0,0 0 1 0 0,0 0-1 0 0,1 0 0 0 0,-1 0 0 0 0,0 0 0 0 0,0 0 0 0 0,1 0 0 0 0,-1 0 1 0 0,0 0-1 0 0,0 0 0 0 0,0 0 0 0 0,1 0 0 0 0,-1 0 0 0 0,1 1 1 0 0,17-1 1803 0 0,-12 2-1551 0 0,1 1 1 0 0,-1 0 0 0 0,0 1-1 0 0,0-1 1 0 0,0 1-1 0 0,0 0 1 0 0,0 0-1 0 0,-1 1 1 0 0,0 0 0 0 0,0 0-1 0 0,4 6 1 0 0,7 10 27 0 0,23 38 0 0 0,-1-1-327 0 0,-30-44-34 0 0,-7-12 13 0 0,1 0 0 0 0,-1 1 0 0 0,0-1 0 0 0,1 0 0 0 0,0 1 0 0 0,0-1 0 0 0,-1 0 0 0 0,1 0 0 0 0,4 3 0 0 0,-10-51 1208 0 0,2 17-641 0 0,2-1 0 0 0,0 1 0 0 0,6-30-1 0 0,-4 43-959 0 0,2 0-1 0 0,0 1 0 0 0,0-1 0 0 0,8-15 0 0 0,-2 9-6484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4:24.8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231 10 6449 0 0,'0'-1'144'0'0,"-1"0"-1"0"0,0 0 1 0 0,0 1-1 0 0,-1-1 1 0 0,1 0-1 0 0,0 1 1 0 0,0-1-1 0 0,0 0 1 0 0,0 1-1 0 0,-1-1 1 0 0,1 1-1 0 0,0 0 1 0 0,0-1-1 0 0,-1 1 1 0 0,1 0-1 0 0,0 0 0 0 0,-1 0 1 0 0,1 0-1 0 0,0 0 1 0 0,0 0-1 0 0,-1 0 1 0 0,1 0-1 0 0,0 1 1 0 0,-1-1-1 0 0,-1 1 1 0 0,-35 11 2376 0 0,26-7-1992 0 0,0 1 0 0 0,0 0-1 0 0,1 1 1 0 0,0 0 0 0 0,0 1 0 0 0,-18 16-1 0 0,23-18-453 0 0,0 0 0 0 0,0 1-1 0 0,1-1 1 0 0,0 1 0 0 0,0 0-1 0 0,0 0 1 0 0,1 1 0 0 0,0 0-1 0 0,1-1 1 0 0,0 1 0 0 0,-4 13-1 0 0,6-18-76 0 0,1-1-1 0 0,-1 0 1 0 0,1 1-1 0 0,0-1 1 0 0,-1 0 0 0 0,1 1-1 0 0,0-1 1 0 0,1 0-1 0 0,-1 1 1 0 0,0-1-1 0 0,1 1 1 0 0,-1-1-1 0 0,1 0 1 0 0,0 0-1 0 0,-1 1 1 0 0,1-1-1 0 0,0 0 1 0 0,1 0-1 0 0,-1 0 1 0 0,0 0-1 0 0,0 0 1 0 0,1 0-1 0 0,-1 0 1 0 0,1-1-1 0 0,0 1 1 0 0,0 0 0 0 0,-1-1-1 0 0,1 0 1 0 0,0 1-1 0 0,0-1 1 0 0,0 0-1 0 0,1 0 1 0 0,-1 0-1 0 0,0 0 1 0 0,0 0-1 0 0,0 0 1 0 0,1-1-1 0 0,-1 1 1 0 0,0-1-1 0 0,3 0 1 0 0,4 2-58 0 0,0-2 1 0 0,-1 1 0 0 0,1-2-1 0 0,0 1 1 0 0,-1-1-1 0 0,1 0 1 0 0,-1-1-1 0 0,1 0 1 0 0,13-5 0 0 0,-10 2-51 0 0,0-1 0 0 0,0 0 0 0 0,0-1 0 0 0,-1-1 0 0 0,-1 0 0 0 0,20-17 0 0 0,-6-1-497 0 0,26-35 0 0 0,6-7 192 0 0,-56 68 422 0 0,0 0 1 0 0,0-1-1 0 0,1 1 0 0 0,-1-1 1 0 0,0 1-1 0 0,0 0 0 0 0,1-1 0 0 0,-1 1 1 0 0,0 0-1 0 0,1-1 0 0 0,-1 1 1 0 0,0 0-1 0 0,1-1 0 0 0,-1 1 1 0 0,0 0-1 0 0,1 0 0 0 0,-1 0 1 0 0,1-1-1 0 0,-1 1 0 0 0,0 0 1 0 0,1 0-1 0 0,-1 0 0 0 0,1 0 0 0 0,-1 0 1 0 0,1 0-1 0 0,-1 0 0 0 0,1 0 1 0 0,-1 0-1 0 0,0 0 0 0 0,1 0 1 0 0,-1 0-1 0 0,1 0 0 0 0,0 0 1 0 0,1 15 497 0 0,-8 23 541 0 0,3-24-501 0 0,0 0-1 0 0,1 1 1 0 0,0-1-1 0 0,1 27 1 0 0,1-38-530 0 0,0 1 0 0 0,1-1 0 0 0,0 1 0 0 0,-1-1 1 0 0,1 1-1 0 0,0-1 0 0 0,1 0 0 0 0,-1 1 0 0 0,1-1 0 0 0,-1 0 1 0 0,4 4-1 0 0,-4-6-40 0 0,1 1 1 0 0,-1 0 0 0 0,1-1-1 0 0,-1 1 1 0 0,1-1 0 0 0,0 0-1 0 0,0 0 1 0 0,0 0 0 0 0,0 0-1 0 0,0 0 1 0 0,0 0 0 0 0,0 0-1 0 0,0-1 1 0 0,0 1 0 0 0,1-1-1 0 0,-1 1 1 0 0,0-1 0 0 0,0 0-1 0 0,4 0 1 0 0,-3 0-130 0 0,-1-1 0 0 0,1 1 0 0 0,-1-1 0 0 0,1 0 0 0 0,-1 0 0 0 0,1 0 0 0 0,-1 0 0 0 0,0 0 0 0 0,1 0 0 0 0,-1-1 0 0 0,0 1 0 0 0,0-1 0 0 0,0 1 0 0 0,0-1 0 0 0,0 0 0 0 0,-1 0 0 0 0,1 0 0 0 0,2-3 0 0 0,26-45-2392 0 0,-23 36 2130 0 0,7-12-60 0 0,-10 16 424 0 0,1 1 0 0 0,0 0 1 0 0,0 0-1 0 0,1 1 0 0 0,7-9 0 0 0,-9 24 836 0 0,0-1 0 0 0,-1 1 1 0 0,0-1-1 0 0,3 10 0 0 0,-5-14-537 0 0,10 23 234 0 0,1-1 1 0 0,2-1-1 0 0,22 31 0 0 0,-11-18-523 0 0,-10-16-86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4:25.4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12443 0 0,'3'8'387'0'0,"1"1"0"0"0,-2 0 0 0 0,1-1 1 0 0,-1 1-1 0 0,-1 0 0 0 0,1 1 0 0 0,-1-1 1 0 0,-1 11-1 0 0,-7 76 3161 0 0,6-83-3460 0 0,-7 75-2866 0 0,7-67-3334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4:25.5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39 12 14747 0 0,'0'-1'173'0'0,"-1"0"-1"0"0,0 0 1 0 0,0 1 0 0 0,1-1-1 0 0,-1 0 1 0 0,0 0-1 0 0,0 1 1 0 0,0-1 0 0 0,0 0-1 0 0,1 1 1 0 0,-1-1 0 0 0,0 1-1 0 0,0 0 1 0 0,0-1-1 0 0,0 1 1 0 0,-1 0 0 0 0,1-1-1 0 0,0 1 1 0 0,0 0-1 0 0,0 0 1 0 0,-2 0 0 0 0,-5 6 373 0 0,1 7-5267 0 0,6-10 4266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4:25.8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 1 9218 0 0,'-3'37'4764'0'0,"5"13"-2423"0"0,1 0-1 0 0,18 82 1 0 0,36 95-1067 0 0,-15-71-1571 0 0,-32-112-159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4:26.0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1 124 11979 0 0,'10'-5'527'0'0,"1"0"1"0"0,0 1 0 0 0,0 0-1 0 0,0 0 1 0 0,21-2 0 0 0,3-3 334 0 0,39-13 773 0 0,115-29 797 0 0,-164 46-3196 0 0,0 1-1 0 0,0 1 1 0 0,0 2-1 0 0,0 0 1 0 0,43 5-1 0 0,-60-3-159 0 0,0 1 0 0 0,0 0-1 0 0,0 0 1 0 0,0 1-1 0 0,0 0 1 0 0,8 4 0 0 0,-2 3-1380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4:26.6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406 86 920 0 0,'-322'63'4372'0'0,"238"-43"-2302"0"0,151-34 4644 0 0,130-13-3898 0 0,559-30-568 0 0,-490 40-2109 0 0,718-37 1232 0 0,2 64-400 0 0,25 63-833 0 0,79 5 33 0 0,-828-61-160 0 0,327 15-11 0 0,-480-29-3 0 0,408 5 9 0 0,-4-30-47 0 0,-448 16-145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5:24.6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74 106 11979 0 0,'-10'-12'1136'0'0,"0"-1"1"0"0,1 0 0 0 0,1 0 0 0 0,0-1 0 0 0,-11-26 0 0 0,16 96-1060 0 0,-3 229 207 0 0,32 296-1 0 0,69 283 1279 0 0,-81-757-1193 0 0,78 1030 2364 0 0,-74-886-2265 0 0,-1-49-505 0 0,-17-181-760 0 0,-2 37 1 0 0,-11 18-7510 0 0,6-47 3020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5:25.1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534 32 11979 0 0,'-107'18'1880'0'0,"1"6"-1"0"0,-202 72 1 0 0,307-96-1839 0 0,1 0 0 0 0,-1 0 0 0 0,1 0 0 0 0,-1 0 0 0 0,1 0 0 0 0,-1 0 0 0 0,1 0 0 0 0,-1 1 0 0 0,1-1 0 0 0,0 0 0 0 0,-1 0 0 0 0,1 0 0 0 0,-1 0 0 0 0,1 1 0 0 0,-1-1 0 0 0,1 0 0 0 0,0 1 0 0 0,-1-1 0 0 0,1 0 0 0 0,0 1 0 0 0,-1-1 0 0 0,1 0 0 0 0,0 1 0 0 0,-1-1 0 0 0,1 0 0 0 0,0 1 0 0 0,0-1 0 0 0,-1 1 0 0 0,1-1 0 0 0,0 1 0 0 0,0-1 0 0 0,0 0 0 0 0,0 1 0 0 0,0-1 0 0 0,0 1 0 0 0,-1-1 0 0 0,1 1 0 0 0,0-1 0 0 0,1 2 0 0 0,19 7 616 0 0,43 0-594 0 0,-59-9-45 0 0,540 15 1024 0 0,-325-17-491 0 0,305-17 231 0 0,0-26-560 0 0,-295 23-114 0 0,60-3-45 0 0,445-47 130 0 0,-662 62-1675 0 0,0-3-3368 0 0,-34 6-2293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5:25.6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1 217 12443 0 0,'18'-6'2379'0'0,"173"-28"1646"0"0,-38 5-2276 0 0,-30 3-2187 0 0,133-46 0 0 0,-124 32-4169 0 0,-100 31 2737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5:26.0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 0 7834 0 0,'-1'2'402'0'0,"0"-1"1"0"0,1 1 0 0 0,-1 0-1 0 0,1-1 1 0 0,-1 1-1 0 0,1 0 1 0 0,0 0 0 0 0,0-1-1 0 0,0 1 1 0 0,-1 0 0 0 0,2 0-1 0 0,-1-1 1 0 0,0 1-1 0 0,0 0 1 0 0,1 0 0 0 0,-1-1-1 0 0,1 1 1 0 0,-1 0 0 0 0,1-1-1 0 0,-1 1 1 0 0,3 2-1 0 0,22 45 2693 0 0,-19-38-2318 0 0,112 230 2025 0 0,-94-182-2698 0 0,-2 1 0 0 0,17 77 0 0 0,55 385-23 0 0,2 2-15 0 0,-49-289 376 0 0,-9 2 0 0 0,11 454-1 0 0,-49-685-534 0 0,-4 335 224 0 0,-10-196-7658 0 0,9-116-67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5:27.6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93 39 5529 0 0,'-7'3'499'0'0,"0"1"0"0"0,1-1-1 0 0,-1 1 1 0 0,1 0 0 0 0,-7 5 0 0 0,7-4-263 0 0,0 0 0 0 0,-1-1 1 0 0,1 0-1 0 0,-1 0 0 0 0,-8 2 0 0 0,19-3 416 0 0,0-1 0 0 0,0 0 0 0 0,0 0 0 0 0,0 0 0 0 0,0 0 0 0 0,1-1 0 0 0,7 2 0 0 0,17 0 578 0 0,0-2 1 0 0,0-1-1 0 0,47-7 0 0 0,-28 3-711 0 0,221-34 542 0 0,-65 6-874 0 0,61 9-150 0 0,333 13 0 0 0,-202 18 43 0 0,824 34 389 0 0,-1172-39-473 0 0,156 16 49 0 0,-179-15-39 0 0,1 1-1 0 0,-1 1 1 0 0,0 2 0 0 0,0 0-1 0 0,38 20 1 0 0,-58-25-96 0 0,0 0-1 0 0,-1 1 1 0 0,1-1 0 0 0,-1 1 0 0 0,1 0-1 0 0,-1 0 1 0 0,0 1 0 0 0,-1-1 0 0 0,1 1 0 0 0,-1 0-1 0 0,0 0 1 0 0,0 0 0 0 0,0 0 0 0 0,-1 1-1 0 0,0-1 1 0 0,0 1 0 0 0,0-1 0 0 0,-1 1-1 0 0,1 0 1 0 0,-1-1 0 0 0,-1 1 0 0 0,1 0 0 0 0,-1 0-1 0 0,0 0 1 0 0,-1 0 0 0 0,1 0 0 0 0,-1-1-1 0 0,0 1 1 0 0,-1 0 0 0 0,1-1 0 0 0,-3 7 0 0 0,-11 19 72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5:28.3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67 398 5985 0 0,'-8'8'1058'0'0,"0"0"-1"0"0,0 1 0 0 0,1 0 0 0 0,0 1 0 0 0,0-1 1 0 0,1 1-1 0 0,-9 20 0 0 0,15-30-1029 0 0,0 0 0 0 0,0 1-1 0 0,0-1 1 0 0,0 0 0 0 0,0 0 0 0 0,0 1 0 0 0,0-1-1 0 0,0 0 1 0 0,0 0 0 0 0,0 1 0 0 0,0-1 0 0 0,0 0-1 0 0,0 0 1 0 0,0 1 0 0 0,0-1 0 0 0,0 0 0 0 0,0 0 0 0 0,0 1-1 0 0,0-1 1 0 0,0 0 0 0 0,1 0 0 0 0,-1 1 0 0 0,0-1-1 0 0,0 0 1 0 0,0 0 0 0 0,0 0 0 0 0,1 1 0 0 0,-1-1-1 0 0,0 0 1 0 0,0 0 0 0 0,0 0 0 0 0,1 0 0 0 0,-1 1-1 0 0,0-1 1 0 0,0 0 0 0 0,1 0 0 0 0,12 1 658 0 0,20-7 157 0 0,-28 5-615 0 0,286-62 1938 0 0,378-70-230 0 0,-171 49-1238 0 0,-347 52-569 0 0,153-54 0 0 0,12-4-1837 0 0,-313 89 1653 0 0,10-2-1844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5:29.8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23 122 2761 0 0,'-3'-33'6698'0'0,"-11"2"3686"0"0,13 28-10103 0 0,0-1 1 0 0,0 0-1 0 0,0 0 0 0 0,1 0 1 0 0,-1 0-1 0 0,1 0 1 0 0,0 0-1 0 0,0 1 0 0 0,0-1 1 0 0,1 0-1 0 0,-1 0 1 0 0,3-6-1 0 0,-2 9-50 0 0,8 14-263 0 0,2 1 9 0 0,68 175 51 0 0,81 291 0 0 0,-149-443-206 0 0,55 178 493 0 0,-14-75-2984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5:30.3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18 567 5985 0 0,'-2'-3'256'0'0,"0"1"-1"0"0,0-1 0 0 0,1 0 0 0 0,-1 0 1 0 0,1 1-1 0 0,-1-1 0 0 0,1 0 1 0 0,0 0-1 0 0,-1-6 0 0 0,1 4 571 0 0,1 1 0 0 0,-1 0 0 0 0,1-1-1 0 0,0 1 1 0 0,1 0 0 0 0,-1-1 0 0 0,1 1 0 0 0,0 0 0 0 0,0 0-1 0 0,0-1 1 0 0,2-4 0 0 0,-2 9-748 0 0,-1 0 1 0 0,0-1-1 0 0,0 1 0 0 0,1 0 1 0 0,-1 0-1 0 0,0-1 1 0 0,1 1-1 0 0,-1 0 0 0 0,0 0 1 0 0,1 0-1 0 0,-1-1 0 0 0,1 1 1 0 0,-1 0-1 0 0,0 0 1 0 0,1 0-1 0 0,-1 0 0 0 0,0 0 1 0 0,1 0-1 0 0,-1 0 0 0 0,1 0 1 0 0,-1 0-1 0 0,0 0 1 0 0,1 0-1 0 0,-1 0 0 0 0,1 0 1 0 0,-1 0-1 0 0,0 0 0 0 0,1 0 1 0 0,-1 0-1 0 0,1 0 1 0 0,-1 1-1 0 0,0-1 0 0 0,1 0 1 0 0,-1 0-1 0 0,0 1 1 0 0,1-1-1 0 0,-1 0 0 0 0,0 0 1 0 0,1 1-1 0 0,-1-1 0 0 0,0 0 1 0 0,1 1-1 0 0,17 15-82 0 0,-16-14 193 0 0,14 13-140 0 0,190 162 128 0 0,-182-159-178 0 0,2-1 0 0 0,0-1 0 0 0,0-1 1 0 0,1-2-1 0 0,1-1 0 0 0,55 17 0 0 0,-81-28 22 0 0,1-1 1 0 0,0 1-1 0 0,-1 0 0 0 0,1-1 0 0 0,0 1 0 0 0,0-1 0 0 0,0 0 0 0 0,-1 0 0 0 0,1 0 0 0 0,0 0 0 0 0,0-1 0 0 0,-1 1 0 0 0,1-1 0 0 0,0 0 0 0 0,-1 0 0 0 0,1 0 0 0 0,-1 0 0 0 0,1 0 0 0 0,4-3 1 0 0,-5 2 12 0 0,0-1 0 0 0,1 0 1 0 0,-1 1-1 0 0,0-1 0 0 0,-1 0 1 0 0,1-1-1 0 0,0 1 0 0 0,-1 0 1 0 0,0 0-1 0 0,0-1 0 0 0,0 1 1 0 0,0 0-1 0 0,0-1 1 0 0,-1 1-1 0 0,1-5 0 0 0,2-38 442 0 0,-2 1-1 0 0,-8-84 1 0 0,-1-10-77 0 0,8 100-687 0 0,2 1 0 0 0,1-1 0 0 0,2 1 0 0 0,1 0 0 0 0,3 1 0 0 0,21-63 0 0 0,-5 43-7977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5:33.4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933 337 8290 0 0,'-7'-5'259'0'0,"-1"0"1"0"0,1 0 0 0 0,-1 1 0 0 0,-1 0-1 0 0,1 1 1 0 0,0-1 0 0 0,-1 2-1 0 0,0-1 1 0 0,1 1 0 0 0,-1 1 0 0 0,0-1-1 0 0,0 2 1 0 0,0-1 0 0 0,-16 2-1 0 0,2 1 140 0 0,1 0 0 0 0,0 2 0 0 0,0 1-1 0 0,-38 13 1 0 0,22-4-77 0 0,0 1 0 0 0,1 2 0 0 0,1 2 0 0 0,-40 28 0 0 0,54-32-113 0 0,2 2 0 0 0,0 0-1 0 0,1 1 1 0 0,0 1-1 0 0,2 1 1 0 0,0 0 0 0 0,-21 36-1 0 0,-7 20 9 0 0,3 1 0 0 0,-52 139 0 0 0,80-175-233 0 0,1 1 1 0 0,2 1-1 0 0,2 0 1 0 0,2 0 0 0 0,1 1-1 0 0,3 0 1 0 0,3 58-1 0 0,2-78 2 0 0,1 0 1 0 0,1-1-1 0 0,2 1 0 0 0,0-1 0 0 0,1-1 0 0 0,2 1 1 0 0,0-1-1 0 0,1 0 0 0 0,14 20 0 0 0,-6-14-90 0 0,1-1-1 0 0,2-1 1 0 0,0-1-1 0 0,2-1 1 0 0,1-1-1 0 0,26 20 0 0 0,-6-11 16 0 0,1-1 0 0 0,1-3-1 0 0,1-2 1 0 0,1-2 0 0 0,2-2-1 0 0,0-3 1 0 0,98 25 0 0 0,-80-30 116 0 0,0-3 1 0 0,1-3 0 0 0,0-3-1 0 0,107-6 1 0 0,-69-8-143 0 0,-1-4 1 0 0,128-34-1 0 0,-204 39 33 0 0,0-2-1 0 0,0 0 0 0 0,-1-2 0 0 0,0-1 1 0 0,-1-1-1 0 0,-1-2 0 0 0,0-1 0 0 0,-1 0 1 0 0,-1-2-1 0 0,-1-1 0 0 0,0-2 0 0 0,-2 0 0 0 0,0-1 1 0 0,25-36-1 0 0,-3-5 504 0 0,-2-1 0 0 0,-4-2 0 0 0,-3-2 0 0 0,-2-2 0 0 0,-4 0 1 0 0,-2-2-1 0 0,-4-1 0 0 0,21-124 0 0 0,-41 179-374 0 0,0 0 0 0 0,-2-1 0 0 0,0 0 0 0 0,-1 1 0 0 0,-1-1 0 0 0,-1 1 0 0 0,-1-1 1 0 0,-8-31-1 0 0,3 29-17 0 0,0-1 0 0 0,-2 1 1 0 0,0 1-1 0 0,-1 0 0 0 0,-2 0 1 0 0,-25-33-1 0 0,6 15 229 0 0,-2 1-1 0 0,-49-41 0 0 0,-87-60 1247 0 0,95 80-1155 0 0,19 15 126 0 0,-97-59-1 0 0,117 83-958 0 0,-42-16 0 0 0,45 24-2493 0 0,-58-15-1 0 0,41 16-3919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5:34.27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11058 0 0,'8'21'1345'0'0,"56"233"227"0"0,-15-54-256 0 0,69 170-553 0 0,-111-343-4693 0 0,-2-1-1289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5:34.7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1396 1 10138 0 0,'-12'7'332'0'0,"0"1"0"0"0,0 1 1 0 0,1 0-1 0 0,-17 17 0 0 0,-12 11 24 0 0,-41 20 716 0 0,-122 65 0 0 0,35-23 456 0 0,124-71-1174 0 0,-248 162 1634 0 0,203-127-1112 0 0,-95 90 1 0 0,-24 25-1871 0 0,197-165-1677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5:35.2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33 10 6425 0 0,'-24'10'768'0'0,"25"-10"-688"0"0,-1 0 1 0 0,0-1-1 0 0,0 1 0 0 0,0 0 1 0 0,0 0-1 0 0,0-1 0 0 0,1 1 1 0 0,-1 0-1 0 0,0-1 0 0 0,0 1 1 0 0,0 0-1 0 0,0 0 0 0 0,0-1 1 0 0,0 1-1 0 0,0 0 0 0 0,0-1 1 0 0,0 1-1 0 0,0 0 1 0 0,0 0-1 0 0,0-1 0 0 0,0 1 1 0 0,0 0-1 0 0,-1-1 0 0 0,1 1 1 0 0,0 0-1 0 0,0 0 0 0 0,0-1 1 0 0,0 1-1 0 0,0 0 0 0 0,-1 0 1 0 0,1-1-1 0 0,0 1 0 0 0,0 0 1 0 0,0 0-1 0 0,-1 0 0 0 0,1-1 1 0 0,0 1-1 0 0,0 0 0 0 0,-1 0 1 0 0,1 0-1 0 0,0 0 0 0 0,0 0 1 0 0,-1-1-1 0 0,1 1 0 0 0,0 0 1 0 0,0 0-1 0 0,-1 0 0 0 0,1 0 1 0 0,0 0-1 0 0,-1 0 0 0 0,1 0 1 0 0,0 0-1 0 0,-1 0 0 0 0,1 0 1 0 0,0 0-1 0 0,0 0 0 0 0,-1 0 1 0 0,1 0-1 0 0,0 0 0 0 0,0 1 1 0 0,-1-1-1 0 0,1 0 0 0 0,-1 0 1 0 0,2-1 183 0 0,0 1 1 0 0,-1-1-1 0 0,1 0 1 0 0,0 1-1 0 0,-1-1 1 0 0,1 0-1 0 0,0 1 1 0 0,0-1-1 0 0,-1 1 1 0 0,1-1-1 0 0,0 1 1 0 0,0-1-1 0 0,0 1 1 0 0,0 0-1 0 0,0-1 1 0 0,0 1-1 0 0,0 0 1 0 0,0 0-1 0 0,0 0 1 0 0,0 0-1 0 0,1 0 1 0 0,24 2 1675 0 0,-20-1-1855 0 0,62 13 1202 0 0,-1 3 1 0 0,116 44-1 0 0,120 74-915 0 0,-184-78-682 0 0,246 82 0 0 0,-340-132 144 0 0,21 6-406 0 0,0-1-1 0 0,0-3 0 0 0,58 5 1 0 0,-86-14-1574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5:35.6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 7 10138 0 0,'-1'-1'107'0'0,"1"1"0"0"0,0-1 0 0 0,-1 1-1 0 0,1-1 1 0 0,0 1 0 0 0,-1 0 0 0 0,1-1 0 0 0,-1 1-1 0 0,1 0 1 0 0,0-1 0 0 0,-1 1 0 0 0,1 0 0 0 0,-1 0-1 0 0,1-1 1 0 0,-1 1 0 0 0,1 0 0 0 0,-1 0 0 0 0,0 0-1 0 0,1 0 1 0 0,-1 0 0 0 0,1 0 0 0 0,-1 0 0 0 0,1 0-1 0 0,-1 0 1 0 0,1 0 0 0 0,-1 0 0 0 0,1 0 0 0 0,-1 0-1 0 0,0 0 1 0 0,1 0 0 0 0,-1 0 0 0 0,1 1 0 0 0,-1-1-1 0 0,1 0 1 0 0,-1 1 0 0 0,0 0 42 0 0,1 1 0 0 0,-1-1-1 0 0,1 1 1 0 0,0-1 0 0 0,-1 0 0 0 0,1 1 0 0 0,0-1-1 0 0,0 1 1 0 0,0-1 0 0 0,0 1 0 0 0,0-1-1 0 0,1 3 1 0 0,13 47 1024 0 0,8 8-452 0 0,13 34 599 0 0,24 106 0 0 0,32 362-616 0 0,-76-449-662 0 0,-10-76-12 0 0,1 3-802 0 0,-2-1 0 0 0,-1 45 0 0 0,-4-67-6056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5:36.0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995 4 6449 0 0,'-3'-1'315'0'0,"0"0"-1"0"0,1 1 1 0 0,-1-1-1 0 0,0 1 1 0 0,1 0-1 0 0,-1 0 1 0 0,0 0-1 0 0,1 0 1 0 0,-1 1-1 0 0,0-1 1 0 0,1 1-1 0 0,-1-1 1 0 0,0 1-1 0 0,1 0 1 0 0,-4 1-1 0 0,-42 21 1152 0 0,38-18-970 0 0,-57 35 1024 0 0,2 2 0 0 0,-98 82 1 0 0,61-43-754 0 0,-314 220 362 0 0,394-288-1227 0 0,17-10-75 0 0,1-1 1 0 0,-1 1-1 0 0,0 0 0 0 0,1 0 0 0 0,-1 1 1 0 0,1-1-1 0 0,0 1 0 0 0,0 0 0 0 0,0 0 1 0 0,1 0-1 0 0,-6 8 0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5:36.41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6449 0 0,'1'3'181'0'0,"1"0"0"0"0,0 0-1 0 0,-1 0 1 0 0,1-1-1 0 0,0 1 1 0 0,1 0-1 0 0,-1-1 1 0 0,1 1-1 0 0,-1-1 1 0 0,1 0 0 0 0,-1 0-1 0 0,5 2 1 0 0,2 4 397 0 0,14 11 872 0 0,2 0-1 0 0,0-1 1 0 0,49 25-1 0 0,90 32 1817 0 0,-72-35-2119 0 0,-11-3-1432 0 0,2-3 1 0 0,129 35-1 0 0,-167-63 106 0 0,-43-6 18 0 0,0-1 1 0 0,1 1 0 0 0,-1 0-1 0 0,0-1 1 0 0,1 1-1 0 0,-1-1 1 0 0,0 1 0 0 0,0-1-1 0 0,1 0 1 0 0,-1 0-1 0 0,0 0 1 0 0,0-1 0 0 0,0 1-1 0 0,0 0 1 0 0,0-1-1 0 0,3-2 1 0 0,-1-3-775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5:43.76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79 223 6209 0 0,'-2'-1'128'0'0,"-1"0"0"0"0,1 0 0 0 0,0-1-1 0 0,0 1 1 0 0,1 0 0 0 0,-1-1 0 0 0,0 1-1 0 0,0-1 1 0 0,1 0 0 0 0,-1 1 0 0 0,1-1-1 0 0,-1 0 1 0 0,1 0 0 0 0,0 0 0 0 0,-1 0-1 0 0,1 0 1 0 0,0 0 0 0 0,1-1 0 0 0,-1 1 0 0 0,0 0-1 0 0,1 0 1 0 0,-1-1 0 0 0,1-2 0 0 0,0-3 661 0 0,0 1 0 0 0,1-1 0 0 0,0 0 1 0 0,0 0-1 0 0,4-12 0 0 0,-3 14-681 0 0,0-1-1 0 0,0 1 1 0 0,-1-1-1 0 0,0 0 1 0 0,-1 1 0 0 0,1-1-1 0 0,-1 0 1 0 0,-1-8-1 0 0,0 10 346 0 0,0 0-1 0 0,-1 0 1 0 0,1 0-1 0 0,-1 1 1 0 0,0-1-1 0 0,0 0 1 0 0,0 0 0 0 0,-5-5-1 0 0,6 10-374 0 0,0 0 0 0 0,0 0 1 0 0,0 0-1 0 0,1 1 0 0 0,-1-1 0 0 0,0 0 0 0 0,0 0 0 0 0,0 1 1 0 0,1-1-1 0 0,-1 1 0 0 0,0-1 0 0 0,0 1 0 0 0,1-1 0 0 0,-1 1 1 0 0,0-1-1 0 0,1 1 0 0 0,-1-1 0 0 0,0 1 0 0 0,1 0 0 0 0,-1-1 0 0 0,1 1 1 0 0,-1 0-1 0 0,1 0 0 0 0,0 0 0 0 0,-1-1 0 0 0,1 1 0 0 0,0 0 1 0 0,-1 0-1 0 0,1 0 0 0 0,0 1 0 0 0,-1-1-118 0 0,-4 13 82 0 0,1 1 0 0 0,0-1 0 0 0,1 1 0 0 0,0 0-1 0 0,2 0 1 0 0,-1 0 0 0 0,3 30 0 0 0,-1-36-39 0 0,44 589 12 0 0,-11-273 4 0 0,33 272-31 0 0,-22-236-2 0 0,-27 181-193 0 0,-16-249 126 0 0,26 268-291 0 0,41-4-1 0 0,-2-298 337 0 0,-2-16-257 0 0,-16-29-19 0 0,10 53 329 0 0,-46-211 50 0 0,2 0 0 0 0,27 68 0 0 0,2 3 534 0 0,-35-77-583 0 0,-8-42-19 0 0,1 1 1 0 0,0-1-1 0 0,1 0 1 0 0,0 0-1 0 0,0 0 1 0 0,4 8-1 0 0,-2-7 28 0 0,-1-1-1 0 0,0 1 0 0 0,0 1 1 0 0,-1-1-1 0 0,0 0 0 0 0,0 1 0 0 0,0 17 1 0 0,-2 3 181 0 0,-5 35 1 0 0,3-43-128 0 0,0 1 0 0 0,2 0 0 0 0,2 30 1 0 0,-9-78-686 0 0,-2-1 0 0 0,-14-27 1 0 0,17 46 185 0 0,6 13 313 0 0,12 16 102 0 0,-8-18-11 0 0,1 0 0 0 0,-1-1-1 0 0,1 1 1 0 0,-1-1 0 0 0,1 0 0 0 0,0-1-1 0 0,0 1 1 0 0,0-1 0 0 0,1 0 0 0 0,6 2 0 0 0,-9-4 14 0 0,0 1 1 0 0,0-1-1 0 0,-1 0 1 0 0,1-1-1 0 0,0 1 1 0 0,0 0-1 0 0,-1-1 1 0 0,1 0-1 0 0,0 1 1 0 0,-1-1 0 0 0,1 0-1 0 0,-1 0 1 0 0,1-1-1 0 0,-1 1 1 0 0,1 0-1 0 0,-1-1 1 0 0,0 0-1 0 0,0 1 1 0 0,1-1-1 0 0,-1 0 1 0 0,0 0 0 0 0,2-4-1 0 0,2-2 63 0 0,0 0 0 0 0,-1-1 0 0 0,0 1 0 0 0,0-1 1 0 0,-1 0-1 0 0,0 0 0 0 0,-1-1 0 0 0,3-11 0 0 0,-5 17-5 0 0,0 0 0 0 0,-1-1 0 0 0,1 1 0 0 0,-1 0 0 0 0,0-1 0 0 0,0 1 0 0 0,0 0 0 0 0,-1-1 0 0 0,-1-6 0 0 0,1 9-31 0 0,1 0 1 0 0,-1 0-1 0 0,0 0 0 0 0,0 0 1 0 0,0 1-1 0 0,0-1 0 0 0,-1 0 1 0 0,1 1-1 0 0,0-1 0 0 0,-1 0 1 0 0,1 1-1 0 0,-1 0 0 0 0,1-1 1 0 0,-1 1-1 0 0,0 0 0 0 0,0 0 1 0 0,1 0-1 0 0,-1 0 0 0 0,0 0 1 0 0,-3-1-1 0 0,0 1 29 0 0,1 0-1 0 0,0 1 1 0 0,0 0 0 0 0,0 0 0 0 0,0 0-1 0 0,0 0 1 0 0,-1 0 0 0 0,1 1 0 0 0,0 0-1 0 0,0 0 1 0 0,0 0 0 0 0,0 0 0 0 0,0 1-1 0 0,1-1 1 0 0,-1 1 0 0 0,0 0 0 0 0,1 0 0 0 0,-1 1-1 0 0,1-1 1 0 0,0 1 0 0 0,-4 2 0 0 0,-7 8 33 0 0,1 0 0 0 0,0 1 1 0 0,-14 18-1 0 0,22-26-138 0 0,0 0 0 0 0,0 1 0 0 0,0 0 1 0 0,1 0-1 0 0,0 0 0 0 0,0 0 0 0 0,1 0 0 0 0,0 1 0 0 0,0 0 0 0 0,0 0 0 0 0,0 8 0 0 0,4-9-1588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5:45.60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2159 20 2304 0 0,'-21'-19'18969'0'0,"19"52"-18533"0"0,6 38-238 0 0,3 0 1 0 0,17 74 0 0 0,-12-77-38 0 0,9 48-199 0 0,23 164-153 0 0,-40-231 179 0 0,-1-3-27 0 0,2-1 0 0 0,2 0 0 0 0,21 74 0 0 0,-27-115 33 0 0,1 0 1 0 0,0 0 0 0 0,0 0-1 0 0,0 0 1 0 0,0 0 0 0 0,1 0-1 0 0,-1-1 1 0 0,7 7 0 0 0,-11-8 123 0 0,1-1-90 0 0,0 0 1 0 0,1 0-1 0 0,-1 0 0 0 0,0-1 0 0 0,0 1 1 0 0,0 0-1 0 0,0 0 0 0 0,0-1 0 0 0,1 1 1 0 0,-1 0-1 0 0,0-1 0 0 0,0 1 1 0 0,-1-1-1 0 0,1 1 0 0 0,0-1 0 0 0,0 0 1 0 0,0 1-1 0 0,0-1 0 0 0,0 0 1 0 0,-2 0-1 0 0,-9-4 0 0 0,0 1 0 0 0,-1 1 0 0 0,1 0 0 0 0,-1 0-1 0 0,0 1 1 0 0,1 1 0 0 0,-1 0 0 0 0,0 0 0 0 0,0 2 0 0 0,1-1 0 0 0,-1 2 0 0 0,1 0 0 0 0,0 0 0 0 0,-18 8 0 0 0,-24 5-29 0 0,-1-2 1 0 0,-1-3-1 0 0,0-2 0 0 0,-90 3 1 0 0,102-7 10 0 0,1 2 0 0 0,0 2 0 0 0,-53 17 0 0 0,-63 14 33 0 0,78-27-178 0 0,-1-4 0 0 0,1-4 1 0 0,-128-7-1 0 0,164 0 84 0 0,-61 7-1 0 0,75-1 79 0 0,-1-3-1 0 0,1 0 0 0 0,0-2 0 0 0,-57-9 0 0 0,86 10-20 0 0,-1-1 0 0 0,1 1-1 0 0,-1 0 1 0 0,1 0 0 0 0,-1 0 0 0 0,0 0 0 0 0,1 1 0 0 0,-6 0 0 0 0,-16 2 889 0 0,24-3-822 0 0,-3-1 654 0 0,-1 1-673 0 0,-12-4-24 0 0,0-1 0 0 0,0 0 0 0 0,0-1 0 0 0,1 0 0 0 0,-17-11 1 0 0,-25-9-142 0 0,52 23 79 0 0,0 1 0 0 0,1-1-1 0 0,-1 0 1 0 0,1 0 0 0 0,0 0-1 0 0,0-1 1 0 0,1 1 0 0 0,-1-1-1 0 0,1 0 1 0 0,-1 0 0 0 0,1-1 0 0 0,-4-6-1 0 0,4 6 20 0 0,0 0 0 0 0,0 1 0 0 0,0-1 0 0 0,-1 1 0 0 0,0 0 0 0 0,0 0 0 0 0,0 0-1 0 0,0 1 1 0 0,0-1 0 0 0,-7-3 0 0 0,-5-3-29 0 0,15 9 32 0 0,0 0 0 0 0,0 0 0 0 0,-1 0 0 0 0,1 0 0 0 0,0 1 1 0 0,-1-1-1 0 0,1 0 0 0 0,-1 1 0 0 0,1-1 0 0 0,-1 1 0 0 0,1-1 1 0 0,-1 1-1 0 0,0-1 0 0 0,1 1 0 0 0,-1 0 0 0 0,1 0 0 0 0,-1 0 1 0 0,-2 0-1 0 0,-13-2-159 0 0,16 2 155 0 0,0 0 1 0 0,0-1-1 0 0,-1 1 0 0 0,1 0 1 0 0,0 0-1 0 0,-1 0 1 0 0,1 0-1 0 0,-1 0 0 0 0,1 0 1 0 0,0 0-1 0 0,-1 0 0 0 0,1 0 1 0 0,0 1-1 0 0,0-1 1 0 0,-2 1-1 0 0,-12 4-67 0 0,12-4 56 0 0,-1 0-1 0 0,1 0 1 0 0,0 1 0 0 0,0-1-1 0 0,-1 1 1 0 0,1 0-1 0 0,1 0 1 0 0,-1 0 0 0 0,0 0-1 0 0,-2 2 1 0 0,-4-3 185 0 0,-27 3 32 0 0,24-1-96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5:53.05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18 426 920 0 0,'-1'0'333'0'0,"0"0"-1"0"0,0-1 1 0 0,0 1-1 0 0,1 0 1 0 0,-1-1-1 0 0,0 1 1 0 0,-5-5 2327 0 0,5 4-2328 0 0,0 0 1 0 0,1 0-1 0 0,-1 0 1 0 0,1 1-1 0 0,-1-1 1 0 0,1 0-1 0 0,0 0 1 0 0,-1 0 0 0 0,1 0-1 0 0,0 0 1 0 0,0 0-1 0 0,-1 0 1 0 0,1 0-1 0 0,0 0 1 0 0,0 0-1 0 0,0 0 1 0 0,0 0-1 0 0,0 0 1 0 0,0 0-1 0 0,1 0 1 0 0,-1 0-1 0 0,0 0 1 0 0,1-1-1 0 0,-1 1-304 0 0,0 0-1 0 0,1 1 1 0 0,-1-1-1 0 0,0 0 1 0 0,1 1 0 0 0,-1-1-1 0 0,0 0 1 0 0,1 1-1 0 0,-1-1 1 0 0,1 0-1 0 0,-1 1 1 0 0,1-1 0 0 0,-1 1-1 0 0,1-1 1 0 0,0 1-1 0 0,-1-1 1 0 0,1 1-1 0 0,0 0 1 0 0,-1-1 0 0 0,2 1-1 0 0,14-7 169 0 0,-1 0 0 0 0,0-1 0 0 0,17-11-1 0 0,16-8 118 0 0,-42 23-181 0 0,0-1 1 0 0,0 1-1 0 0,0-1 0 0 0,-1 0 0 0 0,0 0 0 0 0,8-10 0 0 0,19-16 400 0 0,-7 9-100 0 0,0-1 0 0 0,32-40 0 0 0,-49 55-391 0 0,-1-1 56 0 0,2 0 0 0 0,-1 0-1 0 0,1 1 1 0 0,0 0 0 0 0,1 0 0 0 0,0 1-1 0 0,0 0 1 0 0,1 1 0 0 0,-1 1 0 0 0,1-1-1 0 0,1 2 1 0 0,17-6 0 0 0,8 1-193 0 0,0 2 1 0 0,0 1-1 0 0,1 2 1 0 0,45 1-1 0 0,-78 4 120 0 0,0 0-1 0 0,1-1 0 0 0,-1 1 1 0 0,0 1-1 0 0,0-1 1 0 0,0 1-1 0 0,0 0 0 0 0,-1 0 1 0 0,1 0-1 0 0,-1 1 0 0 0,1 0 1 0 0,-1 0-1 0 0,0 0 0 0 0,0 0 1 0 0,0 1-1 0 0,5 5 0 0 0,5 7 105 0 0,-1 0-1 0 0,18 30 0 0 0,-30-45-127 0 0,9 18 0 0 0,0 0 0 0 0,-1 1 0 0 0,13 42 0 0 0,-17-47 0 0 0,-3-9-21 0 0,0 0-1 0 0,0 0 1 0 0,-1 0-1 0 0,0-1 1 0 0,0 1-1 0 0,0 1 1 0 0,-1-1-1 0 0,0 0 1 0 0,0 0-1 0 0,0 0 1 0 0,-1 0-1 0 0,0 0 1 0 0,0 0-1 0 0,-4 9 1 0 0,-4 20 211 0 0,7-26-132 0 0,0-1 0 0 0,-1 1 0 0 0,0-1 0 0 0,0 0 0 0 0,-6 12 0 0 0,-22 34 89 0 0,20-32-31 0 0,-1-1-1 0 0,-1 0 1 0 0,-1-1-1 0 0,0-1 1 0 0,-31 32-1 0 0,34-41-51 0 0,-1-1 1 0 0,0 0-1 0 0,-1-1 0 0 0,1 0 0 0 0,-2-1 0 0 0,1 0 0 0 0,-1-1 0 0 0,0-1 0 0 0,0 0 0 0 0,0-1 0 0 0,-17 3 0 0 0,2-1 202 0 0,0 2 0 0 0,1 1 0 0 0,-41 18 0 0 0,70-31-586 0 0,0 0 0 0 0,1 0 0 0 0,0 0 0 0 0,0 0 0 0 0,0 1-1 0 0,5-7 1 0 0,-4 6-967 0 0,7-13 358 0 0,4-3-1724 0 0,-2-1-1 0 0,13-29 1 0 0,-14 9 2763 0 0,-16 6 2021 0 0,1 14 5640 0 0,-7 39-7739 0 0,1 0-1 0 0,1 1 0 0 0,0 1 1 0 0,1-1-1 0 0,-9 39 0 0 0,17-55-22 0 0,0 0-1 0 0,0 0 0 0 0,0 0 0 0 0,0 0 1 0 0,0 0-1 0 0,1 0 0 0 0,0 0 1 0 0,-1 0-1 0 0,1 0 0 0 0,0 0 0 0 0,0 0 1 0 0,1-1-1 0 0,-1 1 0 0 0,1 0 1 0 0,-1-1-1 0 0,1 1 0 0 0,0-1 0 0 0,0 1 1 0 0,0-1-1 0 0,0 0 0 0 0,0 0 0 0 0,0 0 1 0 0,1 0-1 0 0,-1 0 0 0 0,6 2 1 0 0,5 4 77 0 0,1-1 0 0 0,1 0 1 0 0,25 8-1 0 0,-27-10-22 0 0,-9-4-362 0 0,1 1 1 0 0,-1-1 0 0 0,0 0 0 0 0,0-1-1 0 0,1 1 1 0 0,-1-1 0 0 0,1 0 0 0 0,-1 0 0 0 0,0 0-1 0 0,1 0 1 0 0,-1-1 0 0 0,0 0 0 0 0,1 1-1 0 0,6-4 1 0 0,2 1-766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5:58.43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23 312 7370 0 0,'-3'-31'1254'0'0,"2"1"0"0"0,2-33 0 0 0,0 30 547 0 0,-4-48 1 0 0,1 69-740 0 0,0 0 1 0 0,0 0-1 0 0,-2-1 1 0 0,-4-11-1 0 0,18 44 2653 0 0,25 58-3553 0 0,-20-27-72 0 0,-3 1 0 0 0,-2 0 0 0 0,4 66 0 0 0,-6 160 119 0 0,5 50-892 0 0,-12-304 52 0 0,-2-14-2165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5:59.21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175 23 6913 0 0,'-1'-1'264'0'0,"1"0"-1"0"0,0 0 0 0 0,0 0 1 0 0,-1 0-1 0 0,1 0 0 0 0,0 0 1 0 0,-1 0-1 0 0,1 0 0 0 0,-1 0 0 0 0,1 0 1 0 0,-1 0-1 0 0,1 0 0 0 0,-1 0 1 0 0,0 0-1 0 0,0 1 0 0 0,1-1 1 0 0,-1 0-1 0 0,0 0 0 0 0,0 1 0 0 0,0-1 1 0 0,0 1-1 0 0,0-1 0 0 0,0 1 1 0 0,0-1-1 0 0,0 1 0 0 0,0-1 1 0 0,0 1-1 0 0,-2 0 0 0 0,1 0-19 0 0,-1 0 0 0 0,1 0 0 0 0,-1 1 0 0 0,1-1-1 0 0,-1 1 1 0 0,1 0 0 0 0,0 0 0 0 0,-1-1 0 0 0,1 2 0 0 0,0-1-1 0 0,-1 0 1 0 0,-1 2 0 0 0,-4 3 46 0 0,0-1 0 0 0,1 2 0 0 0,0-1 0 0 0,0 1 0 0 0,1 0 0 0 0,-7 9 1 0 0,4 0-22 0 0,1 0 1 0 0,0 0 0 0 0,2 1 0 0 0,0 0 0 0 0,0 0 0 0 0,2 0-1 0 0,-5 31 1 0 0,5-4-137 0 0,1 0 0 0 0,3 44-1 0 0,0-59-121 0 0,3 0 0 0 0,0 0 0 0 0,2 0-1 0 0,1 0 1 0 0,1-1 0 0 0,14 36 0 0 0,-18-55-30 0 0,1 0 0 0 0,1 0 0 0 0,0 0 0 0 0,0 0 0 0 0,0-1-1 0 0,1 1 1 0 0,0-2 0 0 0,1 1 0 0 0,0-1 0 0 0,0 0 0 0 0,1 0 0 0 0,-1-1 0 0 0,1 0 0 0 0,1 0 0 0 0,-1-1 0 0 0,1 0-1 0 0,0 0 1 0 0,0-1 0 0 0,1 0 0 0 0,-1-1 0 0 0,19 4 0 0 0,-25-6 17 0 0,1-1-1 0 0,0 1 1 0 0,0-1-1 0 0,0 0 1 0 0,0 0 0 0 0,0 0-1 0 0,0 0 1 0 0,0-1-1 0 0,0 0 1 0 0,0 1-1 0 0,0-2 1 0 0,-1 1 0 0 0,1 0-1 0 0,0-1 1 0 0,-1 1-1 0 0,1-1 1 0 0,-1 0 0 0 0,1 0-1 0 0,2-3 1 0 0,-3 2-18 0 0,-1 1 0 0 0,0-1 0 0 0,-1 1 0 0 0,1-1 1 0 0,0 1-1 0 0,-1-1 0 0 0,1 0 0 0 0,-1 0 0 0 0,0 0 0 0 0,0 0 1 0 0,0 0-1 0 0,-1 0 0 0 0,1 0 0 0 0,0 0 0 0 0,-1 0 0 0 0,0 0 1 0 0,0 0-1 0 0,0 0 0 0 0,0-1 0 0 0,-1 1 0 0 0,1 0 0 0 0,-1 0 1 0 0,1 0-1 0 0,-2-3 0 0 0,-4-8-294 0 0,0 1 1 0 0,0 0-1 0 0,-1 0 0 0 0,-17-23 1 0 0,16 25 202 0 0,0 0 1 0 0,1 0-1 0 0,0-1 1 0 0,1 0 0 0 0,1-1-1 0 0,-6-15 1 0 0,10 24 156 0 0,1 0-1 0 0,-1-1 1 0 0,1 1 0 0 0,0 0-1 0 0,0 0 1 0 0,0 0 0 0 0,1-1-1 0 0,-1 1 1 0 0,1 0 0 0 0,0 0-1 0 0,0 0 1 0 0,1 0 0 0 0,-1 0 0 0 0,1 0-1 0 0,0 1 1 0 0,0-1 0 0 0,0 0-1 0 0,0 1 1 0 0,1-1 0 0 0,0 1-1 0 0,-1 0 1 0 0,1 0 0 0 0,0 0-1 0 0,6-4 1 0 0,4-3 137 0 0,0 1 0 0 0,0 1 0 0 0,1 0 0 0 0,-1 0 0 0 0,2 2 0 0 0,19-8 0 0 0,3 3 251 0 0,54-11 1 0 0,-85 20-406 0 0,0 1 1 0 0,-1 1 0 0 0,1-1-1 0 0,0 1 1 0 0,0 0 0 0 0,-1 0-1 0 0,8 1 1 0 0,-11 0-23 0 0,0-1 0 0 0,-1 1 0 0 0,1 0 0 0 0,0-1 0 0 0,-1 1 0 0 0,1 0 0 0 0,-1 0 0 0 0,1 0 1 0 0,-1 0-1 0 0,1 0 0 0 0,-1 0 0 0 0,1 1 0 0 0,-1-1 0 0 0,0 0 0 0 0,0 1 0 0 0,0-1 0 0 0,0 1 0 0 0,0-1 0 0 0,0 1 0 0 0,0-1 0 0 0,0 1 0 0 0,-1 0 1 0 0,1-1-1 0 0,-1 1 0 0 0,1 0 0 0 0,0 3 0 0 0,25 178 68 0 0,-20-117-28 0 0,4 0 0 0 0,3-1 1 0 0,23 73-1 0 0,-23-108-1793 0 0,-12-27 1115 0 0,1-1 0 0 0,-1 1-1 0 0,1 0 1 0 0,0-1 0 0 0,0 1-1 0 0,0-1 1 0 0,5 4 0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5:59.94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0 696 8754 0 0,'20'3'2820'0'0,"-1"-1"0"0"0,0-1 0 0 0,31-3 0 0 0,-35 1-2585 0 0,1-2 0 0 0,-1 0 1 0 0,0-1-1 0 0,0-1 1 0 0,-1 0-1 0 0,1-1 0 0 0,24-13 1 0 0,-39 18-236 0 0,0 1 0 0 0,0-1 1 0 0,0 0-1 0 0,1 1 1 0 0,-1-1-1 0 0,0 1 0 0 0,0-1 1 0 0,0 0-1 0 0,0 1 0 0 0,0-1 1 0 0,0 1-1 0 0,-1-1 1 0 0,1 0-1 0 0,0 1 0 0 0,0-1 1 0 0,0 1-1 0 0,0-1 0 0 0,-1 1 1 0 0,1-1-1 0 0,0 0 1 0 0,-1 1-1 0 0,1-1 0 0 0,0 1 1 0 0,-1 0-1 0 0,1-1 0 0 0,-1 1 1 0 0,0-1-1 0 0,-14-17-35 0 0,14 17 17 0 0,-8-9-117 0 0,1 1 0 0 0,0-1 0 0 0,1 0 0 0 0,0-1 0 0 0,1 0 0 0 0,0 0 0 0 0,0 0 0 0 0,1-1 0 0 0,1 0 0 0 0,0 0-1 0 0,0 0 1 0 0,2 0 0 0 0,-1-1 0 0 0,1 1 0 0 0,1-1 0 0 0,1 1 0 0 0,-1-1 0 0 0,4-23 0 0 0,0 8 214 0 0,1 1 0 0 0,1 0 0 0 0,2 0 0 0 0,0 0-1 0 0,2 1 1 0 0,14-30 0 0 0,-18 46 72 0 0,1-1-1 0 0,0 1 1 0 0,1 0-1 0 0,-1 0 1 0 0,2 1-1 0 0,0 0 1 0 0,0 0 0 0 0,0 0-1 0 0,1 1 1 0 0,1 1-1 0 0,-1 0 1 0 0,1 0-1 0 0,0 1 1 0 0,1 0-1 0 0,-1 0 1 0 0,19-6-1 0 0,-19 9-124 0 0,-1 1-1 0 0,0-1 0 0 0,1 1 0 0 0,0 1 1 0 0,-1 0-1 0 0,11 0 0 0 0,-17 1-32 0 0,-1 0 0 0 0,0 1-1 0 0,1-1 1 0 0,-1 0 0 0 0,0 1 0 0 0,0-1 0 0 0,1 1-1 0 0,-1 0 1 0 0,0-1 0 0 0,0 1 0 0 0,0 0 0 0 0,0 1-1 0 0,0-1 1 0 0,0 0 0 0 0,0 0 0 0 0,0 1 0 0 0,0-1-1 0 0,-1 1 1 0 0,1 0 0 0 0,-1-1 0 0 0,1 1 0 0 0,-1 0-1 0 0,1 0 1 0 0,-1 0 0 0 0,0 0 0 0 0,0 0 0 0 0,0 0-1 0 0,0 0 1 0 0,-1 1 0 0 0,2 3 0 0 0,3 24-332 0 0,-2 1 0 0 0,-1-1-1 0 0,-3 37 1 0 0,0-28-215 0 0,7 56-1 0 0,-5-83 486 0 0,1-1-1 0 0,1 1 1 0 0,0-1-1 0 0,0 1 1 0 0,2-1-1 0 0,-1 0 1 0 0,1-1-1 0 0,1 1 1 0 0,6 10-1 0 0,-8-16 158 0 0,0 0 0 0 0,0 0 0 0 0,0 0 0 0 0,1 0 0 0 0,-1-1 0 0 0,1 0 0 0 0,0 0 0 0 0,0 0 0 0 0,0-1 0 0 0,1 1 0 0 0,-1-1 0 0 0,1 0 0 0 0,0-1 0 0 0,0 0 0 0 0,0 0 0 0 0,0 0 0 0 0,0 0 0 0 0,1-1 0 0 0,-1 0 0 0 0,0-1 0 0 0,1 1 0 0 0,-1-1 0 0 0,0 0 0 0 0,1-1 0 0 0,-1 0 0 0 0,0 0 0 0 0,1 0 0 0 0,7-3 0 0 0,5-3 145 0 0,1 0 0 0 0,-1-2 0 0 0,-1 0 0 0 0,1-1 1 0 0,-2-1-1 0 0,0 0 0 0 0,23-20 0 0 0,43-37-2035 0 0,-56 45-6022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6:17.713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</inkml:brush>
  </inkml:definitions>
  <inkml:trace contextRef="#ctx0" brushRef="#br0">1 0 5985 0 0,'31'50'2865'0'0,"-6"-11"-2089"0"0,-7-11-35 0 0,16 33-1 0 0,-29-49-676 0 0,0 0-1 0 0,-1 0 1 0 0,-1 0-1 0 0,1 0 1 0 0,-2 0-1 0 0,2 19 1 0 0,-4 12 153 0 0,-1-1-1 0 0,-3 1 1 0 0,-1 0 0 0 0,-18 65 0 0 0,-6 44 430 0 0,-4 286-566 0 0,27-323-82 0 0,2 162 1 0 0,0-16 0 0 0,-5-61 148 0 0,20 247 0 0 0,-5-156 35 0 0,-6-91-94 0 0,13-62 593 0 0,1 1 34 0 0,-13-93-660 0 0,15 90-1 0 0,-12-118 20 0 0,1 0-1 0 0,0-1 1 0 0,1 0-1 0 0,1 0 0 0 0,0 0 1 0 0,2-1-1 0 0,20 30 0 0 0,38 50 209 0 0,50 63 275 0 0,-91-131-457 0 0,1-2 0 0 0,46 35 0 0 0,7 6 44 0 0,-64-52-151 0 0,0-1 1 0 0,1-1-1 0 0,36 21 1 0 0,-45-30 51 0 0,0 0 0 0 0,0 0-1 0 0,1-1 1 0 0,0 0 0 0 0,-1-1 0 0 0,1 1 0 0 0,0-2 0 0 0,0 1-1 0 0,0-1 1 0 0,0-1 0 0 0,16-1 0 0 0,61-11 456 0 0,25-2-364 0 0,-80 9-104 0 0,-1 0 0 0 0,0-2 0 0 0,0-2 0 0 0,0 0 0 0 0,28-15 0 0 0,77-22 222 0 0,6 13-242 0 0,105-29-69 0 0,30-45-24 0 0,-168 62 83 0 0,51-9-466 0 0,-123 43 500 0 0,-25 8-45 0 0,1 0-1 0 0,0 1 1 0 0,-1 0 0 0 0,1 1-1 0 0,0 0 1 0 0,0 1 0 0 0,0 0-1 0 0,0 1 1 0 0,0 0 0 0 0,0 1-1 0 0,-1 0 1 0 0,1 1 0 0 0,-1 0-1 0 0,1 1 1 0 0,-1 0 0 0 0,0 1-1 0 0,-1 0 1 0 0,1 1 0 0 0,-1 0-1 0 0,0 1 1 0 0,0 0 0 0 0,-1 0-1 0 0,11 12 1 0 0,-9-9 20 0 0,1-1 1 0 0,-1 0 0 0 0,14 7-1 0 0,-17-12 5 0 0,-1 0 1 0 0,0 1-1 0 0,0 0 0 0 0,0 0 0 0 0,0 1 0 0 0,-1 0 0 0 0,0 0 0 0 0,0 0 1 0 0,-1 1-1 0 0,0 0 0 0 0,8 14 0 0 0,7 24 61 0 0,21 43 182 0 0,-24-53 0 0 0,-1 0-1 0 0,17 61 1 0 0,-3-5-71 0 0,-26-81-188 0 0,-1 0 0 0 0,0 0-1 0 0,-1 0 1 0 0,-1 0 0 0 0,1 0 0 0 0,-1 0-1 0 0,-1 1 1 0 0,0-1 0 0 0,-2 11 0 0 0,-2 7 14 0 0,-16 52-1 0 0,11-48-7 0 0,-6 37-1 0 0,-15 92-7 0 0,23-135 0 0 0,-2 1 0 0 0,-1-2 0 0 0,-24 48 0 0 0,27-61 34 0 0,-1 1-1 0 0,0-1 0 0 0,-1 0 1 0 0,-1-1-1 0 0,-13 14 0 0 0,17-19-10 0 0,-1-1-1 0 0,0 0 1 0 0,0 0-1 0 0,0 0 1 0 0,-1-1 0 0 0,0 0-1 0 0,0-1 1 0 0,0 1-1 0 0,0-2 1 0 0,-12 4-1 0 0,-14 4 147 0 0,1 1 0 0 0,0 1-1 0 0,-53 29 1 0 0,5-2-316 0 0,23-9 123 0 0,2 2 0 0 0,-74 55 0 0 0,128-86 24 0 0,-26 22-305 0 0,1 1 0 0 0,1 2-1 0 0,-25 32 1 0 0,48-56 305 0 0,-4 6 38 0 0,-2 2-36 0 0,0 0-1 0 0,1 0 1 0 0,0 0 0 0 0,0 1-1 0 0,1 0 1 0 0,0 1 0 0 0,1-1 0 0 0,-6 19-1 0 0,10-20-7 0 0,1 0 0 0 0,1 0-1 0 0,-1 0 1 0 0,2 0 0 0 0,-1 1-1 0 0,1-1 1 0 0,4 16 0 0 0,24 72-20 0 0,-19-69 76 0 0,3 9-36 0 0,-1 1 0 0 0,-2 1 0 0 0,-1 0 0 0 0,-3 0 1 0 0,3 57-1 0 0,-7-10 80 0 0,0-39 28 0 0,-2 0 1 0 0,-12 90-1 0 0,11-129-122 0 0,0 0 0 0 0,-1 0 0 0 0,0-1 0 0 0,-1 1 0 0 0,1-1 0 0 0,-2 1 0 0 0,1-1 0 0 0,-1 0 0 0 0,0 0 0 0 0,-1 0 0 0 0,0-1 0 0 0,0 0 0 0 0,0 0 0 0 0,-1 0 0 0 0,0 0 0 0 0,-10 7 0 0 0,-3 0-12 0 0,0-1 0 0 0,-1 0 0 0 0,-1-1 0 0 0,-37 15 0 0 0,-94 24-61 0 0,126-43 70 0 0,-9 1 238 0 0,-1-2 0 0 0,1-2 0 0 0,-55 2 0 0 0,49-5 41 0 0,1 1 0 0 0,-55 14-1 0 0,-3 10-81 0 0,58-14-145 0 0,-1-2 0 0 0,0-1 0 0 0,-1-2 0 0 0,-71 3 0 0 0,-214 1 861 0 0,285-12-930 0 0,-62-7-1 0 0,61 3-212 0 0,-55 2 0 0 0,81 4-127 0 0,0 0 0 0 0,0 1 0 0 0,-22 7 0 0 0,28-7-889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6:35.38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19 273 14283 0 0,'-2'-35'2628'0'0,"2"23"-1779"0"0,-1 1 0 0 0,0 0 0 0 0,0 0 0 0 0,-1 1-1 0 0,-1-1 1 0 0,-5-17 211 0 0,15 48-555 0 0,85 198-492 0 0,60 128 14 0 0,-118-279-14 0 0,3-2 0 0 0,3-2 0 0 0,49 62 0 0 0,-66-97-3 0 0,48 45-1 0 0,-63-66-2 0 0,-1 0 1 0 0,2-1-1 0 0,-1 0 0 0 0,1 0 1 0 0,0 0-1 0 0,0-1 0 0 0,0-1 1 0 0,1 0-1 0 0,0 0 0 0 0,0-1 0 0 0,11 3 1 0 0,-19-6 19 0 0,0 0 0 0 0,0 0 0 0 0,0 0 0 0 0,1 0 0 0 0,-1-1 0 0 0,0 1 0 0 0,0 0 0 0 0,0-1 0 0 0,0 0 0 0 0,0 1 0 0 0,0-1 0 0 0,0 0 1 0 0,0 0-1 0 0,0 0 0 0 0,0 0 0 0 0,0-1 0 0 0,0 1 0 0 0,0 0 0 0 0,-1-1 0 0 0,1 1 0 0 0,-1-1 0 0 0,1 0 0 0 0,-1 1 0 0 0,0-1 0 0 0,1 0 0 0 0,-1 0 0 0 0,1-3 0 0 0,3-6 111 0 0,0 1-1 0 0,-1-2 0 0 0,-1 1 0 0 0,3-12 0 0 0,-1 6-7 0 0,96-510 1382 0 0,-74 349-2429 0 0,53-190 0 0 0,-71 346 117 0 0,-3 19-408 0 0,1 13-1043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6:35.68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1 148 12443 0 0,'0'-1'122'0'0,"0"0"1"0"0,0 0-1 0 0,0 0 1 0 0,0 0-1 0 0,0 0 0 0 0,0 0 1 0 0,0 0-1 0 0,0 0 1 0 0,1 0-1 0 0,-1 1 1 0 0,0-1-1 0 0,1 0 1 0 0,-1 0-1 0 0,1 0 1 0 0,-1 0-1 0 0,1 0 1 0 0,-1 1-1 0 0,1-1 1 0 0,-1 0-1 0 0,1 1 0 0 0,0-1 1 0 0,-1 0-1 0 0,1 1 1 0 0,0-1-1 0 0,0 1 1 0 0,0-1-1 0 0,1 0 1 0 0,30-24 2186 0 0,-27 22-2078 0 0,14-11 660 0 0,5-4 415 0 0,37-21 0 0 0,-54 35-1530 0 0,0 0 0 0 0,0 1 0 0 0,1 0 1 0 0,-1 0-1 0 0,1 1 0 0 0,0 0 0 0 0,0 0 1 0 0,-1 1-1 0 0,1 0 0 0 0,11 0 0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6:35.8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0 145 10138 0 0,'22'-2'3658'0'0,"2"-5"-2658"0"0,-1-1-1 0 0,0-1 0 0 0,0-1 0 0 0,-1-2 1 0 0,31-20-1 0 0,-20 12-3421 0 0,38-17-1 0 0,-55 30 759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6:36.19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 5 13827 0 0,'-3'-3'1748'0'0,"3"3"-1631"0"0,0-1-1 0 0,0 1 1 0 0,-1 0 0 0 0,1 0-1 0 0,0 0 1 0 0,-1 0-1 0 0,1 0 1 0 0,0 0-1 0 0,-1 0 1 0 0,1 0-1 0 0,0 0 1 0 0,0 0 0 0 0,-1 0-1 0 0,1 0 1 0 0,0 0-1 0 0,-1 0 1 0 0,1 0-1 0 0,0 0 1 0 0,-3 1 932 0 0,3 0-933 0 0,2 13 3323 0 0,-1-10-4266 0 0,79 373 2483 0 0,-55-234-1901 0 0,54 172 0 0 0,-65-266-653 0 0,15 79 1 0 0,-22-79-2507 0 0,0 82 1 0 0,-8-112 3347 0 0,-3-5 56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6:36.42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0 177 920 0 0,'1'-5'358'0'0,"-1"1"-1"0"0,0 0 1 0 0,1-1-1 0 0,0 1 1 0 0,0 0-1 0 0,1-1 1 0 0,-1 1-1 0 0,1 0 0 0 0,0 0 1 0 0,0 0-1 0 0,0 0 1 0 0,0 0-1 0 0,1 1 1 0 0,0-1-1 0 0,-1 1 1 0 0,1-1-1 0 0,1 1 1 0 0,-1 0-1 0 0,7-4 1 0 0,2-3 703 0 0,0 1 0 0 0,1 0 0 0 0,0 1 0 0 0,24-11 0 0 0,-15 11-923 0 0,1 0 0 0 0,0 2 0 0 0,0 0 0 0 0,0 2 0 0 0,0 0-1 0 0,1 2 1 0 0,-1 1 0 0 0,1 0 0 0 0,0 2 0 0 0,23 3 0 0 0,-30-2-89 0 0,-1 1-1 0 0,0 0 1 0 0,0 1-1 0 0,0 1 0 0 0,0 1 1 0 0,-1 0-1 0 0,0 1 1 0 0,0 0-1 0 0,-1 1 1 0 0,0 1-1 0 0,0 0 1 0 0,-1 1-1 0 0,0 1 0 0 0,-1 0 1 0 0,12 14-1 0 0,-3 3-48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6:36.64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0 182 8290 0 0,'28'-11'2050'0'0,"19"-9"671"0"0,161-64 5750 0 0,-160 69-9476 0 0,49-11 1 0 0,-48 13 742 0 0,-28 1 189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6:36.98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 7 14283 0 0,'-17'-6'4797'0'0,"15"31"-879"0"0,2-13-4693 0 0,3 88 1078 0 0,18 113 0 0 0,32 98-8 0 0,-33-224-550 0 0,60 167 0 0 0,-24-111-3787 0 0,-53-135 3651 0 0,8 32-3657 0 0,-10-39 3897 0 0,-1 1 0 0 0,0 0 1 0 0,0 0-1 0 0,0-1 0 0 0,0 1 0 0 0,0 0 1 0 0,0-1-1 0 0,0 1 0 0 0,-1 0 1 0 0,1-1-1 0 0,-1 1 0 0 0,1 0 0 0 0,-1-1 1 0 0,0 1-1 0 0,1-1 0 0 0,-1 1 1 0 0,0-1-1 0 0,0 1 0 0 0,0-1 0 0 0,0 0 1 0 0,-2 2-1 0 0,3-3 150 0 0,-1 1 0 0 0,1-1 0 0 0,0 0 0 0 0,-1 0 0 0 0,1 1 0 0 0,-1-1 1 0 0,1 0-1 0 0,-1 0 0 0 0,0 0 0 0 0,1 0 0 0 0,-1 0 0 0 0,1 0 0 0 0,-1 0 0 0 0,1 0 0 0 0,-1 0 0 0 0,1 0 0 0 0,-1 0 0 0 0,1 0 1 0 0,-1 0-1 0 0,1 0 0 0 0,-1 0 0 0 0,1-1 0 0 0,-1 1 0 0 0,1 0 0 0 0,-1 0 0 0 0,1-1 0 0 0,-1 1 0 0 0,1 0 0 0 0,-1-1 0 0 0,1 1 1 0 0,-1-1-1 0 0,-12-9-73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6:37.4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38 627 4145 0 0,'-1'-1'34'0'0,"-4"-9"198"0"0,0 1 1 0 0,0-1-1 0 0,1 0 0 0 0,0 0 1 0 0,1-1-1 0 0,0 1 0 0 0,1-1 1 0 0,0 1-1 0 0,0-1 0 0 0,1-11 1 0 0,2-3 377 0 0,1 1 1 0 0,1-1 0 0 0,1 1-1 0 0,1 0 1 0 0,2 0 0 0 0,0 1 0 0 0,1 0-1 0 0,1 0 1 0 0,2 1 0 0 0,0 0-1 0 0,1 1 1 0 0,1 0 0 0 0,1 1-1 0 0,1 0 1 0 0,1 1 0 0 0,0 1-1 0 0,2 1 1 0 0,0 0 0 0 0,0 1-1 0 0,2 1 1 0 0,0 1 0 0 0,31-17-1 0 0,-47 29-560 0 0,0 0-1 0 0,-1 0 0 0 0,1 1 1 0 0,0-1-1 0 0,0 1 0 0 0,0 0 1 0 0,0 0-1 0 0,0 1 0 0 0,0-1 1 0 0,0 1-1 0 0,0 0 1 0 0,0 0-1 0 0,0 0 0 0 0,0 0 1 0 0,0 1-1 0 0,0 0 0 0 0,0 0 1 0 0,0 0-1 0 0,0 0 0 0 0,0 0 1 0 0,4 3-1 0 0,-4-1-52 0 0,-1-1 0 0 0,1 1-1 0 0,-1 0 1 0 0,0 0 0 0 0,0 1 0 0 0,0-1 0 0 0,0 0-1 0 0,-1 1 1 0 0,1 0 0 0 0,-1 0 0 0 0,0-1 0 0 0,0 1-1 0 0,0 0 1 0 0,-1 1 0 0 0,0-1 0 0 0,1 0 0 0 0,-1 0-1 0 0,-1 1 1 0 0,1 6 0 0 0,1 6-54 0 0,-2-1 1 0 0,0 1-1 0 0,0 0 0 0 0,-2-1 1 0 0,0 1-1 0 0,-1-1 1 0 0,-1 0-1 0 0,0 0 0 0 0,-1 0 1 0 0,-1 0-1 0 0,0-1 0 0 0,-2 0 1 0 0,-11 19-1 0 0,-10 8-195 0 0,-1-1 1 0 0,-72 73-1 0 0,72-83 221 0 0,15-16 80 0 0,0 1-1 0 0,-1 1 0 0 0,-17 26-1 0 0,30-39-2 0 0,1 0-1 0 0,-1 0 0 0 0,1 0 0 0 0,0 0 1 0 0,0 1-1 0 0,0-1 0 0 0,0 1 1 0 0,1-1-1 0 0,0 1 0 0 0,0 0 1 0 0,0 0-1 0 0,0 0 0 0 0,1-1 0 0 0,0 1 1 0 0,0 0-1 0 0,0 0 0 0 0,2 6 1 0 0,-1-9 7 0 0,0 1 0 0 0,0 0 0 0 0,1-1 1 0 0,-1 0-1 0 0,1 1 0 0 0,0-1 1 0 0,0 0-1 0 0,0 1 0 0 0,0-1 0 0 0,0 0 1 0 0,0-1-1 0 0,1 1 0 0 0,-1 0 1 0 0,0-1-1 0 0,1 1 0 0 0,-1-1 0 0 0,1 1 1 0 0,0-1-1 0 0,0 0 0 0 0,-1 0 0 0 0,5 0 1 0 0,8 3 28 0 0,1-1 0 0 0,25 2 1 0 0,-31-3-74 0 0,69 5 330 0 0,-15-2 11 0 0,0 3 0 0 0,122 32 0 0 0,-95-12-591 0 0,175 31 0 0 0,-258-55-1895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6:38.05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10 9218 0 0,'0'-1'112'0'0,"0"1"0"0"0,1-1 1 0 0,-1 1-1 0 0,0-1 0 0 0,1 1 0 0 0,-1-1 1 0 0,0 1-1 0 0,1-1 0 0 0,-1 1 1 0 0,0 0-1 0 0,1-1 0 0 0,-1 1 0 0 0,1-1 1 0 0,-1 1-1 0 0,1 0 0 0 0,-1-1 0 0 0,1 1 1 0 0,-1 0-1 0 0,1 0 0 0 0,0 0 0 0 0,-1-1 1 0 0,1 1-1 0 0,-1 0 0 0 0,1 0 0 0 0,-1 0 1 0 0,1 0-1 0 0,0 0 0 0 0,-1 0 0 0 0,1 0 1 0 0,-1 0-1 0 0,1 0 0 0 0,0 0 0 0 0,-1 0 1 0 0,1 1-1 0 0,-1-1 0 0 0,1 0 0 0 0,-1 0 1 0 0,1 0-1 0 0,-1 1 0 0 0,1-1 0 0 0,0 1 1 0 0,28 12 3278 0 0,-23-8-3032 0 0,0 0-1 0 0,-1 1 1 0 0,1 0 0 0 0,-1 0 0 0 0,-1 0 0 0 0,1 1 0 0 0,-1 0 0 0 0,0 0-1 0 0,-1 0 1 0 0,4 9 0 0 0,4 15 134 0 0,8 35 0 0 0,-14-45-215 0 0,34 130 159 0 0,36 126-121 0 0,-49-197-274 0 0,52 110 1 0 0,70 90-372 0 0,-137-261 285 0 0,-5 0-393 0 0,-7-14 31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6:38.2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5 293 8290 0 0,'-1'-2'178'0'0,"0"-1"-1"0"0,0 1 1 0 0,1 0 0 0 0,-1-1 0 0 0,1 1 0 0 0,0-1 0 0 0,0 1 0 0 0,0-1 0 0 0,0 1-1 0 0,0-1 1 0 0,1 1 0 0 0,-1 0 0 0 0,1-1 0 0 0,-1 1 0 0 0,1 0 0 0 0,0-1-1 0 0,0 1 1 0 0,0 0 0 0 0,0 0 0 0 0,3-4 0 0 0,4-6 1162 0 0,0 1 0 0 0,15-16 0 0 0,-12 14-1037 0 0,9-11 807 0 0,2 2 0 0 0,44-38 0 0 0,-54 51-1009 0 0,0 0 0 0 0,1 1 0 0 0,0 0 0 0 0,0 1 0 0 0,0 1 0 0 0,1 0 0 0 0,0 1 0 0 0,16-4 0 0 0,-26 8-212 0 0,1 0 0 0 0,-1 0 0 0 0,1 1 0 0 0,-1 0 0 0 0,0 0 0 0 0,1 0 0 0 0,-1 0 0 0 0,0 1 0 0 0,1 0 0 0 0,7 2 0 0 0,9 9-5151 0 0,-6 1-808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6:38.48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59 8754 0 0,'0'1'48'0'0,"0"4"50"0"0,0-1-1 0 0,1 1 1 0 0,0-1 0 0 0,0 1 0 0 0,0 0 0 0 0,2 5 0 0 0,-2-8 5 0 0,0 0 0 0 0,1 0 0 0 0,-1 0 0 0 0,1-1 0 0 0,-1 1 0 0 0,1 0 0 0 0,-1-1 0 0 0,1 1 0 0 0,0-1 0 0 0,0 0 1 0 0,0 1-1 0 0,0-1 0 0 0,0 0 0 0 0,0 0 0 0 0,4 1 0 0 0,1 0 257 0 0,0 1 1 0 0,0-1-1 0 0,1 0 0 0 0,-1-1 1 0 0,1 0-1 0 0,-1 0 1 0 0,1 0-1 0 0,-1-1 1 0 0,1 0-1 0 0,-1-1 0 0 0,1 0 1 0 0,-1 0-1 0 0,1-1 1 0 0,-1 1-1 0 0,0-2 1 0 0,12-4-1 0 0,-5 1 184 0 0,0-1 0 0 0,19-14 1 0 0,26-22-2334 0 0,-19 13-2477 0 0,-24 18 2187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6:39.32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4 465 9218 0 0,'-1'-1'133'0'0,"1"1"0"0"0,0-1 1 0 0,0 1-1 0 0,-1-1 0 0 0,1 1 0 0 0,0-1 0 0 0,0 1 1 0 0,-1-1-1 0 0,1 1 0 0 0,0-1 0 0 0,0 0 0 0 0,0 1 1 0 0,0-1-1 0 0,0 1 0 0 0,0-1 0 0 0,0 0 0 0 0,0 1 1 0 0,0-1-1 0 0,0 1 0 0 0,0-1 0 0 0,0 0 1 0 0,0 1-1 0 0,1-1 0 0 0,-1 1 0 0 0,0-1 0 0 0,0 1 1 0 0,1-1-1 0 0,-1 1 0 0 0,0-1 0 0 0,1 1 0 0 0,-1-1 1 0 0,1 1-1 0 0,-1-1 0 0 0,0 1 0 0 0,1 0 0 0 0,-1-1 1 0 0,1 1-1 0 0,-1-1 0 0 0,1 1 0 0 0,-1 0 0 0 0,1 0 1 0 0,-1-1-1 0 0,1 1 0 0 0,0 0 0 0 0,0 0 0 0 0,1 0 91 0 0,-1 0 0 0 0,1 0-1 0 0,0 0 1 0 0,0 0-1 0 0,-1 0 1 0 0,1 0-1 0 0,0 1 1 0 0,0-1-1 0 0,-1 1 1 0 0,1 0-1 0 0,0-1 1 0 0,-1 1-1 0 0,1 0 1 0 0,-1 0-1 0 0,1 0 1 0 0,2 2-1 0 0,16 16 147 0 0,0 0-1 0 0,-1 2 0 0 0,28 37 0 0 0,41 78 1343 0 0,-52-79-1465 0 0,-10-16-217 0 0,2-1 1 0 0,34 37 0 0 0,-48-62-20 0 0,1-1 1 0 0,0 0-1 0 0,0-1 1 0 0,2 0-1 0 0,-1-2 1 0 0,2 0-1 0 0,28 14 1 0 0,-43-24-1 0 0,-1 1 0 0 0,1-1 1 0 0,0 0-1 0 0,-1 0 0 0 0,1 0 0 0 0,0-1 1 0 0,0 1-1 0 0,-1-1 0 0 0,1 0 0 0 0,0 1 0 0 0,0-1 1 0 0,0 0-1 0 0,0-1 0 0 0,-1 1 0 0 0,1 0 1 0 0,0-1-1 0 0,0 0 0 0 0,-1 1 0 0 0,6-3 1 0 0,-5 1 6 0 0,-1-1 1 0 0,1 1-1 0 0,-1 0 1 0 0,0 0 0 0 0,1-1-1 0 0,-1 0 1 0 0,0 1 0 0 0,-1-1-1 0 0,1 0 1 0 0,0 0 0 0 0,-1 0-1 0 0,0 0 1 0 0,0 0-1 0 0,1 0 1 0 0,-2 0 0 0 0,2-7-1 0 0,6-36 347 0 0,-3 0 0 0 0,0-78 0 0 0,-3 24-193 0 0,23-225-58 0 0,-12 224-977 0 0,31-119 0 0 0,-35 195-176 0 0,-1 70-9650 0 0,-9-13 9786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6:38.76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30 70 11979 0 0,'-5'1'187'0'0,"2"-1"-47"0"0,0 1-1 0 0,0-1 1 0 0,1 1 0 0 0,-1-1-1 0 0,0 1 1 0 0,0 0 0 0 0,0 0-1 0 0,1 6 2356 0 0,3-7-2348 0 0,-1 0 1 0 0,0 0-1 0 0,1 0 0 0 0,-1 0 0 0 0,0 0 1 0 0,1 1-1 0 0,-1-1 0 0 0,0 0 0 0 0,1 0 0 0 0,-1 0 1 0 0,1-1-1 0 0,-1 1 0 0 0,0 0 0 0 0,1 0 0 0 0,-1 0 1 0 0,0 0-1 0 0,1 0 0 0 0,15-1 1133 0 0,-4-3-1244 0 0,0 0 0 0 0,0-1 0 0 0,-1-1-1 0 0,0 1 1 0 0,11-9 0 0 0,-9 7-614 0 0,-1-1 0 0 0,1 2-1 0 0,0 0 1 0 0,24-8 0 0 0,-34 14 550 0 0,1-1-1 0 0,0 0 1 0 0,-1 1-1 0 0,1 0 0 0 0,0-1 1 0 0,-1 2-1 0 0,1-1 1 0 0,0 0-1 0 0,-1 1 1 0 0,1-1-1 0 0,0 1 1 0 0,-1 0-1 0 0,1 0 0 0 0,-1 1 1 0 0,0-1-1 0 0,1 1 1 0 0,-1 0-1 0 0,0 0 1 0 0,0 0-1 0 0,0 0 1 0 0,0 0-1 0 0,5 6 1 0 0,6 9-73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6:38.91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5 117 2761 0 0,'-3'10'248'0'0,"2"-6"-248"0"0,15 0 5737 0 0,-7-7-3673 0 0,7-2-551 0 0,4-2-105 0 0,4-5-32 0 0,0 0 1 0 0,1-3-1377 0 0,-2 0-169 0 0,0-2-87 0 0,0 1-24 0 0,3-1 280 0 0,-5 2 0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6:39.72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24 439 10594 0 0,'-1'0'62'0'0,"0"1"0"0"0,0-1 0 0 0,-1 0 0 0 0,1 0 0 0 0,0 0 0 0 0,0-1 0 0 0,0 1 0 0 0,-1 0 0 0 0,1 0 0 0 0,0-1 0 0 0,0 1 0 0 0,0 0 0 0 0,0-1 0 0 0,0 1 0 0 0,0-1 0 0 0,-1 0 0 0 0,0-1 0 0 0,1 2-29 0 0,1-1-1 0 0,0 1 1 0 0,0-1-1 0 0,0 1 1 0 0,0-1 0 0 0,0 1-1 0 0,0-1 1 0 0,0 0 0 0 0,0 1-1 0 0,0-1 1 0 0,0 1-1 0 0,0-1 1 0 0,0 1 0 0 0,1-1-1 0 0,-1 1 1 0 0,0-1-1 0 0,0 1 1 0 0,0-1 0 0 0,1 1-1 0 0,-1-1 1 0 0,0 1 0 0 0,1-1-1 0 0,-1 1 1 0 0,0 0-1 0 0,1-1 1 0 0,0 0 0 0 0,38-31 1561 0 0,-35 29-1331 0 0,38-24 1125 0 0,1 1-1 0 0,0 2 1 0 0,2 3-1 0 0,82-28 1 0 0,199-39-324 0 0,-270 74-980 0 0,155-35 564 0 0,312-32 0 0 0,-397 77-1119 0 0,-74 8-6298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6:40.00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7370 0 0,'0'0'854'0'0,"16"16"5349"0"0,-10-4-5402 0 0,0-1 0 0 0,-1 1 0 0 0,0 0 0 0 0,-1 1 0 0 0,4 17 0 0 0,10 69 409 0 0,-13-68-793 0 0,27 285 1089 0 0,-25-209-1688 0 0,5 0 0 0 0,39 166 1 0 0,-45-254-249 0 0,-3-9-103 0 0,0 1-1 0 0,0-1 1 0 0,-1 1 0 0 0,1 16 0 0 0,-3-18-644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6:40.4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1 192 9218 0 0,'3'-6'247'0'0,"0"0"0"0"0,0 1 0 0 0,0-1 0 0 0,1 1 1 0 0,0 0-1 0 0,0 0 0 0 0,1 0 0 0 0,-1 1 0 0 0,1 0 0 0 0,0 0 0 0 0,11-7 0 0 0,6-2 1743 0 0,41-18-1 0 0,-30 17-1082 0 0,1-3 919 0 0,62-20 1 0 0,-85 34-1751 0 0,1 0 1 0 0,-1 0 0 0 0,0 1-1 0 0,1 1 1 0 0,-1 0-1 0 0,1 0 1 0 0,-1 1 0 0 0,1 1-1 0 0,-1 0 1 0 0,14 3 0 0 0,-21-4-77 0 0,0 1 0 0 0,-1 0 0 0 0,0 1 0 0 0,1-1 0 0 0,-1 1 0 0 0,0-1 1 0 0,0 1-1 0 0,0 0 0 0 0,0 0 0 0 0,0 1 0 0 0,0-1 0 0 0,0 1 0 0 0,-1-1 1 0 0,1 1-1 0 0,-1 0 0 0 0,0 0 0 0 0,0 0 0 0 0,3 5 0 0 0,-3-3-12 0 0,0 1 0 0 0,0 0 0 0 0,-1 0 0 0 0,1 0 0 0 0,-1 0 0 0 0,-1 0 0 0 0,1 0 0 0 0,-1 0 0 0 0,0 0 0 0 0,-1 8 0 0 0,-2 8-99 0 0,-2 0 0 0 0,0-1 0 0 0,-1 1 0 0 0,-18 39 0 0 0,8-26-124 0 0,-12 26 17 0 0,2 1-1 0 0,4 1 1 0 0,-28 119 0 0 0,49-177 293 0 0,0-1 0 0 0,1 1 0 0 0,-1 0-1 0 0,1 0 1 0 0,0 0 0 0 0,0 0 0 0 0,1 0-1 0 0,-1 0 1 0 0,1 0 0 0 0,0 0 0 0 0,1-1-1 0 0,-1 1 1 0 0,1 0 0 0 0,0-1 0 0 0,0 1 0 0 0,5 8-1 0 0,-4-10-5 0 0,1 0-1 0 0,-1 0 1 0 0,0 0 0 0 0,1 0-1 0 0,0 0 1 0 0,-1-1-1 0 0,1 0 1 0 0,0 0-1 0 0,0 0 1 0 0,1 0 0 0 0,-1 0-1 0 0,0-1 1 0 0,1 0-1 0 0,-1 0 1 0 0,0 0-1 0 0,1 0 1 0 0,0-1 0 0 0,7 0-1 0 0,24 0 196 0 0,0-3 0 0 0,52-10 0 0 0,33-2 19 0 0,-36 8-190 0 0,-51 2-583 0 0,1 2 1 0 0,-1 2-1 0 0,1 1 0 0 0,53 8 1 0 0,-74-5-1572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6:40.83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1 148 4609 0 0,'-1'-8'8022'0'0,"2"7"-7879"0"0,17-12 3416 0 0,23-9-872 0 0,12-4-648 0 0,54-23-364 0 0,-91 42-1761 0 0,0 2 0 0 0,1 0 0 0 0,0 1 1 0 0,27-4-1 0 0,-19 8-1623 0 0,-1 2-5700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6:41.02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0 190 12899 0 0,'7'-2'844'0'0,"0"0"0"0"0,-1 0 0 0 0,1 0 0 0 0,-1-1 1 0 0,7-4-1 0 0,19-13 193 0 0,-1-1 0 0 0,34-32 0 0 0,-26 21-3420 0 0,0 3-3714 0 0,-15 12 1544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6:41.3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28 10 8754 0 0,'-28'-9'8865'0'0,"40"28"-6618"0"0,6 11-1607 0 0,-1 2 0 0 0,-2 0 0 0 0,-1 1 0 0 0,-2 0 0 0 0,-1 1 0 0 0,7 39 0 0 0,8 71-982 0 0,-9 0-3975 0 0,-12-99 1824 0 0,1 3-4899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6:41.73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9 105 5985 0 0,'-1'-2'338'0'0,"-1"1"0"0"0,1-1 1 0 0,1 0-1 0 0,-1 0 0 0 0,0 0 0 0 0,0-1 0 0 0,1 1 0 0 0,-1 0 0 0 0,1 0 0 0 0,0 0 0 0 0,0 0 0 0 0,-1-1 1 0 0,1 1-1 0 0,1 0 0 0 0,-1 0 0 0 0,0 0 0 0 0,0 0 0 0 0,1-1 0 0 0,-1 1 0 0 0,2-2 0 0 0,-2 3-212 0 0,0 0-1 0 0,1 0 0 0 0,-1 0 0 0 0,0 1 0 0 0,1-1 1 0 0,-1 0-1 0 0,0 0 0 0 0,1 0 0 0 0,-1 0 1 0 0,1 1-1 0 0,0-1 0 0 0,-1 0 0 0 0,1 0 1 0 0,-1 1-1 0 0,1-1 0 0 0,0 1 0 0 0,0-1 0 0 0,-1 0 1 0 0,1 1-1 0 0,0-1 0 0 0,0 1 0 0 0,0 0 1 0 0,0-1-1 0 0,0 1 0 0 0,-1 0 0 0 0,1-1 1 0 0,0 1-1 0 0,0 0 0 0 0,0 0 0 0 0,0 0 0 0 0,0 0 1 0 0,0 0-1 0 0,0 0 0 0 0,0 0 0 0 0,0 0 1 0 0,0 0-1 0 0,0 1 0 0 0,0-1 0 0 0,0 0 0 0 0,-1 0 1 0 0,1 1-1 0 0,0-1 0 0 0,0 1 0 0 0,0-1 1 0 0,0 1-1 0 0,-1-1 0 0 0,1 1 0 0 0,0-1 1 0 0,1 2-1 0 0,9 9 215 0 0,1 1 0 0 0,-1 0 0 0 0,-1 1 0 0 0,-1 0-1 0 0,0 0 1 0 0,0 1 0 0 0,6 15 0 0 0,6 8-179 0 0,125 189 164 0 0,-116-185-335 0 0,2-1 0 0 0,2-1 0 0 0,47 42 1 0 0,-67-70-33 0 0,0 0 0 0 0,0-1 1 0 0,21 11-1 0 0,-29-17 42 0 0,0-1-1 0 0,0-1 0 0 0,1 1 1 0 0,-1-1-1 0 0,1 0 1 0 0,0 0-1 0 0,-1-1 1 0 0,1 0-1 0 0,0 0 1 0 0,0-1-1 0 0,10 0 0 0 0,-15 0 24 0 0,-1-1-1 0 0,1 0 0 0 0,0 0 1 0 0,0 1-1 0 0,-1-1 0 0 0,1 0 0 0 0,0-1 1 0 0,-1 1-1 0 0,1 0 0 0 0,-1 0 1 0 0,0-1-1 0 0,1 1 0 0 0,-1-1 0 0 0,0 1 1 0 0,0-1-1 0 0,0 1 0 0 0,0-1 0 0 0,0 0 1 0 0,0 1-1 0 0,0-1 0 0 0,-1 0 1 0 0,2-2-1 0 0,11-48 329 0 0,-12 42-276 0 0,98-391 1063 0 0,-45 231-8082 0 0,-41 133-566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6:42.2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499 168 3225 0 0,'-61'0'982'0'0,"0"2"1"0"0,1 4 0 0 0,-70 14-1 0 0,1 0 2468 0 0,71-13 1956 0 0,96-8-1377 0 0,-10 1-3646 0 0,70-11 501 0 0,119-30 0 0 0,-46 6-305 0 0,592-65 665 0 0,-230 74-1061 0 0,-291 18-207 0 0,-58 7-226 0 0,-102 2-2274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6:42.6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41 26 8290 0 0,'-41'-25'9207'0'0,"49"31"-8560"0"0,-1 0-1 0 0,1 1 1 0 0,-2 0 0 0 0,1 1-1 0 0,-1-1 1 0 0,0 1 0 0 0,6 11-1 0 0,34 68-487 0 0,-43-80 40 0 0,32 70 606 0 0,48 155 1 0 0,-32-40-701 0 0,-21-63-2889 0 0,-7-33-1560 0 0,-16-64-3222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6:43.79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415 30 920 0 0,'-36'-23'12440'0'0,"32"21"-10844"0"0,0 1 0 0 0,0 0 0 0 0,-4-1 0 0 0,-8 3 987 0 0,-2 5-4015 0 0,4 3 1650 0 0,-1 0-1 0 0,1 2 0 0 0,1-1 1 0 0,0 1-1 0 0,0 1 1 0 0,-14 18-1 0 0,-61 86-172 0 0,86-114-30 0 0,-10 15-19 0 0,-8 10 7 0 0,1 0-1 0 0,2 2 1 0 0,-23 49-1 0 0,37-71-5 0 0,0 1-1 0 0,0-1 1 0 0,1 1-1 0 0,0 0 1 0 0,1 0-1 0 0,-1 1 1 0 0,1-1-1 0 0,1 0 1 0 0,0 0-1 0 0,0 0 1 0 0,0 0-1 0 0,1 1 1 0 0,1-1-1 0 0,-1 0 1 0 0,1 0 0 0 0,0 0-1 0 0,1-1 1 0 0,0 1-1 0 0,0 0 1 0 0,5 7-1 0 0,-1-6-45 0 0,-1 0 0 0 0,1 0-1 0 0,1-1 1 0 0,0 0 0 0 0,0 0 0 0 0,0-1-1 0 0,1 0 1 0 0,0 0 0 0 0,0-1 0 0 0,1 0-1 0 0,0-1 1 0 0,0 0 0 0 0,0-1 0 0 0,1 0-1 0 0,-1 0 1 0 0,1-1 0 0 0,0-1 0 0 0,21 3-1 0 0,-16-3-72 0 0,1-1 0 0 0,0-1 0 0 0,-1-1-1 0 0,1 0 1 0 0,-1-1 0 0 0,0-1-1 0 0,0-1 1 0 0,0 0 0 0 0,0-1-1 0 0,0-1 1 0 0,-1 0 0 0 0,18-10-1 0 0,-28 13 20 0 0,0 0 0 0 0,1 0 0 0 0,-2-1 0 0 0,1 1 0 0 0,0-1 0 0 0,-1 0 0 0 0,0 0 0 0 0,0-1-1 0 0,0 1 1 0 0,0-1 0 0 0,-1 0 0 0 0,0 0 0 0 0,0 0 0 0 0,4-10 0 0 0,-5 10 13 0 0,-1 0 0 0 0,0 0-1 0 0,-1 0 1 0 0,1 0 0 0 0,-1-1 0 0 0,0 1 0 0 0,0 0 0 0 0,0 0 0 0 0,-1 0 0 0 0,0 0-1 0 0,0 0 1 0 0,0 0 0 0 0,-1 0 0 0 0,1 0 0 0 0,-1 0 0 0 0,-1 0 0 0 0,-2-5 0 0 0,-31-45-203 0 0,28 46 344 0 0,1 0 0 0 0,1 0 0 0 0,0-1 0 0 0,0 0 0 0 0,1 0 0 0 0,0-1 0 0 0,1 1 0 0 0,0-1 0 0 0,-4-19 0 0 0,7 28 34 0 0,1 0 0 0 0,0-1 0 0 0,0 1 0 0 0,0 0 0 0 0,0-1 0 0 0,0 1 0 0 0,0 0 0 0 0,1 0 0 0 0,-1-1 0 0 0,1 1 0 0 0,0 0-1 0 0,-1 0 1 0 0,1 0 0 0 0,0 0 0 0 0,0 0 0 0 0,0 0 0 0 0,1 0 0 0 0,-1 0 0 0 0,0 0 0 0 0,1 0 0 0 0,2-2 0 0 0,-1 2 21 0 0,0 0 0 0 0,0 0 1 0 0,0 1-1 0 0,1-1 0 0 0,-1 1 0 0 0,0 0 0 0 0,1 0 0 0 0,-1 0 0 0 0,0 1 0 0 0,1-1 1 0 0,-1 1-1 0 0,7-1 0 0 0,5 2 191 0 0,-1 0 0 0 0,1 1 0 0 0,-1 1 0 0 0,1 0 1 0 0,21 9-1 0 0,-27-9-236 0 0,0 1 1 0 0,-1 0-1 0 0,1 0 0 0 0,-1 1 1 0 0,0 0-1 0 0,-1 0 1 0 0,1 1-1 0 0,-1 0 0 0 0,0 1 1 0 0,-1-1-1 0 0,0 1 1 0 0,0 0-1 0 0,0 1 0 0 0,-1 0 1 0 0,0 0-1 0 0,0 0 1 0 0,-1 0-1 0 0,0 1 0 0 0,0-1 1 0 0,4 19-1 0 0,-5-11-203 0 0,0 0 0 0 0,-1 0 0 0 0,-1 0 0 0 0,0 1 0 0 0,-1-1 0 0 0,-1 0 0 0 0,0 1 0 0 0,-2-1 0 0 0,0 0 0 0 0,0 0 0 0 0,-8 20 0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6:44.62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8 543 2761 0 0,'0'0'167'0'0,"-1"1"0"0"0,0-1-1 0 0,1 1 1 0 0,-1-1 0 0 0,1 1 0 0 0,-1 0 0 0 0,1-1 0 0 0,0 1 0 0 0,-1 0 0 0 0,1-1 0 0 0,-1 1 0 0 0,1 0 0 0 0,0-1 0 0 0,0 1 0 0 0,-1 0 0 0 0,1-1 0 0 0,0 1 0 0 0,0 0 0 0 0,0 0 0 0 0,0-1 0 0 0,0 1 0 0 0,0 0 0 0 0,0 0 0 0 0,0 0 0 0 0,0-1 0 0 0,0 1 0 0 0,0 0 0 0 0,1 1 0 0 0,0-1 126 0 0,0 1 1 0 0,0-1-1 0 0,0 0 1 0 0,0 0-1 0 0,1 0 1 0 0,-1 1 0 0 0,0-1-1 0 0,1 0 1 0 0,-1-1-1 0 0,0 1 1 0 0,1 0-1 0 0,2 1 1 0 0,3 1 668 0 0,1 0-1 0 0,0-1 1 0 0,0 0 0 0 0,11 1-1 0 0,10-1 1047 0 0,-1-2 0 0 0,54-6 0 0 0,14-1-1283 0 0,-87 8-673 0 0,-9 2-66 0 0,-1-3 21 0 0,1 0 0 0 0,0 1 0 0 0,0-1 0 0 0,0 0 0 0 0,-1 1-1 0 0,1-1 1 0 0,0 0 0 0 0,0 1 0 0 0,0-1 0 0 0,0 1-1 0 0,0-1 1 0 0,0 0 0 0 0,0 1 0 0 0,-1-1 0 0 0,1 0-1 0 0,0 1 1 0 0,0-1 0 0 0,1 1 0 0 0,-1-1 0 0 0,0 0 0 0 0,0 1-1 0 0,0-1 1 0 0,0 1 0 0 0,0-1 0 0 0,1 1 282 0 0,-4-4-418 0 0,-1-3 142 0 0,0-1 0 0 0,1 0 0 0 0,-1 1 0 0 0,1-1 0 0 0,1 0 0 0 0,-1 0 0 0 0,1-1-1 0 0,-1-10 1 0 0,-8-73 22 0 0,8 57-30 0 0,3 33-7 0 0,-5-35-5 0 0,2 1 0 0 0,2 0 0 0 0,4-51 0 0 0,-2 76 44 0 0,1 0 0 0 0,-1 0-1 0 0,2 0 1 0 0,0 1-1 0 0,0-1 1 0 0,0 1-1 0 0,1 0 1 0 0,1 0-1 0 0,0 0 1 0 0,0 1-1 0 0,0-1 1 0 0,1 1-1 0 0,0 0 1 0 0,1 1 0 0 0,0 0-1 0 0,0 0 1 0 0,9-7-1 0 0,-9 9-25 0 0,0 0 1 0 0,1 0-1 0 0,-1 1 0 0 0,1 0 1 0 0,0 1-1 0 0,15-6 0 0 0,-21 9-9 0 0,0-1 0 0 0,0 1 0 0 0,0-1 0 0 0,1 1-1 0 0,-1 0 1 0 0,0 0 0 0 0,0 0 0 0 0,0 0 0 0 0,0 0 0 0 0,1 0 0 0 0,-1 1-1 0 0,0-1 1 0 0,0 1 0 0 0,0-1 0 0 0,0 1 0 0 0,0 0 0 0 0,0 0-1 0 0,0 0 1 0 0,0 0 0 0 0,0 0 0 0 0,0 1 0 0 0,-1-1 0 0 0,1 0 0 0 0,0 1-1 0 0,-1-1 1 0 0,1 1 0 0 0,-1 0 0 0 0,0-1 0 0 0,0 1 0 0 0,1 0 0 0 0,-1 0-1 0 0,1 3 1 0 0,4 9-35 0 0,-1 0 0 0 0,0 0 0 0 0,-1 1 0 0 0,-1 0 0 0 0,0 0 0 0 0,1 25 0 0 0,-5 97-402 0 0,-1-18 190 0 0,3-103 187 0 0,0 0 0 0 0,1-1-1 0 0,1 1 1 0 0,0-1-1 0 0,1 0 1 0 0,1 0 0 0 0,10 23-1 0 0,-13-34 55 0 0,0 0-1 0 0,1 0 1 0 0,-1 0-1 0 0,1-1 1 0 0,0 1-1 0 0,0-1 1 0 0,0 1-1 0 0,0-1 1 0 0,0 0-1 0 0,1 0 1 0 0,-1 0-1 0 0,1-1 1 0 0,0 1-1 0 0,0-1 1 0 0,0 0-1 0 0,0 0 1 0 0,0 0-1 0 0,1-1 1 0 0,-1 0-1 0 0,0 1 1 0 0,1-1-1 0 0,-1-1 1 0 0,1 1-1 0 0,-1-1 1 0 0,1 0-1 0 0,-1 0 1 0 0,1 0-1 0 0,-1 0 1 0 0,1-1-1 0 0,6-1 1 0 0,-3-1 54 0 0,0 1 0 0 0,0-1 1 0 0,-1 0-1 0 0,1-1 1 0 0,-1 0-1 0 0,1 0 1 0 0,-1-1-1 0 0,0 0 1 0 0,-1 0-1 0 0,10-10 1 0 0,7-9 229 0 0,28-38 1 0 0,-2 3 76 0 0,-38 47-316 0 0,1 1 0 0 0,0 0-1 0 0,15-10 1 0 0,-22 18-73 0 0,0 0-1 0 0,0 0 1 0 0,0 0-1 0 0,0 1 0 0 0,0 0 1 0 0,0 0-1 0 0,0 0 1 0 0,1 1-1 0 0,-1-1 1 0 0,1 1-1 0 0,-1 1 1 0 0,10-1-1 0 0,1 2-399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6:45.11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47 184 7834 0 0,'-4'2'995'0'0,"0"0"1"0"0,-1 0 0 0 0,0 0 0 0 0,1-1 0 0 0,-1 1-1 0 0,0-1 1 0 0,0 0 0 0 0,-5 0 0 0 0,11-3-741 0 0,0 1 1 0 0,0-1-1 0 0,0 1 1 0 0,0-1-1 0 0,0 1 1 0 0,0-1 0 0 0,1 1-1 0 0,-1 0 1 0 0,1 0-1 0 0,2-2 1 0 0,39-29 1220 0 0,93-51 0 0 0,-72 53-3119 0 0,1 5-3422 0 0,-30 14-1752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6:45.29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0 175 9218 0 0,'2'4'816'0'0,"-1"-3"-656"0"0,2 1-160 0 0,1-2 1537 0 0,0-2 279 0 0,2-1 48 0 0,4-2 17 0 0,5-4-1017 0 0,5-5-208 0 0,3-3-40 0 0,-1-1-8 0 0,-2-2-880 0 0,-1 0-176 0 0,-1 0-40 0 0,7-2-2937 0 0,0 3-576 0 0,-3 7-127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6:45.83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12899 0 0,'3'1'6731'0'0,"4"7"-4817"0"0,7 11-1048 0 0,12 28-452 0 0,-2 1 1 0 0,-3 1-1 0 0,-1 0 0 0 0,24 99 1 0 0,23 215 159 0 0,-64-344-538 0 0,63 486-1923 0 0,-63-483-6427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6:47.85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27 139 9218 0 0,'-2'-2'413'0'0,"-1"0"0"0"0,1 0 0 0 0,0 0 0 0 0,0 0 0 0 0,0-1 0 0 0,0 1-1 0 0,1-1 1 0 0,-1 1 0 0 0,1-1 0 0 0,-3-5 0 0 0,3 7-189 0 0,1 0 1 0 0,-1 0-1 0 0,1 0 0 0 0,0-1 0 0 0,-1 1 1 0 0,1 0-1 0 0,0 0 0 0 0,0-1 0 0 0,0 1 1 0 0,0 0-1 0 0,0 0 0 0 0,0-1 0 0 0,0 1 0 0 0,0 0 1 0 0,0-1-1 0 0,0 1 0 0 0,1 0 0 0 0,-1 0 1 0 0,1-1-1 0 0,-1 1 0 0 0,1 0 0 0 0,-1 0 1 0 0,1 0-1 0 0,0 0 0 0 0,-1 0 0 0 0,1 0 1 0 0,0 0-1 0 0,1-1 0 0 0,0 1-153 0 0,-1 1-1 0 0,0 0 1 0 0,0-1-1 0 0,1 1 1 0 0,-1 0-1 0 0,0 0 1 0 0,0 0 0 0 0,1 0-1 0 0,-1 0 1 0 0,0 0-1 0 0,1 0 1 0 0,-1 1-1 0 0,0-1 1 0 0,0 0 0 0 0,1 1-1 0 0,-1-1 1 0 0,0 1-1 0 0,0-1 1 0 0,0 1-1 0 0,0 0 1 0 0,0 0 0 0 0,0-1-1 0 0,0 1 1 0 0,0 0-1 0 0,0 0 1 0 0,0 0-1 0 0,1 2 1 0 0,29 29 125 0 0,-29-30-130 0 0,15 19-15 0 0,15 15-119 0 0,-2 1 0 0 0,-2 2 0 0 0,-1 1 1 0 0,23 48-1 0 0,-45-74 8 0 0,0-4-1482 0 0,1-23 170 0 0,-3 6 1195 0 0,55-175-1237 0 0,-49 160 1784 0 0,1 0 0 0 0,1 0 0 0 0,1 1 0 0 0,1 0 0 0 0,27-34 0 0 0,-37 52-252 0 0,0-1 0 0 0,0 1 0 0 0,0 0 0 0 0,1 0 0 0 0,-1 0 0 0 0,1 1 0 0 0,0-1 0 0 0,-1 1 0 0 0,1 0 0 0 0,0 0 0 0 0,0 0 0 0 0,1 1 0 0 0,-1-1-1 0 0,4 0 1 0 0,-4 2-62 0 0,-1-1-1 0 0,0 2 1 0 0,0-1-1 0 0,0 0 1 0 0,0 0-1 0 0,0 1 1 0 0,0 0-1 0 0,1 0 1 0 0,-1 0-1 0 0,-1 0 1 0 0,1 0-1 0 0,0 0 0 0 0,0 1 1 0 0,0-1-1 0 0,-1 1 1 0 0,1 0-1 0 0,-1 0 1 0 0,1 0-1 0 0,-1 0 1 0 0,3 3-1 0 0,13 14 299 0 0,-1 2 0 0 0,-1 0 0 0 0,0 1 0 0 0,16 32 0 0 0,7 23-975 0 0,-6 0-5794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6:48.19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165 0 11522 0 0,'-1'2'5799'0'0,"0"12"-3925"0"0,-15 76 1743 0 0,-12 44-2692 0 0,-1 5-884 0 0,-40 325-128 0 0,51-265-7429 0 0,15-171 559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6:48.45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0 193 7802 0 0,'4'-28'204'0'0,"10"-66"1733"0"0,-12 82-156 0 0,1 0 0 0 0,10-21 0 0 0,-13 32-1608 0 0,0 0 0 0 0,1 0 0 0 0,-1 1 0 0 0,1-1 0 0 0,-1 0 0 0 0,1 0 0 0 0,-1 1 0 0 0,1-1 0 0 0,-1 0 0 0 0,1 1 0 0 0,0-1 0 0 0,-1 1 0 0 0,1-1 0 0 0,0 1 0 0 0,0-1 0 0 0,0 1-1 0 0,-1 0 1 0 0,1-1 0 0 0,0 1 0 0 0,0 0 0 0 0,0-1 0 0 0,0 1 0 0 0,-1 0 0 0 0,3 0 0 0 0,-1 0 8 0 0,0 0 0 0 0,1 0 0 0 0,-1 1-1 0 0,0-1 1 0 0,0 1 0 0 0,1-1 0 0 0,-1 1 0 0 0,0 0-1 0 0,3 2 1 0 0,6 3-7 0 0,0 1 1 0 0,18 15-1 0 0,-21-16 114 0 0,25 22-106 0 0,-1 1 1 0 0,-1 1 0 0 0,32 41-1 0 0,72 113 205 0 0,-35-47-192 0 0,-85-117-312 0 0,72 100 350 0 0,-75-100-1127 0 0,-1 1 1 0 0,11 26-1 0 0,-15-27-6679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6:48.6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58 148 12899 0 0,'-58'40'4391'0'0,"66"-37"-3316"0"0,11 1-411 0 0,4-6-435 0 0,-1-1-1 0 0,1-1 0 0 0,0-1 0 0 0,-1 0 0 0 0,39-17 1 0 0,105-58 1163 0 0,-134 63-1330 0 0,18-9-62 0 0,-3-4 0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7:03.23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 22 2304 0 0,'-7'-4'18945'0'0,"42"-1"-19605"0"0,-8-2-3975 0 0,-23 6 3207 0 0,15-3-4824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7:03.4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91 5985 0 0,'1'0'536'0'0,"-1"-2"-432"0"0,2 1-104 0 0,1 0 993 0 0,-1-1 183 0 0,1 1 32 0 0,3-4 8 0 0,5 0-447 0 0,3-4-97 0 0,1-2-8 0 0,1 1-8 0 0,0 0-1424 0 0,-2 2-288 0 0,-1 2-65 0 0,0 0 1 0 0,-2 1 928 0 0,-1-4 192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7:04.43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1 137 4145 0 0,'0'-69'3982'0'0,"1"56"-1064"0"0,1 1 0 0 0,0-1 0 0 0,6-17 815 0 0,-2 54-1674 0 0,9 51-1819 0 0,11 126-1 0 0,-4-15-146 0 0,-19-171-436 0 0,35 168 338 0 0,-12-108-6336 0 0,-11-42-773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7:05.23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42 179 5529 0 0,'5'-23'11420'0'0,"-6"35"-10070"0"0,-18 103-800 0 0,9-60 47 0 0,-6 93 1 0 0,16-133-541 0 0,0 1 1 0 0,1-1-1 0 0,0 1 1 0 0,1-1-1 0 0,1 0 1 0 0,1 0-1 0 0,0 0 1 0 0,0 0-1 0 0,2 0 1 0 0,11 22-1 0 0,-12-31-89 0 0,-1 1 0 0 0,1-1 0 0 0,0 0 0 0 0,0-1 0 0 0,0 1 0 0 0,1-1 0 0 0,0 0-1 0 0,0 0 1 0 0,1-1 0 0 0,-1 0 0 0 0,1 0 0 0 0,0 0 0 0 0,0-1 0 0 0,0 0 0 0 0,0-1-1 0 0,15 4 1 0 0,-17-5 14 0 0,-1 0-1 0 0,0-1 0 0 0,0 1 1 0 0,1-1-1 0 0,-1 0 0 0 0,1 0 0 0 0,-1-1 1 0 0,0 0-1 0 0,0 1 0 0 0,1-1 1 0 0,-1 0-1 0 0,0-1 0 0 0,0 1 1 0 0,0-1-1 0 0,0 0 0 0 0,0 0 1 0 0,0 0-1 0 0,-1-1 0 0 0,1 1 0 0 0,-1-1 1 0 0,0 0-1 0 0,1 0 0 0 0,-1 0 1 0 0,-1 0-1 0 0,1 0 0 0 0,0-1 1 0 0,-1 0-1 0 0,1 1 0 0 0,-1-1 1 0 0,0 0-1 0 0,2-6 0 0 0,1-3 2 0 0,-1-1-1 0 0,0 0 1 0 0,-1 0-1 0 0,0 0 1 0 0,-1-1-1 0 0,-1 1 1 0 0,0 0 0 0 0,-1-1-1 0 0,-1 1 1 0 0,0-1-1 0 0,-4-19 1 0 0,-1 7-248 0 0,-2 0-1 0 0,0 0 1 0 0,-2 1 0 0 0,-25-48 0 0 0,29 64 160 0 0,1 0 0 0 0,0-1-1 0 0,1 1 1 0 0,0-1 0 0 0,1 0-1 0 0,-3-17 1 0 0,6 24 135 0 0,-1-1 1 0 0,1 0-1 0 0,0 1 0 0 0,1-1 0 0 0,-1 1 1 0 0,1-1-1 0 0,0 1 0 0 0,0-1 0 0 0,0 1 0 0 0,1-1 1 0 0,0 1-1 0 0,-1 0 0 0 0,1 0 0 0 0,1 0 1 0 0,-1 0-1 0 0,1 0 0 0 0,-1 0 0 0 0,7-5 0 0 0,1-1 242 0 0,1 0 0 0 0,0 1 0 0 0,0 0 0 0 0,1 1 0 0 0,0 1 0 0 0,0 0 0 0 0,1 0 0 0 0,18-6 0 0 0,-20 9-196 0 0,0 1 0 0 0,0-1 0 0 0,0 2 0 0 0,1 0 1 0 0,-1 0-1 0 0,1 1 0 0 0,0 0 0 0 0,-1 1 0 0 0,1 1 0 0 0,18 2 0 0 0,-27-2-75 0 0,0 0-1 0 0,0 0 1 0 0,0 0-1 0 0,0 0 1 0 0,0 1-1 0 0,-1-1 1 0 0,1 1-1 0 0,0 0 1 0 0,-1 0-1 0 0,1 0 1 0 0,-1 0 0 0 0,0 0-1 0 0,0 0 1 0 0,0 1-1 0 0,0-1 1 0 0,0 1-1 0 0,0 0 1 0 0,0-1-1 0 0,-1 1 1 0 0,0 0-1 0 0,1 0 1 0 0,-1 0-1 0 0,0 0 1 0 0,0 0-1 0 0,-1 0 1 0 0,2 6-1 0 0,0 8-40 0 0,-1 1 0 0 0,0-1 0 0 0,-4 32-1 0 0,2-20-87 0 0,0-15 22 0 0,1 1 0 0 0,1 0 0 0 0,1-1-1 0 0,0 1 1 0 0,0-1 0 0 0,2 1-1 0 0,0-1 1 0 0,0 0 0 0 0,1-1-1 0 0,12 22 1 0 0,-14-29 57 0 0,1 0 0 0 0,1 0 0 0 0,-1 0 0 0 0,1-1 0 0 0,0 1-1 0 0,0-1 1 0 0,1 0 0 0 0,0-1 0 0 0,-1 1 0 0 0,2-1 0 0 0,-1 0 0 0 0,0-1-1 0 0,1 1 1 0 0,0-1 0 0 0,-1-1 0 0 0,1 1 0 0 0,0-1 0 0 0,0-1 0 0 0,1 1-1 0 0,-1-1 1 0 0,0 0 0 0 0,1-1 0 0 0,6 0 0 0 0,1 0 47 0 0,0-1 1 0 0,-1-1-1 0 0,1 0 1 0 0,-1-1-1 0 0,17-5 1 0 0,-24 6 12 0 0,0-1 1 0 0,0 0-1 0 0,0 0 0 0 0,0-1 0 0 0,0 0 1 0 0,0 0-1 0 0,-1 0 0 0 0,0-1 1 0 0,0 0-1 0 0,0 0 0 0 0,7-10 1 0 0,-10 12 51 0 0,-1-1 0 0 0,0 0 0 0 0,-1 0 0 0 0,1 0 1 0 0,-1 0-1 0 0,0 0 0 0 0,0 0 0 0 0,0-1 0 0 0,0 1 1 0 0,-1 0-1 0 0,1-1 0 0 0,-1 1 0 0 0,0 0 0 0 0,-1 0 1 0 0,1-1-1 0 0,-1 1 0 0 0,-2-7 0 0 0,-2-9 392 0 0,-1 1 0 0 0,-13-27 1 0 0,13 31-315 0 0,0 2-94 0 0,-7-21 204 0 0,-3 1 1 0 0,-23-39-1 0 0,34 64-356 0 0,-1 0-1 0 0,1 1 1 0 0,-1-1 0 0 0,-1 1 0 0 0,1 1 0 0 0,-1-1-1 0 0,0 1 1 0 0,-1 0 0 0 0,1 0 0 0 0,-1 1 0 0 0,0 0-1 0 0,-1 1 1 0 0,1 0 0 0 0,-10-4 0 0 0,4 5-957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7:06.61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116 414 4145 0 0,'-59'17'3100'0'0,"3"5"3417"0"0,91-32-2136 0 0,5-1-3817 0 0,158-59 1099 0 0,275-60 0 0 0,91 31-1221 0 0,2 40-450 0 0,-561 58 6 0 0,167-13-161 0 0,244-30-734 0 0,-389 39 722 0 0,-7 2-1440 0 0,41-3 0 0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7:15.0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159 165 7370 0 0,'-5'-10'2004'0'0,"5"8"-1498"0"0,-1-1 0 0 0,0 1 0 0 0,0-1 0 0 0,0 1 0 0 0,-1-1 0 0 0,1 1 0 0 0,-1 0 1 0 0,1-1-1 0 0,-1 1 0 0 0,0 0 0 0 0,1 0 0 0 0,-1 0 0 0 0,0 0 0 0 0,0 1 1 0 0,-1-1-1 0 0,1 1 0 0 0,-4-3 0 0 0,6 4-445 0 0,-1 1 1 0 0,0-1 0 0 0,1 0-1 0 0,-1 0 1 0 0,1 1-1 0 0,-1-1 1 0 0,1 0-1 0 0,-1 1 1 0 0,1-1-1 0 0,-1 0 1 0 0,1 1-1 0 0,-1-1 1 0 0,1 1 0 0 0,-1-1-1 0 0,1 1 1 0 0,0-1-1 0 0,-1 1 1 0 0,1-1-1 0 0,0 1 1 0 0,-1-1-1 0 0,1 1 1 0 0,0 0-1 0 0,0-1 1 0 0,-1 2-1 0 0,-6 19 281 0 0,7-18-220 0 0,-96 386-132 0 0,94-377-53 0 0,0 1 1 0 0,0 0-1 0 0,1 0 0 0 0,1 0 0 0 0,0 0 0 0 0,1 0 0 0 0,3 18 0 0 0,-3-28 42 0 0,0 1-1 0 0,0-1 1 0 0,0 0 0 0 0,0 0-1 0 0,0 0 1 0 0,1 0-1 0 0,-1 0 1 0 0,1-1 0 0 0,0 1-1 0 0,0 0 1 0 0,0-1-1 0 0,0 1 1 0 0,1-1 0 0 0,-1 0-1 0 0,1 0 1 0 0,-1 0-1 0 0,1 0 1 0 0,0 0 0 0 0,-1 0-1 0 0,1-1 1 0 0,0 1-1 0 0,0-1 1 0 0,0 0 0 0 0,1 0-1 0 0,-1 0 1 0 0,0 0-1 0 0,0-1 1 0 0,0 1 0 0 0,1-1-1 0 0,-1 0 1 0 0,0 0-1 0 0,1 0 1 0 0,-1 0 0 0 0,5-1-1 0 0,4-1 105 0 0,-1 0 1 0 0,1 0-1 0 0,-1-1 0 0 0,1 0 0 0 0,-1-1 1 0 0,0 0-1 0 0,0-1 0 0 0,-1 0 0 0 0,1-1 0 0 0,-1 0 1 0 0,-1-1-1 0 0,1 1 0 0 0,-1-2 0 0 0,0 0 1 0 0,-1 0-1 0 0,1 0 0 0 0,12-18 0 0 0,-13 13 25 0 0,0 0-1 0 0,0-1 1 0 0,-1 0-1 0 0,-1 0 1 0 0,0 0-1 0 0,-1-1 1 0 0,-1 0-1 0 0,0 0 1 0 0,-1 0-1 0 0,0 0 1 0 0,-1-1-1 0 0,-1 1 1 0 0,-1-18-1 0 0,-2-4 8 0 0,-2 0 0 0 0,-1 0 0 0 0,-12-42 0 0 0,12 60-131 0 0,0 1 0 0 0,-2 0 0 0 0,-1 0 0 0 0,0 0 0 0 0,-1 1-1 0 0,0 0 1 0 0,-24-29 0 0 0,32 44-129 0 0,0 0 0 0 0,-1 0 0 0 0,1 0 1 0 0,-1 1-1 0 0,0-1 0 0 0,1 0 0 0 0,-1 1 0 0 0,0 0 0 0 0,0-1 0 0 0,0 1 0 0 0,0 0 0 0 0,0 0 0 0 0,0 0 1 0 0,-1 0-1 0 0,1 0 0 0 0,0 1 0 0 0,0-1 0 0 0,-1 1 0 0 0,1-1 0 0 0,0 1 0 0 0,-1 0 0 0 0,-3 0 0 0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7:15.4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3 404 12899 0 0,'0'-1'167'0'0,"-1"0"0"0"0,1 1 1 0 0,0-1-1 0 0,0 0 1 0 0,-1 1-1 0 0,1-1 0 0 0,0 0 1 0 0,0 1-1 0 0,0-1 0 0 0,0 0 1 0 0,0 0-1 0 0,0 1 0 0 0,0-1 1 0 0,0 0-1 0 0,0 1 1 0 0,0-1-1 0 0,0 0 0 0 0,0 0 1 0 0,1 1-1 0 0,-1-1 0 0 0,0 0 1 0 0,1 1-1 0 0,-1-1 0 0 0,0 0 1 0 0,1 1-1 0 0,-1-1 0 0 0,1 1 1 0 0,-1-1-1 0 0,1 1 1 0 0,-1-1-1 0 0,1 1 0 0 0,-1-1 1 0 0,1 1-1 0 0,-1-1 0 0 0,1 1 1 0 0,0 0-1 0 0,-1-1 0 0 0,2 1 1 0 0,-1 0-79 0 0,0 0 1 0 0,0 0-1 0 0,1 0 1 0 0,-1 0-1 0 0,0 0 0 0 0,0 0 1 0 0,0 1-1 0 0,0-1 1 0 0,1 1-1 0 0,-1-1 1 0 0,0 0-1 0 0,0 1 1 0 0,0 0-1 0 0,0-1 1 0 0,0 1-1 0 0,0 0 1 0 0,0-1-1 0 0,0 1 0 0 0,-1 0 1 0 0,1 0-1 0 0,0 0 1 0 0,1 2-1 0 0,60 99 859 0 0,4 6-873 0 0,-43-77-68 0 0,44 45-1 0 0,-56-65-6 0 0,0 0 0 0 0,1-1-1 0 0,0 0 1 0 0,1-1 0 0 0,0-1-1 0 0,28 14 1 0 0,-39-22 7 0 0,-1 1 1 0 0,1 0-1 0 0,0-1 1 0 0,0 1-1 0 0,0-1 1 0 0,0 0-1 0 0,-1 0 1 0 0,1 1-1 0 0,0-1 1 0 0,0-1-1 0 0,0 1 1 0 0,0 0-1 0 0,0 0 1 0 0,-1-1-1 0 0,1 1 1 0 0,0-1-1 0 0,0 1 0 0 0,-1-1 1 0 0,1 0-1 0 0,0 0 1 0 0,-1 0-1 0 0,1 0 1 0 0,0 0-1 0 0,-1 0 1 0 0,0 0-1 0 0,1 0 1 0 0,-1 0-1 0 0,0-1 1 0 0,1 1-1 0 0,-1-1 1 0 0,2-2-1 0 0,2-6 75 0 0,1 1 0 0 0,-1-1 0 0 0,-1 0 0 0 0,5-16 0 0 0,-1 4 22 0 0,88-270 909 0 0,-63 180-1384 0 0,47-109 0 0 0,-56 174-597 0 0,-15 33 184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7:16.24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20 131 6449 0 0,'-9'-52'840'0'0,"2"12"3647"0"0,3 1 3692 0 0,5 46-7768 0 0,0-1 0 0 0,1 0-1 0 0,-1 0 1 0 0,1 1 0 0 0,4 6 0 0 0,3 12-233 0 0,16 76 117 0 0,13 113 0 0 0,-4 105-478 0 0,-33-303 159 0 0,0-8 45 0 0,5 52-867 0 0,14 65 0 0 0,-17-108 584 0 0,2 0-1 0 0,0 0 1 0 0,1-1-1 0 0,1 0 1 0 0,0 0-1 0 0,1 0 1 0 0,1-1-1 0 0,15 20 1 0 0,7-1 150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7:16.7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74 1 5065 0 0,'-4'8'7320'0'0,"-12"36"-5190"0"0,9-20-1620 0 0,-6 17 36 0 0,2 1-1 0 0,-10 75 0 0 0,20-105-536 0 0,1 1-1 0 0,0 0 1 0 0,0 0-1 0 0,1-1 1 0 0,1 1-1 0 0,0 0 1 0 0,0-1-1 0 0,2 0 0 0 0,-1 1 1 0 0,2-1-1 0 0,-1-1 1 0 0,2 1-1 0 0,12 20 1 0 0,-8-17 41 0 0,1 0 0 0 0,1-2 0 0 0,1 1 0 0 0,26 22 0 0 0,-35-32-15 0 0,1-1-1 0 0,-1 1 1 0 0,0-1 0 0 0,1 0 0 0 0,0-1 0 0 0,0 1 0 0 0,0-1-1 0 0,0 0 1 0 0,0 0 0 0 0,0 0 0 0 0,0-1 0 0 0,1 0 0 0 0,-1 0-1 0 0,0 0 1 0 0,1-1 0 0 0,-1 1 0 0 0,1-1 0 0 0,-1-1-1 0 0,1 1 1 0 0,8-3 0 0 0,-11 3-53 0 0,-1-1-1 0 0,1-1 1 0 0,-1 1-1 0 0,1 0 1 0 0,-1-1-1 0 0,1 1 1 0 0,-1-1 0 0 0,0 0-1 0 0,0 0 1 0 0,0 0-1 0 0,0 0 1 0 0,0 0-1 0 0,0 0 1 0 0,-1 0-1 0 0,1-1 1 0 0,-1 1-1 0 0,3-5 1 0 0,-2 2-58 0 0,-1 0 1 0 0,1 0-1 0 0,-1 0 0 0 0,0-1 1 0 0,-1 1-1 0 0,1 0 0 0 0,-1 0 1 0 0,0 0-1 0 0,-1-6 0 0 0,-1-4-109 0 0,-1 0 1 0 0,0 0-1 0 0,-1 1 0 0 0,-1 0 0 0 0,-11-24 0 0 0,13 31 457 0 0,-2-1-1 0 0,1 1 1 0 0,-1-1-1 0 0,0 2 1 0 0,0-1-1 0 0,-1 0 0 0 0,0 1 1 0 0,0 0-1 0 0,-1 0 1 0 0,-8-5-1 0 0,14 10-267 0 0,1 1 0 0 0,0-1-1 0 0,0 1 1 0 0,0-1 0 0 0,0 1 0 0 0,0-1-1 0 0,0 1 1 0 0,0-1 0 0 0,0 1-1 0 0,0-1 1 0 0,0 1 0 0 0,0-1 0 0 0,0 1-1 0 0,0-1 1 0 0,0 1 0 0 0,0-1-1 0 0,1 1 1 0 0,-1-1 0 0 0,0 1-1 0 0,0-1 1 0 0,1 1 0 0 0,-1-1 0 0 0,0 1-1 0 0,0 0 1 0 0,1-1 0 0 0,-1 1-1 0 0,1-1 1 0 0,-1 1 0 0 0,0 0 0 0 0,1 0-1 0 0,-1-1 1 0 0,1 1 0 0 0,-1 0-1 0 0,1-1 1 0 0,-1 1 0 0 0,1 0 0 0 0,21-16-283 0 0,-19 14 235 0 0,19-11-51 0 0,0 0 1 0 0,0 1-1 0 0,42-16 0 0 0,-55 25 234 0 0,0 0 0 0 0,0 0-1 0 0,0 1 1 0 0,1 0-1 0 0,-1 1 1 0 0,1 0-1 0 0,0 0 1 0 0,-1 1 0 0 0,1 0-1 0 0,-1 1 1 0 0,1 0-1 0 0,-1 1 1 0 0,11 2 0 0 0,-17-2-60 0 0,1-1 1 0 0,-1 1-1 0 0,0 0 1 0 0,0 0-1 0 0,0 0 1 0 0,0 0 0 0 0,0 0-1 0 0,0 1 1 0 0,-1-1-1 0 0,1 1 1 0 0,-1 0-1 0 0,0 0 1 0 0,0 0-1 0 0,0 0 1 0 0,0 0 0 0 0,0 0-1 0 0,0 1 1 0 0,-1-1-1 0 0,0 0 1 0 0,0 1-1 0 0,0 0 1 0 0,0-1 0 0 0,0 1-1 0 0,-1-1 1 0 0,1 7-1 0 0,-1 10 78 0 0,0 0 0 0 0,-1-1-1 0 0,-6 34 1 0 0,2-20-89 0 0,-1 8-119 0 0,3-23-235 0 0,0 0 0 0 0,1 1 0 0 0,1-1 0 0 0,1 0 0 0 0,0 1 0 0 0,5 27 0 0 0,2-24-7139 0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7:17.77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0 613 7370 0 0,'1'-2'155'0'0,"0"1"1"0"0,0 0 0 0 0,0 0-1 0 0,0 0 1 0 0,0 0 0 0 0,0 0-1 0 0,1 0 1 0 0,-1 0-1 0 0,0 0 1 0 0,0 0 0 0 0,1 0-1 0 0,-1 1 1 0 0,1-1 0 0 0,-1 0-1 0 0,0 1 1 0 0,1 0 0 0 0,-1-1-1 0 0,3 1 1 0 0,32-11 2261 0 0,-34 11-2157 0 0,15-3 989 0 0,0 1-1 0 0,0 1 1 0 0,28 1 0 0 0,-25 1-809 0 0,1-1-1 0 0,23-4 1 0 0,-38 3-397 0 0,0 0-1 0 0,0 0 1 0 0,0-1-1 0 0,-1 0 1 0 0,1 0-1 0 0,0-1 1 0 0,-1 1-1 0 0,0-1 1 0 0,1 0-1 0 0,-1-1 1 0 0,7-6-1 0 0,-10 9-37 0 0,0-1 0 0 0,-1 0 0 0 0,1 0 0 0 0,-1 0 1 0 0,0 0-1 0 0,0 0 0 0 0,0-1 0 0 0,0 1 0 0 0,0 0 0 0 0,0 0 0 0 0,0-1 0 0 0,-1 1 0 0 0,1 0 0 0 0,-1-1 0 0 0,0 1 0 0 0,0-1 0 0 0,0 1 0 0 0,0 0 0 0 0,0-1 1 0 0,0 1-1 0 0,-1-1 0 0 0,1 1 0 0 0,-1 0 0 0 0,-1-4 0 0 0,-2-8-31 0 0,-2 1 0 0 0,0 0 0 0 0,-9-15 0 0 0,-6-13-269 0 0,17 26 274 0 0,0 0 0 0 0,1 0 0 0 0,1-1 0 0 0,0 1 0 0 0,1-1 0 0 0,0 1 0 0 0,2-1 0 0 0,-1 1 0 0 0,6-27 0 0 0,-4 31 88 0 0,1-1 0 0 0,0 0 1 0 0,1 1-1 0 0,0-1 0 0 0,0 1 1 0 0,1 0-1 0 0,1 1 0 0 0,0-1 1 0 0,0 1-1 0 0,1 0 0 0 0,1 1 1 0 0,-1-1-1 0 0,10-7 0 0 0,-12 13-3 0 0,0 0 0 0 0,0 0 0 0 0,0 1-1 0 0,0-1 1 0 0,1 1 0 0 0,-1 1-1 0 0,1-1 1 0 0,-1 1 0 0 0,1 0 0 0 0,0 0-1 0 0,0 1 1 0 0,0-1 0 0 0,0 1 0 0 0,1 1-1 0 0,-1-1 1 0 0,0 1 0 0 0,11 1 0 0 0,-12 0-17 0 0,0 0 0 0 0,0 1-1 0 0,0-1 1 0 0,0 1 0 0 0,0 0 0 0 0,0 0 0 0 0,-1 1 0 0 0,1 0 0 0 0,-1-1 0 0 0,0 1 0 0 0,0 1 0 0 0,0-1 0 0 0,0 0 0 0 0,0 1 0 0 0,-1 0 0 0 0,0 0 0 0 0,0 0 0 0 0,0 0 0 0 0,0 1 0 0 0,0-1 0 0 0,2 7 0 0 0,4 13-89 0 0,-1 1-1 0 0,-1 0 1 0 0,-1 0 0 0 0,-2 0 0 0 0,3 31 0 0 0,-4-26-15 0 0,1-1 0 0 0,2 0 0 0 0,13 40 1 0 0,-18-65 64 0 0,0-1 0 0 0,0 1 0 0 0,1-1 0 0 0,0 0 0 0 0,0 0-1 0 0,0 1 1 0 0,0-1 0 0 0,0 0 0 0 0,0-1 0 0 0,1 1 0 0 0,-1 0 0 0 0,1-1 0 0 0,0 1 0 0 0,0-1 0 0 0,6 4 0 0 0,-6-5 31 0 0,0 0 0 0 0,0 0 0 0 0,0-1 0 0 0,1 1 0 0 0,-1-1 0 0 0,0 1 0 0 0,0-1-1 0 0,1 0 1 0 0,-1 0 0 0 0,0 0 0 0 0,0-1 0 0 0,0 1 0 0 0,1-1 0 0 0,-1 0 0 0 0,0 0 0 0 0,0 0 0 0 0,0 0 0 0 0,4-3 0 0 0,31-16 265 0 0,-2-3 0 0 0,0-1 1 0 0,-2-1-1 0 0,56-54 0 0 0,-43 37-451 0 0,58-40-1 0 0,-81 68-1617 0 0,-3 3-6245 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7:19.60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1025 3225 0 0,'2'1'43'0'0,"-1"0"0"0"0,1 0 1 0 0,-1-1-1 0 0,1 1 1 0 0,-1-1-1 0 0,1 1 0 0 0,-1-1 1 0 0,1 0-1 0 0,0 1 0 0 0,-1-1 1 0 0,1 0-1 0 0,0 0 1 0 0,-1 0-1 0 0,1 0 0 0 0,0 0 1 0 0,2-1-1 0 0,0 0-4 0 0,49-3 698 0 0,0-2-1 0 0,96-25 1 0 0,102-45 773 0 0,-229 68-1373 0 0,327-108 1541 0 0,229-75 412 0 0,8 27-931 0 0,421-58-525 0 0,-768 174-254 0 0,386-66 1227 0 0,-451 91-676 0 0,282-3 1 0 0,-452 27-916 0 0,122 5 333 0 0,-115-4-252 0 0,1 0 0 0 0,-1 0 0 0 0,0 1 0 0 0,0 1 0 0 0,0 0 0 0 0,0 0 1 0 0,0 1-1 0 0,15 10 0 0 0,-22-13-8 0 0,-2 1 1 0 0,1 0-1 0 0,0 0 1 0 0,-1 0-1 0 0,1 0 1 0 0,-1 0-1 0 0,0 0 1 0 0,0 1-1 0 0,0-1 1 0 0,0 1-1 0 0,-1-1 1 0 0,1 1-1 0 0,-1 0 0 0 0,0-1 1 0 0,0 1-1 0 0,0 0 1 0 0,-1 0-1 0 0,1 0 1 0 0,-1 6-1 0 0,-1 9 244 0 0,0 0 0 0 0,-7 35 0 0 0,3-24-194 0 0,-27 225 47 0 0,-24 146 54 0 0,21-216-352 0 0,-44 317-836 0 0,74-438 829 0 0,3 1 0 0 0,2 0 1 0 0,4 0-1 0 0,2-1 0 0 0,27 117 0 0 0,11-42-29 0 0,116 247 1 0 0,4 8 478 0 0,22 232 1552 0 0,-143-436-1295 0 0,25 261 1 0 0,-63-393-581 0 0,-3-1 1 0 0,-2 1 0 0 0,-12 87-1 0 0,8-117-6 0 0,-1-1 0 0 0,-1 0 0 0 0,-2 0 0 0 0,-1-1 0 0 0,0 0 0 0 0,-2-1-1 0 0,-1 0 1 0 0,-1 0 0 0 0,-24 32 0 0 0,28-46 21 0 0,-1-1-1 0 0,0-1 1 0 0,0 1 0 0 0,-1-2 0 0 0,0 1 0 0 0,0-1-1 0 0,-1-1 1 0 0,0 0 0 0 0,-1-1 0 0 0,1 0-1 0 0,-1-1 1 0 0,0-1 0 0 0,-1 0 0 0 0,-21 4-1 0 0,-16 0 127 0 0,0-2-1 0 0,-81-2 0 0 0,97-4-126 0 0,-455-10 228 0 0,79 0-355 0 0,-1 29-112 0 0,235 5 145 0 0,-224 59 0 0 0,-165 79-209 0 0,484-137 242 0 0,20-7 179 0 0,-111 17 1 0 0,135-31-744 0 0,-45 0 0 0 0,54-5-1469 0 0,1-1 0 0 0,-35-6 0 0 0,20-2-4966 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7:20.1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9218 0 0,'2'0'29'0'0,"0"0"0"0"0,0 1 0 0 0,-1-1 0 0 0,1 1 0 0 0,0 0 0 0 0,-1-1 0 0 0,1 1 0 0 0,-1 0 0 0 0,1 0 0 0 0,-1 0 0 0 0,1 0 0 0 0,-1 0 0 0 0,0 0 0 0 0,1 0 0 0 0,-1 0 0 0 0,0 1 0 0 0,0-1 0 0 0,0 0 0 0 0,0 1 1 0 0,0-1-1 0 0,1 3 0 0 0,16 37-99 0 0,-15-34 272 0 0,21 69 694 0 0,-2 1 0 0 0,17 131 0 0 0,-11-50-82 0 0,128 539 1325 0 0,64 335-527 0 0,-179-775-635 0 0,-12 2 0 0 0,-3 273-1 0 0,-28-345-231 0 0,21 601 1223 0 0,-5-573-2445 0 0,-10-135-1871 0 0,-2-42-4925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7:20.61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32 13363 0 0,'1'-2'297'0'0,"0"0"0"0"0,0 0 0 0 0,1 0 0 0 0,-1 0-1 0 0,1 1 1 0 0,-1-1 0 0 0,1 0 0 0 0,0 1 0 0 0,-1-1 0 0 0,1 1 0 0 0,0 0 0 0 0,0-1 0 0 0,0 1 0 0 0,0 0 0 0 0,0 0 0 0 0,1 0 0 0 0,-1 0-1 0 0,3 0 1 0 0,-3 0-183 0 0,0 1 0 0 0,-1-1 0 0 0,1 1-1 0 0,0-1 1 0 0,0 1 0 0 0,-1 0 0 0 0,1 0-1 0 0,0 0 1 0 0,0 0 0 0 0,-1 0 0 0 0,1 0-1 0 0,0 1 1 0 0,0-1 0 0 0,-1 0 0 0 0,1 1-1 0 0,0-1 1 0 0,-1 1 0 0 0,1 0 0 0 0,-1-1 0 0 0,1 1-1 0 0,-1 0 1 0 0,1 0 0 0 0,-1 0 0 0 0,1 0-1 0 0,1 2 1 0 0,0 3-3 0 0,0 0-1 0 0,1 0 1 0 0,-2 0 0 0 0,1 0-1 0 0,-1 1 1 0 0,0-1 0 0 0,2 13 0 0 0,4 52 106 0 0,-6-48-122 0 0,17 207 47 0 0,47 328 249 0 0,-37-433-1231 0 0,-11-55-2205 0 0,12 101 1 0 0,-28-142-4158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7:20.9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0 361 5985 0 0,'30'10'3568'0'0,"116"44"2588"0"0,32 10-1404 0 0,-154-57-4372 0 0,0-2-1 0 0,0 0 1 0 0,0-2-1 0 0,0 0 1 0 0,41-2-1 0 0,-56-3-324 0 0,0 1 0 0 0,0-1 0 0 0,0-1 0 0 0,0 0 0 0 0,0 0 0 0 0,0-1 0 0 0,-1 0 0 0 0,1 0 0 0 0,-1-1 0 0 0,0 0 0 0 0,-1 0 0 0 0,1-1 0 0 0,-1 0 0 0 0,0 0-1 0 0,-1-1 1 0 0,1 0 0 0 0,8-14 0 0 0,8-10 241 0 0,-3-2-1 0 0,32-66 0 0 0,-51 97-295 0 0,45-104-899 0 0,13-25-1260 0 0,-59 130 1941 0 0,1 0 1 0 0,-1 0-1 0 0,1 0 0 0 0,-1 0 0 0 0,1 0 0 0 0,0 0 0 0 0,-1 0 0 0 0,1 0 0 0 0,0 0 1 0 0,0 0-1 0 0,0 1 0 0 0,0-1 0 0 0,-1 0 0 0 0,1 0 0 0 0,0 1 0 0 0,0-1 0 0 0,1 1 1 0 0,-1-1-1 0 0,1 1 0 0 0,-1 0 175 0 0,-1 0 1 0 0,1 0-1 0 0,-1 0 1 0 0,1 1-1 0 0,0-1 0 0 0,-1 0 1 0 0,1 1-1 0 0,-1-1 1 0 0,1 1-1 0 0,-1-1 0 0 0,1 1 1 0 0,-1-1-1 0 0,1 1 1 0 0,-1-1-1 0 0,1 1 0 0 0,-1-1 1 0 0,0 1-1 0 0,1-1 1 0 0,-1 1-1 0 0,0 0 1 0 0,0-1-1 0 0,1 1 0 0 0,-1-1 1 0 0,0 1-1 0 0,0 0 1 0 0,0-1-1 0 0,0 1 0 0 0,0 0 1 0 0,0-1-1 0 0,0 1 1 0 0,0 0-1 0 0,0-1 1 0 0,0 1-1 0 0,0 1 0 0 0,-1 17 43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7:28.31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71 39 9218 0 0,'-28'-27'6723'0'0,"26"26"-6392"0"0,1 0-1 0 0,0 0 0 0 0,-1 0 0 0 0,0 0 0 0 0,1 0 1 0 0,-1 0-1 0 0,1 0 0 0 0,-1 0 0 0 0,0 1 0 0 0,0-1 1 0 0,1 1-1 0 0,-1-1 0 0 0,0 1 0 0 0,0 0 1 0 0,0 0-1 0 0,0 0 0 0 0,1 0 0 0 0,-5 0 0 0 0,6 0-276 0 0,-1 1-1 0 0,1-1 0 0 0,-1 1 0 0 0,1-1 1 0 0,-1 1-1 0 0,1-1 0 0 0,0 1 0 0 0,-1-1 0 0 0,1 1 1 0 0,0-1-1 0 0,-1 1 0 0 0,1-1 0 0 0,0 1 1 0 0,0 0-1 0 0,-1-1 0 0 0,1 1 0 0 0,0-1 0 0 0,0 1 1 0 0,0 0-1 0 0,0-1 0 0 0,0 1 0 0 0,0 0 0 0 0,0-1 1 0 0,0 1-1 0 0,0 0 0 0 0,4 22 167 0 0,-3-17-59 0 0,52 473 544 0 0,-51-410-705 0 0,-3-41-44 0 0,2 0 0 0 0,0 0 0 0 0,2 0 0 0 0,2 0 0 0 0,10 39 0 0 0,-13-61-68 0 0,1 0 1 0 0,0 0-1 0 0,-1-1 0 0 0,2 1 0 0 0,6 8 0 0 0,3 0-513 0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7:28.6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68 3681 0 0,'0'-11'40'0'0,"13"-46"11507"0"0,-8 87-9735 0 0,-3 132 2235 0 0,0 17-2718 0 0,0-156-1285 0 0,1 0-1 0 0,1 0 1 0 0,1 0-1 0 0,1-1 0 0 0,15 35 1 0 0,-19-51-44 0 0,1 0 0 0 0,0-1 0 0 0,0 1 0 0 0,0-1 0 0 0,1 0 0 0 0,-1 0 0 0 0,1 0 0 0 0,1 0 0 0 0,-1-1 0 0 0,1 0 0 0 0,0 0 0 0 0,0 0 0 0 0,8 5 0 0 0,-9-7 0 0 0,-1-1 0 0 0,1 0 0 0 0,-1 0 0 0 0,1 0 0 0 0,-1 0 0 0 0,1-1 0 0 0,0 1 0 0 0,-1-1 0 0 0,1 0 0 0 0,0 0 0 0 0,0 0 0 0 0,-1 0 0 0 0,1-1 0 0 0,0 0 0 0 0,-1 1 0 0 0,1-1 0 0 0,-1-1 0 0 0,1 1 0 0 0,-1 0 0 0 0,0-1 0 0 0,1 0 0 0 0,-1 0 0 0 0,0 0 0 0 0,3-2 0 0 0,2-3 18 0 0,-1 1 0 0 0,1-1 0 0 0,-2-1 0 0 0,1 1 0 0 0,-1-1 0 0 0,0 0 0 0 0,-1 0 0 0 0,1-1 0 0 0,-2 0 0 0 0,1 0-1 0 0,-1 0 1 0 0,-1 0 0 0 0,0-1 0 0 0,0 1 0 0 0,-1-1 0 0 0,0 0 0 0 0,0 0 0 0 0,-1-11 0 0 0,0 9-5 0 0,-1 1-1 0 0,0-1 0 0 0,-1 0 1 0 0,0 1-1 0 0,-1-1 1 0 0,0 0-1 0 0,-1 1 1 0 0,0 0-1 0 0,-1 0 0 0 0,0 0 1 0 0,-1 0-1 0 0,0 0 1 0 0,-1 1-1 0 0,0 0 1 0 0,-8-10-1 0 0,-16-13 19 0 0,-47-39-1 0 0,37 37-168 0 0,23 18-101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7:28.96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116 0 10138 0 0,'-26'11'924'0'0,"15"-7"541"0"0,-1 1 1 0 0,1 0 0 0 0,1 1 0 0 0,-1 0-1 0 0,1 1 1 0 0,-13 10 0 0 0,23-17-1431 0 0,-1 0 0 0 0,1 1 0 0 0,0-1 0 0 0,0 0 0 0 0,0 1 1 0 0,0-1-1 0 0,0 0 0 0 0,0 1 0 0 0,0-1 0 0 0,0 0 0 0 0,0 1 0 0 0,0-1 0 0 0,0 0 0 0 0,0 1 1 0 0,0-1-1 0 0,0 0 0 0 0,0 0 0 0 0,0 1 0 0 0,0-1 0 0 0,0 0 0 0 0,1 1 0 0 0,-1-1 0 0 0,0 0 0 0 0,0 1 1 0 0,0-1-1 0 0,1 0 0 0 0,-1 0 0 0 0,0 1 0 0 0,0-1 0 0 0,0 0 0 0 0,1 0 0 0 0,-1 0 0 0 0,0 1 1 0 0,0-1-1 0 0,1 0 0 0 0,-1 0 0 0 0,0 0 0 0 0,1 0 0 0 0,-1 0 0 0 0,0 1 0 0 0,1-1 0 0 0,-1 0 1 0 0,0 0-1 0 0,0 0 0 0 0,1 0 0 0 0,-1 0 0 0 0,0 0 0 0 0,1 0 0 0 0,-1 0 0 0 0,0 0 0 0 0,1 0 1 0 0,21 4 142 0 0,-21-4-116 0 0,122 11 614 0 0,-33-5-770 0 0,-79-5-538 0 0,0 0-1 0 0,0-1 0 0 0,17-2 0 0 0,-10-2-7099 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7:29.4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273 6 12443 0 0,'1'0'94'0'0,"-1"-1"1"0"0,1 1-1 0 0,0 0 1 0 0,0 0-1 0 0,-1 1 0 0 0,1-1 1 0 0,0 0-1 0 0,-1 0 1 0 0,1 0-1 0 0,0 0 1 0 0,-1 1-1 0 0,1-1 1 0 0,0 0-1 0 0,-1 0 1 0 0,1 1-1 0 0,0-1 1 0 0,-1 1-1 0 0,1-1 1 0 0,-1 0-1 0 0,1 1 0 0 0,-1-1 1 0 0,1 1-1 0 0,-1-1 1 0 0,1 1-1 0 0,-1 0 1 0 0,1-1-1 0 0,-1 1 1 0 0,0-1-1 0 0,1 1 1 0 0,-1 0-1 0 0,0-1 1 0 0,0 1-1 0 0,0 0 0 0 0,1-1 1 0 0,-1 1-1 0 0,0 0 1 0 0,0 0-1 0 0,0-1 1 0 0,0 1-1 0 0,0 0 1 0 0,0-1-1 0 0,0 1 1 0 0,0 0-1 0 0,0 0 1 0 0,-1 0-1 0 0,1 2 23 0 0,1 10 71 0 0,0-1-1 0 0,-1 1 1 0 0,-1-1 0 0 0,0 1 0 0 0,0-1-1 0 0,-2 0 1 0 0,1 1 0 0 0,-2-1 0 0 0,1 0-1 0 0,-2-1 1 0 0,0 1 0 0 0,-9 16-1 0 0,11-23-245 0 0,0 0-1 0 0,0-1 0 0 0,-1 1 1 0 0,0-1-1 0 0,1 1 0 0 0,-2-1 0 0 0,1 0 1 0 0,0-1-1 0 0,-1 1 0 0 0,0-1 1 0 0,0 0-1 0 0,0 0 0 0 0,0 0 0 0 0,0-1 1 0 0,0 0-1 0 0,-1 0 0 0 0,1 0 0 0 0,-1-1 1 0 0,0 1-1 0 0,1-1 0 0 0,-1-1 1 0 0,0 1-1 0 0,1-1 0 0 0,-1 0 0 0 0,0 0 1 0 0,0-1-1 0 0,0 0 0 0 0,1 0 0 0 0,-7-2 1 0 0,7 2 99 0 0,-1-1 0 0 0,1 0 0 0 0,0 0 1 0 0,0-1-1 0 0,-1 0 0 0 0,2 0 0 0 0,-1 0 1 0 0,0 0-1 0 0,1-1 0 0 0,-1 1 0 0 0,1-1 1 0 0,0-1-1 0 0,0 1 0 0 0,0 0 0 0 0,1-1 0 0 0,0 0 1 0 0,0 0-1 0 0,0 0 0 0 0,0 0 0 0 0,1 0 1 0 0,0 0-1 0 0,0-1 0 0 0,0 1 0 0 0,1-1 0 0 0,0 0 1 0 0,-1-6-1 0 0,1 6 38 0 0,1 1 0 0 0,0-1 1 0 0,0 0-1 0 0,0 1 0 0 0,1-1 1 0 0,0 1-1 0 0,0-1 0 0 0,0 1 0 0 0,1 0 1 0 0,-1-1-1 0 0,1 1 0 0 0,1 0 0 0 0,-1 0 1 0 0,1 0-1 0 0,0 0 0 0 0,0 1 1 0 0,0-1-1 0 0,0 1 0 0 0,1 0 0 0 0,0-1 1 0 0,0 2-1 0 0,0-1 0 0 0,0 0 0 0 0,1 1 1 0 0,-1 0-1 0 0,1 0 0 0 0,6-3 0 0 0,-3 3-23 0 0,0 0 0 0 0,0 1-1 0 0,0-1 1 0 0,0 2 0 0 0,0-1-1 0 0,0 1 1 0 0,0 0 0 0 0,0 1-1 0 0,0 0 1 0 0,1 0 0 0 0,-1 1-1 0 0,0 0 1 0 0,0 0 0 0 0,0 1-1 0 0,0 0 1 0 0,0 0 0 0 0,0 1-1 0 0,-1 0 1 0 0,1 0-1 0 0,-1 1 1 0 0,0 0 0 0 0,0 1-1 0 0,0-1 1 0 0,0 1 0 0 0,-1 0-1 0 0,0 1 1 0 0,0 0 0 0 0,0 0-1 0 0,-1 0 1 0 0,0 0 0 0 0,0 1-1 0 0,-1 0 1 0 0,0 0 0 0 0,0 0-1 0 0,0 1 1 0 0,3 11 0 0 0,1 4-36 0 0,-2 0 0 0 0,-1 0 0 0 0,-1 0 0 0 0,0 1 0 0 0,-2-1 0 0 0,-1 1 0 0 0,-1 0 0 0 0,-1 0 0 0 0,-6 38 0 0 0,2-32 49 0 0,-2 0-1 0 0,0-1 1 0 0,-3 0 0 0 0,0 0-1 0 0,-1-1 1 0 0,-2 0-1 0 0,-19 29 1 0 0,28-51-52 0 0,2-2-15 0 0,0 1 0 0 0,-1-1 1 0 0,0 0-1 0 0,0-1 0 0 0,0 1 0 0 0,0 0 1 0 0,-1-1-1 0 0,-4 4 0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7:21.41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 1 2304 0 0,'-6'3'25200'0'0,"22"23"-28998"0"0,-8-8 4005 0 0,-1 1-1 0 0,0 0 1 0 0,-1 0 0 0 0,-1 0-1 0 0,4 34 1 0 0,-5-33-134 0 0,7 62 216 0 0,0 165 0 0 0,-12-175-306 0 0,4 0 1 0 0,2 0-1 0 0,20 90 1 0 0,-21-147-354 0 0,1 1 0 0 0,0-1 0 0 0,1-1 1 0 0,0 1-1 0 0,1-1 0 0 0,13 19 0 0 0,-14-24-599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7:21.80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104 32 7834 0 0,'0'-31'14242'0'0,"0"53"-13875"0"0,-3 55 734 0 0,0 26-404 0 0,-21 119-1 0 0,-6-76-613 0 0,-10 58-399 0 0,39-193-150 0 0,-1 1 0 0 0,2-1 0 0 0,-1 0 0 0 0,2 0 1 0 0,1 14-1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7:22.17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13 113 9218 0 0,'-13'-4'3173'0'0,"21"22"2370"0"0,-2-4-5273 0 0,5 18 1043 0 0,1-2 1 0 0,22 39-1 0 0,-27-55-1228 0 0,1-1 0 0 0,1-1 1 0 0,0 1-1 0 0,1-1 0 0 0,0-1 1 0 0,1 0-1 0 0,13 11 0 0 0,-23-21-92 0 0,1 1 0 0 0,-1-1 0 0 0,1 0 0 0 0,0 0 0 0 0,-1 0 1 0 0,1 0-1 0 0,0 0 0 0 0,0 0 0 0 0,0 0 0 0 0,0 0 0 0 0,0-1 0 0 0,0 1 0 0 0,0-1 0 0 0,0 1 0 0 0,0-1 0 0 0,0 0 0 0 0,0 0 0 0 0,0 0 0 0 0,0 0 0 0 0,0 0 0 0 0,0 0 0 0 0,0-1 0 0 0,0 1 0 0 0,0-1 0 0 0,0 1 0 0 0,0-1 0 0 0,2-1 1 0 0,1-2-36 0 0,0 1 0 0 0,-1-1 1 0 0,0 0-1 0 0,0-1 0 0 0,0 1 1 0 0,0-1-1 0 0,-1 0 0 0 0,5-7 1 0 0,10-20 70 0 0,-2-1 0 0 0,-1 0 0 0 0,19-65 1 0 0,17-40 49 0 0,-51 138-78 0 0,0-1 1 0 0,0 1-1 0 0,0-1 0 0 0,0 1 1 0 0,1 0-1 0 0,-1-1 0 0 0,0 1 1 0 0,0-1-1 0 0,0 1 0 0 0,1 0 1 0 0,-1-1-1 0 0,0 1 1 0 0,1 0-1 0 0,-1-1 0 0 0,0 1 1 0 0,0 0-1 0 0,1-1 0 0 0,-1 1 1 0 0,1 0-1 0 0,-1 0 0 0 0,0-1 1 0 0,1 1-1 0 0,-1 0 1 0 0,0 0-1 0 0,1 0 0 0 0,-1 0 1 0 0,1-1-1 0 0,-1 1 0 0 0,1 0 1 0 0,-1 0-1 0 0,1 0 0 0 0,-1 0 1 0 0,0 0-1 0 0,1 0 1 0 0,0 0-1 0 0,11 15 119 0 0,9 40 167 0 0,-15-38-207 0 0,6 10 144 0 0,0 0 0 0 0,1-1 1 0 0,18 24-1 0 0,-24-40-578 0 0,0 0-1 0 0,1-1 1 0 0,0 0 0 0 0,1 0-1 0 0,0-1 1 0 0,0 0 0 0 0,1-1 0 0 0,0 0-1 0 0,21 11 1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7:22.40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31 5065 0 0,'2'-2'-500'0'0,"14"-15"258"0"0,0 6 4094 0 0,-15 11-3534 0 0,1-1 0 0 0,-1 1 0 0 0,0 0 0 0 0,0 0 0 0 0,0 0 0 0 0,1 0 0 0 0,-1 0 0 0 0,0 1 0 0 0,0-1 0 0 0,1 0 0 0 0,-1 0 0 0 0,0 1 0 0 0,0-1 0 0 0,0 1 0 0 0,0-1 0 0 0,0 1 0 0 0,0-1-1 0 0,0 1 1 0 0,0 0 0 0 0,0 0 0 0 0,0-1 0 0 0,0 1 0 0 0,0 0 0 0 0,0 0 0 0 0,0 0 0 0 0,-1 0 0 0 0,1 0 0 0 0,0 0 0 0 0,-1 0 0 0 0,1 0 0 0 0,-1 0 0 0 0,2 3 0 0 0,2 4 143 0 0,-1 0 0 0 0,1 0 1 0 0,-1 1-1 0 0,-1-1 0 0 0,1 1 0 0 0,-2-1 1 0 0,1 1-1 0 0,0 17 0 0 0,-5 76 444 0 0,1-75-561 0 0,-20 170 203 0 0,-2 46-29 0 0,24-222-718 0 0,1 0 1 0 0,6 39-1 0 0,-5-49-182 0 0,0-2 1 0 0,1 1 0 0 0,0 0-1 0 0,1 0 1 0 0,0-1 0 0 0,1 0 0 0 0,10 17-1 0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7:22.61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 80 4609 0 0,'-1'-2'147'0'0,"0"0"1"0"0,0 0-1 0 0,1-1 0 0 0,-1 1 0 0 0,1 0 1 0 0,-1 0-1 0 0,1 0 0 0 0,0 0 1 0 0,0 0-1 0 0,0-1 0 0 0,0 1 0 0 0,0 0 1 0 0,1 0-1 0 0,-1 0 0 0 0,1 0 1 0 0,-1 0-1 0 0,2-3 0 0 0,0 3 349 0 0,0 0 0 0 0,0 0 0 0 0,0 0 0 0 0,1 0 0 0 0,-1 0 0 0 0,1 1 0 0 0,-1-1 0 0 0,1 1 0 0 0,0-1 0 0 0,0 1 0 0 0,-1 0 0 0 0,5-1 0 0 0,6-2 212 0 0,1 1-1 0 0,0 0 0 0 0,0 0 1 0 0,1 1-1 0 0,-1 1 0 0 0,0 1 1 0 0,0 0-1 0 0,1 1 0 0 0,-1 0 1 0 0,0 1-1 0 0,23 6 0 0 0,-22-4-536 0 0,0 0 0 0 0,0 1 0 0 0,-1 1 0 0 0,0 1 0 0 0,0 0 0 0 0,0 0 0 0 0,-1 1 0 0 0,-1 1 0 0 0,1 0 0 0 0,18 18 0 0 0,-24-19-157 0 0,-1 0-1 0 0,0 0 0 0 0,-1 0 1 0 0,1 1-1 0 0,-1 0 0 0 0,-1 0 1 0 0,0 0-1 0 0,0 1 0 0 0,4 17 1 0 0,-2 3-584 0 0,3 57 0 0 0,-4-32-747 0 0,-3-30 95 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7:22.80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1 142 12443 0 0,'0'4'5189'0'0,"-1"-4"-5106"0"0,14 1 2424 0 0,18-3-1054 0 0,20-13-1278 0 0,-1-2-1 0 0,-2-2 0 0 0,83-45 1 0 0,-79 34-487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7:30.61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37 88 4145 0 0,'-9'-26'8924'0'0,"-18"-35"1"0"0,32 77-8333 0 0,0 2 0 0 0,-1-1 0 0 0,-1 0 0 0 0,1 32 0 0 0,-2-30-341 0 0,9 183 179 0 0,-9-116-532 0 0,14 93 0 0 0,-13-163-51 0 0,0 0 0 0 0,9 24 1 0 0,-10-35-250 0 0,0 1 0 0 0,1 0 0 0 0,0-1 0 0 0,0 0 0 0 0,0 0 0 0 0,1 0 1 0 0,-1 0-1 0 0,1 0 0 0 0,9 8 0 0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7:31.05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71 19 9674 0 0,'-11'-17'8894'0'0,"9"16"-8507"0"0,1 1-205 0 0,0 0 0 0 0,1 0 0 0 0,-1 1 0 0 0,0-1 0 0 0,0 0 0 0 0,1 1 0 0 0,-1-1 0 0 0,0 0 0 0 0,1 1 0 0 0,-1-1 0 0 0,0 1 0 0 0,1-1 0 0 0,-1 1 0 0 0,1-1 0 0 0,-1 1 0 0 0,1-1 0 0 0,-1 1 0 0 0,1 0 0 0 0,-1-1 0 0 0,0 2 0 0 0,-2 4 5 0 0,0 0 0 0 0,0 0 1 0 0,0 0-1 0 0,-3 11 0 0 0,-3 26-103 0 0,2 0-1 0 0,2 0 1 0 0,2 0-1 0 0,2 1 1 0 0,1-1 0 0 0,2 1-1 0 0,3-1 1 0 0,10 50-1 0 0,-9-71-84 0 0,0 1-1 0 0,9 21 1 0 0,-13-38-11 0 0,1-1 0 0 0,-1 1 0 0 0,1-1 0 0 0,0 0 0 0 0,1 0-1 0 0,-1 0 1 0 0,1 0 0 0 0,0 0 0 0 0,0-1 0 0 0,0 1 0 0 0,1-1 0 0 0,9 7 0 0 0,-12-10 8 0 0,1 0 0 0 0,-1 0 0 0 0,0 0 0 0 0,1 0 0 0 0,-1-1 0 0 0,1 1 1 0 0,-1-1-1 0 0,1 1 0 0 0,-1-1 0 0 0,1 0 0 0 0,-1 0 0 0 0,1 0 0 0 0,-1 0 0 0 0,1-1 0 0 0,-1 1 0 0 0,1-1 1 0 0,4-1-1 0 0,-2 0 2 0 0,-1 0 1 0 0,1-1 0 0 0,0 0 0 0 0,-1 0 0 0 0,0 0-1 0 0,1 0 1 0 0,-1 0 0 0 0,4-6 0 0 0,-1 1 1 0 0,0 0 1 0 0,0 0 0 0 0,-1-1 0 0 0,0 0-1 0 0,-1 0 1 0 0,0-1 0 0 0,0 1-1 0 0,3-12 1 0 0,-4 1 24 0 0,0 0 0 0 0,-1-1 0 0 0,0 0-1 0 0,-2 1 1 0 0,-1-1 0 0 0,-2-20 0 0 0,-1 8 24 0 0,-2 1 1 0 0,-1-1 0 0 0,-11-32-1 0 0,16 58-64 0 0,-2 1 0 0 0,1 0 0 0 0,-1 0-1 0 0,1-1 1 0 0,-2 2 0 0 0,1-1 0 0 0,-1 0 0 0 0,0 1-1 0 0,0-1 1 0 0,0 1 0 0 0,-1 1 0 0 0,1-1 0 0 0,-1 0-1 0 0,-10-6 1 0 0,4 5-352 0 0,0 1-1 0 0,0 0 0 0 0,0 1 1 0 0,-1 0-1 0 0,1 1 1 0 0,-1 0-1 0 0,-15-1 1 0 0,10 0-1006 0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7:31.36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11058 0 0,'10'2'10961'0'0,"2"3"-7825"0"0,-8-3-3296 0 0,1 0 0 0 0,-1-1 1 0 0,1 1-1 0 0,0-1 0 0 0,0 0 1 0 0,7 0-1 0 0,4-2-269 0 0,-1 0-1 0 0,27-7 0 0 0,-28 5-1025 0 0,4-1-6235 0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7:32.06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168 39 3889 0 0,'0'-3'-77'0'0,"-3"-22"4182"0"0,2 24-3796 0 0,0 0 1 0 0,1 1-1 0 0,-1-1 0 0 0,0 0 0 0 0,0 0 1 0 0,0 1-1 0 0,0-1 0 0 0,0 1 0 0 0,0-1 1 0 0,0 0-1 0 0,0 1 0 0 0,0 0 1 0 0,0-1-1 0 0,0 1 0 0 0,0 0 0 0 0,0-1 1 0 0,0 1-1 0 0,0 0 0 0 0,0 0 0 0 0,0 0 1 0 0,0 0-1 0 0,0 0 0 0 0,-2 0 0 0 0,1 0 175 0 0,0 1-1 0 0,1-1 1 0 0,-1 0 0 0 0,0 1-1 0 0,1-1 1 0 0,-1 1-1 0 0,0 0 1 0 0,1-1 0 0 0,-1 1-1 0 0,0 0 1 0 0,1 0-1 0 0,0 0 1 0 0,-3 2 0 0 0,-20 25 1145 0 0,-15 37-2678 0 0,35-57 1540 0 0,-4 8-489 0 0,1 1 1 0 0,0 0 0 0 0,1 0-1 0 0,1 0 1 0 0,1 1-1 0 0,0-1 1 0 0,1 1-1 0 0,0 18 1 0 0,2-10-54 0 0,2-1 1 0 0,1 0-1 0 0,0 0 1 0 0,2 0-1 0 0,8 28 1 0 0,-11-48 42 0 0,1-1-1 0 0,-1 1 1 0 0,1-1 0 0 0,0 1-1 0 0,0-1 1 0 0,0 0 0 0 0,1 0-1 0 0,0 0 1 0 0,-1 0 0 0 0,2 0 0 0 0,-1-1-1 0 0,0 1 1 0 0,1-1 0 0 0,-1 0-1 0 0,1 0 1 0 0,0 0 0 0 0,0 0-1 0 0,0-1 1 0 0,0 1 0 0 0,0-1 0 0 0,1 0-1 0 0,-1-1 1 0 0,6 2 0 0 0,-3-1 16 0 0,0-1 0 0 0,0 0 0 0 0,0-1 0 0 0,-1 1 1 0 0,1-1-1 0 0,0-1 0 0 0,0 0 0 0 0,0 1 0 0 0,0-2 1 0 0,-1 1-1 0 0,1-1 0 0 0,-1 0 0 0 0,1-1 0 0 0,-1 1 1 0 0,10-6-1 0 0,30-26 170 0 0,-43 32-147 0 0,-1 0-1 0 0,1 0 1 0 0,-1-1-1 0 0,0 1 1 0 0,0-1 0 0 0,0 1-1 0 0,0-1 1 0 0,-1 0 0 0 0,1 1-1 0 0,-1-1 1 0 0,1 0-1 0 0,-1 0 1 0 0,0 0 0 0 0,0 0-1 0 0,1-6 1 0 0,-3 8 7 0 0,1-1 0 0 0,-1 1-1 0 0,1-1 1 0 0,-1 1 0 0 0,1-1 0 0 0,-1 0 0 0 0,0 1-1 0 0,0 0 1 0 0,1-1 0 0 0,-1 1 0 0 0,0 0-1 0 0,0-1 1 0 0,-1 1 0 0 0,1 0 0 0 0,0 0 0 0 0,0 0-1 0 0,-1 0 1 0 0,1 0 0 0 0,0 0 0 0 0,-1 0 0 0 0,1 0-1 0 0,-1 1 1 0 0,1-1 0 0 0,-1 0 0 0 0,1 1-1 0 0,-1-1 1 0 0,0 1 0 0 0,1 0 0 0 0,-3-1 0 0 0,-4 0 77 0 0,0-1 0 0 0,-1 1 0 0 0,1 1 1 0 0,-11 0-1 0 0,-13 2 23 0 0,0 1 1 0 0,-62 15 0 0 0,88-16-1331 0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17:39.9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 28 9218 0 0,'-1'0'29'0'0,"0"-1"1"0"0,0 1-1 0 0,1-1 0 0 0,-1 1 0 0 0,0-1 1 0 0,1 1-1 0 0,-1-1 0 0 0,0 0 1 0 0,1 0-1 0 0,-1 1 0 0 0,1-1 0 0 0,-1 0 1 0 0,1 0-1 0 0,-1 0 0 0 0,1 1 0 0 0,-1-1 1 0 0,1 0-1 0 0,0 0 0 0 0,0 0 1 0 0,-1 0-1 0 0,1 0 0 0 0,0 0 0 0 0,0 0 1 0 0,0 0-1 0 0,0 0 0 0 0,0 0 1 0 0,0-1-1 0 0,0-2-17 0 0,1 5 119 0 0,0 0 0 0 0,0 0-1 0 0,0 1 1 0 0,0-1 0 0 0,0 0 0 0 0,0 0 0 0 0,0 0-1 0 0,0 0 1 0 0,0 0 0 0 0,1 0 0 0 0,-1 0-1 0 0,0-1 1 0 0,1 1 0 0 0,-1 0 0 0 0,0-1-1 0 0,2 2 1 0 0,12 6 871 0 0,-9-2-726 0 0,0 0-1 0 0,0 0 1 0 0,0 1 0 0 0,-1 0-1 0 0,0 0 1 0 0,-1 0 0 0 0,6 12-1 0 0,23 59 1422 0 0,-27-64-1534 0 0,6 25 505 0 0,14 66 0 0 0,3 15-38 0 0,-23-105-1070 0 0,-1 1-1 0 0,2-1 0 0 0,0 0 1 0 0,1 0-1 0 0,12 17 0 0 0,-11-24-5108 0 0,-4-6 733 0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17:40.5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 34 6449 0 0,'-1'-1'-5'0'0,"-1"1"0"0"0,1-1-1 0 0,0 0 1 0 0,0 0 0 0 0,0 1-1 0 0,0-1 1 0 0,-1 0 0 0 0,1 0-1 0 0,1 0 1 0 0,-1 0 0 0 0,0-1-1 0 0,0 1 1 0 0,0 0 0 0 0,0 0-1 0 0,1 0 1 0 0,-1-1 0 0 0,1 1-1 0 0,-1 0 1 0 0,1-1 0 0 0,-1 1-1 0 0,1-1 1 0 0,0 1 0 0 0,0 0-1 0 0,0-1 1 0 0,-1 1 0 0 0,2-3-1 0 0,-1 4 16 0 0,0 0-1 0 0,0 0 1 0 0,0 0-1 0 0,0 0 1 0 0,0 0-1 0 0,0 0 1 0 0,0 0-1 0 0,0-1 1 0 0,1 1-1 0 0,-1 0 1 0 0,0 0-1 0 0,0 0 1 0 0,0 0-1 0 0,0 0 1 0 0,0 0-1 0 0,0 0 1 0 0,0 0-1 0 0,1 0 1 0 0,-1 0-1 0 0,0 0 1 0 0,0 0-1 0 0,0 0 1 0 0,0 0-1 0 0,0 0 1 0 0,0 0-1 0 0,1 0 1 0 0,-1 0-1 0 0,0 0 1 0 0,0 0-1 0 0,0 0 1 0 0,0 0-1 0 0,0 0 1 0 0,0 0-1 0 0,0 1 1 0 0,1-1-1 0 0,-1 0 1 0 0,0 0-1 0 0,0 0 1 0 0,0 0-1 0 0,0 0 1 0 0,0 0-1 0 0,0 0 1 0 0,0 0-1 0 0,0 0 1 0 0,0 1-1 0 0,0-1 1 0 0,0 0-1 0 0,1 0 1 0 0,-1 0-1 0 0,0 0 1 0 0,0 0-1 0 0,0 0 1 0 0,0 0-1 0 0,0 1 1 0 0,0-1-1 0 0,0 0 1 0 0,0 0-1 0 0,0 0 1 0 0,0 0-1 0 0,0 0 1 0 0,0 0-1 0 0,0 1 1 0 0,0-1-1 0 0,0 0 1 0 0,-1 0-1 0 0,4 15 1662 0 0,-4-7-1770 0 0,-1 26 3108 0 0,2-32-2892 0 0,1-1-1 0 0,-1 0 1 0 0,0 0 0 0 0,1 0-1 0 0,-1 0 1 0 0,0 0-1 0 0,1 0 1 0 0,-1 0 0 0 0,1 0-1 0 0,0 0 1 0 0,-1 0-1 0 0,1 0 1 0 0,0-1 0 0 0,0 1-1 0 0,-1 0 1 0 0,1 0-1 0 0,0-1 1 0 0,0 1 0 0 0,0 0-1 0 0,0-1 1 0 0,0 1-1 0 0,0-1 1 0 0,0 1 0 0 0,0-1-1 0 0,0 1 1 0 0,0-1-1 0 0,0 0 1 0 0,0 0 0 0 0,2 1-1 0 0,8 1 190 0 0,0 0-1 0 0,0 1 1 0 0,0 0 0 0 0,-1 1-1 0 0,0 1 1 0 0,17 8 0 0 0,57 43 834 0 0,-6-3-499 0 0,-25-22-607 0 0,55 29 634 0 0,-94-53-1066 0 0,-1-2 0 0 0,1 0 0 0 0,0-1 0 0 0,0 0 0 0 0,0-1 0 0 0,20 2 0 0 0,-26-5-5712 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17:40.8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17 297 11058 0 0,'-1'0'43'0'0,"0"0"-1"0"0,1 0 1 0 0,-1 0-1 0 0,0 0 1 0 0,1-1-1 0 0,-1 1 1 0 0,0 0-1 0 0,1 0 1 0 0,-1 0-1 0 0,1 0 1 0 0,-1-1-1 0 0,0 1 1 0 0,1 0-1 0 0,-1-1 0 0 0,1 1 1 0 0,-1 0-1 0 0,1-1 1 0 0,-1 1-1 0 0,1-1 1 0 0,-1 1-1 0 0,1-1 1 0 0,0 1-1 0 0,-1-1 1 0 0,1 1-1 0 0,-1-1 1 0 0,1 1-1 0 0,0-1 1 0 0,0 1-1 0 0,-1-1 1 0 0,1 0-1 0 0,0 0 1 0 0,14-16 8 0 0,-5 9 116 0 0,170-140 923 0 0,-59 53-557 0 0,-101 78-533 0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17:41.5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1 11058 0 0,'0'1'46'0'0,"-1"0"0"0"0,1 0 0 0 0,0 0 0 0 0,0 0 0 0 0,0 0 0 0 0,0 0 0 0 0,0 0 0 0 0,0 0 0 0 0,0 0-1 0 0,1 0 1 0 0,-1 0 0 0 0,0 0 0 0 0,0-1 0 0 0,1 1 0 0 0,-1 0 0 0 0,1 0 0 0 0,-1 0 0 0 0,1 0 0 0 0,-1 0 0 0 0,1 0 0 0 0,-1-1-1 0 0,1 1 1 0 0,0 0 0 0 0,1 1 0 0 0,21 24 777 0 0,-21-24-801 0 0,38 40 682 0 0,-2 1 0 0 0,-2 2 0 0 0,-2 1 0 0 0,48 88 1 0 0,-68-107-818 0 0,-6-14-311 0 0,-1 0 1 0 0,0 1-1 0 0,-1 0 1 0 0,0 1 0 0 0,-2-1-1 0 0,5 18 1 0 0,-9-23-4526 0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17:42.4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66 385 8290 0 0,'-3'-1'33'0'0,"1"1"1"0"0,-1-1 0 0 0,0 1-1 0 0,1-1 1 0 0,-1 0-1 0 0,0 0 1 0 0,1 0 0 0 0,-1 0-1 0 0,1-1 1 0 0,0 1 0 0 0,-1-1-1 0 0,1 1 1 0 0,0-1-1 0 0,0 0 1 0 0,0 0 0 0 0,0 0-1 0 0,0 0 1 0 0,0 0-1 0 0,-2-4 1 0 0,2 3 12 0 0,0-1 1 0 0,0 1-1 0 0,0 0 1 0 0,1-1-1 0 0,-1 1 0 0 0,1-1 1 0 0,0 1-1 0 0,0-1 1 0 0,0 1-1 0 0,0-1 0 0 0,1 0 1 0 0,-1 0-1 0 0,1 1 1 0 0,0-5-1 0 0,2 0 114 0 0,-1 0 1 0 0,1 0-1 0 0,1 0 0 0 0,-1 1 1 0 0,1-1-1 0 0,1 1 0 0 0,-1 0 0 0 0,1 0 1 0 0,1 0-1 0 0,-1 0 0 0 0,1 0 1 0 0,0 1-1 0 0,1 0 0 0 0,-1 0 1 0 0,1 1-1 0 0,0-1 0 0 0,13-7 0 0 0,5-2 580 0 0,2 2 0 0 0,0 0 0 0 0,47-15-1 0 0,-39 16-736 0 0,38-20-1 0 0,-49 18-108 0 0,-14 9-39 0 0,0-1 0 0 0,1 1 0 0 0,-1 0 0 0 0,1 1 0 0 0,0 0 0 0 0,0 1-1 0 0,12-3 1 0 0,-21 6 88 0 0,1 0 0 0 0,-1 0 1 0 0,0 0-1 0 0,0 0 0 0 0,1 0 0 0 0,-1 0 0 0 0,0 0 0 0 0,0 1 0 0 0,0-1 0 0 0,1 0 0 0 0,-1 1 0 0 0,0-1 0 0 0,0 1 0 0 0,0-1 0 0 0,0 1 0 0 0,0 0 0 0 0,0-1 0 0 0,0 1 0 0 0,0 0 0 0 0,0 0 0 0 0,0 0 0 0 0,0 0 0 0 0,0-1 0 0 0,-1 1 0 0 0,2 2 0 0 0,0 0-4 0 0,-1 0 0 0 0,1 0 0 0 0,-1 1 0 0 0,0-1-1 0 0,0 1 1 0 0,0-1 0 0 0,-1 1 0 0 0,1 6-1 0 0,-1 5 219 0 0,0 0 0 0 0,-1 0 0 0 0,-4 17 0 0 0,1-8 160 0 0,-1 0 0 0 0,-2-1 0 0 0,-11 29 0 0 0,14-43-240 0 0,0 0-1 0 0,0-1 1 0 0,0 0 0 0 0,-1 0 0 0 0,-1 0 0 0 0,1-1 0 0 0,-1 1 0 0 0,0-1-1 0 0,-1-1 1 0 0,0 1 0 0 0,-12 8 0 0 0,19-15-55 0 0,0 0 0 0 0,0 0 1 0 0,0-1-1 0 0,0 1 0 0 0,0 0 0 0 0,0-1 1 0 0,0 1-1 0 0,0 0 0 0 0,0 0 0 0 0,0-1 0 0 0,0 1 1 0 0,0 0-1 0 0,0-1 0 0 0,0 1 0 0 0,0 0 1 0 0,0 0-1 0 0,0-1 0 0 0,0 1 0 0 0,0 0 1 0 0,-1 0-1 0 0,1-1 0 0 0,0 1 0 0 0,0 0 1 0 0,0 0-1 0 0,0-1 0 0 0,-1 1 0 0 0,1 0 0 0 0,0 0 1 0 0,0 0-1 0 0,-1-1 0 0 0,1 1 0 0 0,0 0 1 0 0,0 0-1 0 0,-1 0 0 0 0,1 0 0 0 0,0 0 1 0 0,0 0-1 0 0,-1-1 0 0 0,1 1 0 0 0,0 0 1 0 0,-1 0-1 0 0,1 0 0 0 0,0 0 0 0 0,0 0 1 0 0,-1 0-1 0 0,1 0 0 0 0,0 0 0 0 0,-1 0 0 0 0,1 0 1 0 0,0 1-1 0 0,0-1 0 0 0,-1 0 0 0 0,1 0 1 0 0,0 0-1 0 0,0 0 0 0 0,-1 0 0 0 0,1 0 1 0 0,0 1-1 0 0,0-1 0 0 0,-1 0 0 0 0,1 0 1 0 0,0 0-1 0 0,0 0 0 0 0,0 1 0 0 0,-1-1 0 0 0,1 0 1 0 0,0 0-1 0 0,0 1 0 0 0,0-2 31 0 0,0-1-1 0 0,1 1 0 0 0,-1 0 1 0 0,1-1-1 0 0,-1 1 1 0 0,1 0-1 0 0,0-1 1 0 0,-1 1-1 0 0,1 0 0 0 0,0 0 1 0 0,0-1-1 0 0,0 1 1 0 0,0 0-1 0 0,1-1 0 0 0,25-12-168 0 0,0 1-1 0 0,1 2 0 0 0,0 0 1 0 0,1 2-1 0 0,54-10 0 0 0,-78 18 101 0 0,0 0 0 0 0,1 0 0 0 0,-1 1 0 0 0,1-1 0 0 0,-1 1 0 0 0,1 1 0 0 0,-1-1 0 0 0,0 1-1 0 0,1 0 1 0 0,-1 0 0 0 0,0 0 0 0 0,1 1 0 0 0,-1-1 0 0 0,0 1 0 0 0,0 1 0 0 0,6 3 0 0 0,-7-3 2 0 0,0 0-1 0 0,-1 0 1 0 0,1 1 0 0 0,-1 0-1 0 0,0 0 1 0 0,0 0 0 0 0,0 0-1 0 0,0 0 1 0 0,0 0 0 0 0,-1 1 0 0 0,0 0-1 0 0,0-1 1 0 0,0 1 0 0 0,-1 0-1 0 0,0 0 1 0 0,0 0 0 0 0,1 7-1 0 0,0-2 85 0 0,-1 1 0 0 0,0-1-1 0 0,-1 0 1 0 0,0 1 0 0 0,-1-1-1 0 0,0 0 1 0 0,-1 1 0 0 0,0-1-1 0 0,0 0 1 0 0,-1 0-1 0 0,0 0 1 0 0,-1-1 0 0 0,0 1-1 0 0,-1-1 1 0 0,0 0 0 0 0,0 0-1 0 0,-1 0 1 0 0,0-1 0 0 0,0 0-1 0 0,-1 0 1 0 0,0 0-1 0 0,-1-1 1 0 0,0 0 0 0 0,0-1-1 0 0,0 0 1 0 0,-1 0 0 0 0,-12 6-1 0 0,-25 12 76 0 0,-26 14-844 0 0,28-9-3755 0 0,37-25 2991 0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9:33.4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139 311 2304 0 0,'-9'-39'1345'0'0,"1"-3"2524"0"0,-3 1 0 0 0,-27-70 1 0 0,36 107-2809 0 0,1 0 1 0 0,-1 1 0 0 0,1-1 0 0 0,0 0 0 0 0,0 0 0 0 0,0 0 0 0 0,0-7 0 0 0,1-7-245 0 0,0 11-1658 0 0,-8 65 835 0 0,6-49 2 0 0,0 0-1 0 0,0 0 1 0 0,1 1-1 0 0,0-1 1 0 0,0 1-1 0 0,1-1 1 0 0,1 1-1 0 0,0-1 1 0 0,3 15-1 0 0,-4-23 4 0 0,0 0 0 0 0,0-1-1 0 0,0 1 1 0 0,1 0 0 0 0,-1-1 0 0 0,0 1 0 0 0,0 0 0 0 0,1-1-1 0 0,-1 1 1 0 0,0-1 0 0 0,1 1 0 0 0,-1-1 0 0 0,1 1-1 0 0,-1 0 1 0 0,1-1 0 0 0,-1 0 0 0 0,1 1 0 0 0,-1-1-1 0 0,1 1 1 0 0,-1-1 0 0 0,1 0 0 0 0,0 1 0 0 0,-1-1-1 0 0,1 0 1 0 0,-1 0 0 0 0,1 1 0 0 0,0-1 0 0 0,-1 0-1 0 0,1 0 1 0 0,0 0 0 0 0,-1 0 0 0 0,1 0 0 0 0,0 0-1 0 0,0 0 1 0 0,-1 0 0 0 0,1 0 0 0 0,0 0 0 0 0,-1 0 0 0 0,1-1-1 0 0,-1 1 1 0 0,1 0 0 0 0,0 0 0 0 0,-1-1 0 0 0,1 1-1 0 0,0 0 1 0 0,-1-1 0 0 0,1 1 0 0 0,-1 0 0 0 0,1-1-1 0 0,-1 1 1 0 0,1-1 0 0 0,-1 1 0 0 0,1-1 0 0 0,-1 1-1 0 0,0-1 1 0 0,1-1 0 0 0,2 0-7 0 0,-1-1 1 0 0,1 0-1 0 0,-1-1 1 0 0,0 1-1 0 0,0 0 1 0 0,0 0-1 0 0,-1-1 1 0 0,3-6-1 0 0,-3 3 5 0 0,-1 1 1 0 0,0-1-1 0 0,0 0 1 0 0,0 1-1 0 0,-1-1 1 0 0,0 1-1 0 0,-1-1 1 0 0,1 1-1 0 0,-1-1 0 0 0,-1 1 1 0 0,1 0-1 0 0,-1 0 1 0 0,0 0-1 0 0,0 0 1 0 0,-1 0-1 0 0,1 1 1 0 0,-1 0-1 0 0,-1 0 0 0 0,1 0 1 0 0,-1 0-1 0 0,0 0 1 0 0,0 1-1 0 0,0 0 1 0 0,-7-4-1 0 0,11 7 2 0 0,1 1 0 0 0,-1 0-1 0 0,1 0 1 0 0,-1-1 0 0 0,0 1 0 0 0,1 0 0 0 0,-1 0 0 0 0,0 0-1 0 0,1 0 1 0 0,-1-1 0 0 0,0 1 0 0 0,1 0 0 0 0,-1 0-1 0 0,0 1 1 0 0,0-1 0 0 0,1 0 0 0 0,-1 0 0 0 0,0 0 0 0 0,1 0-1 0 0,-1 0 1 0 0,0 1 0 0 0,1-1 0 0 0,-1 0 0 0 0,1 1-1 0 0,-1-1 1 0 0,0 0 0 0 0,1 1 0 0 0,-1-1 0 0 0,0 1 0 0 0,0 1 2 0 0,0 0 0 0 0,0-1 0 0 0,0 1 0 0 0,0 0 0 0 0,0-1 1 0 0,1 1-1 0 0,-1 0 0 0 0,1 0 0 0 0,-1 0 0 0 0,0 3 0 0 0,1 44-42 0 0,0-45 32 0 0,1 0 0 0 0,1 0 1 0 0,-1-1-1 0 0,0 1 0 0 0,1-1 0 0 0,0 1 0 0 0,0-1 0 0 0,0 0 1 0 0,0 1-1 0 0,0-1 0 0 0,1 0 0 0 0,0 0 0 0 0,-1-1 0 0 0,6 5 1 0 0,-6-6 5 0 0,-1 0 1 0 0,0 1 0 0 0,1-1 0 0 0,-1 0 0 0 0,1 0 0 0 0,-1-1 0 0 0,1 1-1 0 0,0 0 1 0 0,-1 0 0 0 0,1-1 0 0 0,0 1 0 0 0,0-1 0 0 0,-1 0 0 0 0,1 1-1 0 0,0-1 1 0 0,0 0 0 0 0,-1 0 0 0 0,1 0 0 0 0,0 0 0 0 0,0 0 0 0 0,0-1-1 0 0,-1 1 1 0 0,1 0 0 0 0,0-1 0 0 0,0 1 0 0 0,-1-1 0 0 0,1 0-1 0 0,0 0 1 0 0,-1 0 0 0 0,1 1 0 0 0,-1-1 0 0 0,1-1 0 0 0,2-1 0 0 0,-4 2-12 0 0,0 1 1 0 0,1-1-1 0 0,-1 0 1 0 0,0 0-1 0 0,0 0 1 0 0,1 1 0 0 0,-1-1-1 0 0,0 0 1 0 0,0 0-1 0 0,0 0 1 0 0,0 1-1 0 0,0-1 1 0 0,0 0 0 0 0,0 0-1 0 0,0 0 1 0 0,0 1-1 0 0,-1-1 1 0 0,1 0-1 0 0,0 0 1 0 0,0 0-1 0 0,-1 1 1 0 0,1-1 0 0 0,0 0-1 0 0,-1 0 1 0 0,0 0-1 0 0,-15-24-1418 0 0,11 19-204 0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9:34.2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54 109 6913 0 0,'-7'-15'755'0'0,"0"0"0"0"0,2 0 0 0 0,-5-16 0 0 0,6-1 9591 0 0,2 44-7932 0 0,-8 72-2342 0 0,4 0 0 0 0,3 0 0 0 0,16 153 0 0 0,56 586-72 0 0,-7-234 13 0 0,-20-227 131 0 0,117 539 411 0 0,-56-299 5 0 0,-76-335 22 0 0,-31-195-174 0 0,-15-119-5705 0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9:34.6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120 116 456 0 0,'-2'1'556'0'0,"-1"1"0"0"0,1-1 0 0 0,-1 1-1 0 0,0-1 1 0 0,1 0 0 0 0,-1 0 0 0 0,0 0 0 0 0,0-1-1 0 0,0 1 1 0 0,0-1 0 0 0,1 1 0 0 0,-1-1 0 0 0,0 0 0 0 0,0 0-1 0 0,0 0 1 0 0,0-1 0 0 0,-5 0 0 0 0,5 0 29 0 0,0 1 1 0 0,0-1-1 0 0,0 1 1 0 0,0 0 0 0 0,0 0-1 0 0,1 0 1 0 0,-1 0-1 0 0,0 0 1 0 0,0 1-1 0 0,0-1 1 0 0,0 1-1 0 0,0 0 1 0 0,1 0-1 0 0,-1 0 1 0 0,0 0-1 0 0,1 0 1 0 0,-5 4-1 0 0,6-5-562 0 0,1 0 0 0 0,-1 1 0 0 0,0-1 0 0 0,1 1 0 0 0,-1-1 0 0 0,1 1 0 0 0,-1-1 0 0 0,1 1 0 0 0,-1-1 0 0 0,1 1 0 0 0,-1 0 0 0 0,1-1 0 0 0,0 1 0 0 0,-1 0 0 0 0,1-1 0 0 0,0 1 0 0 0,0 0 0 0 0,-1-1 0 0 0,1 1 0 0 0,0 0 0 0 0,0 0 0 0 0,0-1 0 0 0,0 1 0 0 0,0 0 0 0 0,0 0 0 0 0,0-1 0 0 0,0 1 0 0 0,0 0 0 0 0,0-1 0 0 0,0 1 0 0 0,1 0 0 0 0,-1 0 0 0 0,0-1 0 0 0,0 1 0 0 0,1 0 0 0 0,-1-1 0 0 0,0 1 0 0 0,1 0 0 0 0,-1-1 0 0 0,1 1 0 0 0,-1-1 0 0 0,1 1 0 0 0,-1-1 0 0 0,1 1 0 0 0,-1-1 0 0 0,1 1 0 0 0,0-1 0 0 0,-1 1 0 0 0,1-1 0 0 0,0 0 0 0 0,0 1 0 0 0,2 0-19 0 0,0 1 0 0 0,1-1-1 0 0,-1 0 1 0 0,0-1-1 0 0,0 1 1 0 0,1 0-1 0 0,-1-1 1 0 0,0 0-1 0 0,1 0 1 0 0,4 0-1 0 0,-2-1 19 0 0,0-1-1 0 0,0 1 0 0 0,0-1 0 0 0,0 0 0 0 0,0-1 0 0 0,0 1 1 0 0,-1-1-1 0 0,1 0 0 0 0,7-7 0 0 0,-11 9-16 0 0,-1 0 0 0 0,0 0-1 0 0,1 0 1 0 0,-1 0 0 0 0,0 0 0 0 0,0-1-1 0 0,0 1 1 0 0,0 0 0 0 0,0-1 0 0 0,0 1-1 0 0,0-1 1 0 0,-1 1 0 0 0,1-1 0 0 0,0 1-1 0 0,-1-1 1 0 0,1 1 0 0 0,-1-1-1 0 0,0 0 1 0 0,1 1 0 0 0,-1-1 0 0 0,0 0-1 0 0,0 1 1 0 0,0-1 0 0 0,0 0 0 0 0,0 1-1 0 0,-1-1 1 0 0,1 0 0 0 0,0 1 0 0 0,-1-1-1 0 0,1 0 1 0 0,-1 1 0 0 0,0-1 0 0 0,0 1-1 0 0,1-1 1 0 0,-1 1 0 0 0,0-1 0 0 0,0 1-1 0 0,0 0 1 0 0,-2-3 0 0 0,-2-1-5 0 0,1 2 0 0 0,1-1 0 0 0,0 0 0 0 0,-1 0 0 0 0,1 0 0 0 0,1 0 0 0 0,-1 0 0 0 0,1 0 0 0 0,0-1 0 0 0,0 1 0 0 0,-2-7 0 0 0,21 37 0 0 0,-14-19 0 0 0,26 51 0 0 0,-28-55 0 0 0,1 0 0 0 0,0 0 0 0 0,1 0 0 0 0,-1 0 0 0 0,0 0 0 0 0,1 0 0 0 0,0 0 0 0 0,-1-1 0 0 0,1 1 0 0 0,0-1 0 0 0,0 0 0 0 0,1 0 0 0 0,5 3 0 0 0,-8-5 2 0 0,0 1 1 0 0,0-1-1 0 0,-1 0 1 0 0,1 0 0 0 0,0 0-1 0 0,-1 1 1 0 0,1-1-1 0 0,0 0 1 0 0,-1 0-1 0 0,1 0 1 0 0,0 0-1 0 0,0-1 1 0 0,-1 1 0 0 0,1 0-1 0 0,0 0 1 0 0,-1 0-1 0 0,1 0 1 0 0,0-1-1 0 0,-1 1 1 0 0,1 0-1 0 0,0-1 1 0 0,-1 1 0 0 0,1 0-1 0 0,-1-1 1 0 0,1 1-1 0 0,0-1 1 0 0,-1 1-1 0 0,1-1 1 0 0,0-1 11 0 0,0 1 0 0 0,-1-1-1 0 0,1 0 1 0 0,0 1 0 0 0,-1-1 0 0 0,0 1 0 0 0,1-1 0 0 0,-1 0-1 0 0,0 1 1 0 0,0-1 0 0 0,0-3 0 0 0,0-2 40 0 0,-1-1 1 0 0,0 1-1 0 0,0 0 1 0 0,-4-10-1 0 0,3 9-213 0 0,-1 1-1 0 0,-1-1 1 0 0,1 1 0 0 0,-1 0-1 0 0,0 0 1 0 0,-1 0 0 0 0,0 1-1 0 0,0 0 1 0 0,0 0 0 0 0,-13-11 0 0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9:35.42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33 1 9218 0 0,'1'136'10531'0'0,"1"11"-7724"0"0,-18 204-3629 0 0,11-306 731 0 0,-1-7-182 0 0,1 0 0 0 0,3 0-1 0 0,1 0 1 0 0,1 0 0 0 0,7 43 0 0 0,-3-56-2669 0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9:35.6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65 1840 0 0,'4'-9'-969'0'0,"-2"3"1928"0"0,0 0 1 0 0,0 0 0 0 0,1 1-1 0 0,0-1 1 0 0,7-8-1 0 0,-9 12-664 0 0,0 1-1 0 0,0 0 1 0 0,0 0-1 0 0,0 1 0 0 0,0-1 1 0 0,1 0-1 0 0,-1 0 0 0 0,0 0 1 0 0,0 1-1 0 0,1-1 1 0 0,-1 1-1 0 0,1-1 0 0 0,-1 1 1 0 0,0 0-1 0 0,1-1 0 0 0,-1 1 1 0 0,1 0-1 0 0,-1 0 1 0 0,1 0-1 0 0,-1 0 0 0 0,1 0 1 0 0,-1 0-1 0 0,0 0 0 0 0,1 1 1 0 0,-1-1-1 0 0,1 0 1 0 0,-1 1-1 0 0,0-1 0 0 0,1 1 1 0 0,0 0-1 0 0,16 8 209 0 0,0 1 1 0 0,-2 1-1 0 0,1 0 1 0 0,-1 1-1 0 0,-1 0 1 0 0,0 2-1 0 0,17 18 1 0 0,86 117 547 0 0,-84-103-761 0 0,-6-9-213 0 0,69 83-1993 0 0,-84-107 572 0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9:35.8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1 171 10138 0 0,'9'-3'797'0'0,"0"-1"1"0"0,0 0-1 0 0,13-9 0 0 0,-5 3 147 0 0,88-54 3135 0 0,-23 13-7858 0 0,-64 40 1864 0 0,-3 0-19 0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9:36.4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 35 7834 0 0,'-2'-3'1297'0'0,"0"-1"0"0"0,0 1 0 0 0,-3-21 8837 0 0,5 24-10058 0 0,11 22 458 0 0,7 28-289 0 0,-2 0 0 0 0,-3 1 1 0 0,11 79-1 0 0,-14-68-1741 0 0,34 114 1 0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29:36.9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11 254 456 0 0,'-2'-3'353'0'0,"1"0"0"0"0,-1 0 1 0 0,1 0-1 0 0,0 0 0 0 0,0-1 0 0 0,1 1 0 0 0,-1 0 0 0 0,0 0 1 0 0,1-1-1 0 0,0 1 0 0 0,0 0 0 0 0,0-1 0 0 0,0 1 0 0 0,1 0 1 0 0,-1-1-1 0 0,1 1 0 0 0,0 0 0 0 0,0 0 0 0 0,2-5 0 0 0,3-8 1148 0 0,1 1 0 0 0,11-20 0 0 0,-18 34-1482 0 0,7-10 672 0 0,1 0-1 0 0,-1 0 1 0 0,2 1 0 0 0,0 0-1 0 0,0 0 1 0 0,11-8-1 0 0,-16 14-494 0 0,0 0-1 0 0,1 1 1 0 0,-1 0-1 0 0,1 0 1 0 0,0 0-1 0 0,0 0 1 0 0,0 1-1 0 0,0 0 1 0 0,0 0-1 0 0,0 0 0 0 0,1 0 1 0 0,-1 1-1 0 0,1 0 1 0 0,-1 0-1 0 0,1 1 1 0 0,-1-1-1 0 0,6 2 1 0 0,-8-1-182 0 0,-1 1 1 0 0,0 0-1 0 0,0 0 1 0 0,0 0 0 0 0,0 0-1 0 0,0 0 1 0 0,-1 0-1 0 0,1 0 1 0 0,0 1-1 0 0,0-1 1 0 0,-1 1 0 0 0,1-1-1 0 0,-1 1 1 0 0,1 0-1 0 0,-1 0 1 0 0,0-1-1 0 0,0 1 1 0 0,0 0 0 0 0,0 0-1 0 0,0 0 1 0 0,0 0-1 0 0,0 0 1 0 0,-1 1-1 0 0,1-1 1 0 0,-1 0 0 0 0,1 0-1 0 0,-1 0 1 0 0,0 3-1 0 0,1 9-17 0 0,0 0-1 0 0,-1 1 0 0 0,-2 16 0 0 0,1-23 15 0 0,-25 159-425 0 0,25-167 407 0 0,1 0 1 0 0,0 1 0 0 0,0-1 0 0 0,0 1 0 0 0,0-1-1 0 0,0 1 1 0 0,0-1 0 0 0,0 0 0 0 0,1 1-1 0 0,-1-1 1 0 0,0 1 0 0 0,0-1 0 0 0,0 0-1 0 0,0 1 1 0 0,0-1 0 0 0,1 1 0 0 0,-1-1 0 0 0,0 0-1 0 0,0 1 1 0 0,0-1 0 0 0,1 0 0 0 0,-1 1-1 0 0,0-1 1 0 0,1 0 0 0 0,-1 0 0 0 0,0 1-1 0 0,1-1 1 0 0,-1 0 0 0 0,0 0 0 0 0,1 0-1 0 0,-1 1 1 0 0,1-1 0 0 0,-1 0 0 0 0,0 0 0 0 0,1 0-1 0 0,-1 0 1 0 0,1 0 0 0 0,-1 0 0 0 0,0 0-1 0 0,1 0 1 0 0,-1 0 0 0 0,1 0 0 0 0,-1 0-1 0 0,0 0 1 0 0,1 0 0 0 0,-1 0 0 0 0,1 0 0 0 0,-1 0-1 0 0,1 0 1 0 0,29-11-527 0 0,-4 3 272 0 0,-15 7 315 0 0,1 1 0 0 0,-1 0 0 0 0,0 1 0 0 0,0 0 0 0 0,1 1 0 0 0,-1 0 0 0 0,0 1 0 0 0,20 8 0 0 0,-27-10-33 0 0,-1 1 0 0 0,0-1 0 0 0,1 1 0 0 0,-1 0 0 0 0,0 0 1 0 0,0 0-1 0 0,0 0 0 0 0,0 1 0 0 0,-1-1 0 0 0,1 1 0 0 0,-1-1 0 0 0,1 1 0 0 0,-1 0 1 0 0,0 0-1 0 0,0 0 0 0 0,0 1 0 0 0,-1-1 0 0 0,1 0 0 0 0,-1 1 0 0 0,1-1 0 0 0,-1 1 0 0 0,0-1 1 0 0,-1 1-1 0 0,1-1 0 0 0,-1 1 0 0 0,1 0 0 0 0,-1-1 0 0 0,0 1 0 0 0,0 0 0 0 0,-1-1 1 0 0,0 5-1 0 0,-2 5 225 0 0,-1 0 1 0 0,0-1-1 0 0,-1 1 0 0 0,0-1 1 0 0,-1 1-1 0 0,0-2 1 0 0,-14 20-1 0 0,-64 71 490 0 0,55-68-525 0 0,0-3 67 0 0,-59 48 1 0 0,81-73-475 0 0,6-2-100 0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0:24.6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52 1391 9218 0 0,'-33'18'3279'0'0,"32"-18"-3210"0"0,0 0 1 0 0,1 0-1 0 0,-1 1 0 0 0,0-1 1 0 0,1 0-1 0 0,-1 0 1 0 0,0 0-1 0 0,1 0 1 0 0,-1 0-1 0 0,0 0 0 0 0,1 0 1 0 0,-1 0-1 0 0,0 0 1 0 0,1 0-1 0 0,-1 0 0 0 0,0-1 1 0 0,1 1-1 0 0,-1 0 1 0 0,0 0-1 0 0,0-1 1 0 0,1 0-24 0 0,-1 0 1 0 0,1 1 0 0 0,-1-1 0 0 0,1 0-1 0 0,0 0 1 0 0,-1 1 0 0 0,1-1 0 0 0,0 0-1 0 0,0 0 1 0 0,-1 0 0 0 0,1 0 0 0 0,0 1-1 0 0,0-1 1 0 0,0 0 0 0 0,0 0 0 0 0,0 0-1 0 0,0 0 1 0 0,0 1 0 0 0,1-1 0 0 0,-1 0-1 0 0,1-1 1 0 0,3-16 334 0 0,1 1 1 0 0,1 0-1 0 0,1 1 0 0 0,14-28 0 0 0,45-63 514 0 0,-51 84-670 0 0,31-43 251 0 0,3 2 0 0 0,3 2 0 0 0,2 3 0 0 0,114-96-1 0 0,-56 58-323 0 0,75-60-68 0 0,-134 116 114 0 0,96-55 0 0 0,12 3-27 0 0,76-40 215 0 0,-175 102-280 0 0,124-44 0 0 0,-174 71-135 0 0,-5 1-34 0 0,-1 1-1 0 0,1 0 0 0 0,0 0 1 0 0,-1 1-1 0 0,1-1 1 0 0,0 1-1 0 0,0 1 1 0 0,0-1-1 0 0,10 2 1 0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0:25.1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 52 2761 0 0,'-2'-1'244'0'0,"1"0"0"0"0,0 0 0 0 0,-1 0 0 0 0,1 0 0 0 0,0 0 0 0 0,-1 0 0 0 0,1 0 0 0 0,0-1 0 0 0,0 1 0 0 0,0 0 0 0 0,0-1 0 0 0,0 1 0 0 0,0-1 0 0 0,1 1 0 0 0,-1-1 0 0 0,0 1 0 0 0,1-1 0 0 0,-1-2 0 0 0,1 3-68 0 0,0 0-1 0 0,0 0 1 0 0,1 0-1 0 0,-1 0 1 0 0,0 0-1 0 0,1 0 1 0 0,-1 0-1 0 0,1 0 1 0 0,-1 0-1 0 0,1 1 1 0 0,-1-1-1 0 0,1 0 1 0 0,0 0-1 0 0,0 0 1 0 0,-1 1-1 0 0,1-1 1 0 0,0 0-1 0 0,0 1 1 0 0,0-1-1 0 0,-1 1 1 0 0,1-1-1 0 0,0 1 1 0 0,0 0-1 0 0,0-1 1 0 0,0 1-1 0 0,0 0 1 0 0,0-1-1 0 0,0 1 1 0 0,0 0-1 0 0,0 0 1 0 0,1 0-1 0 0,12-2 463 0 0,0 0 0 0 0,0 1-1 0 0,0 1 1 0 0,0 0-1 0 0,0 1 1 0 0,0 1-1 0 0,0 0 1 0 0,0 1-1 0 0,-1 0 1 0 0,25 10-1 0 0,10 7-537 0 0,72 42 0 0 0,-65-33 270 0 0,-51-27-365 0 0,-1 0-1 0 0,1 0 0 0 0,0 0 0 0 0,-1 0 0 0 0,1 1 0 0 0,-1-1 0 0 0,0 1 0 0 0,0 0 0 0 0,0 0 0 0 0,0 0 1 0 0,-1 0-1 0 0,1 0 0 0 0,-1 1 0 0 0,3 4 0 0 0,-4-5 27 0 0,-1 1 0 0 0,1 0 0 0 0,0-1 0 0 0,-1 1 0 0 0,0 0-1 0 0,0 0 1 0 0,0 0 0 0 0,0-1 0 0 0,-1 1 0 0 0,0 0 0 0 0,1 0 0 0 0,-1-1 0 0 0,0 1 0 0 0,-1-1 0 0 0,-2 6 0 0 0,-37 86 889 0 0,16-40-478 0 0,-19 64 0 0 0,44-117-434 0 0,-1 1 1 0 0,0 0 0 0 0,1-1-1 0 0,0 1 1 0 0,-1-1-1 0 0,1 1 1 0 0,0 0-1 0 0,0-1 1 0 0,1 1-1 0 0,-1 0 1 0 0,0-1-1 0 0,1 1 1 0 0,0 0 0 0 0,1 2-1 0 0,9 9-3409 0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0:29.2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73 10138 0 0,'5'-5'5753'0'0,"22"-9"-5779"0"0,0 2-1 0 0,1 0 0 0 0,1 2 1 0 0,31-6-1 0 0,-46 13-5633 0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0:29.4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69 7834 0 0,'9'-1'759'0'0,"0"-1"1"0"0,0 0 0 0 0,-1 0-1 0 0,1-1 1 0 0,-1 0 0 0 0,0-1-1 0 0,9-4 1 0 0,12-5 754 0 0,29-6 988 0 0,-19 8-5004 0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0:26.29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101 425 5529 0 0,'-15'-13'1578'0'0,"1"-1"-1"0"0,1-1 1 0 0,-12-16 0 0 0,21 26-561 0 0,0 0 1 0 0,1 0-1 0 0,-1-1 1 0 0,1 1 0 0 0,0-1-1 0 0,0 0 1 0 0,1 0-1 0 0,0 0 1 0 0,0 0-1 0 0,-2-11 1 0 0,5 20-1015 0 0,0 0-1 0 0,0-1 1 0 0,0 1-1 0 0,0 0 1 0 0,0 0-1 0 0,0-1 1 0 0,1 1 0 0 0,-1 0-1 0 0,1-1 1 0 0,0 0-1 0 0,0 1 1 0 0,0-1 0 0 0,3 3-1 0 0,34 30 21 0 0,-34-31-22 0 0,25 23-1 0 0,-1 2 0 0 0,30 39 0 0 0,30 30 0 0 0,-72-82 0 0 0,-1 1 0 0 0,1-1 0 0 0,1-1 0 0 0,0 0 0 0 0,31 18 0 0 0,-48-33 2 0 0,-1 0-1 0 0,0 0 1 0 0,1 0 0 0 0,-1 1 0 0 0,0-1-1 0 0,1 0 1 0 0,-1 0 0 0 0,1 0-1 0 0,-1 0 1 0 0,1 0 0 0 0,-1 0 0 0 0,0 0-1 0 0,1 0 1 0 0,-1 0 0 0 0,1 0-1 0 0,-1 0 1 0 0,0 0 0 0 0,1 0 0 0 0,-1 0-1 0 0,1 0 1 0 0,-1 0 0 0 0,1 0-1 0 0,-1-1 1 0 0,0 1 0 0 0,1 0 0 0 0,-1 0-1 0 0,0-1 1 0 0,1 1 0 0 0,-1 0-1 0 0,0 0 1 0 0,1-1 0 0 0,5-16 128 0 0,-3-25 145 0 0,-4 37-246 0 0,1-128 286 0 0,5 1-1 0 0,25-147 0 0 0,-30 276-316 0 0,13-47-690 0 0,-12 49 593 0 0,-1-1 1 0 0,1 1-1 0 0,-1-1 1 0 0,1 1-1 0 0,0 0 1 0 0,-1-1-1 0 0,1 1 1 0 0,0 0-1 0 0,0 0 1 0 0,0-1-1 0 0,0 1 1 0 0,0 0-1 0 0,0 0 1 0 0,0 0-1 0 0,0 0 1 0 0,0 0-1 0 0,1 0 0 0 0,-1 0 1 0 0,0 1-1 0 0,1-1 1 0 0,-1 0-1 0 0,1 1 1 0 0,-1-1-1 0 0,0 1 1 0 0,1 0-1 0 0,-1-1 1 0 0,1 1-1 0 0,-1 0 1 0 0,3 0-1 0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0:26.6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 94 4609 0 0,'-14'-10'6835'0'0,"30"-1"-2139"0"0,-4 3-5273 0 0,-11 8 529 0 0,22-13 1221 0 0,0 1-1 0 0,33-11 1 0 0,-44 19-1676 0 0,1 0-1 0 0,0 1 1 0 0,21-3 0 0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0:26.8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63 5985 0 0,'28'-5'4279'0'0,"14"-9"228"0"0,-2-6-3462 0 0,-3 1-2998 0 0,-27 15 1933 0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0:27.2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 24 5065 0 0,'-9'-24'14625'0'0,"21"37"-13784"0"0,4 10-566 0 0,0 0 0 0 0,-2 2 0 0 0,0 0 0 0 0,-2 0 0 0 0,-1 1 0 0 0,12 42 0 0 0,25 165 173 0 0,-35-155-412 0 0,28 94 0 0 0,-36-154-485 0 0,2 1 0 0 0,0-1 1 0 0,1 0-1 0 0,17 26 0 0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0:27.4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18 148 3225 0 0,'-1'-1'292'0'0,"-1"-1"1"0"0,1 1 0 0 0,0 0 0 0 0,-1 0 0 0 0,1-1-1 0 0,0 1 1 0 0,0 0 0 0 0,0-1 0 0 0,0 1 0 0 0,0-1 0 0 0,0 0-1 0 0,1 1 1 0 0,-1-1 0 0 0,0 0 0 0 0,1 1 0 0 0,-1-1-1 0 0,1 0 1 0 0,0 0 0 0 0,0 1 0 0 0,0-1 0 0 0,-1 0-1 0 0,2-2 1 0 0,0 2 67 0 0,0 0 1 0 0,0 0-1 0 0,1-1 0 0 0,-1 1 0 0 0,1 0 0 0 0,-1 0 0 0 0,1 1 1 0 0,0-1-1 0 0,0 0 0 0 0,0 1 0 0 0,0-1 0 0 0,0 1 1 0 0,0-1-1 0 0,5-1 0 0 0,95-48 4108 0 0,-88 45-4408 0 0,1 0 1 0 0,0 2 0 0 0,0-1 0 0 0,1 2 0 0 0,19-2 0 0 0,-14 8-2942 0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0:27.6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90 6449 0 0,'0'0'57'0'0,"0"0"0"0"0,0 1 0 0 0,0-1 0 0 0,0 0 0 0 0,0 0 0 0 0,0 1 0 0 0,0-1 1 0 0,0 0-1 0 0,0 1 0 0 0,1-1 0 0 0,-1 0 0 0 0,0 0 0 0 0,0 1 0 0 0,0-1 0 0 0,0 0 0 0 0,0 0 0 0 0,1 1 0 0 0,-1-1 0 0 0,0 0 0 0 0,0 0 0 0 0,0 0 0 0 0,1 1 0 0 0,-1-1 0 0 0,0 0 0 0 0,0 0 0 0 0,1 0 0 0 0,-1 0 0 0 0,0 0 0 0 0,0 1 0 0 0,1-1 0 0 0,-1 0 0 0 0,0 0 0 0 0,1 0 0 0 0,-1 0 0 0 0,0 0 0 0 0,0 0 0 0 0,1 0 0 0 0,-1 0 0 0 0,0 0 0 0 0,1 0 0 0 0,-1 0 0 0 0,20-6 2110 0 0,15-15 1961 0 0,-4-8-1808 0 0,-26 23-2443 0 0,0 1 0 0 0,1-1 0 0 0,0 1 1 0 0,0 0-1 0 0,12-7 0 0 0,-14 11-300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0:28.1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53 60 3225 0 0,'-31'-34'3784'0'0,"10"9"5098"0"0,29 34-8268 0 0,0 1 0 0 0,-1 1-1 0 0,0 0 1 0 0,-1 0-1 0 0,0 0 1 0 0,0 0 0 0 0,-2 1-1 0 0,8 23 1 0 0,18 107-842 0 0,-27-127 505 0 0,12 70 238 0 0,35 178-1238 0 0,-43-240 344 0 0,16 38-1 0 0,2 4-2610 0 0,-23-56 1791 0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0:28.7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13 228 2304 0 0,'-1'-2'71'0'0,"-1"1"0"0"0,1-1 0 0 0,0 1 0 0 0,0-1 0 0 0,0 1-1 0 0,0-1 1 0 0,1 1 0 0 0,-1-1 0 0 0,0 0 0 0 0,1 1 0 0 0,-1-1-1 0 0,1 0 1 0 0,-1 0 0 0 0,1 1 0 0 0,0-1 0 0 0,0 0 0 0 0,0 0-1 0 0,0 0 1 0 0,0 1 0 0 0,1-4 0 0 0,0 1 283 0 0,0-1 1 0 0,0 0-1 0 0,1 0 1 0 0,0 1-1 0 0,0-1 1 0 0,0 1-1 0 0,5-7 1 0 0,1-1 731 0 0,1 1 0 0 0,0 0 0 0 0,1 1-1 0 0,17-15 1 0 0,-15 15-510 0 0,2 0-1 0 0,-1 1 1 0 0,1 1 0 0 0,0 0-1 0 0,1 1 1 0 0,0 1-1 0 0,17-5 1 0 0,-26 9-426 0 0,0 0 1 0 0,0 0-1 0 0,0 1 0 0 0,0 0 1 0 0,0 1-1 0 0,0-1 0 0 0,1 1 1 0 0,-1 0-1 0 0,0 1 0 0 0,0-1 1 0 0,0 1-1 0 0,0 0 0 0 0,0 1 1 0 0,0 0-1 0 0,0 0 0 0 0,0 0 1 0 0,0 0-1 0 0,-1 1 1 0 0,1 0-1 0 0,-1 0 0 0 0,7 6 1 0 0,-10-7-119 0 0,0 0 1 0 0,0 0-1 0 0,0 0 1 0 0,0 0-1 0 0,0 1 1 0 0,-1-1-1 0 0,1 1 1 0 0,-1-1-1 0 0,0 1 1 0 0,0-1-1 0 0,0 1 1 0 0,0 0-1 0 0,0 0 1 0 0,-1-1-1 0 0,1 1 1 0 0,0 4-1 0 0,-1-1-9 0 0,0 0 0 0 0,-1-1-1 0 0,0 1 1 0 0,0 0-1 0 0,0-1 1 0 0,0 1 0 0 0,-5 9-1 0 0,-3 5-75 0 0,-1-1 0 0 0,0-1 0 0 0,-19 24 0 0 0,26-37 32 0 0,-13 17-5 0 0,-31 48-80 0 0,43-63 99 0 0,0 0 0 0 0,1 1 0 0 0,0-1 0 0 0,0 1 1 0 0,1-1-1 0 0,-1 1 0 0 0,2 0 0 0 0,-2 8 0 0 0,3-12 39 0 0,0-1-1 0 0,-1 1 1 0 0,2-1-1 0 0,-1 1 1 0 0,0-1-1 0 0,1 1 1 0 0,-1-1-1 0 0,1 1 1 0 0,0-1-1 0 0,0 1 0 0 0,1-1 1 0 0,-1 0-1 0 0,1 0 1 0 0,-1 0-1 0 0,1 0 1 0 0,0 0-1 0 0,0 0 1 0 0,0 0-1 0 0,1 0 1 0 0,-1-1-1 0 0,1 1 1 0 0,0-1-1 0 0,-1 0 0 0 0,1 0 1 0 0,0 0-1 0 0,0 0 1 0 0,0 0-1 0 0,5 1 1 0 0,7 3 187 0 0,0-2 0 0 0,0 0 0 0 0,1 0 0 0 0,-1-2 0 0 0,19 2 1 0 0,5 1-59 0 0,-33-4-130 0 0,21 3 227 0 0,0 1 0 0 0,0 1 0 0 0,33 13 0 0 0,-39-17-180 0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1:20.6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1132 1 4609 0 0,'0'0'353'0'0,"-10"17"1165"0"0,-122 161 2152 0 0,131-176-3472 0 0,-1 0-1 0 0,0 0 1 0 0,1 0-1 0 0,-1 0 1 0 0,1 0-1 0 0,0 1 1 0 0,0-1-1 0 0,0 1 1 0 0,0-1-1 0 0,0 1 1 0 0,0-1-1 0 0,1 1 1 0 0,-1-1 0 0 0,1 1-1 0 0,-1-1 1 0 0,1 1-1 0 0,-4 13 5243 0 0,-12-2-4619 0 0,-2 1-546 0 0,-14 31-83 0 0,3 1 0 0 0,-29 60 0 0 0,-82 240-192 0 0,21-45 0 0 0,-41 27-65 0 0,113-235 80 0 0,-173 444 55 0 0,159-373 6 0 0,46-127-529 0 0,-19 53 1078 0 0,14-30-6939 0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1:21.1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58 311 456 0 0,'-21'-59'1861'0'0,"19"54"-1277"0"0,-1 0-1 0 0,1 0 0 0 0,-1 1 1 0 0,0-1-1 0 0,0 1 1 0 0,0 0-1 0 0,0 0 0 0 0,-1 0 1 0 0,-6-6-1 0 0,10 10-466 0 0,0 0 0 0 0,0-1 0 0 0,0 1 0 0 0,0-1 0 0 0,0 1-1 0 0,0-1 1 0 0,0 1 0 0 0,0 0 0 0 0,0-1 0 0 0,0 1 0 0 0,0-1 0 0 0,1 1 0 0 0,-1 0 0 0 0,0-1 0 0 0,0 1 0 0 0,0 0-1 0 0,1-1 1 0 0,-1 1 0 0 0,0 0 0 0 0,0-1 0 0 0,1 1 0 0 0,-1 0 0 0 0,0 0 0 0 0,1-1 0 0 0,-1 1 0 0 0,0 0-1 0 0,1 0 1 0 0,-1 0 0 0 0,1-1 0 0 0,-1 1 0 0 0,0 0 0 0 0,1 0 0 0 0,18-11 270 0 0,-17 9-46 0 0,82-52 843 0 0,-52 32-638 0 0,0 1 0 0 0,2 2 0 0 0,0 1 0 0 0,68-26 1 0 0,-102 44-544 0 0,1 0 0 0 0,-1 0 1 0 0,1 0-1 0 0,-1 0 0 0 0,1 0 1 0 0,-1 0-1 0 0,1 0 0 0 0,-1 0 1 0 0,1 0-1 0 0,-1 0 1 0 0,1 0-1 0 0,-1 0 0 0 0,1 0 1 0 0,-1 0-1 0 0,1 0 0 0 0,-1 0 1 0 0,1 1-1 0 0,-1-1 0 0 0,1 0 1 0 0,-1 0-1 0 0,1 1 1 0 0,-1-1-1 0 0,1 0 0 0 0,-1 1 1 0 0,0-1-1 0 0,1 0 0 0 0,-1 1 1 0 0,1-1-1 0 0,-1 1 0 0 0,6 20 192 0 0,-7 36 261 0 0,-1-34-299 0 0,3 32-103 0 0,10 73 0 0 0,-8-105-224 0 0,2 0-1 0 0,0 0 1 0 0,1 0 0 0 0,2-1-1 0 0,18 39 1 0 0,-20-51-665 0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1:21.8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130 23 6449 0 0,'-7'1'365'0'0,"0"1"0"0"0,0-1 0 0 0,0 1-1 0 0,1 0 1 0 0,-1 1 0 0 0,1 0 0 0 0,-1 0-1 0 0,1 0 1 0 0,0 1 0 0 0,0 0 0 0 0,1 0-1 0 0,-1 0 1 0 0,1 1 0 0 0,0 0 0 0 0,0 0-1 0 0,0 0 1 0 0,1 0 0 0 0,0 1 0 0 0,0 0-1 0 0,0 0 1 0 0,-4 10 0 0 0,7-10-273 0 0,0-1 0 0 0,1 1 0 0 0,0 0 0 0 0,0 0 0 0 0,0 0 0 0 0,1 0 0 0 0,-1 0 0 0 0,2-1 0 0 0,-1 1 0 0 0,0 0 0 0 0,1-1 0 0 0,0 1 0 0 0,1-1 0 0 0,-1 0 0 0 0,1 1 0 0 0,6 8 0 0 0,4 4 15 0 0,0 0 0 0 0,1-1 0 0 0,18 17 0 0 0,-27-29-79 0 0,1-1 0 0 0,-1 1 0 0 0,1-1 0 0 0,0 0 0 0 0,0-1 0 0 0,0 0 0 0 0,1 0 0 0 0,-1 0 0 0 0,1 0 0 0 0,0-1 0 0 0,-1 0 0 0 0,1-1 0 0 0,0 1 0 0 0,0-1 0 0 0,0-1 0 0 0,0 1 0 0 0,0-1 0 0 0,0-1 0 0 0,0 1 0 0 0,1-1 0 0 0,-2 0 0 0 0,1-1 0 0 0,0 0 0 0 0,0 0 0 0 0,11-5 0 0 0,-8 3 63 0 0,0-1 0 0 0,-1 0 0 0 0,1 0 0 0 0,-1-1 0 0 0,0 0 0 0 0,-1-1 0 0 0,0 0 0 0 0,0 0 0 0 0,0-1 0 0 0,-1 0-1 0 0,0 0 1 0 0,-1-1 0 0 0,0 0 0 0 0,0 0 0 0 0,-1 0 0 0 0,6-14 0 0 0,-9 19-12 0 0,0 0 0 0 0,-1 0 0 0 0,1-1 0 0 0,-1 1 0 0 0,0 0 0 0 0,0 0 0 0 0,-1-1 0 0 0,1 1 0 0 0,-1 0 0 0 0,0-1 1 0 0,0 1-1 0 0,0 0 0 0 0,-1-1 0 0 0,1 1 0 0 0,-1 0 0 0 0,0-1 0 0 0,-1 1 0 0 0,1 0 0 0 0,-1 0 0 0 0,1 0 0 0 0,-1 0 0 0 0,0 0 0 0 0,-1 1 0 0 0,1-1 0 0 0,-1 1 0 0 0,0-1 0 0 0,1 1 0 0 0,-1 0 0 0 0,-1 0 0 0 0,1 0 0 0 0,0 0 0 0 0,-7-3 1 0 0,-12-8 199 0 0,0 1 0 0 0,-32-12 1 0 0,45 21-370 0 0,0 0 0 0 0,0 1 0 0 0,0 1 1 0 0,-1-1-1 0 0,1 2 0 0 0,-1-1 0 0 0,0 1 0 0 0,1 1 0 0 0,-15 0 1 0 0,9 4-1175 0 0,2 2-3775 0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1:23.3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137 291 4609 0 0,'-5'-20'1089'0'0,"0"-1"1"0"0,-1 1-1 0 0,0 0 0 0 0,-2 0 1 0 0,-1 1-1 0 0,-19-33 1 0 0,27 51-898 0 0,1 0 1 0 0,-1-1-1 0 0,0 1 1 0 0,0 0-1 0 0,0-1 1 0 0,0 1 0 0 0,0 0-1 0 0,0 0 1 0 0,0 0-1 0 0,0 0 1 0 0,-1 0-1 0 0,1 0 1 0 0,0 0 0 0 0,0 1-1 0 0,-1-1 1 0 0,1 0-1 0 0,-1 1 1 0 0,1-1-1 0 0,-1 1 1 0 0,-2-1 0 0 0,3 1-76 0 0,0 0 0 0 0,0 1 1 0 0,0-1-1 0 0,0 1 0 0 0,0-1 1 0 0,-1 0-1 0 0,1 1 0 0 0,0 0 1 0 0,0-1-1 0 0,0 1 0 0 0,0 0 1 0 0,0-1-1 0 0,0 1 0 0 0,1 0 1 0 0,-1 0-1 0 0,0 0 0 0 0,0 0 1 0 0,1 0-1 0 0,-1 0 1 0 0,0 1-1 0 0,-3 4 27 0 0,1 0-1 0 0,0 1 1 0 0,1-1 0 0 0,0 1-1 0 0,0 0 1 0 0,0-1 0 0 0,-1 12-1 0 0,2 23-287 0 0,1-1 0 0 0,3 1 0 0 0,1-1 0 0 0,2 0 0 0 0,1 0 0 0 0,20 59 0 0 0,-15-64-164 0 0,1 0 0 0 0,29 54 0 0 0,-31-70 166 0 0,1 0 0 0 0,1 0 0 0 0,0-1 0 0 0,1-1 0 0 0,28 27 0 0 0,-40-42 152 0 0,-1-1 0 0 0,1 1 0 0 0,0 0 0 0 0,0-1 0 0 0,0 1 1 0 0,0-1-1 0 0,0 0 0 0 0,1 1 0 0 0,-1-1 0 0 0,0 0 0 0 0,1-1 1 0 0,-1 1-1 0 0,0 0 0 0 0,1-1 0 0 0,-1 1 0 0 0,1-1 0 0 0,-1 0 0 0 0,1 1 1 0 0,-1-1-1 0 0,1-1 0 0 0,-1 1 0 0 0,5-1 0 0 0,-4 0 26 0 0,0-1-1 0 0,-1 1 0 0 0,1-1 0 0 0,0 0 1 0 0,0 0-1 0 0,-1 0 0 0 0,0 0 1 0 0,1-1-1 0 0,-1 1 0 0 0,0-1 1 0 0,0 1-1 0 0,0-1 0 0 0,0 0 0 0 0,2-5 1 0 0,4-9 148 0 0,-2 0 0 0 0,0-1 1 0 0,0 1-1 0 0,4-34 0 0 0,-7 26 36 0 0,-1 0 0 0 0,-1-1 0 0 0,-1 1 1 0 0,-2 0-1 0 0,0 0 0 0 0,-2 0 0 0 0,0 0 0 0 0,-2 0 0 0 0,-13-34 0 0 0,3 15 189 0 0,-3 1 0 0 0,-2 1 0 0 0,-1 1-1 0 0,-35-48 1 0 0,43 70-363 0 0,-32-35 0 0 0,39 47-40 0 0,0 0-1 0 0,-1 0 0 0 0,0 1 0 0 0,0 0 1 0 0,0 1-1 0 0,-1-1 0 0 0,-12-4 1 0 0,14 9-184 0 0,1 3-75 0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1:39.7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1 251 1840 0 0,'34'-162'6412'0'0,"-15"93"-1021"0"0,-19 68-5139 0 0,1 0-1 0 0,-1 0 1 0 0,0 0 0 0 0,0 0-1 0 0,1 0 1 0 0,-1 0 0 0 0,0 0-1 0 0,1 1 1 0 0,-1-1 0 0 0,1 0-1 0 0,-1 0 1 0 0,1 0 0 0 0,0 0 0 0 0,-1 0-1 0 0,1 1 1 0 0,0-1 0 0 0,-1 0-1 0 0,1 1 1 0 0,0-1 0 0 0,0 1-1 0 0,0-1 1 0 0,1 0 0 0 0,-1 1-138 0 0,0 0 0 0 0,0 0 1 0 0,0 0-1 0 0,0 1 0 0 0,0-1 1 0 0,-1 0-1 0 0,1 0 0 0 0,0 1 1 0 0,0-1-1 0 0,0 1 0 0 0,-1-1 1 0 0,1 1-1 0 0,0-1 1 0 0,0 1-1 0 0,-1 0 0 0 0,1-1 1 0 0,0 1-1 0 0,-1 0 0 0 0,1-1 1 0 0,0 2-1 0 0,6 9-22 0 0,-1-1 0 0 0,0 1 0 0 0,5 12 0 0 0,-5-9 309 0 0,32 56-323 0 0,-16-33-10 0 0,-2 1 0 0 0,-2 0 1 0 0,-1 2-1 0 0,11 43 0 0 0,-15-24-39 0 0,-2 1-1 0 0,-3 1 1 0 0,1 72 0 0 0,-23 183 101 0 0,7-243 71 0 0,3 0 0 0 0,4 1-1 0 0,13 108 1 0 0,-11-162-224 0 0,-1-1 0 0 0,0 1-1 0 0,-2 0 1 0 0,0-1 0 0 0,-1 1 0 0 0,-2-1-1 0 0,1 0 1 0 0,-9 22 0 0 0,10-32-398 0 0,0 0-1 0 0,1 0 1 0 0,0 0 0 0 0,0 9 0 0 0,1-9-705 0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1:40.6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120 192 3369 0 0,'-13'-1'744'0'0,"0"0"1"0"0,0-1 0 0 0,0 0-1 0 0,1-1 1 0 0,-1 0 0 0 0,1-1-1 0 0,-14-7 1 0 0,26 11-695 0 0,-1 0 0 0 0,1 0 0 0 0,0 0 0 0 0,0 0 0 0 0,0 0 0 0 0,-1 0 0 0 0,1 0 0 0 0,0 0 0 0 0,0 0 0 0 0,0 0 0 0 0,0-1 0 0 0,-1 1 0 0 0,1 0 0 0 0,0 0 0 0 0,0 0 0 0 0,0 0 0 0 0,0 0 0 0 0,0-1 0 0 0,-1 1 0 0 0,1 0 0 0 0,0 0 0 0 0,0 0 0 0 0,0 0 0 0 0,0-1 0 0 0,0 1 0 0 0,0 0 0 0 0,0 0 0 0 0,0 0 0 0 0,0-1 0 0 0,0 1 0 0 0,0 0 0 0 0,0 0 0 0 0,0 0 0 0 0,0-1 0 0 0,0 1 1 0 0,0 0-1 0 0,0 0 0 0 0,0 0 0 0 0,0-1 0 0 0,0 1 0 0 0,0 0 0 0 0,0 0 0 0 0,9-7 1125 0 0,16 0-205 0 0,73-11 476 0 0,147-8 0 0 0,-74 11-131 0 0,394-35 2387 0 0,283 15-2556 0 0,-512 38-1458 0 0,-313-6-6574 0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1:41.6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133 7 5529 0 0,'-44'12'2378'0'0,"29"-8"-1424"0"0,1 0 1 0 0,-1 1 0 0 0,1 1-1 0 0,-17 8 1 0 0,32-14-865 0 0,-1 1 1 0 0,0-1-1 0 0,1 1 0 0 0,-1-1 1 0 0,1 0-1 0 0,-1 1 0 0 0,0-1 0 0 0,1 0 1 0 0,-1 0-1 0 0,1 1 0 0 0,-1-1 1 0 0,1 0-1 0 0,-1 0 0 0 0,1 0 1 0 0,-1 1-1 0 0,1-1 0 0 0,-1 0 0 0 0,1 0 1 0 0,-1 0-1 0 0,1 0 0 0 0,-1 0 1 0 0,1 0-1 0 0,0 0 0 0 0,-1 0 1 0 0,1 0-1 0 0,-1 0 0 0 0,1-1 0 0 0,24 3 608 0 0,645-22 4801 0 0,-572 16-5318 0 0,231-17-24 0 0,-279 14-250 0 0,1 3-1 0 0,0 2 0 0 0,-1 3 0 0 0,1 1 0 0 0,56 10 1 0 0,-105-11-204 0 0,19 6 109 0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1:42.0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1 100 456 0 0,'18'-17'17354'0'0,"-16"18"-16835"0"0,15-1-1846 0 0,16-3 2277 0 0,-1-1 0 0 0,1-2 0 0 0,50-16 0 0 0,32-21-5793 0 0,-96 38-668 0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1:42.5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 0 4145 0 0,'-7'4'11288'0'0,"3"15"-8771"0"0,3 22-1975 0 0,32 140 1967 0 0,-5-46-1896 0 0,5 80-81 0 0,81 453 150 0 0,-98-609-546 0 0,20 122 514 0 0,-32-162-598 0 0,0 0 0 0 0,-2 0 0 0 0,0 0 0 0 0,-1 1-1 0 0,-1-1 1 0 0,-1 0 0 0 0,-8 26 0 0 0,9-39-61 0 0,1-1-2 0 0,0-1 0 0 0,0 1 0 0 0,-1-1 1 0 0,0 0-1 0 0,0 0 0 0 0,0 0 0 0 0,0 0 0 0 0,-5 5 0 0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1:43.1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59 168 6913 0 0,'-2'0'157'0'0,"-36"8"1359"0"0,36-8-1122 0 0,1 1 0 0 0,-1 0-1 0 0,1-1 1 0 0,-1 1 0 0 0,1 0 0 0 0,0 0-1 0 0,-1 0 1 0 0,1 0 0 0 0,0 0-1 0 0,-1 0 1 0 0,1 0 0 0 0,-1 2-1 0 0,2-3-283 0 0,1 0-1 0 0,-1 1 1 0 0,1-1-1 0 0,-1 1 0 0 0,0-1 1 0 0,1 0-1 0 0,-1 1 1 0 0,1-1-1 0 0,-1 0 1 0 0,1 1-1 0 0,-1-1 0 0 0,1 0 1 0 0,-1 0-1 0 0,1 0 1 0 0,-1 0-1 0 0,1 1 1 0 0,0-1-1 0 0,-1 0 0 0 0,1 0 1 0 0,-1 0-1 0 0,1 0 1 0 0,-1 0-1 0 0,1 0 1 0 0,-1 0-1 0 0,1 0 0 0 0,0 0 1 0 0,0-1-1 0 0,21 1 485 0 0,204-39 1476 0 0,-6 2-1474 0 0,386 0 1260 0 0,-366 29-1295 0 0,-234 7-553 0 0,698-26 1104 0 0,-686 27-1113 0 0,-8 0-1 0 0,0 1 0 0 0,0-2 0 0 0,0 0 0 0 0,0 0 0 0 0,0-1 0 0 0,0 0 0 0 0,16-6 0 0 0,-26 8-34 0 0,1 0 1 0 0,-1-1-1 0 0,1 1 1 0 0,-1 0-1 0 0,1-1 1 0 0,-1 1-1 0 0,1-1 1 0 0,-1 1-1 0 0,1-1 1 0 0,-1 1-1 0 0,1-1 1 0 0,-1 0-1 0 0,0 1 1 0 0,1-1-1 0 0,-1 1 1 0 0,0-1 0 0 0,0 0-1 0 0,0 1 1 0 0,1-1-1 0 0,-1 0 1 0 0,0 1-1 0 0,0-1 1 0 0,0 0-1 0 0,0 1 1 0 0,0-1-1 0 0,0 0 1 0 0,0 1-1 0 0,0-1 1 0 0,0 0-1 0 0,0 1 1 0 0,-1-1-1 0 0,1 0 1 0 0,0 1-1 0 0,0-1 1 0 0,-1 1-1 0 0,1-1 1 0 0,-1-1-1 0 0,-3-4-862 0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1:44.4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60 6913 0 0,'4'-2'66'0'0,"0"1"-1"0"0,0-1 0 0 0,0 0 0 0 0,0 0 0 0 0,0 0 0 0 0,0 0 0 0 0,-1-1 1 0 0,1 0-1 0 0,4-5 0 0 0,9-4 1791 0 0,-13 9-1245 0 0,0 0 0 0 0,0 1 1 0 0,0 0-1 0 0,1 0 0 0 0,-1 0 1 0 0,0 0-1 0 0,1 1 1 0 0,-1 0-1 0 0,8-2 0 0 0,-11 3-450 0 0,0 1 1 0 0,0-1-1 0 0,0 0 0 0 0,0 0 0 0 0,0 0 0 0 0,0 0 1 0 0,0 1-1 0 0,0-1 0 0 0,0 0 0 0 0,0 1 0 0 0,0-1 1 0 0,0 1-1 0 0,0-1 0 0 0,-1 1 0 0 0,1 0 0 0 0,0-1 1 0 0,0 1-1 0 0,1 1 0 0 0,-1 0-61 0 0,0 0-1 0 0,1 0 1 0 0,-1 1-1 0 0,0-1 1 0 0,0 0-1 0 0,0 1 1 0 0,0-1 0 0 0,-1 1-1 0 0,1-1 1 0 0,0 5-1 0 0,6 51 759 0 0,-2-22-426 0 0,11 50 1 0 0,52 221 706 0 0,-34-141-848 0 0,-24-103-183 0 0,5 125 1 0 0,4 32 71 0 0,-15-198-174 0 0,11 64 200 0 0,-3 1 0 0 0,1 89 0 0 0,-9-77-54 0 0,30 163 0 0 0,-19-166-63 0 0,2 76-34 0 0,-13-105-6 0 0,19 100 0 0 0,-10-92 44 0 0,-4 0 0 0 0,0 95 0 0 0,8 75 32 0 0,29 200 240 0 0,-42-396-220 0 0,17 75-1 0 0,-10-73-8 0 0,4 65-1 0 0,-10-45 114 0 0,2 40 272 0 0,-7-111-506 0 0,0 0-69 0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1:44.6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 16 6913 0 0,'-1'-3'609'0'0,"0"1"-481"0"0,-1 0 704 0 0,2 0-384 0 0,2 1 8 0 0,-2-1-272 0 0,1 0-56 0 0,0 0 96 0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1:46.79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29 352 1840 0 0,'-16'-43'2367'0'0,"4"-21"12176"0"0,22 69-13396 0 0,11 11-1304 0 0,-2 10 306 0 0,29 54 0 0 0,-31-50-113 0 0,32 45 0 0 0,-43-66-34 0 0,1-1 0 0 0,0-1 0 0 0,1 1-1 0 0,-1-1 1 0 0,1-1 0 0 0,1 0 0 0 0,-1 0 0 0 0,1 0-1 0 0,15 7 1 0 0,-22-13 19 0 0,-1 1 1 0 0,0-1-1 0 0,1 1 0 0 0,-1-1 0 0 0,1 1 0 0 0,-1-1 0 0 0,1 0 0 0 0,-1 0 0 0 0,0 0 0 0 0,1 0 1 0 0,-1 0-1 0 0,1 0 0 0 0,-1 0 0 0 0,1-1 0 0 0,-1 1 0 0 0,1 0 0 0 0,-1-1 0 0 0,0 1 0 0 0,1-1 1 0 0,-1 1-1 0 0,0-1 0 0 0,1 0 0 0 0,-1 0 0 0 0,0 1 0 0 0,0-1 0 0 0,0 0 0 0 0,0 0 1 0 0,0 0-1 0 0,0 0 0 0 0,0-1 0 0 0,0 1 0 0 0,0 0 0 0 0,0 0 0 0 0,0 0 0 0 0,-1-1 0 0 0,1 1 1 0 0,0-3-1 0 0,3-6 234 0 0,0 0 0 0 0,-1-1 1 0 0,0 0-1 0 0,1-12 0 0 0,-1 8-163 0 0,66-323 1014 0 0,-45 225-2882 0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1:48.8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219 117 2304 0 0,'-38'22'85'0'0,"33"-17"-78"0"0,-1-2-1 0 0,0 1 1 0 0,0-1-1 0 0,0 1 1 0 0,-9 1-1 0 0,12-4-6 0 0,1 0 1 0 0,-1-1-1 0 0,1 0 0 0 0,-1 1 0 0 0,0-1 1 0 0,1 0-1 0 0,-1-1 0 0 0,1 1 0 0 0,-1 0 0 0 0,1-1 1 0 0,-1 1-1 0 0,0-1 0 0 0,1 0 0 0 0,0 0 1 0 0,-1 0-1 0 0,1 0 0 0 0,-1 0 0 0 0,-1-2 1 0 0,0 1 271 0 0,0-1 1 0 0,0 1-1 0 0,0-1 1 0 0,1 0-1 0 0,-1 0 1 0 0,1 0 0 0 0,0 0-1 0 0,0 0 1 0 0,0-1-1 0 0,0 1 1 0 0,1-1 0 0 0,-1 0-1 0 0,1 0 1 0 0,0 0-1 0 0,0 0 1 0 0,1 0-1 0 0,-1-1 1 0 0,1 1 0 0 0,0 0-1 0 0,0-1 1 0 0,0 1-1 0 0,1-1 1 0 0,-1 1 0 0 0,1-1-1 0 0,0 1 1 0 0,1-1-1 0 0,-1 1 1 0 0,1-1-1 0 0,0 1 1 0 0,0-1 0 0 0,0 1-1 0 0,0 0 1 0 0,1-1-1 0 0,0 1 1 0 0,0 0 0 0 0,0 0-1 0 0,3-5 1 0 0,-13 26 134 0 0,0-1 0 0 0,1 1 0 0 0,0 0 0 0 0,-6 26 0 0 0,11-34-456 0 0,1-1 0 0 0,0 0 0 0 0,0 0-1 0 0,1 1 1 0 0,-1-1 0 0 0,2 0 0 0 0,1 12-1 0 0,-1-16 53 0 0,-1-1 0 0 0,1 1 0 0 0,1 0-1 0 0,-1-1 1 0 0,0 0 0 0 0,1 1 0 0 0,0-1 0 0 0,0 0 0 0 0,0 0-1 0 0,0 0 1 0 0,0 0 0 0 0,1 0 0 0 0,-1 0 0 0 0,1-1-1 0 0,0 1 1 0 0,0-1 0 0 0,0 0 0 0 0,3 3 0 0 0,-4-4 81 0 0,1 0-1 0 0,-1 0 1 0 0,1 0 0 0 0,-1 0 0 0 0,1 0 0 0 0,-1-1 0 0 0,1 1-1 0 0,-1-1 1 0 0,1 1 0 0 0,0-1 0 0 0,-1 0 0 0 0,1 0 0 0 0,0 0 0 0 0,-1-1-1 0 0,1 1 1 0 0,-1-1 0 0 0,1 1 0 0 0,0-1 0 0 0,-1 0 0 0 0,1 0-1 0 0,-1 0 1 0 0,0 0 0 0 0,1 0 0 0 0,-1-1 0 0 0,0 1 0 0 0,0-1 0 0 0,0 1-1 0 0,0-1 1 0 0,0 0 0 0 0,0 0 0 0 0,2-3 0 0 0,0 1 33 0 0,0-1 1 0 0,-1 0-1 0 0,1 0 1 0 0,-1 0 0 0 0,0 0-1 0 0,-1 0 1 0 0,1-1-1 0 0,-1 1 1 0 0,0-1 0 0 0,-1 0-1 0 0,1 0 1 0 0,0-11-1 0 0,-1 6-64 0 0,-2 1 0 0 0,1-1-1 0 0,-2 0 1 0 0,-2-11 0 0 0,3 18-27 0 0,0-1 1 0 0,0 1 0 0 0,-1 0-1 0 0,1-1 1 0 0,-1 1-1 0 0,0 0 1 0 0,0 0 0 0 0,-1 0-1 0 0,1 0 1 0 0,-1 1 0 0 0,0-1-1 0 0,-4-4 1 0 0,6 8-18 0 0,1 0 0 0 0,0-1 0 0 0,-1 1-1 0 0,1 0 1 0 0,0 0 0 0 0,-1 0 0 0 0,1-1 0 0 0,0 1 0 0 0,-1 0 0 0 0,1 0 0 0 0,0 0 0 0 0,-1 0 0 0 0,1 0 0 0 0,0 0 0 0 0,-1 0 0 0 0,1 0-1 0 0,-1 0 1 0 0,1 0 0 0 0,0 0 0 0 0,-1 0 0 0 0,1 0 0 0 0,0 0 0 0 0,-1 0 0 0 0,1 0 0 0 0,0 1 0 0 0,-1-1 0 0 0,1 0 0 0 0,0 0 0 0 0,-1 0-1 0 0,1 0 1 0 0,0 1 0 0 0,-1-1 0 0 0,1 0 0 0 0,-1 1 0 0 0,-9 15-100 0 0,-1 19-217 0 0,10-32 304 0 0,1 0 1 0 0,-1 0-1 0 0,0 1 0 0 0,1-1 1 0 0,0 0-1 0 0,0 0 0 0 0,0 0 1 0 0,0 0-1 0 0,1 1 0 0 0,-1-1 0 0 0,1 0 1 0 0,-1 0-1 0 0,1 0 0 0 0,0 0 1 0 0,1 0-1 0 0,-1 0 0 0 0,0 0 1 0 0,1 0-1 0 0,0-1 0 0 0,-1 1 1 0 0,1 0-1 0 0,0-1 0 0 0,0 0 0 0 0,1 1 1 0 0,-1-1-1 0 0,0 0 0 0 0,1 0 1 0 0,-1 0-1 0 0,1 0 0 0 0,0-1 1 0 0,0 1-1 0 0,-1-1 0 0 0,1 0 1 0 0,0 1-1 0 0,0-1 0 0 0,0-1 0 0 0,1 1 1 0 0,-1 0-1 0 0,0-1 0 0 0,0 1 1 0 0,0-1-1 0 0,0 0 0 0 0,1 0 1 0 0,-1-1-1 0 0,0 1 0 0 0,0 0 1 0 0,0-1-1 0 0,0 0 0 0 0,0 0 0 0 0,0 0 1 0 0,4-2-1 0 0,-5 3 56 0 0,1-1-1 0 0,-1 0 0 0 0,0 1 1 0 0,0-1-1 0 0,1 0 1 0 0,-1-1-1 0 0,0 1 1 0 0,0 0-1 0 0,0-1 1 0 0,0 1-1 0 0,0-1 1 0 0,-1 1-1 0 0,1-1 1 0 0,0 0-1 0 0,-1 0 1 0 0,1 0-1 0 0,-1 0 1 0 0,0 0-1 0 0,0 0 0 0 0,1 0 1 0 0,-1 0-1 0 0,-1 0 1 0 0,1-1-1 0 0,0 1 1 0 0,0-4-1 0 0,-1 1 52 0 0,0-1-1 0 0,0 1 0 0 0,-1-1 1 0 0,1 1-1 0 0,-1 0 1 0 0,-1 0-1 0 0,1-1 0 0 0,-1 1 1 0 0,0 0-1 0 0,-4-8 1 0 0,2 5 18 0 0,1 1 1 0 0,-2 0 0 0 0,1-1-1 0 0,-9-9 1 0 0,12 16-181 0 0,1 0 0 0 0,-1 1 1 0 0,1-1-1 0 0,-1 0 0 0 0,0 0 0 0 0,1 1 1 0 0,-1-1-1 0 0,0 1 0 0 0,1-1 0 0 0,-1 0 0 0 0,0 1 1 0 0,0-1-1 0 0,0 1 0 0 0,0 0 0 0 0,1-1 0 0 0,-1 1 1 0 0,0 0-1 0 0,0-1 0 0 0,0 1 0 0 0,0 0 1 0 0,0 0-1 0 0,0 0 0 0 0,0 0 0 0 0,0 0 0 0 0,0 0 1 0 0,0 0-1 0 0,0 0 0 0 0,1 0 0 0 0,-1 0 1 0 0,0 0-1 0 0,0 1 0 0 0,0-1 0 0 0,0 0 0 0 0,0 1 1 0 0,0-1-1 0 0,0 1 0 0 0,1-1 0 0 0,-1 1 0 0 0,0-1 1 0 0,0 1-1 0 0,1 0 0 0 0,-1-1 0 0 0,0 1 1 0 0,1 0-1 0 0,-1-1 0 0 0,1 1 0 0 0,-1 0 0 0 0,1 0 1 0 0,-1 0-1 0 0,1-1 0 0 0,-1 1 0 0 0,1 0 0 0 0,0 1 1 0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1:49.8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72 16 3681 0 0,'-1'-1'78'0'0,"0"0"1"0"0,0 1 0 0 0,0-1-1 0 0,0 0 1 0 0,0 1 0 0 0,0 0-1 0 0,-1-1 1 0 0,1 1 0 0 0,0 0-1 0 0,0-1 1 0 0,0 1 0 0 0,0 0 0 0 0,-1 0-1 0 0,1 0 1 0 0,0 0 0 0 0,0 0-1 0 0,0 0 1 0 0,0 0 0 0 0,-1 0-1 0 0,1 1 1 0 0,0-1 0 0 0,0 0-1 0 0,0 1 1 0 0,0-1 0 0 0,0 1-1 0 0,-2 0 1 0 0,0 2 188 0 0,0 0-1 0 0,0 0 1 0 0,0 0 0 0 0,0 0 0 0 0,1 0 0 0 0,-4 6-1 0 0,3-5-195 0 0,1 1 0 0 0,0-1 0 0 0,0 1-1 0 0,0-1 1 0 0,1 1 0 0 0,0 0 0 0 0,-1 0 0 0 0,2-1-1 0 0,-1 1 1 0 0,0 0 0 0 0,1 0 0 0 0,0 0 0 0 0,0 0-1 0 0,1 0 1 0 0,-1 0 0 0 0,1 0 0 0 0,0 0 0 0 0,0-1-1 0 0,1 1 1 0 0,-1 0 0 0 0,1-1 0 0 0,0 1 0 0 0,1-1-1 0 0,-1 0 1 0 0,1 1 0 0 0,3 3 0 0 0,-3-3 71 0 0,0-1 0 0 0,0 0 0 0 0,0-1 0 0 0,1 1 0 0 0,-1 0 0 0 0,1-1 1 0 0,0 0-1 0 0,0 0 0 0 0,1 0 0 0 0,-1 0 0 0 0,0-1 0 0 0,1 0 0 0 0,0 0 0 0 0,-1 0 1 0 0,1 0-1 0 0,0-1 0 0 0,0 0 0 0 0,0 0 0 0 0,0 0 0 0 0,0 0 0 0 0,0-1 0 0 0,0 0 0 0 0,0 0 1 0 0,0 0-1 0 0,7-2 0 0 0,-9 1-80 0 0,0 0 1 0 0,0 1 0 0 0,-1-2-1 0 0,1 1 1 0 0,-1 0-1 0 0,1 0 1 0 0,-1-1 0 0 0,1 0-1 0 0,-1 1 1 0 0,0-1-1 0 0,0 0 1 0 0,0 0-1 0 0,0 0 1 0 0,0 0 0 0 0,0-1-1 0 0,2-3 1 0 0,-1 1 41 0 0,-1 0 1 0 0,0 0 0 0 0,0 0-1 0 0,-1 0 1 0 0,1 0 0 0 0,-1 0-1 0 0,0-1 1 0 0,0-8 0 0 0,-1 2 143 0 0,0 0 1 0 0,-1 0 0 0 0,0 0-1 0 0,-1 0 1 0 0,-1 0 0 0 0,0 0 0 0 0,-5-15-1 0 0,7 25-203 0 0,1 1 0 0 0,0 0-1 0 0,-1 0 1 0 0,1-1 0 0 0,0 1-1 0 0,-1 0 1 0 0,0 0 0 0 0,1 0 0 0 0,-1 0-1 0 0,0 0 1 0 0,1 0 0 0 0,-1 0-1 0 0,0 0 1 0 0,0 0 0 0 0,0 0-1 0 0,0 0 1 0 0,0 0 0 0 0,0 0-1 0 0,0 1 1 0 0,0-1 0 0 0,0 0-1 0 0,0 1 1 0 0,-1-1 0 0 0,1 1 0 0 0,0-1-1 0 0,0 1 1 0 0,-1 0 0 0 0,-1-1-1 0 0,2 2 0 0 0,0 0 0 0 0,-1-1 0 0 0,1 1 0 0 0,0 0 0 0 0,0 0 0 0 0,0 0 0 0 0,0 0 0 0 0,0 0 0 0 0,0 0 0 0 0,1 0-1 0 0,-1 0 1 0 0,0 1 0 0 0,0-1 0 0 0,1 0 0 0 0,-1 0 0 0 0,1 1 0 0 0,-1-1 0 0 0,1 0 0 0 0,0 1 0 0 0,-1-1 0 0 0,1 0 0 0 0,0 1 0 0 0,0-1-1 0 0,0 0 1 0 0,0 1 0 0 0,0 1 0 0 0,-1 18-64 0 0,1 1 0 0 0,1-1 0 0 0,5 30 0 0 0,-5-41 13 0 0,1-1 0 0 0,0 0-1 0 0,1 0 1 0 0,0 0 0 0 0,1-1 0 0 0,-1 1-1 0 0,2-1 1 0 0,-1 1 0 0 0,1-2-1 0 0,8 11 1 0 0,-13-17 16 0 0,1 0 0 0 0,-1-1 0 0 0,1 1 0 0 0,-1 0 0 0 0,1-1 0 0 0,0 1 0 0 0,-1 0 0 0 0,1-1 0 0 0,0 1 0 0 0,0-1 1 0 0,-1 1-1 0 0,1-1 0 0 0,0 1 0 0 0,0-1 0 0 0,0 1 0 0 0,0-1 0 0 0,0 0 0 0 0,-1 0 0 0 0,1 1 0 0 0,0-1 0 0 0,0 0 0 0 0,0 0 0 0 0,0 0 0 0 0,0 0 0 0 0,0 0 0 0 0,0 0 0 0 0,0 0 0 0 0,0 0 0 0 0,1-1 0 0 0,-1 0 31 0 0,1 0 0 0 0,-1 0 1 0 0,0 0-1 0 0,0-1 0 0 0,1 1 0 0 0,-1 0 0 0 0,0-1 1 0 0,0 1-1 0 0,0-1 0 0 0,0 1 0 0 0,-1-1 0 0 0,1 1 1 0 0,0-1-1 0 0,0-2 0 0 0,2-4 117 0 0,-1 0 1 0 0,0 0-1 0 0,-1-1 0 0 0,1 1 1 0 0,-1-13-1 0 0,-1 15-123 0 0,-1 1 0 0 0,1-1 0 0 0,-1 1 0 0 0,0-1 0 0 0,0 1 0 0 0,-1-1 0 0 0,0 1-1 0 0,0 0 1 0 0,0 0 0 0 0,0 0 0 0 0,-1 0 0 0 0,-6-9 0 0 0,7 12-139 0 0,-1 0 0 0 0,1 0-1 0 0,0 0 1 0 0,-1 0 0 0 0,1 1-1 0 0,-1-1 1 0 0,1 1 0 0 0,-1-1-1 0 0,0 1 1 0 0,1 0 0 0 0,-1 0 0 0 0,0 0-1 0 0,0 1 1 0 0,0-1 0 0 0,0 1-1 0 0,0-1 1 0 0,0 1 0 0 0,0 0-1 0 0,0 0 1 0 0,0 0 0 0 0,1 1 0 0 0,-1-1-1 0 0,0 1 1 0 0,0 0 0 0 0,0-1-1 0 0,-3 3 1 0 0,2-2-492 0 0,3-1 371 0 0,-1 0 0 0 0,1 0 0 0 0,0 0 0 0 0,0 1 0 0 0,0-1 1 0 0,-1 1-1 0 0,1-1 0 0 0,0 1 0 0 0,0-1 0 0 0,0 1 0 0 0,0-1 0 0 0,0 1 0 0 0,0 0 1 0 0,0 0-1 0 0,0-1 0 0 0,0 1 0 0 0,0 0 0 0 0,0 0 0 0 0,1 0 0 0 0,-1 0 0 0 0,-1 2 1 0 0,3-2 174 0 0,3-2 51 0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1:50.5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41 422 7834 0 0,'-3'-3'486'0'0,"-1"0"1"0"0,1-1-1 0 0,-1 1 1 0 0,1-1-1 0 0,0 1 1 0 0,1-1 0 0 0,-1 0-1 0 0,1 0 1 0 0,-3-6-1 0 0,3 8-105 0 0,1 0-1 0 0,0 0 1 0 0,0-1-1 0 0,1 1 1 0 0,-1 0 0 0 0,0 0-1 0 0,1-1 1 0 0,-1 1-1 0 0,1 0 1 0 0,0-1-1 0 0,0 1 1 0 0,0 0 0 0 0,0-1-1 0 0,0 1 1 0 0,0 0-1 0 0,1-1 1 0 0,-1 1-1 0 0,1 0 1 0 0,0-1 0 0 0,1-2-1 0 0,-2 4-331 0 0,1 1 0 0 0,-1 0 0 0 0,1 0 0 0 0,-1 0 0 0 0,1-1 1 0 0,-1 1-1 0 0,1 0 0 0 0,-1 0 0 0 0,1 0 0 0 0,-1 0 0 0 0,1 0 0 0 0,-1 0 0 0 0,1 0 0 0 0,-1 0 0 0 0,1 0 0 0 0,-1 0 0 0 0,1 0 0 0 0,-1 0 1 0 0,1 0-1 0 0,-1 1 0 0 0,1-1 0 0 0,-1 0 0 0 0,1 0 0 0 0,-1 0 0 0 0,1 1 0 0 0,-1-1 0 0 0,0 0 0 0 0,1 1 0 0 0,-1-1 0 0 0,1 0 0 0 0,-1 1 1 0 0,0-1-1 0 0,1 0 0 0 0,-1 1 0 0 0,0-1 0 0 0,0 1 0 0 0,1-1 0 0 0,-1 1 0 0 0,15 18-44 0 0,-15-19 30 0 0,47 75 85 0 0,-36-55-75 0 0,0 0 0 0 0,2-1-1 0 0,0-1 1 0 0,27 29 0 0 0,-27-34-54 0 0,0-1-1 0 0,1-1 1 0 0,1 0 0 0 0,0 0-1 0 0,0-2 1 0 0,1 0 0 0 0,26 11-1 0 0,-41-19 35 0 0,0-1-1 0 0,1 1 0 0 0,-1-1 0 0 0,0 0 1 0 0,1 1-1 0 0,-1-1 0 0 0,0 0 1 0 0,1 0-1 0 0,-1 0 0 0 0,0 0 0 0 0,1 0 1 0 0,-1 0-1 0 0,0 0 0 0 0,1 0 1 0 0,-1-1-1 0 0,0 1 0 0 0,1-1 0 0 0,-1 1 1 0 0,0-1-1 0 0,0 1 0 0 0,1-1 1 0 0,-1 0-1 0 0,0 1 0 0 0,0-1 0 0 0,0 0 1 0 0,0 0-1 0 0,0 0 0 0 0,0 0 1 0 0,0 0-1 0 0,0 0 0 0 0,0 0 1 0 0,-1 0-1 0 0,1 0 0 0 0,0 0 0 0 0,-1-1 1 0 0,1 1-1 0 0,0-2 0 0 0,2-7 112 0 0,0 1 0 0 0,-1 0-1 0 0,-1-1 1 0 0,1-16-1 0 0,2-3 42 0 0,133-478-654 0 0,-135 501 18 0 0,5-17 187 0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1:50.9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11 7458 0 0,'8'-3'720'0'0,"0"1"0"0"0,0 0-1 0 0,1 1 1 0 0,-1 0 0 0 0,0 0 0 0 0,1 1 0 0 0,-1 0 0 0 0,0 0 0 0 0,0 1 0 0 0,1 0 0 0 0,-1 0 0 0 0,0 1 0 0 0,0 0 0 0 0,0 1 0 0 0,0 0 0 0 0,14 7 0 0 0,-13-5-447 0 0,0 1 1 0 0,0 0-1 0 0,-1 0 0 0 0,0 1 1 0 0,0 0-1 0 0,0 0 0 0 0,-1 1 0 0 0,6 9 1 0 0,0-1-212 0 0,0 0-1 0 0,23 21 1 0 0,-31-32-266 0 0,0-1 1 0 0,1 1-1 0 0,-1-1 1 0 0,1 0-1 0 0,0-1 1 0 0,1 0-1 0 0,-1 0 0 0 0,0 0 1 0 0,1 0-1 0 0,0-1 1 0 0,7 1-1 0 0,2-4-1830 0 0,-10-2 637 0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1:51.27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288 58 5577 0 0,'0'-4'145'0'0,"-1"1"-1"0"0,0-1 1 0 0,0 0 0 0 0,0 1-1 0 0,0-1 1 0 0,0 1 0 0 0,-1-1-1 0 0,0 1 1 0 0,0-1-1 0 0,-2-3 1 0 0,2 5 708 0 0,0-1 0 0 0,0 1-1 0 0,-1 0 1 0 0,1 0 0 0 0,0 0 0 0 0,-1 0 0 0 0,-11 4 5118 0 0,6 23-4706 0 0,7-20-820 0 0,-99 219 2000 0 0,65-152-2423 0 0,-38 107 1 0 0,63-155-72 0 0,8-19-13 0 0,-1 0 1 0 0,1 0-1 0 0,0 0 1 0 0,1 0-1 0 0,-1 1 0 0 0,0 5 1 0 0,5-11-1011 0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2:08.256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</inkml:brush>
  </inkml:definitions>
  <inkml:trace contextRef="#ctx0" brushRef="#br0">250 271 3225 0 0,'-10'-7'192'0'0,"0"0"0"0"0,-1 1 1 0 0,0 0-1 0 0,0 1 0 0 0,0 1 1 0 0,-1-1-1 0 0,1 2 0 0 0,-21-5 1 0 0,3 4 1556 0 0,1 0 0 0 0,-46 1 1 0 0,113 2 3659 0 0,30-4-3681 0 0,32 0-1611 0 0,493-37 592 0 0,-219-7-521 0 0,-102 11 305 0 0,282 2 31 0 0,-66 15-258 0 0,-391 14 188 0 0,-42 4-372 0 0,1 2 1 0 0,-1 2-1 0 0,0 3 0 0 0,81 16 0 0 0,-100-14-32 0 0,52 2 1 0 0,-58-6-38 0 0,0 0 1 0 0,57 14-1 0 0,-87-16 7 0 0,0 0 0 0 0,-1 1-1 0 0,1-1 1 0 0,0 0 0 0 0,0 0 0 0 0,0 1-1 0 0,0-1 1 0 0,0 0 0 0 0,0 1-1 0 0,-1-1 1 0 0,1 1 0 0 0,0-1-1 0 0,0 1 1 0 0,0 0 0 0 0,-1-1 0 0 0,1 1-1 0 0,0 0 1 0 0,-1-1 0 0 0,1 1-1 0 0,-1 0 1 0 0,1 0 0 0 0,-1 0-1 0 0,1-1 1 0 0,-1 1 0 0 0,0 0-1 0 0,1 0 1 0 0,-1 0 0 0 0,0 0 0 0 0,0 0-1 0 0,1 0 1 0 0,-1 0 0 0 0,0 0-1 0 0,0 0 1 0 0,0 0 0 0 0,0 0-1 0 0,0 1 1 0 0,-1-1-22 0 0,0 1 0 0 0,1 0 0 0 0,-1-1 0 0 0,0 1 0 0 0,0-1 0 0 0,0 1 0 0 0,1-1 0 0 0,-2 0 0 0 0,1 1-1 0 0,0-1 1 0 0,0 0 0 0 0,0 0 0 0 0,-1 1 0 0 0,1-1 0 0 0,0 0 0 0 0,-1-1 0 0 0,1 1 0 0 0,-3 1 0 0 0,-26 12-1025 0 0,-1-2 0 0 0,-48 12 0 0 0,-118 10-537 0 0,95-19 2617 0 0,100-14-856 0 0,0 0 1 0 0,0 0-1 0 0,0 1 0 0 0,1-1 0 0 0,-1 0 0 0 0,1 0 0 0 0,-1 1 0 0 0,1-1 0 0 0,-1 1 0 0 0,1 0 0 0 0,0-1 0 0 0,0 1 0 0 0,0 0 0 0 0,0 0 0 0 0,0-1 0 0 0,0 1 0 0 0,0 0 0 0 0,1 0 0 0 0,-1 0 0 0 0,1 0 0 0 0,-1 0 0 0 0,1 3 0 0 0,-2 4-179 0 0,1 0-1 0 0,0-1 1 0 0,0 1 0 0 0,1 9-1 0 0,3 3 20 0 0,1-1 1 0 0,0 0-1 0 0,2-1 1 0 0,10 26-1 0 0,8 24 48 0 0,28 180 104 0 0,17 58-34 0 0,-49-237-96 0 0,17 122 0 0 0,-8 76-31 0 0,-20-171-35 0 0,4 73 8 0 0,23 168 73 0 0,3 52 238 0 0,-12-74-99 0 0,-14-130-134 0 0,-12-136-36 0 0,2 1 1 0 0,2-1 0 0 0,22 92-1 0 0,-25-133-41 0 0,91 340 135 0 0,-86-318-137 0 0,1 0 0 0 0,1 0 0 0 0,1-1 0 0 0,17 32 0 0 0,-28-61 2 0 0,0 0 0 0 0,0 0 0 0 0,1 0 1 0 0,-1 0-1 0 0,0 0 0 0 0,0 0 0 0 0,0 0 0 0 0,0 0 0 0 0,0 0 0 0 0,0-1 0 0 0,0 1 0 0 0,0 0 0 0 0,-1-1 0 0 0,1 1 1 0 0,0-1-1 0 0,-2 1 0 0 0,-22 15 26 0 0,20-12-39 0 0,0-1-1 0 0,1 1 1 0 0,-1-1-1 0 0,0 0 1 0 0,-1 0-1 0 0,1 0 1 0 0,0-1-1 0 0,-1 0 1 0 0,1 0-1 0 0,-1 0 1 0 0,-9 1 0 0 0,-8 1-13 0 0,-39 0 1 0 0,1 1-9 0 0,-497 51-96 0 0,414-57 129 0 0,94-1-5 0 0,-1 3 0 0 0,-61 7 0 0 0,92-5-12 0 0,-407 50-85 0 0,22 0 573 0 0,355-47-522 0 0,31-4-218 0 0,0 1 1 0 0,0 0-1 0 0,0 1 0 0 0,-29 10 1 0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2:12.62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15667 0 0,'0'0'1207'0'0,"3"21"1902"0"0,18 155-216 0 0,3 41-2636 0 0,-24-215-299 0 0,-1 72-230 0 0,-9-27-2897 0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2:12.8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0 17052 0 0,'-3'5'3219'0'0,"3"-5"-3154"0"0,6 11 73 0 0,9 8-2337 0 0,-11-14 862 0 0,0-1 1 0 0,-1 1 0 0 0,0 0 0 0 0,0 0 0 0 0,0 0 0 0 0,0 0 0 0 0,-1 0-1 0 0,2 8 1 0 0,1 5 336 0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2:13.1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197 69 6913 0 0,'-3'-5'631'0'0,"0"0"-1"0"0,-1 0 0 0 0,1 0 0 0 0,-1 0 0 0 0,0 1 0 0 0,-1 0 0 0 0,1 0 1 0 0,-1 0-1 0 0,1 0 0 0 0,-1 1 0 0 0,0 0 0 0 0,0 0 0 0 0,-1 0 0 0 0,1 0 1 0 0,-11-2-1 0 0,13 4-315 0 0,0 0 1 0 0,0 0 0 0 0,-1 1-1 0 0,1 0 1 0 0,0 0-1 0 0,-1 0 1 0 0,1 0 0 0 0,0 0-1 0 0,-1 0 1 0 0,1 1 0 0 0,0 0-1 0 0,-1 0 1 0 0,1 0 0 0 0,0 0-1 0 0,-5 2 1 0 0,5-1-301 0 0,0 0 0 0 0,0 1 0 0 0,0-1 0 0 0,0 0 0 0 0,0 1 0 0 0,1 0 0 0 0,-1 0 0 0 0,1 0-1 0 0,-5 6 1 0 0,3 0 24 0 0,0 0-1 0 0,0 0 0 0 0,1 0 0 0 0,0 1 0 0 0,0-1 0 0 0,1 1 1 0 0,1-1-1 0 0,0 1 0 0 0,0 0 0 0 0,0 0 0 0 0,3 19 0 0 0,2 11-19 0 0,15 61 0 0 0,-14-79 24 0 0,17 82 56 0 0,54 212-199 0 0,-59-268-811 0 0,-9-29-3 0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2:13.3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96 9674 0 0,'0'-8'4748'0'0,"0"8"-4645"0"0,14-11 1962 0 0,14-6-611 0 0,89-33-1522 0 0,-93 41-6378 0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2:13.8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 99 9674 0 0,'-11'-50'2046'0'0,"0"1"4841"0"0,26 117-2621 0 0,-6 44-4116 0 0,-4-50 168 0 0,52 400-1600 0 0,-55-447-4092 0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2:14.2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0 171 4145 0 0,'1'-8'397'0'0,"0"1"0"0"0,1-1 0 0 0,-1 1 0 0 0,2-1 0 0 0,-1 1 0 0 0,1 0 0 0 0,0 0 1 0 0,0 0-1 0 0,1 0 0 0 0,-1 1 0 0 0,2 0 0 0 0,-1-1 0 0 0,1 1 0 0 0,0 1 0 0 0,0-1 0 0 0,7-5 0 0 0,-6 6 63 0 0,-1 0 0 0 0,1 0 0 0 0,0 0 0 0 0,0 1 0 0 0,1 0 1 0 0,-1 1-1 0 0,1-1 0 0 0,0 1 0 0 0,0 1 0 0 0,0-1 0 0 0,0 1 0 0 0,0 0 0 0 0,0 1 0 0 0,1 0 0 0 0,-1 0 0 0 0,13 0 0 0 0,-14 2-385 0 0,-1 1 1 0 0,0 0-1 0 0,1 0 1 0 0,-1 0-1 0 0,0 0 1 0 0,0 1-1 0 0,0 0 1 0 0,-1 0-1 0 0,1 0 1 0 0,-1 1-1 0 0,1-1 1 0 0,-1 1-1 0 0,0 0 0 0 0,0 0 1 0 0,-1 1-1 0 0,0-1 1 0 0,1 1-1 0 0,-1 0 1 0 0,-1 0-1 0 0,4 7 1 0 0,1 3-108 0 0,0 0 0 0 0,-2 0-1 0 0,0 0 1 0 0,0 1 0 0 0,3 30 0 0 0,-7-39 122 0 0,0 0 0 0 0,-1-1 0 0 0,0 1 1 0 0,-1 0-1 0 0,0 0 0 0 0,0 0 0 0 0,0-1 0 0 0,-1 1 0 0 0,1-1 0 0 0,-2 1 0 0 0,1-1 0 0 0,-1 0 0 0 0,0 1 0 0 0,0-1 0 0 0,-1-1 0 0 0,0 1 0 0 0,0 0 0 0 0,-7 7 0 0 0,10-13-74 0 0,1 1-1 0 0,-1-1 0 0 0,1 1 0 0 0,-1 0 1 0 0,0-1-1 0 0,1 1 0 0 0,0 0 1 0 0,-1-1-1 0 0,1 1 0 0 0,-1 0 0 0 0,1-1 1 0 0,0 1-1 0 0,-1 0 0 0 0,1 0 0 0 0,0-1 1 0 0,0 1-1 0 0,0 0 0 0 0,-1 0 1 0 0,1 0-1 0 0,0-1 0 0 0,0 1 0 0 0,0 0 1 0 0,0 0-1 0 0,1 0 0 0 0,-1-1 0 0 0,0 1 1 0 0,0 0-1 0 0,1 1 0 0 0,0-1 5 0 0,0 1 0 0 0,0-1 0 0 0,0 0 0 0 0,0 1 1 0 0,0-1-1 0 0,1 0 0 0 0,-1 0 0 0 0,0 0 0 0 0,1 0 0 0 0,-1 0 0 0 0,1 0 0 0 0,2 1 0 0 0,3 1 25 0 0,0 0 0 0 0,1 0 0 0 0,0-1 1 0 0,12 3-1 0 0,2-3-65 0 0,1 0 1 0 0,-1-1-1 0 0,41-4 0 0 0,-7-6-4966 0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2:14.4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30 2761 0 0,'52'-10'8411'0'0,"-3"1"-6646"0"0,-46 8-1720 0 0,8-2-529 0 0,1 1-1 0 0,22-3 1 0 0,-31 5 434 0 0,0 0 1 0 0,-1 0-1 0 0,1 0 1 0 0,0 0-1 0 0,0 1 0 0 0,0-1 1 0 0,-1 1-1 0 0,1 0 0 0 0,0 0 1 0 0,-1 0-1 0 0,1 0 1 0 0,-1 0-1 0 0,1 0 0 0 0,-1 1 1 0 0,1-1-1 0 0,-1 1 1 0 0,0 0-1 0 0,2 2 0 0 0,4 4-38 0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2:14.6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90 7834 0 0,'4'0'415'0'0,"0"0"1"0"0,-1 0 0 0 0,1 0 0 0 0,0-1-1 0 0,-1 0 1 0 0,1 1 0 0 0,6-4 0 0 0,107-36 7205 0 0,-4 2-7282 0 0,-85 32-2309 0 0,15 10-6094 0 0,-32-3 7252 0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2:15.1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127 40 4609 0 0,'-28'1'10344'0'0,"27"0"-9921"0"0,-7 8 1481 0 0,3-3-2981 0 0,-5 5 1230 0 0,1 1-1 0 0,1 0 0 0 0,0 0 1 0 0,0 1-1 0 0,2 0 0 0 0,-1 0 1 0 0,2 0-1 0 0,0 1 0 0 0,0 0 0 0 0,1 0 1 0 0,1 1-1 0 0,0-1 0 0 0,1 1 1 0 0,0 22-1 0 0,3-15 48 0 0,0 0-1 0 0,1 0 1 0 0,1 0 0 0 0,1 0-1 0 0,1 0 1 0 0,1-1-1 0 0,1 0 1 0 0,1 0 0 0 0,10 19-1 0 0,-15-34-172 0 0,0 0 0 0 0,1 0-1 0 0,0 0 1 0 0,0-1 0 0 0,0 1-1 0 0,0-1 1 0 0,1 0 0 0 0,0-1-1 0 0,0 1 1 0 0,0-1 0 0 0,1 0-1 0 0,-1 0 1 0 0,1 0 0 0 0,0-1-1 0 0,0 0 1 0 0,0 0 0 0 0,0-1-1 0 0,1 0 1 0 0,-1 0 0 0 0,1 0 0 0 0,0-1-1 0 0,-1 0 1 0 0,1 0 0 0 0,0 0-1 0 0,0-1 1 0 0,-1 0 0 0 0,1-1-1 0 0,0 1 1 0 0,0-1 0 0 0,-1-1-1 0 0,1 1 1 0 0,-1-1 0 0 0,1 0-1 0 0,-1-1 1 0 0,0 1 0 0 0,7-5-1 0 0,-1 1 87 0 0,-1 0 0 0 0,0 0-1 0 0,-1-1 1 0 0,1-1 0 0 0,-2 0 0 0 0,1 0-1 0 0,-1-1 1 0 0,0 0 0 0 0,-1-1 0 0 0,0 1-1 0 0,0-2 1 0 0,7-12 0 0 0,-11 15-68 0 0,0 0-1 0 0,-1 0 1 0 0,0-1 0 0 0,0 1-1 0 0,-1-1 1 0 0,0 0 0 0 0,0 0-1 0 0,-1 0 1 0 0,0 0 0 0 0,-1 0-1 0 0,0 0 1 0 0,0 0 0 0 0,-1 0-1 0 0,0 0 1 0 0,0 1 0 0 0,-1-1-1 0 0,-6-16 1 0 0,-13-27-51 0 0,-2 1 0 0 0,-2 1 0 0 0,-40-58 0 0 0,63 106-142 0 0,1 0 0 0 0,0 0 0 0 0,-1 0-1 0 0,0 0 1 0 0,1 0 0 0 0,-1 0 0 0 0,0 0 0 0 0,0 1 0 0 0,0-1-1 0 0,0 1 1 0 0,0-1 0 0 0,0 1 0 0 0,-1 0 0 0 0,1 0 0 0 0,0 0-1 0 0,-1 0 1 0 0,1 0 0 0 0,0 1 0 0 0,-4-2 0 0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2:17.6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68 330 8754 0 0,'-8'-11'1077'0'0,"0"0"0"0"0,1-1 0 0 0,0 0 1 0 0,0 0-1 0 0,2 0 0 0 0,-1-1 0 0 0,-3-14 0 0 0,-2-2 1219 0 0,12 31-2292 0 0,72 169 1186 0 0,-55-132-859 0 0,3-1-1 0 0,39 56 1 0 0,-53-84-344 0 0,0-1 1 0 0,1 0-1 0 0,0 0 1 0 0,0-1-1 0 0,1 0 1 0 0,0-1-1 0 0,0 1 1 0 0,1-2-1 0 0,0 1 1 0 0,0-2-1 0 0,1 1 1 0 0,0-1-1 0 0,-1-1 1 0 0,2 0-1 0 0,14 4 1 0 0,-23-8 29 0 0,0 0 0 0 0,0 0 0 0 0,0 0 0 0 0,0-1 1 0 0,0 1-1 0 0,0-1 0 0 0,0 1 0 0 0,0-1 0 0 0,0 0 1 0 0,-1 0-1 0 0,1 0 0 0 0,0-1 0 0 0,-1 1 0 0 0,1-1 1 0 0,-1 1-1 0 0,1-1 0 0 0,-1 0 0 0 0,0 0 0 0 0,0 0 1 0 0,1 0-1 0 0,-1 0 0 0 0,-1 0 0 0 0,1-1 0 0 0,0 1 0 0 0,-1-1 1 0 0,1 1-1 0 0,1-5 0 0 0,4-10 161 0 0,0 1 0 0 0,-1 0 1 0 0,6-28-1 0 0,-6 21-84 0 0,39-188 368 0 0,-33 142-1143 0 0,38-127 1 0 0,-50 196 618 0 0,5-12-927 0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2:18.19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140 499 8754 0 0,'5'-9'978'0'0,"-1"0"0"0"0,-1 0 0 0 0,4-16 0 0 0,-6 23-699 0 0,0 0 0 0 0,-1 0-1 0 0,0 0 1 0 0,1 0 0 0 0,-1 0-1 0 0,0 0 1 0 0,0 0 0 0 0,0 0 0 0 0,0 0-1 0 0,0 0 1 0 0,-1 0 0 0 0,1 0-1 0 0,0 0 1 0 0,-1 0 0 0 0,0 0-1 0 0,1 0 1 0 0,-1 0 0 0 0,0 0-1 0 0,0 0 1 0 0,0 0 0 0 0,0 1-1 0 0,-1-1 1 0 0,-2-3 0 0 0,3 5-205 0 0,-1-1 0 0 0,0 0 1 0 0,1 1-1 0 0,-1 0 0 0 0,0-1 1 0 0,0 1-1 0 0,1 0 0 0 0,-1 0 1 0 0,0 0-1 0 0,0 0 0 0 0,0 0 1 0 0,1 0-1 0 0,-1 0 0 0 0,0 1 1 0 0,0-1-1 0 0,0 1 0 0 0,1-1 1 0 0,-1 1-1 0 0,0-1 0 0 0,1 1 0 0 0,-1 0 1 0 0,1 0-1 0 0,-1 0 0 0 0,1 0 1 0 0,-1 0-1 0 0,1 1 0 0 0,0-1 1 0 0,-1 0-1 0 0,-1 3 0 0 0,-5 4-63 0 0,0 1 0 0 0,0 0 1 0 0,-6 11-1 0 0,5-7-24 0 0,1 1 1 0 0,1 0-1 0 0,0 0 1 0 0,2 1-1 0 0,-1-1 1 0 0,-4 25-1 0 0,8-33-12 0 0,0 0 0 0 0,1 1 0 0 0,0-1 1 0 0,1 1-1 0 0,0-1 0 0 0,0 1 0 0 0,0 0 0 0 0,0-1 0 0 0,1 1 0 0 0,1-1 0 0 0,-1 0 1 0 0,1 1-1 0 0,0-1 0 0 0,0 0 0 0 0,0 0 0 0 0,1 0 0 0 0,0 0 0 0 0,5 7 1 0 0,-7-12-36 0 0,0 0 0 0 0,0 0 0 0 0,-1-1 0 0 0,1 1 1 0 0,0 0-1 0 0,0 0 0 0 0,0 0 0 0 0,1-1 1 0 0,-1 1-1 0 0,0 0 0 0 0,0-1 0 0 0,0 1 1 0 0,0-1-1 0 0,1 1 0 0 0,-1-1 0 0 0,0 0 1 0 0,1 0-1 0 0,-1 1 0 0 0,0-1 0 0 0,0 0 1 0 0,1 0-1 0 0,-1 0 0 0 0,0 0 0 0 0,1-1 0 0 0,-1 1 1 0 0,0 0-1 0 0,0 0 0 0 0,1-1 0 0 0,-1 1 1 0 0,0-1-1 0 0,0 1 0 0 0,0-1 0 0 0,1 0 1 0 0,-1 1-1 0 0,0-1 0 0 0,0 0 0 0 0,0 0 1 0 0,0 0-1 0 0,0 1 0 0 0,0-1 0 0 0,1-2 1 0 0,5-5-412 0 0,-1 1 0 0 0,1-1 0 0 0,-1-1 0 0 0,5-9 0 0 0,-9 15 326 0 0,12-22-1084 0 0,-1 0-1 0 0,-1-1 1 0 0,-2 0-1 0 0,0-1 1 0 0,-2 0-1 0 0,-1 0 0 0 0,-1-1 1 0 0,4-43-1 0 0,-8 35 394 0 0,-1 1 1 0 0,-4-44-1 0 0,-2 42 3021 0 0,-17-72 0 0 0,21 105-1758 0 0,-13-41 3319 0 0,-3 20 3409 0 0,22 39-3615 0 0,1 3-3189 0 0,15 57 27 0 0,-4 0 0 0 0,12 133-1 0 0,-6-37-2885 0 0,-16-132-4957 0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2:18.93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49 8290 0 0,'3'-9'564'0'0,"2"-4"4074"0"0,-5 13-4678 0 0,0 0-1 0 0,0 0 0 0 0,0 0 1 0 0,1-1-1 0 0,-1 1 1 0 0,0 0-1 0 0,0 0 0 0 0,1 0 1 0 0,-1-1-1 0 0,0 1 0 0 0,0 0 1 0 0,1 0-1 0 0,-1 0 0 0 0,0 0 1 0 0,0 0-1 0 0,1 0 0 0 0,-1 0 1 0 0,0 0-1 0 0,4-2 1436 0 0,-15-18 3009 0 0,11 20-4316 0 0,0 0 0 0 0,0-1 0 0 0,1 1 0 0 0,-1 0 1 0 0,0 0-1 0 0,1 0 0 0 0,-1-1 0 0 0,0 1 0 0 0,1 0 1 0 0,-1 0-1 0 0,0 0 0 0 0,1 0 0 0 0,-1 0 1 0 0,0 0-1 0 0,1 0 0 0 0,-1 0 0 0 0,0-1 0 0 0,1 1 1 0 0,-1 0-1 0 0,0 0 0 0 0,1 1 0 0 0,-1-1 0 0 0,0 0 1 0 0,1 0-1 0 0,-1 0 0 0 0,1 0 0 0 0,-1 0 0 0 0,0 0 1 0 0,1 0-1 0 0,-1 1 0 0 0,0-1 0 0 0,0 0 0 0 0,1 0 1 0 0,-1 0-1 0 0,0 1 0 0 0,1-1 0 0 0,13 7 216 0 0,-14-7-324 0 0,4 4 44 0 0,0-1 0 0 0,0 2 1 0 0,0-1-1 0 0,-1 0 0 0 0,0 1 0 0 0,0-1 0 0 0,0 1 0 0 0,0 0 1 0 0,-1 0-1 0 0,0 0 0 0 0,2 7 0 0 0,-1-4-2 0 0,4 8-15 0 0,34 93 68 0 0,-38-98-69 0 0,0 0 0 0 0,-1 0 0 0 0,0 1 0 0 0,-1-1 0 0 0,-1 1 1 0 0,1-1-1 0 0,-4 23 0 0 0,-2-20 0 0 0,0-20 12 0 0,-1-24 51 0 0,5 1-210 0 0,2 0 0 0 0,2-1 0 0 0,0 1 0 0 0,2 1 0 0 0,1-1 0 0 0,13-37 0 0 0,-9 40-942 0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2:19.2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 7 4609 0 0,'-3'-6'3021'0'0,"-1"15"-1177"0"0,-4 12-929 0 0,6-7-529 0 0,1 0 0 0 0,0 0 0 0 0,0 1 0 0 0,1-1 0 0 0,1 0 0 0 0,1 0 0 0 0,0 0-1 0 0,0 0 1 0 0,2 0 0 0 0,-1-1 0 0 0,2 1 0 0 0,0-1 0 0 0,0 0 0 0 0,2 0 0 0 0,-1-1 0 0 0,2 0 0 0 0,-1 0 0 0 0,2 0 0 0 0,13 14 0 0 0,-20-23-327 0 0,0-1 1 0 0,0 0-1 0 0,1 0 0 0 0,-1 0 1 0 0,1 0-1 0 0,-1 0 0 0 0,1 0 1 0 0,0 0-1 0 0,0-1 0 0 0,0 0 1 0 0,0 1-1 0 0,0-1 0 0 0,0 0 1 0 0,0-1-1 0 0,0 1 0 0 0,4 0 1 0 0,-6-1-12 0 0,0 0 0 0 0,1 0 1 0 0,-1 0-1 0 0,0-1 0 0 0,0 1 0 0 0,0 0 0 0 0,0-1 1 0 0,0 1-1 0 0,0-1 0 0 0,0 1 0 0 0,0-1 1 0 0,0 1-1 0 0,0-1 0 0 0,0 0 0 0 0,0 1 0 0 0,0-1 1 0 0,0 0-1 0 0,1-1 0 0 0,-1 0 22 0 0,0 0-1 0 0,1 0 1 0 0,-1 0-1 0 0,0-1 1 0 0,0 1-1 0 0,0 0 1 0 0,-1-1-1 0 0,1 1 1 0 0,0 0-1 0 0,-1-1 1 0 0,1-3-1 0 0,-1-7 51 0 0,1-1 0 0 0,-2 1 0 0 0,0-1 0 0 0,0 1 1 0 0,-1 0-1 0 0,-1 0 0 0 0,0 0 0 0 0,-10-24 0 0 0,9 25-832 0 0,-1 2-1 0 0,-1-1 1 0 0,0 0-1 0 0,-1 1 1 0 0,0 0-1 0 0,-9-9 1 0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2:19.5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 9 9218 0 0,'-1'0'40'0'0,"1"0"-1"0"0,0 0 1 0 0,0 0 0 0 0,0 0-1 0 0,-1 0 1 0 0,1 0 0 0 0,0 0-1 0 0,0 0 1 0 0,0 0 0 0 0,0 0-1 0 0,-1 0 1 0 0,1 0 0 0 0,0 0-1 0 0,0-1 1 0 0,0 1 0 0 0,0 0-1 0 0,-1 0 1 0 0,1 0 0 0 0,0 0-1 0 0,0 0 1 0 0,0-1 0 0 0,0 1-1 0 0,0 0 1 0 0,0 0 0 0 0,0 0-1 0 0,-1 0 1 0 0,1-1 0 0 0,0 1-1 0 0,0 0 1 0 0,0 0 0 0 0,0 0-1 0 0,0 0 1 0 0,0-1 0 0 0,0 1 0 0 0,0 0-1 0 0,0 0 1 0 0,0 0 0 0 0,0-1-1 0 0,0 1 1 0 0,0 0 0 0 0,0 0-1 0 0,0 0 1 0 0,0 0 0 0 0,0-1-1 0 0,0 1 1 0 0,0 0 0 0 0,1 0-1 0 0,-1 0 1 0 0,0-1 0 0 0,0 1-1 0 0,0 0 1 0 0,0 0 0 0 0,0 0-1 0 0,0 0 1 0 0,1 0 0 0 0,-1-1-1 0 0,0 1 1 0 0,0 0 0 0 0,0 0-1 0 0,0 0 1 0 0,0 0 0 0 0,1 0-1 0 0,-1 0 1 0 0,0 0 0 0 0,0 0-1 0 0,0 0 1 0 0,1 0 0 0 0,0 0 224 0 0,0 0 0 0 0,0 0 0 0 0,0 1 0 0 0,0-1 0 0 0,0 0 0 0 0,1 1 0 0 0,-1-1 0 0 0,0 1 0 0 0,0-1 0 0 0,0 1 0 0 0,0 0 1 0 0,-1 0-1 0 0,1-1 0 0 0,1 2 0 0 0,6 7 310 0 0,0 1 1 0 0,-1-1-1 0 0,-1 1 1 0 0,1 1-1 0 0,-2-1 1 0 0,1 1-1 0 0,-1 0 1 0 0,5 20-1 0 0,22 103 893 0 0,-21-77-1264 0 0,7 12-140 0 0,-10-43-305 0 0,-1 1-1 0 0,-2 0 1 0 0,3 29-1 0 0,-8-44-1629 0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2:19.7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2 194 8290 0 0,'-1'-6'248'0'0,"1"-1"0"0"0,0 1 0 0 0,0-1 0 0 0,1 1 0 0 0,-1 0 0 0 0,2-1 0 0 0,-1 1 0 0 0,0 0 0 0 0,1-1 0 0 0,0 1 0 0 0,1 0 0 0 0,0 1 0 0 0,3-8 0 0 0,2 0 552 0 0,0 0-1 0 0,1 0 1 0 0,1 1 0 0 0,16-16 0 0 0,-24 25-642 0 0,0 1 1 0 0,1 0-1 0 0,-1 1 0 0 0,1-1 1 0 0,0 0-1 0 0,0 1 1 0 0,-1-1-1 0 0,1 1 1 0 0,0 0-1 0 0,0 0 1 0 0,0 0-1 0 0,0 1 0 0 0,1-1 1 0 0,-1 1-1 0 0,0-1 1 0 0,0 1-1 0 0,0 0 1 0 0,0 0-1 0 0,0 0 0 0 0,1 1 1 0 0,-1-1-1 0 0,0 1 1 0 0,0 0-1 0 0,0 0 1 0 0,4 2-1 0 0,-2-2-77 0 0,-1 1 0 0 0,0 1 1 0 0,0-1-1 0 0,0 0 0 0 0,-1 1 0 0 0,1 0 0 0 0,-1 0 0 0 0,1 0 0 0 0,-1 0 0 0 0,0 0 1 0 0,0 1-1 0 0,0 0 0 0 0,0-1 0 0 0,-1 1 0 0 0,0 0 0 0 0,0 0 0 0 0,3 6 1 0 0,-5-6-74 0 0,1 0 1 0 0,-1 0 0 0 0,1 1 0 0 0,-1-1 0 0 0,0 0 0 0 0,-1 0-1 0 0,1 0 1 0 0,-1 0 0 0 0,1 0 0 0 0,-1 0 0 0 0,-1 0 0 0 0,1 0-1 0 0,0 0 1 0 0,-1-1 0 0 0,0 1 0 0 0,0 0 0 0 0,0-1 0 0 0,0 1-1 0 0,-1-1 1 0 0,1 0 0 0 0,-6 5 0 0 0,3-2-224 0 0,0-1 0 0 0,0 0 0 0 0,0-1 0 0 0,-1 1 0 0 0,0-1 0 0 0,0 0 0 0 0,0-1 0 0 0,0 1 0 0 0,0-1 0 0 0,-1 0 0 0 0,-12 3 0 0 0,13-5-976 0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2:20.0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55 7138 0 0,'9'-1'1015'0'0,"0"0"1"0"0,0-1 0 0 0,0 0 0 0 0,-1-1-1 0 0,1 0 1 0 0,-1 0 0 0 0,0-1 0 0 0,12-7 0 0 0,11-3-195 0 0,-2 3-4012 0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2:20.2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77 456 0 0,'5'0'1347'0'0,"0"-1"0"0"0,0 1 1 0 0,0-1-1 0 0,0-1 0 0 0,0 1 0 0 0,6-3 0 0 0,33-16 2960 0 0,-12 4-3001 0 0,-19 11-1714 0 0,-1 0 0 0 0,1 1 0 0 0,0 0 0 0 0,1 1 0 0 0,-1 0 0 0 0,1 1 0 0 0,18 0 0 0 0,-16 1 408 0 0,0-1 0 0 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2:20.5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216 72 7834 0 0,'-2'-4'458'0'0,"-1"0"1"0"0,1 0-1 0 0,0 1 0 0 0,-1 0 1 0 0,0-1-1 0 0,0 1 1 0 0,0 0-1 0 0,-5-3 1 0 0,7 5-269 0 0,-1 0 0 0 0,0 0 1 0 0,1 1-1 0 0,-1-1 1 0 0,1 1-1 0 0,-1-1 1 0 0,0 1-1 0 0,1-1 1 0 0,-1 1-1 0 0,0 0 1 0 0,0 0-1 0 0,1 0 0 0 0,-1 0 1 0 0,0 0-1 0 0,1 1 1 0 0,-1-1-1 0 0,0 0 1 0 0,1 1-1 0 0,-1-1 1 0 0,0 1-1 0 0,1-1 1 0 0,-1 1-1 0 0,1 0 0 0 0,-3 2 1 0 0,-2 1 56 0 0,0 0 0 0 0,0 1 0 0 0,1 0 0 0 0,0 0 0 0 0,0 0 0 0 0,1 1 0 0 0,-1 0 0 0 0,1 0 0 0 0,-7 12 0 0 0,-25 61 493 0 0,35-76-703 0 0,-10 26 85 0 0,1 0 0 0 0,2 1 1 0 0,-8 47-1 0 0,14-65-159 0 0,0-1 1 0 0,1 1 0 0 0,1-1-1 0 0,0 1 1 0 0,1 0 0 0 0,0-1-1 0 0,1 1 1 0 0,0-1 0 0 0,1 1-1 0 0,0-1 1 0 0,0 0 0 0 0,9 16-1 0 0,-9-21-10 0 0,0-2-1 0 0,0 1 1 0 0,1 0-1 0 0,0-1 1 0 0,-1 1-1 0 0,2-1 1 0 0,-1 0-1 0 0,0 0 0 0 0,1-1 1 0 0,0 1-1 0 0,0-1 1 0 0,0 0-1 0 0,0-1 1 0 0,0 1-1 0 0,1-1 1 0 0,-1 0-1 0 0,1 0 1 0 0,0-1-1 0 0,-1 1 1 0 0,1-1-1 0 0,0-1 0 0 0,0 1 1 0 0,0-1-1 0 0,0 0 1 0 0,9-1-1 0 0,-9 0 193 0 0,1 0 0 0 0,-1-1-1 0 0,0 0 1 0 0,0 0-1 0 0,0 0 1 0 0,0 0-1 0 0,-1-1 1 0 0,1 0 0 0 0,-1 0-1 0 0,0-1 1 0 0,1 0-1 0 0,-1 0 1 0 0,-1 0 0 0 0,1 0-1 0 0,4-6 1 0 0,-1 1 39 0 0,-2-1 1 0 0,1 0 0 0 0,-1 0-1 0 0,-1 0 1 0 0,0 0 0 0 0,0-1-1 0 0,-1 0 1 0 0,-1 0-1 0 0,4-17 1 0 0,-4 10-54 0 0,-1 1-1 0 0,0-1 1 0 0,-2 0 0 0 0,0 0 0 0 0,-4-28-1 0 0,-3 10-96 0 0,-1 1 0 0 0,-1 0 0 0 0,-2 1 0 0 0,-2 1 0 0 0,-25-51 0 0 0,26 63-301 0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3:26.31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5065 0 0,'3'12'9146'0'0,"3"28"-6580"0"0,30 262 662 0 0,-6-62-1252 0 0,-10-114-2900 0 0,2 27-2511 0 0,-21-133-3033 0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3:26.72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7370 0 0,'0'0'1118'0'0,"21"27"5173"0"0,-14-17-5620 0 0,0 1-1 0 0,-1 0 0 0 0,-1 0 1 0 0,1 1-1 0 0,-2 0 0 0 0,0-1 1 0 0,4 22-1 0 0,10 92 649 0 0,-6-32-821 0 0,7-7-476 0 0,3 24-422 0 0,-16-37-6399 0 0,-6-53 435 0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3:27.1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231 3 6449 0 0,'-1'-1'161'0'0,"0"1"1"0"0,0 0-1 0 0,0-1 0 0 0,0 1 0 0 0,0 0 0 0 0,0 0 0 0 0,0-1 0 0 0,0 1 0 0 0,1 0 0 0 0,-1 0 0 0 0,0 0 0 0 0,0 0 0 0 0,0 0 0 0 0,0 0 0 0 0,0 1 0 0 0,0-1 0 0 0,0 0 1 0 0,0 0-1 0 0,0 1 0 0 0,0-1 0 0 0,0 0 0 0 0,0 1 0 0 0,0-1 0 0 0,0 1 0 0 0,1-1 0 0 0,-1 1 0 0 0,0 0 0 0 0,0-1 0 0 0,-1 3 0 0 0,-27 23 2328 0 0,25-21-2120 0 0,-25 23 511 0 0,2 2 1 0 0,1 0-1 0 0,2 2 1 0 0,-24 38-1 0 0,46-67-817 0 0,0 0-1 0 0,1 0 0 0 0,-1 0 1 0 0,1 0-1 0 0,-1 0 0 0 0,1 1 1 0 0,0-1-1 0 0,0 0 0 0 0,1 1 0 0 0,-1-1 1 0 0,1 0-1 0 0,-1 1 0 0 0,1-1 1 0 0,0 1-1 0 0,1-1 0 0 0,-1 1 1 0 0,0-1-1 0 0,1 1 0 0 0,0-1 1 0 0,0 0-1 0 0,0 0 0 0 0,0 1 1 0 0,0-1-1 0 0,1 0 0 0 0,-1 0 1 0 0,1 0-1 0 0,0 0 0 0 0,0 0 1 0 0,0-1-1 0 0,0 1 0 0 0,1 0 0 0 0,-1-1 1 0 0,1 0-1 0 0,-1 1 0 0 0,1-1 1 0 0,0 0-1 0 0,0-1 0 0 0,0 1 1 0 0,0 0-1 0 0,0-1 0 0 0,0 0 1 0 0,1 1-1 0 0,-1-1 0 0 0,0-1 1 0 0,1 1-1 0 0,-1 0 0 0 0,5-1 1 0 0,20 3 208 0 0,1-2 1 0 0,56-4 0 0 0,-48 0-79 0 0,39 3 0 0 0,-64 0-123 0 0,0 2 1 0 0,0-1-1 0 0,0 2 1 0 0,-1-1 0 0 0,1 2-1 0 0,-1 0 1 0 0,15 6-1 0 0,-18-4-174 0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3:28.1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0 470 4145 0 0,'12'0'1146'0'0,"-1"-1"1"0"0,1 0-1 0 0,-1-1 1 0 0,0 0-1 0 0,1-1 1 0 0,-1 0-1 0 0,0-1 1 0 0,-1 0-1 0 0,17-8 1 0 0,-29 9-959 0 0,1 0-1 0 0,0 0 1 0 0,-1 0-1 0 0,1 0 1 0 0,-1 0-1 0 0,0 0 1 0 0,0 1 0 0 0,0-1-1 0 0,0 1 1 0 0,0-1-1 0 0,-3-1 1 0 0,1 0 19 0 0,0-2-39 0 0,-1-1 0 0 0,1 0-1 0 0,0 0 1 0 0,0-1 0 0 0,1 1 0 0 0,-1-1 0 0 0,-2-12 0 0 0,-11-62 375 0 0,14 67-454 0 0,1 5 17 0 0,0 1 0 0 0,1-1 0 0 0,1 0 1 0 0,0 0-1 0 0,0 0 0 0 0,2-11 0 0 0,-1 17-40 0 0,0 0 0 0 0,0 0-1 0 0,0 0 1 0 0,0 0 0 0 0,1 0-1 0 0,-1 0 1 0 0,1 1 0 0 0,0-1-1 0 0,1 1 1 0 0,-1-1 0 0 0,0 1 0 0 0,1 0-1 0 0,0-1 1 0 0,0 1 0 0 0,0 1-1 0 0,0-1 1 0 0,4-2 0 0 0,29-23 58 0 0,19-12-42 0 0,-51 37-51 0 0,1 1-1 0 0,0 0 0 0 0,0-1 0 0 0,-1 2 0 0 0,1-1 1 0 0,1 0-1 0 0,-1 1 0 0 0,0 0 0 0 0,0 0 0 0 0,6 0 0 0 0,-8 2-20 0 0,-1-1 0 0 0,0 1 0 0 0,1-1 0 0 0,-1 1-1 0 0,0 0 1 0 0,0 0 0 0 0,0 0 0 0 0,0 0 0 0 0,0 0-1 0 0,0 1 1 0 0,0-1 0 0 0,0 1 0 0 0,0-1-1 0 0,-1 1 1 0 0,1 0 0 0 0,0-1 0 0 0,-1 1 0 0 0,0 0-1 0 0,1 0 1 0 0,-1 0 0 0 0,0 0 0 0 0,1 4 0 0 0,5 7 70 0 0,-2 0 1 0 0,7 21 0 0 0,-8-23-67 0 0,6 27-133 0 0,10 59 1 0 0,-15-64 18 0 0,2 0 1 0 0,19 57-1 0 0,-26-88 113 0 0,0-1 0 0 0,1 1 1 0 0,-1-1-1 0 0,1 1 1 0 0,0-1-1 0 0,-1 1 0 0 0,1-1 1 0 0,0 0-1 0 0,0 1 0 0 0,0-1 1 0 0,0 0-1 0 0,0 0 0 0 0,0 1 1 0 0,0-1-1 0 0,0 0 0 0 0,1 0 1 0 0,-1 0-1 0 0,0-1 0 0 0,1 1 1 0 0,-1 0-1 0 0,1 0 0 0 0,-1-1 1 0 0,1 1-1 0 0,1 0 0 0 0,1-1 33 0 0,1-1 0 0 0,-1 1-1 0 0,0-1 1 0 0,0 0 0 0 0,-1 0-1 0 0,1-1 1 0 0,0 1 0 0 0,5-3 0 0 0,-6 2-39 0 0,139-46 455 0 0,-12 5-449 0 0,-129 43-14 0 0,3-2-26 0 0,-1 0-1 0 0,1 1 0 0 0,0 0 1 0 0,-1-1-1 0 0,1 1 0 0 0,0 1 1 0 0,0-1-1 0 0,-1 1 1 0 0,1-1-1 0 0,0 1 0 0 0,5 1 1 0 0,-8 0-449 0 0,-3 3-127 0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3:20.0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77 212 6449 0 0,'-11'-60'1746'0'0,"11"52"-1486"0"0,-1-1 1 0 0,0 1-1 0 0,-1-1 0 0 0,0 1 1 0 0,0 0-1 0 0,0 0 1 0 0,-1 0-1 0 0,-1 0 0 0 0,1 1 1 0 0,-1-1-1 0 0,0 1 0 0 0,-10-13 1 0 0,-10-15 8520 0 0,31 53-7300 0 0,-2-1-1397 0 0,-1 0 1 0 0,-1 1-1 0 0,-1-1 0 0 0,0 1 1 0 0,-1 0-1 0 0,-3 29 0 0 0,2 4 25 0 0,62 665-22 0 0,-19-324 58 0 0,17 116 215 0 0,-41-379-155 0 0,4 221-1 0 0,-24-256-258 0 0,-4-1 0 0 0,-5-1-1 0 0,-23 106 1 0 0,26-176-496 0 0,-5 19-1679 0 0,12-40 1644 0 0,0 1-1 0 0,-1 0 1 0 0,1-1 0 0 0,0 1-1 0 0,0 0 1 0 0,0 0-1 0 0,1-1 1 0 0,-1 1 0 0 0,0-1-1 0 0,1 1 1 0 0,0 2 0 0 0,23-4-5970 0 0,1-8 6810 0 0,-10 2-315 0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3:20.7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251 9 4321 0 0,'-1'-1'20'0'0,"0"0"-1"0"0,1 0 1 0 0,-1 1-1 0 0,0-1 1 0 0,0 1 0 0 0,0-1-1 0 0,0 0 1 0 0,0 1-1 0 0,0 0 1 0 0,0-1 0 0 0,0 1-1 0 0,0-1 1 0 0,0 1-1 0 0,0 0 1 0 0,0 0 0 0 0,0 0-1 0 0,-1 0 1 0 0,1 0-1 0 0,0 0 1 0 0,0 0 0 0 0,0 0-1 0 0,0 0 1 0 0,0 0-1 0 0,0 1 1 0 0,-1-1 0 0 0,-33 9-105 0 0,28-7 124 0 0,-12 5 982 0 0,0 0-1 0 0,-36 19 1 0 0,36-15 1345 0 0,1 1 0 0 0,-29 24 0 0 0,47-36-2281 0 0,0 0 1 0 0,-1 0 0 0 0,1 0 0 0 0,0 1 0 0 0,0-1-1 0 0,-1 0 1 0 0,1 0 0 0 0,0 1 0 0 0,0-1 0 0 0,-1 0 0 0 0,1 0-1 0 0,0 1 1 0 0,0-1 0 0 0,0 0 0 0 0,0 1 0 0 0,-1-1 0 0 0,1 0-1 0 0,0 1 1 0 0,0-1 0 0 0,0 0 0 0 0,0 1 0 0 0,0-1 0 0 0,0 0-1 0 0,0 1 1 0 0,0-1 0 0 0,0 0 0 0 0,0 1 0 0 0,0-1 0 0 0,0 1-1 0 0,0-1 1 0 0,0 0 0 0 0,0 1 0 0 0,1-1 0 0 0,10 8 1308 0 0,22-1-735 0 0,-30-7-564 0 0,103 9 468 0 0,-81-8-383 0 0,0 0-1 0 0,1 2 1 0 0,-1 1 0 0 0,0 1 0 0 0,28 9 0 0 0,-51-13-200 0 0,1 0 0 0 0,-1-1 0 0 0,0 1 0 0 0,0 1 0 0 0,0-1 0 0 0,0 0 0 0 0,0 0 1 0 0,0 1-1 0 0,0-1 0 0 0,0 1 0 0 0,-1-1 0 0 0,1 1 0 0 0,-1 0 0 0 0,1 0 0 0 0,-1 0 0 0 0,1 0 1 0 0,-1 0-1 0 0,0 0 0 0 0,0 0 0 0 0,0 0 0 0 0,0 0 0 0 0,-1 0 0 0 0,1 1 0 0 0,0-1 1 0 0,-1 0-1 0 0,0 1 0 0 0,1-1 0 0 0,-1 0 0 0 0,0 1 0 0 0,0-1 0 0 0,0 0 0 0 0,-1 1 0 0 0,1-1 1 0 0,-1 0-1 0 0,1 1 0 0 0,-1-1 0 0 0,0 0 0 0 0,1 0 0 0 0,-1 0 0 0 0,-2 3 0 0 0,-4 10-192 0 0,-2 0-1 0 0,1 0 0 0 0,-2-1 0 0 0,-16 19 0 0 0,19-24 162 0 0,-27 31-248 0 0,24-31 194 0 0,0 2 0 0 0,1-1-1 0 0,1 1 1 0 0,-1 1-1 0 0,2-1 1 0 0,0 1-1 0 0,-9 21 1 0 0,16-33 106 0 0,-1 1 0 0 0,1 0 1 0 0,0 0-1 0 0,0-1 0 0 0,0 1 0 0 0,-1 0 1 0 0,1 0-1 0 0,0-1 0 0 0,0 1 0 0 0,0 0 1 0 0,0 0-1 0 0,0-1 0 0 0,1 1 0 0 0,-1 0 1 0 0,0 0-1 0 0,0-1 0 0 0,0 1 0 0 0,1 0 0 0 0,-1 0 1 0 0,0-1-1 0 0,1 1 0 0 0,-1 0 0 0 0,1-1 1 0 0,-1 1-1 0 0,0-1 0 0 0,1 1 0 0 0,0-1 1 0 0,-1 1-1 0 0,1-1 0 0 0,0 2 0 0 0,1-1 8 0 0,1 0-1 0 0,-1 0 0 0 0,0-1 1 0 0,0 1-1 0 0,1 0 0 0 0,-1-1 0 0 0,0 0 1 0 0,1 1-1 0 0,-1-1 0 0 0,3 0 1 0 0,7-1 57 0 0,-1 1 1 0 0,24-6-1 0 0,-19 2 93 0 0,36-7 179 0 0,-49 10-332 0 0,0 1 0 0 0,-1-1 0 0 0,1 1 0 0 0,0 0 0 0 0,0 0 0 0 0,-1 1-1 0 0,1-1 1 0 0,0 1 0 0 0,-1-1 0 0 0,1 1 0 0 0,0 0 0 0 0,-1 0 0 0 0,1 0-1 0 0,-1 0 1 0 0,4 2 0 0 0,-5-2-4 0 0,0 0 0 0 0,-1 0 0 0 0,1 0-1 0 0,-1 0 1 0 0,1 0 0 0 0,-1 0 0 0 0,1 0 0 0 0,-1 0-1 0 0,0 1 1 0 0,1-1 0 0 0,-1 0 0 0 0,0 0 0 0 0,0 0-1 0 0,0 0 1 0 0,0 0 0 0 0,0 1 0 0 0,0-1 0 0 0,0 0-1 0 0,0 0 1 0 0,-1 0 0 0 0,1 0 0 0 0,0 0 0 0 0,-1 1-1 0 0,1-1 1 0 0,-1 0 0 0 0,1 0 0 0 0,-2 2 0 0 0,-19 31-192 0 0,18-30 138 0 0,-12 15-39 0 0,-1 0 0 0 0,-33 29 0 0 0,33-34 177 0 0,1 0 1 0 0,1 1-1 0 0,0 1 1 0 0,-19 28-1 0 0,33-43-85 0 0,-1 0-1 0 0,0 0 0 0 0,1-1 1 0 0,-1 1-1 0 0,1 0 0 0 0,-1 0 1 0 0,1 0-1 0 0,0 0 1 0 0,-1 0-1 0 0,1 0 0 0 0,0 0 1 0 0,0 0-1 0 0,0 0 1 0 0,0 0-1 0 0,0 0 0 0 0,0 0 1 0 0,0 0-1 0 0,0 0 0 0 0,0 0 1 0 0,0 0-1 0 0,0 0 1 0 0,0 0-1 0 0,1-1 0 0 0,-1 1 1 0 0,0 0-1 0 0,1 0 1 0 0,-1 0-1 0 0,2 1 0 0 0,-1 0-26 0 0,1-1 0 0 0,-1 0 0 0 0,1 0 0 0 0,0 0 0 0 0,-1 0 0 0 0,1 0 0 0 0,0-1 0 0 0,0 1 0 0 0,0 0 0 0 0,0-1 0 0 0,0 1 0 0 0,0-1 0 0 0,2 0 0 0 0,7 1-93 0 0,-1-1 1 0 0,0 0-1 0 0,1 0 0 0 0,13-4 0 0 0,1-1-41 0 0,27-6-743 0 0,-19 14-3185 0 0,-32-3 3945 0 0,-1 0 0 0 0,1 0 1 0 0,-1 1-1 0 0,0-1 1 0 0,1 0-1 0 0,-1 0 0 0 0,1 1 1 0 0,-1-1-1 0 0,1 0 1 0 0,-1 1-1 0 0,0-1 1 0 0,1 0-1 0 0,-1 1 0 0 0,0-1 1 0 0,1 1-1 0 0,-1-1 1 0 0,0 1-1 0 0,1-1 1 0 0,-1 1-1 0 0,0-1 0 0 0,0 1 1 0 0,0-1-1 0 0,1 1 1 0 0,-1-1-1 0 0,0 1 0 0 0,0-1 1 0 0,0 1-1 0 0,0-1 1 0 0,0 1-1 0 0,0-1 1 0 0,0 1-1 0 0,0-1 0 0 0,0 1 1 0 0,-2 6-1074 0 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3:21.59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5065 0 0,'18'1'11184'0'0,"-13"6"-10749"0"0,-1 0 0 0 0,0 0 1 0 0,0 0-1 0 0,-1 0 0 0 0,0 1 1 0 0,0-1-1 0 0,-1 1 0 0 0,0 0 1 0 0,0 0-1 0 0,-1 0 0 0 0,1 9 1 0 0,3 98 358 0 0,-5-113-780 0 0,3 112 178 0 0,28 185 1 0 0,-9-149-144 0 0,14 82 481 0 0,-14-63-431 0 0,-15-101-52 0 0,25 107-1 0 0,62 264 535 0 0,-82-376-595 0 0,15 72 275 0 0,3 15-135 0 0,13 185 0 0 0,-31-206 6 0 0,36 170 0 0 0,-22-168 881 0 0,17 237-1 0 0,-43-343-917 0 0,-1 0 0 0 0,-1 0 0 0 0,-2 0 0 0 0,-7 29 0 0 0,-34 95-558 0 0,42-138 353 0 0,-3 4-1282 0 0,6-14 905 0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3:22.8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23 155 3225 0 0,'-22'13'3832'0'0,"32"-13"-1799"0"0,25-10-293 0 0,-1-2 0 0 0,55-26 0 0 0,2-1-71 0 0,-48 22-462 0 0,0 3-1 0 0,0 1 0 0 0,72-11 0 0 0,-113 24-1188 0 0,0 0 0 0 0,0 0-1 0 0,0 0 1 0 0,0 0-1 0 0,0 1 1 0 0,0-1-1 0 0,0 1 1 0 0,0-1-1 0 0,0 1 1 0 0,-1 0 0 0 0,1 0-1 0 0,0-1 1 0 0,0 2-1 0 0,-1-1 1 0 0,1 0-1 0 0,0 0 1 0 0,-1 0-1 0 0,1 1 1 0 0,-1-1-1 0 0,0 0 1 0 0,1 1 0 0 0,-1 0-1 0 0,0-1 1 0 0,0 1-1 0 0,2 3 1 0 0,2 6 170 0 0,0 0-1 0 0,-1 0 1 0 0,5 17 0 0 0,4 9 197 0 0,32 43 25 0 0,-31-57-365 0 0,0 0-1 0 0,16 41 1 0 0,-14-14-45 0 0,15 83 0 0 0,2 11 0 0 0,-26-120 14 0 0,42 150-49 0 0,-42-140 94 0 0,-1 0 1 0 0,-1 0-1 0 0,-1 41 0 0 0,-4-64-49 0 0,1 0-9 0 0,-1 0 0 0 0,-1 0-1 0 0,0-1 1 0 0,-3 15 0 0 0,3-22 17 0 0,0 0 1 0 0,0 0-1 0 0,0 0 0 0 0,-1 0 0 0 0,1 0 0 0 0,-1 0 1 0 0,0 0-1 0 0,0-1 0 0 0,0 1 0 0 0,0-1 0 0 0,0 1 1 0 0,-1-1-1 0 0,1 0 0 0 0,-1 0 0 0 0,1 0 0 0 0,-1 0 1 0 0,0 0-1 0 0,-3 1 0 0 0,-7 5 32 0 0,-1-2 0 0 0,0 0 1 0 0,1-1-1 0 0,-2 0 0 0 0,1-1 0 0 0,-1 0 0 0 0,1-1 1 0 0,-1-1-1 0 0,0-1 0 0 0,-23 1 0 0 0,24-3 2 0 0,1 2 0 0 0,-1 0 1 0 0,1 0-1 0 0,0 1 0 0 0,-24 8 0 0 0,-66 28-73 0 0,37-12 169 0 0,-34 11-310 0 0,98-37-45 0 0,2 1 169 0 0,0-1-1 0 0,0 0 0 0 0,-1 0 0 0 0,1 0 0 0 0,0 0 0 0 0,0 0 0 0 0,0 0 1 0 0,0 0-1 0 0,0 0 0 0 0,0 0 0 0 0,0 0 0 0 0,-1 0 0 0 0,1 1 0 0 0,0-1 1 0 0,0 0-1 0 0,0 0 0 0 0,0 0 0 0 0,0 0 0 0 0,0 0 0 0 0,-1 0 1 0 0,1 0-1 0 0,0 0 0 0 0,0 0 0 0 0,0 0 0 0 0,0 0 0 0 0,0 0 0 0 0,0 0 1 0 0,-1 0-1 0 0,1-1 0 0 0,0 1 0 0 0,0 0 0 0 0,0 0 0 0 0,0 0 0 0 0,0 0 1 0 0,0 0-1 0 0,-1 0 0 0 0,1 0 0 0 0,0 0 0 0 0,0 0 0 0 0,0 0 1 0 0,0 0-1 0 0,0-1 0 0 0,0 1 0 0 0,0 0 0 0 0,0 0 0 0 0,0 0 0 0 0,0 0 1 0 0,0 0-1 0 0,0 0 0 0 0,-1 0 0 0 0,1-1 0 0 0,0 1 0 0 0,0 0 0 0 0,0 0 1 0 0,0 0-1 0 0,0 0 0 0 0,0 0 0 0 0,0-1 0 0 0,0 1 0 0 0,0 0 1 0 0,0 0-1 0 0,0 0 0 0 0,1 0 0 0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3:23.6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20 2737 0 0,'19'-20'18633'0'0,"-11"28"-19805"0"0,18 20 2291 0 0,-25-23 681 0 0,0 9-1708 0 0,0-1 0 0 0,1 1 0 0 0,7 25 0 0 0,13 35-92 0 0,-3 0 0 0 0,16 131 0 0 0,-30-174 0 0 0,11 55 0 0 0,-10-59 0 0 0,0 2 0 0 0,-2-1 0 0 0,-1 0 0 0 0,-1 40 0 0 0,-3-62 5 0 0,0-1 0 0 0,1 1 0 0 0,-1-1 0 0 0,1 1 0 0 0,1-1 0 0 0,-1 1 0 0 0,1-1 0 0 0,0 0 1 0 0,0 1-1 0 0,1-1 0 0 0,0 0 0 0 0,-1 0 0 0 0,2 1 0 0 0,-1-2 0 0 0,1 1 0 0 0,-1 0 0 0 0,1 0 0 0 0,4 4 0 0 0,-3-5 69 0 0,-1 0 1 0 0,0 1-1 0 0,0 0 0 0 0,0 0 1 0 0,-1 0-1 0 0,1 0 0 0 0,-1 0 0 0 0,-1 0 1 0 0,3 11-1 0 0,5 51 375 0 0,-13 0-446 0 0,1-31-55 0 0,3-25-195 0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3:29.1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58 171 3225 0 0,'-58'6'6725'0'0,"83"-9"-2841"0"0,45-10 0 0 0,76-31-3114 0 0,-83 23 456 0 0,-26 10-1015 0 0,42-15-139 0 0,149-27-1 0 0,-223 52-265 0 0,22-2 604 0 0,-26 2-465 0 0,-1 1 0 0 0,1 0 0 0 0,-1 0-1 0 0,1 0 1 0 0,-1 0 0 0 0,0 0 0 0 0,1 0 0 0 0,-1 0 0 0 0,1 0-1 0 0,-1 0 1 0 0,1 0 0 0 0,-1 0 0 0 0,0 0 0 0 0,1 0-1 0 0,-1 0 1 0 0,1 0 0 0 0,-1 0 0 0 0,0 0 0 0 0,1 1-1 0 0,-1-1 1 0 0,1 0 0 0 0,-1 0 0 0 0,0 1 0 0 0,1-1-1 0 0,-1 0 1 0 0,0 0 0 0 0,1 1 0 0 0,-1-1 0 0 0,0 0 0 0 0,1 1-1 0 0,-1-1 1 0 0,0 0 0 0 0,0 1 0 0 0,0-1 0 0 0,1 0-1 0 0,-1 1 1 0 0,0-1 0 0 0,0 1 0 0 0,0-1 0 0 0,0 0-1 0 0,0 1 1 0 0,0-1 0 0 0,1 1 0 0 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3:29.7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50 77 5065 0 0,'-1'-10'159'0'0,"1"5"578"0"0,-1 0 1 0 0,1 0 0 0 0,0 0 0 0 0,0 0 0 0 0,1 0-1 0 0,0 0 1 0 0,0 0 0 0 0,0 0 0 0 0,0 0 0 0 0,1 0 0 0 0,4-7 3814 0 0,-7 25-4297 0 0,1-6-246 0 0,-3 4 146 0 0,0 0-1 0 0,-1-1 1 0 0,0 1 0 0 0,-7 10-1 0 0,6-12-7 0 0,1 1 0 0 0,0 0-1 0 0,-5 17 1 0 0,5-12-84 0 0,1 1 0 0 0,1 0 0 0 0,0 0 0 0 0,1 1 0 0 0,1 22 0 0 0,0-35-50 0 0,1 1 0 0 0,0 0 0 0 0,-1-1 0 0 0,2 1 0 0 0,-1-1 0 0 0,1 1 1 0 0,-1-1-1 0 0,1 1 0 0 0,0-1 0 0 0,1 0 0 0 0,-1 0 0 0 0,1 0 0 0 0,0 0 0 0 0,0-1 0 0 0,0 1 0 0 0,0-1 0 0 0,1 0 0 0 0,-1 1 0 0 0,1-2 0 0 0,0 1 0 0 0,0 0 0 0 0,8 3 0 0 0,11 4 655 0 0,43 11 1 0 0,-42-15-344 0 0,38 17 0 0 0,-34-11-483 0 0,0-1 0 0 0,0-2 0 0 0,35 8 0 0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3:30.4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39 67 10594 0 0,'-6'-14'1060'0'0,"-12"-20"590"0"0,4 15 3993 0 0,23 28-2734 0 0,6 18-2661 0 0,-12-22 21 0 0,26 54-70 0 0,-3 1 1 0 0,32 106-1 0 0,-20-54-189 0 0,-6-31-10 0 0,-20-52 0 0 0,0-1 0 0 0,-2 2 0 0 0,-1-1 0 0 0,-1 2 0 0 0,5 41 0 0 0,-13-68-45 0 0,0 0 0 0 0,0 0 0 0 0,0 0 0 0 0,-1 0 0 0 0,0 0-1 0 0,0 0 1 0 0,0 0 0 0 0,-3 6 0 0 0,-4 7-2863 0 0,6-14 1789 0 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3:30.7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7 8754 0 0,'5'-6'9758'0'0,"4"16"-6176"0"0,-5-4-4661 0 0,3 7 1422 0 0,-1 1-1 0 0,0 0 1 0 0,-1 1-1 0 0,-1 0 1 0 0,5 21 0 0 0,1 8-110 0 0,13 21 182 0 0,42 88 0 0 0,-34-84-2313 0 0,-1 1-3849 0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3:31.0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100 17 6913 0 0,'-18'-17'5841'0'0,"18"18"-5706"0"0,-1-1 0 0 0,0 0 0 0 0,0 1 0 0 0,1-1 0 0 0,-1 1 0 0 0,0-1-1 0 0,1 1 1 0 0,-1-1 0 0 0,0 1 0 0 0,1-1 0 0 0,-1 1 0 0 0,1 0 0 0 0,-1-1 0 0 0,1 1 0 0 0,-1 0 0 0 0,1-1 0 0 0,0 1 0 0 0,-1 0-1 0 0,1 0 1 0 0,-1 0 0 0 0,-6 12 356 0 0,-9 15-150 0 0,2 1-1 0 0,-16 43 1 0 0,29-70-294 0 0,1 0 1 0 0,-1-1-1 0 0,1 1 1 0 0,0 0-1 0 0,0-1 1 0 0,0 1-1 0 0,0 0 1 0 0,0 0-1 0 0,0-1 1 0 0,0 1-1 0 0,0 0 1 0 0,1-1 0 0 0,-1 1-1 0 0,0 0 1 0 0,1-1-1 0 0,0 1 1 0 0,-1 0-1 0 0,1-1 1 0 0,0 1-1 0 0,1 1 1 0 0,0 0 53 0 0,1-1 0 0 0,-1 1 0 0 0,1-1 0 0 0,0 0 0 0 0,-1 0 0 0 0,1 1-1 0 0,0-2 1 0 0,0 1 0 0 0,6 2 0 0 0,6 2 253 0 0,1-1 0 0 0,0 0 0 0 0,24 2 0 0 0,-26-4-249 0 0,-4-1-540 0 0,-1-1 0 0 0,0 0 0 0 0,1 0 0 0 0,17-2 0 0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3:31.6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0 501 3209 0 0,'15'-5'1942'0'0,"0"0"0"0"0,21-3 0 0 0,-5 2 1051 0 0,-16 4-1353 0 0,1-1 1 0 0,-1 0-1 0 0,1-2 0 0 0,-1 1 1 0 0,28-14-1 0 0,-43 17-1633 0 0,1 1 1 0 0,0-1-1 0 0,-1 0 1 0 0,1 0-1 0 0,-1 0 1 0 0,1 0-1 0 0,-1 0 1 0 0,1 0-1 0 0,-1 1 0 0 0,0-1 1 0 0,1 0-1 0 0,-1 0 1 0 0,0 0-1 0 0,0 0 1 0 0,0 0-1 0 0,1 0 0 0 0,-1 0 1 0 0,0 0-1 0 0,-1-1 1 0 0,1 1-1 0 0,0 0 1 0 0,0 0-1 0 0,0 0 1 0 0,0 0-1 0 0,-1 1 0 0 0,1-1 1 0 0,-1 0-1 0 0,1 0 1 0 0,0 0-1 0 0,-1 0 1 0 0,0-1-1 0 0,-23-38-89 0 0,16 27 5 0 0,2 2 71 0 0,1 0-1 0 0,0-1 1 0 0,1 0 0 0 0,0 0 0 0 0,1 0 0 0 0,0 0 0 0 0,1 0-1 0 0,0-1 1 0 0,1 1 0 0 0,1-1 0 0 0,1-21 0 0 0,0 24 48 0 0,1 0-1 0 0,0 0 1 0 0,0 0 0 0 0,1 0-1 0 0,0 0 1 0 0,1 1 0 0 0,0-1 0 0 0,0 1-1 0 0,1 0 1 0 0,0 0 0 0 0,1 1 0 0 0,0-1-1 0 0,0 1 1 0 0,14-13 0 0 0,-12 14 98 0 0,20-18 54 0 0,-27 24-177 0 0,0 1 0 0 0,0-1 0 0 0,0 0 0 0 0,0 0 0 0 0,0 1 0 0 0,0-1 0 0 0,0 1 0 0 0,0-1 1 0 0,1 1-1 0 0,-1-1 0 0 0,0 1 0 0 0,0 0 0 0 0,0 0 0 0 0,1 0 0 0 0,-1-1 0 0 0,0 1 0 0 0,0 0 0 0 0,1 0 1 0 0,-1 1-1 0 0,0-1 0 0 0,0 0 0 0 0,0 0 0 0 0,2 1 0 0 0,-1 0-9 0 0,-1 1-1 0 0,1-1 1 0 0,-1 1-1 0 0,0-1 1 0 0,1 1-1 0 0,-1 0 1 0 0,0-1-1 0 0,0 1 1 0 0,-1 0-1 0 0,1 0 1 0 0,0 0 0 0 0,0-1-1 0 0,-1 1 1 0 0,1 3-1 0 0,5 30 60 0 0,-5-28-44 0 0,3 72-116 0 0,-4-54-1 0 0,2 0 1 0 0,0 1-1 0 0,7 30 1 0 0,-7-50 79 0 0,-1 1 0 0 0,1-1 0 0 0,1 0 0 0 0,-1 0 0 0 0,1-1 0 0 0,0 1 0 0 0,0 0 0 0 0,1-1 0 0 0,-1 0 0 0 0,1 0 1 0 0,1 0-1 0 0,-1 0 0 0 0,0-1 0 0 0,1 1 0 0 0,0-1 0 0 0,0 0 0 0 0,10 5 0 0 0,-10-7 15 0 0,0 0-1 0 0,1-1 0 0 0,-1 1 0 0 0,1-1 1 0 0,-1 0-1 0 0,1-1 0 0 0,-1 0 1 0 0,1 1-1 0 0,-1-2 0 0 0,1 1 1 0 0,-1-1-1 0 0,1 1 0 0 0,-1-2 1 0 0,1 1-1 0 0,-1 0 0 0 0,7-4 1 0 0,13-5 182 0 0,-1 0 0 0 0,25-16 0 0 0,-41 22-143 0 0,8-5-116 0 0,7-3-724 0 0,38-27 0 0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3:32.79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 91 6449 0 0,'-5'-49'5069'0'0,"2"23"-1108"0"0,2 11 1897 0 0,0 21-4825 0 0,54 202-1089 0 0,-5-22-151 0 0,67 273-842 0 0,-110-435 958 0 0,0 0-1 0 0,-2 0 1 0 0,1 36 0 0 0,2 25-1231 0 0,2-64-1375 0 0,-4-18 1698 0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3:33.2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226 91 3193 0 0,'-5'-4'22'0'0,"-1"1"1"0"0,1 0 0 0 0,-1 0-1 0 0,0 1 1 0 0,0-1 0 0 0,0 1-1 0 0,0 1 1 0 0,0-1 0 0 0,0 1-1 0 0,0 0 1 0 0,-10 0 0 0 0,12 1 2 0 0,0 0 1 0 0,0 0 0 0 0,0 1-1 0 0,0 0 1 0 0,0 0 0 0 0,0 0-1 0 0,0 0 1 0 0,1 1 0 0 0,-1-1 0 0 0,0 1-1 0 0,1 0 1 0 0,-1 0 0 0 0,1 0-1 0 0,0 1 1 0 0,0-1 0 0 0,0 1-1 0 0,0 0 1 0 0,-5 5 0 0 0,-1 3 463 0 0,0 1 0 0 0,0-1 1 0 0,1 1-1 0 0,1 1 0 0 0,0 0 1 0 0,1 0-1 0 0,0 0 0 0 0,-4 16 0 0 0,10-29-433 0 0,0 1-1 0 0,0-1 1 0 0,-1 1-1 0 0,1-1 1 0 0,0 1-1 0 0,0-1 0 0 0,0 1 1 0 0,0-1-1 0 0,0 1 1 0 0,0-1-1 0 0,0 1 1 0 0,0 0-1 0 0,0-1 0 0 0,0 1 1 0 0,0-1-1 0 0,0 1 1 0 0,0-1-1 0 0,0 1 1 0 0,0-1-1 0 0,0 1 0 0 0,1 0 1 0 0,-1-1-1 0 0,0 1 1 0 0,0-1-1 0 0,1 1 1 0 0,-1-1-1 0 0,0 0 0 0 0,1 1 1 0 0,-1-1-1 0 0,1 1 1 0 0,-1-1-1 0 0,0 0 1 0 0,1 1-1 0 0,1-1 97 0 0,-1 0 0 0 0,0 0 1 0 0,0 0-1 0 0,0-1 0 0 0,0 1 0 0 0,1 0 0 0 0,-1-1 1 0 0,0 1-1 0 0,0-1 0 0 0,0 1 0 0 0,0-1 0 0 0,0 0 1 0 0,0 1-1 0 0,1-2 0 0 0,32-30 3553 0 0,100-129 577 0 0,-125 150-4129 0 0,-5 7 25 0 0,-1 0 0 0 0,1 0 0 0 0,-1 0 0 0 0,1 1 0 0 0,0 0 0 0 0,6-5 0 0 0,-9 8-150 0 0,1-1-1 0 0,-1 1 1 0 0,0-1 0 0 0,0 1 0 0 0,1 0 0 0 0,-1-1 0 0 0,0 1 0 0 0,1 0-1 0 0,-1 0 1 0 0,0 0 0 0 0,1 0 0 0 0,-1 0 0 0 0,0 0 0 0 0,1 0-1 0 0,-1 1 1 0 0,0-1 0 0 0,1 0 0 0 0,-1 1 0 0 0,0-1 0 0 0,0 1-1 0 0,0 0 1 0 0,1-1 0 0 0,-1 1 0 0 0,0 0 0 0 0,0-1 0 0 0,0 1-1 0 0,0 0 1 0 0,0 0 0 0 0,0 0 0 0 0,1 1 0 0 0,20 23-7 0 0,32 45 1 0 0,-38-48-44 0 0,0-1 1 0 0,1 0 0 0 0,38 35-1 0 0,-25-30-2026 0 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3:33.7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6 124 5065 0 0,'-6'-5'10166'0'0,"6"4"-9940"0"0,12 0 1691 0 0,-8 1-1894 0 0,0 1 1 0 0,-1-1 0 0 0,1 1 0 0 0,0 0 0 0 0,-1 0 0 0 0,1 0 0 0 0,6 4 0 0 0,14 13 733 0 0,-1 1 0 0 0,0 2-1 0 0,37 43 1 0 0,-18-17-433 0 0,-40-46-324 0 0,4 7 12 0 0,1-1 0 0 0,1 0 0 0 0,-1-1 0 0 0,14 9-1 0 0,-20-14 17 0 0,0 0 0 0 0,1-1-1 0 0,-1 1 1 0 0,0 0 0 0 0,0-1 0 0 0,0 1-1 0 0,0-1 1 0 0,1 1 0 0 0,-1-1-1 0 0,0 0 1 0 0,1 1 0 0 0,-1-1-1 0 0,0 0 1 0 0,0 0 0 0 0,1 0 0 0 0,-1 0-1 0 0,0 0 1 0 0,1 0 0 0 0,-1-1-1 0 0,0 1 1 0 0,1 0 0 0 0,-1-1 0 0 0,0 1-1 0 0,0 0 1 0 0,0-1 0 0 0,1 0-1 0 0,-1 1 1 0 0,0-1 0 0 0,0 0-1 0 0,0 1 1 0 0,0-1 0 0 0,0 0 0 0 0,0 0-1 0 0,0 0 1 0 0,0 0 0 0 0,0 0-1 0 0,-1 0 1 0 0,1 0 0 0 0,0 0 0 0 0,-1-1-1 0 0,1 1 1 0 0,-1 0 0 0 0,1 0-1 0 0,0-2 1 0 0,11-33 302 0 0,-1 0-1 0 0,10-64 1 0 0,3-16-2027 0 0,-15 81-5998 0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3:34.9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30 172 3225 0 0,'-7'-21'2143'0'0,"-7"-36"0"0"0,11 38 1450 0 0,0-1 1 0 0,1-22 0 0 0,5 29-1210 0 0,5 16-1055 0 0,7 19-860 0 0,19 81-369 0 0,21 56 59 0 0,-32-102-167 0 0,15 64-1 0 0,-30-90-6 0 0,-2 1 0 0 0,-1-1 0 0 0,0 60 0 0 0,0 27-1228 0 0,2-68-5386 0 0,-3-29 263 0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3:35.6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 24 5529 0 0,'0'0'74'0'0,"0"0"0"0"0,-1 0 0 0 0,1 0 0 0 0,-1 0 0 0 0,1 0-1 0 0,0 0 1 0 0,-1-1 0 0 0,1 1 0 0 0,0 0 0 0 0,-1 0 0 0 0,1 0 0 0 0,0 0 0 0 0,-1-1-1 0 0,1 1 1 0 0,0 0 0 0 0,-1 0 0 0 0,1-1 0 0 0,0 1 0 0 0,0 0 0 0 0,-1 0 0 0 0,1-1-1 0 0,0 1 1 0 0,0 0 0 0 0,0-1 0 0 0,-1 1 0 0 0,1 0 0 0 0,0-1 0 0 0,0 1 0 0 0,0-1-1 0 0,0 1 1 0 0,0 0 0 0 0,0-1 0 0 0,0 1 0 0 0,0 0 0 0 0,0-1 0 0 0,0 1 0 0 0,0-1-1 0 0,0 1 1 0 0,0 0 0 0 0,0-1 0 0 0,0 1 0 0 0,0 0 0 0 0,0-1 0 0 0,0 1 0 0 0,1 0-1 0 0,-1-1 1 0 0,0 1 0 0 0,0 0 0 0 0,0-1 0 0 0,1 1 0 0 0,-1 0 0 0 0,0-1 0 0 0,0 1-1 0 0,1 0 1 0 0,-1 0 0 0 0,0-1 0 0 0,1 1 0 0 0,-1 0 0 0 0,0 0 0 0 0,1 0 0 0 0,-1-1-1 0 0,0 1 1 0 0,1 0 0 0 0,0 0 0 0 0,0-1 153 0 0,0 0 1 0 0,0 1-1 0 0,0-1 0 0 0,0 1 1 0 0,0-1-1 0 0,0 1 0 0 0,1-1 1 0 0,-1 1-1 0 0,0 0 0 0 0,0-1 1 0 0,1 1-1 0 0,-1 0 1 0 0,0 0-1 0 0,1 0 0 0 0,-1 0 1 0 0,0 0-1 0 0,0 0 0 0 0,1 0 1 0 0,-1 1-1 0 0,0-1 0 0 0,2 1 1 0 0,6 7 261 0 0,0 1 0 0 0,0 0 1 0 0,-1 1-1 0 0,-1-1 0 0 0,1 1 1 0 0,-2 1-1 0 0,1-1 0 0 0,5 15 0 0 0,1-2-271 0 0,-8-14-207 0 0,0 1 0 0 0,-1 0 1 0 0,0 0-1 0 0,0 0 1 0 0,-1 0-1 0 0,0 0 0 0 0,-1 1 1 0 0,1 14-1 0 0,-1 23-2385 0 0,-1-56 1929 0 0,0 0-1 0 0,0 1 1 0 0,0-1-1 0 0,4-9 0 0 0,24-61 1579 0 0,-20 54-1031 0 0,-2 8 235 0 0,0 0 1 0 0,16-27-1 0 0,-21 39-263 0 0,1-1 0 0 0,1 1-1 0 0,-1 0 1 0 0,1 0-1 0 0,0 0 1 0 0,0 0 0 0 0,0 1-1 0 0,0 0 1 0 0,0-1 0 0 0,1 1-1 0 0,-1 1 1 0 0,1-1-1 0 0,7-2 1 0 0,-11 5-53 0 0,0 0 0 0 0,1 0 1 0 0,-1 0-1 0 0,0 0 0 0 0,1 0 0 0 0,-1 0 0 0 0,0 0 0 0 0,0 1 1 0 0,1-1-1 0 0,-1 0 0 0 0,0 1 0 0 0,0-1 0 0 0,0 1 1 0 0,1 0-1 0 0,-1-1 0 0 0,0 1 0 0 0,0 0 0 0 0,0 0 0 0 0,0-1 1 0 0,0 1-1 0 0,0 0 0 0 0,0 0 0 0 0,-1 0 0 0 0,1 0 0 0 0,0 0 1 0 0,0 0-1 0 0,-1 1 0 0 0,2 0 0 0 0,19 42 557 0 0,-15-30-467 0 0,13 27 177 0 0,-12-24-611 0 0,1 0 0 0 0,0 0 1 0 0,18 24-1 0 0,-26-41 325 0 0,0 1 0 0 0,1-1 0 0 0,-1 0 0 0 0,0 0-1 0 0,0 1 1 0 0,0-1 0 0 0,0 0 0 0 0,0 0 0 0 0,0 1 0 0 0,1-1 0 0 0,-1 0-1 0 0,0 0 1 0 0,0 1 0 0 0,0-1 0 0 0,1 0 0 0 0,-1 0 0 0 0,0 0 0 0 0,0 1-1 0 0,1-1 1 0 0,-1 0 0 0 0,0 0 0 0 0,0 0 0 0 0,1 0 0 0 0,-1 0 0 0 0,0 0 0 0 0,1 1-1 0 0,-1-1 1 0 0,0 0 0 0 0,0 0 0 0 0,1 0 0 0 0,-1 0 0 0 0,0 0 0 0 0,1 0-1 0 0,-1 0 1 0 0,0 0 0 0 0,1 0 0 0 0,-1 0 0 0 0,0-1 0 0 0,0 1 0 0 0,1 0 0 0 0,-1 0-1 0 0,0 0 1 0 0,0 0 0 0 0,1 0 0 0 0,-1 0 0 0 0,0-1 0 0 0,0 1 0 0 0,1 0-1 0 0,-1 0 1 0 0,0 0 0 0 0,0-1 0 0 0,1 1 0 0 0,-1 0 0 0 0,0 0 0 0 0,0-1 0 0 0,0 1-1 0 0,0 0 1 0 0,0 0 0 0 0,1-1 0 0 0,-1 1 0 0 0,0 0 0 0 0,0-1 0 0 0,0 1-1 0 0,0 0 1 0 0,0 0 0 0 0,0-1 0 0 0,0 0 0 0 0,0 1-2 0 0,0-1 69 0 0,3-4 76 0 0,-1 2-80 0 0,6-16 69 0 0,2 1 1 0 0,16-23-1 0 0,-24 37-132 0 0,0 1-1 0 0,1-1 1 0 0,0 1 0 0 0,-1-1 0 0 0,1 1 0 0 0,1 0 0 0 0,-1 0 0 0 0,0 1 0 0 0,1-1-1 0 0,-1 1 1 0 0,1-1 0 0 0,0 1 0 0 0,0 0 0 0 0,0 1 0 0 0,0-1 0 0 0,0 1-1 0 0,0 0 1 0 0,9-2 0 0 0,-11 3 30 0 0,0 1 0 0 0,0-1 0 0 0,0 1 0 0 0,-1 0 0 0 0,1 0 0 0 0,0-1 0 0 0,0 1 0 0 0,0 0 0 0 0,-1 1 1 0 0,1-1-1 0 0,0 0 0 0 0,-1 0 0 0 0,1 1 0 0 0,-1-1 0 0 0,0 1 0 0 0,1-1 0 0 0,-1 1 0 0 0,0 0 0 0 0,0-1 0 0 0,0 1 0 0 0,0 0 0 0 0,1 3 0 0 0,19 51 746 0 0,-17-42-847 0 0,0-3-756 0 0,1-1 0 0 0,0 0 0 0 0,0 0 0 0 0,1-1 0 0 0,12 15-1 0 0,-7-11-646 0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3:36.6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7 383 5065 0 0,'-7'-13'7110'0'0,"11"12"-6332"0"0,10-2 119 0 0,0 1 0 0 0,0 1 0 0 0,0 1-1 0 0,-1-1 1 0 0,25 4 0 0 0,-17-1 112 0 0,41-2 0 0 0,-62 0-1022 0 0,1 0-1 0 0,0 0 1 0 0,0 0 0 0 0,0 0-1 0 0,0 0 1 0 0,0-1-1 0 0,0 1 1 0 0,-1 0-1 0 0,1 0 1 0 0,0-1 0 0 0,0 1-1 0 0,0 0 1 0 0,0-1-1 0 0,-1 1 1 0 0,1-1-1 0 0,0 1 1 0 0,-1-1 0 0 0,1 0-1 0 0,1 0 1 0 0,-2 0-1 0 0,0 1 0 0 0,0-1 0 0 0,0 1 0 0 0,0-1 0 0 0,0 0 1 0 0,0 1-1 0 0,0-1 0 0 0,0 1 0 0 0,0-1 0 0 0,0 1 0 0 0,0-1 0 0 0,0 0 1 0 0,-1 1-1 0 0,1-1 0 0 0,0 1 0 0 0,0-1 0 0 0,-1 1 0 0 0,1-1 1 0 0,0 1-1 0 0,-1-1 0 0 0,1 1 0 0 0,0-1 0 0 0,-1 1 0 0 0,-37-33-905 0 0,17 15 20 0 0,18 15 877 0 0,1 0 0 0 0,-1 0 0 0 0,1-1 0 0 0,0 1 0 0 0,0-1 0 0 0,1 0 0 0 0,-1 1 0 0 0,1-1 0 0 0,0 0-1 0 0,0 0 1 0 0,0 0 0 0 0,0 0 0 0 0,1 0 0 0 0,-1 0 0 0 0,1-7 0 0 0,1 5 76 0 0,0-1-1 0 0,0 0 1 0 0,1 0-1 0 0,0 1 1 0 0,0-1-1 0 0,0 0 1 0 0,1 1-1 0 0,5-10 1 0 0,-1 5 217 0 0,1-1 1 0 0,0 1-1 0 0,1 1 1 0 0,0 0-1 0 0,0 0 0 0 0,1 1 1 0 0,0 0-1 0 0,22-14 0 0 0,-31 22-240 0 0,0 1 0 0 0,0-1 0 0 0,0 1-1 0 0,0-1 1 0 0,0 1 0 0 0,0-1 0 0 0,0 1-1 0 0,0 0 1 0 0,0 0 0 0 0,0-1 0 0 0,1 1-1 0 0,-1 0 1 0 0,0 0 0 0 0,0 0-1 0 0,0 0 1 0 0,0 0 0 0 0,0 1 0 0 0,1-1-1 0 0,-1 0 1 0 0,0 0 0 0 0,0 1 0 0 0,2 0-1 0 0,-1 1-27 0 0,0-1 0 0 0,0 1 0 0 0,0-1-1 0 0,0 1 1 0 0,0 0 0 0 0,0 0-1 0 0,-1 0 1 0 0,1 0 0 0 0,-1 0-1 0 0,2 2 1 0 0,3 9-249 0 0,0-1 0 0 0,0 1 0 0 0,3 16 0 0 0,-5-17-45 0 0,1 3 34 0 0,14 35-230 0 0,-19-48 511 0 0,2 1 1 0 0,-1-1-1 0 0,0 1 1 0 0,1-1-1 0 0,-1 0 1 0 0,1 0-1 0 0,-1 1 1 0 0,1-1-1 0 0,0-1 1 0 0,0 1-1 0 0,0 0 1 0 0,0 0-1 0 0,0-1 1 0 0,1 1-1 0 0,2 1 1 0 0,-3-3 70 0 0,0 0 0 0 0,0 1 1 0 0,0-1-1 0 0,0-1 0 0 0,0 1 1 0 0,0 0-1 0 0,0 0 0 0 0,0-1 1 0 0,0 1-1 0 0,0-1 0 0 0,0 0 1 0 0,0 1-1 0 0,0-1 0 0 0,0 0 1 0 0,0 0-1 0 0,-1 0 0 0 0,1-1 1 0 0,0 1-1 0 0,2-3 0 0 0,32-31 613 0 0,-28 26-581 0 0,71-79 274 0 0,3-2-3565 0 0,-66 73-3945 0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3:39.8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41 25 4609 0 0,'0'-2'285'0'0,"0"1"0"0"0,0 0 0 0 0,0-1 0 0 0,-1 1 0 0 0,1 0 0 0 0,-1-1 1 0 0,1 1-1 0 0,-1 0 0 0 0,1 0 0 0 0,-1-1 0 0 0,0 1 0 0 0,1 0 0 0 0,-1 0 0 0 0,0 0 0 0 0,0 0 0 0 0,0 0 0 0 0,0 0 0 0 0,-2-2 0 0 0,-7 3 3978 0 0,9 1-4103 0 0,1-1-1 0 0,-1 1 1 0 0,1 0 0 0 0,-1 0 0 0 0,1-1 0 0 0,-1 1 0 0 0,1 0-1 0 0,-1 0 1 0 0,1 0 0 0 0,0 0 0 0 0,0-1 0 0 0,-1 1 0 0 0,1 0-1 0 0,0 0 1 0 0,0 0 0 0 0,0 1 0 0 0,-8 102 1042 0 0,4 1 1 0 0,20 199-1 0 0,-12-260-1811 0 0,-2 51-1 0 0,-2-73-1181 0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3:40.3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39 218 3225 0 0,'-10'-10'433'0'0,"-10"-12"-260"0"0,19 21 90 0 0,0 0 0 0 0,0 0-1 0 0,1 0 1 0 0,-1 0 0 0 0,0 0 0 0 0,1 0-1 0 0,-1 0 1 0 0,1 0 0 0 0,0 0 0 0 0,-1 0-1 0 0,1 0 1 0 0,0 0 0 0 0,-1 0 0 0 0,1 0-1 0 0,0-1 1 0 0,0 1 0 0 0,0 0-1 0 0,0-2 1 0 0,0 3-129 0 0,1-1-1 0 0,-1 1 0 0 0,0 0 1 0 0,1-1-1 0 0,-1 1 0 0 0,1 0 1 0 0,-1-1-1 0 0,0 1 1 0 0,1 0-1 0 0,-1 0 0 0 0,1 0 1 0 0,-1-1-1 0 0,1 1 1 0 0,-1 0-1 0 0,1 0 0 0 0,-1 0 1 0 0,1 0-1 0 0,-1 0 0 0 0,1 0 1 0 0,-1 0-1 0 0,1 0 1 0 0,-1 0-1 0 0,1 0 0 0 0,-1 0 1 0 0,1 0-1 0 0,-1 0 0 0 0,1 0 1 0 0,-1 0-1 0 0,1 0 1 0 0,0 1-1 0 0,22 6 1053 0 0,-14-3-696 0 0,0-2-176 0 0,17 5-140 0 0,1-1 1 0 0,0-1 0 0 0,43 1-1 0 0,-63-5-209 0 0,-1-1-1 0 0,1 0 0 0 0,0-1 1 0 0,-1 0-1 0 0,0 0 1 0 0,1 0-1 0 0,-1-1 1 0 0,0 0-1 0 0,1 0 0 0 0,-1 0 1 0 0,0-1-1 0 0,-1 0 1 0 0,1 0-1 0 0,0-1 1 0 0,-1 1-1 0 0,0-1 0 0 0,0 0 1 0 0,0-1-1 0 0,0 1 1 0 0,8-11-1 0 0,-10 8 234 0 0,0 0 1 0 0,-1 0-1 0 0,1 0 0 0 0,-1 0 1 0 0,-1 0-1 0 0,1 0 0 0 0,-1-1 0 0 0,0 1 1 0 0,-1-1-1 0 0,0 1 0 0 0,0 0 0 0 0,-1-1 1 0 0,0 1-1 0 0,0 0 0 0 0,0-1 0 0 0,-1 1 1 0 0,-3-8-1 0 0,8 50 3734 0 0,8 29-4043 0 0,1-12-121 0 0,2-1 1 0 0,2 0 0 0 0,24 49-1 0 0,-30-80-7376 0 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3:41.5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43 104 1840 0 0,'-19'-38'1677'0'0,"0"0"1484"0"0,14 11 7381 0 0,7 41-5887 0 0,-1 10-4425 0 0,12 83 51 0 0,5-2 0 0 0,44 146 0 0 0,11 57 128 0 0,-5 115-409 0 0,52 265 0 0 0,-109-634 30 0 0,6 61 0 0 0,-16-94-20 0 0,0 1 0 0 0,-1-1 0 0 0,-1 1 0 0 0,-1-1 0 0 0,-10 41 0 0 0,12-62-14 0 0,0 1 1 0 0,0-1-1 0 0,0 0 1 0 0,0 1-1 0 0,0-1 1 0 0,0 0-1 0 0,0 0 1 0 0,0 1-1 0 0,0-1 1 0 0,0 0-1 0 0,0 0 1 0 0,0 1-1 0 0,-1-1 0 0 0,1 0 1 0 0,0 1-1 0 0,0-1 1 0 0,0 0-1 0 0,0 0 1 0 0,0 0-1 0 0,-1 1 1 0 0,1-1-1 0 0,0 0 1 0 0,0 0-1 0 0,0 0 1 0 0,-1 1-1 0 0,1-1 1 0 0,0 0-1 0 0,0 0 0 0 0,-1 0 1 0 0,1 0-1 0 0,0 0 1 0 0,0 0-1 0 0,-1 1 1 0 0,1-1-1 0 0,0 0 1 0 0,-1 0-1 0 0,1 0 1 0 0,0 0-1 0 0,0 0 1 0 0,-1 0-1 0 0,1 0 0 0 0,0 0 1 0 0,-1 0-1 0 0,1 0 1 0 0,0-1-1 0 0,-4-2-369 0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3:41.9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150 0 2304 0 0,'-2'1'123'0'0,"0"-1"0"0"0,0 1 0 0 0,1-1 0 0 0,-1 1 0 0 0,0 0 0 0 0,0 0 0 0 0,1 0-1 0 0,-1 0 1 0 0,1 0 0 0 0,-1 0 0 0 0,1 0 0 0 0,-1 1 0 0 0,1-1 0 0 0,0 0-1 0 0,-2 3 1 0 0,-21 27 1000 0 0,16-20-863 0 0,-6 8 459 0 0,0 1 0 0 0,1 1 0 0 0,1 0-1 0 0,0 0 1 0 0,2 1 0 0 0,-6 22 4014 0 0,38-89-3587 0 0,-13 16-196 0 0,-6 16-511 0 0,0 1 0 0 0,1 0 0 0 0,0 0 0 0 0,1 1 1 0 0,0-1-1 0 0,1 1 0 0 0,11-15 0 0 0,-16 25-395 0 0,0 0 0 0 0,0 1 0 0 0,0-1-1 0 0,0 1 1 0 0,0-1 0 0 0,0 1-1 0 0,0-1 1 0 0,0 1 0 0 0,0 0 0 0 0,0 0-1 0 0,0-1 1 0 0,0 1 0 0 0,0 0 0 0 0,0 0-1 0 0,0 0 1 0 0,1 0 0 0 0,-1 0 0 0 0,0 1-1 0 0,0-1 1 0 0,0 0 0 0 0,0 0 0 0 0,0 1-1 0 0,0-1 1 0 0,0 0 0 0 0,0 1-1 0 0,0 0 1 0 0,0-1 0 0 0,0 1 0 0 0,0-1-1 0 0,0 1 1 0 0,0 0 0 0 0,1 1 0 0 0,32 28 320 0 0,-30-25-291 0 0,54 51 128 0 0,66 71-1182 0 0,-111-110 247 0 0,-3 2-9 0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3:42.4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36 10594 0 0,'6'2'473'0'0,"0"0"0"0"0,0 1-1 0 0,0-1 1 0 0,-1 2-1 0 0,1-1 1 0 0,-1 0 0 0 0,1 1-1 0 0,-1 0 1 0 0,5 5-1 0 0,5 3 515 0 0,43 32 1401 0 0,-4-3-564 0 0,66 37 0 0 0,-119-77-1793 0 0,0 0-1 0 0,0 0 0 0 0,1 0 0 0 0,-1 0 0 0 0,0-1 0 0 0,1 1 0 0 0,-1-1 0 0 0,0 1 0 0 0,1-1 0 0 0,-1 1 0 0 0,1-1 1 0 0,-1 0-1 0 0,1 1 0 0 0,0-1 0 0 0,-1 0 0 0 0,1 0 0 0 0,1-1 0 0 0,-2 0-25 0 0,0 1 1 0 0,-1-1-1 0 0,1 0 0 0 0,0 0 0 0 0,-1 0 1 0 0,1 0-1 0 0,-1 0 0 0 0,1 0 0 0 0,-1-1 1 0 0,0 1-1 0 0,1 0 0 0 0,-1 0 0 0 0,0 0 1 0 0,0 0-1 0 0,1 0 0 0 0,-1-1 1 0 0,0 1-1 0 0,0 0 0 0 0,0 0 0 0 0,-1-3 1 0 0,1-28-1368 0 0,1 0 0 0 0,1-1 0 0 0,14-62 0 0 0,-7 57-335 0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3:42.8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 93 5985 0 0,'-11'-45'2010'0'0,"10"-3"10881"0"0,7 54-11662 0 0,3 8-739 0 0,-2 4-260 0 0,0 1 1 0 0,-1 0 0 0 0,-1 0-1 0 0,5 29 1 0 0,2 83 196 0 0,5 23-255 0 0,-13-131-273 0 0,2-1-1 0 0,1 1 0 0 0,14 32 0 0 0,-9-30-251 0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3:43.21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71 33 7370 0 0,'-9'-32'11134'0'0,"3"52"-8830"0"0,-39 330-715 0 0,36-294-3207 0 0,7-50 995 0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3:43.6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6 122 920 0 0,'-5'-21'2701'0'0,"5"20"-2093"0"0,0-1-1 0 0,0 0 0 0 0,0 1 1 0 0,0-1-1 0 0,0 0 1 0 0,0 1-1 0 0,1-1 0 0 0,-1 1 1 0 0,0-1-1 0 0,1 0 0 0 0,0 1 1 0 0,-1-1-1 0 0,9-7 3227 0 0,-9 9-3541 0 0,1 0 0 0 0,0-1 1 0 0,-1 1-1 0 0,1 0 0 0 0,0 0 0 0 0,0 0 1 0 0,-1-1-1 0 0,1 1 0 0 0,0 0 1 0 0,1 0-1 0 0,0 1-193 0 0,0-1 1 0 0,0 1-1 0 0,0-1 0 0 0,0 1 1 0 0,0 0-1 0 0,-1-1 0 0 0,1 1 1 0 0,0 0-1 0 0,0 0 0 0 0,-1 0 1 0 0,1 1-1 0 0,1 0 1 0 0,56 54 1373 0 0,-44-41-1358 0 0,1 1-1 0 0,0-2 0 0 0,1 0 0 0 0,23 14 1 0 0,-39-28-120 0 0,0 1 0 0 0,-1-1 0 0 0,1 0 0 0 0,0 1 1 0 0,0-1-1 0 0,-1 0 0 0 0,1 0 0 0 0,0 1 0 0 0,0-1 0 0 0,-1 0 0 0 0,1 0 1 0 0,0 0-1 0 0,0 0 0 0 0,-1 0 0 0 0,1 0 0 0 0,0 0 0 0 0,0 0 1 0 0,-1 0-1 0 0,1 0 0 0 0,0-1 0 0 0,0 1 0 0 0,-1 0 0 0 0,1 0 1 0 0,0-1-1 0 0,0 1 0 0 0,-1 0 0 0 0,1-1 0 0 0,0 0 0 0 0,1 0-5 0 0,-1-1 0 0 0,0 0-1 0 0,0 1 1 0 0,1-1 0 0 0,-1 0-1 0 0,0 0 1 0 0,0 1-1 0 0,-1-1 1 0 0,1 0 0 0 0,1-3-1 0 0,5-47-167 0 0,-8 6 168 0 0,-1 37 42 0 0,2 0 1 0 0,-1 0 0 0 0,1-1-1 0 0,1 1 1 0 0,0 0 0 0 0,0-1 0 0 0,0 1-1 0 0,1 0 1 0 0,4-10 0 0 0,-5 19-17 0 0,-1 0 0 0 0,1 0 0 0 0,0 0 1 0 0,-1 0-1 0 0,1 0 0 0 0,-1 0 0 0 0,1 0 1 0 0,-1 0-1 0 0,1 0 0 0 0,0 1 0 0 0,-1-1 1 0 0,1 0-1 0 0,-1 0 0 0 0,1 1 0 0 0,-1-1 1 0 0,1 0-1 0 0,-1 1 0 0 0,1-1 0 0 0,-1 0 1 0 0,0 1-1 0 0,1-1 0 0 0,-1 1 0 0 0,1-1 1 0 0,-1 1-1 0 0,0-1 0 0 0,1 1 0 0 0,-1-1 1 0 0,0 1-1 0 0,0-1 0 0 0,1 1 0 0 0,-1-1 1 0 0,0 1-1 0 0,0 0 0 0 0,14 21 149 0 0,-10-14-270 0 0,10 17 395 0 0,19 28 1 0 0,-28-47-562 0 0,0 0 1 0 0,0 0 0 0 0,1 0 0 0 0,-1 0-1 0 0,1-1 1 0 0,1 0 0 0 0,-1 0 0 0 0,1-1-1 0 0,8 5 1 0 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3:44.7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1 399 4609 0 0,'0'0'353'0'0,"27"-6"3568"0"0,26-4 710 0 0,-34 6-2199 0 0,1 0 1 0 0,31-1-1 0 0,-50 5-2304 0 0,-16 2-6 0 0,11-2-139 0 0,2 0 16 0 0,-1 0 0 0 0,1-1-1 0 0,0 1 1 0 0,0 0-1 0 0,0-1 1 0 0,0 1-1 0 0,0-1 1 0 0,0 0-1 0 0,0 0 1 0 0,0 0 0 0 0,0 0-1 0 0,0 0 1 0 0,0 0-1 0 0,0 0 1 0 0,1-1-1 0 0,-1 1 1 0 0,-2-3-1 0 0,1 0-1 0 0,0 0 0 0 0,0 0 0 0 0,1 0-1 0 0,-1 0 1 0 0,1-1 0 0 0,0 1 0 0 0,-2-9-1 0 0,0-3-3 0 0,1 1 0 0 0,0-2 0 0 0,0-28 0 0 0,3 33 120 0 0,0 0 0 0 0,0 0 0 0 0,1 0 0 0 0,1 0 0 0 0,0 0 0 0 0,7-20 0 0 0,-6 24-43 0 0,0 1 1 0 0,0 0 0 0 0,1 0 0 0 0,0 1 0 0 0,0-1 0 0 0,1 1 0 0 0,0 0-1 0 0,0 0 1 0 0,0 0 0 0 0,1 1 0 0 0,9-8 0 0 0,-3 4-41 0 0,-9 6-22 0 0,0 0-1 0 0,1 0 0 0 0,-1 1 0 0 0,1 0 0 0 0,0-1 1 0 0,0 1-1 0 0,6-2 0 0 0,-8 4-6 0 0,-1 0-1 0 0,0-1 1 0 0,1 1-1 0 0,-1 1 1 0 0,0-1-1 0 0,1 0 1 0 0,-1 0-1 0 0,0 0 1 0 0,0 1-1 0 0,1-1 1 0 0,-1 0-1 0 0,0 1 1 0 0,0 0-1 0 0,1-1 1 0 0,-1 1-1 0 0,0 0 1 0 0,0-1-1 0 0,0 1 1 0 0,0 0-1 0 0,0 0 1 0 0,0 0-1 0 0,0 0 1 0 0,0 0-1 0 0,-1 0 1 0 0,1 0-1 0 0,0 0 1 0 0,0 0-1 0 0,-1 0 1 0 0,1 0-1 0 0,0 3 1 0 0,9 20-226 0 0,0 1-1 0 0,-2 0 1 0 0,-1 1-1 0 0,-1 0 1 0 0,-1 0 0 0 0,3 40-1 0 0,7 36-331 0 0,-14-98 519 0 0,1 6-26 0 0,0 1-1 0 0,0-1 1 0 0,2 0-1 0 0,-1 0 1 0 0,8 13-1 0 0,-10-21 84 0 0,0 0 1 0 0,0-1-1 0 0,0 1 1 0 0,0 0-1 0 0,0-1 0 0 0,1 1 1 0 0,-1-1-1 0 0,1 0 1 0 0,-1 1-1 0 0,1-1 0 0 0,-1 0 1 0 0,1 0-1 0 0,0 0 1 0 0,0 0-1 0 0,-1 0 1 0 0,1 0-1 0 0,0-1 0 0 0,0 1 1 0 0,0-1-1 0 0,0 1 1 0 0,0-1-1 0 0,0 0 0 0 0,0 1 1 0 0,0-1-1 0 0,0 0 1 0 0,0 0-1 0 0,0-1 0 0 0,0 1 1 0 0,0 0-1 0 0,0-1 1 0 0,0 1-1 0 0,0-1 1 0 0,-1 1-1 0 0,1-1 0 0 0,0 0 1 0 0,2-1-1 0 0,13-8 219 0 0,0 0 0 0 0,0-2 0 0 0,-1 0-1 0 0,29-27 1 0 0,-22 18-1299 0 0,7-4-6403 0 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21:43.2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114 0 10138 0 0,'-8'1'459'0'0,"0"0"0"0"0,0 0 1 0 0,0 1-1 0 0,0 0 0 0 0,0 0 0 0 0,1 1 0 0 0,-1 0 0 0 0,1 0 0 0 0,-1 1 1 0 0,1 0-1 0 0,0 0 0 0 0,1 1 0 0 0,-10 7 0 0 0,20-10-183 0 0,0 0 0 0 0,-1 1 0 0 0,1 0 0 0 0,-1 0 1 0 0,0 0-1 0 0,0 0 0 0 0,0 0 0 0 0,5 8 0 0 0,0 4-118 0 0,1 1 1 0 0,-2 0-1 0 0,0 0 1 0 0,-1 1-1 0 0,-1 0 1 0 0,5 27-1 0 0,10 111 250 0 0,-15-111-412 0 0,-1-4 30 0 0,1-1-1 0 0,3 0 0 0 0,18 57 1 0 0,-21-81-208 0 0,1-1 1 0 0,0 1 0 0 0,1-2-1 0 0,1 1 1 0 0,0-1 0 0 0,1 0-1 0 0,0-1 1 0 0,1 0-1 0 0,0 0 1 0 0,1-1 0 0 0,1-1-1 0 0,12 10 1 0 0,-4-7-6412 0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21:44.8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88 0 2304 0 0,'-24'28'98'0'0,"19"-22"268"0"0,-1 1 1 0 0,1-1 0 0 0,-1 0 0 0 0,0-1 0 0 0,-8 7-1 0 0,13-12 6 0 0,0 0-1 0 0,0-1 0 0 0,0 1 0 0 0,0 0 1 0 0,0 0-1 0 0,0-1 0 0 0,0 1 0 0 0,0 0 0 0 0,1-1 1 0 0,-1 1-1 0 0,0-1 0 0 0,0 1 0 0 0,0-1 1 0 0,1 0-1 0 0,-1 1 0 0 0,0-1 0 0 0,1 0 1 0 0,-1 1-1 0 0,1-1 0 0 0,-1 0 0 0 0,1 0 1 0 0,-1 0-1 0 0,1 1 0 0 0,-1-3 0 0 0,0 3-210 0 0,1 0 0 0 0,0-1 0 0 0,0 1 0 0 0,0 0 0 0 0,0-1 0 0 0,-1 1 0 0 0,1-1 0 0 0,0 1 0 0 0,0 0 0 0 0,0-1 0 0 0,0 1 0 0 0,0 0 1 0 0,0-1-1 0 0,0 1 0 0 0,0-1 0 0 0,0 1 0 0 0,0 0 0 0 0,0-1 0 0 0,0 1 0 0 0,0-1 0 0 0,0 1 0 0 0,0 0 0 0 0,1-1 0 0 0,-1 1 0 0 0,0 0 0 0 0,0-1 0 0 0,0 1 0 0 0,1-1-17 0 0,0 1 1 0 0,0 0-1 0 0,0-1 1 0 0,0 1 0 0 0,-1 0-1 0 0,1 0 1 0 0,0 0-1 0 0,0 0 1 0 0,0 0-1 0 0,0 0 1 0 0,0 0 0 0 0,-1 0-1 0 0,1 0 1 0 0,0 0-1 0 0,0 0 1 0 0,0 1 0 0 0,0-1-1 0 0,-1 0 1 0 0,2 1-1 0 0,20 6-12 0 0,0 0 0 0 0,-1 2 1 0 0,-1 1-1 0 0,1 0 0 0 0,-1 1 0 0 0,-1 1 0 0 0,0 1 0 0 0,-1 1 0 0 0,-1 1 0 0 0,0 0 0 0 0,-1 1 0 0 0,0 1 1 0 0,-1 0-1 0 0,-1 1 0 0 0,-1 1 0 0 0,-1 0 0 0 0,15 31 0 0 0,20 36-49 0 0,-41-78-119 0 0,-1 0-1 0 0,1 0 1 0 0,1-1-1 0 0,-1 1 0 0 0,1-1 1 0 0,1-1-1 0 0,13 11 1 0 0,-18-16-77 0 0,-1 1 0 0 0,0-1-1 0 0,1 0 1 0 0,-1 0 0 0 0,0-1 0 0 0,1 1 0 0 0,-1 0 0 0 0,1-1 0 0 0,4 1 0 0 0,12-3-3533 0 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21:45.1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72 6 6449 0 0,'-24'16'431'0'0,"-23"12"4175"0"0,72-37 3982 0 0,5 1-6191 0 0,34-11-2819 0 0,-49 13-393 0 0,-4 2-4878 0 0,-3 1-990 0 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21:46.0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 0 5065 0 0,'-1'1'212'0'0,"-1"1"0"0"0,1 0 0 0 0,0-1 0 0 0,0 1 0 0 0,0 0 0 0 0,0-1 0 0 0,1 1 1 0 0,-1 0-1 0 0,0 0 0 0 0,1 0 0 0 0,-1 0 0 0 0,1 0 0 0 0,0 0 0 0 0,-1-1 0 0 0,1 1 0 0 0,0 0 0 0 0,0 0 0 0 0,0 0 0 0 0,1 0 0 0 0,-1 0 0 0 0,0 0 0 0 0,1 0 0 0 0,-1 0 0 0 0,1 0 1 0 0,0 0-1 0 0,-1-1 0 0 0,1 1 0 0 0,0 0 0 0 0,0 0 0 0 0,0-1 0 0 0,2 2 0 0 0,5 11 602 0 0,1 0 0 0 0,20 21 0 0 0,-19-23-88 0 0,92 120 2125 0 0,33 80-3133 0 0,-131-205-602 0 0,0 0 0 0 0,0 0 1 0 0,-1 1-1 0 0,3 11 0 0 0,-5-11-643 0 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21:46.5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12 125 4145 0 0,'-2'-5'226'0'0,"0"0"0"0"0,0 0 0 0 0,1 0 0 0 0,-1 0 0 0 0,1-1 0 0 0,1 1 0 0 0,-1 0 0 0 0,1-9 0 0 0,0 8 578 0 0,0-1 1 0 0,1 1-1 0 0,0 0 0 0 0,0 0 0 0 0,1 0 1 0 0,-1 0-1 0 0,4-7 0 0 0,-4 12-592 0 0,0 0 0 0 0,0 0 0 0 0,0 0-1 0 0,0 0 1 0 0,0 0 0 0 0,1 0 0 0 0,-1 0-1 0 0,0 0 1 0 0,1 0 0 0 0,-1 1 0 0 0,1-1-1 0 0,-1 0 1 0 0,1 1 0 0 0,-1-1 0 0 0,1 1 0 0 0,-1 0-1 0 0,1 0 1 0 0,-1-1 0 0 0,1 1 0 0 0,-1 0-1 0 0,1 0 1 0 0,-1 0 0 0 0,1 1 0 0 0,-1-1-1 0 0,1 0 1 0 0,0 0 0 0 0,1 1 0 0 0,3 1-51 0 0,1-1 1 0 0,0 1 0 0 0,-1 0-1 0 0,12 5 1 0 0,-12-3-124 0 0,0 1 0 0 0,0-1 0 0 0,0 1 0 0 0,0 0 0 0 0,-1 0 0 0 0,0 1 0 0 0,0 0 0 0 0,-1 0 0 0 0,1 0 0 0 0,-1 0 0 0 0,-1 1 0 0 0,5 9 1 0 0,-3-6-66 0 0,-1 1 1 0 0,0-1 0 0 0,-1 1 0 0 0,0 0 0 0 0,-1 0 0 0 0,0 0-1 0 0,0 19 1 0 0,-1-37-921 0 0,-1 1 0 0 0,1-1 1 0 0,1 1-1 0 0,-1 0 0 0 0,1 0 0 0 0,0 0 0 0 0,4-8 0 0 0,-1 3 212 0 0,1 0 0 0 0,1 0 1 0 0,14-18-1 0 0,-16 22 757 0 0,0 1 0 0 0,0 0 0 0 0,1 0-1 0 0,0 0 1 0 0,1 1 0 0 0,-1 0 0 0 0,1 0 0 0 0,0 0 0 0 0,0 1 0 0 0,0 0 0 0 0,1 1 0 0 0,-1-1 0 0 0,1 1 0 0 0,0 1 0 0 0,11-3 0 0 0,-17 5 57 0 0,0 0 1 0 0,0 0-1 0 0,0 0 1 0 0,0 0 0 0 0,1 0-1 0 0,-1 0 1 0 0,0 0-1 0 0,0 1 1 0 0,0-1 0 0 0,0 1-1 0 0,0 0 1 0 0,0 0-1 0 0,0-1 1 0 0,0 1 0 0 0,0 0-1 0 0,0 1 1 0 0,0-1-1 0 0,-1 0 1 0 0,1 0 0 0 0,0 1-1 0 0,2 2 1 0 0,-2 0 46 0 0,0-1 1 0 0,0 0-1 0 0,0 1 1 0 0,0 0-1 0 0,-1-1 1 0 0,1 1-1 0 0,-1 0 1 0 0,0 0-1 0 0,0 0 1 0 0,-1 0-1 0 0,1 4 1 0 0,0 8 385 0 0,-2 1 0 0 0,1-1 1 0 0,-2 0-1 0 0,-5 27 0 0 0,-4-2 1465 0 0,-1 0-1 0 0,-32 70 1 0 0,44-110-2009 0 0,0 0 6 0 0,0-1-1 0 0,0 1 1 0 0,-1-1 0 0 0,1 1-1 0 0,0-1 1 0 0,0 1-1 0 0,-1 0 1 0 0,1-1 0 0 0,0 1-1 0 0,-1-1 1 0 0,1 1-1 0 0,0-1 1 0 0,-1 1 0 0 0,1-1-1 0 0,-1 1 1 0 0,1-1 0 0 0,-1 0-1 0 0,1 1 1 0 0,-1-1-1 0 0,1 0 1 0 0,-1 1 0 0 0,1-1-1 0 0,-1 0 1 0 0,0 0-1 0 0,0 1 1 0 0,-1-2-805 0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21:47.5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 47 13827 0 0,'-1'-1'76'0'0,"1"0"1"0"0,-1-1-1 0 0,1 1 1 0 0,-1 0-1 0 0,1-1 1 0 0,0 1-1 0 0,0-1 1 0 0,0 1-1 0 0,-1 0 1 0 0,1-1-1 0 0,1 1 1 0 0,-1-1-1 0 0,0 1 1 0 0,0 0-1 0 0,0-1 1 0 0,1 1-1 0 0,-1 0 1 0 0,1-1-1 0 0,-1 1 1 0 0,1 0-1 0 0,-1 0 1 0 0,1-1-1 0 0,0 1 1 0 0,0 0-1 0 0,-1 0 1 0 0,1 0-1 0 0,0 0 1 0 0,0 0-1 0 0,0 0 1 0 0,0 0-1 0 0,0 0 1 0 0,1 0-1 0 0,-1 1 1 0 0,0-1-1 0 0,0 0 1 0 0,0 1-1 0 0,1-1 1 0 0,-1 1-1 0 0,0-1 1 0 0,1 1-1 0 0,-1 0 1 0 0,0-1-1 0 0,1 1 1 0 0,-1 0-1 0 0,1 0 1 0 0,-1 0-1 0 0,0 0 1 0 0,1 0-1 0 0,-1 0 1 0 0,1 1-1 0 0,-1-1 1 0 0,0 0-1 0 0,1 1 1 0 0,-1-1-1 0 0,2 2 1 0 0,13 9 249 0 0,-1 1 0 0 0,0 0 1 0 0,-1 1-1 0 0,16 20 0 0 0,27 23 172 0 0,-19-26-309 0 0,66 38 0 0 0,-66-45-167 0 0,-1 2 0 0 0,44 38 0 0 0,-39-26-71 0 0,-23-22-5684 0 0,-10-9-679 0 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21:47.9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9 232 8754 0 0,'-2'-5'163'0'0,"0"-1"0"0"0,1 0 0 0 0,0 0 0 0 0,0-1 0 0 0,0 1 0 0 0,1 0 0 0 0,-1 0 0 0 0,2 0 0 0 0,-1-1 0 0 0,3-10 0 0 0,17-64 1755 0 0,-15 64-1347 0 0,-3 12-167 0 0,-1-1-1 0 0,1 0 1 0 0,1 0 0 0 0,-1 1-1 0 0,1-1 1 0 0,5-7 0 0 0,-7 12-307 0 0,-1 0 0 0 0,1 1 0 0 0,0-1 0 0 0,-1 0 0 0 0,1 1 0 0 0,0-1 0 0 0,-1 1 0 0 0,1-1 0 0 0,0 1 0 0 0,0-1 0 0 0,0 1 0 0 0,0 0 0 0 0,-1-1 0 0 0,1 1 0 0 0,0 0 0 0 0,0 0 0 0 0,0-1 0 0 0,0 1 0 0 0,1 0 0 0 0,0 1-46 0 0,0-1-1 0 0,0 0 1 0 0,-1 1 0 0 0,1 0-1 0 0,-1-1 1 0 0,1 1 0 0 0,0 0 0 0 0,-1 0-1 0 0,1 0 1 0 0,-1 0 0 0 0,0 0-1 0 0,1 0 1 0 0,-1 0 0 0 0,2 2 0 0 0,9 10-37 0 0,-1 1 0 0 0,0 0 0 0 0,0 1 0 0 0,-2 0 0 0 0,0 1 0 0 0,0 0 0 0 0,-2 0 0 0 0,0 1 0 0 0,9 33 0 0 0,-7-10-61 0 0,-1 1 0 0 0,-2 1 1 0 0,0 46-1 0 0,-1-63 44 0 0,-5-25 3 0 0,0 0 0 0 0,1 1 0 0 0,-1-1 0 0 0,0 0 0 0 0,0 0 0 0 0,1 0 0 0 0,-1 0 0 0 0,0 0 0 0 0,0 0 0 0 0,1 0 0 0 0,-1 0 1 0 0,0 0-1 0 0,1 0 0 0 0,-1 0 0 0 0,0 0 0 0 0,0 0 0 0 0,1 0 0 0 0,-1 0 0 0 0,0 0 0 0 0,0 0 0 0 0,1 0 0 0 0,-1 0 0 0 0,0 0 0 0 0,1 0 0 0 0,-1 0 0 0 0,0-1 0 0 0,0 1 0 0 0,0 0 1 0 0,1 0-1 0 0,-1 0 0 0 0,0 0 0 0 0,0-1 0 0 0,0 1 0 0 0,1 0 0 0 0,-1 0 0 0 0,0 0 0 0 0,0-1 0 0 0,0 1 0 0 0,0 0 0 0 0,1 0 0 0 0,-1-1 0 0 0,23-44 73 0 0,-15 29 8 0 0,2-4 382 0 0,2 1 0 0 0,0-1 0 0 0,22-24 0 0 0,-26 35-703 0 0,0 0-1 0 0,1 1 1 0 0,0 0 0 0 0,1 1-1 0 0,0 0 1 0 0,0 0-1 0 0,0 1 1 0 0,14-6-1 0 0,-14 8-6401 0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21:48.3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24 259 9218 0 0,'0'0'78'0'0,"-1"1"0"0"0,1-1 0 0 0,-1 1 0 0 0,0-1 0 0 0,1 0 0 0 0,-1 1-1 0 0,1-1 1 0 0,-1 0 0 0 0,0 0 0 0 0,1 1 0 0 0,-1-1 0 0 0,0 0 0 0 0,1 0 0 0 0,-1 0 0 0 0,0 0 0 0 0,1 0 0 0 0,-1 0 0 0 0,0 0 0 0 0,1 0 0 0 0,-1 0-1 0 0,0 0 1 0 0,1 0 0 0 0,-1 0 0 0 0,0-1 0 0 0,1 1 0 0 0,-1 0 0 0 0,1 0 0 0 0,-1-1 0 0 0,0 1 0 0 0,1 0 0 0 0,-1-1 0 0 0,1 1 0 0 0,-1-1 0 0 0,1 1-1 0 0,-1-1 1 0 0,1 1 0 0 0,-1-2 0 0 0,3-28 2057 0 0,1 17-1983 0 0,0-1 1 0 0,1 1 0 0 0,1 0 0 0 0,0 0 0 0 0,1 0-1 0 0,1 1 1 0 0,0 0 0 0 0,0 0 0 0 0,14-15-1 0 0,16-13-3589 0 0,4 7-3966 0 0,-26 23 6595 0 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21:48.7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16 194 6449 0 0,'-15'37'2285'0'0,"23"-47"1104"0"0,2-19-2437 0 0,-8 23-279 0 0,46-125 1649 0 0,-34 92-5032 0 0,-8 24 1441 0 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21:49.0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4 311 6913 0 0,'0'0'-3'0'0,"0"0"0"0"0,0 0-1 0 0,0-1 1 0 0,0 1 0 0 0,0 0-1 0 0,0 0 1 0 0,0 0-1 0 0,0 0 1 0 0,0 0 0 0 0,0 0-1 0 0,0 0 1 0 0,0 0 0 0 0,0-1-1 0 0,0 1 1 0 0,0 0-1 0 0,0 0 1 0 0,0 0 0 0 0,0 0-1 0 0,0 0 1 0 0,0 0 0 0 0,0 0-1 0 0,0 0 1 0 0,0 0-1 0 0,0 0 1 0 0,0-1 0 0 0,0 1-1 0 0,0 0 1 0 0,0 0 0 0 0,0 0-1 0 0,-1 0 1 0 0,1 0-1 0 0,0 0 1 0 0,0 0 0 0 0,0 0-1 0 0,0 0 1 0 0,0 0 0 0 0,0 0-1 0 0,0 0 1 0 0,0 0-1 0 0,0 0 1 0 0,-1 0 0 0 0,1 0-1 0 0,0 0 1 0 0,0 0 0 0 0,0 0-1 0 0,0 0 1 0 0,0 0-1 0 0,0 0 1 0 0,0 0 0 0 0,0 0-1 0 0,-1 0 1 0 0,1 0 0 0 0,0 0-1 0 0,0 0 1 0 0,0 0-1 0 0,0 0 1 0 0,0 0 0 0 0,0 0-1 0 0,0 0 1 0 0,0 0-1 0 0,0 0 1 0 0,0 0 0 0 0,-1 1-1 0 0,1-1 1 0 0,0 0 0 0 0,0 0-1 0 0,4-16-447 0 0,11-28-51 0 0,-9 29 901 0 0,7-24 231 0 0,24-62 1741 0 0,-31 88-1554 0 0,0 0-1 0 0,1 0 1 0 0,1 0 0 0 0,0 1 0 0 0,9-12 0 0 0,-16 24-735 0 0,0-1-1 0 0,-1 0 1 0 0,1 1 0 0 0,0-1-1 0 0,0 1 1 0 0,0 0-1 0 0,-1-1 1 0 0,1 1 0 0 0,0 0-1 0 0,0-1 1 0 0,0 1 0 0 0,0 0-1 0 0,-1 0 1 0 0,1 0 0 0 0,0 0-1 0 0,0 0 1 0 0,0 0-1 0 0,0 0 1 0 0,0 0 0 0 0,0 0-1 0 0,0 0 1 0 0,-1 0 0 0 0,1 1-1 0 0,0-1 1 0 0,0 0 0 0 0,0 1-1 0 0,0-1 1 0 0,-1 0-1 0 0,1 1 1 0 0,0-1 0 0 0,0 1-1 0 0,-1-1 1 0 0,1 1 0 0 0,0 0-1 0 0,-1-1 1 0 0,1 1 0 0 0,-1 0-1 0 0,1-1 1 0 0,-1 1-1 0 0,1 0 1 0 0,0 1 0 0 0,30 43 768 0 0,-19-26-345 0 0,30 36 159 0 0,2-2 1 0 0,74 67-1 0 0,-74-88-358 0 0,-24-20-4633 0 0,-16-10 2470 0 0,2 2-4563 0 0</inkml:trace>
  <inkml:trace contextRef="#ctx0" brushRef="#br0" timeOffset="1">239 439 12443 0 0,'0'-4'110'0'0,"-1"-1"1"0"0,1 0 0 0 0,0 1-1 0 0,0-1 1 0 0,0 1 0 0 0,1-1-1 0 0,-1 0 1 0 0,1 1 0 0 0,0-1 0 0 0,2-4-1 0 0,-2 5 230 0 0,9-30 579 0 0,2 1 0 0 0,1 0 0 0 0,2 1 0 0 0,1 0 0 0 0,34-49 0 0 0,8-16-3364 0 0,-47 75-3758 0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21:49.4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 16 6913 0 0,'-1'-1'1586'0'0,"14"20"1315"0"0,3 30 464 0 0,-12-34-2719 0 0,1-1-1 0 0,0 0 0 0 0,1 0 1 0 0,1 0-1 0 0,8 13 0 0 0,-12-23-586 0 0,0 0-1 0 0,0-1 1 0 0,0 1-1 0 0,1-1 0 0 0,-1 0 1 0 0,1 1-1 0 0,0-2 1 0 0,0 1-1 0 0,0 0 1 0 0,1-1-1 0 0,-1 0 0 0 0,0 0 1 0 0,1 0-1 0 0,0 0 1 0 0,-1-1-1 0 0,1 0 1 0 0,0 0-1 0 0,0 0 0 0 0,0 0 1 0 0,5-1-1 0 0,-5 1-16 0 0,0-1-1 0 0,0 0 1 0 0,0 0 0 0 0,1-1-1 0 0,-1 1 1 0 0,0-1-1 0 0,0 0 1 0 0,0-1-1 0 0,0 1 1 0 0,0-1 0 0 0,0 0-1 0 0,5-3 1 0 0,-8 4-20 0 0,-1-1 1 0 0,1 1 0 0 0,0-1-1 0 0,-1 0 1 0 0,1 1 0 0 0,-1-1-1 0 0,0 0 1 0 0,1 0 0 0 0,-1 0-1 0 0,0 0 1 0 0,0 0 0 0 0,0 0-1 0 0,-1-1 1 0 0,1 1 0 0 0,0 0-1 0 0,-1 0 1 0 0,0-1 0 0 0,1 1-1 0 0,-1 0 1 0 0,0-1 0 0 0,0 1-1 0 0,0 0 1 0 0,0-1 0 0 0,-1 1-1 0 0,1 0 1 0 0,-1 0 0 0 0,1-1-1 0 0,-1 1 1 0 0,-1-3-1 0 0,0-1 18 0 0,-1-1-1 0 0,1 0 0 0 0,-1 1 0 0 0,-1-1 0 0 0,1 1 0 0 0,-1 0 0 0 0,0 0 0 0 0,-1 0 0 0 0,1 1 0 0 0,-1 0 0 0 0,0 0 0 0 0,-1 0 0 0 0,1 0 0 0 0,-1 1 0 0 0,0 0 0 0 0,0 0 0 0 0,0 0 0 0 0,-10-4 0 0 0,-1 1-364 0 0,0 1-1 0 0,-34-8 1 0 0,-7 2-3817 0 0,45 10 2677 0 0,4 0-5088 0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21:49.9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63 631 6913 0 0,'2'-1'231'0'0,"0"-1"0"0"0,0 1 0 0 0,0-1 0 0 0,1 1 0 0 0,-1 0 0 0 0,0 0 0 0 0,0 0 0 0 0,1 0 0 0 0,-1 0-1 0 0,1 0 1 0 0,-1 1 0 0 0,1-1 0 0 0,-1 1 0 0 0,5 0 0 0 0,11-4 1428 0 0,-8 0-1037 0 0,0 0 0 0 0,0 0 0 0 0,0-1 0 0 0,-1-1-1 0 0,0 0 1 0 0,0 0 0 0 0,0 0 0 0 0,-1-1 0 0 0,1-1 0 0 0,-2 1 0 0 0,1-1 0 0 0,-1-1 0 0 0,0 1 0 0 0,8-15 0 0 0,-60 3-636 0 0,25 8-324 0 0,2 0-1 0 0,0-2 1 0 0,0 0 0 0 0,1-1-1 0 0,1-1 1 0 0,1 0 0 0 0,0-1-1 0 0,1-1 1 0 0,0 0-1 0 0,-11-23 1 0 0,22 36 360 0 0,0-1 0 0 0,0 0 1 0 0,1 0-1 0 0,-1 0 0 0 0,1 0 0 0 0,1-1 0 0 0,-1 1 0 0 0,1 0 1 0 0,1-1-1 0 0,-1 1 0 0 0,1-1 0 0 0,0 1 0 0 0,0-1 0 0 0,1 1 1 0 0,0-1-1 0 0,0 1 0 0 0,0 0 0 0 0,1-1 0 0 0,0 1 0 0 0,0 0 1 0 0,1 0-1 0 0,0 0 0 0 0,0 0 0 0 0,0 1 0 0 0,0-1 0 0 0,1 1 1 0 0,0 0-1 0 0,6-6 0 0 0,-9 10 6 0 0,0 0 1 0 0,0 1-1 0 0,0-1 1 0 0,0 1-1 0 0,0-1 1 0 0,1 1-1 0 0,-1 0 1 0 0,0-1-1 0 0,0 1 1 0 0,0 0-1 0 0,0 0 1 0 0,0 0-1 0 0,1 0 1 0 0,-1 0-1 0 0,0 0 1 0 0,0 0-1 0 0,0 0 1 0 0,0 0-1 0 0,0 1 1 0 0,1-1-1 0 0,-1 0 1 0 0,0 1-1 0 0,0-1 1 0 0,0 1-1 0 0,0-1 1 0 0,0 1-1 0 0,0 0 1 0 0,0-1-1 0 0,0 1 1 0 0,0 0-1 0 0,1 1 1 0 0,33 34-149 0 0,-19-18 183 0 0,-8-13-40 0 0,-1 1 1 0 0,1-2-1 0 0,0 1 1 0 0,1-1-1 0 0,-1 0 1 0 0,1-1-1 0 0,10 3 0 0 0,-10-3-3 0 0,0 0 1 0 0,-1 0-1 0 0,1 1 0 0 0,-1 0 0 0 0,0 0 0 0 0,0 1 0 0 0,9 7 0 0 0,-17-12 36 0 0,1 1 0 0 0,-1-1 0 0 0,1 1-1 0 0,-1-1 1 0 0,1 0 0 0 0,-1 0 0 0 0,1 1 0 0 0,-1-1 0 0 0,0 0 0 0 0,1 1 0 0 0,0-1 0 0 0,-1 0 0 0 0,1 0-1 0 0,-1 0 1 0 0,1 0 0 0 0,-1 0 0 0 0,1 0 0 0 0,-1 0 0 0 0,1 0 0 0 0,-1 0 0 0 0,1 0 0 0 0,0 0 0 0 0,-1 0-1 0 0,1 0 1 0 0,-1 0 0 0 0,1 0 0 0 0,-1 0 0 0 0,1 0 0 0 0,-1-1 0 0 0,2 1 0 0 0,11-18 888 0 0,5-40-362 0 0,-14 39-447 0 0,2 1-49 0 0,-3 5-30 0 0,1 0 0 0 0,1-1-1 0 0,0 1 1 0 0,0 1 0 0 0,2-1 0 0 0,-1 1-1 0 0,14-17 1 0 0,-11 22-1678 0 0,0 3-6178 0 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21:59.7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111 229 4609 0 0,'-4'-4'360'0'0,"1"0"0"0"0,-1 1 0 0 0,-1-1 1 0 0,1 1-1 0 0,0 0 0 0 0,-1 0 0 0 0,0 0 0 0 0,1 1 0 0 0,-1-1 1 0 0,0 1-1 0 0,-7-1 0 0 0,8 1 420 0 0,-1 1 0 0 0,1 0 0 0 0,-1 0 0 0 0,1 0 0 0 0,-1 0 0 0 0,1 1 0 0 0,-9 0 0 0 0,13 0-669 0 0,0 0 0 0 0,-1 0 0 0 0,1 0 0 0 0,0 0 0 0 0,0 0 0 0 0,-1 0 0 0 0,1 0 0 0 0,0 0-1 0 0,0 0 1 0 0,0 0 0 0 0,-1 0 0 0 0,1 0 0 0 0,0 0 0 0 0,0 1 0 0 0,-1-1 0 0 0,1 0 0 0 0,0 0 0 0 0,0 0 0 0 0,0 0-1 0 0,0 0 1 0 0,-1 0 0 0 0,1 1 0 0 0,0-1 0 0 0,0 0 0 0 0,0 0 0 0 0,0 0 0 0 0,0 1 0 0 0,0-1 0 0 0,-1 0 0 0 0,1 0-1 0 0,0 0 1 0 0,0 1 0 0 0,0-1 0 0 0,0 0 0 0 0,0 0 0 0 0,0 1 0 0 0,0-1 0 0 0,0 0 0 0 0,0 0 0 0 0,0 0 0 0 0,0 1-1 0 0,0-1 1 0 0,0 0 0 0 0,8 12 1543 0 0,19 12-1609 0 0,-25-22 243 0 0,117 98 229 0 0,-45-36-228 0 0,123 82 0 0 0,-161-121-178 0 0,-22-15-46 0 0,0-1 0 0 0,1 0 0 0 0,27 12 0 0 0,-42-21-61 0 0,1 0 0 0 0,-1 0 1 0 0,1 1-1 0 0,-1-1 0 0 0,1 0 0 0 0,-1 0 1 0 0,1 0-1 0 0,-1 0 0 0 0,1 0 1 0 0,-1 0-1 0 0,1 0 0 0 0,-1 0 0 0 0,1 0 1 0 0,-1 0-1 0 0,1 0 0 0 0,-1 0 1 0 0,1 0-1 0 0,-1-1 0 0 0,0 1 0 0 0,1 0 1 0 0,-1 0-1 0 0,1 0 0 0 0,-1-1 1 0 0,1 1-1 0 0,-1 0 0 0 0,0-1 0 0 0,1 1 1 0 0,-1 0-1 0 0,0-1 0 0 0,1 1 1 0 0,-1 0-1 0 0,0-1 0 0 0,1 1 1 0 0,-1-1-1 0 0,0 1 0 0 0,0 0 0 0 0,0-1 1 0 0,1 1-1 0 0,-1-1 0 0 0,0 1 1 0 0,0-1-1 0 0,0 1 0 0 0,0-1 0 0 0,0 1 1 0 0,0-1-1 0 0,0 1 0 0 0,0-1 1 0 0,0 1-1 0 0,0-1 0 0 0,0 1 0 0 0,0-1 1 0 0,0 1-1 0 0,0-1 0 0 0,0 1 1 0 0,-1 0-1 0 0,1-1 0 0 0,0 0 1 0 0,-8-31 126 0 0,7 31-122 0 0,-11-31 95 0 0,-1 1 1 0 0,-2 0-1 0 0,-31-48 1 0 0,-69-77 45 0 0,78 112-119 0 0,23 30-30 0 0,0-2-1 0 0,1 0 1 0 0,1 0 0 0 0,1-1-1 0 0,0-1 1 0 0,1 0 0 0 0,-12-28-1 0 0,22 45-42 0 0,0 0-1 0 0,-1 0 0 0 0,1 0 0 0 0,-1 1 1 0 0,1-1-1 0 0,0 0 0 0 0,0 0 0 0 0,0 0 1 0 0,-1 0-1 0 0,1 0 0 0 0,0 0 1 0 0,0 0-1 0 0,0 0 0 0 0,0 0 0 0 0,1 0 1 0 0,-1 0-1 0 0,0 1 0 0 0,0-1 1 0 0,1 0-1 0 0,-1 0 0 0 0,0 0 0 0 0,1 0 1 0 0,-1 0-1 0 0,1 0 0 0 0,-1 1 1 0 0,1-1-1 0 0,-1 0 0 0 0,1 0 0 0 0,-1 1 1 0 0,2-2-1 0 0,3 0-701 0 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22:00.1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11 205 5065 0 0,'-1'-1'200'0'0,"1"1"0"0"0,-1-1 0 0 0,0 1-1 0 0,1-1 1 0 0,-1 1 0 0 0,1-1 0 0 0,-1 1 0 0 0,1-1 0 0 0,-1 0 0 0 0,1 1-1 0 0,-1-1 1 0 0,1 0 0 0 0,0 1 0 0 0,-1-1 0 0 0,1 0 0 0 0,0 0 0 0 0,0 1-1 0 0,-1-1 1 0 0,1 0 0 0 0,0 0 0 0 0,0 1 0 0 0,0-1 0 0 0,0 0 0 0 0,0-1-1 0 0,-1-23 1568 0 0,1 25-1634 0 0,0-15 817 0 0,1 0 0 0 0,1 0 0 0 0,0 0-1 0 0,6-17 1 0 0,14-25-1466 0 0,-15 44-5260 0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22:00.4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0 278 5529 0 0,'0'-8'850'0'0,"1"1"0"0"0,-1 0 0 0 0,1-1 0 0 0,4-11 0 0 0,23-71 1725 0 0,-19 67-2934 0 0,1 0 0 0 0,1 0 0 0 0,22-33 0 0 0,-24 43 339 0 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22:00.8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 81 7834 0 0,'-13'-3'1353'0'0,"13"3"-1262"0"0,0 0 0 0 0,0 0 0 0 0,0 0 0 0 0,0 0 0 0 0,1-1 0 0 0,-1 1 0 0 0,0 0 0 0 0,0 0 0 0 0,0 0 0 0 0,0 0 0 0 0,0 0 0 0 0,1 0 0 0 0,-1 0 0 0 0,0 0 0 0 0,0 0-1 0 0,0 0 1 0 0,0 0 0 0 0,0 0 0 0 0,0 0 0 0 0,0-1 0 0 0,1 1 0 0 0,-1 0 0 0 0,0 0 0 0 0,0 0 0 0 0,0 0 0 0 0,0 0 0 0 0,0 0 0 0 0,0-1 0 0 0,0 1 0 0 0,0 0 0 0 0,0 0 0 0 0,0 0-1 0 0,0 0 1 0 0,0 0 0 0 0,0-1 0 0 0,0 1 0 0 0,0 0 0 0 0,0 0 0 0 0,0 0 0 0 0,0 0 0 0 0,0-3 2807 0 0,4 5-1436 0 0,7 2-927 0 0,0 0 1 0 0,0 1 0 0 0,0 0 0 0 0,-1 1-1 0 0,0 0 1 0 0,-1 1 0 0 0,1 0-1 0 0,13 14 1 0 0,69 80 253 0 0,-40-41-454 0 0,-20-25-315 0 0,2-1-1 0 0,2-2 1 0 0,1-1-1 0 0,1-2 1 0 0,65 37-1 0 0,-82-57-39 0 0,-20-8-26 0 0,-1-1-1 0 0,0 0 1 0 0,1 0 0 0 0,-1 1 0 0 0,1-1 0 0 0,-1 0 0 0 0,0 0-1 0 0,1 1 1 0 0,-1-1 0 0 0,1 0 0 0 0,-1 0 0 0 0,1 0 0 0 0,-1 0-1 0 0,0 0 1 0 0,1 0 0 0 0,-1 0 0 0 0,1 0 0 0 0,-1 0 0 0 0,1 0-1 0 0,-1 0 1 0 0,1 0 0 0 0,-1 0 0 0 0,0 0 0 0 0,1 0 0 0 0,-1 0-1 0 0,1 0 1 0 0,-1 0 0 0 0,1-1 0 0 0,-1 1 0 0 0,0 0 0 0 0,1 0-1 0 0,-1 0 1 0 0,1-1 0 0 0,-1 1 0 0 0,0 0 0 0 0,1-1 0 0 0,-1 1-1 0 0,0 0 1 0 0,0-1 0 0 0,1 1 0 0 0,-1 0 0 0 0,1-2 0 0 0,-3-4-1299 0 0</inkml:trace>
  <inkml:trace contextRef="#ctx0" brushRef="#br0" timeOffset="1">46 178 5065 0 0,'-3'-1'178'0'0,"1"1"0"0"0,-1-1 0 0 0,1 0 0 0 0,-1-1 0 0 0,1 1 0 0 0,0 0 0 0 0,0-1 0 0 0,-1 1 0 0 0,1-1 0 0 0,0 0 0 0 0,0 0 0 0 0,1 1 0 0 0,-1-1 0 0 0,0 0 0 0 0,1-1 0 0 0,-1 1 0 0 0,1 0 0 0 0,0 0 0 0 0,-1-1 0 0 0,1 1 0 0 0,0-1 0 0 0,0 1 0 0 0,1-1 1 0 0,-1 1-1 0 0,1-1 0 0 0,-1 1 0 0 0,1-1 0 0 0,0 0 0 0 0,0 1 0 0 0,0-1 0 0 0,0 0 0 0 0,1-3 0 0 0,-1 1 135 0 0,1 0 0 0 0,0 0 1 0 0,1 0-1 0 0,-1 0 0 0 0,1 0 1 0 0,0 1-1 0 0,0-1 0 0 0,0 0 0 0 0,1 1 1 0 0,0 0-1 0 0,0 0 0 0 0,0-1 1 0 0,0 2-1 0 0,0-1 0 0 0,1 0 1 0 0,0 1-1 0 0,0-1 0 0 0,0 1 1 0 0,4-3-1 0 0,-4 4-363 0 0,1-1 0 0 0,-1 1 1 0 0,1 0-1 0 0,-1 0 0 0 0,1 0 1 0 0,-1 0-1 0 0,1 1 0 0 0,0 0 0 0 0,0 0 1 0 0,0 0-1 0 0,0 1 0 0 0,6-1 1 0 0,1 2-5893 0 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22:01.2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0 247 1376 0 0,'2'-1'231'0'0,"0"1"-1"0"0,-1-1 1 0 0,1 0-1 0 0,-1 1 1 0 0,1-1-1 0 0,-1 0 1 0 0,1 0-1 0 0,-1 0 1 0 0,1 0-1 0 0,-1 0 1 0 0,0-1 0 0 0,0 1-1 0 0,0 0 1 0 0,0-1-1 0 0,0 1 1 0 0,0 0-1 0 0,0-1 1 0 0,0 1-1 0 0,1-3 1 0 0,14-31 3799 0 0,-16 35-4004 0 0,19-54 1706 0 0,-15 41-1247 0 0,0 0-1 0 0,1 0 1 0 0,0 0-1 0 0,1 1 1 0 0,0-1-1 0 0,1 1 1 0 0,15-20-1 0 0,-9 19-484 0 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22:01.5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67 30 3681 0 0,'-38'-7'1895'0'0,"36"6"-1328"0"0,0 0-1 0 0,0 1 0 0 0,0-1 1 0 0,1 0-1 0 0,-1 0 0 0 0,0 0 1 0 0,0 0-1 0 0,1-1 0 0 0,-1 1 1 0 0,0 0-1 0 0,1-1 0 0 0,-1 1 1 0 0,1-1-1 0 0,0 1 0 0 0,-3-4 1 0 0,10 5 4650 0 0,25 13-3789 0 0,3 9-896 0 0,-1 1 1 0 0,-2 2-1 0 0,33 33 0 0 0,40 31-33 0 0,-88-77-510 0 0,1 0 1 0 0,0-2-1 0 0,1 0 0 0 0,29 12 0 0 0,-16-17-108 0 0,-18-6-837 0 0,-13 1 871 0 0,0-1 1 0 0,0 1 0 0 0,0 0-1 0 0,0 0 1 0 0,0 0 0 0 0,0-1-1 0 0,0 1 1 0 0,0 0 0 0 0,0 0 0 0 0,0-1-1 0 0,0 1 1 0 0,0 0 0 0 0,0 0-1 0 0,0-1 1 0 0,0 1 0 0 0,0 0-1 0 0,0 0 1 0 0,0-1 0 0 0,0 1-1 0 0,0 0 1 0 0,0 0 0 0 0,0 0-1 0 0,0-1 1 0 0,-1 1 0 0 0,1 0-1 0 0,0 0 1 0 0,0 0 0 0 0,0-1 0 0 0,0 1-1 0 0,-1 0 1 0 0,1 0 0 0 0,0 0-1 0 0,0 0 1 0 0,0-1 0 0 0,-1 1-1 0 0,1 0 1 0 0,0 0 0 0 0,0 0-1 0 0,0 0 1 0 0,-1 0 0 0 0,1 0-1 0 0,-1 0 1 0 0,-6-5-6933 0 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22:01.9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135 284 1376 0 0,'-75'-107'1558'0'0,"29"33"2782"0"0,44 72-4074 0 0,1-1 1 0 0,-1 0 0 0 0,1 0 0 0 0,-1 1 0 0 0,1-1 0 0 0,0 0 0 0 0,0 0 0 0 0,1 0 0 0 0,-1 0 0 0 0,0 0 0 0 0,1-1 0 0 0,0 1-1 0 0,0 0 1 0 0,0 0 0 0 0,0 0 0 0 0,0 0 0 0 0,2-5 0 0 0,-1 5-42 0 0,0 1 0 0 0,0 0 1 0 0,0 1-1 0 0,0-1 0 0 0,1 0 0 0 0,-1 0 0 0 0,1 0 1 0 0,-1 1-1 0 0,1-1 0 0 0,0 1 0 0 0,0-1 0 0 0,-1 1 0 0 0,1 0 1 0 0,0 0-1 0 0,0 0 0 0 0,0 0 0 0 0,0 0 0 0 0,0 0 1 0 0,1 0-1 0 0,-1 1 0 0 0,0-1 0 0 0,0 1 0 0 0,0-1 1 0 0,5 1-1 0 0,27-6 1295 0 0,-27 4-1317 0 0,1 1 1 0 0,-1-1-1 0 0,1 1 0 0 0,-1 1 0 0 0,1 0 0 0 0,8 0 1 0 0,-13 1-185 0 0,-1-1 0 0 0,0 1 0 0 0,1 0 0 0 0,-1-1 0 0 0,0 1 1 0 0,0 1-1 0 0,1-1 0 0 0,-1 0 0 0 0,0 0 0 0 0,0 1 0 0 0,0-1 1 0 0,-1 1-1 0 0,1 0 0 0 0,0-1 0 0 0,-1 1 0 0 0,1 0 0 0 0,-1 0 1 0 0,1 0-1 0 0,-1 0 0 0 0,0 0 0 0 0,0 0 0 0 0,0 1 1 0 0,0-1-1 0 0,1 2 0 0 0,6 23 106 0 0,-1 0-1 0 0,-2 0 1 0 0,4 40 0 0 0,-6-42-21 0 0,0 1 0 0 0,2-1 0 0 0,0 0 0 0 0,13 33 0 0 0,-17-56-96 0 0,0 0-1 0 0,-1-1 1 0 0,1 1 0 0 0,0 0 0 0 0,0-1 0 0 0,0 1-1 0 0,0-1 1 0 0,0 1 0 0 0,0-1 0 0 0,0 1 0 0 0,0-1-1 0 0,1 0 1 0 0,-1 1 0 0 0,1-1 0 0 0,-1 0 0 0 0,3 1-1 0 0,-4-2 3 0 0,1 0-1 0 0,0 0 1 0 0,0 0-1 0 0,0 0 0 0 0,-1 0 1 0 0,1 0-1 0 0,0 0 1 0 0,0 0-1 0 0,0 0 0 0 0,0 0 1 0 0,-1 0-1 0 0,1-1 1 0 0,0 1-1 0 0,0 0 0 0 0,0-1 1 0 0,-1 1-1 0 0,1 0 1 0 0,0-1-1 0 0,-1 1 0 0 0,1-1 1 0 0,0 1-1 0 0,-1-1 1 0 0,1 0-1 0 0,0 0 0 0 0,5-7 86 0 0,-1 0 1 0 0,1 0-1 0 0,-2 0 0 0 0,8-17 0 0 0,-4 9-17 0 0,3-7 89 0 0,-6 11-40 0 0,1 0 1 0 0,0 1-1 0 0,1 0 0 0 0,0 0 1 0 0,1 0-1 0 0,0 1 1 0 0,11-11-1 0 0,-19 21-130 0 0,0 0-1 0 0,1 0 1 0 0,-1-1 0 0 0,0 1-1 0 0,0 0 1 0 0,0 0 0 0 0,1 0-1 0 0,-1 0 1 0 0,0-1 0 0 0,0 1 0 0 0,1 0-1 0 0,-1 0 1 0 0,0 0 0 0 0,0 0-1 0 0,1 0 1 0 0,-1 0 0 0 0,0 0 0 0 0,1 0-1 0 0,-1 0 1 0 0,0 0 0 0 0,0 0-1 0 0,1 0 1 0 0,-1 0 0 0 0,0 0-1 0 0,1 0 1 0 0,-1 0 0 0 0,0 0 0 0 0,0 0-1 0 0,1 0 1 0 0,-1 0 0 0 0,0 0-1 0 0,0 0 1 0 0,1 0 0 0 0,-1 1-1 0 0,0-1 1 0 0,0 0 0 0 0,1 0 0 0 0,-1 0-1 0 0,0 0 1 0 0,0 1 0 0 0,0-1-1 0 0,1 0 1 0 0,-1 0 0 0 0,0 1 0 0 0,0-1-1 0 0,0 0 1 0 0,0 0 0 0 0,0 1-1 0 0,0-1 1 0 0,1 0 0 0 0,-1 0-1 0 0,0 1 1 0 0,2 6-201 0 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22:12.0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1 102 8754 0 0,'6'-69'3494'0'0,"-2"42"-1109"0"0,-3 22-22 0 0,0 8 1165 0 0,-8 233-641 0 0,1-105-2523 0 0,16 184-1 0 0,-3-198-18 0 0,-9 145 0 0 0,1-233-309 0 0,0-11-2 0 0,0 8-30 0 0,4 53 1 0 0,-3-79-135 0 0,0 1 1 0 0,1 0 0 0 0,-1-1-1 0 0,0 1 1 0 0,0-1-1 0 0,0 1 1 0 0,0 0 0 0 0,1-1-1 0 0,-1 1 1 0 0,0 0 0 0 0,1-1-1 0 0,-1 1 1 0 0,0-1 0 0 0,1 1-1 0 0,-1-1 1 0 0,1 1 0 0 0,-1-1-1 0 0,1 1 1 0 0,-1-1-1 0 0,1 0 1 0 0,0 1 0 0 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22:12.7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120 3 5065 0 0,'-4'-1'358'0'0,"1"0"1"0"0,0 1-1 0 0,0-1 0 0 0,0 1 1 0 0,-1 0-1 0 0,1 0 0 0 0,0 0 0 0 0,0 1 1 0 0,-1-1-1 0 0,1 1 0 0 0,0 0 1 0 0,0-1-1 0 0,0 1 0 0 0,-5 3 0 0 0,-43 20 3741 0 0,46-21-3824 0 0,-6 4 2101 0 0,11-5-107 0 0,6-1 844 0 0,2 6-2975 0 0,-7-7-137 0 0,-1 1 0 0 0,1 0 0 0 0,-1 0 0 0 0,0-1 0 0 0,1 1 0 0 0,-1-1 1 0 0,1 1-1 0 0,0 0 0 0 0,-1-1 0 0 0,1 1 0 0 0,-1-1 0 0 0,1 1 0 0 0,0-1 0 0 0,-1 0 0 0 0,1 1 0 0 0,0-1 0 0 0,0 0 0 0 0,-1 1 0 0 0,1-1 0 0 0,0 0 0 0 0,0 0 0 0 0,1 1 0 0 0,37-3 127 0 0,45-8 1 0 0,-48 5-2 0 0,63-1 1 0 0,4 12-56 0 0,-1 5 0 0 0,118 27 0 0 0,-189-33-14 0 0,0-2-1 0 0,0-1 1 0 0,50-4 0 0 0,-41 1 18 0 0,51 3 1 0 0,-52 4-73 0 0,27 1-240 0 0,-63-6-810 0 0,-4 1-44 0 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22:13.2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 42 4145 0 0,'-4'-9'8497'0'0,"7"1"-3321"0"0,19-5-1701 0 0,28 1-2417 0 0,-37 13-989 0 0,0 0-1 0 0,0 1 0 0 0,0 1 0 0 0,0 0 0 0 0,-1 0 1 0 0,1 1-1 0 0,-1 1 0 0 0,23 11 0 0 0,-17-7-2205 0 0,1-1 0 0 0,30 8 0 0 0,-41-14 538 0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22:13.6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 11 3225 0 0,'-7'-10'14313'0'0,"4"16"-14029"0"0,1 1-1 0 0,0 0 0 0 0,0 0 0 0 0,1-1 1 0 0,0 1-1 0 0,0 0 0 0 0,0 1 0 0 0,1-1 0 0 0,1 10 1 0 0,11 75 375 0 0,-3-31-380 0 0,6 97 135 0 0,51 467 137 0 0,-58-525-301 0 0,-10 173 1 0 0,0 7 23 0 0,10-182-181 0 0,1 73-697 0 0,-9-162 103 0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22:14.4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61 0 5529 0 0,'-3'0'258'0'0,"1"0"0"0"0,0 1 0 0 0,0-1 0 0 0,0 0 0 0 0,0 1 0 0 0,0 0 0 0 0,0-1 0 0 0,0 1 0 0 0,0 0 0 0 0,1 0 0 0 0,-1 0 0 0 0,0 0 0 0 0,0 0 0 0 0,1 1 0 0 0,-1-1 0 0 0,-1 2 0 0 0,0-1 107 0 0,0 1 0 0 0,0-1 1 0 0,0 1-1 0 0,0 0 0 0 0,1 0 1 0 0,0 0-1 0 0,-1 0 0 0 0,-1 4 1 0 0,49-6 3128 0 0,-13 0-2102 0 0,41 8 1 0 0,-42-5-912 0 0,44 2 0 0 0,132-13 320 0 0,-103 2-489 0 0,168 12 0 0 0,-179 8-254 0 0,-1 4 0 0 0,93 32 0 0 0,-83-22 40 0 0,-21-9-37 0 0,105 11 0 0 0,86-5 119 0 0,-108-11-154 0 0,137-1 242 0 0,-186-11-272 0 0,-76-3 4 0 0,0-2 0 0 0,53-10 0 0 0,-58 7 0 0 0,-34 5-16 0 0,3-1-26 0 0,-1 1 1 0 0,1-1 0 0 0,-1 1 0 0 0,1 0 0 0 0,0 0 0 0 0,-1 0 0 0 0,1 0 0 0 0,3 2 0 0 0,-5-2-146 0 0,0 0 1 0 0,0 1 0 0 0,-1-1-1 0 0,1 0 1 0 0,0 1 0 0 0,0-1-1 0 0,-1 1 1 0 0,1 0 0 0 0,0-1-1 0 0,-1 1 1 0 0,1-1 0 0 0,-1 1-1 0 0,1 0 1 0 0,-1-1 0 0 0,1 1-1 0 0,-1 0 1 0 0,0 0 0 0 0,1-1-1 0 0,-1 2 1 0 0,3 6-6647 0 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22:14.9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18 100 4145 0 0,'-2'-4'550'0'0,"1"0"0"0"0,0 0 0 0 0,0 0 1 0 0,0 0-1 0 0,1-1 0 0 0,0 1 0 0 0,-1 0 0 0 0,1 0 1 0 0,1-1-1 0 0,0-7 0 0 0,0 3 506 0 0,5-28 5045 0 0,-5 46-2080 0 0,1 19-2981 0 0,-12 130-61 0 0,3-69-728 0 0,1 40-118 0 0,15 192 1 0 0,-10-304-207 0 0,1-1 54 0 0,0-16-68 0 0,0 0-1 0 0,0 1 0 0 0,0-1 0 0 0,0 0 0 0 0,0 0 0 0 0,0 0 1 0 0,0 0-1 0 0,0 0 0 0 0,0 1 0 0 0,0-1 0 0 0,1 0 1 0 0,-1 0-1 0 0,0 0 0 0 0,0 0 0 0 0,0 0 0 0 0,0 0 0 0 0,0 0 1 0 0,0 1-1 0 0,1-1 0 0 0,-1 0 0 0 0,0 0 0 0 0,0 0 0 0 0,0 0 1 0 0,0 0-1 0 0,0 0 0 0 0,1 0 0 0 0,-1 0 0 0 0,0 0 1 0 0,0 0-1 0 0,0 0 0 0 0,0 0 0 0 0,1 0 0 0 0,-1 0 0 0 0,0 0 1 0 0,0 0-1 0 0,0 0 0 0 0,0 0 0 0 0,1 0 0 0 0,-1 0 0 0 0,0 0 1 0 0,0 0-1 0 0,0 0 0 0 0,0 0 0 0 0,0 0 0 0 0,1-1 1 0 0,-1 1-1 0 0,0 0 0 0 0,0 0 0 0 0,0 0 0 0 0,0 0 0 0 0,0 0 1 0 0,0 0-1 0 0,1 0 0 0 0,-1-1 0 0 0,0 1 0 0 0,0 0 0 0 0,0 0 1 0 0,0 0-1 0 0,0 0 0 0 0,0-1 0 0 0,0 1 0 0 0,0 0 1 0 0,0 0-1 0 0,0 0 0 0 0,1-1-275 0 0,0 0 0 0 0,0 0 0 0 0,0 0 1 0 0,0 0-1 0 0,0 1 0 0 0,0-1 0 0 0,0 1 0 0 0,0-1 0 0 0,0 1 1 0 0,1-1-1 0 0,-1 1 0 0 0,0-1 0 0 0,0 1 0 0 0,2 0 0 0 0,5-2 161 0 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22:16.0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329 44 6913 0 0,'2'-16'-513'0'0,"-1"-7"5506"0"0,-2 23-4877 0 0,1 0-1 0 0,-1-1 0 0 0,1 1 1 0 0,0-1-1 0 0,-1 1 1 0 0,1 0-1 0 0,-1-1 1 0 0,1 1-1 0 0,-1 0 0 0 0,1-1 1 0 0,-1 1-1 0 0,1 0 1 0 0,-1 0-1 0 0,0 0 1 0 0,1-1-1 0 0,-1 1 0 0 0,1 0 1 0 0,-1 0-1 0 0,1 0 1 0 0,-1 0-1 0 0,0 0 1 0 0,1 0-1 0 0,-1 0 0 0 0,1 0 1 0 0,-1 0-1 0 0,0 0 1 0 0,1 1-1 0 0,-1-1 1 0 0,1 0-1 0 0,-1 0 0 0 0,1 1 1 0 0,-1-1-1 0 0,1 0 1 0 0,-1 0-1 0 0,1 1 1 0 0,-1-1-1 0 0,0 1 0 0 0,-4 1 126 0 0,0-1 0 0 0,-1 1 0 0 0,1-1 0 0 0,-1-1 0 0 0,1 1-1 0 0,-8-1 1 0 0,7 0-79 0 0,1 1-1 0 0,-1-1 1 0 0,0 1-1 0 0,0 0 1 0 0,0 0-1 0 0,-5 3 1 0 0,-16 8 195 0 0,1 1 0 0 0,1 1 0 0 0,1 1 0 0 0,0 2 0 0 0,0 0 0 0 0,2 2 1 0 0,-23 23-1 0 0,45-42-357 0 0,-1 0 0 0 0,1 0-1 0 0,0 0 1 0 0,0 0 0 0 0,0 1 0 0 0,0-1 0 0 0,0 0 0 0 0,0 0 0 0 0,0 0 0 0 0,0 0 0 0 0,0 0 0 0 0,-1 0 0 0 0,1 0 0 0 0,0 0 0 0 0,0 0 0 0 0,0 1 0 0 0,0-1 0 0 0,0 0 0 0 0,0 0 0 0 0,0 0 0 0 0,0 0 0 0 0,0 0 0 0 0,0 0 0 0 0,0 0 0 0 0,0 1 0 0 0,0-1-1 0 0,0 0 1 0 0,0 0 0 0 0,0 0 0 0 0,0 0 0 0 0,0 0 0 0 0,0 0 0 0 0,0 1 0 0 0,0-1 0 0 0,0 0 0 0 0,0 0 0 0 0,0 0 0 0 0,0 0 0 0 0,0 0 0 0 0,0 0 0 0 0,1 0 0 0 0,-1 0 0 0 0,0 1 0 0 0,0-1 0 0 0,0 0 0 0 0,0 0 0 0 0,0 0 0 0 0,0 0 0 0 0,0 0 0 0 0,0 0-1 0 0,0 0 1 0 0,1 0 0 0 0,-1 0 0 0 0,0 0 0 0 0,0 0 0 0 0,0 0 0 0 0,12 2 6 0 0,13-4-89 0 0,11-4 16 0 0,1 2 1 0 0,44 0 0 0 0,-68 4 68 0 0,0 1 1 0 0,0 0-1 0 0,0 1 0 0 0,0 0 0 0 0,0 1 1 0 0,0 1-1 0 0,-1 0 0 0 0,1 0 0 0 0,19 11 1 0 0,-24-10-12 0 0,-1 0 0 0 0,0 0 0 0 0,0 1 1 0 0,-1 0-1 0 0,0 0 0 0 0,0 1 0 0 0,0 0 1 0 0,6 11-1 0 0,-9-14 15 0 0,0 1-1 0 0,0 0 1 0 0,-1 1-1 0 0,1-1 1 0 0,-1 0 0 0 0,-1 1-1 0 0,1-1 1 0 0,-1 1-1 0 0,0-1 1 0 0,0 1 0 0 0,-1 0-1 0 0,1 0 1 0 0,-2 10 0 0 0,1-14-6 0 0,0-1 0 0 0,-1 1 0 0 0,1-1 0 0 0,0 1 0 0 0,-1-1 0 0 0,1 0 0 0 0,-1 1 0 0 0,0-1 0 0 0,1 0 0 0 0,-1 0 0 0 0,0 1 0 0 0,0-1 0 0 0,0 0 0 0 0,0 0 0 0 0,0 0 0 0 0,0 0 0 0 0,0 0 0 0 0,0 0 0 0 0,0 0 0 0 0,0 0 0 0 0,-1 0 0 0 0,1-1 0 0 0,0 1 0 0 0,-1-1 0 0 0,1 1 0 0 0,0-1 0 0 0,-3 1 0 0 0,-3 1 0 0 0,0-2 0 0 0,0 1 0 0 0,0-1 0 0 0,-13 0 0 0 0,-16 0 0 0 0,21 3-12 0 0,0 1 0 0 0,1 0 0 0 0,0 1 0 0 0,-17 8 0 0 0,30-12-15 0 0,-1-1 1 0 0,1 0-1 0 0,0 1 1 0 0,0-1 0 0 0,0 0-1 0 0,0 1 1 0 0,-1-1-1 0 0,1 0 1 0 0,0 0 0 0 0,0 0-1 0 0,0 0 1 0 0,-1 0 0 0 0,1 0-1 0 0,-2-1 1 0 0,0-3-619 0 0,12-4 224 0 0,-2 5 426 0 0,-1 0 0 0 0,1 1-1 0 0,0-1 1 0 0,0 2 0 0 0,0-1 0 0 0,1 1 0 0 0,-1 0 0 0 0,0 0-1 0 0,0 1 1 0 0,1 0 0 0 0,-1 0 0 0 0,0 0 0 0 0,1 1 0 0 0,12 4-1 0 0,9 3 50 0 0,0 1 0 0 0,37 18 0 0 0,-3-1-15 0 0,-60-25-44 0 0,-1-1-1 0 0,1 1 1 0 0,-1 0 0 0 0,1 0-1 0 0,-1 0 1 0 0,0 0-1 0 0,1 1 1 0 0,-1-1 0 0 0,0 1-1 0 0,0-1 1 0 0,0 1-1 0 0,0 0 1 0 0,0-1-1 0 0,-1 1 1 0 0,1 0 0 0 0,2 3-1 0 0,-4-3 0 0 0,0 1 0 0 0,1-1 1 0 0,-1 0-1 0 0,0 0 0 0 0,0 0 0 0 0,-1 0 0 0 0,1 0 0 0 0,0 0 0 0 0,-1 0 0 0 0,1 1 0 0 0,-1-1 0 0 0,1 0 0 0 0,-1 0 1 0 0,0 0-1 0 0,0-1 0 0 0,0 1 0 0 0,0 0 0 0 0,0 0 0 0 0,-1 0 0 0 0,-2 2 0 0 0,-13 21-81 0 0,-1-1 0 0 0,-35 34-1 0 0,43-48 85 0 0,-1-1 0 0 0,0 0-1 0 0,0-1 1 0 0,-1-1 0 0 0,0 1 0 0 0,-1-2-1 0 0,-22 9 1 0 0,24-11 3 0 0,5-1 0 0 0,0 0 0 0 0,-1-1 0 0 0,1 0 0 0 0,-1 0 0 0 0,1-1 0 0 0,-1 0 0 0 0,1 0 0 0 0,-1 0 0 0 0,0-1 0 0 0,-9-1 0 0 0,27-3-427 0 0,-2 3-893 0 0,-5-1-3514 0 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22:16.4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122 1 5841 0 0,'-3'24'7551'0'0,"-2"22"-4501"0"0,-18 213 1903 0 0,3-19-3759 0 0,-37 231-354 0 0,52-440-961 0 0,2-18-68 0 0,1 0 0 0 0,0 0 0 0 0,1 0 0 0 0,1 0 0 0 0,0 0 1 0 0,0 0-1 0 0,2 0 0 0 0,-1 0 0 0 0,7 23 0 0 0,-5-28-1154 0 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22:17.1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133 32 4465 0 0,'-10'0'924'0'0,"0"1"0"0"0,0 0-1 0 0,0 0 1 0 0,1 1 0 0 0,-16 5 0 0 0,21-5-407 0 0,0-1 0 0 0,0 1 0 0 0,0 0 0 0 0,0 0 0 0 0,0 0 0 0 0,1 0 0 0 0,-1 1 0 0 0,1-1 1 0 0,-1 1-1 0 0,1 0 0 0 0,0 0 0 0 0,0 0 0 0 0,0 0 0 0 0,1 1 0 0 0,-4 4 0 0 0,6-8-411 0 0,0 1 0 0 0,0 0-1 0 0,0-1 1 0 0,0 1 0 0 0,0-1 0 0 0,0 1-1 0 0,0 0 1 0 0,0-1 0 0 0,0 1 0 0 0,0-1-1 0 0,1 1 1 0 0,-1 0 0 0 0,0-1-1 0 0,0 1 1 0 0,0-1 0 0 0,1 1 0 0 0,-1-1-1 0 0,0 1 1 0 0,1-1 0 0 0,-1 1 0 0 0,0-1-1 0 0,1 1 1 0 0,-1-1 0 0 0,1 0 0 0 0,-1 1-1 0 0,1-1 1 0 0,-1 1 0 0 0,1-1-1 0 0,-1 0 1 0 0,1 0 0 0 0,-1 1 0 0 0,1-1-1 0 0,-1 0 1 0 0,1 0 0 0 0,0 0 0 0 0,-1 1-1 0 0,1-1 1 0 0,-1 0 0 0 0,1 0-1 0 0,0 0 1 0 0,0 0 0 0 0,33 6-430 0 0,-27-5 659 0 0,52 6-218 0 0,-1-2 1 0 0,104-5-1 0 0,117-30-130 0 0,-146 14-45 0 0,0 5 0 0 0,1 6 1 0 0,183 17-1 0 0,-83 5 39 0 0,-190-17 40 0 0,0-1 1 0 0,-1-2 0 0 0,59-13 0 0 0,103-38 38 0 0,-185 49-1 0 0,0 0 0 0 0,1 2 0 0 0,-1 0 0 0 0,1 2 1 0 0,28 0-1 0 0,103 15 347 0 0,-121-10-387 0 0,-24-3-14 0 0,-1 1-1 0 0,0 0 1 0 0,1 0 0 0 0,-1 1-1 0 0,0-1 1 0 0,0 1 0 0 0,0 1-1 0 0,-1-1 1 0 0,1 1 0 0 0,-1 0-1 0 0,0 0 1 0 0,0 0 0 0 0,0 1-1 0 0,-1 0 1 0 0,1 0 0 0 0,-1 0-1 0 0,6 10 1 0 0,-10-15-32 0 0,0 1 1 0 0,0-1-1 0 0,0 0 1 0 0,1 1-1 0 0,-1-1 0 0 0,0 0 1 0 0,1 1-1 0 0,-1-1 0 0 0,0 0 1 0 0,1 1-1 0 0,-1-1 0 0 0,0 0 1 0 0,1 0-1 0 0,-1 0 0 0 0,0 1 1 0 0,1-1-1 0 0,-1 0 1 0 0,1 0-1 0 0,-1 0 0 0 0,0 0 1 0 0,1 0-1 0 0,-1 0 0 0 0,1 1 1 0 0,-1-1-1 0 0,1 0 0 0 0,-1 0 1 0 0,0-1-1 0 0,1 1 0 0 0,-1 0 1 0 0,1 0-1 0 0,-1 0 1 0 0,0 0-1 0 0,1 0 0 0 0,-1 0 1 0 0,1 0-1 0 0,-1-1 0 0 0,0 1 1 0 0,1 0-1 0 0,8-11-5806 0 0,-4-1-1454 0 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22:20.2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71 62 5985 0 0,'-30'-38'2036'0'0,"10"22"736"0"0,-1 9 3433 0 0,28 10-2459 0 0,23 10-2479 0 0,-22-6-1185 0 0,0 0 0 0 0,0 0 0 0 0,-1 1 1 0 0,0 0-1 0 0,-1 0 0 0 0,1 0 0 0 0,-2 1 0 0 0,9 15 0 0 0,31 83 60 0 0,-34-78-57 0 0,-9-23-96 0 0,15 39 68 0 0,32 59-1 0 0,-42-91-57 0 0,1 0 0 0 0,0-1 0 0 0,1 0 0 0 0,0 0-1 0 0,1-1 1 0 0,0-1 0 0 0,1 1 0 0 0,23 15 0 0 0,-23-20-447 0 0,-6-5-5481 0 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22:20.7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61 293 5985 0 0,'-3'2'72'0'0,"-3"1"542"0"0,1 0 1 0 0,-1 1-1 0 0,1-1 0 0 0,0 1 1 0 0,0 1-1 0 0,0-1 0 0 0,1 1 1 0 0,0-1-1 0 0,-1 1 0 0 0,-2 6 1 0 0,8-13-412 0 0,0 1 1 0 0,1-1 0 0 0,-1 1 0 0 0,1 0-1 0 0,0-1 1 0 0,-1 1 0 0 0,1 0 0 0 0,0 0 0 0 0,0 0-1 0 0,0 0 1 0 0,-1 0 0 0 0,1 1 0 0 0,0-1-1 0 0,0 0 1 0 0,0 1 0 0 0,1-1 0 0 0,-1 1-1 0 0,0 0 1 0 0,0 0 0 0 0,0 0 0 0 0,0 0-1 0 0,0 0 1 0 0,0 0 0 0 0,0 1 0 0 0,0-1-1 0 0,0 1 1 0 0,0-1 0 0 0,2 2 0 0 0,4 0 47 0 0,-1 0 0 0 0,0 0 0 0 0,0 1 1 0 0,0 0-1 0 0,0 0 0 0 0,-1 1 0 0 0,7 4 1 0 0,6 9-144 0 0,24 27 0 0 0,-34-34-73 0 0,0 0 1 0 0,0 0 0 0 0,1-1 0 0 0,0 0 0 0 0,0-1 0 0 0,1 0 0 0 0,1 0 0 0 0,-1-1 0 0 0,22 9 0 0 0,-32-16-35 0 0,-1 1 0 0 0,1-1 1 0 0,0 0-1 0 0,0 0 1 0 0,0 1-1 0 0,0-1 0 0 0,0 0 1 0 0,0 0-1 0 0,0 0 1 0 0,0 0-1 0 0,0 0 0 0 0,-1 0 1 0 0,1 0-1 0 0,0 0 1 0 0,0-1-1 0 0,0 1 0 0 0,0 0 1 0 0,0 0-1 0 0,0-1 1 0 0,0 1-1 0 0,-1-1 0 0 0,1 1 1 0 0,0-1-1 0 0,0 1 1 0 0,-1-1-1 0 0,2 0 0 0 0,-1 0 6 0 0,0-1-1 0 0,0 1 1 0 0,-1-1-1 0 0,1 1 0 0 0,0-1 1 0 0,-1 0-1 0 0,1 1 1 0 0,-1-1-1 0 0,0 1 0 0 0,1-1 1 0 0,-1 0-1 0 0,0 0 1 0 0,0-1-1 0 0,0-8 43 0 0,-1 1-1 0 0,-1 0 1 0 0,-3-16 0 0 0,5 26-47 0 0,-39-129 743 0 0,-3-17-528 0 0,38 127-262 0 0,0-1 0 0 0,2 0 0 0 0,0 0 0 0 0,1 0 0 0 0,3-30 0 0 0,-1 45-1564 0 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22:23.2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76 155 3225 0 0,'-6'8'709'0'0,"0"0"0"0"0,-1 0 1 0 0,0 0-1 0 0,0 0 0 0 0,-12 8 1 0 0,-4 6 2091 0 0,56-72 3145 0 0,-4 5-4876 0 0,-10 12-360 0 0,-18 28-675 0 0,1 1-1 0 0,1-1 1 0 0,-1 1 0 0 0,0 0-1 0 0,1 0 1 0 0,0 0-1 0 0,0 0 1 0 0,0 0-1 0 0,1 1 1 0 0,-1-1-1 0 0,1 1 1 0 0,7-6-1 0 0,1 0 39 0 0,-12 9-69 0 0,1-1 1 0 0,-1 0 0 0 0,1 1 0 0 0,0-1-1 0 0,-1 0 1 0 0,1 1 0 0 0,0-1 0 0 0,0 1-1 0 0,-1-1 1 0 0,1 1 0 0 0,0-1 0 0 0,0 1-1 0 0,0 0 1 0 0,0-1 0 0 0,0 1 0 0 0,-1 0-1 0 0,1 0 1 0 0,1 0 0 0 0,34-29 700 0 0,-35 28-666 0 0,0 1-1 0 0,1 0 0 0 0,-1-1 0 0 0,0 1 0 0 0,1 0 0 0 0,-1 0 0 0 0,0 0 0 0 0,0 0 1 0 0,1 0-1 0 0,-1 0 0 0 0,0 1 0 0 0,1-1 0 0 0,-1 0 0 0 0,0 1 0 0 0,0-1 0 0 0,1 0 1 0 0,-1 1-1 0 0,0 0 0 0 0,0-1 0 0 0,0 1 0 0 0,0 0 0 0 0,0-1 0 0 0,0 1 0 0 0,0 0 0 0 0,0 0 1 0 0,1 1-1 0 0,27 33 336 0 0,-21-24-231 0 0,9 14 100 0 0,0 1-1 0 0,25 55 0 0 0,-10-18-55 0 0,-11-24 81 0 0,44 74 161 0 0,-57-100-414 0 0,1 0 0 0 0,0-1 1 0 0,1-1-1 0 0,1 1 0 0 0,0-2 0 0 0,15 12 0 0 0,-14-16-71 0 0,1 0 50 0 0,-13-6-67 0 0,0 1-1 0 0,0-1 1 0 0,0 0-1 0 0,0 0 1 0 0,0 0-1 0 0,0 1 1 0 0,0-1-1 0 0,0 0 1 0 0,0 0-1 0 0,0 0 1 0 0,0 0-1 0 0,1 1 1 0 0,-1-1-1 0 0,-1 0 1 0 0,1 0-1 0 0,0 0 1 0 0,0 1-1 0 0,0-1 1 0 0,0 0-1 0 0,0 0 1 0 0,0 0-1 0 0,0 0 1 0 0,0 1-1 0 0,0-1 1 0 0,0 0-1 0 0,0 0 1 0 0,0 0-1 0 0,0 0 1 0 0,-1 1-1 0 0,1-1 1 0 0,0 0-1 0 0,0 0 1 0 0,0 0-1 0 0,0 0 1 0 0,0 0-1 0 0,-1 0 1 0 0,1 1-1 0 0,0-1 1 0 0,0 0-1 0 0,0 0 1 0 0,-1 0-1 0 0,1 0 1 0 0,0 0-1 0 0,0 0 1 0 0,0 0-1 0 0,0 0 1 0 0,-1 0-1 0 0,1 0 1 0 0,0 0-1 0 0,0 0 1 0 0,0 0-1 0 0,-1 0 1 0 0,1 0-1 0 0,0 0 1 0 0,0 0-1 0 0,0 0 1 0 0,-1 0-1 0 0,1 0 1 0 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22:23.6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18 298 6913 0 0,'-1'-1'104'0'0,"0"1"0"0"0,0-1 0 0 0,0 1-1 0 0,0 0 1 0 0,0-1 0 0 0,0 0 0 0 0,0 1-1 0 0,1-1 1 0 0,-1 1 0 0 0,0-1 0 0 0,0 0-1 0 0,1 0 1 0 0,-1 1 0 0 0,0-1-1 0 0,1 0 1 0 0,-1 0 0 0 0,1 0 0 0 0,-1 0-1 0 0,1 0 1 0 0,-1 0 0 0 0,1 0 0 0 0,0 0-1 0 0,-1 0 1 0 0,1 0 0 0 0,0 0 0 0 0,0 0-1 0 0,0 0 1 0 0,0 0 0 0 0,0 0-1 0 0,0 0 1 0 0,0-2 0 0 0,3-34 1715 0 0,3 27-1842 0 0,-1 0-1 0 0,1 0 1 0 0,0 1 0 0 0,1 0-1 0 0,0 0 1 0 0,15-14-1 0 0,12-16-2518 0 0,29-50-692 0 0,-47 64 3219 0 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22:24.0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24 131 4145 0 0,'-1'0'202'0'0,"0"0"0"0"0,1 0 0 0 0,-1 0-1 0 0,0 0 1 0 0,0 0 0 0 0,0 1 0 0 0,0-1 0 0 0,0 0 0 0 0,1 0 0 0 0,-1 1 0 0 0,0-1 0 0 0,0 1-1 0 0,1-1 1 0 0,-1 0 0 0 0,0 1 0 0 0,0 0 0 0 0,1-1 0 0 0,-1 1 0 0 0,1-1 0 0 0,-1 1 0 0 0,0 0-1 0 0,1-1 1 0 0,-1 1 0 0 0,1 0 0 0 0,-1 1 0 0 0,0 0 117 0 0,0 0-1 0 0,1 0 1 0 0,-1 1-1 0 0,1-1 1 0 0,-1 0 0 0 0,1 1-1 0 0,0-1 1 0 0,0 0-1 0 0,0 5 1 0 0,0-2-70 0 0,1-1 1 0 0,0 1-1 0 0,0 0 0 0 0,0 0 0 0 0,1 0 1 0 0,-1-1-1 0 0,1 1 0 0 0,0-1 0 0 0,4 8 1 0 0,6-1-73 0 0,0 0 0 0 0,0 0 0 0 0,1-2 0 0 0,0 1 0 0 0,1-1 0 0 0,0-1 0 0 0,0-1 0 0 0,1 0 0 0 0,27 9 1 0 0,-38-15-176 0 0,-1 0 0 0 0,1 0 0 0 0,0 0 0 0 0,-1 0 0 0 0,1-1 0 0 0,0 0 0 0 0,0 0 0 0 0,0 0 0 0 0,-1 0 0 0 0,1 0 0 0 0,0-1 0 0 0,-1 1 0 0 0,1-1 0 0 0,0 0 0 0 0,-1 0 0 0 0,1-1 0 0 0,-1 1 0 0 0,1-1 0 0 0,-1 0 0 0 0,0 0 0 0 0,1 0 0 0 0,-1 0 0 0 0,0 0 0 0 0,2-3 0 0 0,-1 0 42 0 0,0 1 1 0 0,0-1-1 0 0,-1 0 1 0 0,0 1-1 0 0,0-2 0 0 0,0 1 1 0 0,0 0-1 0 0,-1 0 0 0 0,0-1 1 0 0,0 1-1 0 0,-1-1 0 0 0,1 0 1 0 0,-1 1-1 0 0,-1-1 0 0 0,1-8 1 0 0,-1 7 60 0 0,-1-1 0 0 0,0 0-1 0 0,0 0 1 0 0,-1 1 0 0 0,0-1 0 0 0,0 1 0 0 0,0-1 0 0 0,-1 1 0 0 0,-1 0 0 0 0,1 0-1 0 0,-1 0 1 0 0,0 1 0 0 0,-1-1 0 0 0,1 1 0 0 0,-8-7 0 0 0,2 2 47 0 0,-1 1-1 0 0,1 0 1 0 0,-2 1 0 0 0,1 0 0 0 0,-1 1 0 0 0,0 1 0 0 0,-19-10-1 0 0,27 16-299 0 0,0-1 0 0 0,0 0 0 0 0,0 1 0 0 0,0 0 0 0 0,-1 0 0 0 0,1 0 0 0 0,0 1-1 0 0,0-1 1 0 0,-1 1 0 0 0,1 0 0 0 0,0 0 0 0 0,0 1 0 0 0,-1-1 0 0 0,1 1 0 0 0,-5 1 0 0 0,8-1 9 0 0,1 0 0 0 0,-1 0 0 0 0,1-1 0 0 0,-1 1 0 0 0,1 0 1 0 0,0 0-1 0 0,-1 0 0 0 0,1 0 0 0 0,0 0 0 0 0,0 0 1 0 0,-1 0-1 0 0,1-1 0 0 0,0 1 0 0 0,0 0 0 0 0,0 0 0 0 0,0 0 1 0 0,0 0-1 0 0,1 0 0 0 0,-1 0 0 0 0,0 0 0 0 0,0 0 0 0 0,1 0 1 0 0,-1 0-1 0 0,0-1 0 0 0,1 1 0 0 0,-1 0 0 0 0,1 0 1 0 0,-1 0-1 0 0,1 0 0 0 0,-1-1 0 0 0,2 2 0 0 0,5 9 98 0 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22:26.3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9 496 6913 0 0,'6'-1'5886'0'0,"28"-14"-3510"0"0,8-3-339 0 0,-1 13-1573 0 0,-32 2-417 0 0,-1-1 1 0 0,0 0 0 0 0,0-1 0 0 0,0 0-1 0 0,-1 0 1 0 0,1 0 0 0 0,-1-1-1 0 0,8-9 1 0 0,-54-4 679 0 0,28 16-512 0 0,-1-1 0 0 0,1-1 0 0 0,-1 0 0 0 0,1-1 1 0 0,1 0-1 0 0,-1 0 0 0 0,1-1 0 0 0,1-1 0 0 0,-1 0 0 0 0,-15-16 0 0 0,21 19-174 0 0,0 0-1 0 0,0-1 0 0 0,1 0 1 0 0,-1 1-1 0 0,1-1 1 0 0,0 0-1 0 0,1 0 1 0 0,-1-1-1 0 0,1 1 0 0 0,0-1 1 0 0,1 1-1 0 0,0-1 1 0 0,0 1-1 0 0,0-1 0 0 0,1 0 1 0 0,0 1-1 0 0,0-1 1 0 0,1 0-1 0 0,-1 1 1 0 0,2-1-1 0 0,1-9 0 0 0,3-3-6 0 0,0 0 0 0 0,14-26 0 0 0,-17 39-35 0 0,0 0 1 0 0,0 1-1 0 0,0 0 0 0 0,1 0 1 0 0,0 0-1 0 0,0 0 1 0 0,0 0-1 0 0,1 1 0 0 0,-1-1 1 0 0,1 1-1 0 0,0 1 0 0 0,7-5 1 0 0,-11 8 0 0 0,0-1-1 0 0,0 1 1 0 0,0 0 0 0 0,0 0 0 0 0,0 0 0 0 0,1-1 0 0 0,-1 1-1 0 0,0 0 1 0 0,0 0 0 0 0,0 0 0 0 0,0 1 0 0 0,1-1 0 0 0,-1 0-1 0 0,0 0 1 0 0,0 1 0 0 0,0-1 0 0 0,0 0 0 0 0,0 1 0 0 0,0-1-1 0 0,0 1 1 0 0,0 0 0 0 0,0-1 0 0 0,0 1 0 0 0,0 0 0 0 0,0-1-1 0 0,0 1 1 0 0,0 0 0 0 0,-1 0 0 0 0,1 0 0 0 0,0 0 0 0 0,0 0-1 0 0,-1 0 1 0 0,1 0 0 0 0,0 2 0 0 0,21 46 41 0 0,-15-32 90 0 0,2 4-47 0 0,24 46-96 0 0,-31-64 11 0 0,1 1-1 0 0,-1-1 1 0 0,0 0-1 0 0,1 0 1 0 0,0 1-1 0 0,0-2 1 0 0,0 1-1 0 0,0 0 1 0 0,0-1-1 0 0,1 1 1 0 0,-1-1-1 0 0,1 0 1 0 0,-1 0-1 0 0,6 2 1 0 0,-7-4 6 0 0,0 0 1 0 0,-1-1 0 0 0,1 1-1 0 0,0 0 1 0 0,-1-1 0 0 0,1 1-1 0 0,0-1 1 0 0,-1 0 0 0 0,1 1-1 0 0,-1-1 1 0 0,1 0-1 0 0,-1 0 1 0 0,1 0 0 0 0,-1 0-1 0 0,0 0 1 0 0,0-1 0 0 0,1 1-1 0 0,-1 0 1 0 0,0 0 0 0 0,0-1-1 0 0,0 1 1 0 0,0-1 0 0 0,-1 1-1 0 0,1-1 1 0 0,1-2-1 0 0,2-3 131 0 0,0-1-1 0 0,0 0 1 0 0,4-16-1 0 0,-4 8-580 0 0,1-5 918 0 0,12-34 0 0 0,-13 48-1848 0 0,-1 0-1 0 0,1 1 0 0 0,0-1 0 0 0,8-10 1 0 0,-3 6-5811 0 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22:38.2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85 358 10594 0 0,'-5'0'500'0'0,"1"0"0"0"0,-1 0 0 0 0,0 0 0 0 0,0 0 0 0 0,0-1 0 0 0,0 1 0 0 0,1-1 0 0 0,-1-1 1 0 0,0 1-1 0 0,1-1 0 0 0,-1 1 0 0 0,1-1 0 0 0,0 0 0 0 0,-1-1 0 0 0,1 1 0 0 0,-6-5 0 0 0,10 7-465 0 0,0-1 1 0 0,0 1-1 0 0,0 0 1 0 0,0 0-1 0 0,0 0 1 0 0,0 0-1 0 0,0 0 1 0 0,0 0-1 0 0,0 0 1 0 0,0 0-1 0 0,0 0 1 0 0,0 0-1 0 0,0 0 1 0 0,0 0-1 0 0,0-1 1 0 0,0 1-1 0 0,0 0 1 0 0,-1 0-1 0 0,1 0 1 0 0,0 0-1 0 0,0 0 1 0 0,0 0-1 0 0,0 0 1 0 0,0 0 0 0 0,0 0-1 0 0,0 0 1 0 0,0-1-1 0 0,0 1 1 0 0,1 0-1 0 0,-1 0 1 0 0,0 0-1 0 0,0 0 1 0 0,0 0-1 0 0,0 0 1 0 0,0 0-1 0 0,0 0 1 0 0,0 0-1 0 0,0 0 1 0 0,0-1-1 0 0,0 1 1 0 0,0 0-1 0 0,0 0 1 0 0,0 0-1 0 0,0 0 1 0 0,0 0-1 0 0,0 0 1 0 0,0 0-1 0 0,1 0 1 0 0,-1 0-1 0 0,0 0 1 0 0,0 0-1 0 0,0 0 1 0 0,0 0-1 0 0,0 0 1 0 0,0 0-1 0 0,0 0 1 0 0,0 0-1 0 0,0 0 1 0 0,0 0-1 0 0,1 0 1 0 0,-1 0-1 0 0,0 0 1 0 0,0 0-1 0 0,0 0 1 0 0,10 2 736 0 0,10 9-345 0 0,2 7-311 0 0,0 0 0 0 0,1-1 1 0 0,0-2-1 0 0,2 0 0 0 0,0-2 0 0 0,0 0 0 0 0,1-2 0 0 0,1-1 0 0 0,0-1 1 0 0,0-1-1 0 0,44 7 0 0 0,-71-15-99 0 0,0 0 0 0 0,0 0 1 0 0,1-1-1 0 0,-1 1 1 0 0,0 0-1 0 0,0 0 0 0 0,1 0 1 0 0,-1 0-1 0 0,0 0 0 0 0,0-1 1 0 0,0 1-1 0 0,1 0 0 0 0,-1 0 1 0 0,0 0-1 0 0,0-1 0 0 0,0 1 1 0 0,0 0-1 0 0,0 0 0 0 0,1 0 1 0 0,-1-1-1 0 0,0 1 0 0 0,0 0 1 0 0,0 0-1 0 0,0-1 0 0 0,0 1 1 0 0,0 0-1 0 0,0 0 1 0 0,0-1-1 0 0,0 1 0 0 0,0 0 1 0 0,0-1-1 0 0,0 1 0 0 0,0 0 1 0 0,0 0-1 0 0,0-1 0 0 0,0 1 1 0 0,0 0-1 0 0,0-1 0 0 0,-3-19 313 0 0,-8-19-4 0 0,-83-360 360 0 0,92 367-1105 0 0,2 32 393 0 0,0 0 0 0 0,0-1 0 0 0,1 1 0 0 0,-1 0 0 0 0,0 0-1 0 0,0-1 1 0 0,0 1 0 0 0,0 0 0 0 0,0 0 0 0 0,0-1 0 0 0,0 1 0 0 0,1 0 0 0 0,-1 0-1 0 0,0 0 1 0 0,0-1 0 0 0,0 1 0 0 0,0 0 0 0 0,1 0 0 0 0,-1 0 0 0 0,0 0-1 0 0,0 0 1 0 0,0-1 0 0 0,1 1 0 0 0,-1 0 0 0 0,0 0 0 0 0,0 0 0 0 0,1 0 0 0 0,-1 0-1 0 0,0 0 1 0 0,0 0 0 0 0,1 0 0 0 0,-1 0 0 0 0,0 0 0 0 0,1 0 0 0 0,13 10-1046 0 0,-5-1 65 0 0,0 3-174 0 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22:38.6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0 223 4609 0 0,'14'-28'7055'0'0,"13"-50"1668"0"0,-20 65-8558 0 0,-1-1 0 0 0,1 1 0 0 0,1 0 1 0 0,0 1-1 0 0,1 0 0 0 0,13-14 0 0 0,-8 13-744 0 0</inkml:trace>
  <inkml:trace contextRef="#ctx0" brushRef="#br0" timeOffset="1">206 217 5529 0 0,'0'0'1883'0'0,"3"-6"3016"0"0,3-10-2064 0 0,20-30-951 0 0,2 0-3544 0 0,-18 30-3884 0 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22:39.0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 18 7834 0 0,'-18'-17'7519'0'0,"26"29"-5323"0"0,23 42 300 0 0,61 79 0 0 0,-72-108-2411 0 0,1-2 0 0 0,1-1 1 0 0,1 0-1 0 0,1-2 1 0 0,29 20-1 0 0,-42-33-215 0 0,-5-4-89 0 0,-1 1 0 0 0,0-1-1 0 0,1 1 1 0 0,-2 0 0 0 0,1 0-1 0 0,0 0 1 0 0,7 10 0 0 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22:39.4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7 226 9674 0 0,'-1'-2'64'0'0,"1"1"0"0"0,-1-1 1 0 0,0 0-1 0 0,0 1 0 0 0,1-1 0 0 0,-1 0 0 0 0,1 0 1 0 0,-1 0-1 0 0,1 0 0 0 0,0 1 0 0 0,-1-1 0 0 0,1 0 1 0 0,0 0-1 0 0,1 0 0 0 0,-1 0 0 0 0,0 0 0 0 0,0 0 0 0 0,1 0 1 0 0,-1 1-1 0 0,1-1 0 0 0,0 0 0 0 0,0-1 0 0 0,22-48 1082 0 0,-17 37-234 0 0,0 3 135 0 0,27-52 3332 0 0,-31 60-4237 0 0,0-1 1 0 0,0 1-1 0 0,1-1 1 0 0,0 1-1 0 0,-1 0 1 0 0,1 0-1 0 0,0 0 1 0 0,1 1-1 0 0,-1-1 1 0 0,0 1-1 0 0,1-1 0 0 0,0 1 1 0 0,6-2-1 0 0,-1 2-1135 0 0,0 3-3707 0 0,1 2-1713 0 0</inkml:trace>
  <inkml:trace contextRef="#ctx0" brushRef="#br0" timeOffset="1">259 560 1376 0 0,'2'-11'554'0'0,"1"-1"-1"0"0,0 1 1 0 0,1 0-1 0 0,0 0 1 0 0,1 0-1 0 0,0 0 1 0 0,0 1-1 0 0,12-17 1 0 0,-12 20-256 0 0,7-14-261 0 0,26-32 0 0 0,-32 46-66 0 0,0 1 0 0 0,1-1 0 0 0,-1 1 0 0 0,1 0 0 0 0,1 1-1 0 0,-1 0 1 0 0,15-8 0 0 0,-11 8 29 0 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22:39.7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 58 10594 0 0,'-1'-1'253'0'0,"0"-1"-1"0"0,0 0 0 0 0,0 0 1 0 0,0 0-1 0 0,0 0 1 0 0,0-1-1 0 0,1 1 0 0 0,-1 0 1 0 0,1 0-1 0 0,-1 0 1 0 0,1-1-1 0 0,0 1 1 0 0,0 0-1 0 0,0 0 0 0 0,0 0 1 0 0,0-1-1 0 0,1 1 1 0 0,-1 0-1 0 0,2-4 0 0 0,-2 6-76 0 0,0-1 0 0 0,0 0 0 0 0,1 1 0 0 0,-1-1 0 0 0,0 0 0 0 0,1 1 0 0 0,-1-1 0 0 0,0 1-1 0 0,1-1 1 0 0,-1 1 0 0 0,1-1 0 0 0,-1 1 0 0 0,1-1 0 0 0,-1 1 0 0 0,1-1 0 0 0,0 1 0 0 0,-1-1 0 0 0,1 1 0 0 0,-1 0-1 0 0,1 0 1 0 0,0-1 0 0 0,-1 1 0 0 0,2 0 0 0 0,0 0-84 0 0,-1 0 1 0 0,0 0-1 0 0,0 0 1 0 0,0 1-1 0 0,1-1 0 0 0,-1 0 1 0 0,0 1-1 0 0,0-1 0 0 0,0 1 1 0 0,0 0-1 0 0,0-1 1 0 0,0 1-1 0 0,0 0 0 0 0,0 0 1 0 0,0-1-1 0 0,0 1 1 0 0,0 0-1 0 0,1 2 0 0 0,16 19 507 0 0,0 1-1 0 0,16 29 1 0 0,-20-30-426 0 0,0-1-1 0 0,28 32 1 0 0,-35-46-183 0 0,0-1 0 0 0,0 1 0 0 0,0-2 0 0 0,1 1 0 0 0,-1-1 1 0 0,1 0-1 0 0,1-1 0 0 0,-1 0 0 0 0,1 0 0 0 0,-1-1 0 0 0,12 3 0 0 0,7 1-2083 0 0,-32-7 888 0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22:40.1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0 307 456 0 0,'2'-10'547'0'0,"0"0"0"0"0,0 1 0 0 0,1-1 0 0 0,0 0 0 0 0,0 1 0 0 0,1 0 0 0 0,7-12 0 0 0,0-1 946 0 0,-7 13-896 0 0,8-19 1751 0 0,1 1 0 0 0,18-28-1 0 0,-27 48-1958 0 0,0 1-1 0 0,1 0 0 0 0,0 0 0 0 0,-1 1 0 0 0,2 0 0 0 0,-1-1 0 0 0,0 2 0 0 0,1-1 0 0 0,0 1 0 0 0,0 0 1 0 0,1 0-1 0 0,-1 0 0 0 0,1 1 0 0 0,9-4 0 0 0,-14 7-335 0 0,-1 0 0 0 0,1-1-1 0 0,-1 1 1 0 0,1 0 0 0 0,-1 0 0 0 0,1 0 0 0 0,-1 0 0 0 0,1 0 0 0 0,0 0 0 0 0,-1 0-1 0 0,1 0 1 0 0,-1 1 0 0 0,1-1 0 0 0,-1 0 0 0 0,1 1 0 0 0,-1 0 0 0 0,0-1-1 0 0,1 1 1 0 0,-1 0 0 0 0,0 0 0 0 0,3 1 0 0 0,-2 1-10 0 0,0-1 0 0 0,0 0 1 0 0,0 1-1 0 0,0 0 0 0 0,-1-1 0 0 0,1 1 1 0 0,-1 0-1 0 0,1 0 0 0 0,-1 0 0 0 0,1 3 1 0 0,1 8 74 0 0,-1-1 1 0 0,0 0 0 0 0,1 25 0 0 0,-4-10 96 0 0,-4 36 0 0 0,2-43-118 0 0,1 1 0 0 0,1 0-1 0 0,2 26 1 0 0,-1-48-91 0 0,0 1 1 0 0,0 0-1 0 0,0-1 0 0 0,0 1 0 0 0,0 0 0 0 0,0-1 1 0 0,0 1-1 0 0,1 0 0 0 0,-1-1 0 0 0,0 1 0 0 0,0 0 1 0 0,1-1-1 0 0,-1 1 0 0 0,0-1 0 0 0,1 1 0 0 0,-1-1 1 0 0,1 1-1 0 0,-1-1 0 0 0,1 1 0 0 0,-1-1 1 0 0,1 1-1 0 0,-1-1 0 0 0,1 1 0 0 0,-1-1 0 0 0,1 0 1 0 0,-1 1-1 0 0,1-1 0 0 0,1 1 0 0 0,-1-1 5 0 0,1 0 0 0 0,-1 0 0 0 0,1 0 0 0 0,-1 0 0 0 0,1-1 0 0 0,-1 1 0 0 0,1 0 1 0 0,-1-1-1 0 0,1 1 0 0 0,-1-1 0 0 0,1 1 0 0 0,1-2 0 0 0,43-31 228 0 0,-38 27-163 0 0,45-36 252 0 0,-28 22-105 0 0,54-35-1 0 0,-78 54-341 0 0,1 0 0 0 0,-1 0 0 0 0,1 1 0 0 0,-1-1 0 0 0,1 0 0 0 0,-1 1 0 0 0,1-1 0 0 0,0 1 0 0 0,-1-1 0 0 0,1 1 0 0 0,0 0 0 0 0,0 0 0 0 0,-1 0 0 0 0,1 0 0 0 0,0 0-1 0 0,-1 0 1 0 0,4 1 0 0 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22:41.1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43 36 5065 0 0,'-22'-17'3441'0'0,"2"-2"4881"0"0,32 37-3743 0 0,6 19-3660 0 0,-5-8-672 0 0,8 10-62 0 0,1 0 1 0 0,2-1-1 0 0,2-2 0 0 0,1-1 1 0 0,50 50-1 0 0,-74-82-186 0 0,-2-2-7 0 0,0 0-1 0 0,0 1 1 0 0,0-1 0 0 0,1 0-1 0 0,-1 0 1 0 0,0 0-1 0 0,1 0 1 0 0,-1 0-1 0 0,1 0 1 0 0,-1 0 0 0 0,1 0-1 0 0,-1-1 1 0 0,1 1-1 0 0,-1-1 1 0 0,1 1-1 0 0,0-1 1 0 0,-1 1 0 0 0,1-1-1 0 0,0 0 1 0 0,-1 0-1 0 0,1 0 1 0 0,1 0-1 0 0,0-1-260 0 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22:41.5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0 298 3681 0 0,'3'-41'3942'0'0,"3"15"3733"0"0,-5 26-7505 0 0,-1 0 0 0 0,1 0 0 0 0,-1-1 1 0 0,1 1-1 0 0,-1 0 0 0 0,1 0 0 0 0,-1-1 0 0 0,1 1 1 0 0,-1 0-1 0 0,1 0 0 0 0,0 0 0 0 0,-1 0 0 0 0,1 0 0 0 0,-1 0 1 0 0,1 0-1 0 0,0 0 0 0 0,-1 0 0 0 0,1 0 0 0 0,-1 0 0 0 0,1 0 1 0 0,-1 1-1 0 0,1-1 0 0 0,-1 0 0 0 0,1 0 0 0 0,0 1 1 0 0,-1-1-1 0 0,1 0 0 0 0,-1 1 0 0 0,0-1 0 0 0,1 0 0 0 0,-1 1 1 0 0,1-1-1 0 0,0 1 0 0 0,24 19 160 0 0,-18-14 115 0 0,22 15-27 0 0,-11-7-292 0 0,0-1 0 0 0,1-1 0 0 0,23 11 1 0 0,-38-21-116 0 0,0 0 1 0 0,0 0 0 0 0,1-1 0 0 0,-1 1 0 0 0,0-1 0 0 0,0 0 0 0 0,1 0 0 0 0,-1-1 0 0 0,1 1 0 0 0,-1-1 0 0 0,0 0 0 0 0,1 0 0 0 0,-1-1 0 0 0,1 1 0 0 0,-1-1 0 0 0,0 0 0 0 0,1 0 0 0 0,-1 0 0 0 0,0-1 0 0 0,0 1 0 0 0,7-5 0 0 0,-9 5 19 0 0,-1 0 1 0 0,1-1-1 0 0,-1 1 0 0 0,0 0 1 0 0,0-1-1 0 0,1 1 1 0 0,-1-1-1 0 0,0 1 0 0 0,0-1 1 0 0,0 0-1 0 0,0 0 0 0 0,-1 1 1 0 0,1-1-1 0 0,0 0 1 0 0,-1 0-1 0 0,0 0 0 0 0,1 1 1 0 0,-1-1-1 0 0,0 0 0 0 0,0 0 1 0 0,0 0-1 0 0,0 0 1 0 0,0 0-1 0 0,0 0 0 0 0,0 0 1 0 0,-1 0-1 0 0,0-2 1 0 0,-2-7 56 0 0,-1-1 1 0 0,-1 1-1 0 0,-7-17 1 0 0,-4-6 142 0 0,-16-99-13 0 0,22 87-797 0 0,10 46 490 0 0,0-1 1 0 0,0 1-1 0 0,0-1 1 0 0,0 1-1 0 0,0-1 1 0 0,0 1-1 0 0,0-1 1 0 0,0 1-1 0 0,0-1 1 0 0,0 1 0 0 0,0-1-1 0 0,0 1 1 0 0,0 0-1 0 0,0-1 1 0 0,1 1-1 0 0,-1-1 1 0 0,0 1-1 0 0,0-1 1 0 0,0 1-1 0 0,1-1 1 0 0,-1 1-1 0 0,0 0 1 0 0,1-1-1 0 0,-1 1 1 0 0,0 0-1 0 0,1-1 1 0 0,-1 1-1 0 0,0 0 1 0 0,1-1-1 0 0,-1 1 1 0 0,1 0-1 0 0,-1 0 1 0 0,0-1-1 0 0,1 1 1 0 0,-1 0-1 0 0,1 0 1 0 0,-1 0-1 0 0,1 0 1 0 0,-1 0-1 0 0,1-1 1 0 0,-1 1 0 0 0,1 0-1 0 0,8-2-7291 0 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22:41.9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21 130 5985 0 0,'-16'13'1556'0'0,"12"-8"1809"0"0,13-6 2251 0 0,-8 0-5523 0 0,-1 0 0 0 0,1-1 0 0 0,0 1 0 0 0,0 0 0 0 0,0 0 0 0 0,1 1 0 0 0,-1-1 0 0 0,0 0 0 0 0,0 0-1 0 0,0 0 1 0 0,1 1 0 0 0,1-1 0 0 0,11-9 613 0 0,40-49 2433 0 0,0 0-4923 0 0,-46 53-5340 0 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22:42.3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7 201 3225 0 0,'-6'8'1217'0'0,"18"-17"1446"0"0,20-20 3272 0 0,22-33-301 0 0,30-33-5464 0 0,-72 82-6931 0 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22:42.7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 17 1376 0 0,'-3'-5'-1205'0'0,"4"-7"15566"0"0,0 16-14059 0 0,0-1 0 0 0,1 0-1 0 0,-1 0 1 0 0,1-1-1 0 0,0 1 1 0 0,0 0 0 0 0,0 0-1 0 0,4 3 1 0 0,-1 0 419 0 0,21 27 1277 0 0,61 56 1 0 0,-33-43-1331 0 0,89 59 0 0 0,-135-99-156 0 0,-18-22-10861 0 0,6 2 9544 0 0,0-2 581 0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22:43.0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30 139 4609 0 0,'-17'2'396'0'0,"17"-2"-165"0"0,-1 0 1 0 0,1 0-1 0 0,-1 0 0 0 0,0 0 0 0 0,1 0 1 0 0,-1 0-1 0 0,1 0 0 0 0,-1 0 1 0 0,0-1-1 0 0,1 1 0 0 0,-1 0 0 0 0,1 0 1 0 0,-1 0-1 0 0,1-1 0 0 0,-1 1 0 0 0,1 0 1 0 0,-1-1-1 0 0,1 1 0 0 0,-1-1 0 0 0,1 1 1 0 0,0 0-1 0 0,-1-1 0 0 0,0 0 0 0 0,2-15 5404 0 0,6 0-5088 0 0,-3 8 0 0 0,2-1 0 0 0,-1 0 1 0 0,1 1-1 0 0,1 0 0 0 0,0 1 0 0 0,0 0 0 0 0,13-11 1 0 0,8 0-1989 0 0,2 8-3386 0 0,-22 9-1554 0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22:43.4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2 221 3225 0 0,'-1'-1'197'0'0,"1"0"0"0"0,0 0-1 0 0,0 0 1 0 0,0 0 0 0 0,0 0 0 0 0,0-1 0 0 0,0 1 0 0 0,0 0 0 0 0,0 0 0 0 0,0 0 0 0 0,1 0 0 0 0,-1 0 0 0 0,0 0-1 0 0,1 0 1 0 0,-1 0 0 0 0,0 0 0 0 0,1 0 0 0 0,-1 0 0 0 0,1 0 0 0 0,0 0 0 0 0,-1 1 0 0 0,2-3 0 0 0,20-26 1626 0 0,-17 23-1893 0 0,18-25-61 0 0,36-44 5642 0 0,-39 51-6447 0 0,2 0-3593 0 0,-15 18 1124 0 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22:44.7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17 117 7834 0 0,'-16'17'2982'0'0,"24"-25"-703"0"0,25-22-883 0 0,78-59 814 0 0,-110 88-2160 0 0,0 0 1 0 0,1 1 0 0 0,-1-1-1 0 0,0 0 1 0 0,0 1-1 0 0,0-1 1 0 0,1 1 0 0 0,-1 0-1 0 0,0-1 1 0 0,0 1-1 0 0,1 0 1 0 0,-1 0-1 0 0,0 0 1 0 0,1-1 0 0 0,-1 2-1 0 0,0-1 1 0 0,1 0-1 0 0,-1 0 1 0 0,0 0 0 0 0,1 0-1 0 0,-1 1 1 0 0,1 0-1 0 0,1 0 28 0 0,-1 0 1 0 0,0 1-1 0 0,0-1 0 0 0,0 1 0 0 0,0 0 1 0 0,0-1-1 0 0,0 1 0 0 0,0 0 0 0 0,-1 0 0 0 0,4 4 1 0 0,2 7 280 0 0,0 0 1 0 0,-1 1 0 0 0,6 19-1 0 0,-5-15 208 0 0,3 8-45 0 0,7 16 202 0 0,31 56 1 0 0,-41-85-694 0 0,1-1-1 0 0,0 0 1 0 0,1 0-1 0 0,1-1 1 0 0,0 0-1 0 0,0-1 1 0 0,1 0-1 0 0,18 13 1 0 0,-17-20-529 0 0,-11-4 41 0 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22:45.1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5 182 10594 0 0,'0'0'20'0'0,"0"0"0"0"0,-1 0-1 0 0,1 0 1 0 0,0 0 0 0 0,0 0-1 0 0,0 0 1 0 0,0 0 0 0 0,0 0-1 0 0,-1 0 1 0 0,1 0 0 0 0,0 0-1 0 0,0 0 1 0 0,0 0 0 0 0,0 0-1 0 0,0 0 1 0 0,-1 0 0 0 0,1 0-1 0 0,0 0 1 0 0,0 0 0 0 0,0 0-1 0 0,0 0 1 0 0,0 0 0 0 0,0 0-1 0 0,-1 0 1 0 0,1-1 0 0 0,0 1-1 0 0,0 0 1 0 0,0 0 0 0 0,0 0-1 0 0,0 0 1 0 0,0 0 0 0 0,0 0-1 0 0,0-1 1 0 0,0 1 0 0 0,0 0-1 0 0,0 0 1 0 0,0 0 0 0 0,0 0-1 0 0,0 0 1 0 0,-1-1 0 0 0,1 1-1 0 0,0 0 1 0 0,0 0 0 0 0,0 0-1 0 0,0 0 1 0 0,1 0 0 0 0,-1-1-1 0 0,0 1 1 0 0,0 0 0 0 0,0 0-1 0 0,6-11-79 0 0,16-12-696 0 0,-19 20 891 0 0,25-23 352 0 0,1 2 0 0 0,1 0 0 0 0,54-31 0 0 0,-66 43-500 0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22:45.4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1 150 6913 0 0,'0'-2'213'0'0,"0"0"-1"0"0,0 0 0 0 0,0 0 1 0 0,0-1-1 0 0,1 1 0 0 0,-1 0 0 0 0,1 0 1 0 0,-1 0-1 0 0,1 0 0 0 0,0 0 0 0 0,0 0 1 0 0,-1 1-1 0 0,1-1 0 0 0,1 0 0 0 0,-1 0 1 0 0,0 1-1 0 0,2-3 0 0 0,0 15 5344 0 0,1 16-3208 0 0,-4-25-1905 0 0,2 5-257 0 0,-1 0-1 0 0,1-1 0 0 0,0 1 0 0 0,1-1 1 0 0,0 0-1 0 0,0 0 0 0 0,0 0 0 0 0,0 0 1 0 0,1 0-1 0 0,0-1 0 0 0,0 0 0 0 0,1 0 0 0 0,-1 0 1 0 0,1 0-1 0 0,0-1 0 0 0,1 1 0 0 0,-1-1 1 0 0,1-1-1 0 0,10 6 0 0 0,-11-6-173 0 0,0 0 0 0 0,0-1 0 0 0,0 0 0 0 0,1 0 0 0 0,-1-1 0 0 0,1 0 1 0 0,-1 0-1 0 0,1 0 0 0 0,0 0 0 0 0,-1-1 0 0 0,1 0 0 0 0,0 0 0 0 0,-1 0 0 0 0,1-1 0 0 0,0 0 0 0 0,-1 0 0 0 0,1-1 0 0 0,-1 1 0 0 0,1-1 0 0 0,-1 0 0 0 0,0-1 0 0 0,0 1 1 0 0,9-7-1 0 0,-9 6-9 0 0,-1-1 1 0 0,0 1-1 0 0,-1-1 1 0 0,1 0-1 0 0,-1 0 1 0 0,0-1-1 0 0,0 1 1 0 0,0-1-1 0 0,0 1 1 0 0,-1-1 0 0 0,1 0-1 0 0,-1 0 1 0 0,-1 0-1 0 0,1 0 1 0 0,-1 0-1 0 0,0 0 1 0 0,0-1-1 0 0,0 1 1 0 0,-1 0-1 0 0,0-1 1 0 0,0 1 0 0 0,0 0-1 0 0,-1-1 1 0 0,1 1-1 0 0,-1 0 1 0 0,-1 0-1 0 0,1-1 1 0 0,-1 1-1 0 0,0 0 1 0 0,0 0-1 0 0,0 1 1 0 0,-1-1 0 0 0,1 0-1 0 0,-1 1 1 0 0,0 0-1 0 0,-1-1 1 0 0,1 1-1 0 0,-1 0 1 0 0,0 1-1 0 0,-4-4 1 0 0,-2-1-197 0 0,-1 0 1 0 0,-1 1-1 0 0,1 0 0 0 0,-1 1 0 0 0,0 1 1 0 0,-1-1-1 0 0,-17-3 0 0 0,23 7-136 0 0,0 0 0 0 0,0 0 0 0 0,0 1 0 0 0,-1 0 1 0 0,1 1-1 0 0,-1 0 0 0 0,1 0 0 0 0,0 0 0 0 0,-1 1 0 0 0,1 0 0 0 0,0 0 0 0 0,-1 1 0 0 0,1 0 0 0 0,-12 5 0 0 0,7 1-6862 0 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22:46.1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62 359 10594 0 0,'-3'3'3860'0'0,"3"-11"-710"0"0,7-15-1831 0 0,-6 22-1262 0 0,0 0-1 0 0,0 0 1 0 0,0 0 0 0 0,0 0 0 0 0,0 0 0 0 0,0 0-1 0 0,-1-1 1 0 0,1 1 0 0 0,0 0 0 0 0,-1 0 0 0 0,1-1-1 0 0,-1 1 1 0 0,1 0 0 0 0,-1-1 0 0 0,0 1 0 0 0,1-1 0 0 0,-1 1-1 0 0,0 0 1 0 0,0-1 0 0 0,0 1 0 0 0,0-1 0 0 0,0 1-1 0 0,0 0 1 0 0,-1-1 0 0 0,1 1 0 0 0,0-1 0 0 0,-1 1-1 0 0,1 0 1 0 0,-1-1 0 0 0,1 1 0 0 0,-1 0 0 0 0,0 0 0 0 0,0 0-1 0 0,1-1 1 0 0,-1 1 0 0 0,0 0 0 0 0,0 0 0 0 0,0 0-1 0 0,-2-1 1 0 0,0-2-31 0 0,-5-10 70 0 0,0-1 0 0 0,0 0 1 0 0,2 0-1 0 0,-1 0 0 0 0,2-1 1 0 0,-4-18-1 0 0,1 5-66 0 0,7 25-33 0 0,0 1 1 0 0,1-1-1 0 0,-1 0 1 0 0,1 0 0 0 0,0 1-1 0 0,0-1 1 0 0,1 0-1 0 0,-1 0 1 0 0,1 1-1 0 0,-1-1 1 0 0,1 0 0 0 0,1 1-1 0 0,-1-1 1 0 0,0 1-1 0 0,1-1 1 0 0,0 1-1 0 0,-1-1 1 0 0,1 1 0 0 0,1 0-1 0 0,-1 0 1 0 0,0 0-1 0 0,5-4 1 0 0,-3 3 12 0 0,0 1-1 0 0,0-1 1 0 0,0 1 0 0 0,0 0-1 0 0,0 0 1 0 0,1 1 0 0 0,-1-1-1 0 0,1 1 1 0 0,0 0-1 0 0,0 0 1 0 0,0 0 0 0 0,0 1-1 0 0,0 0 1 0 0,0 0 0 0 0,9-1-1 0 0,0 3 192 0 0,0 0 0 0 0,0 0-1 0 0,-1 1 1 0 0,1 1 0 0 0,0 1 0 0 0,-1 0-1 0 0,20 9 1 0 0,-29-9-169 0 0,-1 0 0 0 0,0 1 0 0 0,0-1 0 0 0,0 1 0 0 0,0 0 0 0 0,-1 0 0 0 0,0 0 0 0 0,0 0-1 0 0,2 9 1 0 0,-1-6-15 0 0,-1 0 15 0 0,0 1 0 0 0,0 0 0 0 0,-1 0 0 0 0,0 0 0 0 0,-1 0 0 0 0,0 0 0 0 0,0-1 0 0 0,-1 1 0 0 0,-2 13-1 0 0,1-11 10 0 0,1 0-1 0 0,0 0 0 0 0,0 0 0 0 0,2 0 0 0 0,1 19 0 0 0,-2-30-41 0 0,1 1 0 0 0,-1 0 0 0 0,0-1-1 0 0,0 1 1 0 0,1 0 0 0 0,-1-1 0 0 0,0 1-1 0 0,1-1 1 0 0,-1 1 0 0 0,0 0 0 0 0,1-1 0 0 0,-1 1-1 0 0,1-1 1 0 0,-1 1 0 0 0,1-1 0 0 0,-1 0-1 0 0,1 1 1 0 0,-1-1 0 0 0,1 1 0 0 0,0-1 0 0 0,-1 0-1 0 0,1 1 1 0 0,-1-1 0 0 0,1 0 0 0 0,0 0 0 0 0,1 1-1 0 0,22-3 117 0 0,24-16-21 0 0,-40 13-122 0 0,1-2-1 0 0,-1 1 0 0 0,-1-1 1 0 0,1 0-1 0 0,-1 0 0 0 0,0-1 1 0 0,0 0-1 0 0,-1 0 1 0 0,0-1-1 0 0,7-15 0 0 0,-4 9 107 0 0,0 2 0 0 0,0-1 1 0 0,15-14-1 0 0,8 0-2416 0 0,-23 21-5716 0 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22:47.5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 1 10594 0 0,'0'0'152'0'0,"0"0"1"0"0,-1 0-1 0 0,1 1 0 0 0,-1-1 0 0 0,1 0 0 0 0,-1 0 0 0 0,1 1 0 0 0,0-1 1 0 0,-1 0-1 0 0,1 1 0 0 0,0-1 0 0 0,-1 0 0 0 0,1 1 0 0 0,0-1 0 0 0,0 1 1 0 0,-1-1-1 0 0,1 1 0 0 0,0-1 0 0 0,0 0 0 0 0,0 1 0 0 0,-1-1 0 0 0,1 1 1 0 0,0-1-1 0 0,0 1 0 0 0,0-1 0 0 0,0 1 0 0 0,0-1 0 0 0,0 1 0 0 0,0-1 0 0 0,0 1 1 0 0,0-1-1 0 0,0 1 0 0 0,0-1 0 0 0,1 1 0 0 0,-1-1 0 0 0,0 1 0 0 0,0-1 1 0 0,0 0-1 0 0,1 1 0 0 0,-1-1 0 0 0,0 1 0 0 0,0-1 0 0 0,1 1 0 0 0,10 22 2451 0 0,-11-22-2540 0 0,12 20 671 0 0,1 0 1 0 0,1 0 0 0 0,1-2-1 0 0,22 24 1 0 0,76 61-658 0 0,-100-92-129 0 0,4 4-1861 0 0,-11-8-5895 0 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22:47.9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14 710 5529 0 0,'0'1'147'0'0,"-1"-1"-1"0"0,1 0 1 0 0,-1 0 0 0 0,1 0-1 0 0,0 0 1 0 0,-1 0 0 0 0,1 0-1 0 0,-1 0 1 0 0,1 0 0 0 0,0 0-1 0 0,-1 0 1 0 0,1 0 0 0 0,-1 0-1 0 0,1 0 1 0 0,-1 0 0 0 0,1 0-1 0 0,0 0 1 0 0,-1 0 0 0 0,1 0-1 0 0,0 0 1 0 0,-1-1 0 0 0,1 1-1 0 0,-1 0 1 0 0,1 0 0 0 0,0-1-1 0 0,-1 1 1 0 0,1 0 0 0 0,0 0-1 0 0,0-1 1 0 0,-1 1 0 0 0,1 0-1 0 0,0-1 1 0 0,0 1-1 0 0,-1 0 1 0 0,1-1 0 0 0,0 1-1 0 0,0-1 1 0 0,0 1 0 0 0,0 0-1 0 0,-1-1 1 0 0,1 1 0 0 0,0-1-1 0 0,0 1 1 0 0,0 0 0 0 0,0-1-1 0 0,0 1 1 0 0,0-1 0 0 0,0 1-1 0 0,0 0 1 0 0,0-1 0 0 0,0 1-1 0 0,0-1 1 0 0,1 1 0 0 0,-1 0-1 0 0,0-1 1 0 0,0 1 0 0 0,0-1-1 0 0,0 1 1 0 0,1 0 0 0 0,-1-1-1 0 0,7-17 3773 0 0,-2 9-4423 0 0,22-30 1209 0 0,1 1-1 0 0,2 1 0 0 0,1 2 0 0 0,58-50 0 0 0,-34 32-304 0 0,25-25 96 0 0,152-158-58 0 0,-168 169-1901 0 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22:48.7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19 298 14283 0 0,'-13'8'1581'0'0,"8"-6"-3162"0"0,12-14 693 0 0,-6 10 1035 0 0,57-89 3927 0 0,38-59-2151 0 0,-92 143-1807 0 0,-1 3-51 0 0,-1 0-1 0 0,0 0 0 0 0,1 0 1 0 0,-1 1-1 0 0,1-1 1 0 0,0 1-1 0 0,0 0 0 0 0,1 0 1 0 0,-1 0-1 0 0,1 0 1 0 0,-1 1-1 0 0,6-4 0 0 0,-8 7-47 0 0,-1-1-1 0 0,1 0 1 0 0,0 0-1 0 0,-1 0 1 0 0,1 1 0 0 0,0-1-1 0 0,-1 0 1 0 0,1 1-1 0 0,0-1 1 0 0,-1 1-1 0 0,1-1 1 0 0,-1 1-1 0 0,1-1 1 0 0,-1 1-1 0 0,1-1 1 0 0,-1 1-1 0 0,1-1 1 0 0,-1 1-1 0 0,0 0 1 0 0,1-1-1 0 0,-1 1 1 0 0,0 0 0 0 0,1 1-1 0 0,8 21 251 0 0,-7-18-170 0 0,15 30 161 0 0,1-1 1 0 0,1-1 0 0 0,2-1-1 0 0,2-1 1 0 0,0-1 0 0 0,31 29 0 0 0,-38-37-196 0 0,-12-17-330 0 0,-1 0 0 0 0,1 0 0 0 0,0 0 0 0 0,0 0 0 0 0,1-1 0 0 0,5 5 0 0 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22:49.1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23 437 10138 0 0,'0'0'38'0'0,"-1"1"-1"0"0,1-1 1 0 0,-1 0-1 0 0,0 0 1 0 0,1 0-1 0 0,-1 1 1 0 0,0-1-1 0 0,0 0 1 0 0,1 0-1 0 0,-1 0 1 0 0,0 0-1 0 0,1 0 1 0 0,-1 0-1 0 0,0 0 1 0 0,1 0-1 0 0,-1-1 1 0 0,0 1 0 0 0,1 0-1 0 0,-1 0 1 0 0,0-1-1 0 0,1 1 1 0 0,-1 0-1 0 0,0 0 1 0 0,1-1-1 0 0,-1 1 1 0 0,1-1-1 0 0,-1 1 1 0 0,1-1-1 0 0,-1 1 1 0 0,1-1-1 0 0,-1 1 1 0 0,1-1-1 0 0,-1 1 1 0 0,1-2-1 0 0,-1 0 61 0 0,1 0-1 0 0,-1-1 0 0 0,1 1 0 0 0,0 0 0 0 0,0 0 1 0 0,0-1-1 0 0,0 1 0 0 0,1 0 0 0 0,-1 0 0 0 0,1-1 1 0 0,0-1-1 0 0,4-10 633 0 0,0 0 1 0 0,11-20 0 0 0,60-107-570 0 0,4 2-4947 0 0,-52 98 2088 0 0,-15 24 1276 0 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22:49.4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33 456 0 0,'4'4'14682'0'0,"4"7"-8583"0"0,18 34-6827 0 0,-20-33 2412 0 0,1-1-1493 0 0,0 1 1 0 0,0-2-1 0 0,1 1 1 0 0,0-1-1 0 0,1 0 1 0 0,11 9-1 0 0,-19-17-179 0 0,1 0 0 0 0,0-1 0 0 0,0 1 0 0 0,0 0 0 0 0,0-1 0 0 0,1 0 0 0 0,-1 0-1 0 0,0 1 1 0 0,1-1 0 0 0,-1-1 0 0 0,0 1 0 0 0,1 0 0 0 0,-1 0 0 0 0,1-1 0 0 0,-1 0 0 0 0,1 1-1 0 0,-1-1 1 0 0,1 0 0 0 0,-1 0 0 0 0,1 0 0 0 0,0-1 0 0 0,-1 1 0 0 0,1-1 0 0 0,-1 1 0 0 0,0-1-1 0 0,1 0 1 0 0,-1 0 0 0 0,1 0 0 0 0,-1 0 0 0 0,0 0 0 0 0,0-1 0 0 0,0 1 0 0 0,0 0 0 0 0,0-1 0 0 0,0 0-1 0 0,0 0 1 0 0,0 1 0 0 0,2-5 0 0 0,0 2-3 0 0,-1 0 0 0 0,0-1-1 0 0,0 1 1 0 0,-1-1 0 0 0,1 0-1 0 0,-1 0 1 0 0,0 0 0 0 0,0 0-1 0 0,-1 0 1 0 0,0 0 0 0 0,1-1-1 0 0,-2 1 1 0 0,1 0 0 0 0,-1-1-1 0 0,0 1 1 0 0,0-7 0 0 0,0 9-12 0 0,-1 0-1 0 0,1 0 1 0 0,-1 0 0 0 0,0-1-1 0 0,0 1 1 0 0,0 0 0 0 0,0 0-1 0 0,-1 0 1 0 0,1 0 0 0 0,-1 1-1 0 0,1-1 1 0 0,-1 0 0 0 0,0 1-1 0 0,0-1 1 0 0,-1 1 0 0 0,1 0-1 0 0,0-1 1 0 0,-1 1 0 0 0,1 0-1 0 0,-1 0 1 0 0,0 1 0 0 0,0-1-1 0 0,1 1 1 0 0,-1-1 0 0 0,0 1-1 0 0,0 0 1 0 0,-5-1 0 0 0,-125-17-2763 0 0,116 15-4893 0 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22:49.8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79 9218 0 0,'0'0'707'0'0,"0"0"-464"0"0,1 0-203 0 0,-1 0 96 0 0,2 0 333 0 0,0-1 0 0 0,0 1 1 0 0,-1-1-1 0 0,1 0 0 0 0,0 0 1 0 0,0 1-1 0 0,0-1 0 0 0,-1 0 1 0 0,1-1-1 0 0,-1 1 0 0 0,1 0 1 0 0,0 0-1 0 0,-1-1 0 0 0,2-1 1 0 0,25-29 624 0 0,-4 5-3215 0 0,-19 23-3818 0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22:50.2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1 111 13363 0 0,'0'1'41'0'0,"0"-1"1"0"0,0 0-1 0 0,0 0 1 0 0,0 0-1 0 0,0 0 1 0 0,0 0-1 0 0,0 1 1 0 0,0-1-1 0 0,0 0 1 0 0,0 0-1 0 0,0 0 1 0 0,1 0-1 0 0,-1 0 1 0 0,0 1-1 0 0,0-1 1 0 0,0 0-1 0 0,0 0 1 0 0,0 0-1 0 0,1 0 1 0 0,-1 0-1 0 0,0 0 1 0 0,0 0-1 0 0,0 0 1 0 0,0 0-1 0 0,1 0 1 0 0,-1 0-1 0 0,0 1 1 0 0,0-1-1 0 0,0 0 1 0 0,0 0-1 0 0,1 0 1 0 0,-1 0-1 0 0,0 0 1 0 0,0 0-1 0 0,0 0 1 0 0,0-1-1 0 0,1 1 1 0 0,-1 0-1 0 0,0 0 1 0 0,0 0-1 0 0,0 0 1 0 0,0 0-1 0 0,1 0 1 0 0,-1 0-1 0 0,0 0 1 0 0,0 0-1 0 0,0 0 1 0 0,0-1-1 0 0,0 1 1 0 0,1 0-1 0 0,-1 0 1 0 0,0 0-1 0 0,0 0 0 0 0,17-12 1084 0 0,17-17-214 0 0,-33 28-809 0 0,20-19 397 0 0,9-8-1640 0 0,-8 12-3029 0 0,-12 10 2123 0 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22:50.6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 34 7370 0 0,'0'0'30'0'0,"-1"-1"0"0"0,1 1 1 0 0,0-1-1 0 0,0 1 0 0 0,0 0 1 0 0,0-1-1 0 0,0 1 1 0 0,0-1-1 0 0,0 1 0 0 0,0-1 1 0 0,0 1-1 0 0,0-1 0 0 0,0 1 1 0 0,0-1-1 0 0,0 1 1 0 0,0-1-1 0 0,0 1 0 0 0,0-1 1 0 0,0 1-1 0 0,0 0 0 0 0,1-1 1 0 0,-1 1-1 0 0,0-1 1 0 0,0 1-1 0 0,1 0 0 0 0,-1-1 1 0 0,0 1-1 0 0,1-1 0 0 0,-1 1 1 0 0,0 0-1 0 0,1-1 1 0 0,-1 1-1 0 0,18-3 1842 0 0,-13 4-1133 0 0,0-1 1 0 0,-1 1-1 0 0,1 0 0 0 0,-1 1 1 0 0,0-1-1 0 0,6 3 0 0 0,2 5 271 0 0,-1 0-1 0 0,0 1 0 0 0,-1 0 1 0 0,0 0-1 0 0,15 22 1 0 0,17 17 69 0 0,63 47-352 0 0,-27-28-580 0 0,-53-35-560 0 0,-18-23-1177 0 0</inkml:trace>
  <inkml:trace contextRef="#ctx0" brushRef="#br0" timeOffset="1">0 132 10594 0 0,'2'-5'134'0'0,"-1"0"-1"0"0,1 0 0 0 0,0 1 1 0 0,0-1-1 0 0,1 0 0 0 0,-1 1 1 0 0,1 0-1 0 0,6-8 0 0 0,-1 1 1188 0 0,-3 3-1011 0 0,1 0 1 0 0,0 1-1 0 0,1-1 0 0 0,0 1 1 0 0,0 1-1 0 0,8-7 1 0 0,-13 11-361 0 0,0 1 0 0 0,-1 0 0 0 0,1-1 0 0 0,0 1 0 0 0,0 0 0 0 0,0 0 0 0 0,0 0 0 0 0,0 0 0 0 0,0 0 0 0 0,0 1 0 0 0,0-1 0 0 0,0 0 0 0 0,0 1 0 0 0,0 0 0 0 0,0-1 0 0 0,1 1 0 0 0,-1 0 0 0 0,0 0 0 0 0,0 0 0 0 0,0 1 0 0 0,0-1 0 0 0,1 0 0 0 0,-1 1 1 0 0,0-1-1 0 0,0 1 0 0 0,0 0 0 0 0,0 0 0 0 0,0 0 0 0 0,0 0 0 0 0,0 0 0 0 0,-1 0 0 0 0,4 3 0 0 0,2 4 118 0 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22:50.9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11 221 12443 0 0,'0'0'55'0'0,"-1"0"0"0"0,0-1 0 0 0,0 1 0 0 0,1-1 0 0 0,-1 1 0 0 0,1-1 0 0 0,-1 0 0 0 0,0 1 0 0 0,1-1 0 0 0,-1 0 0 0 0,1 1 1 0 0,-1-1-1 0 0,1 0 0 0 0,0 1 0 0 0,-1-1 0 0 0,1 0 0 0 0,0 0 0 0 0,-1 0 0 0 0,1 1 0 0 0,0-1 0 0 0,0 0 0 0 0,0 0 0 0 0,0 0 0 0 0,0 0 0 0 0,0 1 1 0 0,0-1-1 0 0,0 0 0 0 0,0 0 0 0 0,0 0 0 0 0,0 0 0 0 0,0 1 0 0 0,1-1 0 0 0,-1 0 0 0 0,0 0 0 0 0,1 1 0 0 0,-1-1 0 0 0,0 0 0 0 0,1 0 1 0 0,-1 1-1 0 0,1-2 0 0 0,23-37 214 0 0,-19 32-204 0 0,12-15 857 0 0,1 0 0 0 0,1 1 0 0 0,22-20 0 0 0,-10 11-1214 0 0,-22 21-87 0 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23:03.2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94 116 12899 0 0,'-2'-1'126'0'0,"0"1"-1"0"0,0-1 1 0 0,0 1 0 0 0,0 0 0 0 0,0 0-1 0 0,-1 0 1 0 0,1 0 0 0 0,0 0 0 0 0,0 0 0 0 0,0 1-1 0 0,0-1 1 0 0,0 1 0 0 0,0 0 0 0 0,-2 0-1 0 0,-33 17-593 0 0,13-7-1488 0 0,24-10 2066 0 0,0-1 0 0 0,0 0 0 0 0,1 0 0 0 0,-1 0 0 0 0,0 0-1 0 0,0 0 1 0 0,1 0 659 0 0,-1 0-659 0 0,0 1 0 0 0,0-1 0 0 0,0 0 0 0 0,0 0 0 0 0,0 0-1 0 0,0 0 1 0 0,0 0 0 0 0,0 0 0 0 0,0 0 0 0 0,0 0 0 0 0,0 1 0 0 0,0-1-1 0 0,0 0 1 0 0,0 0 0 0 0,0 0 0 0 0,0 0 0 0 0,0 0 0 0 0,0 0 0 0 0,0 1-1 0 0,0-1 1 0 0,0 0 0 0 0,0 0 0 0 0,0 0 0 0 0,0 0 0 0 0,0 0 0 0 0,0 0-1 0 0,0 0 1 0 0,0 0 0 0 0,0 1 0 0 0,0-1 0 0 0,25 1 1385 0 0,36-4-804 0 0,246-5-224 0 0,-212 8-445 0 0,-53-3-19 0 0,-1-1-1 0 0,0-3 1 0 0,-1-1-1 0 0,70-24 1 0 0,36-8 671 0 0,-83 23-350 0 0,-45 11-262 0 0,1 1 0 0 0,-1 0 0 0 0,1 2 0 0 0,30-3 0 0 0,-52 2-3411 0 0,2 2 1616 0 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23:04.3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62 0 5521 0 0,'1'0'4'0'0,"0"0"1"0"0,0 0-1 0 0,0 1 0 0 0,0-1 1 0 0,0 0-1 0 0,-1 0 0 0 0,1 0 0 0 0,0 1 1 0 0,0-1-1 0 0,0 1 0 0 0,0-1 0 0 0,0 1 1 0 0,0-1-1 0 0,-1 1 0 0 0,1-1 1 0 0,0 1-1 0 0,0 0 0 0 0,-1-1 0 0 0,1 1 1 0 0,0 0-1 0 0,-1-1 0 0 0,1 1 1 0 0,-1 0-1 0 0,1 0 0 0 0,-1 0 0 0 0,1 0 1 0 0,-1 0-1 0 0,0 0 0 0 0,1-1 0 0 0,-1 1 1 0 0,0 0-1 0 0,1 1 0 0 0,-1-1 31 0 0,0 0 0 0 0,0 0 0 0 0,1-1 0 0 0,-1 1 0 0 0,0 0 0 0 0,0 0 0 0 0,0-1 1 0 0,0 1-1 0 0,0 0 0 0 0,0 0 0 0 0,0-1 0 0 0,0 1 0 0 0,0 0 0 0 0,0 0 0 0 0,0-1 0 0 0,-1 1 0 0 0,1 0 0 0 0,0 0 0 0 0,0-1 0 0 0,-1 1 0 0 0,1 0 0 0 0,-1-1 0 0 0,0 2 0 0 0,1-2 177 0 0,-1 1 1 0 0,0-1-1 0 0,1 0 0 0 0,-1 1 1 0 0,0-1-1 0 0,1 0 0 0 0,-1 0 0 0 0,0 1 1 0 0,0-1-1 0 0,1 0 0 0 0,-1 0 1 0 0,0 0-1 0 0,0 0 0 0 0,1 0 0 0 0,-1 0 1 0 0,0 0-1 0 0,0 0 0 0 0,1 0 1 0 0,-2-1-1 0 0,-1 1 458 0 0,0-1 1 0 0,0 1 0 0 0,0 0-1 0 0,0 0 1 0 0,0 1-1 0 0,0-1 1 0 0,-1 0-1 0 0,1 1 1 0 0,0 0-1 0 0,1 0 1 0 0,-1 0-1 0 0,-4 2 1 0 0,6-3-647 0 0,-1 1 0 0 0,1 0 0 0 0,-1-1 0 0 0,1 1 0 0 0,0 0 0 0 0,-1 0 0 0 0,1 0 0 0 0,0 0 0 0 0,0 1 0 0 0,0-1 0 0 0,0 0 0 0 0,0 0 0 0 0,0 1 0 0 0,0-1 0 0 0,0 1 0 0 0,0-1 0 0 0,1 0 0 0 0,-1 1 0 0 0,1 0 0 0 0,-1-1 0 0 0,1 1 0 0 0,-1-1 0 0 0,1 1 0 0 0,0 1 0 0 0,1 0-25 0 0,1 0 1 0 0,0-1 0 0 0,1 0 0 0 0,-1 1 0 0 0,0-1 0 0 0,1 0 0 0 0,-1 0-1 0 0,1 0 1 0 0,-1 0 0 0 0,1-1 0 0 0,0 1 0 0 0,5 1 0 0 0,2 3 47 0 0,13 7 124 0 0,0 0 0 0 0,1-1 0 0 0,48 15 0 0 0,80 13-84 0 0,-82-23-185 0 0,-73-17 180 0 0,1 0-1 0 0,-1 1 0 0 0,1 0 1 0 0,-1 0-1 0 0,1-1 0 0 0,-1 1 1 0 0,1 1-1 0 0,0-1 0 0 0,-1 0 1 0 0,1 1-1 0 0,0-1 0 0 0,0 1 0 0 0,0-1 1 0 0,0 1-1 0 0,0 0 0 0 0,0 0 1 0 0,1 0-1 0 0,-1 0 0 0 0,-1 3 1 0 0,-39 52-335 0 0,36-48 253 0 0,-15 23-69 0 0,1 0 1 0 0,1 2-1 0 0,-28 68 0 0 0,9-8-199 0 0,35-84-303 0 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23:05.3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76 181 2761 0 0,'-72'19'6772'0'0,"68"-18"-5378"0"0,13-3-1115 0 0,-4 1-451 0 0,85-17 1136 0 0,0 5 0 0 0,113-3-1 0 0,23-2 1433 0 0,-175 11-1729 0 0,0-2 0 0 0,69-22-1 0 0,-51 7-440 0 0,-25 8-85 0 0,2 1 1 0 0,84-14-1 0 0,-130 29-161 0 0,0 0-22 0 0,0 0 0 0 0,0 0 0 0 0,0-1 0 0 0,0 1 0 0 0,1 0 0 0 0,-1 0 0 0 0,0 0 0 0 0,0 0 1 0 0,0 0-1 0 0,0 0 0 0 0,1 0 0 0 0,-1 0 0 0 0,0-1 0 0 0,0 1 0 0 0,0 0 0 0 0,0 0 0 0 0,1 0 0 0 0,-1 0 0 0 0,0 0 0 0 0,0 0 0 0 0,0 0 0 0 0,1 0 0 0 0,-1 0 0 0 0,0 0 0 0 0,0 0 1 0 0,0 0-1 0 0,1 0 0 0 0,-1 1 0 0 0,0-1 0 0 0,0 0 0 0 0,0 0 0 0 0,0 0 0 0 0,1 0 0 0 0,-1 0 0 0 0,0 0 0 0 0,0 0 0 0 0,0 0 0 0 0,0 1 0 0 0,0-1 0 0 0,1 0 0 0 0,-1 0 0 0 0,0 0 1 0 0,0 0-1 0 0,0 0 0 0 0,0 1 0 0 0,0-1 0 0 0,0 0 0 0 0,0 0 0 0 0,0 0 0 0 0,0 0 0 0 0,0 1 0 0 0,1-1 0 0 0,-1 0 0 0 0,-2 2-825 0 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23:06.0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 0 11058 0 0,'-25'4'8609'0'0,"39"-1"-8489"0"0,0 0 1 0 0,1-1-1 0 0,-1-1 1 0 0,0 0-1 0 0,21-2 1 0 0,-16 0-99 0 0,1 1-1 0 0,-1 1 1 0 0,23 4-1 0 0,-8 3-21 0 0,46 17 0 0 0,-77-20 64 0 0,-10 2 378 0 0,-22 10 774 0 0,6-3-852 0 0,8 2-326 0 0,1 1 0 0 0,0 0 0 0 0,1 1 1 0 0,1 0-1 0 0,1 1 0 0 0,-9 20 0 0 0,13-17-318 0 0,6-9-64 0 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21:43.2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114 0 10138 0 0,'-8'1'459'0'0,"0"0"0"0"0,0 0 1 0 0,0 1-1 0 0,0 0 0 0 0,0 0 0 0 0,1 1 0 0 0,-1 0 0 0 0,1 0 0 0 0,-1 1 1 0 0,1 0-1 0 0,0 0 0 0 0,1 1 0 0 0,-10 7 0 0 0,20-10-183 0 0,0 0 0 0 0,-1 1 0 0 0,1 0 0 0 0,-1 0 1 0 0,0 0-1 0 0,0 0 0 0 0,0 0 0 0 0,5 8 0 0 0,0 4-118 0 0,1 1 1 0 0,-2 0-1 0 0,0 0 1 0 0,-1 1-1 0 0,-1 0 1 0 0,5 27-1 0 0,10 111 250 0 0,-15-111-412 0 0,-1-4 30 0 0,1-1-1 0 0,3 0 0 0 0,18 57 1 0 0,-21-81-208 0 0,1-1 1 0 0,0 1 0 0 0,1-2-1 0 0,1 1 1 0 0,0-1 0 0 0,1 0-1 0 0,0-1 1 0 0,1 0-1 0 0,0 0 1 0 0,1-1 0 0 0,1-1-1 0 0,12 10 1 0 0,-4-7-6412 0 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21:44.8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88 0 2304 0 0,'-24'28'98'0'0,"19"-22"268"0"0,-1 1 1 0 0,1-1 0 0 0,-1 0 0 0 0,0-1 0 0 0,-8 7-1 0 0,13-12 6 0 0,0 0-1 0 0,0-1 0 0 0,0 1 0 0 0,0 0 1 0 0,0 0-1 0 0,0-1 0 0 0,0 1 0 0 0,0 0 0 0 0,1-1 1 0 0,-1 1-1 0 0,0-1 0 0 0,0 1 0 0 0,0-1 1 0 0,1 0-1 0 0,-1 1 0 0 0,0-1 0 0 0,1 0 1 0 0,-1 1-1 0 0,1-1 0 0 0,-1 0 0 0 0,1 0 1 0 0,-1 0-1 0 0,1 1 0 0 0,-1-3 0 0 0,0 3-210 0 0,1 0 0 0 0,0-1 0 0 0,0 1 0 0 0,0 0 0 0 0,0-1 0 0 0,-1 1 0 0 0,1-1 0 0 0,0 1 0 0 0,0 0 0 0 0,0-1 0 0 0,0 1 0 0 0,0 0 1 0 0,0-1-1 0 0,0 1 0 0 0,0-1 0 0 0,0 1 0 0 0,0 0 0 0 0,0-1 0 0 0,0 1 0 0 0,0-1 0 0 0,0 1 0 0 0,0 0 0 0 0,1-1 0 0 0,-1 1 0 0 0,0 0 0 0 0,0-1 0 0 0,0 1 0 0 0,1-1-17 0 0,0 1 1 0 0,0 0-1 0 0,0-1 1 0 0,0 1 0 0 0,-1 0-1 0 0,1 0 1 0 0,0 0-1 0 0,0 0 1 0 0,0 0-1 0 0,0 0 1 0 0,0 0 0 0 0,-1 0-1 0 0,1 0 1 0 0,0 0-1 0 0,0 0 1 0 0,0 1 0 0 0,0-1-1 0 0,-1 0 1 0 0,2 1-1 0 0,20 6-12 0 0,0 0 0 0 0,-1 2 1 0 0,-1 1-1 0 0,1 0 0 0 0,-1 1 0 0 0,-1 1 0 0 0,0 1 0 0 0,-1 1 0 0 0,-1 1 0 0 0,0 0 0 0 0,-1 1 0 0 0,0 1 1 0 0,-1 0-1 0 0,-1 1 0 0 0,-1 1 0 0 0,-1 0 0 0 0,15 31 0 0 0,20 36-49 0 0,-41-78-119 0 0,-1 0-1 0 0,1 0 1 0 0,1-1-1 0 0,-1 1 0 0 0,1-1 1 0 0,1-1-1 0 0,13 11 1 0 0,-18-16-77 0 0,-1 1 0 0 0,0-1-1 0 0,1 0 1 0 0,-1 0 0 0 0,0-1 0 0 0,1 1 0 0 0,-1 0 0 0 0,1-1 0 0 0,4 1 0 0 0,12-3-3533 0 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21:45.1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72 6 6449 0 0,'-24'16'431'0'0,"-23"12"4175"0"0,72-37 3982 0 0,5 1-6191 0 0,34-11-2819 0 0,-49 13-393 0 0,-4 2-4878 0 0,-3 1-990 0 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21:46.0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 0 5065 0 0,'-1'1'212'0'0,"-1"1"0"0"0,1 0 0 0 0,0-1 0 0 0,0 1 0 0 0,0 0 0 0 0,0-1 0 0 0,1 1 1 0 0,-1 0-1 0 0,0 0 0 0 0,1 0 0 0 0,-1 0 0 0 0,1 0 0 0 0,0 0 0 0 0,-1-1 0 0 0,1 1 0 0 0,0 0 0 0 0,0 0 0 0 0,0 0 0 0 0,1 0 0 0 0,-1 0 0 0 0,0 0 0 0 0,1 0 0 0 0,-1 0 0 0 0,1 0 1 0 0,0 0-1 0 0,-1-1 0 0 0,1 1 0 0 0,0 0 0 0 0,0 0 0 0 0,0-1 0 0 0,2 2 0 0 0,5 11 602 0 0,1 0 0 0 0,20 21 0 0 0,-19-23-88 0 0,92 120 2125 0 0,33 80-3133 0 0,-131-205-602 0 0,0 0 0 0 0,0 0 1 0 0,-1 1-1 0 0,3 11 0 0 0,-5-11-643 0 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21:46.5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12 125 4145 0 0,'-2'-5'226'0'0,"0"0"0"0"0,0 0 0 0 0,1 0 0 0 0,-1 0 0 0 0,1-1 0 0 0,1 1 0 0 0,-1 0 0 0 0,1-9 0 0 0,0 8 578 0 0,0-1 1 0 0,1 1-1 0 0,0 0 0 0 0,0 0 0 0 0,1 0 1 0 0,-1 0-1 0 0,4-7 0 0 0,-4 12-592 0 0,0 0 0 0 0,0 0 0 0 0,0 0-1 0 0,0 0 1 0 0,0 0 0 0 0,1 0 0 0 0,-1 0-1 0 0,0 0 1 0 0,1 0 0 0 0,-1 1 0 0 0,1-1-1 0 0,-1 0 1 0 0,1 1 0 0 0,-1-1 0 0 0,1 1 0 0 0,-1 0-1 0 0,1 0 1 0 0,-1-1 0 0 0,1 1 0 0 0,-1 0-1 0 0,1 0 1 0 0,-1 0 0 0 0,1 1 0 0 0,-1-1-1 0 0,1 0 1 0 0,0 0 0 0 0,1 1 0 0 0,3 1-51 0 0,1-1 1 0 0,0 1 0 0 0,-1 0-1 0 0,12 5 1 0 0,-12-3-124 0 0,0 1 0 0 0,0-1 0 0 0,0 1 0 0 0,0 0 0 0 0,-1 0 0 0 0,0 1 0 0 0,0 0 0 0 0,-1 0 0 0 0,1 0 0 0 0,-1 0 0 0 0,-1 1 0 0 0,5 9 1 0 0,-3-6-66 0 0,-1 1 1 0 0,0-1 0 0 0,-1 1 0 0 0,0 0 0 0 0,-1 0 0 0 0,0 0-1 0 0,0 19 1 0 0,-1-37-921 0 0,-1 1 0 0 0,1-1 1 0 0,1 1-1 0 0,-1 0 0 0 0,1 0 0 0 0,0 0 0 0 0,4-8 0 0 0,-1 3 212 0 0,1 0 0 0 0,1 0 1 0 0,14-18-1 0 0,-16 22 757 0 0,0 1 0 0 0,0 0 0 0 0,1 0-1 0 0,0 0 1 0 0,1 1 0 0 0,-1 0 0 0 0,1 0 0 0 0,0 0 0 0 0,0 1 0 0 0,0 0 0 0 0,1 1 0 0 0,-1-1 0 0 0,1 1 0 0 0,0 1 0 0 0,11-3 0 0 0,-17 5 57 0 0,0 0 1 0 0,0 0-1 0 0,0 0 1 0 0,0 0 0 0 0,1 0-1 0 0,-1 0 1 0 0,0 0-1 0 0,0 1 1 0 0,0-1 0 0 0,0 1-1 0 0,0 0 1 0 0,0 0-1 0 0,0-1 1 0 0,0 1 0 0 0,0 0-1 0 0,0 1 1 0 0,0-1-1 0 0,-1 0 1 0 0,1 0 0 0 0,0 1-1 0 0,2 2 1 0 0,-2 0 46 0 0,0-1 1 0 0,0 0-1 0 0,0 1 1 0 0,0 0-1 0 0,-1-1 1 0 0,1 1-1 0 0,-1 0 1 0 0,0 0-1 0 0,0 0 1 0 0,-1 0-1 0 0,1 4 1 0 0,0 8 385 0 0,-2 1 0 0 0,1-1 1 0 0,-2 0-1 0 0,-5 27 0 0 0,-4-2 1465 0 0,-1 0-1 0 0,-32 70 1 0 0,44-110-2009 0 0,0 0 6 0 0,0-1-1 0 0,0 1 1 0 0,-1-1 0 0 0,1 1-1 0 0,0-1 1 0 0,0 1-1 0 0,-1 0 1 0 0,1-1 0 0 0,0 1-1 0 0,-1-1 1 0 0,1 1-1 0 0,0-1 1 0 0,-1 1 0 0 0,1-1-1 0 0,-1 1 1 0 0,1-1 0 0 0,-1 0-1 0 0,1 1 1 0 0,-1-1-1 0 0,1 0 1 0 0,-1 1 0 0 0,1-1-1 0 0,-1 0 1 0 0,0 0-1 0 0,0 1 1 0 0,-1-2-805 0 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23:03.2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94 116 12899 0 0,'-2'-1'126'0'0,"0"1"-1"0"0,0-1 1 0 0,0 1 0 0 0,0 0 0 0 0,0 0-1 0 0,-1 0 1 0 0,1 0 0 0 0,0 0 0 0 0,0 0 0 0 0,0 1-1 0 0,0-1 1 0 0,0 1 0 0 0,0 0 0 0 0,-2 0-1 0 0,-33 17-593 0 0,13-7-1488 0 0,24-10 2066 0 0,0-1 0 0 0,0 0 0 0 0,1 0 0 0 0,-1 0 0 0 0,0 0-1 0 0,0 0 1 0 0,1 0 659 0 0,-1 0-659 0 0,0 1 0 0 0,0-1 0 0 0,0 0 0 0 0,0 0 0 0 0,0 0-1 0 0,0 0 1 0 0,0 0 0 0 0,0 0 0 0 0,0 0 0 0 0,0 0 0 0 0,0 1 0 0 0,0-1-1 0 0,0 0 1 0 0,0 0 0 0 0,0 0 0 0 0,0 0 0 0 0,0 0 0 0 0,0 0 0 0 0,0 1-1 0 0,0-1 1 0 0,0 0 0 0 0,0 0 0 0 0,0 0 0 0 0,0 0 0 0 0,0 0 0 0 0,0 0-1 0 0,0 0 1 0 0,0 0 0 0 0,0 1 0 0 0,0-1 0 0 0,25 1 1385 0 0,36-4-804 0 0,246-5-224 0 0,-212 8-445 0 0,-53-3-19 0 0,-1-1-1 0 0,0-3 1 0 0,-1-1-1 0 0,70-24 1 0 0,36-8 671 0 0,-83 23-350 0 0,-45 11-262 0 0,1 1 0 0 0,-1 0 0 0 0,1 2 0 0 0,30-3 0 0 0,-52 2-3411 0 0,2 2 1616 0 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23:04.3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62 0 5521 0 0,'1'0'4'0'0,"0"0"1"0"0,0 0-1 0 0,0 1 0 0 0,0-1 1 0 0,0 0-1 0 0,-1 0 0 0 0,1 0 0 0 0,0 1 1 0 0,0-1-1 0 0,0 1 0 0 0,0-1 0 0 0,0 1 1 0 0,0-1-1 0 0,-1 1 0 0 0,1-1 1 0 0,0 1-1 0 0,0 0 0 0 0,-1-1 0 0 0,1 1 1 0 0,0 0-1 0 0,-1-1 0 0 0,1 1 1 0 0,-1 0-1 0 0,1 0 0 0 0,-1 0 0 0 0,1 0 1 0 0,-1 0-1 0 0,0 0 0 0 0,1-1 0 0 0,-1 1 1 0 0,0 0-1 0 0,1 1 0 0 0,-1-1 31 0 0,0 0 0 0 0,0 0 0 0 0,1-1 0 0 0,-1 1 0 0 0,0 0 0 0 0,0 0 0 0 0,0-1 1 0 0,0 1-1 0 0,0 0 0 0 0,0 0 0 0 0,0-1 0 0 0,0 1 0 0 0,0 0 0 0 0,0 0 0 0 0,0-1 0 0 0,-1 1 0 0 0,1 0 0 0 0,0 0 0 0 0,0-1 0 0 0,-1 1 0 0 0,1 0 0 0 0,-1-1 0 0 0,0 2 0 0 0,1-2 177 0 0,-1 1 1 0 0,0-1-1 0 0,1 0 0 0 0,-1 1 1 0 0,0-1-1 0 0,1 0 0 0 0,-1 0 0 0 0,0 1 1 0 0,0-1-1 0 0,1 0 0 0 0,-1 0 1 0 0,0 0-1 0 0,0 0 0 0 0,1 0 0 0 0,-1 0 1 0 0,0 0-1 0 0,0 0 0 0 0,1 0 1 0 0,-2-1-1 0 0,-1 1 458 0 0,0-1 1 0 0,0 1 0 0 0,0 0-1 0 0,0 0 1 0 0,0 1-1 0 0,0-1 1 0 0,-1 0-1 0 0,1 1 1 0 0,0 0-1 0 0,1 0 1 0 0,-1 0-1 0 0,-4 2 1 0 0,6-3-647 0 0,-1 1 0 0 0,1 0 0 0 0,-1-1 0 0 0,1 1 0 0 0,0 0 0 0 0,-1 0 0 0 0,1 0 0 0 0,0 0 0 0 0,0 1 0 0 0,0-1 0 0 0,0 0 0 0 0,0 0 0 0 0,0 1 0 0 0,0-1 0 0 0,0 1 0 0 0,0-1 0 0 0,1 0 0 0 0,-1 1 0 0 0,1 0 0 0 0,-1-1 0 0 0,1 1 0 0 0,-1-1 0 0 0,1 1 0 0 0,0 1 0 0 0,1 0-25 0 0,1 0 1 0 0,0-1 0 0 0,1 0 0 0 0,-1 1 0 0 0,0-1 0 0 0,1 0 0 0 0,-1 0-1 0 0,1 0 1 0 0,-1 0 0 0 0,1-1 0 0 0,0 1 0 0 0,5 1 0 0 0,2 3 47 0 0,13 7 124 0 0,0 0 0 0 0,1-1 0 0 0,48 15 0 0 0,80 13-84 0 0,-82-23-185 0 0,-73-17 180 0 0,1 0-1 0 0,-1 1 0 0 0,1 0 1 0 0,-1 0-1 0 0,1-1 0 0 0,-1 1 1 0 0,1 1-1 0 0,0-1 0 0 0,-1 0 1 0 0,1 1-1 0 0,0-1 0 0 0,0 1 0 0 0,0-1 1 0 0,0 1-1 0 0,0 0 0 0 0,0 0 1 0 0,1 0-1 0 0,-1 0 0 0 0,-1 3 1 0 0,-39 52-335 0 0,36-48 253 0 0,-15 23-69 0 0,1 0 1 0 0,1 2-1 0 0,-28 68 0 0 0,9-8-199 0 0,35-84-303 0 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23:05.3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76 181 2761 0 0,'-72'19'6772'0'0,"68"-18"-5378"0"0,13-3-1115 0 0,-4 1-451 0 0,85-17 1136 0 0,0 5 0 0 0,113-3-1 0 0,23-2 1433 0 0,-175 11-1729 0 0,0-2 0 0 0,69-22-1 0 0,-51 7-440 0 0,-25 8-85 0 0,2 1 1 0 0,84-14-1 0 0,-130 29-161 0 0,0 0-22 0 0,0 0 0 0 0,0 0 0 0 0,0-1 0 0 0,0 1 0 0 0,1 0 0 0 0,-1 0 0 0 0,0 0 0 0 0,0 0 1 0 0,0 0-1 0 0,0 0 0 0 0,1 0 0 0 0,-1 0 0 0 0,0-1 0 0 0,0 1 0 0 0,0 0 0 0 0,0 0 0 0 0,1 0 0 0 0,-1 0 0 0 0,0 0 0 0 0,0 0 0 0 0,0 0 0 0 0,1 0 0 0 0,-1 0 0 0 0,0 0 0 0 0,0 0 1 0 0,0 0-1 0 0,1 0 0 0 0,-1 1 0 0 0,0-1 0 0 0,0 0 0 0 0,0 0 0 0 0,0 0 0 0 0,1 0 0 0 0,-1 0 0 0 0,0 0 0 0 0,0 0 0 0 0,0 0 0 0 0,0 1 0 0 0,0-1 0 0 0,1 0 0 0 0,-1 0 0 0 0,0 0 1 0 0,0 0-1 0 0,0 0 0 0 0,0 1 0 0 0,0-1 0 0 0,0 0 0 0 0,0 0 0 0 0,0 0 0 0 0,0 0 0 0 0,0 1 0 0 0,1-1 0 0 0,-1 0 0 0 0,-2 2-825 0 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23:06.0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 0 11058 0 0,'-25'4'8609'0'0,"39"-1"-8489"0"0,0 0 1 0 0,1-1-1 0 0,-1-1 1 0 0,0 0-1 0 0,21-2 1 0 0,-16 0-99 0 0,1 1-1 0 0,-1 1 1 0 0,23 4-1 0 0,-8 3-21 0 0,46 17 0 0 0,-77-20 64 0 0,-10 2 378 0 0,-22 10 774 0 0,6-3-852 0 0,8 2-326 0 0,1 1 0 0 0,0 0 0 0 0,1 1 1 0 0,1 0-1 0 0,1 1 0 0 0,-9 20 0 0 0,13-17-318 0 0,6-9-64 0 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4:39.9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104 159 8290 0 0,'-82'-154'12066'0'0,"82"154"-12006"0"0,0 0-1 0 0,0-1 1 0 0,0 1-1 0 0,0 0 1 0 0,0 0-1 0 0,-1 0 0 0 0,1-1 1 0 0,0 1-1 0 0,0 0 1 0 0,0 0-1 0 0,0 0 1 0 0,0-1-1 0 0,0 1 1 0 0,-1 0-1 0 0,1 0 0 0 0,0 0 1 0 0,0 0-1 0 0,0-1 1 0 0,0 1-1 0 0,-1 0 1 0 0,1 0-1 0 0,0 0 0 0 0,0 0 1 0 0,0 0-1 0 0,-1 0 1 0 0,1 0-1 0 0,0 0 1 0 0,0-1-1 0 0,-1 1 1 0 0,1 0-1 0 0,0 0 0 0 0,0 0 1 0 0,-1 0-1 0 0,1 0 1 0 0,0 0-1 0 0,0 0 1 0 0,0 0-1 0 0,-1 1 0 0 0,1-1 1 0 0,0 0-1 0 0,0 0 1 0 0,-1 0-1 0 0,1 0 1 0 0,0 0-1 0 0,0 0 1 0 0,0 0-1 0 0,-1 0 0 0 0,1 0 1 0 0,0 1-1 0 0,-7 15 439 0 0,1 26-631 0 0,33 425 153 0 0,-4-160-24 0 0,-17-173 4 0 0,42 490 0 0 0,-25-450 169 0 0,-7 1 1 0 0,-7 207-1 0 0,-14-288 689 0 0,-2 78-2689 0 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4:40.5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189 6 8290 0 0,'-18'6'342'0'0,"-18"6"2316"0"0,1 2-1 0 0,-61 33 1 0 0,96-47-2603 0 0,-1 0 0 0 0,1 0 0 0 0,0 0 1 0 0,-1 1 495 0 0,1-1-496 0 0,0 1 1 0 0,0-1-1 0 0,-1 0 0 0 0,1 0 0 0 0,0 0 0 0 0,0 0 0 0 0,0 0 1 0 0,0 1-1 0 0,0-1 0 0 0,0 0 0 0 0,0 0 0 0 0,0 0 0 0 0,0 0 1 0 0,0 1-1 0 0,0-1 0 0 0,0 0 0 0 0,0 0 0 0 0,0 0 0 0 0,0 0 1 0 0,0 1-1 0 0,0-1 0 0 0,0 0 0 0 0,0 0 0 0 0,0 0 0 0 0,0 0 1 0 0,1 2 495 0 0,-1-2-496 0 0,1 0 1 0 0,-1 0-1 0 0,0 0 0 0 0,0 0 0 0 0,0 0 0 0 0,0 0 0 0 0,0 0 1 0 0,1 0-1 0 0,-1 0 0 0 0,0 0 0 0 0,0 0 0 0 0,0 0 0 0 0,0 0 1 0 0,1 0-1 0 0,-1 0 0 0 0,0 0 0 0 0,0 0 0 0 0,1 0 1 0 0,22 5 1016 0 0,30-1-665 0 0,50-6 93 0 0,152-21 0 0 0,-144 10-433 0 0,114 2 0 0 0,-64 17 83 0 0,-72-1-4 0 0,0-4 0 0 0,95-11 0 0 0,-160 6-197 0 0,0-2-1 0 0,40-14 1 0 0,9-3-499 0 0,-73 27-1178 0 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4:41.0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 85 6449 0 0,'-23'-3'9624'0'0,"29"0"-8453"0"0,24-10-270 0 0,1 1 1 0 0,0 1-1 0 0,1 2 1 0 0,50-7-1 0 0,-25 8-454 0 0,98 0 0 0 0,-107 7-617 0 0,-15 0-312 0 0,1 1 0 0 0,58 9 1 0 0,-88-8-609 0 0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4:41.4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10594 0 0,'6'4'9236'0'0,"7"107"-7150"0"0,-9-67-1748 0 0,15 76-1 0 0,173 802-6 0 0,-144-608-211 0 0,9 72 263 0 0,-48-284-169 0 0,-5 187 0 0 0,-5-280-275 0 0,-2 56-913 0 0,-23 122-1 0 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4:42.2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52 117 10594 0 0,'-9'0'857'0'0,"-21"-1"-2533"0"0,17-2 3501 0 0,59-8 1330 0 0,495-30 2264 0 0,-342 34-4765 0 0,157-4 205 0 0,-41 3-523 0 0,-55-4-179 0 0,618-11 652 0 0,-372 43-305 0 0,-469-18-504 0 0,0 1 0 0 0,-1 2 0 0 0,66 17 0 0 0,-83-11-990 0 0,-19-11 916 0 0,1 0-1 0 0,-1 1 1 0 0,0-1-1 0 0,1 0 1 0 0,-1 1-1 0 0,0-1 1 0 0,0 0-1 0 0,0 1 1 0 0,1-1 0 0 0,-1 1-1 0 0,0-1 1 0 0,0 0-1 0 0,0 1 1 0 0,0-1-1 0 0,0 1 1 0 0,0-1-1 0 0,0 0 1 0 0,0 1-1 0 0,0-1 1 0 0,0 1-1 0 0,0-1 1 0 0,0 1 0 0 0,0-1-1 0 0,0 0 1 0 0,0 1-1 0 0,0-1 1 0 0,0 1-1 0 0,-1-1 1 0 0,1 0-1 0 0,0 1 1 0 0,0-1-1 0 0,0 1 1 0 0,-1-1-1 0 0,1 0 1 0 0,0 1 0 0 0,0-1-1 0 0,-1 0 1 0 0,1 1-1 0 0,0-1 1 0 0,-1 0-1 0 0,1 0 1 0 0,-1 1-1 0 0,0-1 1 0 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4:42.6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5985 0 0,'13'8'10511'0'0,"-12"-7"-10062"0"0,5 15 2304 0 0,-5-13-3111 0 0,32 90 2277 0 0,29 140-1 0 0,0 97-1318 0 0,22 98-121 0 0,11-94-69 0 0,-39-146-63 0 0,-46-151-105 0 0,10 71 0 0 0,-18-90-425 0 0,-1 0 1 0 0,0 1 0 0 0,-2-1 0 0 0,0 0 0 0 0,-1 0-1 0 0,-5 21 1 0 0,6-38 71 0 0,1 0 0 0 0,0 0 0 0 0,0 0-1 0 0,0 0 1 0 0,0 1 0 0 0,0-1 0 0 0,0 0-1 0 0,0 0 1 0 0,0 0 0 0 0,0 0 0 0 0,0 0 0 0 0,1 1-1 0 0,-1-1 1 0 0,0 0 0 0 0,1 0 0 0 0,-1 0-1 0 0,2 2 1 0 0,10 6-4255 0 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4:43.4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233 0 2304 0 0,'-16'1'1885'0'0,"0"0"0"0"0,-1 1 0 0 0,1 1 0 0 0,0 0 0 0 0,-18 7 0 0 0,12-2-274 0 0,0 1 1 0 0,1 0-1 0 0,-22 15 0 0 0,43-24-1582 0 0,-1 0 0 0 0,1 0 0 0 0,-1 0 1 0 0,1 0-1 0 0,-1 0 0 0 0,1 1 0 0 0,-1-1 0 0 0,1 0 0 0 0,0 0 0 0 0,-1 1 0 0 0,1-1 1 0 0,-1 0-1 0 0,1 1 0 0 0,0-1 0 0 0,-1 1 0 0 0,1-1 0 0 0,0 0 0 0 0,0 1 1 0 0,-1-1-1 0 0,1 1 0 0 0,0-1 0 0 0,0 1 0 0 0,-1-1 0 0 0,1 0 0 0 0,0 1 1 0 0,0-1-1 0 0,0 1 0 0 0,0-1 0 0 0,0 1 0 0 0,0-1 0 0 0,0 1 0 0 0,0-1 1 0 0,0 1-1 0 0,0 0 0 0 0,17 8 363 0 0,37-1-292 0 0,-50-7-45 0 0,55 8-13 0 0,0 3 0 0 0,75 26 0 0 0,-48-13-21 0 0,-67-16-21 0 0,-19-9 0 0 0,0 0 0 0 0,1 0 0 0 0,-1 1 0 0 0,0-1 0 0 0,0 0 0 0 0,0 0 0 0 0,1 1 0 0 0,-1-1 0 0 0,0 0 0 0 0,0 0 0 0 0,0 1 0 0 0,0-1 0 0 0,0 0 0 0 0,0 1 0 0 0,1-1 0 0 0,-1 0 0 0 0,0 1 0 0 0,0-1 0 0 0,0 0 0 0 0,0 0 0 0 0,0 1 0 0 0,0-1 0 0 0,0 0 0 0 0,0 1 0 0 0,0-1 0 0 0,-1 0 0 0 0,1 1 0 0 0,0-1 0 0 0,0 0 0 0 0,0 0 0 0 0,0 1 0 0 0,-3 2 0 0 0,0 0 0 0 0,1-1 0 0 0,-1 1 0 0 0,0-1 0 0 0,0 0 0 0 0,0 0 0 0 0,-5 2 0 0 0,3-1 0 0 0,-52 31-34 0 0,-68 44-163 0 0,111-68 179 0 0,0 1-1 0 0,1 1 1 0 0,0 0-1 0 0,1 0 1 0 0,1 1-1 0 0,-14 20 1 0 0,23-31 16 0 0,1 0 0 0 0,0 1 0 0 0,-1-1 0 0 0,1 1 0 0 0,0-1 0 0 0,0 1 0 0 0,0-1 1 0 0,1 1-1 0 0,-1 0 0 0 0,1-1 0 0 0,-1 4 0 0 0,1-5-1 0 0,0 1 1 0 0,0-1-1 0 0,0 0 0 0 0,1 0 0 0 0,-1 1 1 0 0,0-1-1 0 0,1 0 0 0 0,-1 0 0 0 0,1 1 1 0 0,-1-1-1 0 0,1 0 0 0 0,-1 0 0 0 0,1 0 1 0 0,0 0-1 0 0,0 0 0 0 0,0 0 0 0 0,1 1 1 0 0,1 1-4 0 0,1-1 0 0 0,0 0 1 0 0,0 0-1 0 0,0 0 1 0 0,0 0-1 0 0,0-1 1 0 0,0 1-1 0 0,0-1 1 0 0,0 0-1 0 0,1-1 1 0 0,-1 1-1 0 0,6 0 1 0 0,49 2 31 0 0,-23-2 32 0 0,38 7 0 0 0,-63-6-50 0 0,0 0 1 0 0,-1 1-1 0 0,0 0 0 0 0,0 1 0 0 0,0 0 0 0 0,0 0 0 0 0,0 1 0 0 0,9 7 1 0 0,-18-12-9 0 0,0 1 1 0 0,-1-1-1 0 0,1 1 1 0 0,0 0 0 0 0,0-1-1 0 0,-1 1 1 0 0,1 0 0 0 0,0-1-1 0 0,-1 1 1 0 0,1 0-1 0 0,-1 0 1 0 0,1 0 0 0 0,-1 0-1 0 0,1-1 1 0 0,-1 1 0 0 0,0 0-1 0 0,1 0 1 0 0,-1 0-1 0 0,0 0 1 0 0,0 0 0 0 0,0 0-1 0 0,0 0 1 0 0,0 0 0 0 0,0 0-1 0 0,0 1 1 0 0,0 1 2 0 0,-1-1 1 0 0,0 0-1 0 0,0 0 0 0 0,0 1 1 0 0,0-1-1 0 0,0 0 1 0 0,0 0-1 0 0,-1 0 0 0 0,1 0 1 0 0,-3 2-1 0 0,-7 6 21 0 0,1 0-1 0 0,-24 15 0 0 0,24-18-18 0 0,-56 39-68 0 0,43-33 16 0 0,1 1 0 0 0,1 2 0 0 0,1 0 0 0 0,0 1 0 0 0,-25 29 1 0 0,43-44-3 0 0,1 0 0 0 0,-1 0 0 0 0,1 0 1 0 0,-1 0-1 0 0,1 0 0 0 0,0 1 0 0 0,0-1 1 0 0,0 0-1 0 0,0 0 0 0 0,0 1 0 0 0,1-1 1 0 0,-1 0-1 0 0,1 1 0 0 0,0-1 1 0 0,-1 1-1 0 0,1-1 0 0 0,0 1 0 0 0,0-1 1 0 0,1 5-1 0 0,0-5-12 0 0,0-1 0 0 0,0 1 0 0 0,0-1 0 0 0,0 1 0 0 0,0-1 0 0 0,0 0 0 0 0,1 0 0 0 0,-1 1 0 0 0,0-1 0 0 0,1 0 0 0 0,-1 0-1 0 0,1 0 1 0 0,-1-1 0 0 0,1 1 0 0 0,0 0 0 0 0,-1 0 0 0 0,1-1 0 0 0,-1 1 0 0 0,1-1 0 0 0,0 0 0 0 0,0 1 0 0 0,-1-1 0 0 0,1 0 0 0 0,0 0 0 0 0,0 0 0 0 0,-1 0 0 0 0,1 0 0 0 0,3-1 0 0 0,22-3-1261 0 0,-1-1 1 0 0,0-1-1 0 0,0-1 1 0 0,30-12-1 0 0,-20 6-3262 0 0,-36 13 4573 0 0,1 0-72 0 0,-1 0 0 0 0,1 0 0 0 0,-1 0 0 0 0,0 0 1 0 0,1 0-1 0 0,-1 0 0 0 0,0 0 0 0 0,1-1 0 0 0,-1 1 0 0 0,0 0 0 0 0,1 0 1 0 0,-1 0-1 0 0,0-1 0 0 0,1 1 0 0 0,-1 0 0 0 0,0 0 0 0 0,1-1 1 0 0,-1 1-1 0 0,0 0 0 0 0,0-1 0 0 0,0 1 0 0 0,1 0 0 0 0,-1-1 1 0 0,0 1-1 0 0,0 0 0 0 0,0-1 0 0 0,0 1 0 0 0,1-1 0 0 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4:44.7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3140 1 1840 0 0,'1'5'978'0'0,"0"0"0"0"0,0 0 0 0 0,1-1 1 0 0,0 1-1 0 0,-1 0 0 0 0,2-1 0 0 0,-1 1 0 0 0,0-1 0 0 0,1 1 0 0 0,0-1 0 0 0,0 0 0 0 0,0 0 0 0 0,1-1 0 0 0,-1 1 0 0 0,6 4 0 0 0,-4-3-416 0 0,0 0 0 0 0,0 0 0 0 0,-1 0 0 0 0,0 1-1 0 0,0-1 1 0 0,0 1 0 0 0,-1 0 0 0 0,5 10 0 0 0,-3 9-420 0 0,-1 0 0 0 0,-1 0 0 0 0,-2 0-1 0 0,0 1 1 0 0,-5 43 0 0 0,1 10-49 0 0,22 240-7 0 0,-13-246-97 0 0,23 371 175 0 0,-24-350-83 0 0,38 691-446 0 0,-38-732 386 0 0,2 1 0 0 0,2-1-1 0 0,3-1 1 0 0,2 1 0 0 0,3-2 0 0 0,25 57-1 0 0,-37-96-136 0 0,1-1-1 0 0,0 0 0 0 0,1 0 0 0 0,0 0 0 0 0,0-1 1 0 0,12 13-1 0 0,-12-18 124 0 0,-9-10 70 0 0,-12-15 55 0 0,13 20-118 0 0,-1-1 0 0 0,1 0 0 0 0,0 1 0 0 0,-1-1 0 0 0,1 1 0 0 0,-1-1 0 0 0,1 1 0 0 0,-1 0 0 0 0,1 0 0 0 0,-1-1 0 0 0,1 1 0 0 0,-1 0 0 0 0,1 1 0 0 0,-1-1 0 0 0,1 0 0 0 0,-3 1 0 0 0,-31 7 359 0 0,23-5-296 0 0,-35 3 5 0 0,0-2 0 0 0,0-2 0 0 0,0-1 0 0 0,-65-9 0 0 0,29 2-28 0 0,-235 14-54 0 0,84 1 0 0 0,-392-17-469 0 0,564 6 375 0 0,-264-13-404 0 0,4 18 364 0 0,241 1 121 0 0,-71-5 49 0 0,104-1-13 0 0,0 1 0 0 0,1 3 0 0 0,-94 15 0 0 0,83-6 98 0 0,-1-3 0 0 0,-90 0 0 0 0,143-7-119 0 0,-33 2 263 0 0,1 2 0 0 0,-63 16 0 0 0,72-14 47 0 0,-93 16 331 0 0,121-23-662 0 0,0 0 1 0 0,0 0-1 0 0,0 0 1 0 0,0 0-1 0 0,0 0 1 0 0,0 0-1 0 0,0-1 0 0 0,0 1 1 0 0,0 0-1 0 0,0 0 1 0 0,0-1-1 0 0,0 1 0 0 0,0 0 1 0 0,0-1-1 0 0,0 1 1 0 0,0-1-1 0 0,0 0 1 0 0,1 1-1 0 0,-1-1 0 0 0,0 0 1 0 0,0 1-1 0 0,1-1 1 0 0,-1 0-1 0 0,0 0 0 0 0,1 0 1 0 0,-2 0-1 0 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4:45.9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62 306 9218 0 0,'-6'-1'783'0'0,"0"1"0"0"0,0-1 0 0 0,1 0 0 0 0,-1-1 0 0 0,1 0 0 0 0,-1 1 0 0 0,1-2 0 0 0,0 1 0 0 0,0-1 0 0 0,-1-7 3585 0 0,6 11-4307 0 0,1-1-8 0 0,0 0 0 0 0,0 0 0 0 0,0 0 0 0 0,0 0 0 0 0,-1 0-1 0 0,1 0 1 0 0,0 0 0 0 0,0 1 0 0 0,0-1 0 0 0,0 0 0 0 0,-1 0 0 0 0,1 1-1 0 0,0-1 1 0 0,0 1 0 0 0,-1-1 0 0 0,1 1 0 0 0,1 0 0 0 0,126 138 251 0 0,92 51-304 0 0,-204-176 50 0 0,-2-1 0 0 0,18 22-1 0 0,3 4 42 0 0,-35-39-84 0 0,0 0 1 0 0,0 0-1 0 0,0 0 0 0 0,0 1 1 0 0,1-1-1 0 0,-1 0 0 0 0,0 0 1 0 0,0 0-1 0 0,0 0 1 0 0,1 0-1 0 0,-1 0 0 0 0,0 1 1 0 0,0-1-1 0 0,0 0 0 0 0,1 0 1 0 0,-1 0-1 0 0,0 0 1 0 0,0 0-1 0 0,0 0 0 0 0,1 0 1 0 0,-1 0-1 0 0,0 0 0 0 0,0 0 1 0 0,1 0-1 0 0,-1 0 0 0 0,0 0 1 0 0,0 0-1 0 0,0 0 1 0 0,1 0-1 0 0,-1 0 0 0 0,0-1 1 0 0,0 1-1 0 0,0 0 0 0 0,1 0 1 0 0,-1 0-1 0 0,0 0 1 0 0,0 0-1 0 0,0 0 0 0 0,1-1 1 0 0,-1 1-1 0 0,0 0 0 0 0,0 0 1 0 0,0 0-1 0 0,0 0 1 0 0,0-1-1 0 0,0 1 0 0 0,1 0 1 0 0,-1 0-1 0 0,0 0 0 0 0,0-1 1 0 0,6-19 224 0 0,-1-30 114 0 0,-5 46-292 0 0,5-55 292 0 0,3-1 0 0 0,20-75 0 0 0,47-112 168 0 0,-73 242-522 0 0,1-3-28 0 0,0 1-1 0 0,0-1 1 0 0,-1 0-1 0 0,0 0 1 0 0,0 0-1 0 0,-1 0 0 0 0,0 0 1 0 0,-1 0-1 0 0,1-1 1 0 0,-2 1-1 0 0,1 0 0 0 0,-1 0 1 0 0,-2-9-1 0 0,3 16 3 0 0,0 1-1 0 0,0 0 0 0 0,0 0 1 0 0,0-1-1 0 0,0 1 1 0 0,0 0-1 0 0,0-1 0 0 0,0 1 1 0 0,0 0-1 0 0,0 0 0 0 0,0-1 1 0 0,0 1-1 0 0,0 0 0 0 0,0-1 1 0 0,0 1-1 0 0,0 0 1 0 0,1 0-1 0 0,-1-1 0 0 0,0 1 1 0 0,0 0-1 0 0,0 0 0 0 0,0-1 1 0 0,1 1-1 0 0,-1 0 0 0 0,0 0 1 0 0,0 0-1 0 0,0-1 0 0 0,1 1 1 0 0,-1 0-1 0 0,0 0 1 0 0,0 0-1 0 0,1 0 0 0 0,-1 0 1 0 0,0-1-1 0 0,1 1 0 0 0,6-4-566 0 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4:46.6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40 61 6913 0 0,'-13'-26'578'0'0,"-13"-9"10870"0"0,52 90-9595 0 0,6 36-1364 0 0,-4 2 0 0 0,-5 1 0 0 0,-3 1 0 0 0,7 111 0 0 0,-26-198-488 0 0,2 20-171 0 0,-1 39 0 0 0,-3-59-60 0 0,1 0-1 0 0,-1-1 0 0 0,0 1 0 0 0,-1-1 1 0 0,0 1-1 0 0,0-1 0 0 0,0 0 1 0 0,-1 1-1 0 0,0-1 0 0 0,-5 8 0 0 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4:47.3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146 279 456 0 0,'-11'-7'125'0'0,"-1"0"0"0"0,0 1-1 0 0,-16-6 1 0 0,15 7 668 0 0,1-1 0 0 0,0 0-1 0 0,-12-7 1 0 0,23 12-557 0 0,-1 0 1 0 0,1-1-1 0 0,-1 1 0 0 0,1 0 0 0 0,-1 0 1 0 0,1-1-1 0 0,0 1 0 0 0,0 0 0 0 0,-1-1 1 0 0,1 0-1 0 0,0 1 0 0 0,1-1 0 0 0,-1 1 0 0 0,0-1 1 0 0,0 0-1 0 0,1 0 0 0 0,-1 0 0 0 0,1 1 1 0 0,-1-1-1 0 0,1 0 0 0 0,0 0 0 0 0,0-2 0 0 0,0 1 41 0 0,1 0-1 0 0,-1 0 1 0 0,1 0-1 0 0,0 0 1 0 0,0 0-1 0 0,0 0 1 0 0,0 0-1 0 0,1 1 1 0 0,-1-1-1 0 0,1 0 1 0 0,0 1-1 0 0,2-4 1 0 0,4-3 347 0 0,0 1 1 0 0,1 0-1 0 0,0 0 1 0 0,1 0-1 0 0,18-10 1 0 0,-4 4 250 0 0,0 1 1 0 0,1 1-1 0 0,1 1 1 0 0,35-9-1 0 0,-53 17-848 0 0,0 1 1 0 0,0 0-1 0 0,1 1 0 0 0,-1 0 0 0 0,0 0 1 0 0,1 1-1 0 0,-1 0 0 0 0,1 1 1 0 0,-1-1-1 0 0,0 2 0 0 0,1-1 1 0 0,-1 1-1 0 0,0 0 0 0 0,0 1 0 0 0,0 0 1 0 0,0 0-1 0 0,-1 1 0 0 0,12 7 1 0 0,-16-10-58 0 0,-1 1 1 0 0,0 0 0 0 0,0 0 0 0 0,0 0-1 0 0,0 1 1 0 0,0-1 0 0 0,0 0 0 0 0,-1 1-1 0 0,1-1 1 0 0,-1 1 0 0 0,1-1 0 0 0,-1 1-1 0 0,0 0 1 0 0,0-1 0 0 0,-1 1 0 0 0,1 0-1 0 0,0 0 1 0 0,0 4 0 0 0,-1-1-24 0 0,-1 0 0 0 0,1 0 0 0 0,-1 0 0 0 0,0-1 0 0 0,0 1 0 0 0,-1 0 0 0 0,0-1 0 0 0,-4 10 0 0 0,-4 5-105 0 0,-1-1 0 0 0,-1 0 0 0 0,-24 29 0 0 0,17-26 48 0 0,5-6 168 0 0,2 0 1 0 0,-16 26-1 0 0,25-38 39 0 0,0 1 0 0 0,1 0 0 0 0,0-1 0 0 0,0 1 0 0 0,1 0 0 0 0,-1 0 0 0 0,1 0 0 0 0,0 0 0 0 0,0 0 0 0 0,1 0 0 0 0,-1 1 1 0 0,1-1-1 0 0,1 0 0 0 0,0 10 0 0 0,0-13-51 0 0,0 1 1 0 0,0-1-1 0 0,0 1 0 0 0,1-1 1 0 0,-1 0-1 0 0,1 1 1 0 0,-1-1-1 0 0,1 0 1 0 0,0 0-1 0 0,0 0 1 0 0,0 0-1 0 0,0-1 0 0 0,0 1 1 0 0,0 0-1 0 0,0-1 1 0 0,1 0-1 0 0,-1 1 1 0 0,1-1-1 0 0,-1 0 1 0 0,4 1-1 0 0,8 3 72 0 0,1 0 0 0 0,22 3 0 0 0,-10-2 81 0 0,240 56 489 0 0,-260-60-655 0 0,1 1 0 0 0,0 0 1 0 0,-1 0-1 0 0,0 1 0 0 0,9 5 0 0 0,9 5-40 0 0,-24-14-117 0 0,0 1-1 0 0,0-1 1 0 0,1 0-1 0 0,-1 1 1 0 0,0-1 0 0 0,0 0-1 0 0,1 0 1 0 0,-1 0-1 0 0,0 0 1 0 0,1 0 0 0 0,-1 0-1 0 0,0 0 1 0 0,0-1-1 0 0,1 1 1 0 0,-1 0-1 0 0,2-1 1 0 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4:48.7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84 223 2304 0 0,'-42'1'1717'0'0,"1"0"4511"0"0,53-2-2862 0 0,11-7-2541 0 0,6-1-753 0 0,159-42 692 0 0,186-39-273 0 0,-213 63 79 0 0,1 7-1 0 0,232 2 1 0 0,-118 28-54 0 0,167 1 357 0 0,-234-13 116 0 0,141-6 338 0 0,-177 3-975 0 0,273 27 0 0 0,-371-12-170 0 0,-1 4 0 0 0,-1 2 0 0 0,0 4 0 0 0,93 39 1 0 0,-156-56-128 0 0,0 1 0 0 0,-1 1 1 0 0,0 0-1 0 0,15 10 0 0 0,-20-12-29 0 0,0 1 0 0 0,0 0 0 0 0,0 0 0 0 0,-1 1 0 0 0,1-1 0 0 0,-1 1 0 0 0,0-1-1 0 0,-1 1 1 0 0,1 0 0 0 0,2 9 0 0 0,7 26 44 0 0,-1 0 0 0 0,-2 0 0 0 0,3 47 0 0 0,-3-25-70 0 0,21 219-116 0 0,-4-29-88 0 0,-13-147 204 0 0,-6-36 0 0 0,21 83 0 0 0,7-45 8 0 0,-21-70 52 0 0,13 59 0 0 0,-26-95-135 0 0,-1 0 1 0 0,1 1-1 0 0,-1-1 1 0 0,0 0-1 0 0,1 1 1 0 0,-1-1-1 0 0,0 0 0 0 0,0 1 1 0 0,0-1-1 0 0,0 0 1 0 0,0 1-1 0 0,-1-1 0 0 0,1 1 1 0 0,0-1-1 0 0,-1 0 1 0 0,1 1-1 0 0,0-1 1 0 0,-1 0-1 0 0,0 0 0 0 0,1 1 1 0 0,-1-1-1 0 0,0 0 1 0 0,0 0-1 0 0,1 0 1 0 0,-3 2-1 0 0,0-2-1083 0 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4:49.3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32 290 3225 0 0,'-3'-3'537'0'0,"0"1"1"0"0,0-2-1 0 0,1 1 0 0 0,0 0 1 0 0,-1 0-1 0 0,1-1 1 0 0,0 1-1 0 0,1-1 1 0 0,-1 0-1 0 0,1 0 0 0 0,0 1 1 0 0,-1-1-1 0 0,2 0 1 0 0,-1 0-1 0 0,0-4 0 0 0,0 3 186 0 0,0 0-1 0 0,1 0 1 0 0,-1 0-1 0 0,1-1 1 0 0,1 1-1 0 0,-1 0 0 0 0,1 0 1 0 0,-1 0-1 0 0,1 0 1 0 0,1 0-1 0 0,2-7 0 0 0,-4 11-652 0 0,1 0-1 0 0,-1 0 0 0 0,0 0 1 0 0,1 1-1 0 0,-1-1 0 0 0,1 0 1 0 0,0 0-1 0 0,-1 0 0 0 0,1 1 1 0 0,-1-1-1 0 0,1 0 0 0 0,0 1 1 0 0,0-1-1 0 0,-1 1 0 0 0,1-1 1 0 0,0 1-1 0 0,0-1 0 0 0,0 1 1 0 0,-1 0-1 0 0,1-1 0 0 0,0 1 1 0 0,0 0-1 0 0,0-1 0 0 0,0 1 1 0 0,0 0-1 0 0,0 0 0 0 0,0 0 1 0 0,0 0-1 0 0,0 0 0 0 0,0 0 1 0 0,-1 0-1 0 0,1 0 0 0 0,0 1 1 0 0,0-1-1 0 0,1 0 0 0 0,2 2-28 0 0,0 1 0 0 0,-1-1 0 0 0,1 0 0 0 0,-1 1 0 0 0,0 0-1 0 0,5 5 1 0 0,18 22 10 0 0,0 1 1 0 0,30 50-1 0 0,-6-9-66 0 0,-27-32 15 0 0,-20-32 8 0 0,1-1 0 0 0,0 0 0 0 0,0-1 1 0 0,1 1-1 0 0,-1-1 0 0 0,1 1 0 0 0,1-1 0 0 0,8 8 0 0 0,-12-14-4 0 0,-1 1 0 0 0,1 0 0 0 0,0-1 0 0 0,-1 1 0 0 0,1-1-1 0 0,0 0 1 0 0,-1 1 0 0 0,1-1 0 0 0,0 0 0 0 0,-1 0 0 0 0,1 0 0 0 0,0 0-1 0 0,0-1 1 0 0,-1 1 0 0 0,1 0 0 0 0,0-1 0 0 0,-1 1 0 0 0,1-1 0 0 0,0 1-1 0 0,-1-1 1 0 0,1 0 0 0 0,-1 0 0 0 0,1 0 0 0 0,-1 0 0 0 0,0 0 0 0 0,3-2-1 0 0,37-37 404 0 0,-34 32-366 0 0,200-248 1124 0 0,-179 218-1115 0 0,-15 20-477 0 0,-1-2-1 0 0,-1 0 0 0 0,14-35 1 0 0,-12 25-1169 0 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4:50.0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10138 0 0,'6'1'8147'0'0,"-2"14"-4575"0"0,0 37-3530 0 0,-1-15 574 0 0,14 54-494 0 0,54 163 0 0 0,-45-173-76 0 0,-3 1 1 0 0,19 127-1 0 0,-41-203-231 0 0,1 45 323 0 0,-3-48-486 0 0,1-1 1 0 0,-1 1-1 0 0,1 0 1 0 0,-1-1 0 0 0,0 1-1 0 0,0-1 1 0 0,0 1 0 0 0,0-1-1 0 0,0 1 1 0 0,-2 1-1 0 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4:50.4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65 121 2304 0 0,'-28'-10'1094'0'0,"-8"-4"5246"0"0,36 13-6189 0 0,0 1 0 0 0,0-1 1 0 0,0 1-1 0 0,0-1 0 0 0,1 1 0 0 0,-1 0 0 0 0,0-1 0 0 0,0 1 0 0 0,1-1 1 0 0,0 0 301 0 0,-1 1-302 0 0,0 0 0 0 0,1-1 0 0 0,-1 1 1 0 0,1 0-1 0 0,-1 0 0 0 0,0-1 0 0 0,1 1 0 0 0,-1 0 0 0 0,1 0 1 0 0,-1 0-1 0 0,1 0 0 0 0,-1 0 0 0 0,1-1 0 0 0,-1 1 0 0 0,1 0 0 0 0,-1 0 1 0 0,0 0-1 0 0,1 0 0 0 0,19-6 1417 0 0,108-20 3867 0 0,2 7-4032 0 0,72-15-1612 0 0,-160 31-1929 0 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4:50.8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16 148 6913 0 0,'-15'-4'7277'0'0,"39"-7"-2654"0"0,-10 5-5048 0 0,207-75 4746 0 0,-181 70-6559 0 0,74-11 0 0 0,-91 18 975 0 0,-1-4 761 0 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4:59.02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35 294 10594 0 0,'-4'-4'237'0'0,"-23"-27"5533"0"0,26 30-5627 0 0,1 1 0 0 0,0-1 0 0 0,-1 1 0 0 0,1-1 0 0 0,0 1 0 0 0,0-1 0 0 0,-1 1 0 0 0,1-1 0 0 0,0 1 0 0 0,0-1 0 0 0,0 0 0 0 0,0 1 0 0 0,0-1 0 0 0,0 1 0 0 0,0-1 0 0 0,0 1 0 0 0,0-1 0 0 0,0 0 0 0 0,0 1 0 0 0,0-1 0 0 0,0 1 0 0 0,1-1 0 0 0,-1 0 0 0 0,1 0-39 0 0,0 1 1 0 0,-1-1 0 0 0,1 0-1 0 0,0 1 1 0 0,0-1-1 0 0,0 1 1 0 0,0 0-1 0 0,0-1 1 0 0,0 1-1 0 0,0 0 1 0 0,0-1 0 0 0,0 1-1 0 0,0 0 1 0 0,0 0-1 0 0,0 0 1 0 0,0 0-1 0 0,0 0 1 0 0,2 0-1 0 0,-1 1-73 0 0,1-1-1 0 0,0 1 1 0 0,-1 0-1 0 0,1 0 1 0 0,-1 0-1 0 0,0 0 0 0 0,1 1 1 0 0,-1-1-1 0 0,0 1 1 0 0,0-1-1 0 0,0 1 1 0 0,0 0-1 0 0,0-1 1 0 0,0 1-1 0 0,0 0 0 0 0,0 1 1 0 0,1 2-1 0 0,28 45-18 0 0,-27-44 14 0 0,62 130 54 0 0,-43-84-52 0 0,53 84 0 0 0,-65-119-28 0 0,0-2 0 0 0,2 0 0 0 0,0 0 0 0 0,0-1 0 0 0,1-1 0 0 0,1 0 0 0 0,0-1 0 0 0,1-1 0 0 0,19 11 0 0 0,-12-9 5 0 0,-14-7 4 0 0,-1-1 0 0 0,2 1 0 0 0,-1-2 0 0 0,0 0 0 0 0,1 0 0 0 0,0 0 0 0 0,13 2 0 0 0,-22-6 7 0 0,1-1 0 0 0,-1 1 0 0 0,0 0-1 0 0,1 0 1 0 0,-1-1 0 0 0,0 1 0 0 0,0-1-1 0 0,0 1 1 0 0,1-1 0 0 0,-1 1 0 0 0,0-1-1 0 0,0 0 1 0 0,0 0 0 0 0,0 1 0 0 0,0-1 0 0 0,0 0-1 0 0,0 0 1 0 0,0 0 0 0 0,0 0 0 0 0,-1 0-1 0 0,1 0 1 0 0,0 0 0 0 0,-1-1 0 0 0,1 1 0 0 0,0 0-1 0 0,-1 0 1 0 0,0 0 0 0 0,1-1 0 0 0,-1 1-1 0 0,0 0 1 0 0,1-1 0 0 0,-1 1 0 0 0,0 0-1 0 0,0-2 1 0 0,2-54 483 0 0,-2 47-371 0 0,0 3-95 0 0,5-236 690 0 0,-1 181-645 0 0,24-116 0 0 0,-12 114-81 0 0,-2 5-317 0 0,9-64 1 0 0,-24 111-550 0 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4:59.3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0 131 11058 0 0,'0'-1'81'0'0,"0"-1"-1"0"0,0 1 1 0 0,0 0-1 0 0,0 0 1 0 0,0 0-1 0 0,1-1 1 0 0,-1 1-1 0 0,0 0 1 0 0,1 0-1 0 0,-1 0 1 0 0,0-1-1 0 0,1 1 1 0 0,0 0-1 0 0,-1 0 1 0 0,1 0-1 0 0,0 0 1 0 0,-1 0-1 0 0,1 0 1 0 0,0 0-1 0 0,0 0 1 0 0,0 1-1 0 0,0-1 1 0 0,0 0-1 0 0,2-1 1 0 0,31-21 804 0 0,-23 17-533 0 0,1-2-204 0 0,11-7 421 0 0,33-17 0 0 0,-12 17-2823 0 0,-40 14 1436 0 0,1 0 0 0 0,-1 0 0 0 0,1 1 0 0 0,-1 0 0 0 0,1 0 0 0 0,-1 0 0 0 0,7 1 0 0 0,0 3 269 0 0,-1 2 407 0 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4:59.54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0 160 6913 0 0,'11'-5'783'0'0,"0"0"-1"0"0,-1-1 0 0 0,0-1 0 0 0,0 0 0 0 0,0 0 0 0 0,-1-1 0 0 0,-1 0 0 0 0,16-19 0 0 0,19-16-836 0 0,7 13-7371 0 0,-42 24 7281 0 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4:59.8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 35 7834 0 0,'-16'-35'11245'0'0,"26"51"-9920"0"0,25 55-699 0 0,41 122-1 0 0,-49-119-634 0 0,54 107 0 0 0,8-45-412 0 0,-46-75-2642 0 0,-33-44-3568 0 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5:00.0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16 205 6449 0 0,'-1'0'9'0'0,"0"0"0"0"0,0-1 0 0 0,1 1 0 0 0,-1 0 0 0 0,0-1 0 0 0,0 1 0 0 0,1-1 0 0 0,-1 1 0 0 0,0-1 0 0 0,0 1 0 0 0,1-1 0 0 0,-1 0 0 0 0,1 1 0 0 0,-1-1 0 0 0,1 0 0 0 0,-1 1 0 0 0,1-1 0 0 0,-1 0 0 0 0,1 0 0 0 0,-1 0 0 0 0,1 1 0 0 0,0-1-1 0 0,0 0 1 0 0,-1 0 0 0 0,1 0 0 0 0,0 0 0 0 0,0 0 0 0 0,0 0 0 0 0,0 1 0 0 0,0-1 0 0 0,0 0 0 0 0,0-1 0 0 0,2-1-56 0 0,-1 0-1 0 0,1 0 1 0 0,0 0 0 0 0,0 1-1 0 0,0-1 1 0 0,0 1 0 0 0,5-4-1 0 0,-1-1 634 0 0,12-12 535 0 0,1 2-1 0 0,1 0 1 0 0,0 1-1 0 0,1 1 1 0 0,0 1 0 0 0,1 0-1 0 0,44-18 1 0 0,-62 31-1198 0 0,1 0 1 0 0,-1-1 0 0 0,1 2-1 0 0,-1-1 1 0 0,10 0 0 0 0,10 5-4294 0 0,-9 2-406 0 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5:00.2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1 233 6913 0 0,'17'-8'1089'0'0,"149"-100"4054"0"0,-96 58-5280 0 0,26-8-195 0 0,-85 50 259 0 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5:00.63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 42 6913 0 0,'-22'-42'10938'0'0,"36"62"-8698"0"0,-1 4-1890 0 0,0 0 0 0 0,-2 1 1 0 0,17 51-1 0 0,12 84 88 0 0,-28-102-369 0 0,38 106 1 0 0,33-1-1789 0 0,-67-133-464 0 0,-7-12-4494 0 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5:01.2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176 280 1016 0 0,'-13'-14'177'0'0,"0"1"-1"0"0,0 0 0 0 0,-28-19 1 0 0,27 22 656 0 0,1 0 0 0 0,0 0 1 0 0,1-2-1 0 0,1 1 0 0 0,-14-19 0 0 0,24 29-538 0 0,0 0-1 0 0,0 0 1 0 0,1-1-1 0 0,-1 1 1 0 0,0 0-1 0 0,1-1 1 0 0,-1 1-1 0 0,1 0 1 0 0,0-1-1 0 0,-1 1 1 0 0,1-1-1 0 0,0 1 0 0 0,0-1 1 0 0,0 1-1 0 0,0-1 1 0 0,0 1-1 0 0,0-1 1 0 0,0 1-1 0 0,1-1 1 0 0,-1 1-1 0 0,1-2 1 0 0,1-1 10 0 0,-1 1 0 0 0,1 0 0 0 0,0 0 0 0 0,0 0 0 0 0,0 0 0 0 0,0 0 0 0 0,1 1 0 0 0,4-5 0 0 0,5-3 230 0 0,1 0 1 0 0,1 1 0 0 0,15-8 0 0 0,-24 14-68 0 0,-1 1-373 0 0,0 1 0 0 0,0-1 0 0 0,-1 0 0 0 0,1 1 0 0 0,0 0 0 0 0,0 0 0 0 0,0 0-1 0 0,1 0 1 0 0,-1 1 0 0 0,0 0 0 0 0,0 0 0 0 0,0 0 0 0 0,0 0 0 0 0,0 0 0 0 0,1 1 0 0 0,-1 0 0 0 0,0 0 0 0 0,0 0 0 0 0,0 0 0 0 0,-1 1 0 0 0,1 0 0 0 0,0-1 0 0 0,0 1-1 0 0,-1 0 1 0 0,1 1 0 0 0,-1-1 0 0 0,0 1 0 0 0,4 3 0 0 0,-3-2-109 0 0,0 0 1 0 0,-1 0-1 0 0,1 0 0 0 0,-1 1 1 0 0,0-1-1 0 0,0 1 0 0 0,-1 0 0 0 0,0-1 1 0 0,1 1-1 0 0,-2 0 0 0 0,1 1 0 0 0,0-1 1 0 0,-1 0-1 0 0,0 0 0 0 0,0 1 1 0 0,-1-1-1 0 0,1 0 0 0 0,-1 1 0 0 0,-1-1 1 0 0,1 0-1 0 0,-2 10 0 0 0,-7 12-44 0 0,-1-1 0 0 0,-1 1 0 0 0,-1-2 0 0 0,-1 1 0 0 0,-2-2 0 0 0,-21 29 0 0 0,11-14 180 0 0,23-37-77 0 0,0 1 0 0 0,0 0 1 0 0,0 1-1 0 0,0-1 0 0 0,1 0 0 0 0,-1 0 0 0 0,1 1 0 0 0,0-1 0 0 0,0 1 0 0 0,0-1 1 0 0,0 1-1 0 0,0 6 0 0 0,2-8-4 0 0,0-1-1 0 0,-1 1 1 0 0,1 0 0 0 0,0-1 0 0 0,0 1-1 0 0,-1-1 1 0 0,1 0 0 0 0,1 1 0 0 0,-1-1 0 0 0,0 0-1 0 0,0 1 1 0 0,0-1 0 0 0,1 0 0 0 0,-1 0-1 0 0,0 0 1 0 0,1 0 0 0 0,-1 0 0 0 0,1 0 0 0 0,-1-1-1 0 0,1 1 1 0 0,0 0 0 0 0,-1-1 0 0 0,1 1-1 0 0,0-1 1 0 0,-1 0 0 0 0,1 1 0 0 0,3-1-1 0 0,318 53 938 0 0,-175-30-383 0 0,-113-13-2297 0 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5:29.2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32 82 5065 0 0,'-8'-27'1867'0'0,"6"22"-1056"0"0,1-1-1 0 0,-1 0 1 0 0,1 1 0 0 0,-2-1 0 0 0,1 1 0 0 0,0 0 0 0 0,-1 0 0 0 0,-4-6 0 0 0,10 32 2967 0 0,0-4-3313 0 0,119 335 1946 0 0,-110-322-2371 0 0,99 220-1937 0 0,-94-216-4927 0 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5:29.9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48 426 10138 0 0,'-12'-4'781'0'0,"8"2"-413"0"0,0 0 0 0 0,0 1-1 0 0,-1 0 1 0 0,1 0 0 0 0,0 0 0 0 0,-7 0 0 0 0,12 6-33 0 0,-1-1 1 0 0,1 1-1 0 0,0-1 1 0 0,0 1-1 0 0,1-1 1 0 0,-1 0 0 0 0,3 5-1 0 0,20 41-174 0 0,2-1 0 0 0,1-1 0 0 0,3-2 0 0 0,2-1 0 0 0,41 45 0 0 0,-72-89-165 0 0,1 1 1 0 0,-1 0-1 0 0,1 0 1 0 0,0-1-1 0 0,-1 1 1 0 0,1-1 0 0 0,0 0-1 0 0,0 1 1 0 0,0-1-1 0 0,0 0 1 0 0,0 0-1 0 0,0 0 1 0 0,0 0-1 0 0,1-1 1 0 0,-1 1-1 0 0,0-1 1 0 0,3 1 0 0 0,-4-1-33 0 0,1 0 0 0 0,0 0 0 0 0,-1-1 0 0 0,1 1 0 0 0,0 0 0 0 0,-1-1 0 0 0,1 0 0 0 0,-1 1 0 0 0,1-1 0 0 0,-1 0 0 0 0,1 0 0 0 0,-1 0 0 0 0,1 0 0 0 0,-1 0 1 0 0,0 0-1 0 0,0 0 0 0 0,1 0 0 0 0,0-2 0 0 0,1-2-106 0 0,1 0 1 0 0,-1 0-1 0 0,-1 0 1 0 0,1 0-1 0 0,-1 0 1 0 0,0-1-1 0 0,0 1 1 0 0,0-1-1 0 0,-1 0 1 0 0,0 1-1 0 0,0-1 1 0 0,0-6-1 0 0,-1-5-51 0 0,-1 0 0 0 0,0 0-1 0 0,-2 0 1 0 0,0 0 0 0 0,-1 1-1 0 0,-6-18 1 0 0,-43-96-583 0 0,34 86 621 0 0,14 34 206 0 0,1-1 1 0 0,-2 1-1 0 0,1 0 1 0 0,-2 0 0 0 0,1 1-1 0 0,-13-14 1 0 0,15 19 95 0 0,0 0 1 0 0,-1 1-1 0 0,1-1 1 0 0,-1 1 0 0 0,1 0-1 0 0,-1 0 1 0 0,0 1-1 0 0,0 0 1 0 0,0-1-1 0 0,-1 2 1 0 0,1-1-1 0 0,0 1 1 0 0,-1-1-1 0 0,1 2 1 0 0,-10-2 0 0 0,6 2 213 0 0,-24-1 293 0 0,32 1-617 0 0,0 0 0 0 0,-1 0 0 0 0,1 0 1 0 0,0-1-1 0 0,0 1 0 0 0,0 0 0 0 0,-1-1 0 0 0,1 1 0 0 0,0 0 0 0 0,0-1 0 0 0,0 1 0 0 0,0-1 1 0 0,0 0-1 0 0,0 1 0 0 0,0-1 0 0 0,0 0 0 0 0,0 0 0 0 0,0 0 0 0 0,-1-1 0 0 0,2 1-21 0 0,0 0 0 0 0,0 0 0 0 0,0 0-1 0 0,0 0 1 0 0,1 0 0 0 0,-1 0 0 0 0,0-1-1 0 0,1 1 1 0 0,-1 0 0 0 0,0 0 0 0 0,1 0 0 0 0,-1 0-1 0 0,1 0 1 0 0,0 0 0 0 0,-1 0 0 0 0,1 0-1 0 0,0 0 1 0 0,0 1 0 0 0,-1-1 0 0 0,1 0 0 0 0,2-1-1 0 0,23-19 100 0 0,-21 17-83 0 0,15-11 13 0 0,2 0-1 0 0,0 1 1 0 0,1 2 0 0 0,0 0 0 0 0,1 1 0 0 0,0 1 0 0 0,33-8 0 0 0,-44 15-12 0 0,0 1 1 0 0,0 0 0 0 0,1 1-1 0 0,-1 0 1 0 0,1 1-1 0 0,26 3 1 0 0,-32-2-25 0 0,1 1-1 0 0,0 0 1 0 0,0 1 0 0 0,-1 0 0 0 0,0 1 0 0 0,1-1 0 0 0,-1 2 0 0 0,-1-1-1 0 0,1 1 1 0 0,0 0 0 0 0,8 8 0 0 0,-11-7-41 0 0,0 0 1 0 0,0 0 0 0 0,-1 0-1 0 0,0 0 1 0 0,0 1-1 0 0,0 0 1 0 0,-1 0 0 0 0,1 0-1 0 0,-2 0 1 0 0,1 0 0 0 0,-1 0-1 0 0,0 1 1 0 0,-1 0-1 0 0,0-1 1 0 0,1 13 0 0 0,0-4-29 0 0,0-1 1 0 0,7 21 0 0 0,-8-33 70 0 0,0 1 0 0 0,0-1 0 0 0,1 0 0 0 0,-1 0 1 0 0,1 0-1 0 0,0 0 0 0 0,0 0 0 0 0,0 0 0 0 0,0-1 1 0 0,0 1-1 0 0,0-1 0 0 0,1 1 0 0 0,0-1 0 0 0,-1 0 0 0 0,1 0 1 0 0,0 0-1 0 0,0 0 0 0 0,5 2 0 0 0,-3-2 29 0 0,-1-1 0 0 0,1 0-1 0 0,0 0 1 0 0,0 0 0 0 0,0-1 0 0 0,-1 0-1 0 0,1 0 1 0 0,0 0 0 0 0,0 0 0 0 0,0-1-1 0 0,9-2 1 0 0,-3 0 39 0 0,1-1-1 0 0,-1 0 1 0 0,1-1-1 0 0,-1-1 1 0 0,-1 1-1 0 0,1-2 1 0 0,-1 1 0 0 0,0-2-1 0 0,14-12 1 0 0,-21 17-26 0 0,1-1 0 0 0,-1 0 1 0 0,0 0-1 0 0,-1 0 0 0 0,1 0 1 0 0,-1 0-1 0 0,0 0 0 0 0,0-1 1 0 0,0 1-1 0 0,0-1 1 0 0,-1 0-1 0 0,0 0 0 0 0,0 1 1 0 0,1-10-1 0 0,-2 6 49 0 0,0-1-1 0 0,-1 1 1 0 0,1-1-1 0 0,-2 1 1 0 0,1 0 0 0 0,-1 0-1 0 0,-1 0 1 0 0,-3-9-1 0 0,-1 1 36 0 0,0 1-1 0 0,-2 0 0 0 0,0 0 0 0 0,0 1 0 0 0,-1 0 1 0 0,-1 1-1 0 0,0 0 0 0 0,-14-12 0 0 0,21 21-131 0 0,-1 1-1 0 0,1-1 0 0 0,0 1 0 0 0,-1 0 1 0 0,0 0-1 0 0,0 1 0 0 0,0-1 1 0 0,0 1-1 0 0,0 0 0 0 0,0 1 1 0 0,-1-1-1 0 0,1 1 0 0 0,-1 0 0 0 0,1 0 1 0 0,-1 1-1 0 0,1-1 0 0 0,-1 1 1 0 0,1 1-1 0 0,-1-1 0 0 0,1 1 1 0 0,-9 2-1 0 0,8-1-396 0 0,0 0 0 0 0,0 0 0 0 0,0 1 0 0 0,0 0 0 0 0,0 0 1 0 0,-9 8-1 0 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5:30.3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99 18 6913 0 0,'-6'-3'743'0'0,"1"1"-1"0"0,0-1 1 0 0,-1 1-1 0 0,1 0 1 0 0,-1 1-1 0 0,1-1 0 0 0,-1 1 1 0 0,-7 0-1 0 0,11 1-605 0 0,0 0 0 0 0,1 0 0 0 0,-1 0 0 0 0,0 1 0 0 0,1-1-1 0 0,-1 1 1 0 0,1-1 0 0 0,-1 1 0 0 0,1-1 0 0 0,-1 1 0 0 0,1 0-1 0 0,-1 0 1 0 0,1 0 0 0 0,0 0 0 0 0,-1 0 0 0 0,1 0 0 0 0,0 0-1 0 0,0 0 1 0 0,0 1 0 0 0,0-1 0 0 0,0 0 0 0 0,0 1 0 0 0,0-1-1 0 0,0 0 1 0 0,1 1 0 0 0,-1-1 0 0 0,0 1 0 0 0,1 0 0 0 0,-1-1 0 0 0,1 1-1 0 0,0-1 1 0 0,0 1 0 0 0,-1 3 0 0 0,-1 13-48 0 0,1 0-1 0 0,1 0 1 0 0,0 1 0 0 0,1-1 0 0 0,1 0-1 0 0,1 0 1 0 0,0 0 0 0 0,10 28 0 0 0,-4-20-121 0 0,1-1 1 0 0,1 0-1 0 0,1 0 0 0 0,2-1 1 0 0,17 25-1 0 0,-22-37-40 0 0,1-1 0 0 0,0 0 0 0 0,17 15-1 0 0,-23-23 9 0 0,0 1-1 0 0,0-1 1 0 0,0 0-1 0 0,1 0 1 0 0,0 0-1 0 0,-1-1 1 0 0,1 0-1 0 0,0 0 1 0 0,0 0-1 0 0,0 0 1 0 0,0-1-1 0 0,1 0 1 0 0,5 1-1 0 0,-9-2 66 0 0,-1 0 1 0 0,1 0-1 0 0,-1 0 0 0 0,0 0 1 0 0,1 0-1 0 0,-1-1 0 0 0,0 1 1 0 0,1 0-1 0 0,-1-1 0 0 0,0 1 0 0 0,0-1 1 0 0,1 1-1 0 0,-1-1 0 0 0,0 0 1 0 0,0 0-1 0 0,0 1 0 0 0,0-1 0 0 0,0 0 1 0 0,0 0-1 0 0,0 0 0 0 0,0 0 1 0 0,0 0-1 0 0,0 0 0 0 0,-1-1 1 0 0,1 1-1 0 0,0 0 0 0 0,-1 0 0 0 0,1 0 1 0 0,-1-1-1 0 0,1 1 0 0 0,-1 0 1 0 0,0-1-1 0 0,1 1 0 0 0,-1 0 1 0 0,0-1-1 0 0,0 1 0 0 0,0 0 0 0 0,0-1 1 0 0,0 1-1 0 0,0 0 0 0 0,-1-3 1 0 0,-1-7 224 0 0,1 1 0 0 0,-2-1 0 0 0,0 1 0 0 0,-4-12 0 0 0,5 16-167 0 0,-79-201 1566 0 0,15 75-8200 0 0,53 111 570 0 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5:30.7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6 307 7834 0 0,'-5'-3'11027'0'0,"18"22"-8966"0"0,26 28-2447 0 0,-22-29 475 0 0,1-1 0 0 0,1-1 0 0 0,0 0-1 0 0,1-2 1 0 0,1 0 0 0 0,0-1 0 0 0,1-2-1 0 0,40 16 1 0 0,-62-26-78 0 0,1-1 0 0 0,-1 0 0 0 0,1 0 0 0 0,-1 0-1 0 0,1 1 1 0 0,-1-1 0 0 0,1 0 0 0 0,0 0 0 0 0,-1 0 0 0 0,1 0 0 0 0,-1 0-1 0 0,1 0 1 0 0,-1 0 0 0 0,1 0 0 0 0,0 0 0 0 0,-1-1 0 0 0,1 1-1 0 0,-1 0 1 0 0,1 0 0 0 0,-1 0 0 0 0,1-1 0 0 0,-1 1 0 0 0,1 0-1 0 0,-1-1 1 0 0,1 1 0 0 0,-1 0 0 0 0,1-1 0 0 0,-1 1 0 0 0,0-1 0 0 0,1 1-1 0 0,0-1 1 0 0,4-22 745 0 0,-13-36 442 0 0,7 51-1221 0 0,-39-155 268 0 0,24 109-491 0 0,-16-105 0 0 0,31 113-1902 0 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5:33.5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28 66 6913 0 0,'-21'-36'4194'0'0,"14"11"1509"0"0,8 25-5584 0 0,-1-1 0 0 0,0 1-1 0 0,1-1 1 0 0,-1 1 0 0 0,1 0-1 0 0,-1 0 1 0 0,1-1 0 0 0,-1 1-1 0 0,1 0 1 0 0,-1 0 0 0 0,1-1-1 0 0,-1 1 1 0 0,1 0 0 0 0,0 0-1 0 0,-1 0 1 0 0,1 0 0 0 0,-1 0 0 0 0,1 0-1 0 0,-1 0 1 0 0,1 0 0 0 0,-1 0-1 0 0,1 0 1 0 0,0 0 0 0 0,-1 0-1 0 0,1 1 1 0 0,-1-1 0 0 0,1 0-1 0 0,-1 0 1 0 0,1 1 0 0 0,-1-1-1 0 0,1 0 1 0 0,-1 0 0 0 0,1 1-1 0 0,-1-1 1 0 0,1 1 0 0 0,21 10 360 0 0,-11-4-383 0 0,0 1 0 0 0,-1 0 0 0 0,0 0 0 0 0,0 1 0 0 0,-1 0 1 0 0,0 1-1 0 0,-1 0 0 0 0,0 0 0 0 0,0 1 0 0 0,-1 0 0 0 0,-1 0 0 0 0,8 17 0 0 0,0 9-60 0 0,-1 1 0 0 0,12 66 0 0 0,-15-58-152 0 0,22 64-1 0 0,-29-103-61 0 0,1 1-1 0 0,-1-1 1 0 0,1 0 0 0 0,8 12-1 0 0,14 5-4526 0 0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5:34.1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24 4145 0 0,'1'-23'11026'0'0,"-1"23"-10888"0"0,28 16 6117 0 0,-19-9-7244 0 0,8 5 1185 0 0,-2 1 1 0 0,0 1-1 0 0,0 0 1 0 0,-2 1-1 0 0,1 0 0 0 0,-2 2 1 0 0,0-1-1 0 0,-1 1 1 0 0,9 20-1 0 0,7 21 95 0 0,31 95 0 0 0,-38-94-4044 0 0,44 91 0 0 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5:34.5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221 28 6449 0 0,'1'-1'69'0'0,"-1"0"0"0"0,0 0 0 0 0,0 0 0 0 0,0 0 0 0 0,0 0 0 0 0,0 0 0 0 0,0 0 0 0 0,-1 0 0 0 0,1 0 0 0 0,0 0 0 0 0,0 0 0 0 0,-1 0 0 0 0,1 0 0 0 0,0 0 0 0 0,-1 0 0 0 0,1 0 0 0 0,-1 0 0 0 0,1 1 0 0 0,-1-1 0 0 0,0 0 0 0 0,1 0 0 0 0,-1 1 0 0 0,0-1 0 0 0,0 0 0 0 0,1 1 0 0 0,-1-1 0 0 0,0 1 0 0 0,0-1 0 0 0,0 1 0 0 0,0-1 0 0 0,0 1 0 0 0,1-1 0 0 0,-3 1 0 0 0,0 0 63 0 0,1 0 0 0 0,0 0 1 0 0,-1 0-1 0 0,1 1 0 0 0,0-1 0 0 0,-1 1 1 0 0,1-1-1 0 0,0 1 0 0 0,-1 0 0 0 0,1 0 0 0 0,0 0 1 0 0,0 0-1 0 0,0 0 0 0 0,-3 3 0 0 0,-4 4 75 0 0,-1 0 0 0 0,1 1-1 0 0,0 0 1 0 0,1 0 0 0 0,0 1-1 0 0,1 1 1 0 0,-7 11 0 0 0,-40 81 1005 0 0,51-95-1080 0 0,-1 0-43 0 0,-2 3 430 0 0,1 0 0 0 0,0 0 0 0 0,1 1 0 0 0,1 0 0 0 0,-4 19 0 0 0,6-29-416 0 0,1 0-1 0 0,0 0 1 0 0,0 1 0 0 0,0-1 0 0 0,0 0-1 0 0,0 0 1 0 0,1 1 0 0 0,-1-1-1 0 0,1 0 1 0 0,-1 0 0 0 0,1 1-1 0 0,0-1 1 0 0,0 0 0 0 0,0 0 0 0 0,0 0-1 0 0,0 0 1 0 0,0 0 0 0 0,1 0-1 0 0,-1-1 1 0 0,1 1 0 0 0,-1 0 0 0 0,1-1-1 0 0,0 1 1 0 0,-1-1 0 0 0,1 1-1 0 0,0-1 1 0 0,0 0 0 0 0,0 0-1 0 0,0 0 1 0 0,0 0 0 0 0,0 0 0 0 0,1 0-1 0 0,-1-1 1 0 0,0 1 0 0 0,0-1-1 0 0,5 1 1 0 0,12 1 136 0 0,0 0-1 0 0,0-2 1 0 0,0 0-1 0 0,0-1 1 0 0,23-5-1 0 0,43-1-113 0 0,-73 7-227 0 0,3 0-271 0 0,1 0 0 0 0,-1 1-1 0 0,21 4 1 0 0,-22-1-843 0 0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5:35.3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33 620 456 0 0,'-3'-12'21794'0'0,"-2"-1"-20040"0"0,-4-22-5510 0 0,7 27 5643 0 0,-4-28-1814 0 0,1 0 0 0 0,2-1-1 0 0,3-59 1 0 0,22-110 202 0 0,-8 141-192 0 0,-13 60-74 0 0,1 0-1 0 0,0 0 1 0 0,0 0 0 0 0,0 0 0 0 0,0 0 0 0 0,1 1 0 0 0,0-1 0 0 0,0 1 0 0 0,0 0 0 0 0,5-5 0 0 0,-4 6-6 0 0,-1 1 0 0 0,0 0 0 0 0,1 0-1 0 0,-1 0 1 0 0,1 1 0 0 0,0-1 0 0 0,-1 1-1 0 0,1 0 1 0 0,0 0 0 0 0,0 0 0 0 0,0 1-1 0 0,0-1 1 0 0,0 1 0 0 0,0 0 0 0 0,0 0-1 0 0,-1 0 1 0 0,1 1 0 0 0,0-1 0 0 0,0 1-1 0 0,0 0 1 0 0,0 0 0 0 0,0 0 0 0 0,-1 1-1 0 0,1-1 1 0 0,-1 1 0 0 0,1 0 0 0 0,3 2 0 0 0,-2 0 0 0 0,1-1 1 0 0,0 1 0 0 0,-1 0 0 0 0,0 1 0 0 0,0-1 0 0 0,0 1-1 0 0,-1 0 1 0 0,1 0 0 0 0,-1 0 0 0 0,-1 1 0 0 0,1-1 0 0 0,-1 1-1 0 0,1 0 1 0 0,-2 0 0 0 0,4 9 0 0 0,-3 4-28 0 0,-1 0 0 0 0,0 0 0 0 0,-1 0 0 0 0,-1 0-1 0 0,-5 31 1 0 0,3-30-3 0 0,1 0 0 0 0,0 0 0 0 0,1 0 0 0 0,6 39 0 0 0,-5-57 25 0 0,-1 1-1 0 0,1-1 1 0 0,-1 0 0 0 0,1 0-1 0 0,0 0 1 0 0,0 0 0 0 0,-1 0-1 0 0,1 0 1 0 0,1-1 0 0 0,-1 1-1 0 0,0 0 1 0 0,0 0 0 0 0,1-1-1 0 0,-1 1 1 0 0,1-1 0 0 0,-1 1-1 0 0,1-1 1 0 0,0 0 0 0 0,-1 1-1 0 0,1-1 1 0 0,0 0 0 0 0,3 1-1 0 0,-1-1 6 0 0,-1 0 0 0 0,1-1 0 0 0,-1 1 0 0 0,1-1-1 0 0,0 0 1 0 0,-1 0 0 0 0,1 0 0 0 0,-1-1 0 0 0,1 1 0 0 0,0-1 0 0 0,-1 0-1 0 0,5-1 1 0 0,8-4 65 0 0,0-1-1 0 0,0-1 0 0 0,-1 0 1 0 0,21-15-1 0 0,-12 4 53 0 0,0-1-1 0 0,34-36 1 0 0,-35 31-436 0 0,51-39 0 0 0,-62 56-1922 0 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5:35.7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199 0 4609 0 0,'-10'9'11521'0'0,"-22"14"-8771"0"0,-43 27 557 0 0,47-30-4670 0 0,-1-1-3554 0 0,4-2-1908 0 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5:38.9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128 93 6913 0 0,'-7'-34'-444'0'0,"7"29"1115"0"0,-1 1 1 0 0,1-1-1 0 0,-1 0 0 0 0,-1 1 1 0 0,1-1-1 0 0,0 1 0 0 0,-1-1 1 0 0,-3-5-1 0 0,4 9-511 0 0,0 0 0 0 0,0 0-1 0 0,-1 0 1 0 0,1 0 0 0 0,0 0-1 0 0,0 0 1 0 0,-1 1 0 0 0,1-1-1 0 0,-1 0 1 0 0,1 1 0 0 0,-1-1-1 0 0,1 1 1 0 0,-1-1 0 0 0,1 1-1 0 0,-1 0 1 0 0,1-1 0 0 0,-1 1-1 0 0,0 0 1 0 0,1 0 0 0 0,-1 0-1 0 0,1 1 1 0 0,-1-1 0 0 0,0 0-1 0 0,1 0 1 0 0,-1 1 0 0 0,1-1-1 0 0,-1 1 1 0 0,1 0 0 0 0,-1-1-1 0 0,-1 2 1 0 0,0 0-80 0 0,0 0 0 0 0,-1 0 0 0 0,1 0-1 0 0,0 0 1 0 0,0 0 0 0 0,0 1 0 0 0,1-1 0 0 0,-1 1-1 0 0,0 0 1 0 0,1 0 0 0 0,0 0 0 0 0,0 0 0 0 0,0 1-1 0 0,0-1 1 0 0,0 0 0 0 0,1 1 0 0 0,-1-1 0 0 0,1 1 0 0 0,0 0-1 0 0,-1 6 1 0 0,-1 8 74 0 0,0 0 0 0 0,-1 34-1 0 0,4-51-143 0 0,-2 83 105 0 0,3 0 0 0 0,4 0 0 0 0,4 0 0 0 0,32 136 0 0 0,-35-198-87 0 0,1 0 0 0 0,1-1 0 0 0,1 1 0 0 0,0-2 0 0 0,2 1 0 0 0,21 29 0 0 0,-25-39-5 0 0,2-1 0 0 0,-1-1 0 0 0,1 0 0 0 0,1 0 0 0 0,0-1 0 0 0,0 0 0 0 0,0 0 0 0 0,1-1 0 0 0,0-1 0 0 0,1 0 0 0 0,0-1-1 0 0,-1 0 1 0 0,16 4 0 0 0,-9-4-159 0 0,1 0 0 0 0,22 1 0 0 0,12-4-5074 0 0,-13-5-1262 0 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5:39.5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 6 5985 0 0,'-9'0'433'0'0,"9"0"-318"0"0,-1 0 1 0 0,1 0-1 0 0,-1 0 0 0 0,1 0 0 0 0,0 0 0 0 0,-1 0 0 0 0,1 0 1 0 0,-1 0-1 0 0,1 0 0 0 0,-1 0 0 0 0,1 0 0 0 0,-1 0 1 0 0,1 0-1 0 0,-1 0 0 0 0,1-1 0 0 0,0 1 0 0 0,-1 0 1 0 0,1 0-1 0 0,-1-1 0 0 0,1 1 0 0 0,0 0 0 0 0,-1 0 1 0 0,1-1-1 0 0,-1 1 0 0 0,26-3 3006 0 0,-11 4-2681 0 0,0 1 0 0 0,0 0 1 0 0,0 0-1 0 0,0 2 0 0 0,-1-1 0 0 0,1 2 1 0 0,-1 0-1 0 0,0 0 0 0 0,-1 2 1 0 0,1-1-1 0 0,-1 1 0 0 0,15 13 0 0 0,2 3 15 0 0,-1 1-1 0 0,0 2 1 0 0,31 39-1 0 0,-25-25-348 0 0,-2 1-1 0 0,-2 1 1 0 0,29 55-1 0 0,-46-71-107 0 0,-1 1-1 0 0,-1 0 0 0 0,-1 1 0 0 0,-1 0 1 0 0,-2 0-1 0 0,-1 1 0 0 0,3 34 0 0 0,-6 27-439 0 0,-4-48-16 0 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5:40.48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 48 5065 0 0,'4'-47'8369'0'0,"-9"83"-4151"0"0,0 3-3763 0 0,2 319 428 0 0,9-289-717 0 0,2 0-1 0 0,3-1 1 0 0,24 79-1 0 0,-27-122-135 0 0,1-1 0 0 0,1 0-1 0 0,2 0 1 0 0,0-1 0 0 0,1 0-1 0 0,1-1 1 0 0,24 27 0 0 0,-9-16 51 0 0,2-2 0 0 0,1-1 0 0 0,56 40 0 0 0,-26-24-25 0 0,89 63 340 0 0,-44-47-3192 0 0,-78-49-3704 0 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5:40.9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10594 0 0,'3'0'233'0'0,"0"0"0"0"0,0-1 0 0 0,0 1 0 0 0,0 0 0 0 0,0 0 0 0 0,0 1 0 0 0,1-1-1 0 0,-1 1 1 0 0,0 0 0 0 0,3 1 0 0 0,18 7 1340 0 0,0 2 0 0 0,34 20 0 0 0,88 72 775 0 0,-103-68-2155 0 0,-2 1 0 0 0,-1 3 1 0 0,-2 1-1 0 0,-1 2 0 0 0,-3 1 1 0 0,-1 1-1 0 0,-3 2 0 0 0,-1 2 0 0 0,-3 0 1 0 0,32 81-1 0 0,-48-100-180 0 0,-2 1 0 0 0,0 1 0 0 0,-3-1 0 0 0,0 1 0 0 0,-2 0 0 0 0,-1 1 0 0 0,-4 52 0 0 0,-4-30-224 0 0,-2 0 1 0 0,-3-1 0 0 0,-26 82-1 0 0,29-110-1512 0 0,1 1-5458 0 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5:46.2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31 422 11979 0 0,'-5'-2'-363'0'0,"-21"-4"6841"0"0,32 14-4416 0 0,-1-5-1692 0 0,55 40 73 0 0,-3 3 1 0 0,-2 2 0 0 0,62 69 0 0 0,-85-84-421 0 0,1-1 1 0 0,1-2-1 0 0,2-1 1 0 0,1-2 0 0 0,58 32-1 0 0,-92-57-2 0 0,1 0 0 0 0,-1 0-1 0 0,0-1 1 0 0,1 0 0 0 0,-1 0-1 0 0,1 0 1 0 0,0 0 0 0 0,3 0-1 0 0,-6-1-6 0 0,0 0 0 0 0,0 0 0 0 0,-1 0-1 0 0,1 0 1 0 0,0-1 0 0 0,0 1-1 0 0,-1 0 1 0 0,1 0 0 0 0,0-1-1 0 0,-1 1 1 0 0,1-1 0 0 0,0 1-1 0 0,-1-1 1 0 0,1 1 0 0 0,-1-1-1 0 0,1 1 1 0 0,-1-1 0 0 0,1 1 0 0 0,-1-1-1 0 0,1 0 1 0 0,-1 1 0 0 0,0-1-1 0 0,1 0 1 0 0,-1 1 0 0 0,0-1-1 0 0,1 0 1 0 0,-1 0 0 0 0,0 1-1 0 0,0-1 1 0 0,0 0 0 0 0,0 0-1 0 0,0 1 1 0 0,0-1 0 0 0,0 0-1 0 0,0 0 1 0 0,0 1 0 0 0,0-1 0 0 0,0 0-1 0 0,0 0 1 0 0,-1 1 0 0 0,1-1-1 0 0,-1-1 1 0 0,-24-207 1375 0 0,-17-244-806 0 0,41 420-916 0 0,-1-62 152 0 0,3 86-287 0 0,-1 1-1 0 0,2-1 0 0 0,-1 1 1 0 0,1-1-1 0 0,0 1 1 0 0,1 0-1 0 0,0 0 0 0 0,5-10 1 0 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5:46.5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1 128 7834 0 0,'6'-4'5458'0'0,"29"-25"363"0"0,-2-15-3026 0 0,-14 18-3088 0 0,1 2-5723 0 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5:46.6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0 134 4233 0 0,'4'0'225'0'0,"-1"0"0"0"0,0-1 0 0 0,0 0 0 0 0,0 0-1 0 0,0 0 1 0 0,0 0 0 0 0,0 0 0 0 0,0-1 0 0 0,0 1 0 0 0,4-5 0 0 0,-3 4 508 0 0,65-43 3350 0 0,-6-9-10154 0 0,-55 45 5948 0 0,-2 0 107 0 0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5:46.8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 0 10138 0 0,'-3'3'238'0'0,"0"-1"0"0"0,1 0 1 0 0,0 1-1 0 0,0-1 0 0 0,0 1 0 0 0,0 0 0 0 0,0 0 0 0 0,0 0 0 0 0,1 0 0 0 0,-1 0 0 0 0,1 0 1 0 0,0 0-1 0 0,0 0 0 0 0,0 0 0 0 0,0 1 0 0 0,1-1 0 0 0,-1 0 0 0 0,1 1 0 0 0,0-1 0 0 0,0 0 1 0 0,0 6-1 0 0,1 4 505 0 0,0 0-1 0 0,1-1 1 0 0,0 0 0 0 0,7 20 0 0 0,5 2 12 0 0,1-1-1 0 0,1-1 1 0 0,27 38 0 0 0,8 18-286 0 0,15 48-108 0 0,28 50-1890 0 0,-78-161 962 0 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5:47.1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1 105 7834 0 0,'0'-1'179'0'0,"0"0"0"0"0,0 1 0 0 0,0-1 1 0 0,0 0-1 0 0,0 0 0 0 0,0 0 0 0 0,0 1 1 0 0,0-1-1 0 0,0 0 0 0 0,0 0 0 0 0,0 0 1 0 0,1 1-1 0 0,-1-1 0 0 0,0 0 0 0 0,1 0 1 0 0,-1 1-1 0 0,0-1 0 0 0,1 0 0 0 0,-1 1 1 0 0,1-1-1 0 0,-1 1 0 0 0,1-1 0 0 0,-1 0 1 0 0,1 1-1 0 0,0-1 0 0 0,1 0 1 0 0,18-20 2223 0 0,-12 13-1644 0 0,2 1 0 0 0,-1 1 0 0 0,1-1 0 0 0,0 1 0 0 0,0 1 0 0 0,20-8 0 0 0,-22 10-910 0 0,-1 1 1 0 0,1 0-1 0 0,0 0 0 0 0,0 1 0 0 0,0 0 1 0 0,12 1-1 0 0,4 2-6757 0 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5:47.3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1 282 1376 0 0,'16'-6'8938'0'0,"-14"4"-8512"0"0,15-15 3680 0 0,19-33 459 0 0,7-35-5416 0 0,-2 5-1151 0 0,-30 61 1949 0 0,-1-3 40 0 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5:47.52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44 6 11522 0 0,'-1'0'-54'0'0,"-33"-6"4294"0"0,34 6-4107 0 0,-1 0-1 0 0,1 0 1 0 0,-1 0 0 0 0,1 1-1 0 0,0-1 1 0 0,-1 0-1 0 0,1 0 1 0 0,-1 0 0 0 0,1 0-1 0 0,0 1 1 0 0,-1-1-1 0 0,1 0 1 0 0,0 0 0 0 0,-1 0-1 0 0,1 1 1 0 0,0-1-1 0 0,-1 0 1 0 0,1 1 0 0 0,0-1-1 0 0,0 0 1 0 0,-1 1-1 0 0,1-1 1 0 0,0 0 0 0 0,0 1-1 0 0,-1 0 1 0 0,5 18 1864 0 0,15 18-1533 0 0,1 0 1 0 0,3-1 0 0 0,44 54 0 0 0,-9-11-209 0 0,99 165-1739 0 0,-140-209-6323 0 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5:47.8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5 187 6449 0 0,'-1'-7'567'0'0,"-1"0"0"0"0,2-1-1 0 0,-1 1 1 0 0,1-1-1 0 0,0 0 1 0 0,0 1-1 0 0,1-1 1 0 0,3-13 0 0 0,-1 7 850 0 0,0 0 1 0 0,1 0-1 0 0,11-23 0 0 0,-15 36-1330 0 0,1-1 0 0 0,0 1-1 0 0,-1-1 1 0 0,1 1-1 0 0,0-1 1 0 0,-1 1 0 0 0,1 0-1 0 0,0 0 1 0 0,0-1-1 0 0,0 1 1 0 0,0 0 0 0 0,0 0-1 0 0,0 0 1 0 0,1 0-1 0 0,-1 0 1 0 0,0 0 0 0 0,1 0-1 0 0,-1 0 1 0 0,0 1-1 0 0,1-1 1 0 0,-1 0 0 0 0,1 1-1 0 0,-1 0 1 0 0,1-1-1 0 0,-1 1 1 0 0,1 0 0 0 0,-1-1-1 0 0,1 1 1 0 0,-1 0-1 0 0,1 0 1 0 0,0 0 0 0 0,-1 0-1 0 0,1 1 1 0 0,-1-1 0 0 0,1 0-1 0 0,-1 1 1 0 0,1-1-1 0 0,-1 1 1 0 0,1-1 0 0 0,-1 1-1 0 0,0 0 1 0 0,1 0-1 0 0,-1-1 1 0 0,0 1 0 0 0,1 0-1 0 0,-1 0 1 0 0,0 0-1 0 0,0 1 1 0 0,0-1 0 0 0,1 1-1 0 0,5 6-91 0 0,0 0-1 0 0,0 0 1 0 0,-1 0-1 0 0,0 1 1 0 0,0-1-1 0 0,4 11 1 0 0,6 23-365 0 0,-1 1 1 0 0,-2 1-1 0 0,-2 0 1 0 0,7 65 0 0 0,8 28-225 0 0,-26-134 649 0 0,1 0 0 0 0,-1-1 0 0 0,1 1 0 0 0,0 0 0 0 0,0-1 0 0 0,0 1 0 0 0,0-1 0 0 0,0 0 0 0 0,0 1 0 0 0,1-1 0 0 0,-1 0 0 0 0,1 0 0 0 0,0 0 0 0 0,-1 0 0 0 0,1 0 0 0 0,0 0 0 0 0,0 0 0 0 0,0 0 0 0 0,4 2 0 0 0,-3-4 5 0 0,-1 1-1 0 0,0-1 1 0 0,1 0-1 0 0,-1 0 1 0 0,1 0-1 0 0,-1 0 1 0 0,1 0-1 0 0,-1 0 1 0 0,1-1-1 0 0,-1 1 0 0 0,0-1 1 0 0,1 0-1 0 0,-1 1 1 0 0,0-1-1 0 0,1 0 1 0 0,-1 0-1 0 0,0-1 1 0 0,0 1-1 0 0,0 0 1 0 0,0-1-1 0 0,3-2 1 0 0,10-9 158 0 0,0-2 1 0 0,0 1 0 0 0,-2-2-1 0 0,0 0 1 0 0,-1 0 0 0 0,12-21-1 0 0,18-23-990 0 0,-33 49-1041 0 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5:48.6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72 163 5065 0 0,'-1'-2'175'0'0,"-1"1"-1"0"0,1-1 1 0 0,0 0-1 0 0,-1 0 1 0 0,1 0-1 0 0,0 0 1 0 0,0 0-1 0 0,0-1 1 0 0,1 1-1 0 0,-1 0 1 0 0,0 0-1 0 0,1-3 1 0 0,-4-6 742 0 0,-11-26 1130 0 0,-7-16 1632 0 0,4 21 2130 0 0,102 177-2522 0 0,24 90-2889 0 0,-8-17-368 0 0,-21-71-59 0 0,-41-86-6822 0 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5:48.80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11 281 4145 0 0,'-1'-4'162'0'0,"-1"-1"1"0"0,0 1 0 0 0,1-1-1 0 0,-1 1 1 0 0,1-1-1 0 0,1 1 1 0 0,-1-1 0 0 0,1 0-1 0 0,-1 0 1 0 0,1 1 0 0 0,1-1-1 0 0,-1 0 1 0 0,1 1-1 0 0,0-6 1 0 0,2 2 478 0 0,0-1 0 0 0,0 1-1 0 0,0 0 1 0 0,1-1 0 0 0,0 2 0 0 0,1-1 0 0 0,5-7 0 0 0,2 0 413 0 0,0 0 1 0 0,1 1-1 0 0,0 1 1 0 0,1 0-1 0 0,1 1 1 0 0,24-16-1 0 0,2 10-6307 0 0,-21 12-688 0 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5:49.01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0 299 8290 0 0,'0'-2'736'0'0,"2"1"-584"0"0,0-1-152 0 0,0-1 0 0 0,1 1 768 0 0,-1-4 128 0 0,4-4 33 0 0,4-7-1 0 0,3-6-64 0 0,0-2 0 0 0,-1-2-8 0 0,0 0 0 0 0,0 2-1696 0 0,-2-1-344 0 0,3 2-64 0 0,-2-1-9 0 0,3-1 1065 0 0,-2-2 192 0 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5:49.2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 36 10594 0 0,'-17'-4'7575'0'0,"18"3"-7428"0"0,11-13 3243 0 0,-1 7-5933 0 0,8 2 2453 0 0,-9 1 77 0 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5:49.3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7 200 7370 0 0,'-3'7'320'0'0,"1"-4"80"0"0,1 0-320 0 0,1-2-80 0 0,1-4 672 0 0,2 0 128 0 0,3-4 16 0 0,4-5 8 0 0,1-7-207 0 0,3-2-41 0 0,3-3 0 0 0,2-2-8 0 0,0 0-1728 0 0,3 2-345 0 0,2-1-71 0 0,0 1-16 0 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5:49.9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45 482 14283 0 0,'-4'-3'691'0'0,"-22"-14"-421"0"0,25 16-152 0 0,0 0-1 0 0,-1 0 1 0 0,1 0-1 0 0,0 0 1 0 0,0 0-1 0 0,0-1 1 0 0,0 1-1 0 0,1 0 0 0 0,-1 0 1 0 0,0-1-1 0 0,0 1 1 0 0,1-1-1 0 0,-1 1 1 0 0,1 0-1 0 0,-1-1 1 0 0,1 1-1 0 0,-1-3 0 0 0,2 4-4 0 0,0-1 0 0 0,-1 1 0 0 0,1 0 0 0 0,0 0 0 0 0,-1 0 0 0 0,1 0 0 0 0,0 0-1 0 0,-1 0 1 0 0,1 0 0 0 0,0 0 0 0 0,-1 0 0 0 0,1 0 0 0 0,-1 0 0 0 0,1 1 0 0 0,0-1-1 0 0,-1 0 1 0 0,1 0 0 0 0,0 1 0 0 0,-1-1 0 0 0,1 0 0 0 0,-1 1 0 0 0,1-1 0 0 0,-1 1-1 0 0,2 0 1 0 0,17 10 618 0 0,68 58 346 0 0,-65-48-1001 0 0,2-2 1 0 0,0-1-1 0 0,1-1 1 0 0,44 22-1 0 0,-35-28-71 0 0,-34-10 5 0 0,1-1 1 0 0,-1 0-1 0 0,1 0 0 0 0,0 1 0 0 0,-1-1 1 0 0,1 0-1 0 0,-1 0 0 0 0,1 0 0 0 0,0 0 0 0 0,-1 0 1 0 0,1 0-1 0 0,0 0 0 0 0,-1 0 0 0 0,1 0 1 0 0,-1 0-1 0 0,1 0 0 0 0,0 0 0 0 0,-1-1 1 0 0,1 1-1 0 0,-1 0 0 0 0,1 0 0 0 0,0-1 0 0 0,-1 1 1 0 0,1 0-1 0 0,-1-1 0 0 0,1 1 0 0 0,-1-1 1 0 0,1 1-1 0 0,-1 0 0 0 0,0-1 0 0 0,1 1 1 0 0,-1-1-1 0 0,1 1 0 0 0,-1-1 0 0 0,0 1 0 0 0,1-1 1 0 0,-1 0-1 0 0,0 1 0 0 0,0-1 0 0 0,0 1 1 0 0,1-1-1 0 0,-1 0 0 0 0,0 1 0 0 0,0-1 1 0 0,0 0-1 0 0,0 1 0 0 0,0-2 0 0 0,-10-72 941 0 0,-35-136 0 0 0,27 139-1205 0 0,2-1 0 0 0,-5-74-1 0 0,21 104-984 0 0,4 25-4727 0 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5:50.2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6 470 9218 0 0,'-1'-2'355'0'0,"0"-1"0"0"0,1 1 0 0 0,-1 0 0 0 0,0-1 0 0 0,1 1 0 0 0,-1 0 0 0 0,1-1 0 0 0,0 1 0 0 0,-1-1 0 0 0,1 1 0 0 0,0 0 0 0 0,1-1 0 0 0,-1 1 0 0 0,0-1 0 0 0,1 1 0 0 0,-1-1 0 0 0,2-2 0 0 0,14-44 2301 0 0,-16 49-2645 0 0,15-34 1195 0 0,1 0 1 0 0,2 2 0 0 0,26-36 0 0 0,13-24-592 0 0,-47 74-691 0 0,1 0 1 0 0,16-20-1 0 0,-21 31-524 0 0,1 0-1 0 0,-1 1 1 0 0,1 0 0 0 0,12-8-1 0 0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5:50.5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7834 0 0,'11'5'9234'0'0,"34"19"-5300"0"0,-26-10-3749 0 0,-1 0 1 0 0,0 2-1 0 0,-2 0 1 0 0,1 1-1 0 0,-2 0 1 0 0,0 2 0 0 0,16 26-1 0 0,76 149 1065 0 0,-98-176-1237 0 0,192 346-342 0 0,-190-344-1581 0 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5:50.8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3 221 5529 0 0,'-1'-7'295'0'0,"0"0"0"0"0,0 0 0 0 0,1 0 0 0 0,0-1-1 0 0,1 1 1 0 0,0 0 0 0 0,0 0 0 0 0,0 0 0 0 0,1 0 0 0 0,0 0 0 0 0,0 0 0 0 0,1 0-1 0 0,0 1 1 0 0,0-1 0 0 0,1 1 0 0 0,0 0 0 0 0,0 0 0 0 0,7-9 0 0 0,-5 8 94 0 0,-1 0 0 0 0,1 1 0 0 0,1-1 0 0 0,-1 1 0 0 0,1 0 0 0 0,0 1 1 0 0,0 0-1 0 0,1 0 0 0 0,-1 0 0 0 0,1 1 0 0 0,0 0 0 0 0,0 1 1 0 0,1 0-1 0 0,15-4 0 0 0,-18 6-272 0 0,0 0 0 0 0,0 1 0 0 0,0 0 0 0 0,0 0 0 0 0,0 0 0 0 0,0 1 0 0 0,0 0 0 0 0,0 0-1 0 0,0 0 1 0 0,-1 1 0 0 0,1 0 0 0 0,0 0 0 0 0,-1 0 0 0 0,1 1 0 0 0,-1 0 0 0 0,0 0 0 0 0,0 0 0 0 0,0 1 0 0 0,0 0 0 0 0,7 8 0 0 0,-6-6-87 0 0,-1 1 0 0 0,-1 0 0 0 0,1 0-1 0 0,-1 1 1 0 0,0-1 0 0 0,-1 1 0 0 0,0 0 0 0 0,0 0 0 0 0,-1 0 0 0 0,0 0 0 0 0,0 1 0 0 0,-1-1 0 0 0,0 0 0 0 0,0 12 0 0 0,-3 16-107 0 0,-1-1 1 0 0,-1 1-1 0 0,-2-1 1 0 0,-12 37 0 0 0,-11 69 654 0 0,29-138-467 0 0,-1 0 0 0 0,1 0 0 0 0,0 0 1 0 0,0 0-1 0 0,0 0 0 0 0,0 0 0 0 0,1 0 1 0 0,-1 0-1 0 0,1 0 0 0 0,0 0 0 0 0,-1 0 0 0 0,1 0 1 0 0,1 0-1 0 0,-1 0 0 0 0,0-1 0 0 0,4 6 1 0 0,-4-7-72 0 0,1 0 0 0 0,-1 0 0 0 0,1 0 0 0 0,-1 0 0 0 0,1 0 0 0 0,0 0 1 0 0,0 0-1 0 0,-1-1 0 0 0,1 1 0 0 0,0-1 0 0 0,0 1 0 0 0,0-1 1 0 0,-1 0-1 0 0,1 1 0 0 0,0-1 0 0 0,0 0 0 0 0,0 0 0 0 0,0-1 0 0 0,0 1 1 0 0,-1 0-1 0 0,1 0 0 0 0,0-1 0 0 0,0 1 0 0 0,0-1 0 0 0,-1 0 0 0 0,1 0 1 0 0,0 1-1 0 0,-1-1 0 0 0,3-1 0 0 0,18-11 171 0 0,0 0 0 0 0,0-2 1 0 0,22-19-1 0 0,14-10-7287 0 0,-37 30-208 0 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5:51.1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66 67 6449 0 0,'-15'6'486'0'0,"-17"9"1883"0"0,14-1 4416 0 0,32-24-2535 0 0,20-21-3703 0 0,8-7-845 0 0,-14 16-5316 0 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5:51.2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0 142 1840 0 0,'8'-7'9058'0'0,"0"0"-7529"0"0,3-3-169 0 0,2-3-32 0 0,0 2-7 0 0,1-2-697 0 0,0-1-144 0 0,-1 2-24 0 0,8-7-3585 0 0,2 1-712 0 0,-1 1-151 0 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5:52.3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14283 0 0,'71'115'8450'0'0,"-43"-65"-8505"0"0,89 150-1013 0 0,-97-170 54 0 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5:52.8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47 27 10594 0 0,'-8'-6'861'0'0,"-17"-11"-607"0"0,11 13 3383 0 0,14 5-3424 0 0,0 0-1 0 0,0 0 1 0 0,0 0 0 0 0,0 0-1 0 0,0 0 1 0 0,0 0 0 0 0,1 0-1 0 0,-1 0 1 0 0,0-1 0 0 0,0 1 0 0 0,1 0-1 0 0,-1 0 1 0 0,0 0 0 0 0,1 0-1 0 0,-1-1 1 0 0,1 1 0 0 0,-1 0-1 0 0,1 0 1 0 0,0-1 0 0 0,0 2 0 0 0,14 19 641 0 0,215 336-290 0 0,-187-286-2072 0 0,-21-37 733 0 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5:53.20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118 0 6913 0 0,'-4'19'4917'0'0,"-12"18"-3295"0"0,4-10-907 0 0,-6 18-302 0 0,2 1 0 0 0,1 0 0 0 0,3 2 0 0 0,2-1 0 0 0,-4 57 0 0 0,14-101-332 0 0,-1 1-1 0 0,1 0 1 0 0,0-1 0 0 0,1 1-1 0 0,-1-1 1 0 0,0 1-1 0 0,1 0 1 0 0,0-1 0 0 0,0 1-1 0 0,0-1 1 0 0,0 1 0 0 0,1-1-1 0 0,-1 0 1 0 0,1 0 0 0 0,0 1-1 0 0,0-1 1 0 0,0 0 0 0 0,0-1-1 0 0,1 1 1 0 0,3 3 0 0 0,-2-3 17 0 0,0-1 0 0 0,1 1 0 0 0,-1-1 1 0 0,0-1-1 0 0,1 1 0 0 0,0-1 0 0 0,-1 1 1 0 0,1-1-1 0 0,0-1 0 0 0,0 1 0 0 0,-1-1 1 0 0,1 0-1 0 0,0 0 0 0 0,9-1 0 0 0,5-1-183 0 0,1-2 0 0 0,0 0 0 0 0,-1-1-1 0 0,0-1 1 0 0,0 0 0 0 0,-1-2 0 0 0,0 0-1 0 0,0-1 1 0 0,0-1 0 0 0,31-24 0 0 0,-33 22-626 0 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5:54.1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137 405 6449 0 0,'-13'-8'1274'0'0,"-1"0"-1"0"0,1 1 0 0 0,-1 1 1 0 0,-17-5-1 0 0,-3-3 2178 0 0,16 5 1521 0 0,24 12-3877 0 0,-6-2-946 0 0,5 3-75 0 0,35 28 15 0 0,-14-9-83 0 0,1-1-1 0 0,2-1 1 0 0,0-1-1 0 0,1-2 1 0 0,1-1-1 0 0,38 15 1 0 0,-62-29 15 0 0,8 3 30 0 0,0-1-1 0 0,0 0 1 0 0,0-1-1 0 0,1-1 1 0 0,0 0-1 0 0,-1-1 1 0 0,25 0-1 0 0,-39-3-41 0 0,0 1 1 0 0,0 0-1 0 0,0 0 0 0 0,-1-1 0 0 0,1 1 0 0 0,0-1 0 0 0,0 1 0 0 0,-1-1 0 0 0,1 1 1 0 0,0-1-1 0 0,-1 1 0 0 0,1-1 0 0 0,0 0 0 0 0,-1 1 0 0 0,1-1 0 0 0,-1 0 0 0 0,1 1 0 0 0,-1-1 1 0 0,1 0-1 0 0,-1 0 0 0 0,0 0 0 0 0,1 1 0 0 0,-1-1 0 0 0,0 0 0 0 0,0 0 0 0 0,0 0 1 0 0,1 0-1 0 0,-1 0 0 0 0,0 1 0 0 0,0-1 0 0 0,0 0 0 0 0,0 0 0 0 0,0 0 0 0 0,-1 0 1 0 0,1 0-1 0 0,0 0 0 0 0,0 1 0 0 0,-1-1 0 0 0,1 0 0 0 0,-1-1 0 0 0,-16-46 765 0 0,13 38-593 0 0,-76-221 1914 0 0,66 179-2418 0 0,1 0-1 0 0,-7-83 1 0 0,20 126-242 0 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5:54.77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79 1208 9674 0 0,'-5'5'487'0'0,"-1"0"0"0"0,1 0 0 0 0,0 1-1 0 0,1 0 1 0 0,-1 0 0 0 0,1 0 0 0 0,0 0 0 0 0,1 1 0 0 0,0-1-1 0 0,-3 9 1 0 0,0-3 87 0 0,2-3-8 0 0,0 0-1 0 0,0 0 1 0 0,1 0-1 0 0,-2 12 0 0 0,4-18-472 0 0,1-1-1 0 0,-1 0 1 0 0,1 1 0 0 0,0-1-1 0 0,-1 1 1 0 0,1-1-1 0 0,0 1 1 0 0,1-1-1 0 0,-1 1 1 0 0,0-1-1 0 0,1 1 1 0 0,-1-1 0 0 0,1 0-1 0 0,0 1 1 0 0,0-1-1 0 0,0 0 1 0 0,0 0-1 0 0,0 1 1 0 0,0-1-1 0 0,1 0 1 0 0,-1 0 0 0 0,2 2-1 0 0,-1-4-46 0 0,-1 1 0 0 0,0 0 1 0 0,1 0-1 0 0,-1-1 0 0 0,0 1 0 0 0,1-1 1 0 0,-1 1-1 0 0,1-1 0 0 0,-1 1 0 0 0,1-1 0 0 0,-1 0 1 0 0,1 0-1 0 0,-1 0 0 0 0,1 0 0 0 0,0 0 1 0 0,-1 0-1 0 0,1 0 0 0 0,-1-1 0 0 0,1 1 0 0 0,-1 0 1 0 0,0-1-1 0 0,1 1 0 0 0,-1-1 0 0 0,1 0 0 0 0,-1 1 1 0 0,0-1-1 0 0,1 0 0 0 0,-1 0 0 0 0,0 0 1 0 0,0 0-1 0 0,2-2 0 0 0,6-4 74 0 0,-1-1 0 0 0,0-1 0 0 0,8-11 0 0 0,-4 5 48 0 0,149-166 463 0 0,61-66-164 0 0,-156 181-351 0 0,115-91 0 0 0,-82 82 12 0 0,406-303 413 0 0,-382 281-488 0 0,41-29-130 0 0,-137 114-92 0 0,-27 12 128 0 0,0 0 0 0 0,1-1 0 0 0,-1 1 0 0 0,1 0 0 0 0,-1 0 0 0 0,0 0 0 0 0,1 0 0 0 0,-1 0 0 0 0,1-1 0 0 0,-1 1 0 0 0,0 0 0 0 0,1 0 0 0 0,-1 0 0 0 0,1 0 0 0 0,-1 0-1 0 0,1 0 1 0 0,-1 0 0 0 0,0 0 0 0 0,1 1 0 0 0,-1-1 0 0 0,1 0 0 0 0,-1 0 0 0 0,1 0 0 0 0,-1 0 0 0 0,0 0 0 0 0,1 1 0 0 0,-1-1 0 0 0,0 0 0 0 0,1 0 0 0 0,-1 1 0 0 0,0-1-1 0 0,1 0 1 0 0,-1 1 0 0 0,0-1 0 0 0,0 0 0 0 0,1 1 0 0 0,-1-1 0 0 0,0 0 0 0 0,0 1 0 0 0,1-1 0 0 0,-1 1 0 0 0,0-1 0 0 0,0 0 0 0 0,0 1 0 0 0,0-1 0 0 0,0 1 0 0 0,0-1-1 0 0,0 0 1 0 0,0 1 0 0 0,0-1 0 0 0,0 1 0 0 0,0-1 0 0 0,0 1 0 0 0,0-1 0 0 0,0 0 0 0 0,0 1 0 0 0,0-1 0 0 0,0 1 0 0 0,-1 0 0 0 0,-1 9-687 0 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5:56.1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84 51 6913 0 0,'-28'-11'484'0'0,"21"9"341"0"0,0-1-1 0 0,1 0 1 0 0,-30-28 13142 0 0,59 48-13713 0 0,156 152 259 0 0,-133-127-430 0 0,49 59-1 0 0,-75-77-116 0 0,-2 1 1 0 0,0 1 0 0 0,-1 1-1 0 0,17 37 1 0 0,-21-33-1470 0 0,18 55 0 0 0,-27-68-6307 0 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5:56.4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3 116 2304 0 0,'-1'-30'82'0'0,"0"-14"2391"0"0,1 39-1014 0 0,0 0-1 0 0,1 0 1 0 0,0-1 0 0 0,0 1-1 0 0,2-8 1 0 0,-2 12-1271 0 0,-1 1 1 0 0,1 0-1 0 0,-1 0 1 0 0,1-1-1 0 0,-1 1 1 0 0,1 0-1 0 0,0 0 0 0 0,-1 0 1 0 0,1 0-1 0 0,-1 0 1 0 0,1 0-1 0 0,-1-1 1 0 0,1 1-1 0 0,-1 0 0 0 0,1 1 1 0 0,0-1-1 0 0,-1 0 1 0 0,1 0-1 0 0,-1 0 1 0 0,1 0-1 0 0,-1 0 1 0 0,1 1-1 0 0,-1-1 0 0 0,1 0 1 0 0,3 3 1507 0 0,-4-2-1508 0 0,0-1 1 0 0,1 1-1 0 0,0 0 0 0 0,18 18 763 0 0,17 26-296 0 0,-2 1-1 0 0,54 100 1 0 0,8 12-829 0 0,-79-134-485 0 0,1 0 0 0 0,2-2 0 0 0,0 0 1 0 0,28 23-1 0 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5:57.2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150 57 8378 0 0,'-3'-9'581'0'0,"-11"-27"139"0"0,14 35-546 0 0,-1 0 0 0 0,0 0 0 0 0,1-1 0 0 0,-1 1-1 0 0,0 0 1 0 0,0 0 0 0 0,0 0 0 0 0,0 0 0 0 0,0 0 0 0 0,0 0 0 0 0,-21 8 9545 0 0,11 40-9528 0 0,6-21 168 0 0,-66 230 50 0 0,65-236-394 0 0,4-14 7 0 0,0 0 0 0 0,1 0 0 0 0,-1 0 0 0 0,1 1 0 0 0,1-1 0 0 0,-1 6 0 0 0,1-11-16 0 0,0 0 0 0 0,1 0 0 0 0,-1 0 0 0 0,0 0 0 0 0,0 0 0 0 0,1 0 0 0 0,-1 0 0 0 0,0 0 0 0 0,1 0 0 0 0,-1-1 0 0 0,1 1 1 0 0,-1 0-1 0 0,1 0 0 0 0,0 0 0 0 0,-1-1 0 0 0,1 1 0 0 0,0 0 0 0 0,-1-1 0 0 0,1 1 0 0 0,0-1 0 0 0,0 1 0 0 0,-1 0 0 0 0,1-1 0 0 0,0 0 1 0 0,0 1-1 0 0,0-1 0 0 0,0 0 0 0 0,0 1 0 0 0,0-1 0 0 0,0 0 0 0 0,0 0 0 0 0,0 0 0 0 0,0 0 0 0 0,0 0 0 0 0,-1 0 0 0 0,1 0 0 0 0,0 0 1 0 0,0 0-1 0 0,0 0 0 0 0,0 0 0 0 0,0-1 0 0 0,0 1 0 0 0,0 0 0 0 0,0-1 0 0 0,1 0 0 0 0,74-15 106 0 0,111-7-1 0 0,-170 21-130 0 0,22-8-564 0 0,-26 4 353 0 0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5:57.7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110 686 5529 0 0,'-10'-6'6481'0'0,"10"5"-6319"0"0,7-14 3320 0 0,20-15-717 0 0,-26 28-2488 0 0,26-20 1554 0 0,-22 18-1634 0 0,0 1 0 0 0,0-1 0 0 0,0 0 0 0 0,0 0 0 0 0,-1-1 0 0 0,0 1 0 0 0,0-1 0 0 0,0 0 0 0 0,-1 0 0 0 0,5-9 0 0 0,-8 13-188 0 0,0-1 0 0 0,0 1 0 0 0,0-1 0 0 0,-1 1 0 0 0,1-1 0 0 0,-1 1 0 0 0,1-1 0 0 0,-1 1 0 0 0,1 0 0 0 0,-1-1 0 0 0,0 1 0 0 0,0 0 0 0 0,0-1 0 0 0,0 1 1 0 0,0 0-1 0 0,0 0 0 0 0,0 0 0 0 0,0 0 0 0 0,-2-2 0 0 0,-28-22-30 0 0,26 22 39 0 0,-10-10-15 0 0,1 0 0 0 0,0 0 1 0 0,1-2-1 0 0,1 1 0 0 0,0-2 1 0 0,1 0-1 0 0,0 0 0 0 0,2-1 1 0 0,0 0-1 0 0,0 0 0 0 0,2-1 1 0 0,0 0-1 0 0,2-1 0 0 0,-1 1 1 0 0,-2-24-1 0 0,8 37-1 0 0,-1 0 1 0 0,1 0-1 0 0,0-1 1 0 0,0 1-1 0 0,1 0 1 0 0,0-1-1 0 0,0 1 1 0 0,0 0-1 0 0,0 0 1 0 0,1 0-1 0 0,0 0 1 0 0,0 0-1 0 0,0 0 1 0 0,0 0-1 0 0,1 1 1 0 0,0-1-1 0 0,0 1 1 0 0,0 0 0 0 0,1 0-1 0 0,-1 0 1 0 0,1 0-1 0 0,0 1 1 0 0,0-1-1 0 0,0 1 1 0 0,1 0-1 0 0,-1 0 1 0 0,1 0-1 0 0,8-3 1 0 0,-8 4 2 0 0,0 0 1 0 0,1 0-1 0 0,-1 0 1 0 0,1 1-1 0 0,-1 0 1 0 0,1 0-1 0 0,0 0 1 0 0,0 1-1 0 0,-1 0 1 0 0,1 0-1 0 0,0 0 1 0 0,0 1-1 0 0,-1-1 1 0 0,1 1-1 0 0,-1 1 1 0 0,1-1-1 0 0,-1 1 1 0 0,1 0-1 0 0,-1 0 1 0 0,0 1-1 0 0,0 0 1 0 0,0 0-1 0 0,0 0 1 0 0,0 0-1 0 0,-1 1 1 0 0,6 5-1 0 0,1 5 19 0 0,0 0-1 0 0,-1 2 0 0 0,0-1 1 0 0,8 20-1 0 0,-9-16-158 0 0,2 0-1 0 0,0-1 1 0 0,17 21 0 0 0,-24-34 128 0 0,0-1-1 0 0,0 0 1 0 0,0 0 0 0 0,1 0-1 0 0,-1 0 1 0 0,1-1 0 0 0,0 0-1 0 0,0 0 1 0 0,0 0-1 0 0,1-1 1 0 0,-1 1 0 0 0,0-1-1 0 0,1-1 1 0 0,0 1 0 0 0,-1-1-1 0 0,9 1 1 0 0,-9-2 30 0 0,1 0 0 0 0,-1-1 0 0 0,1 1 0 0 0,-1-1 0 0 0,0 0 0 0 0,1-1 0 0 0,-1 0 0 0 0,0 1 0 0 0,0-2 0 0 0,0 1 0 0 0,0-1 0 0 0,0 1 0 0 0,-1-1 0 0 0,1 0 0 0 0,-1-1 0 0 0,0 1 1 0 0,1-1-1 0 0,-2 0 0 0 0,1 0 0 0 0,0 0 0 0 0,3-6 0 0 0,8-12 220 0 0,0-1 1 0 0,-1 0-1 0 0,10-26 1 0 0,-15 30-103 0 0,16-42 277 0 0,0 1-875 0 0,-4 24-5909 0 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5:59.2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1 215 1840 0 0,'7'-9'11442'0'0,"10"-11"-6686"0"0,38-45-2263 0 0,17-7-1414 0 0,-60 62-2266 0 0,0 1 0 0 0,20-11 0 0 0,-16 11-5428 0 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5:59.4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1 284 8754 0 0,'1'-6'385'0'0,"1"0"-1"0"0,0 0 1 0 0,1 0 0 0 0,-1 1-1 0 0,1-1 1 0 0,0 0 0 0 0,1 1 0 0 0,-1 0-1 0 0,9-9 1 0 0,1-4 265 0 0,38-57 1209 0 0,17-28-2122 0 0,-58 80 203 0 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5:59.7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33 15 10594 0 0,'-33'-14'12258'0'0,"91"79"-11622"0"0,96 143 0 0 0,-99-128-363 0 0,85 150-697 0 0,-5-6-3074 0 0,-111-191 2579 0 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6:00.3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43 76 6913 0 0,'-15'-29'1362'0'0,"2"6"1683"0"0,-1-1 3325 0 0,20 34-5088 0 0,0 1 1 0 0,-1-1-1 0 0,4 14 0 0 0,21 73-1599 0 0,-22-67 711 0 0,58 255 176 0 0,7 24-4753 0 0,-67-287-2865 0 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6:00.5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38 11979 0 0,'0'-1'132'0'0,"0"0"0"0"0,-1-1 1 0 0,1 1-1 0 0,0 0 0 0 0,0 0 1 0 0,0 0-1 0 0,0-1 0 0 0,0 1 0 0 0,0 0 1 0 0,0 0-1 0 0,0-1 0 0 0,0 1 1 0 0,1 0-1 0 0,-1 0 0 0 0,0 0 1 0 0,1 0-1 0 0,-1-1 0 0 0,1 1 1 0 0,-1 0-1 0 0,1 0 0 0 0,0 0 1 0 0,-1 0-1 0 0,1 0 0 0 0,0 0 1 0 0,0 0-1 0 0,0 1 0 0 0,0-1 1 0 0,-1 0-1 0 0,1 0 0 0 0,1 1 1 0 0,-1-1-1 0 0,0 0 0 0 0,0 1 1 0 0,0-1-1 0 0,0 1 0 0 0,2-1 1 0 0,0 1 196 0 0,0 0 1 0 0,0 0-1 0 0,0 0 1 0 0,1 0-1 0 0,-1 1 0 0 0,0-1 1 0 0,0 1-1 0 0,0 0 1 0 0,0 0-1 0 0,0 0 1 0 0,0 0-1 0 0,-1 1 1 0 0,6 2-1 0 0,46 33 494 0 0,-2 3-1 0 0,82 80 1 0 0,-89-77-840 0 0,2-1 0 0 0,2-2 0 0 0,60 38-1 0 0,8-18-2795 0 0,-102-54 1216 0 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6:00.7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11 312 5985 0 0,'-9'3'2113'0'0,"8"-9"-208"0"0,13-20 1297 0 0,28-32 889 0 0,-11 20-3116 0 0,1 0 1 0 0,3 2-1 0 0,64-56 1 0 0,-69 71-993 0 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6:28.8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41 143 7202 0 0,'-5'2'-30'0'0,"0"1"-1"0"0,1-1 1 0 0,0 1 0 0 0,-1 0 0 0 0,1 1 0 0 0,0-1 0 0 0,-5 6 0 0 0,8-7-64 0 0,17-9-1429 0 0,-16 7 1514 0 0,0-1 0 0 0,1 1 1 0 0,-1 0-1 0 0,0 0 0 0 0,1 0 1 0 0,-1 0-1 0 0,0-1 0 0 0,1 1 1 0 0,-1 0-1 0 0,0 0 0 0 0,1 0 1 0 0,-1 0-1 0 0,1 0 0 0 0,-1 0 1 0 0,0 0-1 0 0,1 0 0 0 0,-1 0 1 0 0,0 0-1 0 0,1 0 0 0 0,-1 0 1 0 0,1 1-1 0 0,-1-1 0 0 0,0 0 1 0 0,1 0-1 0 0,-1 0 0 0 0,0 0 1 0 0,1 1-1 0 0,-1-1 0 0 0,0 0 1 0 0,0 0-1 0 0,1 0 0 0 0,-1 1 1 0 0,0-1-1 0 0,0 0 0 0 0,1 1 1 0 0,-1-1-1 0 0,0 0 0 0 0,0 0 1 0 0,0 1-1 0 0,1-1 0 0 0,-1 1 1 0 0,-4 1-273 0 0,8-9-529 0 0,10-9 612 0 0,-1-1 0 0 0,0-1 0 0 0,-2 0 1 0 0,15-31-1 0 0,-7 1 19397 0 0,-24 79-19086 0 0,1 0-1 0 0,2 0 0 0 0,2 37 0 0 0,13 98-206 0 0,-5-73-533 0 0,-3-13-1142 0 0,-5-54 547 0 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6:29.5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6 456 0 0,'-7'-6'18152'0'0,"4"12"-20577"0"0,1 2 2573 0 0,0-1 0 0 0,1 1-1 0 0,0 0 1 0 0,0-1 0 0 0,0 1-1 0 0,1 0 1 0 0,2 15-1 0 0,-1 5 125 0 0,-2 59-495 0 0,4-1 1 0 0,14 94 0 0 0,-15-166-552 0 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6:30.0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4145 0 0,'4'7'14802'0'0,"12"25"-14345"0"0,14 111 584 0 0,-14-59-2027 0 0,6-1-4115 0 0,-18-67-295 0 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6:30.5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2 3225 0 0,'-12'-2'8449'0'0,"20"188"-2368"0"0,-7-58-5535 0 0,0 2-5499 0 0,1-84-777 0 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6:31.1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24 4609 0 0,'6'-24'15833'0'0,"-6"28"-15722"0"0,0 0 1 0 0,1-1 0 0 0,-1 1-1 0 0,1-1 1 0 0,0 1 0 0 0,0 0-1 0 0,3 6 1 0 0,2 10 100 0 0,35 193-1773 0 0,-35-190-5630 0 0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6:32.6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76 2761 0 0,'-1'-2'288'0'0,"1"0"0"0"0,-1 0 1 0 0,1 0-1 0 0,0 0 0 0 0,0 0 1 0 0,-1 0-1 0 0,2-1 0 0 0,-1 1 0 0 0,0 0 1 0 0,0 0-1 0 0,1 0 0 0 0,-1 0 1 0 0,1 0-1 0 0,-1 0 0 0 0,1 0 1 0 0,0 0-1 0 0,0 0 0 0 0,2-3 1 0 0,-1 2 310 0 0,-1 0 0 0 0,1 0 0 0 0,0 0 0 0 0,1 0-1 0 0,-1 0 1 0 0,0 1 0 0 0,1-1 0 0 0,0 1 0 0 0,-1 0 0 0 0,5-3 0 0 0,-7 5-540 0 0,1-1 1 0 0,-1 1-1 0 0,0 0 0 0 0,0 0 1 0 0,1 0-1 0 0,-1 0 0 0 0,0 0 1 0 0,0 0-1 0 0,1 0 0 0 0,-1 0 0 0 0,0 0 1 0 0,0 0-1 0 0,1 0 0 0 0,-1 0 1 0 0,0 0-1 0 0,0 0 0 0 0,1 0 1 0 0,-1 0-1 0 0,0 0 0 0 0,0 0 1 0 0,1 0-1 0 0,-1 0 0 0 0,0 0 0 0 0,0 1 1 0 0,0-1-1 0 0,1 0 0 0 0,-1 0 1 0 0,0 0-1 0 0,0 0 0 0 0,0 0 1 0 0,1 1-1 0 0,-1-1 0 0 0,0 0 0 0 0,0 0 1 0 0,0 0-1 0 0,0 1 0 0 0,0-1 1 0 0,1 0-1 0 0,-1 1 0 0 0,3 14 809 0 0,-4 15-390 0 0,-9 66 346 0 0,-5 91-173 0 0,15-184-646 0 0,0 1 1 0 0,0-1-1 0 0,0 0 0 0 0,0 1 0 0 0,1-1 0 0 0,-1 0 0 0 0,1 0 0 0 0,0 0 1 0 0,0 1-1 0 0,0-1 0 0 0,0 0 0 0 0,1 0 0 0 0,-1 0 0 0 0,1-1 1 0 0,0 1-1 0 0,0 0 0 0 0,0-1 0 0 0,0 1 0 0 0,0-1 0 0 0,4 3 0 0 0,-3-3-11 0 0,0 0 1 0 0,0-1-1 0 0,0 0 0 0 0,0 0 0 0 0,0 0 0 0 0,0 0 0 0 0,1-1 0 0 0,-1 1 0 0 0,0-1 0 0 0,1 0 0 0 0,-1 1 0 0 0,0-2 1 0 0,1 1-1 0 0,-1 0 0 0 0,0-1 0 0 0,0 1 0 0 0,1-1 0 0 0,-1 0 0 0 0,0 0 0 0 0,4-2 0 0 0,23-10-431 0 0,-1-1 0 0 0,42-28 0 0 0,-53 31-410 0 0,-7 4-355 0 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6:32.8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0 8290 0 0,'-1'1'210'0'0,"1"-1"0"0"0,0 1-1 0 0,0-1 1 0 0,-1 1 0 0 0,1 0 0 0 0,0-1 0 0 0,0 1 0 0 0,0-1 0 0 0,-1 1 0 0 0,1 0 0 0 0,0-1 0 0 0,0 1 0 0 0,0-1-1 0 0,0 1 1 0 0,0 0 0 0 0,0-1 0 0 0,0 1 0 0 0,1-1 0 0 0,-1 1 0 0 0,0 0 0 0 0,0-1 0 0 0,0 1 0 0 0,1-1-1 0 0,-1 1 1 0 0,0-1 0 0 0,1 2 0 0 0,10 23 2452 0 0,-5-14-1325 0 0,5 19 752 0 0,12 54 0 0 0,-2 32-1501 0 0,-2-10-2073 0 0,-10-66-6117 0 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6:36.513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</inkml:brush>
  </inkml:definitions>
  <inkml:trace contextRef="#ctx0" brushRef="#br0">221 1855 2304 0 0,'-5'8'384'0'0,"-1"0"0"0"0,-1 0-1 0 0,1-1 1 0 0,-1 1-1 0 0,0-2 1 0 0,-1 1-1 0 0,0-1 1 0 0,0 0-1 0 0,-14 7 1 0 0,-23 19 734 0 0,-47 61 6227 0 0,92-93-7312 0 0,10 0 1438 0 0,-6-2-1283 0 0,25-19 187 0 0,0-2 0 0 0,-2 0-1 0 0,34-38 1 0 0,68-93 201 0 0,-17 20-299 0 0,-65 88 234 0 0,1 2 0 0 0,88-60 0 0 0,-57 48-272 0 0,153-123-120 0 0,-158 112 31 0 0,10-10-40 0 0,120-84 0 0 0,-140 115 10 0 0,-1-3 1 0 0,94-95-1 0 0,-67 53 105 0 0,143-110 0 0 0,-196 172-157 0 0,-1-1 0 0 0,44-48 0 0 0,-69 65-166 0 0,0 0 0 0 0,-1-1 0 0 0,0 0 0 0 0,0 0 0 0 0,-2-1-1 0 0,0 0 1 0 0,-1-1 0 0 0,0 0 0 0 0,8-32 0 0 0,-15 25-506 0 0,0 21 378 0 0,0 1 0 0 0,-1-1 0 0 0,1 0 0 0 0,0 0 0 0 0,0 1 0 0 0,0-1 0 0 0,0 0 0 0 0,1 0-1 0 0,-1 1 1 0 0,0-1 0 0 0,1 0 0 0 0,-1 1 0 0 0,1-1 0 0 0,-1 0 0 0 0,1 1 0 0 0,0-1 0 0 0,3-4-452 0 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6:37.375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</inkml:brush>
  </inkml:definitions>
  <inkml:trace contextRef="#ctx0" brushRef="#br0">468 104 1376 0 0,'-112'10'2011'0'0,"-149"32"0"0"0,167-22 4103 0 0,107-16-5045 0 0,23-1-647 0 0,34-10 463 0 0,-1-3-1 0 0,74-20 1 0 0,74-12-491 0 0,117-8-441 0 0,-102 14-87 0 0,-225 35 125 0 0,50-5 13 0 0,-52 5-11 0 0,-1 1 1 0 0,1 0-1 0 0,-1 0 1 0 0,1 1-1 0 0,-1-1 1 0 0,0 1-1 0 0,1 0 0 0 0,-1 0 1 0 0,0 1-1 0 0,5 1 1 0 0,-8-2 18 0 0,0-1 1 0 0,0 1-1 0 0,-1 0 1 0 0,1 0 0 0 0,0-1-1 0 0,0 1 1 0 0,-1 0-1 0 0,1 0 1 0 0,0 0 0 0 0,-1 0-1 0 0,1 0 1 0 0,-1 0-1 0 0,1 0 1 0 0,-1 0 0 0 0,1 0-1 0 0,-1 0 1 0 0,0 0-1 0 0,0 0 1 0 0,1 1 0 0 0,-1-1-1 0 0,0 0 1 0 0,0 0-1 0 0,0 0 1 0 0,0 0 0 0 0,0 0-1 0 0,0 0 1 0 0,-1 1-1 0 0,1-1 1 0 0,-1 1 0 0 0,-16 38 3290 0 0,7-18-3818 0 0,-31 87 677 0 0,-5 14-120 0 0,-39 163-1 0 0,21 122 172 0 0,57-373-459 0 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7:32.8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1 298 6449 0 0,'5'-39'1598'0'0,"12"-116"2334"0"0,-12 51 2333 0 0,6 243-4025 0 0,26 202-1715 0 0,-16-164-345 0 0,20 178-180 0 0,28 264 0 0 0,25 88 13 0 0,-28-383 155 0 0,95 518 875 0 0,-135-674-844 0 0,-8 1 1 0 0,-7 0-1 0 0,-13 207 0 0 0,-82 763 319 0 0,80-1084-659 0 0,-5 197-1852 0 0,10-233-5766 0 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7:33.7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460 235 2304 0 0,'-211'10'2577'0'0,"139"-4"5"0"0,-80-4 1 0 0,128-6-978 0 0,24 3-1526 0 0,1 1 1 0 0,-1-1 0 0 0,1 1-1 0 0,0 0 1 0 0,-1-1 0 0 0,1 1 0 0 0,-1-1-1 0 0,1 1 1 0 0,0 0 0 0 0,0 0-1 0 0,-1-1 1 0 0,1 1 0 0 0,0 0-1 0 0,-1 0 1 0 0,1 0 0 0 0,0 0 0 0 0,0 0-1 0 0,-1 0 1 0 0,1 0 0 0 0,0 0-1 0 0,-1 0 1 0 0,1 0 0 0 0,0 0 0 0 0,0 1-1 0 0,0-1 1 0 0,288-18 1781 0 0,-19-1-1168 0 0,102-5-153 0 0,-85 3-315 0 0,263-10 1216 0 0,-448 24-1224 0 0,820-61 903 0 0,-799 57-966 0 0,232-18-16 0 0,0 25 202 0 0,241 7 1749 0 0,-581-4-2179 0 0,-1-1 0 0 0,1 0 0 0 0,-1-1 0 0 0,17-5 0 0 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7:35.7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51 362 4609 0 0,'-14'0'62'0'0,"-22"-15"11191"0"0,35 14-10981 0 0,2 0-102 0 0,-1 0 0 0 0,0 0 0 0 0,0 0 0 0 0,0 0 1 0 0,1 0-1 0 0,-1 0 0 0 0,0 1 0 0 0,1-1 0 0 0,-1 0 0 0 0,1 0 0 0 0,-1 0 1 0 0,1 1-1 0 0,-1-1 0 0 0,1 0 0 0 0,-1 0 0 0 0,1 1 0 0 0,0-1 0 0 0,0 1 1 0 0,-1-1-1 0 0,1 0 0 0 0,1 0 0 0 0,-1 1-67 0 0,0 0 1 0 0,0-1 0 0 0,0 1-1 0 0,0-1 1 0 0,0 1-1 0 0,1 0 1 0 0,-1 0-1 0 0,0 0 1 0 0,0 0-1 0 0,0 0 1 0 0,1 0-1 0 0,-1 0 1 0 0,0 0-1 0 0,0 0 1 0 0,0 1 0 0 0,0-1-1 0 0,0 0 1 0 0,1 1-1 0 0,-1-1 1 0 0,0 1-1 0 0,0-1 1 0 0,0 1-1 0 0,0-1 1 0 0,0 1-1 0 0,0 0 1 0 0,0-1-1 0 0,-1 1 1 0 0,1 0 0 0 0,0 0-1 0 0,1 1 1 0 0,31 35-74 0 0,-25-27 244 0 0,132 181 259 0 0,-7-9-495 0 0,-27-64 290 0 0,-106-117-323 0 0,0-1 0 0 0,0 0 1 0 0,0 1-1 0 0,1-1 0 0 0,-1 0 0 0 0,0 0 1 0 0,0 1-1 0 0,1-1 0 0 0,-1 0 1 0 0,0 0-1 0 0,1 0 0 0 0,-1 0 0 0 0,0 1 1 0 0,0-1-1 0 0,1 0 0 0 0,-1 0 0 0 0,0 0 1 0 0,1 0-1 0 0,-1 0 0 0 0,0 0 0 0 0,1 0 1 0 0,-1 0-1 0 0,0 0 0 0 0,1 0 1 0 0,-1 0-1 0 0,0 0 0 0 0,1 0 0 0 0,-1 0 1 0 0,0 0-1 0 0,1 0 0 0 0,-1 0 0 0 0,0 0 1 0 0,1-1-1 0 0,6-12 141 0 0,1-33 53 0 0,-5 25-134 0 0,30-103 52 0 0,50-120-1 0 0,-44 133-85 0 0,-22 60-274 0 0,2 1 0 0 0,1 0 0 0 0,3 2-1 0 0,40-61 1 0 0,-63 108 136 0 0,0 0 0 0 0,1 1 0 0 0,-1-1-1 0 0,1 0 1 0 0,-1 1 0 0 0,1-1 0 0 0,-1 1 0 0 0,1-1 0 0 0,0 1-1 0 0,-1-1 1 0 0,1 1 0 0 0,-1-1 0 0 0,1 1 0 0 0,0 0 0 0 0,-1-1-1 0 0,1 1 1 0 0,0 0 0 0 0,0 0 0 0 0,-1-1 0 0 0,1 1 0 0 0,0 0-1 0 0,0 0 1 0 0,-1 0 0 0 0,1 0 0 0 0,0 0 0 0 0,0 0 0 0 0,0 0-1 0 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7:36.2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229 73 6449 0 0,'-61'8'6571'0'0,"-107"31"0"0"0,209-47-3192 0 0,33-6-3217 0 0,-6-1 141 0 0,123-11 1 0 0,72 13 530 0 0,-129 8-674 0 0,82 9-160 0 0,-58 2 0 0 0,-156-6-137 0 0,1 0-1 0 0,-1 0 0 0 0,0-1 0 0 0,0 1 1 0 0,0-1-1 0 0,0 1 0 0 0,0-1 0 0 0,0 0 1 0 0,0 1-1 0 0,0-1 0 0 0,0 0 0 0 0,2-2 1 0 0,-2 2-149 0 0,-1 0-1 0 0,0 0 1 0 0,1 0 0 0 0,-1-1 0 0 0,0 1 0 0 0,0 0-1 0 0,0-1 1 0 0,0 1 0 0 0,0-1 0 0 0,0 1 0 0 0,0-1-1 0 0,-1 0 1 0 0,1 1 0 0 0,-1-1 0 0 0,1 0 0 0 0,-1 1-1 0 0,1-1 1 0 0,-1 0 0 0 0,0 0 0 0 0,0 0 0 0 0,0 1 0 0 0,0-1-1 0 0,0-2 1 0 0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7:36.9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220 87 5905 0 0,'-18'-24'1740'0'0,"13"17"-603"0"0,-1 0-1 0 0,0-1 1 0 0,0 2 0 0 0,-12-12-1 0 0,14 16-786 0 0,1 0-1 0 0,0 0 1 0 0,-1 0-1 0 0,1 0 1 0 0,-1 1 0 0 0,1 0-1 0 0,-1-1 1 0 0,0 1-1 0 0,0 1 1 0 0,0-1-1 0 0,1 0 1 0 0,-1 1 0 0 0,0 0-1 0 0,0 0 1 0 0,-4 1-1 0 0,-57 9 4007 0 0,68-6-3823 0 0,7 5-526 0 0,0-1 0 0 0,1 0 0 0 0,1-1 0 0 0,-1 0 0 0 0,1-1 0 0 0,0 0 0 0 0,21 6 0 0 0,-11-3 2 0 0,34 18 1 0 0,112 91-10 0 0,-147-102 0 0 0,-19-14 1 0 0,0-1 1 0 0,0 0-1 0 0,0 1 0 0 0,0 0 0 0 0,-1-1 0 0 0,1 1 1 0 0,-1 0-1 0 0,1 0 0 0 0,-1 0 0 0 0,0 0 0 0 0,0 0 1 0 0,0 0-1 0 0,0 1 0 0 0,0-1 0 0 0,0 0 0 0 0,0 0 1 0 0,-1 1-1 0 0,0-1 0 0 0,1 4 0 0 0,-1-2 4 0 0,0 0 0 0 0,-1 0-1 0 0,0-1 1 0 0,1 1 0 0 0,-1 0 0 0 0,-1-1-1 0 0,1 1 1 0 0,0 0 0 0 0,-1-1 0 0 0,0 0-1 0 0,-2 5 1 0 0,-8 7 18 0 0,0 0 0 0 0,0-1 0 0 0,-2 0-1 0 0,-14 12 1 0 0,14-14-13 0 0,-57 52 214 0 0,28-27-25 0 0,-59 66 0 0 0,62-50 145 0 0,25-31-28 0 0,-30 31 0 0 0,41-49-357 0 0,-8 7-2306 0 0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7:38.1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33 106 4145 0 0,'-2'-2'533'0'0,"-1"-1"0"0"0,0 1 0 0 0,1-1 0 0 0,-1 0 0 0 0,1 1 1 0 0,0-1-1 0 0,0-1 0 0 0,0 1 0 0 0,1 0 0 0 0,-1 0 0 0 0,1-1 0 0 0,-1 1 0 0 0,0-6 0 0 0,1 7-188 0 0,0-1-1 0 0,1 1 0 0 0,-1 0 0 0 0,1-1 0 0 0,0 1 0 0 0,0-1 1 0 0,0 1-1 0 0,0-1 0 0 0,0 1 0 0 0,0 0 0 0 0,1-1 0 0 0,-1 1 1 0 0,1-1-1 0 0,-1 1 0 0 0,1 0 0 0 0,0-1 0 0 0,0 1 0 0 0,0 0 1 0 0,1 0-1 0 0,-1 0 0 0 0,3-3 0 0 0,-4 4-266 0 0,0 1 0 0 0,1 0 0 0 0,-1-1 0 0 0,0 1 0 0 0,1 0 0 0 0,-1 0 0 0 0,0-1 0 0 0,1 1 0 0 0,-1 0 0 0 0,1 0 0 0 0,-1-1 0 0 0,0 1 0 0 0,1 0 0 0 0,-1 0 0 0 0,1 0 0 0 0,-1 0 0 0 0,1 0 0 0 0,-1 0 0 0 0,1 0 0 0 0,-1 0 0 0 0,1 0 0 0 0,-1 0 0 0 0,1 0 0 0 0,-1 0 0 0 0,1 0 0 0 0,-1 0 0 0 0,0 0 0 0 0,1 0 0 0 0,-1 0 0 0 0,1 1 0 0 0,0-1 0 0 0,11 15 761 0 0,3 21-661 0 0,88 334 342 0 0,-73-271-456 0 0,30 171 0 0 0,-56-256 170 0 0,-2-9-636 0 0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7:38.4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25 153 5985 0 0,'-1'0'68'0'0,"0"0"0"0"0,0 1-1 0 0,0-1 1 0 0,0 0 0 0 0,-1 0-1 0 0,1 0 1 0 0,0 0 0 0 0,0 0-1 0 0,0-1 1 0 0,0 1 0 0 0,-1 0-1 0 0,1 0 1 0 0,0-1 0 0 0,0 1-1 0 0,0-1 1 0 0,0 1 0 0 0,0-1-1 0 0,0 1 1 0 0,0-1 0 0 0,0 0-1 0 0,-1 0 1 0 0,2 0 138 0 0,0 0 1 0 0,1 0-1 0 0,-1 0 1 0 0,0 1-1 0 0,0-1 0 0 0,1 0 1 0 0,-1 0-1 0 0,0 1 0 0 0,1-1 1 0 0,-1 0-1 0 0,1 1 1 0 0,-1-1-1 0 0,1 0 0 0 0,-1 1 1 0 0,1-1-1 0 0,-1 1 1 0 0,1-1-1 0 0,0 1 0 0 0,-1-1 1 0 0,1 1-1 0 0,1-1 0 0 0,31-18 4507 0 0,-16 11-4724 0 0,156-51 4036 0 0,6 18-3523 0 0,-138 37-1520 0 0,-24 8-4589 0 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7:38.7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0 144 6913 0 0,'84'-38'6390'0'0,"24"-12"-2890"0"0,4 9-4245 0 0,-60 29 301 0 0,-40 9 497 0 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7:39.3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22 10138 0 0,'-3'-3'352'0'0,"-28"-15"10412"0"0,38 44-10498 0 0,0 1 1 0 0,-2 1-1 0 0,-1-1 0 0 0,-2 1 1 0 0,0 33-1 0 0,-14 148 90 0 0,5-128-276 0 0,2-11-38 0 0,-3 26-37 0 0,6 112 1 0 0,5-166-116 0 0,0-27-308 0 0,-2 0 0 0 0,0 1-1 0 0,-1-1 1 0 0,0 1 0 0 0,-6 29 0 0 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7:40.0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133 214 6153 0 0,'-4'2'400'0'0,"0"0"0"0"0,1 0 1 0 0,-1 0-1 0 0,1 1 0 0 0,-1-1 0 0 0,-4 5 0 0 0,-95 93 7040 0 0,124-125-5419 0 0,17-19-1070 0 0,-2-2 0 0 0,52-89 1 0 0,-85 129-855 0 0,1-1 0 0 0,0 1 0 0 0,0 0 1 0 0,0 0-1 0 0,1 0 0 0 0,0 0 0 0 0,0 1 1 0 0,1 0-1 0 0,-1 0 0 0 0,1 0 0 0 0,0 1 1 0 0,1 0-1 0 0,-1 0 0 0 0,10-4 1 0 0,-14 8-75 0 0,0 0 1 0 0,1 0-1 0 0,-1 1 1 0 0,0-1 0 0 0,0 1-1 0 0,0-1 1 0 0,0 1 0 0 0,0 0-1 0 0,0 0 1 0 0,0 0-1 0 0,0 0 1 0 0,0 0 0 0 0,0 1-1 0 0,2 1 1 0 0,28 22 48 0 0,-29-22-56 0 0,60 52 404 0 0,-3 3 0 0 0,59 73-1 0 0,-116-127-617 0 0,0 0-1 0 0,1 0 1 0 0,-1 0-1 0 0,1 0 1 0 0,0-1-1 0 0,0 0 1 0 0,0 0-1 0 0,0 0 1 0 0,0 0-1 0 0,1-1 1 0 0,0 1-1 0 0,6 1 1 0 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7:43.77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23 11058 0 0,'0'0'51'0'0,"0"0"0"0"0,0 0 0 0 0,0 0 0 0 0,0 0 0 0 0,-3-2 1019 0 0,3 2-1019 0 0,0 0 0 0 0,0 0 0 0 0,0 0 0 0 0,0 0 0 0 0,0-1 0 0 0,0 1 0 0 0,0 0 0 0 0,0 0-1 0 0,0 0 1 0 0,0 0 0 0 0,0 0 0 0 0,0 0 0 0 0,0-1 0 0 0,0 1 0 0 0,0 0 0 0 0,0 0 0 0 0,0 0 0 0 0,1-2 764 0 0,-1 2-764 0 0,13-8 2525 0 0,19-1 700 0 0,-21 9-3002 0 0,-1 1 1 0 0,1 0 0 0 0,0 0 0 0 0,-1 1 0 0 0,1 1 0 0 0,-1 0 0 0 0,0 0 0 0 0,0 1-1 0 0,18 9 1 0 0,10 8-401 0 0,38 28-1 0 0,-52-33 267 0 0,-12-8-152 0 0,26 17-777 0 0,-1 1 0 0 0,50 46 0 0 0,-74-58-401 0 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7:44.07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137 28 2304 0 0,'-17'-27'20184'0'0,"11"33"-20315"0"0,5-5 295 0 0,-1 4-32 0 0,-24 61-90 0 0,3 1 1 0 0,-21 106-1 0 0,39-153-100 0 0,-6 46-1359 0 0,10-38-4345 0 0,2-9-931 0 0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7:44.49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7370 0 0,'10'2'1954'0'0,"0"-1"1"0"0,0 1 0 0 0,0 1 0 0 0,0 0-1 0 0,17 7 1 0 0,72 36 896 0 0,4 0-2027 0 0,55 24-999 0 0,-103-45-3070 0 0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7:44.78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197 38 1376 0 0,'-10'-14'2335'0'0,"-10"-9"6766"0"0,19 22-8969 0 0,1 1 0 0 0,0 0 1 0 0,-1 0-1 0 0,1 0 0 0 0,-5 2 2250 0 0,4-2-2250 0 0,-7 17 1848 0 0,-71 194 182 0 0,18-54-4675 0 0,51-129-3853 0 0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7:45.22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 1 5065 0 0,'-1'0'57'0'0,"1"-1"1"0"0,0 1-1 0 0,0 0 1 0 0,-1 0-1 0 0,1 0 0 0 0,0 0 1 0 0,0 0-1 0 0,0 1 1 0 0,-1-1-1 0 0,1 0 0 0 0,0 0 1 0 0,0 0-1 0 0,-1 0 1 0 0,1 0-1 0 0,0 0 0 0 0,0 0 1 0 0,-1 0-1 0 0,1 0 0 0 0,0 1 1 0 0,0-1-1 0 0,0 0 1 0 0,0 0-1 0 0,-1 0 0 0 0,1 0 1 0 0,0 1-1 0 0,0-1 1 0 0,0 0-1 0 0,0 0 0 0 0,-1 0 1 0 0,1 1-1 0 0,0-1 1 0 0,0 0-1 0 0,0 0 0 0 0,0 1 1 0 0,0-1-1 0 0,0 0 0 0 0,0 0 1 0 0,0 1-1 0 0,0-1 1 0 0,0 0-1 0 0,0 1 0 0 0,5 12 2103 0 0,13 12 1125 0 0,7-2-1783 0 0,2 0-1 0 0,0-2 0 0 0,1-1 1 0 0,45 25-1 0 0,-16-11-749 0 0,4 7-466 0 0,-32-20-626 0 0,1-1 0 0 0,1-2-1 0 0,41 18 1 0 0,-59-32-1548 0 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7:45.57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208 22 5065 0 0,'-13'-22'16077'0'0,"8"33"-16176"0"0,-80 176 1451 0 0,-7 17-5945 0 0,79-167-1975 0 0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7:45.98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12 6449 0 0,'0'-1'114'0'0,"0"1"-1"0"0,0-1 0 0 0,0 1 0 0 0,1-1 1 0 0,-1 1-1 0 0,0-1 0 0 0,0 1 0 0 0,0-1 1 0 0,0 1-1 0 0,1 0 0 0 0,-1-1 0 0 0,0 1 1 0 0,0-1-1 0 0,1 1 0 0 0,-1 0 0 0 0,0-1 1 0 0,1 1-1 0 0,-1 0 0 0 0,0-1 0 0 0,1 1 1 0 0,-1 0-1 0 0,0 0 0 0 0,1-1 0 0 0,-1 1 1 0 0,1 0-1 0 0,-1 0 0 0 0,1 0 0 0 0,-1-1 1 0 0,0 1-1 0 0,1 0 0 0 0,0 0 0 0 0,22 0 3069 0 0,24 10 724 0 0,-44-9-3778 0 0,10 3 157 0 0,1 1 0 0 0,-1 0 0 0 0,0 1 0 0 0,0 1 0 0 0,-1 0 0 0 0,0 1 0 0 0,14 11 0 0 0,4 7 1087 0 0,34 37-1 0 0,-24-22-974 0 0,-31-31-847 0 0,1-1 0 0 0,0 0 0 0 0,0-1 0 0 0,1 0 0 0 0,0-1 0 0 0,1 0 0 0 0,0-1 0 0 0,0 0 0 0 0,0-1 0 0 0,0-1 0 0 0,1 0 1 0 0,17 4-1 0 0,-8-6-5840 0 0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7:46.22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209 17 4609 0 0,'-9'-16'10837'0'0,"9"16"-10723"0"0,-16 33 5905 0 0,9-18-6851 0 0,-113 181-22 0 0,91-152-976 0 0,2-2-4775 0 0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7:48.01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134 3188 5265 0 0,'-7'9'665'0'0,"-1"-1"0"0"0,-1 0 0 0 0,-15 12 0 0 0,-21 20 1075 0 0,4 1 2789 0 0,44-46-4119 0 0,0 1 0 0 0,0-1 0 0 0,0 0 0 0 0,-1 0 0 0 0,4-8 1 0 0,10-19-497 0 0,18-11 756 0 0,1 1 1 0 0,71-64-1 0 0,-59 62 222 0 0,63-77 0 0 0,-52 45-596 0 0,3 3 0 0 0,3 2 1 0 0,4 3-1 0 0,100-78 0 0 0,165-113 122 0 0,16-49 220 0 0,-313 276-591 0 0,1 1-1 0 0,61-37 1 0 0,-53 37 20 0 0,66-55 1 0 0,-34 13-3 0 0,-10 9-5 0 0,119-89 0 0 0,6 8 138 0 0,-108 79-184 0 0,-34 23 112 0 0,83-91 0 0 0,-47 44-42 0 0,-52 55-82 0 0,46-44 29 0 0,102-130 0 0 0,-127 141 74 0 0,92-87 1 0 0,-147 155-106 0 0,66-79 102 0 0,-51 59-66 0 0,1 0 0 0 0,0 2-1 0 0,33-29 1 0 0,80-67-36 0 0,-125 111-194 0 0,1 0-1 0 0,-1 0 1 0 0,1 0-1 0 0,0 1 1 0 0,0-1-1 0 0,0 1 1 0 0,0 1-1 0 0,0-1 1 0 0,0 1 0 0 0,9-2-1 0 0,-5 2-698 0 0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7:50.3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65 93 5529 0 0,'-24'-54'3614'0'0,"23"51"-2974"0"0,-1 0 0 0 0,0 0 0 0 0,0 0 0 0 0,0 0 1 0 0,0 0-1 0 0,-1 1 0 0 0,1-1 0 0 0,-1 1 0 0 0,0 0 0 0 0,0-1 1 0 0,0 1-1 0 0,0 0 0 0 0,0 1 0 0 0,-3-3 0 0 0,9 13 2546 0 0,11 27-2728 0 0,-3 5-389 0 0,-1-1 1 0 0,8 83-1 0 0,-8 87 223 0 0,-4-54-192 0 0,2-73-307 0 0,-3-37-328 0 0,0 59 1 0 0,-5-92 398 0 0,-1 0 1 0 0,0 0-1 0 0,-1-1 1 0 0,0 1-1 0 0,-1-1 1 0 0,-1 1-1 0 0,0-1 1 0 0,-1 0-1 0 0,-7 15 1 0 0,6-18-1563 0 0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7:50.80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105 131 1840 0 0,'0'-6'593'0'0,"1"1"0"0"0,0-1-1 0 0,0 1 1 0 0,1-1-1 0 0,-1 1 1 0 0,1 0-1 0 0,0-1 1 0 0,0 1-1 0 0,1 0 1 0 0,0 1 0 0 0,0-1-1 0 0,0 0 1 0 0,0 1-1 0 0,1-1 1 0 0,-1 1-1 0 0,1 0 1 0 0,0 0-1 0 0,0 1 1 0 0,1-1 0 0 0,8-5-1 0 0,-7 6-212 0 0,0 0 0 0 0,-1 0 0 0 0,1 0 0 0 0,0 0 0 0 0,1 1 0 0 0,-1 0 0 0 0,0 0 0 0 0,0 1 0 0 0,1 0 0 0 0,-1 0 0 0 0,1 0 0 0 0,0 1 0 0 0,-1 0 0 0 0,1 0 0 0 0,-1 1 0 0 0,1-1 0 0 0,11 5 1 0 0,-15-5-358 0 0,-1 1 1 0 0,0 0 0 0 0,0 0 0 0 0,0 1 0 0 0,0-1 0 0 0,0 0-1 0 0,0 1 1 0 0,-1-1 0 0 0,1 1 0 0 0,0 0 0 0 0,-1-1 0 0 0,1 1-1 0 0,-1 0 1 0 0,1 0 0 0 0,-1 0 0 0 0,0 0 0 0 0,0 0 0 0 0,0 0-1 0 0,0 1 1 0 0,0-1 0 0 0,-1 0 0 0 0,1 0 0 0 0,-1 1 0 0 0,1-1-1 0 0,-1 0 1 0 0,0 1 0 0 0,0-1 0 0 0,0 0 0 0 0,0 1 0 0 0,0-1-1 0 0,0 0 1 0 0,-1 1 0 0 0,0 2 0 0 0,-2 9-36 0 0,-1 0 0 0 0,0 0-1 0 0,-1 0 1 0 0,-7 13 0 0 0,10-23 27 0 0,-14 30-97 0 0,-2-2 0 0 0,-1 0 0 0 0,-43 55 0 0 0,-83 77-242 0 0,140-159 324 0 0,-7 6 222 0 0,-8 11 404 0 0,21-21-566 0 0,0 0 1 0 0,1 0 0 0 0,-1 0-1 0 0,1 0 1 0 0,-1 0 0 0 0,1 0 0 0 0,0-1-1 0 0,-1 1 1 0 0,1 0 0 0 0,0-1-1 0 0,-1 1 1 0 0,4-1 0 0 0,0 2 22 0 0,74 29 122 0 0,113 62 1 0 0,-149-72-1208 0 0,0-2 0 0 0,51 16 0 0 0,-66-27-6365 0 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7:51.1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1 295 2304 0 0,'1'6'10111'0'0,"9"-2"-6121"0"0,9 0-1228 0 0,-13-5-2587 0 0,-1 0 1 0 0,1 0 0 0 0,0-1 0 0 0,-1 0-1 0 0,1 0 1 0 0,-1-1 0 0 0,0 1-1 0 0,1-1 1 0 0,-1 0 0 0 0,-1 0 0 0 0,1-1-1 0 0,0 0 1 0 0,-1 1 0 0 0,0-1-1 0 0,0-1 1 0 0,0 1 0 0 0,4-7 0 0 0,-3 5-170 0 0,-1 0-1 0 0,0-1 1 0 0,-1 0 0 0 0,1 1 0 0 0,-1-1 0 0 0,-1 0 0 0 0,1-1 0 0 0,-1 1 0 0 0,-1 0 0 0 0,1-1 0 0 0,-1 1 0 0 0,0-1 0 0 0,-1-7 0 0 0,0 5-6 0 0,-5-58 0 0 0,4 62 0 0 0,0 0 0 0 0,0 0 0 0 0,-1 0 0 0 0,0 0 0 0 0,0 0 0 0 0,0 1 0 0 0,0-1 0 0 0,-6-8 0 0 0,7 13 0 0 0,1 1 0 0 0,0-1 1 0 0,-1 1-1 0 0,1 0 0 0 0,0-1 1 0 0,0 1-1 0 0,-1 0 0 0 0,1-1 0 0 0,-1 1 1 0 0,1 0-1 0 0,0 0 0 0 0,-1-1 1 0 0,1 1-1 0 0,-1 0 0 0 0,1 0 0 0 0,0 0 1 0 0,-1 0-1 0 0,1 0 0 0 0,-1-1 0 0 0,1 1 1 0 0,-1 0-1 0 0,1 0 0 0 0,-1 0 1 0 0,1 0-1 0 0,-1 0 0 0 0,1 0 0 0 0,-1 0 1 0 0,1 1-1 0 0,0-1 0 0 0,-2 0 1 0 0,-12 12-20 0 0,-9 26-45 0 0,20-33 52 0 0,-3 5-9 0 0,-8 14-88 0 0,-20 49 1 0 0,31-67 103 0 0,1 0 0 0 0,0 0-1 0 0,0 0 1 0 0,1 1 0 0 0,0-1-1 0 0,0 0 1 0 0,1 1 0 0 0,-1-1 0 0 0,1 0-1 0 0,1 1 1 0 0,-1-1 0 0 0,1 1 0 0 0,0-1-1 0 0,3 8 1 0 0,-2-9 16 0 0,1 0 0 0 0,0 0 0 0 0,1-1 0 0 0,-1 1 0 0 0,1-1 0 0 0,0 0 0 0 0,0 0-1 0 0,0-1 1 0 0,1 1 0 0 0,-1-1 0 0 0,1 0 0 0 0,0 0 0 0 0,0 0 0 0 0,0-1 0 0 0,0 0 0 0 0,0 0 0 0 0,7 2 0 0 0,44 11-1217 0 0,-6-6-4597 0 0,-27-6-737 0 0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7:51.54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137 36 5529 0 0,'-1'-2'403'0'0,"1"0"-1"0"0,-1 0 1 0 0,0 0-1 0 0,0 0 1 0 0,0 0-1 0 0,0 0 1 0 0,0 1-1 0 0,0-1 1 0 0,0 0 0 0 0,-1 1-1 0 0,1-1 1 0 0,-1 1-1 0 0,1-1 1 0 0,-1 1-1 0 0,0 0 1 0 0,1-1-1 0 0,-1 1 1 0 0,0 0-1 0 0,0 0 1 0 0,-3-1-1 0 0,2 1-99 0 0,0 1 0 0 0,0-1 0 0 0,0 1 0 0 0,1 0 0 0 0,-1 0 0 0 0,0 0 0 0 0,0 1 0 0 0,1-1-1 0 0,-1 0 1 0 0,0 1 0 0 0,0 0 0 0 0,1 0 0 0 0,-1 0 0 0 0,-3 1 0 0 0,2 0-158 0 0,0 0 0 0 0,0 0 0 0 0,0 1 0 0 0,0 0 0 0 0,1-1 0 0 0,-1 1 0 0 0,1 0 0 0 0,-1 1 0 0 0,1-1 1 0 0,0 1-1 0 0,0-1 0 0 0,1 1 0 0 0,-1 0 0 0 0,1 0 0 0 0,-1 0 0 0 0,2 0 0 0 0,-1 1 0 0 0,0-1 0 0 0,-1 6 0 0 0,3-7-132 0 0,0 1 0 0 0,0 0-1 0 0,1-1 1 0 0,-1 1 0 0 0,1-1 0 0 0,-1 1-1 0 0,1-1 1 0 0,1 0 0 0 0,-1 1 0 0 0,0-1-1 0 0,1 0 1 0 0,-1 0 0 0 0,1 1 0 0 0,0-1-1 0 0,0-1 1 0 0,0 1 0 0 0,5 4 0 0 0,5 5-76 0 0,0 0 0 0 0,22 15 0 0 0,-10-8-78 0 0,13 10-99 0 0,-24-20 105 0 0,0 1 0 0 0,-1 0 0 0 0,0 1 0 0 0,15 19 0 0 0,-26-29 144 0 0,0 0-1 0 0,-1 0 0 0 0,1 0 1 0 0,0 0-1 0 0,-1 0 0 0 0,1 0 1 0 0,-1 0-1 0 0,1 0 0 0 0,-1 1 1 0 0,0-1-1 0 0,1 0 0 0 0,-1 0 1 0 0,0 0-1 0 0,0 1 0 0 0,0-1 1 0 0,0 0-1 0 0,0 0 0 0 0,0 1 1 0 0,0-1-1 0 0,-1 0 0 0 0,1 0 1 0 0,0 0-1 0 0,-1 1 0 0 0,1-1 1 0 0,-1 1-1 0 0,-1 1 40 0 0,0-1 0 0 0,1 1 0 0 0,-1-1 0 0 0,-1 1 0 0 0,1-1 0 0 0,0 0 0 0 0,-1 0 0 0 0,1 0 0 0 0,-5 3 0 0 0,-5 2 132 0 0,-1-1 0 0 0,1-1 0 0 0,-20 7 0 0 0,-1-3-115 0 0,21-6-634 0 0,0 0 0 0 0,0 1 0 0 0,0 0 0 0 0,-17 10 0 0 0,24-11-788 0 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7:51.89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7370 0 0,'1'59'8698'0'0,"1"2"-4546"0"0,0-25-4484 0 0,1 0-1 0 0,3-1 0 0 0,11 45 0 0 0,-12-64-6481 0 0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7:52.09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 5 10594 0 0,'-3'-3'1561'0'0,"2"3"-1301"0"0,0 0 0 0 0,1 0 0 0 0,-1-1 0 0 0,1 1 0 0 0,-1 0 0 0 0,0 0 0 0 0,1 0 0 0 0,-1 0 0 0 0,0 0 0 0 0,1 0 0 0 0,-1 0 0 0 0,0 0 0 0 0,1 0 0 0 0,-8 3 3121 0 0,7-2-3121 0 0,1 0-384 0 0,-1 0 1 0 0,1-1-1 0 0,0 1 0 0 0,0 0 0 0 0,0 0 1 0 0,0-1-1 0 0,0 1 0 0 0,0 0 0 0 0,0 0 1 0 0,0-1-1 0 0,1 1 0 0 0,-1 0 0 0 0,0 0 1 0 0,0-1-1 0 0,1 1 0 0 0,-1 0 1 0 0,0-1-1 0 0,1 1 0 0 0,-1 0 0 0 0,0-1 1 0 0,1 1-1 0 0,-1-1 0 0 0,1 1 0 0 0,-1-1 1 0 0,1 1-1 0 0,-1-1 0 0 0,2 2 0 0 0,25 22-1724 0 0,-17-13 1848 0 0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7:52.44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159 36 5065 0 0,'-2'-3'276'0'0,"0"0"-1"0"0,0 1 1 0 0,0-1 0 0 0,-1 1-1 0 0,1-1 1 0 0,-1 1 0 0 0,0 0-1 0 0,0 0 1 0 0,1 0 0 0 0,-1 0-1 0 0,-1 0 1 0 0,1 1 0 0 0,0 0-1 0 0,0-1 1 0 0,-1 1 0 0 0,-3-1-1 0 0,5 2 54 0 0,-1 0 0 0 0,0 0-1 0 0,1 0 1 0 0,-1 0-1 0 0,1 0 1 0 0,-1 1-1 0 0,0-1 1 0 0,1 1-1 0 0,-1 0 1 0 0,1-1-1 0 0,-1 1 1 0 0,1 0-1 0 0,0 1 1 0 0,-1-1-1 0 0,1 0 1 0 0,0 1 0 0 0,0-1-1 0 0,0 1 1 0 0,0 0-1 0 0,0-1 1 0 0,0 1-1 0 0,-2 3 1 0 0,2-2-199 0 0,-1 0 0 0 0,1 0 0 0 0,0 0-1 0 0,0 0 1 0 0,0 1 0 0 0,0-1 0 0 0,1 1 0 0 0,-1 0 0 0 0,1-1 0 0 0,0 1 0 0 0,0 0 0 0 0,0 0 0 0 0,1-1 0 0 0,-1 1 0 0 0,1 0 0 0 0,0 0 0 0 0,0 0 0 0 0,0 0 0 0 0,1 0-1 0 0,-1 0 1 0 0,1-1 0 0 0,1 6 0 0 0,4 5-60 0 0,-1-1-1 0 0,2 1 1 0 0,0-2-1 0 0,14 22 1 0 0,11 20 158 0 0,-25-40-249 0 0,-1-1 0 0 0,-1 2 0 0 0,0-1-1 0 0,-1 1 1 0 0,4 20 0 0 0,-8-32 7 0 0,1 1 0 0 0,-1-1 0 0 0,0 1 0 0 0,0-1 0 0 0,0 1 0 0 0,-1-1 0 0 0,1 1 0 0 0,-1-1 0 0 0,0 1 0 0 0,0-1 0 0 0,0 0 0 0 0,0 1 0 0 0,-1-1 0 0 0,1 0 0 0 0,-1 0 0 0 0,0 0 0 0 0,0 0 0 0 0,0 0 0 0 0,0 0 0 0 0,-1-1 0 0 0,1 1 0 0 0,-1-1 0 0 0,0 0 0 0 0,1 1 0 0 0,-1-1 0 0 0,0 0 0 0 0,0-1 0 0 0,-6 4 0 0 0,2-2-15 0 0,0 0 0 0 0,0-1-1 0 0,0 0 1 0 0,-13 3 0 0 0,17-5-194 0 0,0 1 1 0 0,0-1-1 0 0,0 0 1 0 0,0 0 0 0 0,0 0-1 0 0,0 0 1 0 0,0-1-1 0 0,0 1 1 0 0,0-1-1 0 0,0 1 1 0 0,0-1-1 0 0,1 0 1 0 0,-1-1-1 0 0,-5-1 1 0 0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7:52.70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43 60 5817 0 0,'0'-3'207'0'0,"0"1"-1"0"0,0 0 0 0 0,0-1 1 0 0,-1 1-1 0 0,1 0 0 0 0,-1 0 1 0 0,0 0-1 0 0,1-1 0 0 0,-1 1 1 0 0,0 0-1 0 0,0 0 0 0 0,-1 0 1 0 0,-1-3-1 0 0,1 2 554 0 0,0 1 1 0 0,1 0-1 0 0,-1-1 0 0 0,0 1 1 0 0,0 0-1 0 0,0 0 1 0 0,0 0-1 0 0,-1 0 1 0 0,1 0-1 0 0,-5-2 0 0 0,7 5-652 0 0,0-1 0 0 0,-1 0-1 0 0,1 0 1 0 0,0 0 0 0 0,0 1-1 0 0,-1-1 1 0 0,1 0-1 0 0,0 0 1 0 0,-1 1 0 0 0,1-1-1 0 0,0 0 1 0 0,0 1 0 0 0,0-1-1 0 0,-1 0 1 0 0,1 1 0 0 0,0-1-1 0 0,0 0 1 0 0,0 1-1 0 0,0-1 1 0 0,0 1 0 0 0,0-1-1 0 0,0 0 1 0 0,0 1 0 0 0,0-1-1 0 0,0 1 1 0 0,0-1 0 0 0,0 0-1 0 0,0 1 1 0 0,0-1 0 0 0,0 0-1 0 0,0 1 1 0 0,0 0-1 0 0,1 15 307 0 0,-1-15-297 0 0,10 82 785 0 0,30 121 1 0 0,-21-137-1454 0 0,3 0 0 0 0,34 73 0 0 0,-44-115-4647 0 0,-2-1-1723 0 0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7:52.92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11 204 10138 0 0,'-1'-1'123'0'0,"0"0"-1"0"0,0 0 0 0 0,0 0 1 0 0,1 0-1 0 0,-1-1 1 0 0,0 1-1 0 0,0 0 1 0 0,1 0-1 0 0,-1-1 1 0 0,0 1-1 0 0,1-1 0 0 0,-1 1 1 0 0,1 0-1 0 0,0-1 1 0 0,0 1-1 0 0,-1-1 1 0 0,1 1-1 0 0,0-1 0 0 0,0 1 1 0 0,0-1-1 0 0,0 1 1 0 0,1-2-1 0 0,0 0 189 0 0,1 0 1 0 0,-1 1-1 0 0,1-1 0 0 0,0 1 0 0 0,0-1 0 0 0,0 1 0 0 0,0 0 0 0 0,0-1 1 0 0,0 1-1 0 0,4-2 0 0 0,8-7 533 0 0,1 0 1 0 0,1 1 0 0 0,0 1-1 0 0,31-14 1 0 0,75-20-152 0 0,-76 27-1298 0 0,-13 5-4377 0 0,-2 2-1762 0 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7:53.29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244 121 1376 0 0,'-9'-10'1343'0'0,"1"0"1"0"0,-13-21-1 0 0,17 24 209 0 0,-1-1-1 0 0,0 1 1 0 0,-1 0 0 0 0,1 0 0 0 0,-1 0-1 0 0,-1 1 1 0 0,-12-11 0 0 0,17 16-1416 0 0,1 1 0 0 0,-1-1 0 0 0,0 1 1 0 0,0 0-1 0 0,1-1 0 0 0,-1 1 0 0 0,0 0 0 0 0,0 0 1 0 0,0 0-1 0 0,1 0 0 0 0,-1 0 0 0 0,0 0 1 0 0,0 1-1 0 0,1-1 0 0 0,-1 1 0 0 0,0-1 0 0 0,0 1 1 0 0,1-1-1 0 0,-1 1 0 0 0,0 0 0 0 0,1 0 0 0 0,-1 0 1 0 0,1 0-1 0 0,0 0 0 0 0,-1 0 0 0 0,1 1 0 0 0,0-1 1 0 0,-1 0-1 0 0,1 1 0 0 0,-1 1 0 0 0,-5 6-90 0 0,0-1-1 0 0,1 1 0 0 0,-9 15 0 0 0,4-6-39 0 0,2 1 0 0 0,0 0 0 0 0,1 0 0 0 0,1 1 0 0 0,1-1 0 0 0,-5 29 0 0 0,11-43-67 0 0,-1 0 0 0 0,1 0 1 0 0,0 1-1 0 0,0-1 0 0 0,0 0 1 0 0,0 0-1 0 0,1 0 0 0 0,0 0 1 0 0,0 0-1 0 0,1 0 0 0 0,-1 0 1 0 0,1 0-1 0 0,0-1 0 0 0,1 1 1 0 0,-1 0-1 0 0,1-1 0 0 0,-1 0 1 0 0,1 0-1 0 0,1 0 0 0 0,-1 0 0 0 0,1 0 1 0 0,-1 0-1 0 0,1-1 0 0 0,0 0 1 0 0,0 0-1 0 0,0 0 0 0 0,1 0 1 0 0,-1-1-1 0 0,1 1 0 0 0,0-1 1 0 0,5 2-1 0 0,-1-2-16 0 0,0 0 0 0 0,0 0 0 0 0,0 0 0 0 0,1-1 0 0 0,-1 0 1 0 0,0-1-1 0 0,1 0 0 0 0,-1-1 0 0 0,0 0 0 0 0,0 0 0 0 0,1-1 0 0 0,-1 0 0 0 0,0-1 0 0 0,10-4 0 0 0,-14 5 104 0 0,-1 0 1 0 0,0 0-1 0 0,0 0 0 0 0,1-1 0 0 0,-1 0 0 0 0,-1 0 0 0 0,1 0 1 0 0,0 0-1 0 0,-1 0 0 0 0,1-1 0 0 0,-1 0 0 0 0,5-6 0 0 0,-7 6 16 0 0,1 1 0 0 0,-1 0-1 0 0,0-1 1 0 0,0 1 0 0 0,0-1-1 0 0,0 1 1 0 0,0-1-1 0 0,-1 0 1 0 0,0 1 0 0 0,0-1-1 0 0,0 0 1 0 0,0 1 0 0 0,0-1-1 0 0,-1 1 1 0 0,1-1-1 0 0,-1 0 1 0 0,0 1 0 0 0,-3-7-1 0 0,0 1 32 0 0,0 0-1 0 0,-1 0 0 0 0,0 0 0 0 0,-1 1 1 0 0,0 0-1 0 0,0 0 0 0 0,-11-10 1 0 0,-4-1-1324 0 0,-31-24 1 0 0,33 29-5424 0 0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7:53.6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0 234 7370 0 0,'4'-2'395'0'0,"-1"1"1"0"0,0 0-1 0 0,0 0 1 0 0,1 0-1 0 0,-1 1 1 0 0,1-1-1 0 0,-1 1 0 0 0,1 0 1 0 0,-1 0-1 0 0,1 0 1 0 0,-1 0-1 0 0,1 0 1 0 0,-1 1-1 0 0,0 0 1 0 0,1-1-1 0 0,-1 1 1 0 0,0 1-1 0 0,1-1 1 0 0,-1 0-1 0 0,0 1 1 0 0,4 2-1 0 0,5 2 254 0 0,0 2 0 0 0,0-1 0 0 0,-1 1 0 0 0,11 11 0 0 0,-6-4-495 0 0,-2 1 0 0 0,0 1 0 0 0,-1 0 0 0 0,0 1 0 0 0,-2 1 0 0 0,0 0 0 0 0,-1 0 0 0 0,-1 1 0 0 0,10 33 0 0 0,-23-70 215 0 0,1 0 1 0 0,0 0-1 0 0,1 0 0 0 0,1-1 0 0 0,0 1 0 0 0,1 0 1 0 0,1-1-1 0 0,5-24 0 0 0,0 8-309 0 0,2 0 0 0 0,1 1 0 0 0,19-47 1 0 0,18-15-280 0 0,-19 50-64 0 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7:58.8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77 11058 0 0,'-1'-4'669'0'0,"-1"-1"-1"0"0,1 1 0 0 0,0-1 1 0 0,0 1-1 0 0,0-1 0 0 0,0-6 1 0 0,1 6 43 0 0,-1 1 0 0 0,1-1 1 0 0,-1 0-1 0 0,0 1 0 0 0,-1-1 1 0 0,-1-5-1 0 0,21 50-93 0 0,-2 1-1 0 0,-2 1 1 0 0,-1 1 0 0 0,8 55 0 0 0,17 184-1232 0 0,-34-250 737 0 0,18 215-159 0 0,18 143-5 0 0,-16-188 96 0 0,-8 0 0 0 0,-20 360 0 0 0,-3-376 165 0 0,8 0 1 0 0,50 366-1 0 0,141 456 539 0 0,-178-951-784 0 0,-1-10-45 0 0,-2 1 0 0 0,-2 0 1 0 0,-2 1-1 0 0,1 63 0 0 0,-9-98-732 0 0,-1 0 1 0 0,0 0-1 0 0,-7 23 0 0 0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7:59.8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477 41 3225 0 0,'-32'-9'636'0'0,"-1"1"0"0"0,1 1 1 0 0,-1 3-1 0 0,-38-2 0 0 0,35 3-205 0 0,9 0 349 0 0,0 2-1 0 0,-44 4 1 0 0,63-3-305 0 0,0 1 1 0 0,0 1 0 0 0,0-1-1 0 0,1 1 1 0 0,-1 1-1 0 0,0-1 1 0 0,1 1 0 0 0,-1 1-1 0 0,1-1 1 0 0,0 1-1 0 0,0 1 1 0 0,1-1-1 0 0,-9 8 1 0 0,15-12-467 0 0,0 0 1 0 0,0 1-1 0 0,-1-1 0 0 0,1 0 1 0 0,0 0-1 0 0,0 0 0 0 0,0 1 0 0 0,-1-1 1 0 0,1 0-1 0 0,0 0 0 0 0,0 1 1 0 0,0-1-1 0 0,0 0 0 0 0,0 1 1 0 0,0-1-1 0 0,0 0 0 0 0,0 0 1 0 0,0 1-1 0 0,0-1 0 0 0,0 0 0 0 0,0 1 1 0 0,0-1-1 0 0,0 0 0 0 0,0 0 1 0 0,0 1-1 0 0,0-1 0 0 0,0 0 1 0 0,0 1-1 0 0,0-1 0 0 0,0 0 0 0 0,0 0 1 0 0,0 1-1 0 0,1-1 0 0 0,-1 0 1 0 0,0 1-1 0 0,12 7 465 0 0,21 3 275 0 0,-29-10-713 0 0,49 12 16 0 0,1-1 0 0 0,0-4 0 0 0,94 4 0 0 0,165-23 156 0 0,-65 0-32 0 0,324 26 0 0 0,-102-1 477 0 0,54 5 560 0 0,82 20-730 0 0,0-36-180 0 0,126-31 478 0 0,-316 2-573 0 0,427-16 344 0 0,-701 46-476 0 0,-96 0-22 0 0,0-3-1 0 0,1-2 1 0 0,79-11 0 0 0,-124 12-138 0 0,5-2-97 0 0,-1 0-1 0 0,0 1 0 0 0,1 0 0 0 0,-1 1 1 0 0,0 0-1 0 0,1 0 0 0 0,-1 0 0 0 0,10 2 0 0 0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8:01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15 263 6913 0 0,'-3'-7'538'0'0,"1"0"-1"0"0,-1-1 0 0 0,2 0 0 0 0,-1 1 0 0 0,0-10 0 0 0,1-40 9202 0 0,8 92-7083 0 0,9 10-2450 0 0,3-1-1 0 0,1-1 0 0 0,51 78 0 0 0,9 19 128 0 0,-55-88-271 0 0,-18-32-2 0 0,2-1 0 0 0,0-1 1 0 0,2 1-1 0 0,0-1 0 0 0,0-1 1 0 0,2 0-1 0 0,17 18 0 0 0,-29-34-32 0 0,1 1 0 0 0,-1-1 1 0 0,1 0-1 0 0,-1 1 0 0 0,1-1 0 0 0,0 0 0 0 0,-1 0 0 0 0,1-1 1 0 0,0 1-1 0 0,0 0 0 0 0,0 0 0 0 0,-1-1 0 0 0,1 1 0 0 0,0-1 1 0 0,0 0-1 0 0,0 1 0 0 0,0-1 0 0 0,0 0 0 0 0,0 0 0 0 0,0 0 0 0 0,0-1 1 0 0,0 1-1 0 0,3-1 0 0 0,-2 0 20 0 0,1-1 0 0 0,-1 0 1 0 0,0 0-1 0 0,0 0 0 0 0,0 0 1 0 0,0 0-1 0 0,-1-1 0 0 0,1 1 1 0 0,-1-1-1 0 0,1 0 0 0 0,3-5 0 0 0,3-7 85 0 0,0-1 0 0 0,-1 1 1 0 0,0-2-1 0 0,4-16 0 0 0,51-138-453 0 0,95-185 1 0 0,-136 314-260 0 0,33-68-3062 0 0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8:02.4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24 7370 0 0,'-32'15'12515'0'0,"45"-14"-11243"0"0,-12-1-711 0 0,5-1-196 0 0,273-18 1448 0 0,-48 5-1608 0 0,-171 10-439 0 0,0 2 0 0 0,60 7 0 0 0,-41 4-2503 0 0,0 4-3467 0 0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8:02.9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6449 0 0,'13'2'15099'0'0,"52"25"-14156"0"0,-43-15-862 0 0,-1 1-1 0 0,-1 1 0 0 0,0 1 1 0 0,-1 1-1 0 0,29 31 0 0 0,14 11 171 0 0,-61-57-238 0 0,1 0 0 0 0,-1-1 0 0 0,0 1 0 0 0,0 1 0 0 0,0-1 0 0 0,0 0 0 0 0,0 0 0 0 0,0 0 0 0 0,0 0 0 0 0,0 1 0 0 0,0-1 0 0 0,0 1 0 0 0,-1-1 0 0 0,1 0 0 0 0,-1 1 0 0 0,1-1 0 0 0,-1 1 0 0 0,1-1 0 0 0,-1 1 1 0 0,0-1-1 0 0,0 1 0 0 0,0 0 0 0 0,0-1 0 0 0,0 1 0 0 0,0-1 0 0 0,0 1 0 0 0,0-1 0 0 0,-1 1 0 0 0,1-1 0 0 0,-1 1 0 0 0,1-1 0 0 0,-1 1 0 0 0,0 1 0 0 0,-3 3 50 0 0,-1-1 0 0 0,1 1 0 0 0,-1-1 0 0 0,0 0 0 0 0,0-1 0 0 0,-7 6 0 0 0,7-6-45 0 0,-167 155 118 0 0,106-83-3108 0 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8:03.7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1 8754 0 0,'0'0'95'0'0,"-1"0"1"0"0,1 0-1 0 0,0-1 1 0 0,-1 1-1 0 0,1 0 1 0 0,-1 0 0 0 0,1 0-1 0 0,-1 0 1 0 0,1 0-1 0 0,0 0 1 0 0,-1 0-1 0 0,1 0 1 0 0,-1 0-1 0 0,1 0 1 0 0,-1 0-1 0 0,1 0 1 0 0,0 1-1 0 0,-1-1 1 0 0,1 0-1 0 0,-1 0 1 0 0,1 0-1 0 0,0 0 1 0 0,-1 1-1 0 0,1-1 1 0 0,0 0-1 0 0,-1 1 1 0 0,1-1-1 0 0,0 0 1 0 0,-1 0-1 0 0,1 1 1 0 0,0-1-1 0 0,-1 0 1 0 0,1 1 0 0 0,0-1-1 0 0,0 1 1 0 0,0-1-1 0 0,-1 0 1 0 0,1 1-1 0 0,10 15 4927 0 0,0-3-5339 0 0,1 10 694 0 0,0-1 0 0 0,-1 2 0 0 0,-2-1 0 0 0,7 30 0 0 0,16 103 2243 0 0,-17-73-2056 0 0,-5-35-1052 0 0,2 0 0 0 0,1-1-1 0 0,38 87 1 0 0,-47-127 99 0 0,-1-4-146 0 0,0 1 0 0 0,0-1-1 0 0,-1 1 1 0 0,0-1 0 0 0,1 1-1 0 0,-1 0 1 0 0,0 6 0 0 0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8:04.1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14 158 1376 0 0,'-14'4'1974'0'0,"28"-10"3556"0"0,4-2-4901 0 0,42-19 768 0 0,1 2 0 0 0,1 2 0 0 0,1 3 0 0 0,0 4 1 0 0,112-16-1 0 0,-170 31-1405 0 0,0 0-222 0 0,1 0 0 0 0,0 0 0 0 0,-1 1 0 0 0,1 0 0 0 0,0 0 1 0 0,0 0-1 0 0,-1 0 0 0 0,1 1 0 0 0,0 0 0 0 0,-1 0 0 0 0,1 1 0 0 0,-1 0 0 0 0,1-1 0 0 0,6 5 0 0 0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8:04.3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4145 0 0,'2'2'334'0'0,"-1"-1"1"0"0,1 0-1 0 0,0 1 0 0 0,0-1 0 0 0,-1 0 1 0 0,1 0-1 0 0,0 0 0 0 0,0 0 1 0 0,0 0-1 0 0,0 0 0 0 0,0 0 1 0 0,0-1-1 0 0,0 1 0 0 0,0-1 1 0 0,4 1-1 0 0,38 2 3483 0 0,-30-2-2813 0 0,5 0 108 0 0,1-1 0 0 0,24-3 0 0 0,11-6-2135 0 0,-34 4-4939 0 0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8:06.1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3885 1840 0 0,'6'-14'9349'0'0,"-5"14"-9065"0"0,22 7 2674 0 0,6 14-1444 0 0,-25-18-1396 0 0,-1 1 0 0 0,1-1 1 0 0,0 0-1 0 0,1-1 1 0 0,-1 1-1 0 0,0-1 0 0 0,1 0 1 0 0,7 3-1 0 0,19 1 449 0 0,1 0 0 0 0,63 0-1 0 0,-6 0-379 0 0,-64-4-58 0 0,1-2 0 0 0,-1 0-1 0 0,1-2 1 0 0,-1-1-1 0 0,33-8 1 0 0,123-40 1147 0 0,-171 48-1211 0 0,40-13-117 0 0,6 0 110 0 0,101-46-1 0 0,-140 53-166 0 0,0-1 1 0 0,-1 0-1 0 0,1-1 0 0 0,-2-1 0 0 0,0 0 0 0 0,0-1 0 0 0,-2-1 0 0 0,1 0 0 0 0,18-27 0 0 0,-4-4 169 0 0,24-53-1 0 0,-3 5 624 0 0,-25 48-573 0 0,-2-1 0 0 0,18-54 1 0 0,23-102 37 0 0,-32 100 140 0 0,116-496 567 0 0,-63 225-902 0 0,26 8 499 0 0,-68 246-307 0 0,-5-1 1 0 0,-5-2-1 0 0,25-197 0 0 0,-25 103-18 0 0,62-212-1 0 0,-63 300-276 0 0,-3 6-2516 0 0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8:09.6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3681 0 0,'4'0'579'0'0,"0"1"-1"0"0,0-1 1 0 0,0 1 0 0 0,0 1 0 0 0,0-1-1 0 0,0 1 1 0 0,0-1 0 0 0,0 1 0 0 0,-1 0-1 0 0,1 0 1 0 0,-1 1 0 0 0,1-1 0 0 0,-1 1 0 0 0,0 0-1 0 0,0-1 1 0 0,0 1 0 0 0,0 1 0 0 0,3 3-1 0 0,-1 1-131 0 0,1-1 0 0 0,-1 1-1 0 0,-1 1 1 0 0,1-1 0 0 0,-2 0-1 0 0,1 1 1 0 0,3 12 0 0 0,0 21-20 0 0,-2 0 0 0 0,-2 0 1 0 0,-1 1-1 0 0,-9 82 0 0 0,2-38-259 0 0,3-37-408 0 0,0 149 963 0 0,3-168-1557 0 0,2 0-1 0 0,2 0 1 0 0,0-1 0 0 0,14 41-1 0 0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8:09.9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18 8290 0 0,'-16'-2'2083'0'0,"35"-3"-840"0"0,35-3 241 0 0,-37 6-991 0 0,1 1-1 0 0,0 1 1 0 0,0 1-1 0 0,-1 1 1 0 0,1 0-1 0 0,-1 1 1 0 0,0 1 0 0 0,0 1-1 0 0,0 0 1 0 0,0 1-1 0 0,16 9 1 0 0,-19-7-420 0 0,-1 0 0 0 0,1 0 0 0 0,-1 2 0 0 0,-1 0 0 0 0,0 0 0 0 0,0 1 0 0 0,-1 0 0 0 0,-1 1 0 0 0,0 0 0 0 0,0 1 0 0 0,-1 0 0 0 0,11 21 0 0 0,-14-22-97 0 0,0 0-1 0 0,-1 1 0 0 0,0-1 0 0 0,-1 1 1 0 0,0 0-1 0 0,-1 0 0 0 0,0 0 1 0 0,-1 1-1 0 0,-1-1 0 0 0,0 0 0 0 0,-1 1 1 0 0,0-1-1 0 0,-1 1 0 0 0,0-1 0 0 0,-1 0 1 0 0,-1 1-1 0 0,0-1 0 0 0,-1 0 1 0 0,-1-1-1 0 0,0 1 0 0 0,0-1 0 0 0,-1 0 1 0 0,-1 0-1 0 0,0 0 0 0 0,0-1 1 0 0,-1 0-1 0 0,-18 18 0 0 0,18-20-76 0 0,-35 34 531 0 0,40-40-618 0 0,-1 0 0 0 0,1-1 0 0 0,-1 1 0 0 0,1-1 0 0 0,-1 0 1 0 0,0 0-1 0 0,0 0 0 0 0,0 0 0 0 0,0-1 0 0 0,0 1 0 0 0,-6 0 0 0 0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8:10.1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9218 0 0,'8'8'1680'0'0,"0"1"0"0"0,0 0 1 0 0,11 20-1 0 0,-14-21-1037 0 0,-1 2 0 0 0,1-1 0 0 0,-2 0 0 0 0,4 13 1 0 0,-4-6-626 0 0,0 1 1 0 0,-1 0 0 0 0,-1 0-1 0 0,0-1 1 0 0,-4 34 0 0 0,-8 33-4020 0 0,8-66 2690 0 0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8:10.3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 16708 0 0,'0'-1'-1'0'0,"1"0"1"0"0,-1 1-1 0 0,1-1 1 0 0,-1 0-1 0 0,1 1 1 0 0,-1-1-1 0 0,1 1 1 0 0,-1-1-1 0 0,1 1 1 0 0,0-1 0 0 0,-1 1-1 0 0,1-1 1 0 0,0 1-1 0 0,-1 0 1 0 0,1-1-1 0 0,0 1 1 0 0,0 0-1 0 0,-1 0 1 0 0,1-1-1 0 0,0 1 1 0 0,0 0-1 0 0,0 0 1 0 0,-1 0 0 0 0,1 0-1 0 0,0 0 1 0 0,0 0-1 0 0,-1 0 1 0 0,1 0-1 0 0,0 0 1 0 0,0 1-1 0 0,0-1 1 0 0,-1 0-1 0 0,1 0 1 0 0,0 1 0 0 0,-1-1-1 0 0,1 0 1 0 0,0 1-1 0 0,0 0 1 0 0,1 2-487 0 0,1-1 0 0 0,-1 1 1 0 0,-1 0-1 0 0,1 1 0 0 0,0-1 1 0 0,-1 0-1 0 0,2 4 0 0 0,5 11 1421 0 0,2-3-861 0 0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8:10.9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4609 0 0,'5'4'11413'0'0,"14"15"-12161"0"0,-18-18 624 0 0,0-1 1 0 0,-1 1-1 0 0,1 0 1 0 0,0-1 0 0 0,0 1-1 0 0,-1 0 1 0 0,1-1-1 0 0,0 1 1 0 0,0-1-1 0 0,0 1 1 0 0,0-1-1 0 0,0 0 1 0 0,0 1-1 0 0,0-1 1 0 0,0 0-1 0 0,0 0 1 0 0,0 0-1 0 0,0 1 1 0 0,0-1-1 0 0,0 0 1 0 0,0 0-1 0 0,0-1 1 0 0,0 1-1 0 0,0 0 1 0 0,1 0-1 0 0,6-1-935 0 0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8:11.2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128 31 7338 0 0,'1'-1'-11'0'0,"0"0"0"0"0,-1 0 0 0 0,1 0 0 0 0,0 1 0 0 0,0-1 0 0 0,0 0 0 0 0,0 0 0 0 0,0 0 0 0 0,0 1 0 0 0,0-1 0 0 0,0 1 0 0 0,0-1 0 0 0,0 1 0 0 0,32-13 14434 0 0,-34 12-14407 0 0,0 0-1 0 0,0 1 1 0 0,0-1-1 0 0,0 0 1 0 0,0 1-1 0 0,0-1 0 0 0,0 1 1 0 0,-1-1-1 0 0,1 1 1 0 0,0-1-1 0 0,-1 1 1 0 0,1 0-1 0 0,0 0 0 0 0,0-1 1 0 0,-1 1-1 0 0,1 0 1 0 0,0 0-1 0 0,-1 0 1 0 0,1 1-1 0 0,-3-1 0 0 0,-5 5-18 0 0,-1 0 0 0 0,1 1 0 0 0,0 0 0 0 0,0 1 0 0 0,0-1 0 0 0,1 1 0 0 0,0 1 0 0 0,1 0 0 0 0,0 0 0 0 0,0 0 0 0 0,1 1 0 0 0,-1 0 0 0 0,2 1 0 0 0,0-1 0 0 0,0 1 0 0 0,0 0 0 0 0,2 0 0 0 0,-1 0 0 0 0,1 1 0 0 0,-2 10 0 0 0,3-13-77 0 0,1-1 1 0 0,0 1 0 0 0,0 0-1 0 0,1 0 1 0 0,0-1-1 0 0,0 1 1 0 0,1 0-1 0 0,0 0 1 0 0,0-1-1 0 0,1 1 1 0 0,0-1 0 0 0,0 1-1 0 0,1-1 1 0 0,0 0-1 0 0,0 0 1 0 0,0 0-1 0 0,1 0 1 0 0,0 0 0 0 0,1-1-1 0 0,0 0 1 0 0,-1 0-1 0 0,2 0 1 0 0,-1 0-1 0 0,1-1 1 0 0,0 0 0 0 0,0 0-1 0 0,0-1 1 0 0,9 5-1 0 0,-7-5-15 0 0,1 0 1 0 0,-1-1-1 0 0,1 0 0 0 0,-1 0 0 0 0,1-1 1 0 0,0 0-1 0 0,0-1 0 0 0,0 0 1 0 0,0 0-1 0 0,0-1 0 0 0,0 0 0 0 0,0-1 1 0 0,0 0-1 0 0,16-3 0 0 0,-20 2 96 0 0,-1 1 0 0 0,1-1 0 0 0,-1 0 1 0 0,0 0-1 0 0,0 0 0 0 0,0 0 0 0 0,0-1 0 0 0,0 1 0 0 0,0-1 0 0 0,0 0 0 0 0,-1 0 0 0 0,1-1 0 0 0,-1 1 0 0 0,0-1 1 0 0,0 0-1 0 0,-1 1 0 0 0,1-1 0 0 0,-1-1 0 0 0,0 1 0 0 0,0 0 0 0 0,0 0 0 0 0,0-1 0 0 0,-1 1 0 0 0,1-1 0 0 0,-1 0 1 0 0,-1 1-1 0 0,1-1 0 0 0,-1 0 0 0 0,0-8 0 0 0,-1-1 68 0 0,-1 1 0 0 0,0-1 0 0 0,-1 1 0 0 0,-1-1 0 0 0,0 1 0 0 0,0 0 0 0 0,-2 0 0 0 0,0 1-1 0 0,0 0 1 0 0,-1 0 0 0 0,0 0 0 0 0,-1 1 0 0 0,-1 0 0 0 0,0 0 0 0 0,0 1 0 0 0,-16-13 0 0 0,-2 7-1961 0 0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8:11.8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348 497 2761 0 0,'-1'-2'287'0'0,"0"-1"0"0"0,0 1 0 0 0,0-1 0 0 0,0 1 1 0 0,0-1-1 0 0,0 1 0 0 0,-1-1 0 0 0,1 1 0 0 0,-1 0 1 0 0,0 0-1 0 0,0 0 0 0 0,0 0 0 0 0,0 0 0 0 0,0 0 1 0 0,0 1-1 0 0,0-1 0 0 0,0 1 0 0 0,-1-1 1 0 0,-2-1-1 0 0,0 2 101 0 0,1-1 1 0 0,-1 1 0 0 0,0 0-1 0 0,0 0 1 0 0,1 1 0 0 0,-1 0-1 0 0,0-1 1 0 0,0 1-1 0 0,0 1 1 0 0,-5 0 0 0 0,-4 2 178 0 0,1 0 1 0 0,-1 0 0 0 0,1 2-1 0 0,0-1 1 0 0,1 2-1 0 0,-24 13 1 0 0,24-11-401 0 0,0 1 0 0 0,1 0-1 0 0,0 1 1 0 0,0 0 0 0 0,1 1 0 0 0,0 0 0 0 0,1 0 0 0 0,0 1 0 0 0,-10 21 0 0 0,15-28-181 0 0,1 1 1 0 0,0 1 0 0 0,0-1-1 0 0,1 0 1 0 0,0 1 0 0 0,0-1-1 0 0,0 1 1 0 0,1-1 0 0 0,0 1 0 0 0,0 0-1 0 0,1 0 1 0 0,0 0 0 0 0,0-1-1 0 0,1 1 1 0 0,-1 0 0 0 0,2 0 0 0 0,-1-1-1 0 0,1 1 1 0 0,0-1 0 0 0,0 1-1 0 0,0-1 1 0 0,7 11 0 0 0,-7-13-122 0 0,2 0 0 0 0,-1-1 0 0 0,0 1 0 0 0,1 0 0 0 0,0-1 0 0 0,0 0 1 0 0,0 0-1 0 0,0 0 0 0 0,0-1 0 0 0,0 1 0 0 0,1-1 0 0 0,-1 0 0 0 0,1 0 0 0 0,0 0 0 0 0,0-1 0 0 0,-1 0 1 0 0,1 0-1 0 0,0 0 0 0 0,0 0 0 0 0,0-1 0 0 0,0 0 0 0 0,0 0 0 0 0,0 0 0 0 0,10-2 0 0 0,-8 1-91 0 0,0-1-1 0 0,0 1 0 0 0,0-1 0 0 0,0-1 1 0 0,0 1-1 0 0,-1-1 0 0 0,1 0 1 0 0,-1-1-1 0 0,0 1 0 0 0,0-1 0 0 0,0-1 1 0 0,0 1-1 0 0,-1-1 0 0 0,0 0 0 0 0,1 0 1 0 0,6-10-1 0 0,-3-1 147 0 0,0-1 0 0 0,-2 0-1 0 0,1 0 1 0 0,-2-1 0 0 0,-1 0 0 0 0,0 0-1 0 0,-1-1 1 0 0,-1 1 0 0 0,-1-1 0 0 0,0 1 0 0 0,-2-22-1 0 0,-2-27 754 0 0,-20-114 0 0 0,17 151-423 0 0,-1-12 684 0 0,-10-60 1779 0 0,13 92-2005 0 0,1-1 0 0 0,-2 1 0 0 0,0-1 0 0 0,0 1 0 0 0,0 1 0 0 0,-12-19 1 0 0,16 27-642 0 0,-1 1 0 0 0,1-1 0 0 0,0 1-1 0 0,0-1 1 0 0,0 1 0 0 0,-1-1 0 0 0,1 1 0 0 0,0-1 0 0 0,-1 1 0 0 0,1 0 0 0 0,-1-1 0 0 0,1 1 0 0 0,0-1 0 0 0,-1 1 0 0 0,1 0 0 0 0,-1-1 0 0 0,1 1 0 0 0,-1 0 0 0 0,1-1 0 0 0,-1 1 0 0 0,1 0 0 0 0,-1 0 0 0 0,1 0 0 0 0,-1-1 0 0 0,1 1 0 0 0,-1 0 0 0 0,0 0 0 0 0,1 0 0 0 0,-1 0 0 0 0,0 0 0 0 0,-2 16 685 0 0,9 27-610 0 0,3-8-47 0 0,2-1-1 0 0,28 61 1 0 0,5 11 79 0 0,-25-41 45 0 0,14 79 0 0 0,-16-54-3620 0 0,-10-46-529 0 0,2-1-3233 0 0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8:12.2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0 464 2761 0 0,'28'-14'3595'0'0,"-20"10"-2359"0"0,7-3 431 0 0,0-1 1 0 0,0-1-1 0 0,-1 0 0 0 0,0-1 0 0 0,14-14 0 0 0,-19 15-1409 0 0,0-1 0 0 0,0 0 0 0 0,-1 0-1 0 0,0-1 1 0 0,-1 0 0 0 0,0 0 0 0 0,-1-1-1 0 0,-1 0 1 0 0,1 0 0 0 0,-2 0 0 0 0,6-23-1 0 0,-5 16-56 0 0,-1-1 0 0 0,-1 0 0 0 0,-1 1 0 0 0,0-1 0 0 0,-2-25 0 0 0,0 40-182 0 0,-1 1-1 0 0,1 0 1 0 0,-1 0 0 0 0,0 0 0 0 0,-1-1 0 0 0,1 1 0 0 0,-1 0 0 0 0,1 1 0 0 0,-1-1-1 0 0,0 0 1 0 0,-1 0 0 0 0,1 1 0 0 0,-4-5 0 0 0,3 6-1 0 0,0 0 0 0 0,0 0-1 0 0,0 0 1 0 0,0 0 0 0 0,0 0 0 0 0,0 1 0 0 0,0-1 0 0 0,0 1-1 0 0,-1 0 1 0 0,1 0 0 0 0,-1 0 0 0 0,1 0 0 0 0,0 1 0 0 0,-1 0-1 0 0,1-1 1 0 0,-1 1 0 0 0,0 0 0 0 0,-5 1 0 0 0,4 0-18 0 0,0 0 0 0 0,0 0 0 0 0,0 0 1 0 0,0 0-1 0 0,0 1 0 0 0,0 0 0 0 0,0 0 1 0 0,1 0-1 0 0,-1 0 0 0 0,1 1 0 0 0,0 0 1 0 0,-1 0-1 0 0,1 0 0 0 0,0 0 0 0 0,1 1 0 0 0,-1-1 1 0 0,1 1-1 0 0,0 0 0 0 0,-1 0 0 0 0,2 0 1 0 0,-1 1-1 0 0,0-1 0 0 0,1 1 0 0 0,0 0 0 0 0,0-1 1 0 0,0 1-1 0 0,1 0 0 0 0,0 0 0 0 0,0 0 1 0 0,0 0-1 0 0,0 6 0 0 0,0 0 5 0 0,0 0 0 0 0,1 0 0 0 0,0 0 0 0 0,0 0 1 0 0,2 0-1 0 0,-1 0 0 0 0,1 0 0 0 0,1 0 0 0 0,0-1 0 0 0,1 1 0 0 0,0-1 0 0 0,0 0 0 0 0,10 15 0 0 0,-9-17-83 0 0,1-1 0 0 0,1 1 0 0 0,0-1 0 0 0,0 0 0 0 0,0-1 0 0 0,0 0 0 0 0,1 0 0 0 0,0-1 0 0 0,1 0 0 0 0,-1 0 0 0 0,1-1 0 0 0,0 0 0 0 0,0 0 0 0 0,0-1 0 0 0,1 0 0 0 0,-1-1 0 0 0,1 0 0 0 0,-1 0 0 0 0,1-1 0 0 0,0-1 0 0 0,0 1 0 0 0,-1-2 0 0 0,14-1 0 0 0,7-2-7366 0 0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8:14.6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174 1617 1840 0 0,'-10'4'274'0'0,"-6"2"-174"0"0,16-6-103 0 0,0 0 1 0 0,1 0 0 0 0,-1 0-1 0 0,0 0 1 0 0,0 0-1 0 0,0 0 1 0 0,0 0 0 0 0,0 0-1 0 0,0 0 1 0 0,0 0-1 0 0,16 7 6679 0 0,12 6-3312 0 0,1 0-1247 0 0,20 0-521 0 0,1-1-1 0 0,92 8 0 0 0,103-9-614 0 0,-228-11-840 0 0,333 6 700 0 0,401-44-1 0 0,-468 10-706 0 0,517 15 0 0 0,-460 42 200 0 0,111 4-225 0 0,-397-31-37 0 0,-25 0-32 0 0,0-1 0 0 0,0-2 1 0 0,35-5-1 0 0,-64 6-40 0 0,1 0 0 0 0,-1 0 0 0 0,0 0 0 0 0,0 0 0 0 0,1 0 0 0 0,-1 0 0 0 0,0 0 1 0 0,1 0-1 0 0,-1 0 0 0 0,0 0 0 0 0,1 0 0 0 0,-1-1 0 0 0,0 1 0 0 0,1 0 0 0 0,-1 0 0 0 0,0 0 0 0 0,0 0 0 0 0,1-1 0 0 0,-1 1 0 0 0,0 0 1 0 0,0 0-1 0 0,0-1 0 0 0,1 1 0 0 0,-1 0 0 0 0,0 0 0 0 0,0-1 0 0 0,0 1 0 0 0,0 0 0 0 0,0-1 0 0 0,1 1 0 0 0,-1 0 0 0 0,0 0 1 0 0,0-1-1 0 0,0 1 0 0 0,0 0 0 0 0,0-1 0 0 0,0 1 0 0 0,0 0 0 0 0,0-1 0 0 0,0 1 0 0 0,0-1 0 0 0,-11-15 47 0 0,-31-21 44 0 0,30 27-104 0 0,-5-5-60 0 0,1-1 1 0 0,0-1-1 0 0,1 0 1 0 0,1-1-1 0 0,1-1 0 0 0,-15-25 1 0 0,21 29 21 0 0,0-1 0 0 0,1 1 0 0 0,1-1 1 0 0,0 0-1 0 0,1-1 0 0 0,1 1 0 0 0,0-1 0 0 0,1 1 1 0 0,1-22-1 0 0,21-267 304 0 0,-3 114-109 0 0,-7 63-32 0 0,4-95 307 0 0,-14 172-334 0 0,-1 1 1 0 0,-12-69-1 0 0,0 67 8 0 0,10 40-16 0 0,-1-1-1 0 0,2 1 1 0 0,-3-24 0 0 0,5 31-65 0 0,0 0 1 0 0,0 1-1 0 0,1-1 0 0 0,0 0 0 0 0,0 1 1 0 0,0-1-1 0 0,0 1 0 0 0,1-1 0 0 0,-1 1 1 0 0,1 0-1 0 0,0 0 0 0 0,1 0 1 0 0,-1 0-1 0 0,5-6 0 0 0,-6 9-12 0 0,-1 1 0 0 0,1 0 0 0 0,-1-1-1 0 0,0 1 1 0 0,1-1 0 0 0,-1 1 0 0 0,0-1 0 0 0,0 1-1 0 0,1-1 1 0 0,-1 1 0 0 0,0-1 0 0 0,0 1 0 0 0,0-1-1 0 0,1 0 1 0 0,-1 1 0 0 0,0-1 0 0 0,0 1 0 0 0,0-1 0 0 0,0 1-1 0 0,0-1 1 0 0,0 1 0 0 0,0-1 0 0 0,-1 0 0 0 0,1 1-1 0 0,0-1 1 0 0,0 1 0 0 0,0-1 0 0 0,0 1 0 0 0,-1-1 0 0 0,1 1-1 0 0,0-1 1 0 0,-1 0 0 0 0,-19-10-20 0 0,-29 1-67 0 0,-20 10-130 0 0,0 3 0 0 0,0 3 0 0 0,-88 20 0 0 0,-27 2-266 0 0,-150 3 13 0 0,-2-29-224 0 0,103-16-1532 0 0,-266 19 0 0 0,-660 67-1462 0 0,1062-62 4656 0 0,1 4 1 0 0,-148 41-1 0 0,226-51-971 0 0,13-3 173 0 0,-1 1 0 0 0,1-1 0 0 0,0 1 0 0 0,0 0-1 0 0,0 0 1 0 0,0 0 0 0 0,0 1 0 0 0,0 0 0 0 0,1 0 0 0 0,-1 0-1 0 0,1 0 1 0 0,0 1 0 0 0,0 0 0 0 0,0-1 0 0 0,0 2-1 0 0,0-1 1 0 0,1 0 0 0 0,0 1 0 0 0,0-1 0 0 0,-4 10-1 0 0,6-5 50 0 0,0 0 0 0 0,0 0-1 0 0,1 0 1 0 0,0-1-1 0 0,0 1 1 0 0,1 0-1 0 0,0 0 1 0 0,1 0 0 0 0,0 0-1 0 0,4 11 1 0 0,4 26 36 0 0,-2 2-61 0 0,50 275 627 0 0,-41-252-703 0 0,3 0-1 0 0,44 100 1 0 0,-43-122-248 0 0,-1 1 0 0 0,-3 0-1 0 0,-2 2 1 0 0,-2 0 0 0 0,-3 0 0 0 0,-1 1 0 0 0,1 103-1 0 0,-10-94-1259 0 0,-1 0-3672 0 0,-2 1-1823 0 0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8:15.5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159 1 3225 0 0,'-12'4'835'0'0,"1"0"1"0"0,-1 1-1 0 0,1 1 1 0 0,-14 8-1 0 0,22-12-564 0 0,0 1 0 0 0,-1-1 0 0 0,1 1-1 0 0,0-1 1 0 0,0 1 0 0 0,1 0 0 0 0,-1 0 0 0 0,0 0 0 0 0,1 1 0 0 0,0-1-1 0 0,0 1 1 0 0,0-1 0 0 0,0 1 0 0 0,1 0 0 0 0,-1-1 0 0 0,-1 9 0 0 0,-2 34 817 0 0,2 66 0 0 0,1-8-337 0 0,-12 75 393 0 0,-7 276 387 0 0,23-417-1498 0 0,2 0 0 0 0,2-1 0 0 0,1 1 1 0 0,1-1-1 0 0,23 57 0 0 0,1-15-1043 0 0,59 101 1 0 0,-76-154-4690 0 0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8:16.6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0 394 8754 0 0,'20'-8'226'0'0,"0"1"0"0"0,1 1 1 0 0,30-6-1 0 0,-4 1-176 0 0,398-94 717 0 0,11 42 1754 0 0,84 38 1006 0 0,-383 24-2909 0 0,481-8 372 0 0,-2-39-998 0 0,565-51 403 0 0,-1093 103-324 0 0,152 25 0 0 0,-176-18 289 0 0,-44-8-274 0 0,34 7-21 0 0,-68-9-64 0 0,0 0 0 0 0,0 1-1 0 0,0 0 1 0 0,-1 0 0 0 0,1 1 0 0 0,-1-1 0 0 0,0 1-1 0 0,0 0 1 0 0,9 7 0 0 0,-8-2 128 0 0,0-1 0 0 0,-1 1 0 0 0,1 0 0 0 0,-2 1 1 0 0,1-1-1 0 0,-1 1 0 0 0,-1 0 0 0 0,0 0 0 0 0,3 11 0 0 0,16 37 182 0 0,-18-50-310 0 0,67 140 272 0 0,-59-119-144 0 0,-2 1 0 0 0,-1 0-1 0 0,7 43 1 0 0,14 317 410 0 0,-14-111-439 0 0,2-119-85 0 0,-3-38 279 0 0,0 177 0 0 0,-15-79 98 0 0,0-218-385 0 0,-1-1 0 0 0,1 1-1 0 0,0 0 1 0 0,-1 0 0 0 0,1 0 0 0 0,0 0-1 0 0,-1-1 1 0 0,1 1 0 0 0,-1 0 0 0 0,1 0 0 0 0,-1-1-1 0 0,0 1 1 0 0,1 0 0 0 0,-1-1 0 0 0,0 1-1 0 0,0-1 1 0 0,1 1 0 0 0,-1-1 0 0 0,0 1 0 0 0,0-1-1 0 0,0 1 1 0 0,1-1 0 0 0,-1 0 0 0 0,0 1-1 0 0,0-1 1 0 0,0 0 0 0 0,0 0 0 0 0,0 0 0 0 0,0 0-1 0 0,0 0 1 0 0,1 0 0 0 0,-1 0 0 0 0,0 0-1 0 0,-2 0 1 0 0,-38-4-95 0 0,34 3 123 0 0,-250-35-114 0 0,-126-14 86 0 0,-846 32-327 0 0,638 18-646 0 0,459-1 812 0 0,-219 10-825 0 0,172 0 65 0 0,-182-16-1 0 0,213-7 324 0 0,-41-4 1174 0 0,-218 7 0 0 0,244 29 285 0 0,-10-1-3679 0 0,150-16-3656 0 0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9:19.2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95 13827 0 0,'-1'-5'179'0'0,"0"0"-1"0"0,0 0 1 0 0,1 0-1 0 0,-1 0 1 0 0,1 0-1 0 0,0 0 1 0 0,1 0-1 0 0,-1 0 1 0 0,3-9-1 0 0,1-22 3035 0 0,-16 114-107 0 0,10 24-2950 0 0,14 125 0 0 0,28 103 5 0 0,-32-268-136 0 0,-7-56-21 0 0,45 305 257 0 0,27-5 198 0 0,-44-217-457 0 0,35 129-2035 0 0,-59-188-5558 0 0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9:20.4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171 1 3225 0 0,'-20'0'368'0'0,"-43"4"11679"0"0,64-2-11212 0 0,2 2 0 0 0,13 30 2700 0 0,7 43-3093 0 0,-19-58 408 0 0,7 33-507 0 0,-2 1 1 0 0,3 106-1 0 0,-10-99-207 0 0,3-1 1 0 0,13 59-1 0 0,-12-100-67 0 0,0 0 0 0 0,1 0-1 0 0,1 0 1 0 0,0-1 0 0 0,12 16 0 0 0,-20-32-69 0 0,1 0-1 0 0,-1 0 0 0 0,1 0 1 0 0,-1 0-1 0 0,1-1 1 0 0,-1 1-1 0 0,1 0 0 0 0,0 0 1 0 0,-1-1-1 0 0,1 1 0 0 0,0 0 1 0 0,-1-1-1 0 0,1 1 1 0 0,0 0-1 0 0,0-1 0 0 0,0 1 1 0 0,0-1-1 0 0,-1 0 1 0 0,3 1-1 0 0,8-9-258 0 0,4-4 18 0 0,-45 42-82 0 0,-21 5 290 0 0,-121 90-123 0 0,167-121 156 0 0,0 0 1 0 0,1 0 0 0 0,-1 1-1 0 0,-7 9 1 0 0,12-14-2 0 0,0 1 1 0 0,-1-1 0 0 0,1 1 0 0 0,0-1 0 0 0,-1 1 0 0 0,1-1 0 0 0,0 1 0 0 0,0-1 0 0 0,0 1-1 0 0,-1-1 1 0 0,1 1 0 0 0,0 0 0 0 0,0-1 0 0 0,0 1 0 0 0,0-1 0 0 0,0 1 0 0 0,0-1 0 0 0,0 1-1 0 0,0 0 1 0 0,0-1 0 0 0,0 1 0 0 0,1-1 0 0 0,-1 2 0 0 0,1-1-1 0 0,0-1 1 0 0,0 1-1 0 0,0 0 1 0 0,-1-1-1 0 0,1 1 1 0 0,0 0-1 0 0,0-1 0 0 0,0 1 1 0 0,0-1-1 0 0,0 0 1 0 0,0 1-1 0 0,1-1 1 0 0,-1 0-1 0 0,0 0 0 0 0,0 0 1 0 0,0 0-1 0 0,0 1 1 0 0,1-2-1 0 0,31 2-111 0 0,45-5 0 0 0,-57 2 111 0 0,0 0 0 0 0,-1 2-1 0 0,1 0 1 0 0,0 1 0 0 0,-1 1-1 0 0,35 8 1 0 0,-52-8-13 0 0,7 0-12 0 0,-1 1-1 0 0,-1 0 0 0 0,1 1 0 0 0,15 9 1 0 0,-22-13 25 0 0,-1 1 0 0 0,0 0 0 0 0,0 0 0 0 0,0 0 1 0 0,0 0-1 0 0,1 0 0 0 0,-1 0 0 0 0,-1 0 0 0 0,1 0 0 0 0,0 0 1 0 0,0 1-1 0 0,0-1 0 0 0,0 0 0 0 0,-1 0 0 0 0,1 1 1 0 0,-1-1-1 0 0,1 1 0 0 0,-1-1 0 0 0,0 0 0 0 0,1 1 0 0 0,-1-1 1 0 0,0 1-1 0 0,0-1 0 0 0,0 1 0 0 0,0-1 0 0 0,0 1 1 0 0,0-1-1 0 0,0 1 0 0 0,-1-1 0 0 0,1 0 0 0 0,0 1 0 0 0,-1-1 1 0 0,1 1-1 0 0,-1-1 0 0 0,0 0 0 0 0,1 1 0 0 0,-1-1 0 0 0,0 0 1 0 0,-1 2-1 0 0,-26 33-244 0 0,-3 0 0 0 0,0-2 0 0 0,-47 40 1 0 0,30-30 185 0 0,-2-1-7 0 0,36-33 66 0 0,1 0 0 0 0,0 2 0 0 0,1-1 0 0 0,0 2 0 0 0,1 0 0 0 0,-17 25 0 0 0,27-38-2 0 0,1 1 1 0 0,-1 0 0 0 0,1-1 0 0 0,-1 1-1 0 0,1 0 1 0 0,0-1 0 0 0,-1 1 0 0 0,1 0 0 0 0,0 0-1 0 0,-1-1 1 0 0,1 1 0 0 0,0 0 0 0 0,0 0-1 0 0,0 0 1 0 0,0 0 0 0 0,0-1 0 0 0,0 1-1 0 0,0 0 1 0 0,0 0 0 0 0,0 0 0 0 0,0-1-1 0 0,0 1 1 0 0,0 0 0 0 0,1 0 0 0 0,-1 0 0 0 0,0-1-1 0 0,1 1 1 0 0,-1 0 0 0 0,0-1 0 0 0,1 1-1 0 0,-1 0 1 0 0,1 0 0 0 0,0 0 0 0 0,1 0-1 0 0,0 0 1 0 0,0 0-1 0 0,0-1 1 0 0,0 1-1 0 0,1 0 1 0 0,-1-1-1 0 0,0 0 1 0 0,0 0-1 0 0,0 1 1 0 0,0-1-1 0 0,1-1 1 0 0,2 1-1 0 0,11-2 1 0 0,-1-1 0 0 0,22-6 1 0 0,-36 9 0 0 0,33-11-22 0 0,48-12 204 0 0,-75 21-182 0 0,1 1 1 0 0,0 0-1 0 0,-1 0 1 0 0,1 1 0 0 0,0 0-1 0 0,-1 0 1 0 0,1 1-1 0 0,9 2 1 0 0,-15-3-1 0 0,0 0 1 0 0,-1 1-1 0 0,1-1 1 0 0,0 1-1 0 0,-1-1 0 0 0,1 1 1 0 0,0 0-1 0 0,-1 0 1 0 0,1 0-1 0 0,-1 0 0 0 0,0 0 1 0 0,1 0-1 0 0,-1 0 1 0 0,0 0-1 0 0,0 1 1 0 0,1-1-1 0 0,-1 0 0 0 0,0 1 1 0 0,0-1-1 0 0,-1 1 1 0 0,1-1-1 0 0,0 1 0 0 0,1 3 1 0 0,-2-2-14 0 0,1 0 0 0 0,-1 1 1 0 0,0-1-1 0 0,0 0 0 0 0,-1 0 0 0 0,1 1 1 0 0,-1-1-1 0 0,1 0 0 0 0,-1 0 0 0 0,0 0 0 0 0,0 1 1 0 0,-2 2-1 0 0,-4 9-176 0 0,-2 0-1 0 0,0 0 1 0 0,-18 23 0 0 0,25-36 147 0 0,-25 33-463 0 0,6-9 162 0 0,1 1-1 0 0,1 0 1 0 0,-16 33-1 0 0,34-60 344 0 0,1 1-1 0 0,-1 0 1 0 0,1 0-1 0 0,-1 0 1 0 0,1 0-1 0 0,-1-1 1 0 0,1 1-1 0 0,0 0 1 0 0,-1 0-1 0 0,1 0 1 0 0,0 0-1 0 0,0 0 1 0 0,0 0-1 0 0,0 0 1 0 0,0 0-1 0 0,0 0 1 0 0,0 0-1 0 0,0 0 1 0 0,0 0 0 0 0,0 0-1 0 0,0-1 1 0 0,1 1-1 0 0,-1 0 1 0 0,0 0-1 0 0,1 0 1 0 0,-1 0-1 0 0,1 0 1 0 0,0 1-1 0 0,0-1 11 0 0,1-1 0 0 0,-1 1-1 0 0,1 0 1 0 0,-1-1 0 0 0,1 0-1 0 0,-1 1 1 0 0,1-1 0 0 0,-1 0-1 0 0,1 0 1 0 0,-1 0 0 0 0,1 0-1 0 0,-1 0 1 0 0,1 0 0 0 0,-1 0-1 0 0,4-1 1 0 0,6-2-52 0 0,-1 0 1 0 0,1 0-1 0 0,18-9 1 0 0,36-21-2273 0 0,-23 11-4264 0 0,-27 15 2328 0 0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9:21.7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1 3313 0 0,'0'3'589'0'0,"0"1"1"0"0,-1-1 0 0 0,1 0 0 0 0,-1 0-1 0 0,0 1 1 0 0,0-1 0 0 0,0 0 0 0 0,-2 4-1 0 0,-4 14 3079 0 0,5-7-2133 0 0,1 0-1 0 0,0 1 1 0 0,1-1 0 0 0,1 1 0 0 0,3 19 0 0 0,21 73-118 0 0,-1 7-1101 0 0,-4 286-105 0 0,-9-67-183 0 0,0-200-28 0 0,20 160 0 0 0,-21-235 0 0 0,26 124 0 0 0,18 61 176 0 0,-50-204-183 0 0,-1 0-1 0 0,-6 76 1 0 0,0-25 66 0 0,3-85-54 0 0,0 7 60 0 0,0 1 0 0 0,0-1-1 0 0,1 0 1 0 0,1 1 0 0 0,0-1 0 0 0,0 0-1 0 0,8 22 1 0 0,-9-35-366 0 0,-2-17-3999 0 0,1 18 4197 0 0,0-1 0 0 0,0 0 0 0 0,0 1 0 0 0,0-1 0 0 0,0 1-1 0 0,0-1 1 0 0,0 1 0 0 0,0-1 0 0 0,0 1 0 0 0,-1-1 0 0 0,1 1 0 0 0,0-1 0 0 0,0 1 0 0 0,-1-1 0 0 0,1 1-1 0 0,0 0 1 0 0,-1-1 0 0 0,1 1 0 0 0,0-1 0 0 0,-1 1 0 0 0,1 0 0 0 0,0-1 0 0 0,-1 1 0 0 0,1 0 0 0 0,-1-1-1 0 0,1 1 1 0 0,-1 0 0 0 0,1 0 0 0 0,-1-1 0 0 0,1 1 0 0 0,-1 0 0 0 0,1 0 227 0 0,1 1 1 0 0,-1-1 0 0 0,1 0-1 0 0,0 1 1 0 0,-1-1-1 0 0,1 0 1 0 0,-1 1 0 0 0,0-1-1 0 0,1 1 1 0 0,-1-1-1 0 0,1 1 1 0 0,-1-1 0 0 0,0 1-1 0 0,1-1 1 0 0,-1 1-1 0 0,0 0 1 0 0,0-1 0 0 0,1 1-1 0 0,-1-1 1 0 0,0 1-1 0 0,0 0 1 0 0,0-1 0 0 0,0 1-1 0 0,0 0 1 0 0,0-1-1 0 0,0 1 1 0 0,0 0 0 0 0,0 1-4 0 0,1-1 1 0 0,-1 1 0 0 0,0 0 0 0 0,-1-1 0 0 0,1 1-1 0 0,0-1 1 0 0,0 1 0 0 0,-1-1 0 0 0,1 1 0 0 0,0-1-1 0 0,-1 0 1 0 0,0 1 0 0 0,1-1 0 0 0,-2 3 0 0 0,-27 36 478 0 0,8-35-1995 0 0,7-1 435 0 0,13-4 954 0 0,0 0-1 0 0,0 0 1 0 0,0 0-1 0 0,0 0 1 0 0,1 0-1 0 0,-1 0 1 0 0,0 1-1 0 0,0-1 1 0 0,0 0-1 0 0,1 0 1 0 0,-1 1-1 0 0,0-1 1 0 0,0 1-1 0 0,1-1 1 0 0,-1 0-1 0 0,0 1 1 0 0,1-1-1 0 0,-2 2 1 0 0,0-1 109 0 0,0 1 1 0 0,0 0 0 0 0,0-1-1 0 0,0 1 1 0 0,1 0-1 0 0,-1 0 1 0 0,1 0 0 0 0,-1 0-1 0 0,1 0 1 0 0,0 1-1 0 0,0-1 1 0 0,0 0 0 0 0,0 0-1 0 0,0 1 1 0 0,0-1-1 0 0,1 1 1 0 0,-1-1 0 0 0,1 1-1 0 0,-1-1 1 0 0,1 1-1 0 0,0-1 1 0 0,0 1 0 0 0,0-1-1 0 0,1 4 1 0 0,16 23 515 0 0,-16-26-612 0 0,1 0 1 0 0,-1 0 0 0 0,1-1-1 0 0,-1 1 1 0 0,1-1 0 0 0,0 1-1 0 0,0-1 1 0 0,1 1-1 0 0,-1-1 1 0 0,0 0 0 0 0,1 0-1 0 0,-1 0 1 0 0,1 0 0 0 0,0-1-1 0 0,-1 1 1 0 0,1-1 0 0 0,0 0-1 0 0,0 1 1 0 0,0-1 0 0 0,0-1-1 0 0,0 1 1 0 0,0 0 0 0 0,0-1-1 0 0,1 1 1 0 0,2-1 0 0 0,-4 0-23 0 0,1 0 0 0 0,-1-1-1 0 0,0 1 1 0 0,0-1 0 0 0,0 1 0 0 0,0-1 0 0 0,0 0 0 0 0,0 0 0 0 0,0 0 0 0 0,0 0 0 0 0,0 0 0 0 0,0 0 0 0 0,0-1 0 0 0,-1 1 0 0 0,1 0-1 0 0,0-1 1 0 0,-1 0 0 0 0,1 1 0 0 0,-1-1 0 0 0,0 0 0 0 0,0 0 0 0 0,1 1 0 0 0,-1-1 0 0 0,0 0 0 0 0,-1 0 0 0 0,1 0 0 0 0,0-1 0 0 0,0 1-1 0 0,-1 0 1 0 0,0 0 0 0 0,1 0 0 0 0,-1 0 0 0 0,0-1 0 0 0,0 1 0 0 0,0 0 0 0 0,0-3 0 0 0,-1-1-22 0 0,0-1 0 0 0,0 1 1 0 0,0 0-1 0 0,-1-1 0 0 0,1 1 0 0 0,-2 0 1 0 0,1 0-1 0 0,-1 0 0 0 0,0 0 0 0 0,0 0 1 0 0,0 0-1 0 0,-5-5 0 0 0,0 1-2 0 0,0 0 0 0 0,-1 1 0 0 0,0 0 0 0 0,-1 0 0 0 0,-12-9 0 0 0,21 17 32 0 0,-1 0 0 0 0,1 0 0 0 0,0 0 0 0 0,-1 0 0 0 0,1 0 0 0 0,-1 0 0 0 0,1 1 0 0 0,-1-1 1 0 0,0 1-1 0 0,1-1 0 0 0,-1 1 0 0 0,1-1 0 0 0,-1 1 0 0 0,0 0 0 0 0,0 0 0 0 0,1 0 0 0 0,-1 0 0 0 0,0 0 0 0 0,1 0 1 0 0,-1 0-1 0 0,0 1 0 0 0,1-1 0 0 0,-1 0 0 0 0,0 1 0 0 0,-1 0 0 0 0,1 1-21 0 0,-1 0-1 0 0,1 0 0 0 0,-1 0 1 0 0,1 0-1 0 0,0 0 1 0 0,0 1-1 0 0,0-1 0 0 0,0 1 1 0 0,0-1-1 0 0,1 1 1 0 0,-1 0-1 0 0,-1 5 1 0 0,-1 1-32 0 0,1 0 1 0 0,0 1 0 0 0,1-1 0 0 0,0 1-1 0 0,0-1 1 0 0,1 1 0 0 0,0 0 0 0 0,1 11-1 0 0,1-15 60 0 0,0 1 0 0 0,1-1 0 0 0,0 1 0 0 0,0-1 0 0 0,1 1-1 0 0,0-1 1 0 0,0 0 0 0 0,0 0 0 0 0,1-1 0 0 0,-1 1 0 0 0,2-1 0 0 0,-1 1-1 0 0,0-1 1 0 0,1-1 0 0 0,0 1 0 0 0,0-1 0 0 0,1 1 0 0 0,-1-1-1 0 0,1-1 1 0 0,0 1 0 0 0,0-1 0 0 0,0 0 0 0 0,0 0 0 0 0,7 1-1 0 0,-8-2 1 0 0,1 0 0 0 0,-1-1 0 0 0,0 0 0 0 0,1 0 0 0 0,-1 0 0 0 0,1-1 0 0 0,-1 0-1 0 0,1 0 1 0 0,-1 0 0 0 0,1 0 0 0 0,-1-1 0 0 0,1 0 0 0 0,-1 0 0 0 0,0-1-1 0 0,1 1 1 0 0,-1-1 0 0 0,0-1 0 0 0,0 1 0 0 0,0 0 0 0 0,0-1 0 0 0,-1 0 0 0 0,1 0-1 0 0,-1-1 1 0 0,0 1 0 0 0,0-1 0 0 0,0 0 0 0 0,0 0 0 0 0,0 0 0 0 0,4-9-1 0 0,-5 8-12 0 0,-1 0-1 0 0,0 0 0 0 0,0 0 1 0 0,-1 0-1 0 0,0 0 1 0 0,0 0-1 0 0,0 0 0 0 0,0 0 1 0 0,-1-1-1 0 0,0 1 0 0 0,0 0 1 0 0,0-1-1 0 0,-1 1 0 0 0,0 0 1 0 0,0 0-1 0 0,0 0 0 0 0,0-1 1 0 0,-1 1-1 0 0,0 0 0 0 0,0 1 1 0 0,0-1-1 0 0,-4-5 1 0 0,3 5 9 0 0,0 0 0 0 0,0 1 1 0 0,0-1-1 0 0,0 1 0 0 0,-1 0 1 0 0,1 0-1 0 0,-1 0 0 0 0,0 0 0 0 0,0 1 1 0 0,-1 0-1 0 0,1-1 0 0 0,-1 2 1 0 0,1-1-1 0 0,-1 0 0 0 0,0 1 1 0 0,0 0-1 0 0,0 0 0 0 0,-1 1 1 0 0,1-1-1 0 0,0 1 0 0 0,-10-1 1 0 0,12 3 8 0 0,0-1 1 0 0,0 1-1 0 0,-1-1 1 0 0,1 1-1 0 0,0 0 1 0 0,0 0-1 0 0,0 1 1 0 0,0-1-1 0 0,0 1 1 0 0,0-1-1 0 0,1 1 1 0 0,-1 0-1 0 0,0 0 1 0 0,1 0-1 0 0,0 0 1 0 0,-1 1-1 0 0,1-1 1 0 0,0 1-1 0 0,0-1 1 0 0,0 1-1 0 0,0 0 1 0 0,1 0-1 0 0,-1 0 1 0 0,1 0-1 0 0,0 0 1 0 0,0 0-1 0 0,0 0 1 0 0,-1 3-1 0 0,0 2 25 0 0,0 0-1 0 0,0 0 1 0 0,1-1-1 0 0,0 1 1 0 0,1 0-1 0 0,-1 0 1 0 0,1 0-1 0 0,1 0 1 0 0,0 0-1 0 0,2 12 1 0 0,1-10 59 0 0,-1 0 0 0 0,1 0 0 0 0,1 0 0 0 0,0-1 0 0 0,0 1-1 0 0,1-1 1 0 0,13 16 0 0 0,-16-23-57 0 0,-1 1 0 0 0,0 0 0 0 0,1-1-1 0 0,0 1 1 0 0,-1-1 0 0 0,1 0 0 0 0,0 0-1 0 0,0 0 1 0 0,0 0 0 0 0,1 0 0 0 0,-1-1-1 0 0,0 1 1 0 0,1-1 0 0 0,-1 0-1 0 0,1 0 1 0 0,-1 0 0 0 0,1-1 0 0 0,-1 1-1 0 0,1-1 1 0 0,-1 0 0 0 0,1 0 0 0 0,0 0-1 0 0,-1 0 1 0 0,1-1 0 0 0,-1 0 0 0 0,1 1-1 0 0,3-3 1 0 0,-4 2-117 0 0,-1-1-1 0 0,0 1 1 0 0,1-1-1 0 0,-1 0 1 0 0,0 0-1 0 0,0 1 1 0 0,0-2-1 0 0,-1 1 1 0 0,1 0-1 0 0,0 0 1 0 0,-1 0-1 0 0,0-1 1 0 0,1 1-1 0 0,-1-1 1 0 0,0 1-1 0 0,0-1 1 0 0,1-3-1 0 0,3-13-1401 0 0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9:22.8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149 179 456 0 0,'27'6'5902'0'0,"-27"-5"-5544"0"0,1 0-1 0 0,-1 1 0 0 0,0-1 1 0 0,1 0-1 0 0,-1 0 1 0 0,0 0-1 0 0,0 0 1 0 0,0 1-1 0 0,0-1 1 0 0,0 0-1 0 0,0 0 0 0 0,0 0 1 0 0,0 1-1 0 0,-1-1 1 0 0,1 0-1 0 0,0 0 1 0 0,-1 0-1 0 0,1 0 0 0 0,-1 2 1 0 0,-1 2 42 0 0,1 1 0 0 0,-1-1 0 0 0,1 1 0 0 0,1-1 1 0 0,-1 1-1 0 0,1-1 0 0 0,0 1 0 0 0,1 0 0 0 0,-1-1 0 0 0,3 9 0 0 0,-3-13-366 0 0,0 1 0 0 0,1-1 0 0 0,-1 0 0 0 0,1 1 0 0 0,-1-1 0 0 0,1 0 0 0 0,0 0 0 0 0,0 0 0 0 0,-1 1 0 0 0,1-1 0 0 0,0 0 0 0 0,0 0-1 0 0,0 0 1 0 0,0 0 0 0 0,0-1 0 0 0,0 1 0 0 0,1 0 0 0 0,1 1 0 0 0,-1-2-21 0 0,-1 1 1 0 0,1-1-1 0 0,0 0 1 0 0,0 0-1 0 0,0 0 1 0 0,-1 0-1 0 0,1 0 0 0 0,0 0 1 0 0,0 0-1 0 0,0 0 1 0 0,-1-1-1 0 0,1 1 0 0 0,0-1 1 0 0,0 0-1 0 0,-1 1 1 0 0,1-1-1 0 0,-1 0 1 0 0,3-1-1 0 0,3-2-5 0 0,-1-1 0 0 0,0 0-1 0 0,0 0 1 0 0,-1 0 0 0 0,1 0 0 0 0,-1-1 0 0 0,0 0-1 0 0,0 0 1 0 0,-1-1 0 0 0,0 1 0 0 0,0-1 0 0 0,-1 0-1 0 0,1 0 1 0 0,-1 0 0 0 0,-1 0 0 0 0,0-1 0 0 0,3-10-1 0 0,-5 14 25 0 0,1 1 0 0 0,-1 0-1 0 0,1-1 1 0 0,-1 1-1 0 0,0 0 1 0 0,0-1 0 0 0,0 1-1 0 0,-1-1 1 0 0,1 1-1 0 0,-1 0 1 0 0,0-1 0 0 0,0 1-1 0 0,0 0 1 0 0,0 0 0 0 0,0 0-1 0 0,-1 0 1 0 0,0 0-1 0 0,1 0 1 0 0,-1 0 0 0 0,0 0-1 0 0,0 1 1 0 0,-1-1-1 0 0,1 1 1 0 0,-1-1 0 0 0,1 1-1 0 0,-1 0 1 0 0,0 0-1 0 0,1 0 1 0 0,-1 0 0 0 0,0 1-1 0 0,0-1 1 0 0,0 1-1 0 0,-1 0 1 0 0,1 0 0 0 0,0 0-1 0 0,0 0 1 0 0,-1 0-1 0 0,1 1 1 0 0,0 0 0 0 0,-7-1-1 0 0,2 2-31 0 0,0-1 1 0 0,0 1-1 0 0,1 0 0 0 0,-1 1 0 0 0,0 0 0 0 0,1 0 0 0 0,-1 0 1 0 0,1 1-1 0 0,0 0 0 0 0,0 1 0 0 0,0 0 0 0 0,0 0 0 0 0,-11 9 1 0 0,4-2-171 0 0,0 1-1 0 0,1 0 1 0 0,0 1 0 0 0,-21 28 0 0 0,31-37 152 0 0,0 0 0 0 0,1 0-1 0 0,-1 0 1 0 0,1 1 0 0 0,0-1 0 0 0,0 0 0 0 0,1 1-1 0 0,-1-1 1 0 0,1 1 0 0 0,0 0 0 0 0,0-1 0 0 0,1 1-1 0 0,0 0 1 0 0,-1 0 0 0 0,2 0 0 0 0,-1 4-1 0 0,1-5 22 0 0,0 0-1 0 0,0-1 0 0 0,0 1 0 0 0,1-1 0 0 0,-1 0 1 0 0,1 1-1 0 0,0-1 0 0 0,0 0 0 0 0,0 0 0 0 0,0 0 1 0 0,1 0-1 0 0,-1 0 0 0 0,1-1 0 0 0,0 1 0 0 0,-1-1 1 0 0,1 0-1 0 0,0 1 0 0 0,0-1 0 0 0,1-1 0 0 0,-1 1 1 0 0,5 1-1 0 0,-4 0 15 0 0,1-2 0 0 0,-1 1 0 0 0,1 0 1 0 0,0-1-1 0 0,-1 0 0 0 0,1 0 0 0 0,0-1 0 0 0,0 1 1 0 0,0-1-1 0 0,0 0 0 0 0,0 0 0 0 0,0-1 1 0 0,-1 1-1 0 0,1-1 0 0 0,0 0 0 0 0,0-1 0 0 0,7-2 1 0 0,-6 1 37 0 0,0 0 0 0 0,0-1 0 0 0,0 0 0 0 0,0 0 0 0 0,-1 0 0 0 0,0-1 0 0 0,0 0 0 0 0,0 0 0 0 0,0 0 0 0 0,-1-1 1 0 0,6-8-1 0 0,-5 6-2 0 0,0-1 0 0 0,0 0 0 0 0,0-1 0 0 0,-2 1 0 0 0,1-1 0 0 0,-1 1 0 0 0,0-1 0 0 0,-1 0 0 0 0,0 0 0 0 0,-1 0 0 0 0,0-1 0 0 0,-1 1 0 0 0,0 0 0 0 0,0 0 0 0 0,-1 0 0 0 0,0-1 0 0 0,-3-9 1 0 0,2 15-44 0 0,-1-1 1 0 0,1 1 0 0 0,-1 0-1 0 0,0 0 1 0 0,0 0 0 0 0,0 0 0 0 0,-1 0-1 0 0,0 1 1 0 0,0-1 0 0 0,0 1 0 0 0,0 0-1 0 0,-1 1 1 0 0,1-1 0 0 0,-1 1 0 0 0,0-1-1 0 0,-9-3 1 0 0,12 6-5 0 0,-1 0 0 0 0,0 0 0 0 0,0 0 0 0 0,0 1-1 0 0,0-1 1 0 0,0 1 0 0 0,0-1 0 0 0,0 1 0 0 0,0 0 0 0 0,0 0-1 0 0,0 0 1 0 0,0 1 0 0 0,0-1 0 0 0,0 1 0 0 0,0-1 0 0 0,1 1 0 0 0,-1 0-1 0 0,0 0 1 0 0,0 1 0 0 0,1-1 0 0 0,-1 0 0 0 0,0 1 0 0 0,1 0-1 0 0,-1-1 1 0 0,1 1 0 0 0,0 0 0 0 0,0 0 0 0 0,0 0 0 0 0,0 1 0 0 0,0-1-1 0 0,0 1 1 0 0,0-1 0 0 0,-2 6 0 0 0,2-4 5 0 0,0 1 0 0 0,-1-1 0 0 0,2 1 0 0 0,-1 0 0 0 0,0 0 0 0 0,1 0 0 0 0,0 0 0 0 0,0 0 0 0 0,1 0 0 0 0,0 0 0 0 0,-1 1 0 0 0,2-1 0 0 0,-1 0 0 0 0,0 0 0 0 0,1 0 0 0 0,0 0 0 0 0,0 0 0 0 0,3 7 0 0 0,-2-9-18 0 0,-1 1 1 0 0,1-1-1 0 0,-1 1 1 0 0,1-1 0 0 0,0 0-1 0 0,0 0 1 0 0,1 0-1 0 0,-1 0 1 0 0,1 0-1 0 0,-1-1 1 0 0,1 1-1 0 0,0-1 1 0 0,0 0 0 0 0,0 1-1 0 0,0-1 1 0 0,0 0-1 0 0,1-1 1 0 0,-1 1-1 0 0,1-1 1 0 0,-1 1-1 0 0,1-1 1 0 0,-1 0 0 0 0,1-1-1 0 0,0 1 1 0 0,5 0-1 0 0,-1-1 37 0 0,0-1-1 0 0,0 0 1 0 0,0-1-1 0 0,0 0 1 0 0,0 0-1 0 0,0 0 1 0 0,-1-1-1 0 0,1 0 1 0 0,-1-1-1 0 0,0 0 1 0 0,0 0-1 0 0,0 0 1 0 0,0-1-1 0 0,-1 0 1 0 0,11-10-1 0 0,-11 9 4 0 0,0 0 0 0 0,0 0 1 0 0,0-1-1 0 0,-1 0 0 0 0,0 0 0 0 0,0-1 0 0 0,-1 1 1 0 0,1-1-1 0 0,-2 0 0 0 0,1 0 0 0 0,-1 0 0 0 0,-1 0 0 0 0,1-1 1 0 0,1-13-1 0 0,-4 20-37 0 0,0 1-1 0 0,0-1 1 0 0,0 0 0 0 0,0 1 0 0 0,0-1-1 0 0,0 0 1 0 0,0 1 0 0 0,0-1 0 0 0,-1 1 0 0 0,1-1-1 0 0,-1 0 1 0 0,1 1 0 0 0,-1-1 0 0 0,0 1-1 0 0,1-1 1 0 0,-1 1 0 0 0,0 0 0 0 0,-2-3-1 0 0,2 3-5 0 0,0 1 0 0 0,0-1-1 0 0,0 0 1 0 0,0 1-1 0 0,-1-1 1 0 0,1 1-1 0 0,0 0 1 0 0,0-1-1 0 0,0 1 1 0 0,-1 0-1 0 0,1 0 1 0 0,0-1-1 0 0,0 1 1 0 0,-1 0-1 0 0,1 0 1 0 0,0 1-1 0 0,0-1 1 0 0,-1 0 0 0 0,0 1-1 0 0,-4 0-51 0 0,1 1 1 0 0,0 0-1 0 0,0 0 1 0 0,-1 1-1 0 0,1 0 1 0 0,1-1-1 0 0,-1 2 0 0 0,0-1 1 0 0,-4 5-1 0 0,-10 15-2580 0 0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9:33.970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</inkml:brush>
  </inkml:definitions>
  <inkml:trace contextRef="#ctx0" brushRef="#br0">713 122 1376 0 0,'1'-2'36'0'0,"0"1"0"0"0,0 0-1 0 0,1-1 1 0 0,-1 1 0 0 0,0 0-1 0 0,1 0 1 0 0,-1 0 0 0 0,1 0-1 0 0,0 0 1 0 0,-1 0 0 0 0,1 0-1 0 0,0 1 1 0 0,-1-1 0 0 0,3 0-1 0 0,11-8-99 0 0,-15 9 65 0 0,-1-1 0 0 0,0 0-1 0 0,0 1 1 0 0,0 0 0 0 0,0-1 0 0 0,0 1 0 0 0,0-1 0 0 0,0 1-1 0 0,0 0 1 0 0,0 0 0 0 0,0 0 0 0 0,0-1 0 0 0,0 1 0 0 0,0 0-1 0 0,1 0 1 0 0,-1 1 0 0 0,0-1 0 0 0,0 0 0 0 0,0 0 0 0 0,-2 1-1 0 0,-15-2 60 0 0,0 2-1 0 0,1 0 1 0 0,-1 1-1 0 0,0 0 1 0 0,1 2-1 0 0,-22 7 0 0 0,-1 0 572 0 0,-1-1 0 0 0,0-2 0 0 0,0-2 0 0 0,-59 1 0 0 0,96-7-489 0 0,-71 8 1509 0 0,-40 1-397 0 0,82-8 386 0 0,-63 10 1 0 0,229-50 2306 0 0,15 6-3260 0 0,289-25 0 0 0,-259 41-739 0 0,100-7 40 0 0,-110 17 12 0 0,213 3 310 0 0,17 12 74 0 0,-184-9-390 0 0,28 0 62 0 0,78 2 671 0 0,-53-8 111 0 0,-79 6-436 0 0,-4 0-664 0 0,-182 0 106 0 0,22 1-564 0 0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9:35.066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</inkml:brush>
  </inkml:definitions>
  <inkml:trace contextRef="#ctx0" brushRef="#br0">251 532 1376 0 0,'-63'2'1165'0'0,"31"-1"274"0"0,0 0 0 0 0,0-3 0 0 0,-60-20 4243 0 0,93 22-5630 0 0,43-8 1463 0 0,-32 7-1382 0 0,407-49 1564 0 0,-97 16-534 0 0,634-97 1196 0 0,-446 64-1635 0 0,261-37-427 0 0,-374 54-166 0 0,-239 32-4 0 0,83 1 285 0 0,11-2 389 0 0,-50 7-307 0 0,-195 12-744 0 0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9:37.1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414 163 8290 0 0,'20'-21'1472'0'0,"-2"5"-234"0"0,-2-1 1 0 0,0 0 0 0 0,-1-1 0 0 0,23-36-1 0 0,-38 54-1130 0 0,0-1 0 0 0,1 1 0 0 0,-1-1 0 0 0,1 1 0 0 0,-1-1 0 0 0,0 1 0 0 0,1-1 0 0 0,-1 1 0 0 0,0-1 0 0 0,0 1 0 0 0,1-1 0 0 0,-1 1 0 0 0,0-1 0 0 0,0 0 0 0 0,0 1 0 0 0,0-1 0 0 0,0 1 0 0 0,1-1 0 0 0,-1 0 0 0 0,0 1 0 0 0,0-1 0 0 0,-1 1 0 0 0,1-1 0 0 0,0 0 0 0 0,0 1 0 0 0,0-1-1 0 0,0 1 1 0 0,0-1 0 0 0,-1 1 0 0 0,1-1 0 0 0,0 1 0 0 0,-1-2 0 0 0,0 2 3 0 0,0 0 0 0 0,0 0-1 0 0,-1 0 1 0 0,1 0 0 0 0,0 0-1 0 0,0 0 1 0 0,0 0-1 0 0,-1 0 1 0 0,1 1 0 0 0,0-1-1 0 0,0 0 1 0 0,0 1 0 0 0,0-1-1 0 0,-2 1 1 0 0,-40 24 488 0 0,25-8-598 0 0,0 1-1 0 0,1 0 1 0 0,1 2 0 0 0,-26 40 0 0 0,-44 95-32 0 0,70-123 30 0 0,-130 275 33 0 0,125-252-24 0 0,3 0 0 0 0,2 0 0 0 0,-17 110 0 0 0,23-88-711 0 0,2-28-681 0 0,2 0-1 0 0,2 1 0 0 0,2-1 1 0 0,7 68-1 0 0,-4-108-87 0 0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9:37.5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96 8754 0 0,'-1'-4'365'0'0,"1"0"1"0"0,0 0 0 0 0,0 0-1 0 0,0 0 1 0 0,0 0 0 0 0,0 0-1 0 0,1 1 1 0 0,0-1-1 0 0,0 0 1 0 0,0 0 0 0 0,0 0-1 0 0,1 1 1 0 0,-1-1-1 0 0,1 1 1 0 0,0-1 0 0 0,0 1-1 0 0,0 0 1 0 0,1-1-1 0 0,-1 1 1 0 0,1 0 0 0 0,0 1-1 0 0,-1-1 1 0 0,1 0-1 0 0,1 1 1 0 0,-1 0 0 0 0,5-4-1 0 0,-6 6-250 0 0,-1 0 0 0 0,0 0 0 0 0,1 0 0 0 0,-1 0-1 0 0,0 0 1 0 0,1 0 0 0 0,-1 0 0 0 0,0 0-1 0 0,1 1 1 0 0,-1-1 0 0 0,0 0 0 0 0,1 1 0 0 0,-1-1-1 0 0,0 1 1 0 0,0 0 0 0 0,0-1 0 0 0,1 1 0 0 0,-1 0-1 0 0,0 0 1 0 0,0 0 0 0 0,0-1 0 0 0,0 1 0 0 0,0 0-1 0 0,0 1 1 0 0,-1-1 0 0 0,1 0 0 0 0,0 0 0 0 0,0 0-1 0 0,-1 0 1 0 0,1 0 0 0 0,0 3 0 0 0,19 47 17 0 0,-18-44 7 0 0,22 69 88 0 0,-8-21-157 0 0,39 86 0 0 0,-48-126-41 0 0,0-1 0 0 0,1-1 0 0 0,0 1 0 0 0,1-1 0 0 0,1-1 0 0 0,0 0 0 0 0,0 0 0 0 0,2-1 0 0 0,-1 0 0 0 0,24 16 0 0 0,-31-25-16 0 0,0 1 1 0 0,0-1 0 0 0,1 0 0 0 0,-1 0-1 0 0,0-1 1 0 0,1 1 0 0 0,-1-1 0 0 0,1 0-1 0 0,0 0 1 0 0,-1 0 0 0 0,1-1 0 0 0,0 0-1 0 0,-1 0 1 0 0,1 0 0 0 0,0 0 0 0 0,0-1-1 0 0,-1 0 1 0 0,1 0 0 0 0,-1 0 0 0 0,1 0-1 0 0,-1-1 1 0 0,1 1 0 0 0,-1-1 0 0 0,0-1-1 0 0,0 1 1 0 0,0 0 0 0 0,0-1 0 0 0,0 0-1 0 0,5-5 1 0 0,8-8-157 0 0,-1-2 0 0 0,0 0 0 0 0,-1-1 0 0 0,20-33-1 0 0,-14 21-611 0 0,3-4-4648 0 0,1 1-1813 0 0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9:38.1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29 8754 0 0,'0'-3'638'0'0,"1"1"0"0"0,0-1 0 0 0,0 1 0 0 0,0 0 1 0 0,0-1-1 0 0,0 1 0 0 0,0 0 0 0 0,1 0 0 0 0,-1 0 0 0 0,3-2 0 0 0,-3 3-551 0 0,0 1 0 0 0,-1 0-1 0 0,1 0 1 0 0,0 0-1 0 0,0-1 1 0 0,0 1 0 0 0,0 0-1 0 0,-1 0 1 0 0,1 0-1 0 0,0 0 1 0 0,0 0 0 0 0,0 1-1 0 0,-1-1 1 0 0,1 0-1 0 0,0 0 1 0 0,0 0 0 0 0,0 1-1 0 0,-1-1 1 0 0,1 0-1 0 0,0 1 1 0 0,0-1 0 0 0,-1 1-1 0 0,1-1 1 0 0,-1 1-1 0 0,1-1 1 0 0,0 1-1 0 0,-1 0 1 0 0,1-1 0 0 0,-1 1-1 0 0,1-1 1 0 0,-1 1-1 0 0,1 0 1 0 0,-1 0 0 0 0,0-1-1 0 0,1 1 1 0 0,-1 1-1 0 0,7 8 20 0 0,0 0-1 0 0,-1 0 1 0 0,0 1-1 0 0,-1 0 0 0 0,0 0 1 0 0,-1 0-1 0 0,5 21 0 0 0,-2 4 573 0 0,3 44-1 0 0,-8-51-436 0 0,2-1 1 0 0,1 0-1 0 0,9 31 1 0 0,-13-56-246 0 0,0 0 1 0 0,0-1 0 0 0,0 1-1 0 0,0-1 1 0 0,1 1 0 0 0,-1-1-1 0 0,1 1 1 0 0,0-1 0 0 0,0 0-1 0 0,-1 0 1 0 0,1 0 0 0 0,4 3-1 0 0,-5-5 3 0 0,-1 0 0 0 0,1 1 0 0 0,-1-1 0 0 0,1 0 0 0 0,-1 1 0 0 0,1-1 0 0 0,0 0 0 0 0,-1 0 0 0 0,1 0-1 0 0,0 0 1 0 0,-1 0 0 0 0,1 0 0 0 0,0 0 0 0 0,-1 0 0 0 0,1 0 0 0 0,-1 0 0 0 0,1 0 0 0 0,0 0 0 0 0,-1 0-1 0 0,1 0 1 0 0,1-1 0 0 0,-1 0 1 0 0,0 0 0 0 0,0 1 0 0 0,0-1 0 0 0,0 0 1 0 0,0 0-1 0 0,0 0 0 0 0,0 0 0 0 0,0 0 0 0 0,-1-1 0 0 0,1 1 0 0 0,0 0 0 0 0,-1 0 0 0 0,1-1 0 0 0,0-1 0 0 0,26-73 468 0 0,24-58-236 0 0,-42 116-173 0 0,1-1 0 0 0,0 1 0 0 0,1 1 0 0 0,23-30 0 0 0,-32 45-42 0 0,0-1 1 0 0,1 1-1 0 0,-1 0 1 0 0,0 0-1 0 0,1 0 0 0 0,-1 0 1 0 0,1 0-1 0 0,0 0 1 0 0,0 1-1 0 0,0-1 1 0 0,0 1-1 0 0,0 0 0 0 0,0 0 1 0 0,0 0-1 0 0,0 0 1 0 0,4 0-1 0 0,-5 1-13 0 0,0 0 0 0 0,0 0 0 0 0,0 1 0 0 0,1-1 0 0 0,-1 1 0 0 0,0-1 0 0 0,0 1 0 0 0,-1 0 0 0 0,1 0 0 0 0,0 0 0 0 0,0 0 0 0 0,0 0 0 0 0,-1 1 0 0 0,1-1 0 0 0,0 0 0 0 0,-1 1 0 0 0,1-1 0 0 0,-1 1 0 0 0,0 0 0 0 0,1-1 0 0 0,-1 1 0 0 0,0 0 0 0 0,0 0 0 0 0,0 0 0 0 0,1 3 0 0 0,10 23-24 0 0,12 43 0 0 0,-18-48-146 0 0,2-1 1 0 0,0 1-1 0 0,20 36 0 0 0,-11-32-986 0 0,29 34 0 0 0,-28-40-258 0 0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9:38.4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52 217 4145 0 0,'-9'-27'844'0'0,"8"22"105"0"0,-1-1 0 0 0,1 1 0 0 0,-1 0 0 0 0,0 0 0 0 0,-1 0 0 0 0,1 0 1 0 0,-1 0-1 0 0,0 1 0 0 0,0-1 0 0 0,0 1 0 0 0,-9-1 2773 0 0,8 35-2829 0 0,3-14-840 0 0,1 1 0 0 0,1-1 0 0 0,0 1 0 0 0,1-1 0 0 0,1 0 0 0 0,1 0 0 0 0,9 27 0 0 0,-12-39-46 0 0,1 1-1 0 0,0-1 1 0 0,0 0-1 0 0,1 1 1 0 0,-1-1-1 0 0,1-1 1 0 0,0 1-1 0 0,0 0 0 0 0,0-1 1 0 0,0 1-1 0 0,1-1 1 0 0,0 0-1 0 0,-1 0 1 0 0,1 0-1 0 0,0-1 1 0 0,0 1-1 0 0,1-1 1 0 0,-1 0-1 0 0,0 0 0 0 0,1-1 1 0 0,-1 1-1 0 0,1-1 1 0 0,0 0-1 0 0,-1 0 1 0 0,1 0-1 0 0,0-1 1 0 0,-1 0-1 0 0,1 0 1 0 0,0 0-1 0 0,8-1 0 0 0,-6 0 19 0 0,-1 0 0 0 0,0-1 0 0 0,1 1 0 0 0,-1-1 0 0 0,0 0 0 0 0,0-1 0 0 0,-1 1 0 0 0,1-1 0 0 0,0 0-1 0 0,-1-1 1 0 0,0 1 0 0 0,1-1 0 0 0,-2 0 0 0 0,1 0 0 0 0,0-1 0 0 0,-1 0 0 0 0,0 1 0 0 0,0-1 0 0 0,0-1-1 0 0,0 1 1 0 0,2-7 0 0 0,-2 4 14 0 0,-1 0 0 0 0,0-1 0 0 0,-1 0-1 0 0,0 0 1 0 0,0 0 0 0 0,-1 1 0 0 0,0-1-1 0 0,0-1 1 0 0,-1 1 0 0 0,0 0 0 0 0,-1 0 0 0 0,0 0-1 0 0,-1 0 1 0 0,-2-11 0 0 0,0 6 29 0 0,-1 0 0 0 0,0 0 1 0 0,-1 0-1 0 0,-1 0 0 0 0,-8-12 1 0 0,10 19-338 0 0,0 0 0 0 0,0 0 0 0 0,-1 1 0 0 0,-8-8 0 0 0,11 11-423 0 0,-1-1 0 0 0,0 2-1 0 0,0-1 1 0 0,-1 0 0 0 0,1 1-1 0 0,-1 0 1 0 0,1 0 0 0 0,-7-2-1 0 0,-7 1-5609 0 0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9:38.9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140 52 2761 0 0,'-1'-3'314'0'0,"0"0"0"0"0,0 0 0 0 0,0 1 0 0 0,0-1 0 0 0,0 0 0 0 0,0 1 0 0 0,-1-1 0 0 0,1 1 0 0 0,-1-1-1 0 0,0 1 1 0 0,0 0 0 0 0,0-1 0 0 0,0 1 0 0 0,0 0 0 0 0,-5-3 0 0 0,6 4-51 0 0,0 0-1 0 0,-1 0 1 0 0,0 0-1 0 0,1 0 1 0 0,-1 1-1 0 0,0-1 1 0 0,1 0-1 0 0,-1 1 1 0 0,0-1-1 0 0,0 1 1 0 0,1-1-1 0 0,-1 1 1 0 0,0 0-1 0 0,0 0 1 0 0,0 0-1 0 0,1 0 1 0 0,-1 0-1 0 0,0 1 1 0 0,0-1-1 0 0,0 0 1 0 0,1 1-1 0 0,-1-1 0 0 0,0 1 1 0 0,0 0-1 0 0,1-1 1 0 0,-1 1-1 0 0,-1 1 1 0 0,-1 1 4 0 0,1 1 1 0 0,0-1-1 0 0,0 1 1 0 0,0 0-1 0 0,0 0 0 0 0,0 0 1 0 0,1 0-1 0 0,0 0 1 0 0,0 0-1 0 0,0 1 1 0 0,0-1-1 0 0,-1 7 0 0 0,-12 59 955 0 0,10-35-761 0 0,1 0-1 0 0,1 44 1 0 0,3-69-462 0 0,1 0 1 0 0,-1-1-1 0 0,2 1 1 0 0,-1 0-1 0 0,1 0 1 0 0,1-1-1 0 0,0 1 1 0 0,0-1 0 0 0,1 0-1 0 0,0 0 1 0 0,1 0-1 0 0,-1-1 1 0 0,8 9-1 0 0,-9-13-350 0 0,0-1 0 0 0,1 0 0 0 0,-1 0 0 0 0,1 0 0 0 0,0 0 0 0 0,0-1 0 0 0,0 1 0 0 0,0-1 0 0 0,0 0 0 0 0,6 1 0 0 0,10 4-6049 0 0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9:39.2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76 10594 0 0,'0'0'35'0'0,"0"-1"1"0"0,-1 1-1 0 0,1-1 0 0 0,0 1 0 0 0,-1-1 0 0 0,1 1 1 0 0,-1-1-1 0 0,1 1 0 0 0,-1-1 0 0 0,1 1 0 0 0,-1 0 1 0 0,1-1-1 0 0,-1 1 0 0 0,1 0 0 0 0,-1 0 0 0 0,0-1 0 0 0,1 1 1 0 0,-1 0-1 0 0,1 0 0 0 0,-1 0 0 0 0,0 0 0 0 0,1 0 1 0 0,-1-1-1 0 0,0 1 0 0 0,1 0 0 0 0,-1 1 0 0 0,1-1 1 0 0,-1 0-1 0 0,0 0 0 0 0,1 0 0 0 0,-1 0 0 0 0,0 0 0 0 0,1 1 1 0 0,-1-1-1 0 0,1 0 0 0 0,-1 1 0 0 0,1-1 0 0 0,-2 1 1 0 0,-12 24 770 0 0,14-24-760 0 0,-4 7 329 0 0,1 0 0 0 0,0 0 1 0 0,0 0-1 0 0,1 0 0 0 0,0 0 0 0 0,1 0 1 0 0,0 1-1 0 0,0-1 0 0 0,1 12 0 0 0,0-16-311 0 0,1 0 0 0 0,0-1-1 0 0,0 1 1 0 0,0 0 0 0 0,0-1-1 0 0,0 1 1 0 0,1-1 0 0 0,0 1 0 0 0,-1-1-1 0 0,1 0 1 0 0,1 0 0 0 0,-1 0-1 0 0,0 0 1 0 0,1 0 0 0 0,-1 0-1 0 0,1-1 1 0 0,0 1 0 0 0,0-1-1 0 0,0 0 1 0 0,0 0 0 0 0,0 0 0 0 0,1 0-1 0 0,4 2 1 0 0,2 0 6 0 0,-1-1-1 0 0,1 0 1 0 0,-1 0 0 0 0,1-1-1 0 0,0 0 1 0 0,0-1 0 0 0,0 0 0 0 0,0-1-1 0 0,0 0 1 0 0,0 0 0 0 0,0-1-1 0 0,0 0 1 0 0,0-1 0 0 0,0 0 0 0 0,0-1-1 0 0,-1 0 1 0 0,1 0 0 0 0,-1-1-1 0 0,0-1 1 0 0,0 1 0 0 0,9-7 0 0 0,-16 9-47 0 0,1 0 0 0 0,-1-1 0 0 0,1 1 1 0 0,-1-1-1 0 0,0 0 0 0 0,0 0 0 0 0,0 0 0 0 0,0 0 1 0 0,-1 0-1 0 0,1 0 0 0 0,-1 0 0 0 0,0 0 1 0 0,0-1-1 0 0,0 1 0 0 0,0 0 0 0 0,0-7 1 0 0,0 4 1 0 0,-1 0 1 0 0,-1-1 0 0 0,1 1 0 0 0,-1 0-1 0 0,0 0 1 0 0,0-1 0 0 0,-1 1-1 0 0,-4-11 1 0 0,1 7-88 0 0,1 0-1 0 0,-2 1 0 0 0,1-1 1 0 0,-1 1-1 0 0,-1 0 1 0 0,1 1-1 0 0,-2-1 1 0 0,1 1-1 0 0,-1 1 1 0 0,-13-11-1 0 0,19 17-25 0 0,1-1 0 0 0,-1 1-1 0 0,0 0 1 0 0,0 0 0 0 0,0-1-1 0 0,-1 1 1 0 0,1 0 0 0 0,0 1 0 0 0,0-1-1 0 0,0 0 1 0 0,-1 1 0 0 0,1-1-1 0 0,0 1 1 0 0,-1 0 0 0 0,1 0 0 0 0,0 0-1 0 0,-1 0 1 0 0,1 0 0 0 0,0 0-1 0 0,-1 1 1 0 0,1-1 0 0 0,0 1 0 0 0,0-1-1 0 0,-3 2 1 0 0,-9 7-857 0 0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9:39.7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9 5529 0 0,'-8'-8'11274'0'0,"14"27"-10691"0"0,3 12 126 0 0,-5 0-90 0 0,-2 0 0 0 0,-1 0 0 0 0,-4 44 1 0 0,0-44-550 0 0,2 0-1 0 0,2 0 1 0 0,5 45 0 0 0,-6-76-83 0 0,0 0 0 0 0,0 1-1 0 0,0-1 1 0 0,0 0 0 0 0,0 0-1 0 0,0 0 1 0 0,0 0 0 0 0,0 0-1 0 0,0 0 1 0 0,0 0 0 0 0,0 1-1 0 0,0-1 1 0 0,0 0 0 0 0,0 0 0 0 0,0 0-1 0 0,0 0 1 0 0,0 0 0 0 0,0 0-1 0 0,0 1 1 0 0,0-1 0 0 0,0 0-1 0 0,0 0 1 0 0,0 0 0 0 0,0 0 0 0 0,0 0-1 0 0,0 0 1 0 0,1 0 0 0 0,-1 1-1 0 0,0-1 1 0 0,0 0 0 0 0,0 0-1 0 0,0 0 1 0 0,0 0 0 0 0,0 0 0 0 0,0 0-1 0 0,0 0 1 0 0,1 0 0 0 0,-1 0-1 0 0,0 0 1 0 0,0 0 0 0 0,0 0-1 0 0,0 0 1 0 0,0 0 0 0 0,0 0 0 0 0,0 0-1 0 0,1 0 1 0 0,-1 0 0 0 0,0 0-1 0 0,0 0 1 0 0,0 0 0 0 0,0 0-1 0 0,0 0 1 0 0,0 0 0 0 0,1 0-1 0 0,-1 0 1 0 0,0 0 0 0 0,0 0 0 0 0,0 0-1 0 0,0 0 1 0 0,0 0 0 0 0,0 0-1 0 0,0 0 1 0 0,1 0 0 0 0,-1-1 0 0 0,7-11-389 0 0,10-32 330 0 0,-10 28 71 0 0,5-13 254 0 0,33-53 0 0 0,-37 69-65 0 0,0 0 0 0 0,2 1 1 0 0,-1 1-1 0 0,2-1 0 0 0,0 1 0 0 0,13-11 0 0 0,-21 21-141 0 0,-1-1-1 0 0,0 0 0 0 0,1 0 1 0 0,-1 1-1 0 0,1-1 0 0 0,-1 1 1 0 0,1 0-1 0 0,0 0 0 0 0,0 0 1 0 0,-1 0-1 0 0,1 1 0 0 0,0-1 1 0 0,0 1-1 0 0,0-1 1 0 0,0 1-1 0 0,0 0 0 0 0,0 0 1 0 0,0 0-1 0 0,0 1 0 0 0,-1-1 1 0 0,1 1-1 0 0,0-1 0 0 0,5 3 1 0 0,-4 0-29 0 0,0-1-1 0 0,0 1 1 0 0,0 0 0 0 0,0 0 0 0 0,-1 0 0 0 0,1 1-1 0 0,-1-1 1 0 0,0 1 0 0 0,0 0 0 0 0,-1 0-1 0 0,1 0 1 0 0,-1 0 0 0 0,4 8 0 0 0,7 19 32 0 0,11 45 1 0 0,-19-57-404 0 0,0 0 0 0 0,2 0-1 0 0,0 0 1 0 0,1-1 0 0 0,1 0 0 0 0,0-1-1 0 0,16 21 1 0 0,-16-26-1143 0 0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9:40.2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66 3225 0 0,'-1'-1'267'0'0,"1"0"0"0"0,0 0 0 0 0,0 0 0 0 0,0 0 0 0 0,0-1 0 0 0,0 1 0 0 0,0 0 0 0 0,0 0 1 0 0,1 0-1 0 0,-1 0 0 0 0,0 0 0 0 0,1 0 0 0 0,-1 0 0 0 0,0 0 0 0 0,1 0 0 0 0,-1 0 0 0 0,1 0 0 0 0,0 0 0 0 0,-1 0 1 0 0,1 0-1 0 0,0 0 0 0 0,0 0 0 0 0,-1 1 0 0 0,1-1 0 0 0,0 0 0 0 0,0 1 0 0 0,2-2 0 0 0,-2 2-42 0 0,0 0-1 0 0,0 0 1 0 0,1 0-1 0 0,-1 1 1 0 0,0-1-1 0 0,0 0 1 0 0,1 1-1 0 0,-1-1 0 0 0,0 1 1 0 0,0-1-1 0 0,0 1 1 0 0,0 0-1 0 0,0-1 1 0 0,0 1-1 0 0,0 0 1 0 0,0 0-1 0 0,0-1 1 0 0,0 1-1 0 0,0 0 1 0 0,-1 0-1 0 0,1 0 1 0 0,0 0-1 0 0,-1 0 1 0 0,1 1-1 0 0,0 0 1 0 0,8 14 515 0 0,-1 0 1 0 0,-1 0 0 0 0,0 0 0 0 0,9 35 0 0 0,6 70-98 0 0,-14-70-523 0 0,-8-51-156 0 0,-1 1 0 0 0,1-1 0 0 0,0 0 0 0 0,0 1 0 0 0,0-1 0 0 0,0 1 0 0 0,0-1 0 0 0,0 1 0 0 0,1-1 0 0 0,-1 0 0 0 0,0 1 0 0 0,0-1 0 0 0,0 1 0 0 0,0-1 0 0 0,0 0 0 0 0,1 1 0 0 0,-1-1 0 0 0,0 0 0 0 0,0 1 0 0 0,0-1 0 0 0,1 0 0 0 0,-1 1 0 0 0,0-1 0 0 0,1 0 0 0 0,-1 0 0 0 0,0 1 0 0 0,1-1 0 0 0,-1 0 0 0 0,1 1 0 0 0,6-12-569 0 0,7-36 257 0 0,-10 32 327 0 0,6-16 177 0 0,1 0 1 0 0,2 1-1 0 0,17-29 0 0 0,-24 48 16 0 0,1-1 1 0 0,0 1 0 0 0,1 1-1 0 0,1-1 1 0 0,-1 1-1 0 0,1 1 1 0 0,1 0 0 0 0,0 0-1 0 0,0 1 1 0 0,15-9 0 0 0,-23 15-137 0 0,0 1 1 0 0,0 0 0 0 0,0-1 0 0 0,0 1 0 0 0,1 0 0 0 0,-1 0 0 0 0,0 0-1 0 0,1 1 1 0 0,-1-1 0 0 0,1 1 0 0 0,-1-1 0 0 0,1 1 0 0 0,-1 0 0 0 0,1 0-1 0 0,-1 0 1 0 0,1 0 0 0 0,-1 0 0 0 0,0 0 0 0 0,1 1 0 0 0,-1-1 0 0 0,1 1-1 0 0,-1 0 1 0 0,0 0 0 0 0,1 0 0 0 0,-1 0 0 0 0,0 0 0 0 0,0 0 0 0 0,0 0-1 0 0,1 1 1 0 0,-2-1 0 0 0,1 1 0 0 0,0 0 0 0 0,0 0 0 0 0,0-1 0 0 0,-1 1-1 0 0,1 0 1 0 0,-1 0 0 0 0,0 1 0 0 0,1-1 0 0 0,-1 0 0 0 0,2 5 0 0 0,3 9-42 0 0,-1 0 1 0 0,0 0 0 0 0,-2 1 0 0 0,5 33 0 0 0,-6-33-76 0 0,1 5-149 0 0,-2-9-482 0 0,1-1-1 0 0,0 1 0 0 0,1-1 1 0 0,6 19-1 0 0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9:40.5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0 346 4145 0 0,'6'0'788'0'0,"0"-1"1"0"0,-1 0-1 0 0,1-1 1 0 0,-1 1-1 0 0,0-1 1 0 0,0 0-1 0 0,1-1 1 0 0,-1 1-1 0 0,7-6 1 0 0,42-32 3132 0 0,-42 29-3418 0 0,-1-1-1 0 0,0 0 0 0 0,-1-1 0 0 0,0 0 0 0 0,-1 0 0 0 0,9-20 0 0 0,-13 25-350 0 0,-1-1-1 0 0,-1 0 1 0 0,0 0-1 0 0,0 0 1 0 0,0 0 0 0 0,-1 0-1 0 0,-1 0 1 0 0,0-1-1 0 0,0 1 1 0 0,0 0-1 0 0,-2-1 1 0 0,0-11 0 0 0,1 19-148 0 0,0 0 1 0 0,0 0-1 0 0,-1 0 1 0 0,1 0-1 0 0,0 0 1 0 0,-1 0-1 0 0,1 0 1 0 0,-1 0-1 0 0,0 1 1 0 0,0-1 0 0 0,1 0-1 0 0,-1 0 1 0 0,0 1-1 0 0,-1-1 1 0 0,1 0-1 0 0,0 1 1 0 0,0 0-1 0 0,-1-1 1 0 0,1 1-1 0 0,-1-1 1 0 0,1 1-1 0 0,-1 0 1 0 0,1 0 0 0 0,-1 0-1 0 0,0 0 1 0 0,0 0-1 0 0,1 0 1 0 0,-1 1-1 0 0,0-1 1 0 0,0 1-1 0 0,0-1 1 0 0,0 1-1 0 0,0 0 1 0 0,0-1 0 0 0,0 1-1 0 0,-3 0 1 0 0,1 1 1 0 0,0 0 1 0 0,0 0-1 0 0,0 1 1 0 0,0-1-1 0 0,0 1 1 0 0,0 0-1 0 0,1 0 1 0 0,-1 0-1 0 0,0 0 1 0 0,1 1-1 0 0,0-1 1 0 0,-1 1-1 0 0,1 0 1 0 0,0 0-1 0 0,-4 7 1 0 0,-3 4-210 0 0,1 0-1 0 0,0 1 1 0 0,1 0 0 0 0,1 1 0 0 0,1 0 0 0 0,0 0 0 0 0,1 0 0 0 0,1 0 0 0 0,0 1 0 0 0,-2 29-1 0 0,5-40 70 0 0,1 1-1 0 0,1 0 0 0 0,-1 0 1 0 0,1 0-1 0 0,0 0 0 0 0,0 0 0 0 0,1-1 1 0 0,0 1-1 0 0,1 0 0 0 0,-1-1 0 0 0,1 0 1 0 0,5 9-1 0 0,-4-10 62 0 0,-1-1-1 0 0,1 1 1 0 0,1-1-1 0 0,-1 0 1 0 0,0 0-1 0 0,1 0 1 0 0,0-1-1 0 0,0 0 1 0 0,0 0-1 0 0,0 0 1 0 0,1 0-1 0 0,-1-1 1 0 0,1 0 0 0 0,-1 0-1 0 0,1-1 1 0 0,9 2-1 0 0,11 2-1461 0 0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9:40.8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189 141 3225 0 0,'4'-5'207'0'0,"1"-1"0"0"0,-1 0 1 0 0,0 0-1 0 0,-1 0 1 0 0,0 0-1 0 0,0-1 0 0 0,0 1 1 0 0,0-1-1 0 0,-1 0 0 0 0,1-7 1 0 0,-2 12 26 0 0,-1 0-1 0 0,1 0 1 0 0,-1-1 0 0 0,0 1 0 0 0,0 0 0 0 0,0 0 0 0 0,0 0-1 0 0,0 0 1 0 0,0-1 0 0 0,-1 1 0 0 0,1 0 0 0 0,-1 0-1 0 0,1 0 1 0 0,-1 0 0 0 0,0 0 0 0 0,0 0 0 0 0,0 0 0 0 0,0 0-1 0 0,0 0 1 0 0,0 1 0 0 0,-1-1 0 0 0,1 0 0 0 0,-1 1 0 0 0,1-1-1 0 0,-1 1 1 0 0,1-1 0 0 0,-1 1 0 0 0,0 0 0 0 0,0 0-1 0 0,0 0 1 0 0,0 0 0 0 0,0 0 0 0 0,0 0 0 0 0,0 0 0 0 0,0 0-1 0 0,0 1 1 0 0,-3-1 0 0 0,0 0 2 0 0,1 1-1 0 0,-1 0 1 0 0,0 0-1 0 0,0 0 1 0 0,0 0 0 0 0,0 1-1 0 0,0 0 1 0 0,0 0-1 0 0,0 0 1 0 0,1 1 0 0 0,-1 0-1 0 0,0 0 1 0 0,1 0-1 0 0,0 0 1 0 0,-1 0-1 0 0,1 1 1 0 0,0 0 0 0 0,0 0-1 0 0,0 0 1 0 0,1 1-1 0 0,-5 4 1 0 0,0 1-34 0 0,-1 0 1 0 0,1 2-1 0 0,1-1 0 0 0,0 1 1 0 0,0 0-1 0 0,1 0 0 0 0,-5 13 1 0 0,7-14-146 0 0,1 0 1 0 0,0 0 0 0 0,0 1 0 0 0,1-1 0 0 0,1 0 0 0 0,-1 1 0 0 0,2-1-1 0 0,-1 1 1 0 0,1 0 0 0 0,2 10 0 0 0,-1-16-76 0 0,0 0 0 0 0,0 0 1 0 0,1 0-1 0 0,-1-1 0 0 0,1 1 0 0 0,0-1 0 0 0,0 1 1 0 0,1-1-1 0 0,-1 1 0 0 0,1-1 0 0 0,0 0 0 0 0,0 0 1 0 0,0-1-1 0 0,1 1 0 0 0,0-1 0 0 0,-1 1 0 0 0,1-1 1 0 0,0 0-1 0 0,0 0 0 0 0,1-1 0 0 0,-1 0 0 0 0,0 1 1 0 0,7 1-1 0 0,-1 0-300 0 0,1-1-1 0 0,0-1 1 0 0,0 1-1 0 0,0-2 1 0 0,1 1-1 0 0,-1-2 1 0 0,0 1 0 0 0,0-1-1 0 0,18-3 1 0 0,0-2-1804 0 0,0-2 0 0 0,38-13 0 0 0,-60 17 1679 0 0,-1 1 1 0 0,0 0-1 0 0,1 1 1 0 0,-1-1-1 0 0,1 1 0 0 0,11 0 1 0 0,-11 2-86 0 0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9:41.3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 44 6449 0 0,'-8'-7'924'0'0,"-1"1"-1"0"0,1-1 0 0 0,-15-7 0 0 0,21 13-506 0 0,0 0 0 0 0,-1 0 0 0 0,1-1 0 0 0,-1 1 1 0 0,1 1-1 0 0,-1-1 0 0 0,1 0 0 0 0,-1 1 0 0 0,0-1 0 0 0,1 1 0 0 0,-1 0 0 0 0,0 0 0 0 0,0 0 0 0 0,1 0 0 0 0,-1 0 1 0 0,0 1-1 0 0,1-1 0 0 0,-1 1 0 0 0,-4 1 0 0 0,6-1-287 0 0,1 0-1 0 0,-1 0 1 0 0,0 0 0 0 0,0 0-1 0 0,0 0 1 0 0,1 0-1 0 0,-1 0 1 0 0,1 0 0 0 0,-1 0-1 0 0,1 0 1 0 0,-1 1 0 0 0,1-1-1 0 0,0 0 1 0 0,-1 0 0 0 0,1 0-1 0 0,0 1 1 0 0,0-1 0 0 0,0 0-1 0 0,0 2 1 0 0,1 30 702 0 0,-1-24-650 0 0,23 266 1045 0 0,-15-205-1140 0 0,-4-36-91 0 0,1 0 0 0 0,1-1 1 0 0,17 50-1 0 0,-16-66-1019 0 0,1 1 0 0 0,11 19-1 0 0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9:41.6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1 157 5985 0 0,'8'-1'446'0'0,"0"0"0"0"0,0-1 0 0 0,-1 0 0 0 0,1 0 0 0 0,12-6-1 0 0,2 0 638 0 0,122-48 3522 0 0,-90 33-3034 0 0,88-26 0 0 0,-139 48-1524 0 0,0 0-1 0 0,1 0 0 0 0,-1 1 0 0 0,0-1 0 0 0,0 1 1 0 0,1-1-1 0 0,-1 1 0 0 0,0 0 0 0 0,1 1 1 0 0,-1-1-1 0 0,0 1 0 0 0,0-1 0 0 0,1 1 0 0 0,-1 0 1 0 0,0 0-1 0 0,0 0 0 0 0,0 1 0 0 0,5 2 1 0 0,-5-2 69 0 0,-1 1 0 0 0,1 0 1 0 0,-1 0-1 0 0,1 0 1 0 0,-1 0-1 0 0,0 0 1 0 0,0 1-1 0 0,-1-1 1 0 0,1 1-1 0 0,-1-1 1 0 0,1 1-1 0 0,-1-1 1 0 0,0 1-1 0 0,-1 0 0 0 0,1 0 1 0 0,0 4-1 0 0,2 29 646 0 0,-2 60-1 0 0,1 21-735 0 0,0-102-801 0 0,1-1 0 0 0,0 1 0 0 0,5 15 0 0 0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9:41.8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55 8754 0 0,'3'-15'785'0'0,"2"-11"-387"0"0,-5 12 4748 0 0,-1 16-5070 0 0,0-1-1 0 0,0 0 1 0 0,0 1-1 0 0,0-1 1 0 0,1 1-1 0 0,-1-1 1 0 0,0 1-1 0 0,1-1 1 0 0,-1 1-1 0 0,1-1 1 0 0,-1 1-1 0 0,1 1 1 0 0,0 0-749 0 0,1 0 0 0 0,0 0 0 0 0,-1 0 0 0 0,1 0 0 0 0,0 0 0 0 0,1 0 1 0 0,-1 0-1 0 0,3 4 0 0 0,3 5-1598 0 0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9:42.1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203 88 11058 0 0,'-2'-6'411'0'0,"1"0"0"0"0,-1-1 0 0 0,0 1 0 0 0,0 0 0 0 0,-1 0 0 0 0,0 1-1 0 0,0-1 1 0 0,0 0 0 0 0,-1 1 0 0 0,-4-5 0 0 0,7 8-283 0 0,0 1 1 0 0,-1-1-1 0 0,1 1 0 0 0,-1-1 1 0 0,1 1-1 0 0,-1 0 1 0 0,1 0-1 0 0,-1 0 0 0 0,0 0 1 0 0,0 0-1 0 0,0 0 1 0 0,1 1-1 0 0,-1-1 0 0 0,0 0 1 0 0,0 1-1 0 0,0 0 1 0 0,0-1-1 0 0,0 1 0 0 0,0 0 1 0 0,0 0-1 0 0,0 0 1 0 0,0 0-1 0 0,0 0 0 0 0,0 1 1 0 0,0-1-1 0 0,0 1 1 0 0,0-1-1 0 0,0 1 0 0 0,0 0 1 0 0,1-1-1 0 0,-1 1 1 0 0,0 0-1 0 0,0 0 1 0 0,1 1-1 0 0,-3 1 0 0 0,-6 5-75 0 0,1 1 0 0 0,0 1-1 0 0,1-1 1 0 0,0 1 0 0 0,0 1-1 0 0,1-1 1 0 0,1 1 0 0 0,0 1-1 0 0,0-1 1 0 0,1 1 0 0 0,1 0-1 0 0,0 0 1 0 0,0 0 0 0 0,1 1-1 0 0,1-1 1 0 0,0 1 0 0 0,0 25 0 0 0,2-33-53 0 0,0-1 1 0 0,1 1 0 0 0,0 0 0 0 0,0-1 0 0 0,0 1 0 0 0,1 0 0 0 0,-1-1 0 0 0,1 0 0 0 0,0 1 0 0 0,1-1 0 0 0,-1 0 0 0 0,1 0 0 0 0,-1 0-1 0 0,1 0 1 0 0,0-1 0 0 0,1 1 0 0 0,-1-1 0 0 0,4 3 0 0 0,-1-2 2 0 0,0 0 0 0 0,0-1 1 0 0,0 0-1 0 0,1 0 0 0 0,-1 0 0 0 0,1-1 0 0 0,0 0 1 0 0,0 0-1 0 0,-1-1 0 0 0,1 1 0 0 0,10-1 1 0 0,-6 0-1 0 0,1-1 1 0 0,-1-1 0 0 0,0 1-1 0 0,1-2 1 0 0,-1 0 0 0 0,0 0 0 0 0,0-1-1 0 0,0 0 1 0 0,0-1 0 0 0,0 0 0 0 0,-1-1-1 0 0,0 0 1 0 0,0-1 0 0 0,17-12 0 0 0,-24 16-8 0 0,-1 0 1 0 0,0-1 0 0 0,1 1 0 0 0,-1-1-1 0 0,0 1 1 0 0,-1-1 0 0 0,1 0 0 0 0,0 0-1 0 0,-1 0 1 0 0,0 0 0 0 0,1 0-1 0 0,-1 0 1 0 0,-1 0 0 0 0,1 0 0 0 0,0 0-1 0 0,-1-1 1 0 0,1-4 0 0 0,-1 3-13 0 0,-1-1 0 0 0,1 1 0 0 0,-1 0 0 0 0,-1 0-1 0 0,1-1 1 0 0,-1 1 0 0 0,0 0 0 0 0,0 0 0 0 0,-5-8 0 0 0,-2-1-74 0 0,0 0-1 0 0,-2 0 1 0 0,0 2 0 0 0,0-1-1 0 0,-24-19 1 0 0,19 19-508 0 0,-4-3-1308 0 0,8 5-2323 0 0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9:42.6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1 118 5985 0 0,'1'-2'230'0'0,"0"1"0"0"0,0 0 0 0 0,1-1 1 0 0,-1 1-1 0 0,0 0 0 0 0,1 0 0 0 0,-1 0 0 0 0,1 0 0 0 0,-1 0 0 0 0,1 0 0 0 0,0 1 0 0 0,-1-1 0 0 0,1 0 0 0 0,0 1 0 0 0,0-1 0 0 0,-1 1 0 0 0,1 0 0 0 0,0 0 1 0 0,0 0-1 0 0,0 0 0 0 0,-1 0 0 0 0,4 0 0 0 0,-3 1-21 0 0,0 0 0 0 0,-1 0-1 0 0,1 0 1 0 0,-1 0 0 0 0,1 0 0 0 0,-1 0 0 0 0,1 0 0 0 0,-1 1 0 0 0,0-1-1 0 0,0 0 1 0 0,1 1 0 0 0,-1-1 0 0 0,0 1 0 0 0,0 0 0 0 0,-1-1 0 0 0,1 1 0 0 0,0 0-1 0 0,0-1 1 0 0,-1 1 0 0 0,1 0 0 0 0,-1 0 0 0 0,1 3 0 0 0,1 12 618 0 0,0 0 1 0 0,-1 29-1 0 0,-2-35-749 0 0,1 0-1 0 0,0 0 1 0 0,1 0 0 0 0,0 0 0 0 0,1 0-1 0 0,0-1 1 0 0,1 1 0 0 0,0-1-1 0 0,8 19 1 0 0,-11-29-119 0 0,0 0 1 0 0,0 0-1 0 0,0 1 0 0 0,0-1 0 0 0,0 0 0 0 0,0 0 0 0 0,1 1 1 0 0,-1-1-1 0 0,0 0 0 0 0,0 0 0 0 0,0 0 0 0 0,0 1 1 0 0,1-1-1 0 0,-1 0 0 0 0,0 0 0 0 0,0 0 0 0 0,1 0 0 0 0,-1 0 1 0 0,0 1-1 0 0,0-1 0 0 0,1 0 0 0 0,-1 0 0 0 0,0 0 1 0 0,0 0-1 0 0,1 0 0 0 0,-1 0 0 0 0,0 0 0 0 0,1 0 1 0 0,-1 0-1 0 0,0 0 0 0 0,0 0 0 0 0,1 0 0 0 0,-1 0 0 0 0,0 0 1 0 0,0 0-1 0 0,1 0 0 0 0,-1-1 0 0 0,10-9-745 0 0,9-26 303 0 0,-15 26 284 0 0,20-35 464 0 0,1 1 0 0 0,3 0 0 0 0,47-56 0 0 0,-70 94-82 0 0,0 0 0 0 0,0 1-1 0 0,1 0 1 0 0,-1 0 0 0 0,1 1 0 0 0,0-1-1 0 0,0 1 1 0 0,1 1 0 0 0,-1-1 0 0 0,11-3-1 0 0,-14 6-91 0 0,0 0 0 0 0,0 1 0 0 0,0-1 0 0 0,0 1 0 0 0,1 0-1 0 0,-1 0 1 0 0,0 0 0 0 0,0 0 0 0 0,0 1 0 0 0,0-1 0 0 0,1 1 0 0 0,-1 0 0 0 0,0-1-1 0 0,0 2 1 0 0,0-1 0 0 0,0 0 0 0 0,-1 1 0 0 0,1-1 0 0 0,0 1 0 0 0,0 0-1 0 0,-1 0 1 0 0,1 0 0 0 0,-1 0 0 0 0,0 0 0 0 0,0 0 0 0 0,3 5 0 0 0,3 2-11 0 0,-1 2 0 0 0,-1-1 0 0 0,0 1 0 0 0,0 0 0 0 0,-1 0 0 0 0,-1 1 0 0 0,0 0 0 0 0,0-1 1 0 0,-1 1-1 0 0,1 14 0 0 0,13 41-443 0 0,-15-62-176 0 0,0 0-1 0 0,1 0 0 0 0,-1 0 1 0 0,1 0-1 0 0,0 0 0 0 0,4 4 0 0 0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9:14.4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57 13363 0 0,'-5'-17'1414'0'0,"4"13"-1215"0"0,0 0 1 0 0,0 0-1 0 0,0 1 1 0 0,0-1 0 0 0,-1 0-1 0 0,0 1 1 0 0,0-1 0 0 0,0 1-1 0 0,-2-4 1 0 0,-1 8 1265 0 0,2 9-726 0 0,1 10-50 0 0,3 66-235 0 0,5 0 0 0 0,22 121 0 0 0,-13-111-261 0 0,123 954 1043 0 0,-138-1048-1232 0 0,108 780 906 0 0,-28-224 332 0 0,-69-462-1122 0 0,0 101 0 0 0,-10-185-252 0 0,1-3-272 0 0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9:16.2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385 74 3225 0 0,'-30'12'26'0'0,"0"0"-1"0"0,-1-2 1 0 0,-38 7 0 0 0,24-7 858 0 0,-15 5 924 0 0,-59 16 5531 0 0,152-37-3532 0 0,29 0-3132 0 0,-18 3-248 0 0,631-78 2830 0 0,-210 16-1521 0 0,-371 54-1752 0 0,186 4 1 0 0,-115 7 46 0 0,-157 0-55 0 0,18-1 56 0 0,40 4 0 0 0,-60-2-89 0 0,0 0 0 0 0,0 0 1 0 0,-1 0-1 0 0,1 1 0 0 0,0-1 0 0 0,0 1 1 0 0,-1 1-1 0 0,1-1 0 0 0,-1 1 1 0 0,0 0-1 0 0,0 0 0 0 0,8 7 0 0 0,-8-3-1227 0 0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9:16.7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63 136 5065 0 0,'-63'-3'8935'0'0,"204"-32"-3229"0"0,74-3-3303 0 0,-11 2-2379 0 0,-174 29-260 0 0,49-8 281 0 0,-73 14-544 0 0,0 1-1 0 0,0-1 0 0 0,0 1 1 0 0,0 1-1 0 0,-1-1 0 0 0,1 1 1 0 0,0 0-1 0 0,0 0 0 0 0,-1 0 1 0 0,10 4-1 0 0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9:17.2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30 5985 0 0,'-11'-30'11715'0'0,"12"43"-8499"0"0,1 10-2842 0 0,20 279 295 0 0,3 35 17 0 0,14-70-602 0 0,0 1 37 0 0,-17-25 63 0 0,28 208 251 0 0,-47-424-487 0 0,-1 1 0 0 0,-1-1 0 0 0,-1 1 1 0 0,-1-1-1 0 0,-2 0 0 0 0,-1 0 0 0 0,-12 47 0 0 0,15-69-1681 0 0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9:17.8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190 65 4609 0 0,'-8'3'1218'0'0,"1"0"0"0"0,-1 1 0 0 0,1-1 0 0 0,0 1 1 0 0,0 1-1 0 0,0-1 0 0 0,-9 9 0 0 0,12-9-877 0 0,0 0 1 0 0,0 0-1 0 0,0 1 1 0 0,0-1 0 0 0,1 1-1 0 0,0 0 1 0 0,0 0-1 0 0,0 0 1 0 0,1 1-1 0 0,-1-1 1 0 0,1 1-1 0 0,0-1 1 0 0,1 1 0 0 0,0 0-1 0 0,-1 0 1 0 0,2-1-1 0 0,-1 10 1 0 0,1-2-170 0 0,1 1 0 0 0,0-1-1 0 0,1 0 1 0 0,0 0 0 0 0,1 0 0 0 0,1 0 0 0 0,0-1 0 0 0,0 1 0 0 0,9 15 0 0 0,-11-25-168 0 0,0 0 1 0 0,0 1 0 0 0,0-1 0 0 0,0 0 0 0 0,0-1-1 0 0,1 1 1 0 0,-1 0 0 0 0,1-1 0 0 0,0 1-1 0 0,0-1 1 0 0,0 0 0 0 0,0 0 0 0 0,0 0-1 0 0,0 0 1 0 0,1-1 0 0 0,-1 1 0 0 0,1-1 0 0 0,-1 0-1 0 0,1 0 1 0 0,-1 0 0 0 0,1 0 0 0 0,-1-1-1 0 0,1 1 1 0 0,0-1 0 0 0,0 0 0 0 0,-1 0 0 0 0,1-1-1 0 0,0 1 1 0 0,-1-1 0 0 0,1 0 0 0 0,-1 1-1 0 0,1-2 1 0 0,-1 1 0 0 0,1 0 0 0 0,-1-1 0 0 0,0 1-1 0 0,6-5 1 0 0,-3 3-8 0 0,-1 0 0 0 0,-1 0 0 0 0,1 0 0 0 0,0-1-1 0 0,-1 0 1 0 0,1 0 0 0 0,-1 0 0 0 0,0 0 0 0 0,-1-1 0 0 0,1 0 0 0 0,-1 1 0 0 0,0-1-1 0 0,0-1 1 0 0,0 1 0 0 0,-1 0 0 0 0,0-1 0 0 0,0 1 0 0 0,0-1 0 0 0,-1 1 0 0 0,0-1-1 0 0,0 0 1 0 0,0 0 0 0 0,-1 0 0 0 0,1 1 0 0 0,-1-1 0 0 0,-1 0 0 0 0,1 0 0 0 0,-3-8-1 0 0,1 5-1 0 0,0 0-1 0 0,0 0 0 0 0,-1 0 0 0 0,-1 1 0 0 0,1-1 0 0 0,-1 1 0 0 0,-1 0 0 0 0,0 0 0 0 0,0 0 0 0 0,0 0 0 0 0,-1 1 0 0 0,0 0 0 0 0,0 0 0 0 0,-1 1 1 0 0,0 0-1 0 0,0 0 0 0 0,-10-6 0 0 0,8 7-12 0 0,0 0 1 0 0,0 1-1 0 0,-1 0 0 0 0,1 0 1 0 0,-1 1-1 0 0,0 0 1 0 0,0 1-1 0 0,0 0 0 0 0,-13 0 1 0 0,19 2 8 0 0,0 0 1 0 0,1 0-1 0 0,-1 0 0 0 0,0 0 1 0 0,1 1-1 0 0,-1 0 1 0 0,1 0-1 0 0,-1 0 1 0 0,1 0-1 0 0,-1 1 1 0 0,1-1-1 0 0,0 1 0 0 0,-1 0 1 0 0,1 0-1 0 0,0 0 1 0 0,0 0-1 0 0,1 0 1 0 0,-1 1-1 0 0,0-1 1 0 0,1 1-1 0 0,-1 0 1 0 0,1 0-1 0 0,0 0 0 0 0,0 0 1 0 0,0 0-1 0 0,0 0 1 0 0,1 1-1 0 0,-2 4 1 0 0,0 1-25 0 0,0 0 0 0 0,1-1 1 0 0,0 1-1 0 0,0 0 0 0 0,1 0 1 0 0,0 0-1 0 0,1 0 0 0 0,0 1 1 0 0,0-1-1 0 0,1 0 0 0 0,3 10 1 0 0,-4-15 20 0 0,1 0 0 0 0,1 0 0 0 0,-1 0 0 0 0,1 0 0 0 0,-1 0 0 0 0,1-1 1 0 0,0 1-1 0 0,1-1 0 0 0,-1 1 0 0 0,0-1 0 0 0,1 0 0 0 0,0 0 0 0 0,0 0 1 0 0,0 0-1 0 0,0 0 0 0 0,0-1 0 0 0,1 1 0 0 0,-1-1 0 0 0,1 0 0 0 0,-1 0 1 0 0,1 0-1 0 0,0-1 0 0 0,0 1 0 0 0,0-1 0 0 0,0 0 0 0 0,5 1 1 0 0,1-1 33 0 0,0 0 0 0 0,-1-1 0 0 0,1 0 0 0 0,0 0 1 0 0,-1-1-1 0 0,1 0 0 0 0,-1-1 0 0 0,1 0 1 0 0,-1 0-1 0 0,1-1 0 0 0,-1-1 0 0 0,0 1 1 0 0,-1-2-1 0 0,1 1 0 0 0,-1-1 0 0 0,1 0 1 0 0,-2-1-1 0 0,12-9 0 0 0,-14 11-7 0 0,-1-1 1 0 0,1 1-1 0 0,-1-1 0 0 0,0 0 0 0 0,0-1 0 0 0,-1 1 0 0 0,0-1 0 0 0,0 1 0 0 0,0-1 1 0 0,0 0-1 0 0,-1 0 0 0 0,0 0 0 0 0,-1 0 0 0 0,1-1 0 0 0,-1 1 0 0 0,0 0 0 0 0,0-1 1 0 0,-1 1-1 0 0,0-1 0 0 0,0 1 0 0 0,-1-1 0 0 0,0 1 0 0 0,0 0 0 0 0,0-1 1 0 0,-1 1-1 0 0,0 0 0 0 0,0 0 0 0 0,-3-7 0 0 0,2 8-7 0 0,1 0 0 0 0,-1 0-1 0 0,0 1 1 0 0,0-1 0 0 0,0 1 0 0 0,-1 0 0 0 0,1 0 0 0 0,-1 0-1 0 0,0 0 1 0 0,-1 0 0 0 0,1 1 0 0 0,0 0 0 0 0,-1 0 0 0 0,0 0-1 0 0,0 1 1 0 0,1-1 0 0 0,-8-1 0 0 0,9 3-14 0 0,-1 0 1 0 0,1 1-1 0 0,0-1 1 0 0,-1 1-1 0 0,1 0 0 0 0,-1 0 1 0 0,1 0-1 0 0,-1 1 1 0 0,1-1-1 0 0,0 1 0 0 0,-1 0 1 0 0,1 0-1 0 0,0 0 1 0 0,0 0-1 0 0,-1 0 0 0 0,1 1 1 0 0,0-1-1 0 0,0 1 1 0 0,0 0-1 0 0,1 0 0 0 0,-1 0 1 0 0,0 0-1 0 0,1 1 1 0 0,0-1-1 0 0,-1 1 0 0 0,1-1 1 0 0,0 1-1 0 0,-3 5 1 0 0,-1 2-13 0 0,1 0 0 0 0,1 0 1 0 0,-1 0-1 0 0,1 1 1 0 0,1-1-1 0 0,0 1 0 0 0,1 0 1 0 0,0 0-1 0 0,-1 15 1 0 0,2-8-7 0 0,1-1 0 0 0,0 0 0 0 0,2 1 0 0 0,0-1 0 0 0,6 24 0 0 0,-6-34-170 0 0,0 1 0 0 0,1-1 1 0 0,0 0-1 0 0,0 0 1 0 0,1 0-1 0 0,8 11 0 0 0,-10-16-57 0 0,0 1-1 0 0,0 0 0 0 0,1-1 1 0 0,-1 1-1 0 0,1-1 0 0 0,-1 0 1 0 0,1 0-1 0 0,0 0 0 0 0,0 0 1 0 0,0 0-1 0 0,0 0 0 0 0,0-1 1 0 0,0 0-1 0 0,0 0 0 0 0,1 1 1 0 0,-1-2-1 0 0,5 2 0 0 0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39:18.6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222 164 5065 0 0,'0'-9'546'0'0,"0"1"-1"0"0,-1 0 1 0 0,0 0 0 0 0,-1 0-1 0 0,0-1 1 0 0,0 2-1 0 0,0-1 1 0 0,-1 0 0 0 0,0 0-1 0 0,-1 1 1 0 0,0 0-1 0 0,0-1 1 0 0,0 2 0 0 0,-1-1-1 0 0,-9-10 1 0 0,13 16-419 0 0,0 0 1 0 0,0 1-1 0 0,0-1 1 0 0,-1 0-1 0 0,1 0 1 0 0,0 1-1 0 0,0-1 1 0 0,-1 1-1 0 0,1-1 1 0 0,0 1-1 0 0,-1-1 1 0 0,1 1-1 0 0,0 0 0 0 0,-1 0 1 0 0,1 0-1 0 0,-1-1 1 0 0,1 1-1 0 0,0 1 1 0 0,-1-1-1 0 0,1 0 1 0 0,-3 1-1 0 0,1 0 60 0 0,0 0 0 0 0,1 0-1 0 0,-1 1 1 0 0,1-1 0 0 0,-1 1-1 0 0,1 0 1 0 0,-1-1 0 0 0,1 1 0 0 0,-4 4-1 0 0,-3 5 209 0 0,1 0 0 0 0,0 0 0 0 0,-9 19 0 0 0,15-27-366 0 0,-8 15 56 0 0,1 0 0 0 0,0 0 0 0 0,1 1 0 0 0,1 1 0 0 0,1-1 0 0 0,1 1 0 0 0,0 0 0 0 0,-3 37 0 0 0,8-55-82 0 0,0-1-1 0 0,0 1 1 0 0,0-1-1 0 0,0 1 1 0 0,0 0-1 0 0,0-1 0 0 0,1 1 1 0 0,-1-1-1 0 0,1 0 1 0 0,-1 1-1 0 0,1-1 1 0 0,-1 1-1 0 0,1-1 0 0 0,-1 1 1 0 0,1-1-1 0 0,0 0 1 0 0,0 0-1 0 0,0 1 0 0 0,0-1 1 0 0,0 0-1 0 0,0 0 1 0 0,0 0-1 0 0,2 1 1 0 0,-1-1 20 0 0,0 0 1 0 0,0-1-1 0 0,0 1 1 0 0,0-1 0 0 0,0 0-1 0 0,0 1 1 0 0,0-1 0 0 0,0 0-1 0 0,0 0 1 0 0,0 0 0 0 0,0-1-1 0 0,0 1 1 0 0,0 0-1 0 0,0-1 1 0 0,2 0 0 0 0,4-2-16 0 0,0 0 0 0 0,-1 0 0 0 0,1-1 0 0 0,-1 0 0 0 0,0 0 0 0 0,0-1 0 0 0,9-8 0 0 0,1-4 86 0 0,-2 1 0 0 0,0-2 1 0 0,-1 0-1 0 0,17-31 0 0 0,-24 38-86 0 0,-2 0-1 0 0,1-1 1 0 0,-1 0-1 0 0,-1 0 1 0 0,0 0-1 0 0,-1 0 1 0 0,0-1-1 0 0,-1 1 1 0 0,1-22-1 0 0,-2 32 5 0 0,-1 0 1 0 0,0 0-1 0 0,0 0 0 0 0,0 0 0 0 0,0 0 0 0 0,-1 0 0 0 0,1 0 0 0 0,-1 0 0 0 0,1 0 0 0 0,-1 0 1 0 0,1 0-1 0 0,-1 0 0 0 0,0 0 0 0 0,0 0 0 0 0,0 0 0 0 0,0 1 0 0 0,0-1 0 0 0,-1 0 1 0 0,1 1-1 0 0,0-1 0 0 0,-1 1 0 0 0,1-1 0 0 0,-1 1 0 0 0,0 0 0 0 0,1 0 0 0 0,-1 0 0 0 0,0 0 1 0 0,0 0-1 0 0,0 0 0 0 0,0 0 0 0 0,0 0 0 0 0,1 1 0 0 0,-1-1 0 0 0,-1 1 0 0 0,1-1 0 0 0,0 1 1 0 0,0 0-1 0 0,0 0 0 0 0,0 0 0 0 0,-3 0 0 0 0,-1 1 14 0 0,0 0-1 0 0,0 0 1 0 0,0 0-1 0 0,0 1 1 0 0,0-1 0 0 0,0 2-1 0 0,0-1 1 0 0,1 1-1 0 0,-1 0 1 0 0,1 0 0 0 0,-1 0-1 0 0,-6 6 1 0 0,-19 25-86 0 0,18-15-240 0 0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0:55.8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2087 143 4145 0 0,'51'-68'2577'0'0,"-9"-6"7305"0"0,-49 78-8183 0 0,-6 7-718 0 0,-40 62-427 0 0,4 3 1 0 0,-64 133-1 0 0,-37 61-382 0 0,-159 266-53 0 0,31-45-32 0 0,40-93 149 0 0,-15 23 72 0 0,-62 146 600 0 0,194-336-632 0 0,61-129-58 0 0,-104 131 0 0 0,129-186-263 0 0,31-41-162 0 0,3-4-45 0 0,0 0-1 0 0,-1 1 0 0 0,1-1 0 0 0,-1 0 0 0 0,0 0 0 0 0,0 0 1 0 0,1-1-1 0 0,-5 4 0 0 0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0:57.0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148 273 3105 0 0,'0'-7'392'0'0,"-3"-24"1310"0"0,3 30-1609 0 0,0 0 1 0 0,-1 1-1 0 0,1-1 1 0 0,-1 0 0 0 0,1 1-1 0 0,-1-1 1 0 0,1 1 0 0 0,-1-1-1 0 0,1 0 1 0 0,-1 1-1 0 0,1-1 1 0 0,-1 1 0 0 0,0 0-1 0 0,1-1 1 0 0,-1 1 0 0 0,0 0-1 0 0,1-1 1 0 0,-1 1 0 0 0,0 0-1 0 0,0 0 1 0 0,1-1-1 0 0,-1 1 1 0 0,0 0 0 0 0,0 0-1 0 0,1 0 1 0 0,-1 0 0 0 0,0 0-1 0 0,0 0 1 0 0,1 0-1 0 0,-1 0 1 0 0,0 0 0 0 0,0 1-1 0 0,1-1 1 0 0,-1 0 0 0 0,0 0-1 0 0,0 1 1 0 0,0 0 0 0 0,-50 22 3989 0 0,41-17-3140 0 0,0-1 0 0 0,-1 0 0 0 0,0-1 1 0 0,-15 5-1 0 0,76-59 1705 0 0,-27 30-2656 0 0,1 1 0 0 0,1 1 0 0 0,48-26 0 0 0,88-33-31 0 0,-139 67 38 0 0,-3 3 1 0 0,1 1 0 0 0,-1 0 0 0 0,1 2-1 0 0,25-3 1 0 0,7-2 225 0 0,-51 9-176 0 0,-1-1-1 0 0,1 1 0 0 0,0 0 0 0 0,0 0 0 0 0,0 0 1 0 0,-1-1-1 0 0,1 1 0 0 0,0 0 0 0 0,0 0 0 0 0,0 0 1 0 0,0 0-1 0 0,-1 1 0 0 0,1-1 0 0 0,0 0 0 0 0,0 0 1 0 0,-1 0-1 0 0,1 1 0 0 0,0-1 0 0 0,0 0 0 0 0,-1 1 1 0 0,1-1-1 0 0,0 1 0 0 0,0-1 0 0 0,-1 1 0 0 0,1-1 1 0 0,-1 1-1 0 0,1-1 0 0 0,0 1 0 0 0,-1-1 0 0 0,1 1 1 0 0,-1 0-1 0 0,0-1 0 0 0,1 1 0 0 0,-1 0 0 0 0,1 0 1 0 0,-1-1-1 0 0,0 1 0 0 0,0 0 0 0 0,1 0 0 0 0,-1-1 1 0 0,0 1-1 0 0,0 0 0 0 0,0 0 0 0 0,0 0 1 0 0,0 0-1 0 0,0-1 0 0 0,0 1 0 0 0,0 0 0 0 0,-1 1 0 0 0,0 7-9 0 0,0 0-1 0 0,-1-1 1 0 0,-6 17-1 0 0,2-5 274 0 0,5 4-284 0 0,0 1 1 0 0,1-1 0 0 0,1 1 0 0 0,2-1 0 0 0,8 39-1 0 0,-4-20-11 0 0,-4-23-16 0 0,39 209 62 0 0,-37-215-13 0 0,0 0-1 0 0,0 0 1 0 0,2 0 0 0 0,11 19 0 0 0,14 32 122 0 0,-29-48-77 0 0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0:57.9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261 128 3001 0 0,'-5'-2'16'0'0,"1"1"1"0"0,-1-1-1 0 0,0 1 0 0 0,1 0 1 0 0,-1 0-1 0 0,0 0 1 0 0,0 1-1 0 0,0 0 1 0 0,1 0-1 0 0,-1 0 1 0 0,0 0-1 0 0,0 1 0 0 0,0 0 1 0 0,1 0-1 0 0,-1 0 1 0 0,-8 4-1 0 0,-6 3 41 0 0,0 1 0 0 0,-30 19 0 0 0,10-5 833 0 0,24-12 7 0 0,12-8-443 0 0,1-1 0 0 0,-1 0 0 0 0,1 0 0 0 0,-1 0 0 0 0,0-1-1 0 0,0 1 1 0 0,0-1 0 0 0,-6 3 0 0 0,12-6-173 0 0,1 1 0 0 0,-1-1-1 0 0,0 0 1 0 0,0 0-1 0 0,0 0 1 0 0,0 0 0 0 0,0-1-1 0 0,0 1 1 0 0,2-3-1 0 0,15-12 110 0 0,21-6 479 0 0,1 2 0 0 0,88-29 0 0 0,4-3 418 0 0,-63 15-1000 0 0,-69 37-100 0 0,1 9 2231 0 0,-1-7-2363 0 0,-1 0-25 0 0,0 0 0 0 0,-1 0-1 0 0,1-1 1 0 0,0 1-1 0 0,0 0 1 0 0,0 0 0 0 0,-1 0-1 0 0,1 0 1 0 0,0 0-1 0 0,-1 0 1 0 0,1 0-1 0 0,-1 0 1 0 0,1 0 0 0 0,-1 2 159 0 0,4-3-577 0 0,-1-2 88 0 0,11-6-1355 0 0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0:58.7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105 196 920 0 0,'-8'1'726'0'0,"-1"0"1"0"0,1 0-1 0 0,-1-1 0 0 0,1 0 1 0 0,-1-1-1 0 0,1 0 0 0 0,-1 0 0 0 0,1-1 1 0 0,0 0-1 0 0,-12-10 7785 0 0,52 7-8431 0 0,1-2 1 0 0,-1 0-1 0 0,0-2 0 0 0,57-25 0 0 0,-36 9-364 0 0,-2-2 0 0 0,55-39 6426 0 0,-105 101-6130 0 0,2-1 0 0 0,1 1 0 0 0,2-1 0 0 0,13 40 0 0 0,-4-8-8 0 0,79 242-4 0 0,-76-256 0 0 0,-13-37 9 0 0,-1 1 0 0 0,0 0 0 0 0,-1-1-1 0 0,-1 1 1 0 0,0 0 0 0 0,-1 0 0 0 0,-1 0 0 0 0,-4 32 0 0 0,4-38-249 0 0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1:08.6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49 8754 0 0,'-2'-4'789'0'0,"0"0"-1"0"0,0 0 1 0 0,-1 0 0 0 0,1 0 0 0 0,-1 1 0 0 0,0-1-1 0 0,0 0 1 0 0,0 1 0 0 0,0 0 0 0 0,-1 0-1 0 0,1 0 1 0 0,-6-3 0 0 0,8 6-736 0 0,1 0 1 0 0,0 0-1 0 0,-1 0 0 0 0,1 0 0 0 0,0 1 1 0 0,-1-1-1 0 0,1 0 0 0 0,0 0 1 0 0,-1 0-1 0 0,1 0 0 0 0,0 1 0 0 0,0-1 1 0 0,-1 0-1 0 0,1 0 0 0 0,0 0 1 0 0,0 1-1 0 0,-1-1 0 0 0,1 0 0 0 0,0 1 1 0 0,0-1-1 0 0,0 0 0 0 0,-1 0 0 0 0,1 1 1 0 0,0-1-1 0 0,0 0 0 0 0,0 1 1 0 0,0-1-1 0 0,0 0 0 0 0,0 1 0 0 0,0-1 1 0 0,0 0-1 0 0,-1 1 0 0 0,1-1 1 0 0,1 0-1 0 0,-1 1 0 0 0,0-1 0 0 0,0 1 1 0 0,0-1-1 0 0,0 1 0 0 0,0 18 83 0 0,1-17-2 0 0,12 175 23 0 0,4 62 2 0 0,9 105-216 0 0,-13-204 31 0 0,-10-116-91 0 0,-2-17-358 0 0,0 1 1 0 0,0-1 0 0 0,-1 1 0 0 0,0 0 0 0 0,0-1-1 0 0,-3 14 1 0 0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1:09.1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102 115 2304 0 0,'-16'-10'209'0'0,"-16"-9"3125"0"0,27 17-2347 0 0,1-1 1 0 0,-1 1 0 0 0,0 1-1 0 0,1-1 1 0 0,-1 1 0 0 0,0 0-1 0 0,0 0 1 0 0,-11-1 5152 0 0,35 12-5872 0 0,-6-2-147 0 0,-1 1 0 0 0,15 14-1 0 0,-18-15-32 0 0,1 0-1 0 0,0 0 1 0 0,18 10-1 0 0,-16-11-57 0 0,4 2 176 0 0,0-1-1 0 0,0-1 1 0 0,26 9-1 0 0,-39-15-177 0 0,0 0-1 0 0,0-1 0 0 0,0 1 0 0 0,0 0 1 0 0,0-1-1 0 0,1 1 0 0 0,-1-1 1 0 0,0 0-1 0 0,0 0 0 0 0,0-1 1 0 0,0 1-1 0 0,0 0 0 0 0,0-1 1 0 0,0 0-1 0 0,0 0 0 0 0,0 0 0 0 0,0 0 1 0 0,0 0-1 0 0,0-1 0 0 0,0 1 1 0 0,-1-1-1 0 0,1 1 0 0 0,-1-1 1 0 0,1 0-1 0 0,-1 0 0 0 0,1-1 1 0 0,1-1-1 0 0,1-7 91 0 0,0 1 1 0 0,0 0 0 0 0,-1-1 0 0 0,-1 0-1 0 0,0 0 1 0 0,0 0 0 0 0,-1 0-1 0 0,1-17 1 0 0,7-28-6852 0 0,-5 38-493 0 0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1:06.3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114 370 2761 0 0,'-18'-23'1238'0'0,"-39"-44"4500"0"0,18 25 4469 0 0,44 44-9951 0 0,0 1 1 0 0,0 0 0 0 0,0 0 0 0 0,-1 0 0 0 0,0 1-1 0 0,1-1 1 0 0,5 7 0 0 0,54 83-153 0 0,154 203 367 0 0,-217-294-471 0 0,43 44 16 0 0,-40-42-11 0 0,0 0 0 0 0,0-1 0 0 0,0 0-1 0 0,1 1 1 0 0,-1-2 0 0 0,1 1 0 0 0,0 0-1 0 0,-1-1 1 0 0,10 3 0 0 0,-13-5 11 0 0,0 0 0 0 0,-1-1 0 0 0,1 1 0 0 0,0 0 0 0 0,0 0 0 0 0,-1 0 0 0 0,1-1 0 0 0,0 1 0 0 0,-1 0 1 0 0,1-1-1 0 0,0 1 0 0 0,-1-1 0 0 0,1 1 0 0 0,-1-1 0 0 0,1 1 0 0 0,0-1 0 0 0,-1 1 0 0 0,0-1 0 0 0,1 0 0 0 0,-1 1 0 0 0,1-1 0 0 0,-1 0 0 0 0,0 1 1 0 0,1-1-1 0 0,-1 0 0 0 0,0 1 0 0 0,1-1 0 0 0,-1 0 0 0 0,0 0 0 0 0,0-1 0 0 0,6-27 250 0 0,-6 26-227 0 0,24-113 761 0 0,76-223 0 0 0,-86 299-771 0 0,47-144-1192 0 0,-57 174 598 0 0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1:07.5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18 227 920 0 0,'-3'-10'414'0'0,"0"1"-1"0"0,1 0 1 0 0,0-1-1 0 0,1 1 0 0 0,0-1 1 0 0,0 0-1 0 0,1 1 1 0 0,2-17-1 0 0,-1-18 1996 0 0,-5 9 627 0 0,1-10 4790 0 0,5 54-7239 0 0,0 1 0 0 0,1-1 0 0 0,1 0 0 0 0,7 14 0 0 0,3 13-759 0 0,2 15 53 0 0,-3 2 0 0 0,-2 0 0 0 0,-3 0 0 0 0,-2 0 0 0 0,-1 68 0 0 0,-26 271-306 0 0,14-292-2986 0 0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1:08.0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101 120 2248 0 0,'-4'1'169'0'0,"1"0"0"0"0,-1 0 0 0 0,1 0 0 0 0,-1 0 0 0 0,1 1-1 0 0,0-1 1 0 0,-1 1 0 0 0,1 0 0 0 0,0 0 0 0 0,0 0 0 0 0,0 0-1 0 0,1 1 1 0 0,-1-1 0 0 0,0 1 0 0 0,1 0 0 0 0,0 0 0 0 0,-1-1-1 0 0,1 1 1 0 0,1 1 0 0 0,-4 4 0 0 0,-5 11 888 0 0,1-1 0 0 0,-8 24 0 0 0,15-29 2435 0 0,11-19-1288 0 0,9-15-588 0 0,-8 4-1008 0 0,0-1 0 0 0,-1 1 0 0 0,-2-1 0 0 0,10-28-1 0 0,-12 28-290 0 0,1 1 0 0 0,1 0 0 0 0,1 0 0 0 0,16-26-1 0 0,-23 42-294 0 0,-1 1 0 0 0,1-1-1 0 0,-1 1 1 0 0,1 0 0 0 0,-1-1-1 0 0,1 1 1 0 0,-1 0 0 0 0,1-1-1 0 0,-1 1 1 0 0,1 0-1 0 0,-1-1 1 0 0,1 1 0 0 0,0 0-1 0 0,-1 0 1 0 0,1 0 0 0 0,-1 0-1 0 0,1 0 1 0 0,0 0 0 0 0,-1 0-1 0 0,1 0 1 0 0,0 0-1 0 0,-1 0 1 0 0,1 0 0 0 0,-1 0-1 0 0,1 0 1 0 0,0 0 0 0 0,-1 1-1 0 0,1-1 1 0 0,-1 0 0 0 0,1 0-1 0 0,0 1 1 0 0,-1-1-1 0 0,1 0 1 0 0,-1 1 0 0 0,1-1-1 0 0,-1 0 1 0 0,1 1 0 0 0,-1-1-1 0 0,0 1 1 0 0,1-1 0 0 0,-1 1-1 0 0,0-1 1 0 0,1 1-1 0 0,-1-1 1 0 0,0 1 0 0 0,1 0-1 0 0,-1 0 1 0 0,22 34 122 0 0,-19-28-78 0 0,48 93 201 0 0,19 34-1414 0 0,-59-117-4017 0 0,-2 0-1755 0 0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1:10.2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179 11 5065 0 0,'-6'1'396'0'0,"1"0"-1"0"0,-1 0 0 0 0,1 0 1 0 0,0 1-1 0 0,-1 0 1 0 0,1 0-1 0 0,0 0 1 0 0,0 0-1 0 0,-9 6 0 0 0,-40 33 1526 0 0,48-34-1756 0 0,0 0 0 0 0,0 0 0 0 0,0 1-1 0 0,1-1 1 0 0,0 1 0 0 0,1 1 0 0 0,-1-1 0 0 0,2 1 0 0 0,-1-1 0 0 0,1 1 0 0 0,1 0 0 0 0,-1 0 0 0 0,1 1 0 0 0,1-1 0 0 0,0 0 0 0 0,0 1 0 0 0,2 13 0 0 0,-1-6-172 0 0,2 0 0 0 0,0-1 0 0 0,0 1 0 0 0,2-1 0 0 0,0 1 0 0 0,1-1 0 0 0,1 0 0 0 0,14 29 0 0 0,-16-38-17 0 0,1-1 0 0 0,-1 1 1 0 0,1-1-1 0 0,0 0 1 0 0,0-1-1 0 0,1 1 1 0 0,0-1-1 0 0,-1 0 0 0 0,2-1 1 0 0,-1 1-1 0 0,1-1 1 0 0,-1-1-1 0 0,1 1 1 0 0,10 3-1 0 0,-13-6 27 0 0,0 0 0 0 0,0 1 0 0 0,1-1 0 0 0,-1-1 0 0 0,0 1 0 0 0,1-1-1 0 0,-1 0 1 0 0,0 0 0 0 0,1 0 0 0 0,-1 0 0 0 0,0-1 0 0 0,1 1 0 0 0,-1-1 0 0 0,0 0 0 0 0,0-1 0 0 0,1 1 0 0 0,-1-1 0 0 0,0 0 0 0 0,0 0-1 0 0,-1 0 1 0 0,1 0 0 0 0,0-1 0 0 0,-1 0 0 0 0,1 1 0 0 0,-1-1 0 0 0,4-5 0 0 0,0-1 248 0 0,0-1-1 0 0,-1 1 1 0 0,0-2 0 0 0,-1 1-1 0 0,0 0 1 0 0,-1-1 0 0 0,0 0-1 0 0,0 0 1 0 0,-1-1 0 0 0,-1 1 0 0 0,0 0-1 0 0,0-1 1 0 0,-1 1 0 0 0,-1-21-1 0 0,-1 15 173 0 0,0 0-1 0 0,-1 0 1 0 0,-1 1-1 0 0,0-1 0 0 0,-2 1 1 0 0,0 0-1 0 0,0 0 0 0 0,-1 0 1 0 0,-14-24-1 0 0,16 34-344 0 0,0 1-1 0 0,-1-1 1 0 0,0 0-1 0 0,0 1 1 0 0,0 0-1 0 0,0 0 1 0 0,-1 1-1 0 0,0-1 1 0 0,0 1-1 0 0,0 0 0 0 0,0 1 1 0 0,-1 0-1 0 0,1 0 1 0 0,-10-3-1 0 0,-8-1-191 0 0,-1 1-1 0 0,-44-5 0 0 0,31 6-933 0 0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1:11.3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14 174 4145 0 0,'34'-13'5769'0'0,"-18"2"-3733"0"0,-1-1 1 0 0,16-16-1 0 0,24-30 757 0 0,-7 6-3893 0 0,-55 96-6491 0 0,4-35 7512 0 0,0 0 1 0 0,-1 0-1 0 0,0 0 1 0 0,-1-1-1 0 0,1 0 1 0 0,-2 1-1 0 0,1-2 1 0 0,-12 14-1 0 0,-3-1-821 0 0,-37 28-1 0 0,-8 8 3021 0 0,64-55-1843 0 0,0 0 0 0 0,0-1 0 0 0,0 1-1 0 0,0 0 1 0 0,0 0 0 0 0,1 0 0 0 0,-1 0 0 0 0,0-1 0 0 0,1 1 0 0 0,-1 0 0 0 0,0 0 0 0 0,1 0 0 0 0,-1 0 0 0 0,1 1 0 0 0,0-1-1 0 0,-1 0 1 0 0,1 0 0 0 0,0 0 0 0 0,0 0 0 0 0,0 0 0 0 0,-1 0 0 0 0,1 1 0 0 0,0-1 0 0 0,0 0 0 0 0,1 0 0 0 0,-1 1 0 0 0,1-1-119 0 0,0 1 1 0 0,0-1 0 0 0,0 0-1 0 0,0 0 1 0 0,0 0 0 0 0,0 0-1 0 0,0 0 1 0 0,1-1-1 0 0,-1 1 1 0 0,0 0 0 0 0,0 0-1 0 0,1-1 1 0 0,-1 1 0 0 0,1-1-1 0 0,-1 1 1 0 0,3 0 0 0 0,9 1 89 0 0,0 0 0 0 0,1-1 0 0 0,15-1 0 0 0,-26 0-43 0 0,8 0-53 0 0,1 1 0 0 0,-1 0 0 0 0,1 0 0 0 0,-1 1 0 0 0,1 0 0 0 0,-1 1-1 0 0,20 8 1 0 0,-28-10-169 0 0,1 1-1 0 0,-1 0 1 0 0,0 0 0 0 0,1 0-1 0 0,-1 0 1 0 0,0 1-1 0 0,0-1 1 0 0,-1 1-1 0 0,1 0 1 0 0,0 0 0 0 0,-1 0-1 0 0,0 0 1 0 0,0 0-1 0 0,0 0 1 0 0,0 1-1 0 0,0-1 1 0 0,0 1 0 0 0,-1 0-1 0 0,0-1 1 0 0,0 1-1 0 0,0 0 1 0 0,0 0-1 0 0,0-1 1 0 0,-1 1 0 0 0,0 0-1 0 0,0 7 1 0 0,-1 6-41 0 0,-2-1-1 0 0,0 1 1 0 0,0 0 0 0 0,-2-1 0 0 0,-11 27 0 0 0,-40 76-1267 0 0,48-106 471 0 0,0 0-203 0 0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1:11.8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0 236 3681 0 0,'3'10'10522'0'0,"17"14"-9580"0"0,2-1 1 0 0,24 21-1 0 0,-22-22-473 0 0,-1 0 0 0 0,33 43 0 0 0,-45-49-75 0 0,-8-10-229 0 0,1 0-1 0 0,-1 0 1 0 0,1-1-1 0 0,0 1 1 0 0,1-1-1 0 0,-1 0 1 0 0,1 0-1 0 0,0-1 0 0 0,0 1 1 0 0,10 5-1 0 0,-15-15 66 0 0,1 1 0 0 0,-1 0 0 0 0,0-1 0 0 0,0 1-1 0 0,0-1 1 0 0,-2-7 0 0 0,1 8-62 0 0,-7-83 65 0 0,1 34 47 0 0,3 0 1 0 0,1 0 0 0 0,10-93 0 0 0,-5 126-383 0 0,-2 13 13 0 0,1 0 0 0 0,0 0 0 0 0,0 1 0 0 0,0-1 0 0 0,1 0-1 0 0,0 1 1 0 0,0-1 0 0 0,4-7 0 0 0,-6 14 32 0 0,1 0 0 0 0,-1 0 0 0 0,0 0 0 0 0,0 0 0 0 0,0 0 0 0 0,1-1 0 0 0,-1 1 0 0 0,0 0 0 0 0,0 0 0 0 0,1 0 0 0 0,-1 0 0 0 0,0 0 0 0 0,0 0 0 0 0,1 0 0 0 0,-1 0-1 0 0,0 0 1 0 0,0 0 0 0 0,1 0 0 0 0,-1 0 0 0 0,0 0 0 0 0,0 0 0 0 0,1 0 0 0 0,-1 0 0 0 0,0 0 0 0 0,0 0 0 0 0,1 0 0 0 0,-1 0 0 0 0,0 0 0 0 0,0 0 0 0 0,0 1 0 0 0,1-1 0 0 0,-1 0 0 0 0,0 0 0 0 0,0 0 0 0 0,1 0 0 0 0,-1 0 0 0 0,0 1 0 0 0,0-1 0 0 0,0 0 0 0 0,0 0 0 0 0,0 1 0 0 0,1-1 0 0 0,-1 0 0 0 0,0 0 0 0 0,0 0 0 0 0,0 1 0 0 0,0-1 0 0 0,0 0 0 0 0,0 0 0 0 0,0 1 0 0 0,0-1 0 0 0,0 0 0 0 0,0 0 0 0 0,0 1-1 0 0,0-1 1 0 0,0 0 0 0 0,0 1 0 0 0,7 19-1910 0 0,-7-17 1714 0 0,6 16-215 0 0,-2 0 335 0 0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1:13.5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25 172 1840 0 0,'-25'39'11427'0'0,"32"-46"-8345"0"0,72-68-1234 0 0,-7 6-2096 0 0,-55 54-1420 0 0,1 1-1 0 0,25-16 1 0 0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1:13.9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0 247 3225 0 0,'27'-25'8826'0'0,"5"-11"-4019"0"0,0-3-3388 0 0,33-56 0 0 0,-46 63-3039 0 0,-4 13-2654 0 0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1:14.2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0 648 0 0,'-1'0'176'0'0,"-1"0"1"0"0,0 1-1 0 0,0-1 0 0 0,1 1 1 0 0,-1-1-1 0 0,0 1 0 0 0,1-1 1 0 0,-1 1-1 0 0,1 0 0 0 0,-1 0 1 0 0,0 0-1 0 0,1 0 0 0 0,0 0 1 0 0,-1 0-1 0 0,1 0 0 0 0,0 0 1 0 0,0 1-1 0 0,-1-1 0 0 0,1 0 1 0 0,0 1-1 0 0,0-1 0 0 0,1 1 1 0 0,-1-1-1 0 0,0 1 0 0 0,0 0 1 0 0,1-1-1 0 0,-1 1 0 0 0,1 0 1 0 0,-1-1-1 0 0,1 1 0 0 0,0 0 1 0 0,0 0-1 0 0,0-1 0 0 0,0 1 1 0 0,0 0-1 0 0,0 0 0 0 0,0-1 1 0 0,0 1-1 0 0,1 0 0 0 0,-1 0 1 0 0,1-1-1 0 0,-1 1 0 0 0,1 0 1 0 0,0-1-1 0 0,0 1 0 0 0,-1-1 0 0 0,1 1 1 0 0,0-1-1 0 0,0 1 0 0 0,1-1 1 0 0,-1 0-1 0 0,0 0 0 0 0,0 1 1 0 0,1-1-1 0 0,-1 0 0 0 0,0 0 1 0 0,1 0-1 0 0,-1 0 0 0 0,4 1 1 0 0,6 3 339 0 0,1 0 0 0 0,-1 0 0 0 0,-1 2 0 0 0,1-1 0 0 0,-1 1 0 0 0,0 1 0 0 0,-1 0 0 0 0,0 0 0 0 0,9 10 1 0 0,-13-12-434 0 0,-1 0 0 0 0,1 0 0 0 0,-1 0 1 0 0,-1 1-1 0 0,1-1 0 0 0,-1 1 0 0 0,0 0 1 0 0,-1 0-1 0 0,1 0 0 0 0,-1 0 0 0 0,-1 0 1 0 0,1 1-1 0 0,-1-1 0 0 0,-1 0 0 0 0,1 1 1 0 0,-2 8-1 0 0,-1 3-423 0 0,-2 0 0 0 0,0 0 0 0 0,-1-1 0 0 0,-1 0-1 0 0,-1 0 1 0 0,-11 23 0 0 0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1:14.7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43 275 3681 0 0,'-43'-16'14554'0'0,"46"18"-14353"0"0,48 38 884 0 0,-43-32-992 0 0,1-1 1 0 0,0 1-1 0 0,1-1 0 0 0,0-1 1 0 0,0 0-1 0 0,0 0 1 0 0,0-1-1 0 0,1 0 1 0 0,19 5-1 0 0,-20-7-76 0 0,15 0 851 0 0,-25-3-826 0 0,1 0 0 0 0,0 0 0 0 0,-1 0 0 0 0,1 0 0 0 0,0 0 0 0 0,-1-1 0 0 0,1 1 0 0 0,0 0 0 0 0,-1-1 0 0 0,1 1 0 0 0,-1 0 0 0 0,1-1 0 0 0,-1 1 0 0 0,1-1 0 0 0,-1 1 0 0 0,1-1 0 0 0,-1 1 0 0 0,1-1 0 0 0,-1 1 0 0 0,0-1 0 0 0,1 1 0 0 0,-1-1 0 0 0,0 0 0 0 0,1 1 0 0 0,-1-1 0 0 0,0 1 0 0 0,0-1 0 0 0,0 0 0 0 0,0 1 0 0 0,1-1 0 0 0,-1 0 0 0 0,0 0 0 0 0,1-23 294 0 0,-1 0-1 0 0,-1 0 1 0 0,-1 0-1 0 0,-9-45 1 0 0,6 46-733 0 0,2 0-1 0 0,0 0 1 0 0,1 0 0 0 0,1-1 0 0 0,4-29 0 0 0,1 27-7525 0 0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2:14.6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1263 605 1376 0 0,'0'-56'2360'0'0,"-16"-106"-1"0"0,11 136-1476 0 0,0 1 1 0 0,-2 1-1 0 0,-1-1 0 0 0,0 1 1 0 0,-2 0-1 0 0,-19-33 1 0 0,21 46-557 0 0,0 0 1 0 0,-1 0 0 0 0,-1 1 0 0 0,0 0-1 0 0,0 0 1 0 0,-1 1 0 0 0,0 1 0 0 0,0-1-1 0 0,-1 2 1 0 0,0 0 0 0 0,0 0 0 0 0,-1 1-1 0 0,0 1 1 0 0,0 0 0 0 0,0 1-1 0 0,-1 0 1 0 0,-17-2 0 0 0,-13-1 49 0 0,1 3 0 0 0,-1 1 0 0 0,0 2 0 0 0,-53 6 0 0 0,73-3-322 0 0,0 0 1 0 0,0 2-1 0 0,0 1 0 0 0,1 1 0 0 0,0 0 1 0 0,0 2-1 0 0,0 1 0 0 0,1 0 1 0 0,0 2-1 0 0,1 1 0 0 0,1 0 1 0 0,0 2-1 0 0,0 0 0 0 0,-33 33 0 0 0,22-16-49 0 0,2 3 0 0 0,2 0 0 0 0,1 2 0 0 0,2 0 0 0 0,1 2 0 0 0,2 1 0 0 0,2 0 0 0 0,-15 44 0 0 0,15-27-3 0 0,3 0 0 0 0,2 0 0 0 0,2 1 0 0 0,3 1 0 0 0,-2 93 0 0 0,10-117-11 0 0,2 0-1 0 0,2 0 1 0 0,1 0-1 0 0,1 0 1 0 0,2-1-1 0 0,14 41 0 0 0,-11-48 0 0 0,1 0 0 0 0,1 0-1 0 0,1-2 1 0 0,2 1 0 0 0,0-2-1 0 0,1 0 1 0 0,2-1 0 0 0,20 21-1 0 0,9 3-52 0 0,2-1-1 0 0,1-2 1 0 0,3-3-1 0 0,1-2 1 0 0,2-3 0 0 0,67 33-1 0 0,-77-47-8 0 0,1-2-1 0 0,1-2 1 0 0,1-2-1 0 0,0-2 1 0 0,1-2-1 0 0,0-2 1 0 0,1-3 0 0 0,77 0-1 0 0,-94-6 50 0 0,0-3 0 0 0,0 0 0 0 0,0-3 0 0 0,0 0 0 0 0,-1-2 0 0 0,0-2 0 0 0,0-1-1 0 0,36-18 1 0 0,-45 17 88 0 0,-1-1 0 0 0,0-2 0 0 0,-1 0 0 0 0,-1-1 0 0 0,0-1 0 0 0,-1-1 0 0 0,-1-1 0 0 0,-1-1 0 0 0,0 0 0 0 0,-2-2-1 0 0,15-23 1 0 0,4-15 151 0 0,-3-3-1 0 0,-3 0 0 0 0,-2-2 0 0 0,24-92 1 0 0,-26 61 150 0 0,-6 0 0 0 0,13-152 0 0 0,-28 194-293 0 0,-2 0 0 0 0,-3-1 0 0 0,-11-82-1 0 0,8 113-60 0 0,-1 1 0 0 0,-1 0 0 0 0,-1 1 0 0 0,-1-1 0 0 0,-1 2 0 0 0,-1-1 0 0 0,-1 1 0 0 0,0 1 0 0 0,-2 0 0 0 0,-25-31 0 0 0,18 29 45 0 0,0 2 0 0 0,-2 0 0 0 0,0 2 1 0 0,-1 0-1 0 0,-1 2 0 0 0,0 0 0 0 0,-2 2 0 0 0,1 0 0 0 0,-2 2 1 0 0,-28-9-1 0 0,34 14-270 0 0,0 1 0 0 0,-1 2 0 0 0,0 0 0 0 0,0 1 0 0 0,-41 0 0 0 0,46 4-536 0 0,0 0-1 0 0,0 1 1 0 0,0 1-1 0 0,1 1 1 0 0,0 0-1 0 0,-1 1 1 0 0,2 1-1 0 0,-20 9 1 0 0,-2 7-5963 0 0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2:15.2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20 6913 0 0,'-26'-18'2163'0'0,"0"17"8015"0"0,45 24-9140 0 0,72 92 616 0 0,7 8-1388 0 0,-81-105-263 0 0,0 0-1 0 0,1-2 0 0 0,1 0 0 0 0,32 20 0 0 0,-18-17 13 0 0,0-1-1 0 0,2-2 1 0 0,63 20-1 0 0,-72-28 30 0 0,1-1-1 0 0,1-1 0 0 0,-1-2 0 0 0,1-1 1 0 0,52 0-1 0 0,-68-4-10 0 0,-1-1 0 0 0,0 0 0 0 0,1 0 0 0 0,-1-1 0 0 0,0 0-1 0 0,0-1 1 0 0,-1-1 0 0 0,1 0 0 0 0,-1 0 0 0 0,0-1 0 0 0,0 0 0 0 0,-1 0 0 0 0,1-1 0 0 0,-2-1 0 0 0,15-14 0 0 0,-15 13-831 0 0,-1 0 1 0 0,0 0-1 0 0,-1-1 1 0 0,0 1-1 0 0,8-19 1 0 0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2:15.5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104 126 4145 0 0,'-7'-11'1045'0'0,"-1"0"1"0"0,0 1-1 0 0,0 0 1 0 0,-15-13-1 0 0,12 13 2456 0 0,0-1 0 0 0,-16-22 45 0 0,27 33-3501 0 0,0 0 0 0 0,0 0 0 0 0,0 0-1 0 0,0-1 1 0 0,0 1 0 0 0,-1 0 0 0 0,1 0 0 0 0,0 0 0 0 0,0 0 0 0 0,0 0 0 0 0,0-1 0 0 0,0 1 0 0 0,0 0-1 0 0,0 0 1 0 0,0 0 0 0 0,0 0 0 0 0,0 0 0 0 0,0-1 0 0 0,0 1 0 0 0,0 0 0 0 0,0 0 0 0 0,0 0 0 0 0,0 0-1 0 0,0 0 1 0 0,0 0 0 0 0,0-1 0 0 0,0 1 0 0 0,1 0 0 0 0,-1 0 0 0 0,0 0 0 0 0,0 0 0 0 0,0 0 0 0 0,0 0-1 0 0,0-1 46 0 0,0 1-45 0 0,0 0 0 0 0,0 0 0 0 0,1 0 0 0 0,-1 0 0 0 0,0 0 0 0 0,0 0 0 0 0,0 0-1 0 0,0 0 1 0 0,0 0 0 0 0,0 0 0 0 0,1 0 0 0 0,-1-1 0 0 0,0 1 0 0 0,0 0 0 0 0,0 0 0 0 0,14 0 547 0 0,13 5-599 0 0,-21-2 13 0 0,1 0 1 0 0,0 1-1 0 0,-1-1 1 0 0,1 2-1 0 0,-1-1 1 0 0,0 1-1 0 0,-1 0 1 0 0,1 0-1 0 0,-1 0 1 0 0,0 1-1 0 0,0 0 1 0 0,5 9-1 0 0,6 10-13 0 0,22 50 0 0 0,-18-33 14 0 0,19 27-8 0 0,-24-46 16 0 0,-2 1 1 0 0,0 0-1 0 0,9 27 0 0 0,-21-48-14 0 0,-1-1 1 0 0,1 0-1 0 0,-1 1 1 0 0,0-1-1 0 0,1 1 1 0 0,-1-1-1 0 0,0 1 0 0 0,-1-1 1 0 0,1 1-1 0 0,0-1 1 0 0,-1 1-1 0 0,1-1 1 0 0,-1 1-1 0 0,0-1 0 0 0,0 0 1 0 0,0 1-1 0 0,0-1 1 0 0,0 0-1 0 0,0 0 1 0 0,-1 0-1 0 0,1 0 0 0 0,-1 0 1 0 0,1 0-1 0 0,-1 0 1 0 0,0 0-1 0 0,0-1 1 0 0,0 1-1 0 0,0-1 1 0 0,0 1-1 0 0,0-1 0 0 0,0 0 1 0 0,-3 2-1 0 0,-10 4 22 0 0,1 0 1 0 0,-2-1-1 0 0,-29 7 0 0 0,27-8-67 0 0,-11 4-2544 0 0,15-5-1263 0 0,-7 2-3301 0 0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2:16.3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261 134 4145 0 0,'-19'-45'3440'0'0,"14"33"-2158"0"0,1 0-1 0 0,-2 0 1 0 0,1 1 0 0 0,-2 0 0 0 0,-7-11-1 0 0,13 21-1118 0 0,1 0-1 0 0,-1 1 0 0 0,1-1 0 0 0,-1 1 0 0 0,1-1 1 0 0,-1 1-1 0 0,0-1 0 0 0,1 1 0 0 0,-1-1 1 0 0,0 1-1 0 0,1 0 0 0 0,-1-1 0 0 0,0 1 1 0 0,0 0-1 0 0,1-1 0 0 0,-1 1 0 0 0,0 0 1 0 0,0 0-1 0 0,0 0 0 0 0,0 0 0 0 0,1 0 1 0 0,-1 0-1 0 0,0 0 0 0 0,0 0 0 0 0,0 0 1 0 0,-1 1-1 0 0,0-1 23 0 0,0 1 0 0 0,0 0 0 0 0,0 0 0 0 0,0 1-1 0 0,0-1 1 0 0,0 0 0 0 0,0 1 0 0 0,1-1 0 0 0,-3 4 0 0 0,-27 39 723 0 0,25-35-861 0 0,2-1 1 0 0,-1 1-1 0 0,1 1 1 0 0,1-1-1 0 0,-1 1 1 0 0,2-1-1 0 0,-1 1 1 0 0,1 0 0 0 0,-1 18-1 0 0,3-21-52 0 0,1 0 0 0 0,0 0 0 0 0,0 0 0 0 0,1 0 0 0 0,-1 0 0 0 0,1 0 0 0 0,1 0 0 0 0,-1-1 0 0 0,1 1 0 0 0,1-1 0 0 0,-1 1 0 0 0,1-1 0 0 0,0 0 0 0 0,8 8 0 0 0,14 15 5 0 0,-18-20 0 0 0,1 0 0 0 0,-1 1 0 0 0,0 0 0 0 0,-1 0 0 0 0,7 14 0 0 0,-13-21 0 0 0,1 1 0 0 0,-1 0 0 0 0,0 0 0 0 0,0 0 0 0 0,0 0 0 0 0,0 0 0 0 0,-1 0 0 0 0,0 0 0 0 0,1 0 0 0 0,-2 0 0 0 0,1 1 0 0 0,0-1 0 0 0,-1 0 0 0 0,0 0 0 0 0,0 0 0 0 0,0 0 0 0 0,0 0 0 0 0,-1-1 0 0 0,1 1 0 0 0,-3 4 0 0 0,-2 1 6 0 0,0 0-1 0 0,0 0 1 0 0,-1-1 0 0 0,0 0 0 0 0,0 0-1 0 0,-1-1 1 0 0,0 0 0 0 0,0-1 0 0 0,-11 8-1 0 0,-13 6-868 0 0,-41 18-1 0 0,62-32 339 0 0,-2 0-729 0 0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2:16.6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81 3681 0 0,'28'-34'2177'0'0,"-27"32"-1860"0"0,0 1 0 0 0,0-1 0 0 0,-1 1 1 0 0,1-1-1 0 0,0 1 0 0 0,-1-1 0 0 0,1 0 0 0 0,-1 1 0 0 0,1-1 1 0 0,-1 0-1 0 0,0 1 0 0 0,1-1 0 0 0,-1 0 0 0 0,0 1 0 0 0,0-1 1 0 0,-1 0-1 0 0,1 1 0 0 0,0-1 0 0 0,0 0 0 0 0,-1 1 0 0 0,1-1 0 0 0,-1 0 1 0 0,0 1-1 0 0,0-3 0 0 0,0 4-210 0 0,1 0 0 0 0,-1-1 0 0 0,1 1 0 0 0,-1 0 0 0 0,1-1 0 0 0,-1 1 0 0 0,1 0 0 0 0,-1-1 0 0 0,0 1 0 0 0,1 0 0 0 0,-1 0 0 0 0,1 0 0 0 0,-1 0 0 0 0,0 0 0 0 0,1 0-1 0 0,-1 0 1 0 0,0 0 0 0 0,1 0 0 0 0,-1 0 0 0 0,0 0 0 0 0,1 0 0 0 0,-1 0 0 0 0,1 0 0 0 0,-1 0 0 0 0,0 1 0 0 0,1-1 0 0 0,-1 0 0 0 0,1 0 0 0 0,-1 1 0 0 0,1-1 0 0 0,-1 0 0 0 0,1 1 0 0 0,-1-1 0 0 0,1 1 0 0 0,-1-1 0 0 0,1 1 0 0 0,-1-1 0 0 0,1 1 0 0 0,0-1 0 0 0,-1 1 0 0 0,1-1 0 0 0,-1 2 0 0 0,-17 24 805 0 0,15-19-896 0 0,1 1 0 0 0,0-1 0 0 0,0 0 0 0 0,0 1 0 0 0,1 0 1 0 0,0-1-1 0 0,0 1 0 0 0,1 0 0 0 0,0 0 0 0 0,1-1 0 0 0,2 14 0 0 0,-1-10 14 0 0,1 1-1 0 0,1-1 1 0 0,0 1-1 0 0,0-1 1 0 0,1-1 0 0 0,0 1-1 0 0,11 15 1 0 0,-10-17-8 0 0,1 0 0 0 0,0-1 0 0 0,0 0 0 0 0,1 0 0 0 0,0-1 1 0 0,0 0-1 0 0,1 0 0 0 0,11 7 0 0 0,-14-11-16 0 0,0 0 0 0 0,0 0 0 0 0,1 0 0 0 0,-1-1 0 0 0,1 0 0 0 0,-1 0 0 0 0,1-1 0 0 0,0 0 0 0 0,0 0 0 0 0,0 0 0 0 0,-1-1 0 0 0,1 0 0 0 0,9-1 0 0 0,-12 1 5 0 0,0-1 0 0 0,0 0 0 0 0,0 0 0 0 0,-1 0 0 0 0,1 0 0 0 0,-1 0 0 0 0,1-1 0 0 0,-1 1 0 0 0,1-1 0 0 0,-1 0-1 0 0,0 0 1 0 0,0-1 0 0 0,0 1 0 0 0,0 0 0 0 0,0-1 0 0 0,0 0 0 0 0,-1 0 0 0 0,4-4 0 0 0,-4 2 27 0 0,1 1 0 0 0,-1-1 0 0 0,0 0 0 0 0,-1 0 0 0 0,1 0 0 0 0,-1-1 0 0 0,0 1 0 0 0,0 0 0 0 0,0 0 0 0 0,-1-1 0 0 0,0-9 0 0 0,-2 1 29 0 0,1 1-1 0 0,-2 0 1 0 0,0 0-1 0 0,0 0 0 0 0,-1 1 1 0 0,-1-1-1 0 0,0 1 1 0 0,-1 0-1 0 0,-12-20 1 0 0,8 19-791 0 0,0 1 0 0 0,-1 0 1 0 0,0 1-1 0 0,-15-12 0 0 0,11 10-5780 0 0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2:17.1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6913 0 0,'0'-1'9037'0'0,"14"39"-7945"0"0,2-2 0 0 0,1 0-1 0 0,2-1 1 0 0,2 0 0 0 0,42 53 0 0 0,-61-85-1092 0 0,0-1 0 0 0,0 0 0 0 0,-1 1 0 0 0,2-1 0 0 0,-1 0 0 0 0,0 0 0 0 0,0-1 0 0 0,1 1 0 0 0,-1 0 0 0 0,1-1 0 0 0,-1 1 0 0 0,1-1 0 0 0,0 0 0 0 0,0 0 0 0 0,4 1 0 0 0,-5-2 0 0 0,0 0 0 0 0,0 0 0 0 0,0-1 0 0 0,-1 1 0 0 0,1-1 0 0 0,0 0 0 0 0,0 1 0 0 0,-1-1 0 0 0,1 0 0 0 0,0 0 0 0 0,-1 0 0 0 0,1 0 0 0 0,-1 0 0 0 0,1 0 0 0 0,-1-1 0 0 0,0 1 0 0 0,0 0 0 0 0,1-1 0 0 0,-1 1 0 0 0,0-1 0 0 0,0 1 0 0 0,0-1 0 0 0,-1 0 0 0 0,1 1 0 0 0,1-4 0 0 0,7-18-26 0 0,-1-1 1 0 0,-1 0 0 0 0,-1 0-1 0 0,5-39 1 0 0,-4 20 8 0 0,-4 22 15 0 0,-3 15 65 0 0,1 0 0 0 0,0 0-1 0 0,0 0 1 0 0,0 0 0 0 0,4-9 0 0 0,13 58 530 0 0,-9-21-583 0 0,1-1 1 0 0,1 1-1 0 0,1-2 0 0 0,1 1 0 0 0,1-2 1 0 0,27 32-1 0 0,-36-47-256 0 0,-1 0 0 0 0,1 0-1 0 0,0-1 1 0 0,0 0 0 0 0,1 0 0 0 0,-1 0-1 0 0,6 2 1 0 0,3 0-433 0 0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2:17.4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0 108 9218 0 0,'1'-1'418'0'0,"1"0"0"0"0,-1-1 0 0 0,1 1 1 0 0,-1 0-1 0 0,1 1 0 0 0,-1-1 0 0 0,1 0 0 0 0,-1 0 1 0 0,1 1-1 0 0,0-1 0 0 0,0 1 0 0 0,-1-1 0 0 0,1 1 0 0 0,0 0 1 0 0,0-1-1 0 0,-1 1 0 0 0,3 0 0 0 0,0 1 68 0 0,0-1 1 0 0,0 1-1 0 0,0 0 1 0 0,0 0-1 0 0,0 0 1 0 0,0 0-1 0 0,5 3 0 0 0,-2 0-259 0 0,-1-1 0 0 0,0 1 0 0 0,1 0-1 0 0,-1 1 1 0 0,0-1 0 0 0,-1 1-1 0 0,1 1 1 0 0,4 5 0 0 0,0 5-205 0 0,0 0 1 0 0,-2 1-1 0 0,0 0 1 0 0,0 0-1 0 0,5 24 1 0 0,19 41 5 0 0,-32-99 226 0 0,0 0 1 0 0,3-22 0 0 0,-1 20-163 0 0,1-21-641 0 0,2 0 0 0 0,2 0 1 0 0,1 1-1 0 0,14-39 0 0 0,-11 49-7032 0 0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2:17.8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222 53 456 0 0,'0'-2'863'0'0,"0"-1"-1"0"0,0 1 1 0 0,-1 0 0 0 0,-9-24 10352 0 0,7 23-10353 0 0,1 1-457 0 0,0 1 0 0 0,0-1-1 0 0,0 1 1 0 0,0 0-1 0 0,-1 0 1 0 0,1 0-1 0 0,0 0 1 0 0,0 0-1 0 0,-1 0 1 0 0,1 1-1 0 0,0-1 1 0 0,-1 1-1 0 0,-2-1 1 0 0,-1 1-307 0 0,1 0 0 0 0,-1 0 1 0 0,0 1-1 0 0,1-1 0 0 0,-1 1 0 0 0,1 1 1 0 0,-1-1-1 0 0,1 1 0 0 0,0 0 0 0 0,0 0 0 0 0,-1 0 1 0 0,-5 5-1 0 0,2 0-58 0 0,0 0 1 0 0,0 1-1 0 0,1 0 0 0 0,0 0 1 0 0,0 1-1 0 0,1 0 0 0 0,1 0 1 0 0,-1 1-1 0 0,-7 16 0 0 0,12-22-35 0 0,0 1 0 0 0,1-1 0 0 0,-1 0-1 0 0,1 1 1 0 0,0 0 0 0 0,0-1 0 0 0,0 1 0 0 0,1-1-1 0 0,0 1 1 0 0,0 0 0 0 0,1 7 0 0 0,-1-9-5 0 0,1 0 0 0 0,0 0 0 0 0,0 0 0 0 0,0 0 0 0 0,1 0 0 0 0,-1 0 0 0 0,1-1 0 0 0,-1 1 1 0 0,1 0-1 0 0,0-1 0 0 0,0 1 0 0 0,0-1 0 0 0,1 0 0 0 0,-1 0 0 0 0,0 0 0 0 0,1 0 0 0 0,-1 0 0 0 0,1 0 1 0 0,3 1-1 0 0,-4-2-60 0 0,1 0 0 0 0,0 1 0 0 0,-1-1 0 0 0,1 0 0 0 0,0 0 0 0 0,0-1 0 0 0,0 1 1 0 0,0-1-1 0 0,0 1 0 0 0,0-1 0 0 0,0 0 0 0 0,0 0 0 0 0,5-1 0 0 0,12-4-5745 0 0,-3-2-1393 0 0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2:18.2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0 370 10138 0 0,'8'2'392'0'0,"0"1"-1"0"0,1-1 1 0 0,-1-1 0 0 0,0 1-1 0 0,1-1 1 0 0,-1-1-1 0 0,0 1 1 0 0,1-1 0 0 0,-1-1-1 0 0,1 0 1 0 0,-1 0-1 0 0,0-1 1 0 0,1 0 0 0 0,-1 0-1 0 0,0-1 1 0 0,0 0-1 0 0,-1 0 1 0 0,14-8 0 0 0,-9 5-27 0 0,-1-1 1 0 0,-1 0-1 0 0,1-1 1 0 0,-1 0-1 0 0,-1-1 1 0 0,1 0-1 0 0,-2 0 1 0 0,1-1-1 0 0,-1 0 1 0 0,0 0-1 0 0,10-21 1 0 0,-12 18-298 0 0,-1 0 0 0 0,0 0 1 0 0,0-1-1 0 0,-2 0 0 0 0,0 0 0 0 0,2-18 1 0 0,-4 27-56 0 0,-1 0 0 0 0,0 0 0 0 0,0 0 1 0 0,0 0-1 0 0,0 0 0 0 0,-1 0 0 0 0,0 0 0 0 0,0 0 0 0 0,0 0 1 0 0,-1 1-1 0 0,1-1 0 0 0,-1 0 0 0 0,0 1 0 0 0,-1-1 1 0 0,1 1-1 0 0,-1 0 0 0 0,0 0 0 0 0,0 0 0 0 0,0 0 0 0 0,0 0 1 0 0,-6-4-1 0 0,7 7-19 0 0,0-1 0 0 0,1 1 1 0 0,-1 0-1 0 0,0 0 0 0 0,0 0 0 0 0,1 1 1 0 0,-1-1-1 0 0,0 0 0 0 0,0 1 0 0 0,0-1 1 0 0,0 1-1 0 0,0 0 0 0 0,0 0 0 0 0,0-1 0 0 0,0 1 1 0 0,0 1-1 0 0,0-1 0 0 0,0 0 0 0 0,-3 1 1 0 0,1 0-21 0 0,1 1 0 0 0,-1-1 0 0 0,1 1 1 0 0,-1 0-1 0 0,1 0 0 0 0,-1 0 1 0 0,1 0-1 0 0,0 1 0 0 0,-4 3 0 0 0,-3 5-56 0 0,0 0 0 0 0,1 1 0 0 0,0 0 0 0 0,-8 15 0 0 0,13-20 69 0 0,0 0 1 0 0,1 0-1 0 0,0 0 0 0 0,0 0 0 0 0,0 0 1 0 0,1 1-1 0 0,0-1 0 0 0,1 1 0 0 0,-1-1 1 0 0,2 1-1 0 0,-1 0 0 0 0,1 0 0 0 0,0-1 1 0 0,0 1-1 0 0,3 12 0 0 0,-1-13 54 0 0,0 0 0 0 0,1-1 0 0 0,0 1 0 0 0,0-1 0 0 0,0 1 0 0 0,1-1 0 0 0,0 0 0 0 0,0-1 0 0 0,1 1 1 0 0,-1-1-1 0 0,1 1 0 0 0,0-2 0 0 0,1 1 0 0 0,-1 0 0 0 0,1-1 0 0 0,0 0 0 0 0,7 4 0 0 0,6 2-303 0 0,1-1-1 0 0,0 0 1 0 0,1-2 0 0 0,0 0-1 0 0,0-1 1 0 0,0-2 0 0 0,1 0 0 0 0,29 2-1 0 0,-20-5-7002 0 0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2:18.3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0 6913 0 0,'-19'24'8298'0'0,"21"-22"-7690"0"0,4-4-272 0 0,4-2-55 0 0,4-7-17 0 0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27:00.7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214 119 920 0 0,'-16'-14'1912'0'0,"15"12"-1585"0"0,-1 1 0 0 0,1-1 1 0 0,-1 1-1 0 0,1 0 0 0 0,-1-1 0 0 0,0 1 0 0 0,1 0 1 0 0,-1 0-1 0 0,0 0 0 0 0,0 0 0 0 0,0 0 0 0 0,0 0 1 0 0,0 1-1 0 0,0-1 0 0 0,0 0 0 0 0,0 1 0 0 0,0 0 1 0 0,0 0-1 0 0,0-1 0 0 0,0 1 0 0 0,0 0 0 0 0,0 1 1 0 0,-1-1-1 0 0,1 0 0 0 0,0 1 0 0 0,0-1 0 0 0,0 1 1 0 0,0-1-1 0 0,-2 2 0 0 0,-4 1-49 0 0,0 1 0 0 0,0 0 0 0 0,0 0 0 0 0,1 1-1 0 0,0 0 1 0 0,-1 0 0 0 0,2 1 0 0 0,-1 0 0 0 0,1 0 0 0 0,0 1 0 0 0,0-1-1 0 0,0 1 1 0 0,1 1 0 0 0,0-1 0 0 0,1 1 0 0 0,0-1 0 0 0,-5 15 0 0 0,5-13-146 0 0,0 1 1 0 0,1 1 0 0 0,0-1-1 0 0,1 0 1 0 0,0 1 0 0 0,1-1 0 0 0,0 1-1 0 0,1-1 1 0 0,0 1 0 0 0,0 0-1 0 0,1-1 1 0 0,1 1 0 0 0,0-1 0 0 0,4 14-1 0 0,-1-11-26 0 0,0 1-1 0 0,1-1 0 0 0,0 0 1 0 0,1-1-1 0 0,1 1 0 0 0,0-1 1 0 0,19 21-1 0 0,-21-28-97 0 0,-1 0 0 0 0,1 0 0 0 0,0 0 0 0 0,1 0 0 0 0,-1-1 0 0 0,1-1 1 0 0,-1 1-1 0 0,1-1 0 0 0,0 0 0 0 0,1 0 0 0 0,-1-1 0 0 0,0 0 0 0 0,1 0 0 0 0,-1-1 0 0 0,1 0 0 0 0,13 0 0 0 0,-14-1 0 0 0,1-1-1 0 0,-1 1 0 0 0,0-2 0 0 0,1 1 0 0 0,-1-1 1 0 0,0 0-1 0 0,0-1 0 0 0,0 0 0 0 0,0 0 0 0 0,0 0 1 0 0,-1-1-1 0 0,1 0 0 0 0,9-9 0 0 0,0-1 57 0 0,-1 0-1 0 0,-1-1 1 0 0,22-30-1 0 0,-33 40-58 0 0,-1 1 0 0 0,0 0 0 0 0,0-1 0 0 0,-1 1 0 0 0,1-1-1 0 0,-1 0 1 0 0,0 1 0 0 0,0-1 0 0 0,-1 0 0 0 0,1 0 0 0 0,-1 0 0 0 0,0 0 0 0 0,0 1 0 0 0,-2-8-1 0 0,-1-11 87 0 0,-11-38 0 0 0,11 48-32 0 0,-1-3 52 0 0,0-1 24 0 0,0 0 1 0 0,-1 1-1 0 0,-12-26 1 0 0,14 37-102 0 0,0 0 1 0 0,0 1-1 0 0,0-1 1 0 0,-1 1-1 0 0,1-1 1 0 0,-1 1-1 0 0,0 0 0 0 0,0 0 1 0 0,-1 1-1 0 0,1-1 1 0 0,-1 1-1 0 0,0 0 1 0 0,0 0-1 0 0,0 1 0 0 0,-5-3 1 0 0,-32-10 113 0 0,-85-40 111 0 0,98 44-817 0 0,17 10-5411 0 0,4 2-1066 0 0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27:02.1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30 219 3681 0 0,'-2'-1'124'0'0,"-1"0"0"0"0,1-1 0 0 0,0 0 0 0 0,0 0 0 0 0,0 1 0 0 0,0-1 1 0 0,0 0-1 0 0,0-1 0 0 0,0 1 0 0 0,1 0 0 0 0,-1-1 0 0 0,-2-4 0 0 0,4 7 30 0 0,0-1 0 0 0,-1 0-1 0 0,1 1 1 0 0,0-1 0 0 0,0 0 0 0 0,0 0-1 0 0,-1 0 1 0 0,1 1 0 0 0,0-1 0 0 0,0 0 0 0 0,0 0-1 0 0,0 0 1 0 0,0 1 0 0 0,0-1 0 0 0,1 0-1 0 0,-1 0 1 0 0,0 1 0 0 0,0-1 0 0 0,1 0-1 0 0,-1 0 1 0 0,0 1 0 0 0,1-1 0 0 0,-1 0-1 0 0,0 1 1 0 0,1-1 0 0 0,-1 0 0 0 0,1 1-1 0 0,-1-1 1 0 0,1 0 0 0 0,0 1 0 0 0,-1-1 0 0 0,1 1-1 0 0,-1-1 1 0 0,1 1 0 0 0,0 0 0 0 0,-1-1-1 0 0,1 1 1 0 0,0 0 0 0 0,0-1 0 0 0,-1 1-1 0 0,1 0 1 0 0,0 0 0 0 0,0 0 0 0 0,0 0-1 0 0,-1-1 1 0 0,1 1 0 0 0,1 0 0 0 0,0 0-40 0 0,-1 1 1 0 0,1-1 0 0 0,0 0-1 0 0,-1 0 1 0 0,1 0 0 0 0,-1 1-1 0 0,1-1 1 0 0,0 1 0 0 0,-1 0-1 0 0,1-1 1 0 0,-1 1 0 0 0,0 0-1 0 0,1 0 1 0 0,-1 0 0 0 0,1 0 0 0 0,-1 0-1 0 0,0 0 1 0 0,0 0 0 0 0,0 0-1 0 0,0 0 1 0 0,0 1 0 0 0,0-1-1 0 0,0 0 1 0 0,1 3 0 0 0,20 40-334 0 0,-18-34 417 0 0,5 10-186 0 0,3 8 148 0 0,1-1 0 0 0,1-1 0 0 0,21 31 0 0 0,-28-49-103 0 0,-1 0 1 0 0,1 0 0 0 0,1 0-1 0 0,-1-1 1 0 0,1-1 0 0 0,1 1-1 0 0,-1-1 1 0 0,1-1-1 0 0,0 0 1 0 0,0 0 0 0 0,1 0-1 0 0,-1-1 1 0 0,13 3 0 0 0,-21-6-22 0 0,0-1 0 0 0,0 1 0 0 0,0-1 0 0 0,0 0 0 0 0,0 1 0 0 0,1-1 0 0 0,-1 0 0 0 0,0 0 0 0 0,0 0 0 0 0,0 0 1 0 0,0 1-1 0 0,0-2 0 0 0,1 1 0 0 0,-1 0 0 0 0,0 0 0 0 0,0 0 0 0 0,0 0 0 0 0,0-1 0 0 0,0 1 0 0 0,1-1 0 0 0,-1 1 0 0 0,0-1 1 0 0,1 0-1 0 0,-1-1 79 0 0,0 0 0 0 0,-1 1 0 0 0,1-1 0 0 0,0 0 0 0 0,-1 0 0 0 0,1 0 0 0 0,-1 0 0 0 0,0-1 0 0 0,1 1 0 0 0,-1 0 0 0 0,0 0 0 0 0,-1-4 0 0 0,-11-178 2914 0 0,5 114-3016 0 0,2-76 1 0 0,10 103-2404 0 0,-4 33-4838 0 0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27:03.4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7 199 9218 0 0,'-6'-25'5435'0'0,"6"25"-5397"0"0,0 0-1 0 0,0 0 1 0 0,0 0-1 0 0,0 0 0 0 0,0 0 1 0 0,0 0-1 0 0,0 0 1 0 0,0 0-1 0 0,0 0 1 0 0,0 0-1 0 0,0 0 0 0 0,0 0 1 0 0,1 0-1 0 0,-1 0 1 0 0,0 0-1 0 0,0 0 1 0 0,0 0-1 0 0,0 0 0 0 0,0 0 1 0 0,0 0-1 0 0,0 0 1 0 0,0 0-1 0 0,0 0 1 0 0,0 0-1 0 0,0 0 0 0 0,0 0 1 0 0,1 0-1 0 0,-1 0 1 0 0,0 0-1 0 0,0 0 1 0 0,0 0-1 0 0,0 0 0 0 0,0 0 1 0 0,0 0-1 0 0,0 0 1 0 0,0 0-1 0 0,0 0 1 0 0,0 0-1 0 0,0 0 0 0 0,0 0 1 0 0,0 0-1 0 0,0 0 1 0 0,0 0-1 0 0,1 0 1 0 0,-1 0-1 0 0,0 0 0 0 0,0-1 1 0 0,0 1-1 0 0,0 0 1 0 0,0 0-1 0 0,0 0 0 0 0,0 0 1 0 0,0 0-1 0 0,0 0 1 0 0,0 0-1 0 0,0 0 1 0 0,0 0-1 0 0,0 0 0 0 0,0 0 1 0 0,0 0-1 0 0,0 0 1 0 0,0-1-1 0 0,0 1 1 0 0,0 0-1 0 0,0 0 0 0 0,0 0 1 0 0,0 0-1 0 0,0 0 1 0 0,6 15 1045 0 0,4 7-739 0 0,0 1 0 0 0,1-2 1 0 0,1 1-1 0 0,15 19 1 0 0,64 76-83 0 0,-83-106-228 0 0,2 0 0 0 0,0 0 0 0 0,0-1 0 0 0,0 0 0 0 0,2 0 0 0 0,-1-1 0 0 0,1-1-1 0 0,21 12 1 0 0,-32-20-16 0 0,0 1 0 0 0,0-1 0 0 0,-1 0 0 0 0,1 0 0 0 0,0 1 0 0 0,0-1-1 0 0,0 0 1 0 0,0 0 0 0 0,0 0 0 0 0,0 0 0 0 0,0 0 0 0 0,0 0 0 0 0,-1 0-1 0 0,1 0 1 0 0,0-1 0 0 0,0 1 0 0 0,0 0 0 0 0,0 0 0 0 0,0-1 0 0 0,0 1-1 0 0,-1-1 1 0 0,1 1 0 0 0,0 0 0 0 0,0-1 0 0 0,-1 0 0 0 0,1 1-1 0 0,1-2 1 0 0,-1 0 19 0 0,0 0-1 0 0,0 0 1 0 0,1 0-1 0 0,-1 0 0 0 0,-1 0 1 0 0,1 0-1 0 0,0 0 0 0 0,0 0 1 0 0,-1-1-1 0 0,1-3 1 0 0,0-6 127 0 0,-1 1 0 0 0,0-1 0 0 0,-2-14 0 0 0,-31-168 590 0 0,9 62-3067 0 0,13 43-4394 0 0,9 65 706 0 0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27:03.8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93 1 4609 0 0,'-11'11'5837'0'0,"-14"26"-4079"0"0,22-30-1536 0 0,-12 23 739 0 0,-10 31 0 0 0,22-53-749 0 0,0-1 1 0 0,1 1 0 0 0,0 0 0 0 0,1 0 0 0 0,-1 0-1 0 0,2 1 1 0 0,-1-1 0 0 0,1 0 0 0 0,2 15 0 0 0,-2-21-178 0 0,1 0 0 0 0,0 0 1 0 0,-1 0-1 0 0,1 0 0 0 0,0 0 1 0 0,0 0-1 0 0,0 0 1 0 0,0 0-1 0 0,1 0 0 0 0,-1 0 1 0 0,0-1-1 0 0,1 1 0 0 0,-1-1 1 0 0,1 1-1 0 0,0-1 1 0 0,-1 1-1 0 0,1-1 0 0 0,0 0 1 0 0,0 0-1 0 0,0 0 0 0 0,0 0 1 0 0,0 0-1 0 0,0 0 1 0 0,0-1-1 0 0,0 1 0 0 0,0 0 1 0 0,3-1-1 0 0,8 2-51 0 0,-1-1-1 0 0,0-1 1 0 0,0 0 0 0 0,13-2-1 0 0,20 1 165 0 0,-41 1-143 0 0,-1 0 0 0 0,1 1 0 0 0,0 0 0 0 0,-1-1 1 0 0,1 1-1 0 0,0 1 0 0 0,-1-1 0 0 0,1 0 0 0 0,-1 1 0 0 0,0 0 1 0 0,0 0-1 0 0,1 0 0 0 0,-1 0 0 0 0,0 0 0 0 0,-1 0 0 0 0,1 1 1 0 0,4 5-1 0 0,-5-5 4 0 0,0 0 1 0 0,-1 0 0 0 0,0 0-1 0 0,1 1 1 0 0,-1-1 0 0 0,-1 0-1 0 0,1 1 1 0 0,0-1-1 0 0,-1 1 1 0 0,1-1 0 0 0,-1 1-1 0 0,0-1 1 0 0,0 1-1 0 0,-1-1 1 0 0,1 1 0 0 0,-1-1-1 0 0,0 0 1 0 0,0 1 0 0 0,-1 3-1 0 0,-6 14-194 0 0,-1-1 0 0 0,-1 1 0 0 0,-1-2 0 0 0,-19 28 0 0 0,25-41-5865 0 0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27:11.5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31 329 1376 0 0,'0'-1'294'0'0,"0"-1"-1"0"0,0 1 1 0 0,0 0 0 0 0,0 0-1 0 0,0 0 1 0 0,0 0-1 0 0,0 0 1 0 0,0 0-1 0 0,-1 0 1 0 0,1 0 0 0 0,0 0-1 0 0,-1 0 1 0 0,1 0-1 0 0,0 0 1 0 0,-1 0 0 0 0,1 0-1 0 0,-1 0 1 0 0,0 0-1 0 0,1 0 1 0 0,-1 0-1 0 0,0 0 1 0 0,-1-1 0 0 0,-17-17 5801 0 0,17 17-4429 0 0,9 6-1069 0 0,8 6-1153 0 0,13 11 956 0 0,-1 1-1 0 0,-1 2 1 0 0,-1 0-1 0 0,35 45 0 0 0,44 43 757 0 0,-103-112-1156 0 0,-1 1 0 0 0,0-1 0 0 0,0 0 0 0 0,1 1 0 0 0,-1-1 0 0 0,0 0 0 0 0,1 1 0 0 0,-1-1 0 0 0,0 0 1 0 0,1 1-1 0 0,-1-1 0 0 0,1 0 0 0 0,-1 0 0 0 0,1 1 0 0 0,-1-1 0 0 0,0 0 0 0 0,1 0 0 0 0,-1 0 0 0 0,1 0 0 0 0,-1 1 0 0 0,1-1 0 0 0,-1 0 0 0 0,1 0 0 0 0,-1 0 0 0 0,1 0 0 0 0,-1 0 0 0 0,1 0 0 0 0,-1 0 0 0 0,1-1 0 0 0,-1 1 0 0 0,1 0 1 0 0,-1 0-1 0 0,1 0 0 0 0,-1 0 0 0 0,1-1 0 0 0,-1 1 0 0 0,0 0 0 0 0,1 0 0 0 0,-1-1 0 0 0,1 1 0 0 0,0-2-1 0 0,0 0 1 0 0,0 0 0 0 0,-1 0-1 0 0,1 1 1 0 0,0-1-1 0 0,-1 0 1 0 0,0 0 0 0 0,1 0-1 0 0,-1 0 1 0 0,0-3-1 0 0,-3-51 35 0 0,-17-54 851 0 0,14 84-853 0 0,0 0 0 0 0,2-1 1 0 0,1 0-1 0 0,1 1 0 0 0,1-1 0 0 0,1 0 0 0 0,5-33 1 0 0,1 33-376 0 0,12-38 0 0 0,-3 30-2371 0 0,-11 27-3430 0 0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2:52.9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103 87 2761 0 0,'-18'-47'4867'0'0,"15"27"1643"0"0,3 35-3803 0 0,2 44-145 0 0,-2-56-2555 0 0,0 0 1 0 0,1-1 0 0 0,-1 1 0 0 0,1 0 0 0 0,0-1-1 0 0,0 1 1 0 0,0 0 0 0 0,0-1 0 0 0,0 1 0 0 0,0-1-1 0 0,1 0 1 0 0,-1 1 0 0 0,1-1 0 0 0,0 0-1 0 0,0 0 1 0 0,0 0 0 0 0,4 3 0 0 0,-6-4-10 0 0,0-1 0 0 0,1 0 0 0 0,-1 0 0 0 0,0 1 1 0 0,1-1-1 0 0,-1 0 0 0 0,0 0 0 0 0,1 0 0 0 0,-1 0 0 0 0,0 1 0 0 0,1-1 1 0 0,-1 0-1 0 0,0 0 0 0 0,1 0 0 0 0,-1 0 0 0 0,0 0 0 0 0,1 0 0 0 0,-1 0 1 0 0,0 0-1 0 0,1 0 0 0 0,-1 0 0 0 0,0 0 0 0 0,1 0 0 0 0,-1 0 0 0 0,0-1 1 0 0,1 1-1 0 0,-1 0 0 0 0,0 0 0 0 0,1 0 0 0 0,-1 0 0 0 0,0 0 0 0 0,1-1 1 0 0,-1 1-1 0 0,0 0 0 0 0,0 0 0 0 0,1-1 0 0 0,-1 1 0 0 0,0-1 0 0 0,4-16 196 0 0,-8-18 254 0 0,4 34-447 0 0,0 0 0 0 0,0 0 0 0 0,-1 0 0 0 0,1 0-1 0 0,0 1 1 0 0,0-1 0 0 0,0 0 0 0 0,-1 0 0 0 0,1 0-1 0 0,0 0 1 0 0,-1 0 0 0 0,1 1 0 0 0,-1-1 0 0 0,1 0 0 0 0,-1 0-1 0 0,1 1 1 0 0,-1-1 0 0 0,1 0 0 0 0,-1 1 0 0 0,0-1-1 0 0,1 1 1 0 0,-1-1 0 0 0,0 1 0 0 0,0-1 0 0 0,0 1-1 0 0,1-1 1 0 0,-1 1 0 0 0,0 0 0 0 0,0-1 0 0 0,0 1 0 0 0,0 0-1 0 0,0 0 1 0 0,1-1 0 0 0,-2 1 0 0 0,0 1-1 0 0,1 0 0 0 0,0-1 1 0 0,0 1-1 0 0,-1 0 0 0 0,1 0 1 0 0,0 0-1 0 0,0 0 0 0 0,0 0 0 0 0,0 0 1 0 0,1 0-1 0 0,-1 0 0 0 0,0 1 1 0 0,0-1-1 0 0,1 0 0 0 0,-1 0 0 0 0,0 1 1 0 0,1-1-1 0 0,-1 2 0 0 0,0-1 0 0 0,1 0 0 0 0,-1 0-1 0 0,1 0 1 0 0,-1 0-1 0 0,1 0 1 0 0,0 0 0 0 0,0 0-1 0 0,0 1 1 0 0,0-1 0 0 0,0 0-1 0 0,0 0 1 0 0,1 0 0 0 0,-1 0-1 0 0,2 3 1 0 0,-1-3 0 0 0,-1-1-1 0 0,1 0 1 0 0,0 0 0 0 0,0 0 0 0 0,-1-1 0 0 0,1 1 0 0 0,0 0 0 0 0,0 0-1 0 0,0 0 1 0 0,0 0 0 0 0,0-1 0 0 0,0 1 0 0 0,1-1 0 0 0,-1 1-1 0 0,0-1 1 0 0,0 1 0 0 0,0-1 0 0 0,0 1 0 0 0,1-1 0 0 0,-1 0 0 0 0,0 0-1 0 0,0 0 1 0 0,1 0 0 0 0,-1 0 0 0 0,0 0 0 0 0,0 0 0 0 0,1 0-1 0 0,1-1 1 0 0,-1 1 5 0 0,-1 0 0 0 0,0 0 0 0 0,1 0 0 0 0,-1 0-1 0 0,0 0 1 0 0,1-1 0 0 0,-1 1 0 0 0,0 0 0 0 0,1-1 0 0 0,-1 1 0 0 0,0-1-1 0 0,1 0 1 0 0,-1 1 0 0 0,0-1 0 0 0,0 0 0 0 0,0 0 0 0 0,0 0-1 0 0,0 0 1 0 0,0 0 0 0 0,0 0 0 0 0,0 0 0 0 0,1-2 0 0 0,-2 2 7 0 0,0 0 0 0 0,0 0 0 0 0,1 0 1 0 0,-1-1-1 0 0,0 1 0 0 0,-1 0 0 0 0,1 0 1 0 0,0-1-1 0 0,0 1 0 0 0,0 0 0 0 0,-1 0 0 0 0,1 0 1 0 0,0 0-1 0 0,-1-1 0 0 0,1 1 0 0 0,-1 0 1 0 0,0 0-1 0 0,1 0 0 0 0,-2-2 0 0 0,-2-1 21 0 0,1 0-1 0 0,-1 0 0 0 0,1 1 1 0 0,-1-1-1 0 0,0 1 1 0 0,0 0-1 0 0,-1 0 0 0 0,1 0 1 0 0,-1 0-1 0 0,-8-3 0 0 0,10 5-78 0 0,0 1 0 0 0,0-1-1 0 0,0 1 1 0 0,-1 0-1 0 0,1 0 1 0 0,0 0-1 0 0,0 0 1 0 0,-1 1-1 0 0,1-1 1 0 0,0 1-1 0 0,0 0 1 0 0,0 0-1 0 0,0 0 1 0 0,0 0-1 0 0,0 1 1 0 0,0-1-1 0 0,0 1 1 0 0,-3 2-1 0 0,4-3 9 0 0,0 1-1 0 0,0-1 0 0 0,1 1 0 0 0,-1-1 0 0 0,1 1 1 0 0,-1-1-1 0 0,1 1 0 0 0,0 0 0 0 0,-1-1 0 0 0,1 1 1 0 0,0 0-1 0 0,0 0 0 0 0,0 0 0 0 0,1 0 0 0 0,-1 0 1 0 0,0 0-1 0 0,1 0 0 0 0,-1 1 0 0 0,1-1 0 0 0,0 0 0 0 0,0 0 1 0 0,0 0-1 0 0,0 0 0 0 0,0 0 0 0 0,0 1 0 0 0,1-1 1 0 0,-1 0-1 0 0,1 3 0 0 0,0-3 36 0 0,1 0 1 0 0,-1 0-1 0 0,0-1 0 0 0,0 1 0 0 0,1-1 1 0 0,-1 1-1 0 0,1-1 0 0 0,-1 0 0 0 0,1 1 1 0 0,-1-1-1 0 0,1 0 0 0 0,0 0 1 0 0,0 0-1 0 0,0 0 0 0 0,-1 0 0 0 0,1-1 1 0 0,0 1-1 0 0,0 0 0 0 0,0-1 0 0 0,0 0 1 0 0,0 1-1 0 0,0-1 0 0 0,0 0 1 0 0,0 0-1 0 0,0 0 0 0 0,1 0 0 0 0,-1-1 1 0 0,3 0-1 0 0,6 0 100 0 0,0-1 0 0 0,0 0 0 0 0,18-7 0 0 0,-20 6 49 0 0,0 0 1 0 0,-1 0-1 0 0,0-1 0 0 0,1-1 0 0 0,-1 1 0 0 0,10-9 0 0 0,-16 11-113 0 0,-1 1-1 0 0,1 0 1 0 0,-1-1 0 0 0,1 1 0 0 0,-1-1-1 0 0,0 1 1 0 0,0-1 0 0 0,0 0 0 0 0,0 0 0 0 0,0 1-1 0 0,0-1 1 0 0,0 0 0 0 0,0 0 0 0 0,-1 0-1 0 0,1 0 1 0 0,-1 0 0 0 0,0 0 0 0 0,1 0 0 0 0,-1 0-1 0 0,0 0 1 0 0,0 0 0 0 0,0 0 0 0 0,0 0-1 0 0,-1 0 1 0 0,1 0 0 0 0,0 0 0 0 0,-1 0 0 0 0,0 0-1 0 0,1 1 1 0 0,-1-1 0 0 0,0 0 0 0 0,0 0-1 0 0,0 0 1 0 0,0 1 0 0 0,0-1 0 0 0,-2-1 0 0 0,-20-23 430 0 0,22 25-525 0 0,0 1-1 0 0,0-1 0 0 0,0 0 1 0 0,1 1-1 0 0,-1-1 1 0 0,0 1-1 0 0,0 0 0 0 0,0-1 1 0 0,0 1-1 0 0,0 0 0 0 0,0-1 1 0 0,0 1-1 0 0,0 0 1 0 0,0 0-1 0 0,0 0 0 0 0,0 0 1 0 0,0 0-1 0 0,0 0 0 0 0,0 0 1 0 0,0 0-1 0 0,0 0 0 0 0,0 0 1 0 0,0 1-1 0 0,0-1 1 0 0,0 0-1 0 0,0 1 0 0 0,0-1 1 0 0,0 1-1 0 0,1-1 0 0 0,-1 1 1 0 0,0-1-1 0 0,-1 2 1 0 0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2:53.7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213 36 3225 0 0,'-2'-3'538'0'0,"0"1"0"0"0,0-1 0 0 0,-1 0 0 0 0,1 1 1 0 0,0 0-1 0 0,-1-1 0 0 0,0 1 0 0 0,0 0 0 0 0,0 0 1 0 0,0 1-1 0 0,0-1 0 0 0,0 1 0 0 0,0-1 0 0 0,0 1 0 0 0,-1 0 1 0 0,1 0-1 0 0,0 0 0 0 0,-1 1 0 0 0,1-1 0 0 0,0 1 1 0 0,-8 0-1 0 0,6 1-346 0 0,0 0 0 0 0,0 0 0 0 0,0 0 1 0 0,0 1-1 0 0,0 0 0 0 0,0 0 0 0 0,0 0 0 0 0,1 0 1 0 0,-1 1-1 0 0,1 0 0 0 0,0 0 0 0 0,0 0 0 0 0,0 1 1 0 0,-4 4-1 0 0,0 1-141 0 0,1 0 1 0 0,0 0 0 0 0,1 1-1 0 0,0 0 1 0 0,1 0-1 0 0,0 0 1 0 0,1 1 0 0 0,0-1-1 0 0,0 1 1 0 0,1 1-1 0 0,1-1 1 0 0,0 0 0 0 0,-1 14-1 0 0,1-10-73 0 0,2 1 0 0 0,0 0 0 0 0,0 0 0 0 0,1-1 0 0 0,1 1 0 0 0,1-1 0 0 0,0 1-1 0 0,1-1 1 0 0,7 18 0 0 0,-8-28-1 0 0,0 1 1 0 0,0-1-1 0 0,1 0 0 0 0,0 0 0 0 0,0 0 0 0 0,0 0 0 0 0,0-1 1 0 0,1 1-1 0 0,-1-1 0 0 0,1 0 0 0 0,0-1 0 0 0,1 1 0 0 0,-1-1 1 0 0,1 0-1 0 0,6 3 0 0 0,-4-3-95 0 0,0 0 0 0 0,0 0 0 0 0,0-1 1 0 0,1 0-1 0 0,-1-1 0 0 0,0 0 0 0 0,1 0 0 0 0,-1-1 0 0 0,1 0 0 0 0,15-2 1 0 0,-19 1 185 0 0,1-1 0 0 0,-1-1 0 0 0,0 1 0 0 0,1-1 0 0 0,-1 1 0 0 0,0-2 0 0 0,-1 1 0 0 0,1 0 0 0 0,-1-1 0 0 0,1 0 0 0 0,-1 0 1 0 0,0 0-1 0 0,0-1 0 0 0,6-9 0 0 0,-1 0 493 0 0,1-1 1 0 0,-2 0-1 0 0,12-28 1 0 0,-17 33-380 0 0,0 1 1 0 0,-1 0-1 0 0,0-1 0 0 0,0 1 0 0 0,-1-1 1 0 0,-1 1-1 0 0,1-1 0 0 0,-2 1 1 0 0,1-1-1 0 0,-1 0 0 0 0,-1 1 0 0 0,1-1 1 0 0,-2 1-1 0 0,1 0 0 0 0,-8-16 1 0 0,5 17-112 0 0,-1 1 1 0 0,0-1 0 0 0,0 1-1 0 0,0 0 1 0 0,-1 1 0 0 0,0 0 0 0 0,0 0-1 0 0,-1 0 1 0 0,0 1 0 0 0,0 0 0 0 0,0 1-1 0 0,-1-1 1 0 0,-15-4 0 0 0,-6 3-2101 0 0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2:55.8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252 69 3225 0 0,'-119'3'776'0'0,"0"0"4105"0"0,119-3-4760 0 0,-1 0 1 0 0,1 0-1 0 0,-1 0 0 0 0,1 0 1 0 0,-1 0-1 0 0,1 1 1 0 0,-1-1-1 0 0,1 0 0 0 0,0 0 1 0 0,-1 0-1 0 0,1 0 0 0 0,-1-1 1 0 0,1 1-1 0 0,-1 0 1 0 0,1 0-1 0 0,-1 0 0 0 0,1 0 1 0 0,-1 0-1 0 0,1 0 1 0 0,0-1-1 0 0,-1 1 0 0 0,1 0 1 0 0,-1 0-1 0 0,1-1 0 0 0,0 1 1 0 0,-1 0-1 0 0,1-1 1 0 0,0 1-1 0 0,-1 0 0 0 0,1-1 1 0 0,0 0-1 0 0,10-8 2245 0 0,24-7-1058 0 0,-10 10-1125 0 0,0 1 1 0 0,0 2 0 0 0,49-2 0 0 0,77 10 269 0 0,-44 0 11 0 0,669-23 2675 0 0,-457 1-2037 0 0,-315 17-1074 0 0,16 0 73 0 0,-18-1-101 0 0,-1 1 0 0 0,1 0 0 0 0,-1 0 0 0 0,1 0 0 0 0,-1 0 0 0 0,1 0 0 0 0,-1 0 0 0 0,1 0 0 0 0,-1 0 0 0 0,1 1 0 0 0,-1-1 0 0 0,0 0 0 0 0,1 0 0 0 0,-1 0 1 0 0,1 0-1 0 0,-1 1 0 0 0,1-1 0 0 0,-1 0 0 0 0,0 0 0 0 0,1 1 0 0 0,-1-1 0 0 0,0 0 0 0 0,1 1 0 0 0,-1-1 0 0 0,0 0 0 0 0,1 1 0 0 0,-1-1 0 0 0,0 1 0 0 0,1 0 0 0 0,-6-1-308 0 0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2:56.2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59 4145 0 0,'-23'-25'1535'0'0,"22"22"-948"0"0,-1 0 0 0 0,0 0-1 0 0,0 1 1 0 0,0-1 0 0 0,-1 0-1 0 0,1 1 1 0 0,0 0 0 0 0,-1 0 0 0 0,0 0-1 0 0,1 0 1 0 0,-1 0 0 0 0,0 0-1 0 0,-15-1 6979 0 0,34 14-7288 0 0,28 16-101 0 0,-28-17-179 0 0,1-1 0 0 0,22 10 1 0 0,-27-14 3 0 0,23 9-27 0 0,34 19-1 0 0,-60-28 26 0 0,-1-1 0 0 0,0 2-1 0 0,0-1 1 0 0,-1 1 0 0 0,1 0 0 0 0,-1 1-1 0 0,-1 0 1 0 0,1 0 0 0 0,8 13 0 0 0,-14-18 16 0 0,0 1 0 0 0,0-1 0 0 0,-1 1 0 0 0,1-1 0 0 0,-1 1 1 0 0,1-1-1 0 0,-1 1 0 0 0,0-1 0 0 0,0 1 0 0 0,0 0 0 0 0,0-1 1 0 0,0 1-1 0 0,-1-1 0 0 0,1 1 0 0 0,-1-1 0 0 0,0 1 0 0 0,0-1 1 0 0,0 1-1 0 0,0-1 0 0 0,0 0 0 0 0,0 1 0 0 0,-1-1 0 0 0,1 0 1 0 0,-1 0-1 0 0,1 0 0 0 0,-1 0 0 0 0,0 0 0 0 0,-2 1 0 0 0,-8 9 136 0 0,0-1 0 0 0,-1 0 0 0 0,-15 9-1 0 0,24-17-152 0 0,-9 6-30 0 0,0-1 0 0 0,0-1 0 0 0,-1 0 0 0 0,-24 8 1 0 0,-5-3-2875 0 0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2:57.3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1912 0 5929 0 0,'-23'6'8664'0'0,"-30"14"-5983"0"0,18-6-1430 0 0,-2-3-692 0 0,0-1-1 0 0,0-2 0 0 0,-71 6 1 0 0,-116-8-320 0 0,194-6-190 0 0,-299-27 214 0 0,201 12-218 0 0,-35 6 311 0 0,-232 16 0 0 0,279 3-581 0 0,-45 0 604 0 0,150-10-884 0 0,-14-1 1005 0 0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2:57.8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199 78 3225 0 0,'2'-28'295'0'0,"-3"25"277"0"0,1 0 0 0 0,0-1 0 0 0,-1 1 1 0 0,0 0-1 0 0,0 0 0 0 0,0 0 0 0 0,0 0 0 0 0,0 0 0 0 0,-3-5 0 0 0,3 7-280 0 0,0 0-1 0 0,0 0 1 0 0,0 0 0 0 0,0 0 0 0 0,0 0-1 0 0,0 0 1 0 0,0 1 0 0 0,0-1-1 0 0,0 0 1 0 0,0 0 0 0 0,0 1-1 0 0,0-1 1 0 0,-1 0 0 0 0,1 1 0 0 0,0 0-1 0 0,-1-1 1 0 0,1 1 0 0 0,0 0-1 0 0,-1-1 1 0 0,1 1 0 0 0,-3 0 0 0 0,2 0-139 0 0,-1 1 0 0 0,0-1 1 0 0,1 1-1 0 0,-1 0 1 0 0,1-1-1 0 0,0 1 1 0 0,-1 0-1 0 0,1 0 1 0 0,-4 3-1 0 0,-6 5 158 0 0,0 1 0 0 0,0 1 0 0 0,1-1-1 0 0,0 2 1 0 0,1 0 0 0 0,0 0 0 0 0,1 1 0 0 0,0 0 0 0 0,1 0 0 0 0,-9 23-1 0 0,15-31-298 0 0,-1 0 0 0 0,2 0 0 0 0,-1 1 0 0 0,1-1 0 0 0,-1 0 0 0 0,1 1 0 0 0,1 0 0 0 0,-1-1 0 0 0,1 1 0 0 0,0-1 0 0 0,0 1 0 0 0,1-1 0 0 0,0 1 0 0 0,0-1 0 0 0,0 1 0 0 0,0-1 0 0 0,1 0 0 0 0,0 1 0 0 0,0-1 0 0 0,1 0 0 0 0,-1 0 0 0 0,7 9 0 0 0,-2-6 56 0 0,-1-1-1 0 0,1 1 1 0 0,1-1 0 0 0,-1 0-1 0 0,1-1 1 0 0,0 0 0 0 0,1 0 0 0 0,-1 0-1 0 0,1-1 1 0 0,0-1 0 0 0,16 6 0 0 0,67 19 57 0 0,139 24 0 0 0,-210-45-2679 0 0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3:52.1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280 70 6449 0 0,'-210'46'963'0'0,"141"-33"21"0"0,92-18 391 0 0,141-27 4000 0 0,240-25-2853 0 0,204 46 334 0 0,-98 6-1241 0 0,32-12-1117 0 0,-519 16-564 0 0,-14 1-528 0 0,0-1 0 0 0,1 2 0 0 0,-1-1 0 0 0,14 4 1 0 0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3:53.0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2561 1 7834 0 0,'0'0'705'0'0,"4"23"3456"0"0,-12 29 1366 0 0,4-31-4481 0 0,1-1 0 0 0,0 27 0 0 0,8 181-137 0 0,-1-171-890 0 0,3-1-1 0 0,14 57 1 0 0,142 584 88 0 0,-149-644 67 0 0,-2 1 0 0 0,-3 0 0 0 0,-2 1-1 0 0,-1 99 1 0 0,-8-132-175 0 0,1-19 1 0 0,0-1 1 0 0,1 1-1 0 0,-1 0 0 0 0,1 0 0 0 0,0-1 1 0 0,0 1-1 0 0,0 0 0 0 0,0 0 0 0 0,0 0 0 0 0,0-1 1 0 0,1 1-1 0 0,0 0 0 0 0,-1-1 0 0 0,1 1 1 0 0,0 0-1 0 0,2 3 0 0 0,-3-6 1 0 0,1 1-1 0 0,-1-1 1 0 0,1 1-1 0 0,-1 0 1 0 0,0-1 0 0 0,1 1-1 0 0,-1 0 1 0 0,0-1-1 0 0,0 1 1 0 0,0 0-1 0 0,1-1 1 0 0,-1 1 0 0 0,0 0-1 0 0,0-1 1 0 0,0 1-1 0 0,0 0 1 0 0,0 0 0 0 0,0-1-1 0 0,-1 1 1 0 0,1 0-1 0 0,0-1 1 0 0,0 1 0 0 0,0 0-1 0 0,-1-1 1 0 0,1 1-1 0 0,0 0 1 0 0,-1-1 0 0 0,1 1-1 0 0,0 0 1 0 0,-1-1-1 0 0,1 1 1 0 0,-1-1 0 0 0,1 1-1 0 0,-1-1 1 0 0,1 1-1 0 0,-1-1 1 0 0,1 0-1 0 0,-1 1 1 0 0,0-1 0 0 0,1 1-1 0 0,-1-1 1 0 0,0 0-1 0 0,1 0 1 0 0,-1 1 0 0 0,0-1-1 0 0,0 0 1 0 0,-38 9 101 0 0,33-8-75 0 0,-245 24 208 0 0,18-2-43 0 0,0 4-168 0 0,-260-4-1 0 0,18-2 2 0 0,154-4-25 0 0,105-7 0 0 0,-112 36 536 0 0,176-20-266 0 0,149-25-226 0 0,0-1 1 0 0,0 1 0 0 0,0-1 0 0 0,0 0 0 0 0,-1 0 0 0 0,1 0-1 0 0,0 0 1 0 0,-3-1 0 0 0,-2-7-1523 0 0,8-10-5229 0 0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3:53.5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295 593 2272 0 0,'-48'-80'83'0'0,"4"-1"-1"0"0,-67-169 0 0 0,54 88 5353 0 0,29 142 4736 0 0,26 21-9921 0 0,2 2-2 0 0,-1-1 0 0 0,0 1 0 0 0,0 0 0 0 0,1 0 0 0 0,-1-1 0 0 0,1 1 0 0 0,0 0 1 0 0,0 0-1 0 0,0 0 0 0 0,0 0 0 0 0,1 2 0 0 0,-1 4-35 0 0,6 104 99 0 0,31 175 1 0 0,-24-208-278 0 0,136 547-487 0 0,-130-551 409 0 0,-4 2 1 0 0,-4 0-1 0 0,-3 0 1 0 0,-2 121 0 0 0,-5-189-2499 0 0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3:54.1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300 2 5065 0 0,'-3'-1'340'0'0,"0"1"1"0"0,0 0-1 0 0,0 0 0 0 0,0 0 1 0 0,1 0-1 0 0,-1 0 0 0 0,0 0 1 0 0,0 1-1 0 0,0-1 0 0 0,0 1 1 0 0,1 0-1 0 0,-1 0 0 0 0,0 0 0 0 0,1 0 1 0 0,-1 0-1 0 0,-3 3 0 0 0,-42 30 1710 0 0,33-23-1566 0 0,11-8-390 0 0,-29 21 1200 0 0,-38 36 0 0 0,63-52-1085 0 0,1-1 0 0 0,0 1-1 0 0,0 0 1 0 0,1 1 0 0 0,0-1 0 0 0,0 1 0 0 0,1 1 0 0 0,0-1 0 0 0,1 1 0 0 0,-5 13 0 0 0,9-21-209 0 0,-1 0 0 0 0,1 0 1 0 0,0 0-1 0 0,0 0 0 0 0,0 0 0 0 0,0 0 1 0 0,0 0-1 0 0,0 0 0 0 0,1 0 0 0 0,-1 0 1 0 0,1 0-1 0 0,-1 0 0 0 0,1 0 0 0 0,0 0 1 0 0,0 0-1 0 0,0-1 0 0 0,0 1 0 0 0,0 0 0 0 0,0 0 1 0 0,0-1-1 0 0,1 1 0 0 0,-1-1 0 0 0,0 1 1 0 0,1-1-1 0 0,-1 0 0 0 0,1 0 0 0 0,0 1 1 0 0,-1-1-1 0 0,1 0 0 0 0,0 0 0 0 0,3 1 1 0 0,7 3-50 0 0,0-1 0 0 0,1 1 1 0 0,23 4-1 0 0,-13-4 64 0 0,-5 0-53 0 0,20 5 81 0 0,47 21 0 0 0,-76-28-37 0 0,-1 1-1 0 0,1 0 1 0 0,-1 1 0 0 0,0 0-1 0 0,0 1 1 0 0,0-1 0 0 0,-1 1-1 0 0,0 1 1 0 0,0 0 0 0 0,-1 0-1 0 0,7 8 1 0 0,-11-12 11 0 0,-1 0 0 0 0,1 1-1 0 0,-1-1 1 0 0,0 1 0 0 0,0-1 0 0 0,0 1 0 0 0,0 0 0 0 0,-1-1-1 0 0,1 1 1 0 0,-1 0 0 0 0,0 0 0 0 0,0-1 0 0 0,0 1 0 0 0,-1 0-1 0 0,0-1 1 0 0,1 1 0 0 0,-1 0 0 0 0,0-1 0 0 0,0 1 0 0 0,-1-1-1 0 0,1 1 1 0 0,-1-1 0 0 0,0 0 0 0 0,0 0 0 0 0,-3 5 0 0 0,-8 9 343 0 0,0-1 1 0 0,0 0 0 0 0,-23 19 0 0 0,18-18 20 0 0,-77 71 232 0 0,82-77-536 0 0,-1 0 0 0 0,-1-2 0 0 0,0 1 0 0 0,0-2 0 0 0,-24 10 0 0 0,3-11-1392 0 0,34-7 1256 0 0,1 0 1 0 0,0 0 0 0 0,0 0-1 0 0,0 0 1 0 0,0 0 0 0 0,0 0-1 0 0,0 0 1 0 0,0 0 0 0 0,0 0-1 0 0,0 0 1 0 0,0 0 0 0 0,0-1-1 0 0,0 1 1 0 0,0-1-1 0 0,0 1 1 0 0,0 0 0 0 0,0-1-1 0 0,0 0 1 0 0,0 1 0 0 0,0-1-1 0 0,0 0 1 0 0,0 1 0 0 0,1-1-1 0 0,-1 0 1 0 0,0 0 0 0 0,1 1-1 0 0,-1-1 1 0 0,0 0 0 0 0,1 0-1 0 0,-1 0 1 0 0,0-1 0 0 0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3:54.5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42 12443 0 0,'-1'-9'1158'0'0,"-6"-24"6295"0"0,6 35-7369 0 0,0-1 1 0 0,0 1-1 0 0,0-1 1 0 0,1 1-1 0 0,-1 0 1 0 0,0-1-1 0 0,1 1 1 0 0,0 0-1 0 0,-1 0 1 0 0,1-1-1 0 0,0 1 1 0 0,0 0-1 0 0,-1 0 1 0 0,2 3-1 0 0,-2 1 41 0 0,-7 90-211 0 0,7 158-1 0 0,10-105-7256 0 0,-7-131 911 0 0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3:55.0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19 8754 0 0,'5'-18'3648'0'0,"-5"17"-3600"0"0,9 34 6100 0 0,-3-8-6010 0 0,10 15 292 0 0,1-1 1 0 0,41 70-1 0 0,-43-86-256 0 0,1 0-1 0 0,0-1 1 0 0,2-1-1 0 0,1 0 1 0 0,32 26 0 0 0,-49-45-180 0 0,-1-1 0 0 0,1 1 1 0 0,0-1-1 0 0,-1 0 1 0 0,1 1-1 0 0,0-1 1 0 0,0 0-1 0 0,0 0 1 0 0,0 0-1 0 0,0 0 1 0 0,0-1-1 0 0,0 1 1 0 0,1-1-1 0 0,-1 1 1 0 0,0-1-1 0 0,0 0 1 0 0,0 1-1 0 0,1-1 1 0 0,-1 0-1 0 0,3-1 1 0 0,-3 0-2 0 0,0 0-1 0 0,0 0 1 0 0,-1 0 0 0 0,1-1 0 0 0,0 1 0 0 0,-1 0 0 0 0,1-1-1 0 0,-1 1 1 0 0,0-1 0 0 0,1 0 0 0 0,-1 1 0 0 0,0-1 0 0 0,0 0-1 0 0,0 0 1 0 0,0 0 0 0 0,-1 1 0 0 0,1-1 0 0 0,0 0 0 0 0,-1 0-1 0 0,1 0 1 0 0,-1-3 0 0 0,21-109-24 0 0,-17 77 186 0 0,3 1 0 0 0,1 0 1 0 0,13-37-1 0 0,-20 72-104 0 0,-1-1 0 0 0,1 1 0 0 0,-1 0 0 0 0,1-1 1 0 0,0 1-1 0 0,-1 0 0 0 0,1-1 0 0 0,0 1 0 0 0,0 0 0 0 0,0 0 1 0 0,0 0-1 0 0,0 0 0 0 0,2-1 0 0 0,-3 1-22 0 0,1 1 0 0 0,-1 0 1 0 0,1 0-1 0 0,-1 0 0 0 0,0 0 0 0 0,1 0 0 0 0,-1 0 0 0 0,1 0 0 0 0,-1 0 0 0 0,1 0 0 0 0,-1 0 0 0 0,1 0 0 0 0,-1 0 0 0 0,1 0 1 0 0,-1 0-1 0 0,1 0 0 0 0,-1 0 0 0 0,0 0 0 0 0,1 1 0 0 0,-1-1 0 0 0,1 0 0 0 0,-1 0 0 0 0,1 1 0 0 0,-1-1 0 0 0,0 0 1 0 0,1 0-1 0 0,-1 1 0 0 0,4 3 103 0 0,-1 1 1 0 0,0-1 0 0 0,0 1 0 0 0,0-1-1 0 0,4 10 1 0 0,-2-5-328 0 0,18 40 279 0 0,21 65-1 0 0,5 11-459 0 0,-18-54-2048 0 0,-22-47-5105 0 0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3:55.4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19 10594 0 0,'-6'-18'5851'0'0,"12"33"-2282"0"0,10 35-2253 0 0,0 19-1114 0 0,14 49-38 0 0,-25-104-174 0 0,0-1 1 0 0,1 0-1 0 0,0 0 0 0 0,1-1 1 0 0,0 0-1 0 0,11 15 1 0 0,-15-24 2 0 0,0 1 1 0 0,0-1-1 0 0,0 1 1 0 0,0-1-1 0 0,1 0 1 0 0,-1-1-1 0 0,1 1 1 0 0,0-1-1 0 0,0 1 1 0 0,0-1-1 0 0,0 0 1 0 0,0 0-1 0 0,0-1 1 0 0,0 1-1 0 0,1-1 1 0 0,-1 0-1 0 0,0 0 1 0 0,1-1-1 0 0,-1 1 1 0 0,1-1-1 0 0,-1 0 1 0 0,1 0-1 0 0,-1 0 1 0 0,1-1-1 0 0,5-1 1 0 0,-4 0 83 0 0,0 0-1 0 0,-1 0 1 0 0,1-1 0 0 0,0 0 0 0 0,-1 0 0 0 0,1-1 0 0 0,-1 1 0 0 0,0-1 0 0 0,0 0 0 0 0,-1-1 0 0 0,1 1 0 0 0,-1-1 0 0 0,0 0 0 0 0,0 0 0 0 0,0 0 0 0 0,-1-1 0 0 0,4-7 0 0 0,3-11 215 0 0,-2 0-1 0 0,0 0 1 0 0,-2-1 0 0 0,-1 1 0 0 0,-1-1-1 0 0,-1-1 1 0 0,0-29 0 0 0,-3 50-308 0 0,0 0 1 0 0,0-1-1 0 0,0 1 1 0 0,-1 0-1 0 0,0 0 0 0 0,0-1 1 0 0,-1 1-1 0 0,1 0 1 0 0,-1 0-1 0 0,0 0 1 0 0,-3-5-1 0 0,-15-12-2431 0 0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3:57.3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196 1536 3225 0 0,'-12'-2'11002'0'0,"12"1"-10758"0"0,-11-23 2684 0 0,-4-36-3456 0 0,14 55 1243 0 0,-31-159 471 0 0,7-2 0 0 0,7-1 0 0 0,7-326 0 0 0,13 464-1126 0 0,2-135 209 0 0,-5 141-179 0 0,-1 1 1 0 0,-2-1-1 0 0,0 1 0 0 0,-1 0 1 0 0,-11-28-1 0 0,-28-49-222 0 0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3:58.1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13 395 2761 0 0,'-12'-11'7149'0'0,"12"10"-6863"0"0,0 0 0 0 0,0 0 0 0 0,0 0-178 0 0,1 0 0 0 0,-1 1 1 0 0,1-1-1 0 0,-1 0 0 0 0,1 0 0 0 0,-1 1 0 0 0,1-1 1 0 0,0 0-1 0 0,-1 1 0 0 0,1-1 0 0 0,0 1 1 0 0,0-1-1 0 0,-1 1 0 0 0,1-1 0 0 0,0 1 0 0 0,0-1 1 0 0,1 1-1 0 0,48-15-1549 0 0,-43 14 2138 0 0,712-149 1966 0 0,-285 96-1799 0 0,-102 20 282 0 0,-75 7-379 0 0,-76 5-228 0 0,-96 9-68 0 0,138-1-1 0 0,-145 12-99 0 0,106-17 0 0 0,-17 0-206 0 0,134 20 49 0 0,-121 4 561 0 0,-165-5-731 0 0,7-1 43 0 0,-1 2 0 0 0,31 4 0 0 0,-52-5-131 0 0,0 1 0 0 0,0-1 0 0 0,0 0 1 0 0,0 1-1 0 0,0-1 0 0 0,0 0 0 0 0,0 1 1 0 0,0-1-1 0 0,0 0 0 0 0,0 1 1 0 0,0-1-1 0 0,0 0 0 0 0,0 1 0 0 0,-1-1 1 0 0,1 0-1 0 0,0 1 0 0 0,0-1 1 0 0,0 0-1 0 0,0 0 0 0 0,-1 1 0 0 0,1-1 1 0 0,0 0-1 0 0,0 0 0 0 0,0 1 1 0 0,-1-1-1 0 0,1 0 0 0 0,0 0 0 0 0,0 0 1 0 0,-1 1-1 0 0,1-1 0 0 0,0 0 0 0 0,-1 0 1 0 0,1 0-1 0 0,0 0 0 0 0,-1 0 1 0 0,1 0-1 0 0,0 1 0 0 0,-1-1 0 0 0,1 0 1 0 0,0 0-1 0 0,-1 0 0 0 0,1 0 1 0 0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3:58.7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55 3225 0 0,'-16'-24'3775'0'0,"14"22"-2995"0"0,0 0-1 0 0,0 0 0 0 0,0-1 1 0 0,1 1-1 0 0,-1 0 0 0 0,1-1 0 0 0,-1 1 1 0 0,1-1-1 0 0,0 0 0 0 0,-1-4 2200 0 0,3 8-2826 0 0,0-1 0 0 0,1 1 0 0 0,-1-1 1 0 0,0 1-1 0 0,0 0 0 0 0,0 0 0 0 0,0 0 0 0 0,0 0 1 0 0,0 0-1 0 0,0 0 0 0 0,0 0 0 0 0,0 0 0 0 0,0 0 0 0 0,1 2 1 0 0,-1-1 75 0 0,6 8-237 0 0,0 0 1 0 0,-1 0-1 0 0,0 1 1 0 0,0 0-1 0 0,-1 0 0 0 0,-1 1 1 0 0,0-1-1 0 0,5 24 1 0 0,3 7-76 0 0,11 28 27 0 0,151 530-645 0 0,-172-591 677 0 0,21 131 950 0 0,-21-125-724 0 0,-1 0 0 0 0,-1 0 1 0 0,0 0-1 0 0,-1 0 0 0 0,-1 0 1 0 0,-1 0-1 0 0,-4 18 0 0 0,2-23-2233 0 0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4:00.0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207 16 3225 0 0,'0'-1'155'0'0,"0"1"1"0"0,0-1 0 0 0,0 1-1 0 0,0-1 1 0 0,0 0 0 0 0,0 1-1 0 0,0-1 1 0 0,0 1 0 0 0,0-1-1 0 0,-1 1 1 0 0,1-1 0 0 0,0 0-1 0 0,0 1 1 0 0,0-1 0 0 0,-1 1-1 0 0,1-1 1 0 0,0 1 0 0 0,-1-1-1 0 0,1 1 1 0 0,0-1 0 0 0,-1 1-1 0 0,1 0 1 0 0,-1-1 0 0 0,1 1-1 0 0,-1 0 1 0 0,1-1 0 0 0,-1 1-1 0 0,1 0 1 0 0,-1-1 0 0 0,1 1-1 0 0,-1 0 1 0 0,1 0 0 0 0,-1 0-1 0 0,0-1 1 0 0,-2 1 174 0 0,1 0 1 0 0,0 0-1 0 0,-1 1 0 0 0,1-1 1 0 0,0 0-1 0 0,-1 1 0 0 0,1-1 0 0 0,0 1 1 0 0,-4 2-1 0 0,-47 26 3105 0 0,50-27-3176 0 0,-11 7 471 0 0,2-2-300 0 0,1 0 0 0 0,0 1 1 0 0,1 0-1 0 0,0 0 0 0 0,0 1 0 0 0,0 0 0 0 0,-7 11 1 0 0,16-19-423 0 0,0 0 0 0 0,1 0 0 0 0,-1 0 0 0 0,0 0 1 0 0,1 0-1 0 0,-1 0 0 0 0,1 0 0 0 0,-1 1 0 0 0,1-1 1 0 0,0 0-1 0 0,-1 0 0 0 0,1 0 0 0 0,0 1 0 0 0,0-1 1 0 0,0 0-1 0 0,0 0 0 0 0,0 1 0 0 0,0-1 0 0 0,0 0 1 0 0,0 0-1 0 0,1 0 0 0 0,-1 1 0 0 0,0-1 0 0 0,1 1 1 0 0,0 0-6 0 0,1 0 0 0 0,-1-1 0 0 0,0 1 1 0 0,1-1-1 0 0,-1 1 0 0 0,1-1 0 0 0,0 0 1 0 0,-1 0-1 0 0,1 0 0 0 0,0 0 0 0 0,0 0 1 0 0,0 0-1 0 0,2 1 0 0 0,8 2-24 0 0,0-1 0 0 0,0 0 0 0 0,22 1 0 0 0,-28-3 17 0 0,70 3-32 0 0,-61-5 24 0 0,1 1 0 0 0,-1 1 0 0 0,1 0 0 0 0,-1 1 0 0 0,0 1 0 0 0,0 0 0 0 0,1 1 0 0 0,15 7 0 0 0,-31-11 15 0 0,1 1-1 0 0,0-1 1 0 0,0 0 0 0 0,-1 1-1 0 0,1-1 1 0 0,0 1-1 0 0,-1-1 1 0 0,1 1 0 0 0,0-1-1 0 0,-1 1 1 0 0,1 0-1 0 0,-1-1 1 0 0,1 1 0 0 0,-1 0-1 0 0,0-1 1 0 0,1 1 0 0 0,-1 0-1 0 0,1 0 1 0 0,-1-1-1 0 0,0 1 1 0 0,0 0 0 0 0,0 0-1 0 0,1 0 1 0 0,-1 0-1 0 0,0 1 1 0 0,0 0 11 0 0,-1 0 1 0 0,1 0-1 0 0,-1 0 0 0 0,1 0 0 0 0,-1-1 1 0 0,1 1-1 0 0,-1 0 0 0 0,0 0 1 0 0,0 0-1 0 0,-2 2 0 0 0,-3 4 64 0 0,-1 1-1 0 0,0-2 1 0 0,-9 9-1 0 0,14-13-64 0 0,-40 35 296 0 0,18-18-177 0 0,1 2 1 0 0,0 1 0 0 0,2 1 0 0 0,-20 29 0 0 0,40-52-140 0 0,1 0 0 0 0,-1 0 0 0 0,1 0 0 0 0,-1-1 0 0 0,1 1 0 0 0,0 0 0 0 0,-1 0 1 0 0,1 0-1 0 0,0 0 0 0 0,-1 0 0 0 0,1 0 0 0 0,0 0 0 0 0,0 0 0 0 0,0 0 0 0 0,0-1 1 0 0,0 1-1 0 0,0 0 0 0 0,0 0 0 0 0,0 0 0 0 0,0 0 0 0 0,1 0 0 0 0,-1 0 0 0 0,0 0 1 0 0,1 0-1 0 0,-1 0 0 0 0,0 0 0 0 0,1-1 0 0 0,-1 1 0 0 0,1 0 0 0 0,-1 0 0 0 0,1 0 1 0 0,0-1-1 0 0,-1 1 0 0 0,1 0 0 0 0,0-1 0 0 0,0 1 0 0 0,-1-1 0 0 0,1 1 0 0 0,0-1 1 0 0,0 1-1 0 0,0-1 0 0 0,0 1 0 0 0,-1-1 0 0 0,1 0 0 0 0,0 1 0 0 0,0-1 0 0 0,0 0 0 0 0,0 0 1 0 0,1 0-1 0 0,10 3-126 0 0,0-1 0 0 0,1 0 0 0 0,15 0 1 0 0,-5 1 30 0 0,-11-1 101 0 0,13 2-27 0 0,34 12-1 0 0,-54-15 26 0 0,1 1 0 0 0,-1 0 0 0 0,0 0-1 0 0,-1 0 1 0 0,1 1 0 0 0,0-1-1 0 0,-1 1 1 0 0,1 0 0 0 0,-1 1 0 0 0,0-1-1 0 0,0 1 1 0 0,0 0 0 0 0,3 4-1 0 0,-7-6 7 0 0,1-1-1 0 0,-1 1 1 0 0,1-1-1 0 0,-1 0 1 0 0,0 1-1 0 0,1-1 0 0 0,-1 1 1 0 0,0-1-1 0 0,0 1 1 0 0,0-1-1 0 0,-1 1 1 0 0,1-1-1 0 0,0 1 1 0 0,0-1-1 0 0,-1 1 1 0 0,1-1-1 0 0,-1 1 0 0 0,1-1 1 0 0,-1 0-1 0 0,0 1 1 0 0,1-1-1 0 0,-1 0 1 0 0,0 1-1 0 0,0-1 1 0 0,0 0-1 0 0,0 0 0 0 0,-2 2 1 0 0,-38 33 119 0 0,28-26-86 0 0,-52 40-175 0 0,47-38 67 0 0,1 1 0 0 0,0 1 0 0 0,1 0 0 0 0,0 1 0 0 0,-14 18 0 0 0,30-32 78 0 0,-1 0 0 0 0,0-1-1 0 0,1 1 1 0 0,-1 0 0 0 0,1 0 0 0 0,-1 0-1 0 0,1 0 1 0 0,-1 0 0 0 0,1 0 0 0 0,0 0-1 0 0,-1 0 1 0 0,1 0 0 0 0,0 0 0 0 0,0 0-1 0 0,-1 0 1 0 0,1 0 0 0 0,0 0 0 0 0,0 0-1 0 0,0 0 1 0 0,1 0 0 0 0,-1 0 0 0 0,0 0-1 0 0,0 0 1 0 0,0 0 0 0 0,1 1 0 0 0,0-1 18 0 0,1 1 0 0 0,-1-1 1 0 0,0 0-1 0 0,0 0 0 0 0,0 1 1 0 0,1-1-1 0 0,-1 0 1 0 0,1-1-1 0 0,-1 1 0 0 0,1 0 1 0 0,-1 0-1 0 0,1-1 1 0 0,3 2-1 0 0,6 1 131 0 0,1-1-1 0 0,0 0 1 0 0,17 1 0 0 0,-21-3-128 0 0,14 2-34 0 0,60 8-84 0 0,-74-8 81 0 0,-1 0 1 0 0,1 0 0 0 0,-1 1-1 0 0,0 0 1 0 0,0 0 0 0 0,0 1 0 0 0,0 0-1 0 0,9 7 1 0 0,-15-11-23 0 0,-1 0 1 0 0,1 1-1 0 0,-1-1 0 0 0,1 1 0 0 0,-1-1 1 0 0,1 1-1 0 0,-1-1 0 0 0,0 1 0 0 0,1 0 1 0 0,-1-1-1 0 0,0 1 0 0 0,1-1 0 0 0,-1 1 1 0 0,0 0-1 0 0,0-1 0 0 0,0 1 1 0 0,0 0-1 0 0,0-1 0 0 0,1 1 0 0 0,-1 0 1 0 0,0-1-1 0 0,0 1 0 0 0,-1 0 0 0 0,1-1 1 0 0,0 1-1 0 0,0 0 0 0 0,0-1 0 0 0,0 1 1 0 0,-1 0-1 0 0,-11 19-3300 0 0,5-11-534 0 0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4:00.5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0 5065 0 0,'-20'6'15377'0'0,"17"-4"-14568"0"0,-1 5 1629 0 0,1 3-4188 0 0,-5 32 1880 0 0,2 1-1 0 0,2-1 1 0 0,2 1 0 0 0,4 67-1 0 0,39 168 409 0 0,-3-115-469 0 0,15 83 110 0 0,-50-224-28 0 0,-1-12-30 0 0,0 0 1 0 0,-1 0 0 0 0,0 0 0 0 0,-1 0 0 0 0,-1 19 0 0 0,0-26-126 0 0,-1-1-90 0 0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4:03.2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13 4609 0 0,'-39'-12'7842'0'0,"37"12"-7528"0"0,1-1 0 0 0,0 1 0 0 0,0 0 0 0 0,0 0 0 0 0,-1 1 0 0 0,1-1 0 0 0,0 0 0 0 0,0 0 0 0 0,-1 0 0 0 0,1 1 0 0 0,0-1 0 0 0,0 1 0 0 0,0-1 1 0 0,0 1-1 0 0,0-1 0 0 0,0 1 0 0 0,0 0 0 0 0,0 0 0 0 0,0-1 0 0 0,-2 3 0 0 0,2-1-144 0 0,0 0 0 0 0,0 0 0 0 0,1 1-1 0 0,-1-1 1 0 0,0 0 0 0 0,1 1 0 0 0,0-1 0 0 0,-1 0 0 0 0,1 1 0 0 0,0-1 0 0 0,1 3 0 0 0,-1-4-133 0 0,0 0 1 0 0,0 0 0 0 0,1 0-1 0 0,-1 0 1 0 0,0 0 0 0 0,1-1-1 0 0,-1 1 1 0 0,1 0 0 0 0,0 0-1 0 0,-1 0 1 0 0,1-1 0 0 0,-1 1-1 0 0,1 0 1 0 0,0-1 0 0 0,0 1-1 0 0,-1-1 1 0 0,1 1 0 0 0,0-1-1 0 0,0 1 1 0 0,0-1 0 0 0,-1 1-1 0 0,1-1 1 0 0,2 1 0 0 0,29 9 251 0 0,-15-5-240 0 0,25 8-86 0 0,1-1-1 0 0,68 10 1 0 0,-68-15 124 0 0,0 2 0 0 0,74 25 1 0 0,-56-11-88 0 0,0-4 0 0 0,2-2 0 0 0,104 14 0 0 0,-163-31-44 0 0,4 1-2651 0 0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4:03.9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26 5985 0 0,'-7'-11'-384'0'0,"-8"-2"5716"0"0,15 13-5152 0 0,-1 0-1 0 0,1 0 1 0 0,-1-1 0 0 0,1 1 0 0 0,-1 0 0 0 0,1 0-1 0 0,-1 0 1 0 0,1 0 0 0 0,-1 0 0 0 0,1 0 0 0 0,-1 0-1 0 0,1 0 1 0 0,-1 0 0 0 0,1 0 0 0 0,-1 0 0 0 0,0 0-1 0 0,1 0 1 0 0,-1 0 0 0 0,1 0 0 0 0,-1 1 0 0 0,1-1-1 0 0,-1 0 1 0 0,-3 3 1618 0 0,4-2-1618 0 0,0-1 0 0 0,-1 1-1 0 0,1-1 1 0 0,0 1 0 0 0,0-1 0 0 0,-1 0 0 0 0,1 1-1 0 0,0 0 1 0 0,0-1 0 0 0,0 1 0 0 0,0-1 0 0 0,0 1-1 0 0,0-1 1 0 0,0 1 0 0 0,0-1 0 0 0,0 1 0 0 0,0-1-1 0 0,0 1 1 0 0,0-1 0 0 0,0 2 0 0 0,-3 33-6 0 0,1 0 0 0 0,2 1 0 0 0,7 49 0 0 0,24 107 689 0 0,-8-62-611 0 0,84 653-252 0 0,-82-535 220 0 0,-23-197-160 0 0,-3 1 1 0 0,-12 93-1 0 0,13-141-791 0 0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4:05.1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201 128 1840 0 0,'-17'-12'818'0'0,"0"2"0"0"0,0 0 0 0 0,-35-14 0 0 0,27 13 496 0 0,-30-17-1 0 0,54 27-1095 0 0,0 1 1 0 0,0-1-1 0 0,0 1 0 0 0,0-1 1 0 0,0 0-1 0 0,0 1 1 0 0,0-1-1 0 0,0 0 0 0 0,0 0 1 0 0,0 0-1 0 0,0 0 1 0 0,0 0-1 0 0,0 0 0 0 0,1 0 1 0 0,-1 0-1 0 0,0 0 0 0 0,1 0 1 0 0,-1 0-1 0 0,0-2 1 0 0,2 2-98 0 0,-1 1 0 0 0,0-1 0 0 0,1 1 0 0 0,-1-1 0 0 0,0 1 0 0 0,1-1 0 0 0,-1 0 0 0 0,1 1 0 0 0,-1 0 0 0 0,1-1 0 0 0,-1 1 0 0 0,1-1 1 0 0,-1 1-1 0 0,1 0 0 0 0,0-1 0 0 0,-1 1 0 0 0,1 0 0 0 0,0 0 0 0 0,-1-1 0 0 0,1 1 0 0 0,0 0 0 0 0,-1 0 0 0 0,1 0 0 0 0,1 0 0 0 0,57-3 2172 0 0,-52 3-2395 0 0,156 2 1698 0 0,100-1-401 0 0,-42-3-22 0 0,225 27 0 0 0,-411-22-1071 0 0,1-1 0 0 0,0-2 1 0 0,-1-2-1 0 0,1-1 0 0 0,-1-2 1 0 0,69-18-1 0 0,-90 120 953 0 0,99 535-1062 0 0,22-155-397 0 0,-81-320 383 0 0,36 120-30 0 0,-84-258 51 0 0,1 1 0 0 0,10 18 0 0 0,-10-24 0 0 0,0 1 0 0 0,-2-1 0 0 0,1 2 0 0 0,4 23 0 0 0,-10-38 9 0 0,0 0 1 0 0,0 0-1 0 0,0 0 0 0 0,-1 0 1 0 0,1 0-1 0 0,0 0 0 0 0,0 0 1 0 0,-1 0-1 0 0,1 0 0 0 0,0 0 1 0 0,-1 0-1 0 0,1 0 0 0 0,-1 0 1 0 0,1 0-1 0 0,-1-1 0 0 0,1 1 1 0 0,-1 0-1 0 0,0 0 0 0 0,0-1 1 0 0,1 1-1 0 0,-1 0 0 0 0,0-1 1 0 0,0 1-1 0 0,0 0 0 0 0,1-1 1 0 0,-1 0-1 0 0,0 1 0 0 0,0-1 1 0 0,0 1-1 0 0,0-1 0 0 0,0 0 1 0 0,0 0-1 0 0,0 1 0 0 0,0-1 1 0 0,0 0-1 0 0,0 0 0 0 0,-2 0 1 0 0,-47 0 504 0 0,37-1-448 0 0,-34 3 62 0 0,-70 13-1 0 0,71-7 2 0 0,-72 1 0 0 0,44-9-250 0 0,1 3-1 0 0,-112 18 0 0 0,101-7 76 0 0,-1-4 0 0 0,-129-2-1 0 0,165-5 47 0 0,0 3 0 0 0,0 2 0 0 0,1 1 0 0 0,-74 26 0 0 0,-51 11 0 0 0,125-34 1 0 0,35-8-20 0 0,0 0 0 0 0,-1-1 1 0 0,0 0-1 0 0,-17 0 0 0 0,30-3-88 0 0,0 0 0 0 0,0 0 0 0 0,0 0 0 0 0,0 0 0 0 0,0 0-1 0 0,0-1 1 0 0,-1 1 0 0 0,1 0 0 0 0,0-1 0 0 0,1 1 0 0 0,-1 0 0 0 0,0-1 0 0 0,0 0 0 0 0,0 1 0 0 0,0-1 0 0 0,0 1 0 0 0,0-1 0 0 0,1 0-1 0 0,-1 0 1 0 0,0 1 0 0 0,0-1 0 0 0,1 0 0 0 0,-2-1 0 0 0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4:06.7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816 43 2761 0 0,'1'-1'188'0'0,"1"0"0"0"0,-1 0 0 0 0,0 0 0 0 0,0 0 0 0 0,0 0 0 0 0,0 0 1 0 0,-1 0-1 0 0,1-1 0 0 0,0 1 0 0 0,0 0 0 0 0,-1-1 0 0 0,1 1 0 0 0,-1 0 0 0 0,1-1 1 0 0,-1 1-1 0 0,0-1 0 0 0,1 1 0 0 0,-1-1 0 0 0,0 1 0 0 0,0-1 0 0 0,0 1 1 0 0,0-3-1 0 0,-1 3 5 0 0,0 0 1 0 0,1 0 0 0 0,-1 0 0 0 0,0 1-1 0 0,0-1 1 0 0,1 0 0 0 0,-1 1-1 0 0,0-1 1 0 0,0 1 0 0 0,0-1 0 0 0,0 1-1 0 0,0-1 1 0 0,0 1 0 0 0,0-1 0 0 0,0 1-1 0 0,0 0 1 0 0,0 0 0 0 0,0 0-1 0 0,0-1 1 0 0,0 1 0 0 0,0 0 0 0 0,-1 0-1 0 0,1 0 1 0 0,0 1 0 0 0,0-1 0 0 0,0 0-1 0 0,0 0 1 0 0,0 1 0 0 0,0-1-1 0 0,0 0 1 0 0,-1 1 0 0 0,-18 6 845 0 0,1 0 1 0 0,0 1-1 0 0,1 1 1 0 0,-30 20 0 0 0,22-14-743 0 0,-33 15 1 0 0,-269 99 1042 0 0,204-83-997 0 0,93-36-74 0 0,-60 11-1 0 0,76-18-139 0 0,16-3-87 0 0,20-4-772 0 0,-19 4 387 0 0,-1 1 0 0 0,1-1 1 0 0,-1 0-1 0 0,0 0 0 0 0,1 1 0 0 0,-1-1 0 0 0,0 1 1 0 0,1 0-1 0 0,-1-1 0 0 0,0 1 0 0 0,1 0 1 0 0,-1 0-1 0 0,0-1 0 0 0,2 3 0 0 0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4:08.7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102 175 4145 0 0,'-11'-16'1044'0'0,"1"-1"-1"0"0,-13-29 1 0 0,-9-15 861 0 0,7 26 7032 0 0,28 55-7821 0 0,3 24-1075 0 0,62 182 846 0 0,-14-55-663 0 0,71 234-211 0 0,-42-146-16 0 0,87 459 3 0 0,-150-621 0 0 0,100 548 560 0 0,-83-429-415 0 0,-25-152-71 0 0,30 200 827 0 0,-35-204-682 0 0,-4 1 0 0 0,-4 83 0 0 0,-1-128-309 0 0,0 36-924 0 0,3-49 918 0 0,-1 0 0 0 0,0 0 0 0 0,1 0 0 0 0,-1 0 0 0 0,1 0 0 0 0,0 0 0 0 0,0 0 0 0 0,0-1 0 0 0,1 1 0 0 0,-1 0 1 0 0,1-1-1 0 0,-1 1 0 0 0,1-1 0 0 0,2 3 0 0 0,0 0-1570 0 0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4:09.8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2145 3225 0 0,'-19'3'425'0'0,"-11"-9"8289"0"0,29 6-8574 0 0,1 0 1 0 0,0-1-1 0 0,0 1 1 0 0,0 0-1 0 0,0-1 0 0 0,0 1 1 0 0,0 0-1 0 0,0-1 1 0 0,0 1-1 0 0,0 0 1 0 0,0-1-1 0 0,0 1 0 0 0,0 0 1 0 0,0-1-1 0 0,1-1-51 0 0,0 0-1 0 0,0 0 0 0 0,0 0 0 0 0,0 1 0 0 0,0-1 1 0 0,1 1-1 0 0,-1-1 0 0 0,0 1 0 0 0,1-1 0 0 0,3-2 1 0 0,10-8 152 0 0,2 1 0 0 0,0 1 0 0 0,0 0 0 0 0,37-15 0 0 0,80-22 937 0 0,-114 41-910 0 0,69-19 780 0 0,157-24 0 0 0,97 12-322 0 0,-288 32-511 0 0,385-30 1157 0 0,-173 20-1185 0 0,50-4-14 0 0,-223 7-142 0 0,-5 3 76 0 0,0-4 0 0 0,142-40 0 0 0,-142 27-107 0 0,141-22 0 0 0,95 8 0 0 0,-187 32 0 0 0,-79 6 0 0 0,86-13 0 0 0,-90 6-248 0 0,-54 4 248 0 0,-3-10 14 0 0,0 1 1 0 0,-1-1 0 0 0,-1 1-1 0 0,0-1 1 0 0,-1 1-1 0 0,-1 0 1 0 0,0 1-1 0 0,-9-15 1 0 0,4 9 2 0 0,2-1 0 0 0,1 0 1 0 0,-11-36-1 0 0,-11-106-12 0 0,-16-69 224 0 0,34 184-143 0 0,-2 0 0 0 0,-38-82 0 0 0,23 72-75 0 0,11 23-11 0 0,1-1 0 0 0,1-1 1 0 0,-18-67-1 0 0,11-35 104 0 0,-2-7 8 0 0,22 129-28 0 0,-1-1 0 0 0,0 1 1 0 0,-2 0-1 0 0,0 0 0 0 0,0 1 0 0 0,-2 0 0 0 0,-9-15 1 0 0,12 23-78 0 0,9 7-819 0 0,9 9-505 0 0,-10-7 1728 0 0,10 5-422 0 0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4:10.6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9218 0 0,'3'92'9485'0'0,"9"51"-7533"0"0,1 27-2257 0 0,-11-130-301 0 0,4 66-117 0 0,1-35-7120 0 0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4:11.0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7 158 10138 0 0,'0'-1'95'0'0,"-5"-37"1067"0"0,4 36-965 0 0,1 1 1 0 0,0-1-1 0 0,0 0 1 0 0,0 1-1 0 0,0-1 1 0 0,0 1-1 0 0,1-1 1 0 0,-1 1-1 0 0,0-1 1 0 0,1 0-1 0 0,-1 1 1 0 0,1-1-1 0 0,-1 1 1 0 0,1 0-1 0 0,0-1 1 0 0,0 1-1 0 0,0 0 1 0 0,0-1-1 0 0,0 1 0 0 0,2-2 1 0 0,-2 3-65 0 0,0 0-1 0 0,0 0 1 0 0,-1 0-1 0 0,1 0 1 0 0,0 0-1 0 0,0 0 1 0 0,0 1-1 0 0,0-1 1 0 0,0 0-1 0 0,-1 1 1 0 0,1-1-1 0 0,0 0 1 0 0,0 1-1 0 0,-1-1 1 0 0,1 1-1 0 0,0-1 1 0 0,0 1-1 0 0,-1 0 1 0 0,1-1-1 0 0,-1 1 1 0 0,1 0-1 0 0,-1-1 1 0 0,1 1-1 0 0,-1 0 1 0 0,1 1-1 0 0,17 23 570 0 0,-16-22-417 0 0,29 45 490 0 0,4 9-616 0 0,3-2 1 0 0,50 56-1 0 0,-87-110-234 0 0,0 1 0 0 0,0-1-1 0 0,0 0 1 0 0,0 1 0 0 0,1-1 0 0 0,-1 0-1 0 0,0 0 1 0 0,0 0 0 0 0,1 0-1 0 0,-1 0 1 0 0,1-1 0 0 0,-1 1 0 0 0,1 0-1 0 0,-1-1 1 0 0,1 1 0 0 0,-1-1 0 0 0,1 1-1 0 0,0-1 1 0 0,-1 0 0 0 0,1 1 0 0 0,-1-1-1 0 0,1 0 1 0 0,0 0 0 0 0,1 0-1 0 0,-1-2-16 0 0,0 1-1 0 0,0 0 0 0 0,0-1 0 0 0,0 1 1 0 0,-1-1-1 0 0,1 1 0 0 0,-1-1 0 0 0,1 0 1 0 0,-1 1-1 0 0,0-1 0 0 0,1 0 0 0 0,-1 0 1 0 0,0 0-1 0 0,0 0 0 0 0,0 0 0 0 0,-1 0 1 0 0,2-4-1 0 0,13-41 500 0 0,12-73 0 0 0,10-33 2450 0 0,-37 152-2833 0 0,15-35 713 0 0,-14 34-694 0 0,-1 1 0 0 0,0 0 1 0 0,1 0-1 0 0,0 0 0 0 0,-1-1 0 0 0,1 1 0 0 0,0 0 0 0 0,-1 0 0 0 0,1 0 0 0 0,0 0 0 0 0,0 0 1 0 0,0 0-1 0 0,0 0 0 0 0,0 0 0 0 0,0 1 0 0 0,0-1 0 0 0,0 0 0 0 0,0 1 0 0 0,0-1 0 0 0,1 1 0 0 0,-1-1 1 0 0,0 1-1 0 0,0-1 0 0 0,1 1 0 0 0,1-1 0 0 0,0 4 19 0 0,1 0 1 0 0,-1 0-1 0 0,-1 0 1 0 0,1 0-1 0 0,0 0 1 0 0,-1 1-1 0 0,1-1 1 0 0,-1 1-1 0 0,0 0 1 0 0,0-1-1 0 0,1 6 1 0 0,2 0-32 0 0,144 218-71 0 0,-99-155-701 0 0,-37-54 349 0 0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4:11.4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0 1840 0 0,'-1'1'166'0'0,"1"-1"0"0"0,-1 1 1 0 0,1-1-1 0 0,-1 1 0 0 0,1-1 0 0 0,-1 1 0 0 0,1 0 0 0 0,-1-1 0 0 0,1 1 0 0 0,0 0 0 0 0,0-1 0 0 0,-1 1 0 0 0,1 0 0 0 0,0-1 0 0 0,0 1 0 0 0,0 0 0 0 0,-1 0 0 0 0,1-1 0 0 0,0 1 0 0 0,0 0 0 0 0,0-1 0 0 0,0 1 1 0 0,1 0-1 0 0,-1 0 0 0 0,0-1 0 0 0,0 1 0 0 0,0 0 0 0 0,0 0 0 0 0,1-1 0 0 0,0 2 0 0 0,6 32 2457 0 0,-6-30-2167 0 0,3 7 135 0 0,0 0 0 0 0,0 0 0 0 0,1-1 0 0 0,0 0 0 0 0,0 0 0 0 0,1 0 0 0 0,1 0 0 0 0,12 14-1 0 0,-14-19-478 0 0,0 0-1 0 0,0 0 0 0 0,0 0 0 0 0,1 0 0 0 0,0-1 0 0 0,0 0 0 0 0,0 0 1 0 0,0-1-1 0 0,0 0 0 0 0,1 0 0 0 0,0 0 0 0 0,0-1 0 0 0,0 0 0 0 0,0 0 1 0 0,7 1-1 0 0,-13-3-96 0 0,0 0 0 0 0,0 0 1 0 0,0 0-1 0 0,0-1 0 0 0,0 1 1 0 0,0 0-1 0 0,0-1 0 0 0,0 1 1 0 0,0 0-1 0 0,0-1 0 0 0,0 1 1 0 0,0-1-1 0 0,0 1 0 0 0,0-1 0 0 0,0 0 1 0 0,-1 1-1 0 0,1-1 0 0 0,0 0 1 0 0,0 0-1 0 0,-1 1 0 0 0,1-1 1 0 0,0 0-1 0 0,-1 0 0 0 0,1 0 1 0 0,-1 0-1 0 0,1 0 0 0 0,-1 0 1 0 0,0 0-1 0 0,1 0 0 0 0,-1 0 1 0 0,0 0-1 0 0,0 0 0 0 0,0 0 1 0 0,0-1-1 0 0,4-49 1111 0 0,-3 26-589 0 0,0 19-346 0 0,0 1 1 0 0,1-1-1 0 0,0 1 1 0 0,0 0 0 0 0,0-1-1 0 0,0 1 1 0 0,1 0-1 0 0,0 1 1 0 0,6-9-1 0 0,-9 13-142 0 0,1-1 0 0 0,0 0 0 0 0,0 0-1 0 0,-1 1 1 0 0,1-1 0 0 0,0 0 0 0 0,0 1-1 0 0,0-1 1 0 0,0 1 0 0 0,0-1 0 0 0,0 1-1 0 0,0-1 1 0 0,0 1 0 0 0,0 0 0 0 0,0-1-1 0 0,0 1 1 0 0,0 0 0 0 0,0 0 0 0 0,0 0-1 0 0,0 0 1 0 0,2 0 0 0 0,-1 0-13 0 0,-1 1 1 0 0,1 0-1 0 0,0 0 0 0 0,-1 0 0 0 0,0 0 1 0 0,1 0-1 0 0,-1 0 0 0 0,1 0 1 0 0,-1 1-1 0 0,0-1 0 0 0,0 0 1 0 0,0 1-1 0 0,0-1 0 0 0,0 1 1 0 0,0-1-1 0 0,0 1 0 0 0,0-1 1 0 0,0 3-1 0 0,24 58 223 0 0,-22-51-350 0 0,1 0 0 0 0,0 0 1 0 0,0 0-1 0 0,1-1 0 0 0,1 0 0 0 0,-1 0 0 0 0,2 0 0 0 0,14 16 0 0 0,-10-16-626 0 0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4:11.7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81 1840 0 0,'-8'-28'-167'0'0,"1"1"4758"0"0,-2 2 5036 0 0,66 181-1726 0 0,-4-9-7862 0 0,10-5-6934 0 0,-44-107-391 0 0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4:12.0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7 15203 0 0,'-5'-7'6086'0'0,"18"21"-4454"0"0,3 18-1389 0 0,-2 0 0 0 0,-1 1-1 0 0,-2 0 1 0 0,10 52 0 0 0,-7-30-73 0 0,-4-18-262 0 0,34 113 544 0 0,-36-130-1043 0 0,0 1-1 0 0,2-1 1 0 0,0 0 0 0 0,26 35 0 0 0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4:12.2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97 11058 0 0,'4'1'322'0'0,"0"0"0"0"0,0 0 0 0 0,0-1-1 0 0,-1 1 1 0 0,1-1 0 0 0,0 0-1 0 0,0 0 1 0 0,0 0 0 0 0,0 0 0 0 0,0-1-1 0 0,0 0 1 0 0,6-1 0 0 0,-1 0 143 0 0,18-3 247 0 0,0-1 0 0 0,0-1 0 0 0,41-17 0 0 0,26-18-4409 0 0,-92 41 3538 0 0,21-9-1184 0 0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4:12.4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5065 0 0,'2'1'274'0'0,"-1"0"-1"0"0,0 0 0 0 0,0 0 1 0 0,0 0-1 0 0,1 1 1 0 0,-1-1-1 0 0,0 0 0 0 0,-1 1 1 0 0,1-1-1 0 0,0 0 1 0 0,0 1-1 0 0,0-1 1 0 0,-1 1-1 0 0,1 0 0 0 0,0 2 1 0 0,8 34 3661 0 0,-4-17-1475 0 0,19 48 2055 0 0,-18-55-4458 0 0,0-1 1 0 0,16 24-1 0 0,-18-31-903 0 0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4:12.6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12 6913 0 0,'-2'-1'5'0'0,"-1"0"499"0"0,0-1 0 0 0,0 1 0 0 0,0 0 0 0 0,0-1 0 0 0,0 1-1 0 0,0 1 1 0 0,0-1 0 0 0,0 0 0 0 0,-1 1 0 0 0,1 0-1 0 0,0 0 1 0 0,0 0 0 0 0,-1 0 0 0 0,1 0 0 0 0,0 0-1 0 0,-4 2 1 0 0,7-2-482 0 0,0 0 0 0 0,0 0 0 0 0,0 0 0 0 0,0 0 0 0 0,-1 0-1 0 0,1 0 1 0 0,0 0 0 0 0,0 0 0 0 0,0 0 0 0 0,0 0 0 0 0,0 0-1 0 0,0 0 1 0 0,-1 0 0 0 0,1 0 0 0 0,0 0 0 0 0,0 0 0 0 0,0 0 0 0 0,0 0-1 0 0,0 1 1 0 0,0-1 0 0 0,0 0 0 0 0,0 0 0 0 0,-1 0 0 0 0,1 0 0 0 0,0 0-1 0 0,0 0 1 0 0,0 0 0 0 0,0 0 0 0 0,0 1 0 0 0,0-1 0 0 0,0 0-1 0 0,0 0 1 0 0,0 0 0 0 0,0 0 0 0 0,0 0 0 0 0,0 1 0 0 0,0-1 0 0 0,0 0-1 0 0,0 0 1 0 0,0 0 0 0 0,0 0 0 0 0,0 0 0 0 0,0 0 0 0 0,0 1 0 0 0,0-1-1 0 0,0 0 1 0 0,0 0 0 0 0,0 0 0 0 0,0 0 0 0 0,0 0 0 0 0,0 0-1 0 0,0 1 1 0 0,1-1 0 0 0,-1 0 0 0 0,10 4 166 0 0,14-1-2027 0 0,16-6-2202 0 0,-15 1 1954 0 0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4:13.3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86 10138 0 0,'3'0'346'0'0,"0"1"-1"0"0,0 0 1 0 0,0 0-1 0 0,0 0 1 0 0,-1 1-1 0 0,1-1 0 0 0,0 0 1 0 0,0 1-1 0 0,-1 0 1 0 0,1 0-1 0 0,-1 0 1 0 0,1 0-1 0 0,3 4 1 0 0,27 32 1715 0 0,-25-27-1736 0 0,-1 0 1 0 0,-1 1 0 0 0,0 0-1 0 0,5 13 1 0 0,11 22-214 0 0,-27-56-1475 0 0,0 3 1200 0 0,1-1 1 0 0,0 0 0 0 0,0 0-1 0 0,0-1 1 0 0,1 1 0 0 0,0-1-1 0 0,1 0 1 0 0,0 0 0 0 0,0 0-1 0 0,0 0 1 0 0,0-10 0 0 0,3 9 222 0 0,0-1 0 0 0,1 1 0 0 0,0 1 1 0 0,0-1-1 0 0,1 0 0 0 0,0 0 1 0 0,0 1-1 0 0,9-15 0 0 0,-11 21 22 0 0,0 0 1 0 0,0 0-1 0 0,0 0 0 0 0,0 1 0 0 0,0-1 1 0 0,1 0-1 0 0,-1 1 0 0 0,1-1 0 0 0,-1 1 1 0 0,1-1-1 0 0,0 1 0 0 0,-1-1 0 0 0,1 1 1 0 0,0 0-1 0 0,0 0 0 0 0,0 0 0 0 0,0 0 1 0 0,0 0-1 0 0,0 1 0 0 0,0-1 0 0 0,0 1 1 0 0,0-1-1 0 0,0 1 0 0 0,1 0 0 0 0,-1 0 1 0 0,0-1-1 0 0,0 2 0 0 0,0-1 0 0 0,0 0 1 0 0,0 0-1 0 0,1 1 0 0 0,-1-1 0 0 0,0 1 1 0 0,0 0-1 0 0,0-1 0 0 0,0 1 0 0 0,0 0 1 0 0,0 0-1 0 0,0 0 0 0 0,-1 1 0 0 0,4 1 0 0 0,2 4 66 0 0,1 0-1 0 0,-1 1 0 0 0,0 0 0 0 0,-1 1 0 0 0,0-1 0 0 0,6 12 0 0 0,11 15 136 0 0,-12-19-476 0 0,1 0 0 0 0,-2 2 1 0 0,16 33-1 0 0,-26-51 156 0 0,0 1-1 0 0,0-1 1 0 0,0 0 0 0 0,0 0 0 0 0,0 0-1 0 0,1 0 1 0 0,-1 1 0 0 0,0-1-1 0 0,0 0 1 0 0,0 0 0 0 0,0 0 0 0 0,0 0-1 0 0,0 0 1 0 0,0 0 0 0 0,0 0-1 0 0,1 1 1 0 0,-1-1 0 0 0,0 0 0 0 0,0 0-1 0 0,0 0 1 0 0,0 0 0 0 0,0 0-1 0 0,1 0 1 0 0,-1 0 0 0 0,0 0 0 0 0,0 0-1 0 0,0 0 1 0 0,0 0 0 0 0,0 0-1 0 0,1 0 1 0 0,-1 0 0 0 0,0 0 0 0 0,0 0-1 0 0,0 0 1 0 0,0 0 0 0 0,1 0-1 0 0,-1 0 1 0 0,0 0 0 0 0,0 0 0 0 0,0 0-1 0 0,0 0 1 0 0,0 0 0 0 0,1 0-1 0 0,-1 0 1 0 0,0 0 0 0 0,0-1 0 0 0,8-7-930 0 0,3-12-74 0 0,1-12 135 0 0,-6 10 1069 0 0,1 1 0 0 0,2 0 1 0 0,0 0-1 0 0,1 1 0 0 0,24-36 1 0 0,-32 53-27 0 0,0 1-1 0 0,-1 0 1 0 0,1 0 0 0 0,0 0-1 0 0,0 0 1 0 0,0 0 0 0 0,0 1 0 0 0,1-1-1 0 0,-1 1 1 0 0,0-1 0 0 0,1 1-1 0 0,-1 0 1 0 0,1 0 0 0 0,-1 0 0 0 0,1 0-1 0 0,0 0 1 0 0,-1 1 0 0 0,1-1 0 0 0,0 1-1 0 0,-1-1 1 0 0,1 1 0 0 0,0 0-1 0 0,4 1 1 0 0,-3 0-1 0 0,-1 0 1 0 0,1 1-1 0 0,-1-1 1 0 0,0 1-1 0 0,0 0 0 0 0,1 0 1 0 0,-1 0-1 0 0,0 1 1 0 0,-1-1-1 0 0,1 0 0 0 0,0 1 1 0 0,-1 0-1 0 0,1 0 1 0 0,-1 0-1 0 0,0 0 0 0 0,3 6 1 0 0,37 53-62 0 0,-9-23-4570 0 0,-24-30 2937 0 0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4:13.6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62 311 7834 0 0,'5'-3'218'0'0,"-1"1"0"0"0,0-1 1 0 0,0 0-1 0 0,0 0 0 0 0,-1 0 0 0 0,1 0 1 0 0,-1-1-1 0 0,0 1 0 0 0,0-1 0 0 0,0 0 1 0 0,0 0-1 0 0,0 0 0 0 0,3-8 1 0 0,1-3 223 0 0,0-1 1 0 0,6-24-1 0 0,-9 26-265 0 0,-1 0 0 0 0,-1 0 0 0 0,0 0 0 0 0,0-17 1 0 0,-2 25-191 0 0,0-1 0 0 0,-1 0 0 0 0,1 1 1 0 0,-1-1-1 0 0,0 1 0 0 0,-1-1 1 0 0,0 1-1 0 0,0 0 0 0 0,0-1 0 0 0,-6-10 1 0 0,7 16 19 0 0,0 0 0 0 0,1 0 1 0 0,-1 0-1 0 0,0 0 0 0 0,1 0 1 0 0,-1 0-1 0 0,0 0 1 0 0,0 0-1 0 0,0 1 0 0 0,0-1 1 0 0,0 0-1 0 0,0 1 0 0 0,0-1 1 0 0,0 0-1 0 0,0 1 0 0 0,0-1 1 0 0,0 1-1 0 0,0 0 0 0 0,0-1 1 0 0,-1 1-1 0 0,1 0 0 0 0,0 0 1 0 0,0 0-1 0 0,0 0 0 0 0,-1 0 1 0 0,1 0-1 0 0,0 0 0 0 0,-1 0 1 0 0,-1 1 26 0 0,0 0-1 0 0,0 1 1 0 0,0-1 0 0 0,1 1 0 0 0,-1-1-1 0 0,0 1 1 0 0,1 0 0 0 0,-1 0 0 0 0,1 0 0 0 0,-4 4-1 0 0,-2 3 102 0 0,1 1-1 0 0,-1 0 0 0 0,2 0 1 0 0,-10 18-1 0 0,11-15-20 0 0,0 1 0 0 0,1-1 1 0 0,0 1-1 0 0,1 0 0 0 0,1 0 0 0 0,0 0 0 0 0,1 1 1 0 0,0-1-1 0 0,1 0 0 0 0,3 19 0 0 0,-2-27-43 0 0,0 1 1 0 0,1-1-1 0 0,-1 0 0 0 0,1 1 0 0 0,1-1 0 0 0,-1 0 0 0 0,1 0 0 0 0,0-1 1 0 0,1 1-1 0 0,7 9 0 0 0,-8-11-26 0 0,1-1 1 0 0,-1 1-1 0 0,1-1 1 0 0,0 0-1 0 0,0-1 1 0 0,0 1-1 0 0,0-1 0 0 0,1 0 1 0 0,-1 0-1 0 0,1 0 1 0 0,-1 0-1 0 0,1-1 1 0 0,0 0-1 0 0,0 0 0 0 0,-1 0 1 0 0,7 0-1 0 0,22-4-651 0 0,-12-2-3589 0 0,-2-2-1065 0 0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4:13.8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103 52 7370 0 0,'-9'-15'848'0'0,"7"12"-255"0"0,0 0 0 0 0,0 0 0 0 0,-1 1 0 0 0,1-1 0 0 0,-1 1-1 0 0,0-1 1 0 0,0 1 0 0 0,0 0 0 0 0,0 0 0 0 0,0 0 0 0 0,0 1-1 0 0,0-1 1 0 0,-1 1 0 0 0,1 0 0 0 0,-1-1 0 0 0,1 2-1 0 0,-1-1 1 0 0,1 0 0 0 0,-5 0 0 0 0,6 2-504 0 0,1-1-1 0 0,-1 1 1 0 0,1-1 0 0 0,-1 1 0 0 0,1-1-1 0 0,-1 1 1 0 0,1 0 0 0 0,-1 0 0 0 0,1 0-1 0 0,0 0 1 0 0,0 0 0 0 0,-1 0-1 0 0,1 0 1 0 0,0 0 0 0 0,0 0 0 0 0,0 1-1 0 0,0-1 1 0 0,0 0 0 0 0,1 1 0 0 0,-1-1-1 0 0,0 0 1 0 0,1 1 0 0 0,-1-1-1 0 0,1 1 1 0 0,-1 0 0 0 0,1-1 0 0 0,0 1-1 0 0,-1-1 1 0 0,1 1 0 0 0,0-1 0 0 0,0 1-1 0 0,0 2 1 0 0,0 5 17 0 0,0 0 0 0 0,1 0 0 0 0,0-1 0 0 0,3 14 0 0 0,10 24 256 0 0,1-1 0 0 0,36 68 0 0 0,-27-60-348 0 0,-14-32-738 0 0,0-1-1 0 0,1 0 1 0 0,15 19-1 0 0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4:14.0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5 147 8290 0 0,'-5'-1'2218'0'0,"5"1"-2170"0"0,0-1 1 0 0,0 1-1 0 0,0 0 0 0 0,0 0 0 0 0,0 0 0 0 0,0 0 1 0 0,0 0-1 0 0,0 0 0 0 0,0-1 0 0 0,0 1 1 0 0,0 0-1 0 0,0-1 386 0 0,1 1-386 0 0,11-9 2315 0 0,32-14 660 0 0,-23 12-1505 0 0,55-36 430 0 0,-10 6-3868 0 0,-45 30-4754 0 0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4:14.3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0 383 5529 0 0,'2'0'106'0'0,"-1"0"0"0"0,0 1 0 0 0,0-1-1 0 0,0 0 1 0 0,1 0 0 0 0,-1 0 0 0 0,0 1 0 0 0,0-2-1 0 0,1 1 1 0 0,-1 0 0 0 0,0 0 0 0 0,1 0 0 0 0,-1 0 0 0 0,0-1-1 0 0,0 1 1 0 0,0-1 0 0 0,1 1 0 0 0,-1-1 0 0 0,0 1-1 0 0,0-1 1 0 0,0 0 0 0 0,0 1 0 0 0,1-2 0 0 0,31-21 3585 0 0,-29 20-3452 0 0,66-55 6218 0 0,-55 43-5668 0 0,-1 0 1 0 0,21-27-1 0 0,-30 34-754 0 0,0 1 1 0 0,0-1-1 0 0,0 1 0 0 0,-1-1 0 0 0,0-1 0 0 0,-1 1 1 0 0,1 0-1 0 0,-2-1 0 0 0,1 0 0 0 0,-1 0 0 0 0,-1 1 0 0 0,0-1 1 0 0,0 0-1 0 0,0 0 0 0 0,-1-1 0 0 0,-1 1 0 0 0,1 0 0 0 0,-4-14 1 0 0,3 21-36 0 0,1-1 0 0 0,-1 1 1 0 0,0 0-1 0 0,0 0 0 0 0,0 0 0 0 0,0-1 1 0 0,0 1-1 0 0,0 0 0 0 0,0 0 1 0 0,-1 1-1 0 0,1-1 0 0 0,-1 0 1 0 0,1 0-1 0 0,-1 1 0 0 0,0-1 1 0 0,0 1-1 0 0,0-1 0 0 0,0 1 1 0 0,0 0-1 0 0,0-1 0 0 0,0 1 1 0 0,0 1-1 0 0,0-1 0 0 0,0 0 0 0 0,-1 0 1 0 0,1 1-1 0 0,0-1 0 0 0,-1 1 1 0 0,1 0-1 0 0,0-1 0 0 0,-1 1 1 0 0,1 0-1 0 0,0 1 0 0 0,-1-1 1 0 0,1 0-1 0 0,0 1 0 0 0,-4 0 1 0 0,0 1-35 0 0,1 0 1 0 0,-1 0-1 0 0,1 0 1 0 0,0 1-1 0 0,0-1 1 0 0,0 1 0 0 0,0 0-1 0 0,0 1 1 0 0,1-1-1 0 0,0 1 1 0 0,-1 0-1 0 0,1 0 1 0 0,1 0 0 0 0,-7 9-1 0 0,7-8 11 0 0,0 1-1 0 0,0-1 0 0 0,0 1 1 0 0,1 0-1 0 0,0 0 0 0 0,0 0 1 0 0,1 0-1 0 0,-1 0 1 0 0,1 1-1 0 0,1-1 0 0 0,-1 0 1 0 0,1 0-1 0 0,0 1 0 0 0,0-1 1 0 0,3 11-1 0 0,-1-8 52 0 0,1-1 0 0 0,0 0 0 0 0,0 0 0 0 0,1 0 1 0 0,0 0-1 0 0,0-1 0 0 0,1 0 0 0 0,0 1 0 0 0,0-2 0 0 0,9 10 0 0 0,1-2 37 0 0,-1-2 0 0 0,1 1 0 0 0,1-2 0 0 0,0 0 0 0 0,1-1 0 0 0,0-1 0 0 0,0 0-1 0 0,1-1 1 0 0,31 9 0 0 0,-37-14-285 0 0,1 0 0 0 0,-1 0-1 0 0,1-1 1 0 0,16 0 0 0 0,-5-3-874 0 0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4:14.6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1 186 5065 0 0,'52'18'8714'0'0,"-33"-13"-7783"0"0,0 1-1 0 0,0 1 1 0 0,-1 1 0 0 0,0 1 0 0 0,17 11-1 0 0,-30-18-854 0 0,-1 1 0 0 0,1 0 1 0 0,-1 0-1 0 0,0 0 0 0 0,0 1 0 0 0,0 0 0 0 0,0-1 0 0 0,-1 1 0 0 0,0 1 0 0 0,1-1 0 0 0,-1 0 0 0 0,-1 1 0 0 0,1 0 0 0 0,-1-1 0 0 0,0 1 0 0 0,0 0 0 0 0,0 0 0 0 0,-1 0 0 0 0,1 0 0 0 0,-1 1 0 0 0,0-1 0 0 0,-1 0 0 0 0,1 9 1 0 0,-1-13-34 0 0,0-1-1 0 0,0 1 1 0 0,0-1 0 0 0,0 1 0 0 0,0-1 0 0 0,0 1 0 0 0,0-1 0 0 0,0 1 0 0 0,0-1 0 0 0,0 1 0 0 0,0-1 0 0 0,0 1 0 0 0,-1-1 0 0 0,1 1 0 0 0,0-1 0 0 0,0 1 0 0 0,0-1 0 0 0,-1 1 0 0 0,1-1 0 0 0,0 0 0 0 0,0 1 0 0 0,-1-1 0 0 0,1 1 0 0 0,0-1 0 0 0,-1 0 0 0 0,1 1 0 0 0,-1-1 0 0 0,1 0 0 0 0,0 0 0 0 0,-1 1 0 0 0,1-1 0 0 0,-1 0 0 0 0,1 0 0 0 0,-1 0 0 0 0,1 1 0 0 0,-1-1 0 0 0,1 0 0 0 0,-1 0 0 0 0,1 0 0 0 0,-1 0 0 0 0,1 0 0 0 0,-1 0 0 0 0,0 0 22 0 0,0-1 0 0 0,0 1 0 0 0,0-1 0 0 0,0 0 1 0 0,0 1-1 0 0,1-1 0 0 0,-1 0 0 0 0,0 0 0 0 0,1 1 0 0 0,-1-1 1 0 0,0 0-1 0 0,1 0 0 0 0,-1 0 0 0 0,1 0 0 0 0,-1 0 0 0 0,1 0 1 0 0,-1 0-1 0 0,1 0 0 0 0,0 0 0 0 0,-1-1 0 0 0,0-7 54 0 0,0 0 0 0 0,0 0 0 0 0,1-1 0 0 0,0 1 0 0 0,1 0 0 0 0,0 0 0 0 0,0 0 0 0 0,1-1 0 0 0,0 1 0 0 0,6-14 0 0 0,4-8-224 0 0,25-45 0 0 0,-17 41-1281 0 0,28-39 1 0 0,-21 38-6825 0 0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4:21.4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0 456 0 0,'-2'12'13844'0'0,"7"-8"-15925"0"0,2 0 2509 0 0,0 0 0 0 0,0 0 0 0 0,0-1 0 0 0,0 0 0 0 0,1-1 0 0 0,-1 1 0 0 0,1-1 1 0 0,-1-1-1 0 0,1 0 0 0 0,0 0 0 0 0,8 0 0 0 0,42 9 515 0 0,-15 7-683 0 0,-29-12-27 0 0,-1 1 0 0 0,1-2 0 0 0,0 0 0 0 0,17 3 0 0 0,-30-7-200 0 0,0 0 0 0 0,0-1 0 0 0,-1 1 0 0 0,1 0 0 0 0,0 0 0 0 0,0 1 0 0 0,0-1 0 0 0,0 0 0 0 0,0 0 0 0 0,0 0 0 0 0,0 1 0 0 0,0-1 0 0 0,0 0 0 0 0,0 1 0 0 0,-1-1 0 0 0,1 1 0 0 0,0-1 0 0 0,0 1 0 0 0,0-1 0 0 0,-1 1 0 0 0,1 0 0 0 0,0-1 1 0 0,-1 1-1 0 0,1 0 0 0 0,0-1 0 0 0,-1 1 0 0 0,1 0 0 0 0,-1 0 0 0 0,1 0 0 0 0,-1 0 0 0 0,0-1 0 0 0,1 1 0 0 0,-1 0 0 0 0,0 0 0 0 0,0 0 0 0 0,1 0 0 0 0,-1 0 0 0 0,0 0 0 0 0,0 0 0 0 0,0 0 0 0 0,0 0 0 0 0,0 0 0 0 0,-1 0 0 0 0,1 0 0 0 0,0 0 0 0 0,0-1 0 0 0,-1 2 0 0 0,1-1 25 0 0,0 0 66 0 0,10 16-48 0 0,-1-3 17 0 0,-1 1 0 0 0,-1 1 0 0 0,0-1 0 0 0,-1 1 0 0 0,6 30 0 0 0,-10-39-93 0 0,2 2 14 0 0,-1 1 1 0 0,1-1-1 0 0,11 17 1 0 0,-12-20 12 0 0,1 0-1 0 0,-1 0 1 0 0,0 1 0 0 0,0-1 0 0 0,0 0-1 0 0,-1 1 1 0 0,0 0 0 0 0,-1-1-1 0 0,1 1 1 0 0,0 12 0 0 0,-1-10-17 0 0,0 0 1 0 0,0 0-1 0 0,1-1 1 0 0,0 1-1 0 0,1 0 0 0 0,7 15 1 0 0,-6-14 9 0 0,0-1-1 0 0,-1 1 1 0 0,0 0 0 0 0,0 0 0 0 0,1 12 0 0 0,-1 9-7 0 0,2 0-1 0 0,2-1 1 0 0,1 0 0 0 0,14 38 0 0 0,-19-63-3 0 0,0 0 1 0 0,-1 1 0 0 0,2-1-1 0 0,-1-1 1 0 0,1 1-1 0 0,7 8 1 0 0,13 19 43 0 0,-19-26-4 0 0,-5-5-37 0 0,1 0 0 0 0,0 0-1 0 0,0 0 1 0 0,0 0 0 0 0,0 0 0 0 0,-1 0-1 0 0,1 0 1 0 0,-1 0 0 0 0,1 0 0 0 0,-1 0-1 0 0,1 0 1 0 0,-1 1 0 0 0,1-1 0 0 0,-1 0-1 0 0,0 0 1 0 0,0 0 0 0 0,0 1 0 0 0,0-1-1 0 0,1 0 1 0 0,-2 0 0 0 0,1 2 469 0 0,-13 18-418 0 0,-7 5 144 0 0,18-23-163 0 0,-1 1 1 0 0,1 0 0 0 0,-1-1-1 0 0,0 1 1 0 0,0-1-1 0 0,0 0 1 0 0,-1 0-1 0 0,1 0 1 0 0,-1 0 0 0 0,0-1-1 0 0,1 0 1 0 0,-7 4-1 0 0,-13 2-45 0 0,0 2 0 0 0,-35 21 0 0 0,52-28 0 0 0,-1 0 0 0 0,0 0 0 0 0,0 0 0 0 0,0-1 0 0 0,-10 1 0 0 0,10-1 0 0 0,-1-1 0 0 0,1 2 0 0 0,0-1 0 0 0,-1 1 0 0 0,-7 4 0 0 0,-5 2 18 0 0,1 0-1 0 0,-1-1 1 0 0,-34 8-1 0 0,46-14-12 0 0,-1 1-207 0 0,-1 1 0 0 0,1 0 1 0 0,-16 9-1 0 0,-5 10-4682 0 0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4:24.5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310 117 4609 0 0,'-3'-13'901'0'0,"-1"0"-1"0"0,0 0 1 0 0,-1 0 0 0 0,-10-18 0 0 0,14 29-740 0 0,0 0 0 0 0,0 0 0 0 0,0 0 0 0 0,0 0 0 0 0,-1 0 0 0 0,1 0 0 0 0,0 0 1 0 0,-1 1-1 0 0,0-1 0 0 0,1 1 0 0 0,-1-1 0 0 0,0 1 0 0 0,1 0 0 0 0,-1-1 0 0 0,0 1 0 0 0,0 0 1 0 0,0 0-1 0 0,0 0 0 0 0,0 1 0 0 0,-1-1 0 0 0,1 0 0 0 0,0 1 0 0 0,0-1 0 0 0,0 1 1 0 0,-1 0-1 0 0,1 0 0 0 0,0 0 0 0 0,0 0 0 0 0,0 0 0 0 0,-1 0 0 0 0,1 1 0 0 0,0-1 0 0 0,0 1 1 0 0,0-1-1 0 0,-1 1 0 0 0,-1 1 0 0 0,-8 5 39 0 0,0 1-1 0 0,1 0 1 0 0,0 1 0 0 0,0 0 0 0 0,1 1-1 0 0,0 0 1 0 0,1 1 0 0 0,0-1 0 0 0,1 2-1 0 0,-11 17 1 0 0,2 2-126 0 0,2-1 0 0 0,0 2 0 0 0,-10 36-1 0 0,22-60-61 0 0,0 0 0 0 0,1 1 0 0 0,0-1 0 0 0,1 1 0 0 0,-1 0 0 0 0,2 0 0 0 0,-1-1 0 0 0,1 1 0 0 0,3 17 0 0 0,-2-22-20 0 0,0-1 1 0 0,0 1-1 0 0,0-1 1 0 0,1 0 0 0 0,-1 1-1 0 0,1-1 1 0 0,0 0 0 0 0,0 0-1 0 0,0 0 1 0 0,0 0 0 0 0,1 0-1 0 0,-1 0 1 0 0,1-1 0 0 0,-1 1-1 0 0,1-1 1 0 0,0 0 0 0 0,0 0-1 0 0,0 0 1 0 0,1 0 0 0 0,-1-1-1 0 0,0 1 1 0 0,1-1-1 0 0,-1 1 1 0 0,1-1 0 0 0,6 1-1 0 0,14 1-170 0 0,0 0-1 0 0,0-2 0 0 0,1-1 1 0 0,45-5-1 0 0,-47 2-4 0 0,0 2 0 0 0,-1 0 0 0 0,1 1 0 0 0,0 1 0 0 0,38 8 0 0 0,-57-9 187 0 0,-1 1 1 0 0,1 0-1 0 0,-1 0 0 0 0,0 1 0 0 0,1-1 0 0 0,-1 1 0 0 0,0-1 1 0 0,0 1-1 0 0,0 0 0 0 0,0 0 0 0 0,-1 1 0 0 0,1-1 0 0 0,0 0 1 0 0,-1 1-1 0 0,0 0 0 0 0,0-1 0 0 0,1 1 0 0 0,-2 0 0 0 0,1 0 0 0 0,0 0 1 0 0,0 1-1 0 0,-1-1 0 0 0,0 0 0 0 0,0 1 0 0 0,0-1 0 0 0,0 0 1 0 0,0 1-1 0 0,-1-1 0 0 0,1 1 0 0 0,-1-1 0 0 0,0 1 0 0 0,0 0 1 0 0,0-1-1 0 0,-1 1 0 0 0,1-1 0 0 0,-3 6 0 0 0,0 6 156 0 0,-1-1-1 0 0,-1 0 1 0 0,0 0 0 0 0,-1 0-1 0 0,-1 0 1 0 0,0-1 0 0 0,-11 16-1 0 0,-3 1 22 0 0,-2-1 0 0 0,-37 37 0 0 0,46-52-821 0 0,0-1 1 0 0,-2-1 0 0 0,0 0-1 0 0,0-1 1 0 0,-1-1 0 0 0,-22 11-1 0 0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4:24.8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 63 7370 0 0,'-9'-18'6781'0'0,"10"27"-4443"0"0,0-5-2369 0 0,3 12 150 0 0,0-1 0 0 0,0 0-1 0 0,2 1 1 0 0,0-2 0 0 0,1 1 0 0 0,0-1-1 0 0,1 0 1 0 0,0 0 0 0 0,1-1-1 0 0,14 15 1 0 0,-15-20-56 0 0,0 0 0 0 0,0-1 0 0 0,1 0 0 0 0,0 0 0 0 0,0-1 0 0 0,1 0 0 0 0,0-1 0 0 0,0 0 0 0 0,0 0 0 0 0,0-1 0 0 0,1-1 0 0 0,0 0 0 0 0,0 0 0 0 0,-1-1 0 0 0,19 1 0 0 0,-27-2-57 0 0,0-1 1 0 0,0 1-1 0 0,0-1 1 0 0,0 0-1 0 0,1 0 1 0 0,-1 0-1 0 0,0 0 1 0 0,0 0-1 0 0,0-1 1 0 0,0 1-1 0 0,1-1 1 0 0,-1 1-1 0 0,0-1 1 0 0,0 0-1 0 0,0 0 1 0 0,0 0-1 0 0,0 0 1 0 0,-1 0-1 0 0,1 0 1 0 0,0 0-1 0 0,0-1 1 0 0,-1 1-1 0 0,1-1 1 0 0,-1 1-1 0 0,1-1 0 0 0,-1 0 1 0 0,0 1-1 0 0,1-1 1 0 0,-1 0-1 0 0,0 0 1 0 0,0 0-1 0 0,0 0 1 0 0,-1 0-1 0 0,1 0 1 0 0,0 0-1 0 0,-1 0 1 0 0,1 0-1 0 0,-1-1 1 0 0,0 1-1 0 0,0 0 1 0 0,0 0-1 0 0,0 0 1 0 0,0 0-1 0 0,0-1 1 0 0,-1-2-1 0 0,-1-6 37 0 0,0 0 0 0 0,-1 0-1 0 0,0 0 1 0 0,0 1 0 0 0,-1-1 0 0 0,-1 1-1 0 0,-9-17 1 0 0,5 13-34 0 0,-1 0-1 0 0,0 1 0 0 0,0 0 1 0 0,-2 1-1 0 0,1 0 0 0 0,-20-15 1 0 0,22 20-495 0 0,-1 1-1 0 0,1 0 1 0 0,-2 1 0 0 0,1-1 0 0 0,0 2 0 0 0,-14-5-1 0 0,9 6-1177 0 0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4:25.2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0 124 8290 0 0,'4'14'6259'0'0,"5"9"-4729"0"0,23 39 0 0 0,-24-49-1348 0 0,1-2-1 0 0,1 0 0 0 0,0 0 1 0 0,1 0-1 0 0,0-1 1 0 0,0-1-1 0 0,24 15 1 0 0,-29-20-174 0 0,1 0 0 0 0,-1-1 1 0 0,1 1-1 0 0,0-1 1 0 0,0-1-1 0 0,0 0 0 0 0,0 0 1 0 0,1 0-1 0 0,-1-1 1 0 0,1 0-1 0 0,-1 0 1 0 0,1 0-1 0 0,-1-1 0 0 0,1-1 1 0 0,-1 1-1 0 0,1-1 1 0 0,9-3-1 0 0,-14 3-6 0 0,-1 0 1 0 0,1-1-1 0 0,0 1 0 0 0,-1-1 0 0 0,1 1 0 0 0,0-1 1 0 0,-1 0-1 0 0,0 0 0 0 0,0 0 0 0 0,1-1 1 0 0,-1 1-1 0 0,0 0 0 0 0,-1-1 0 0 0,1 1 0 0 0,0-1 1 0 0,-1 0-1 0 0,0 1 0 0 0,1-1 0 0 0,-1 0 1 0 0,0 0-1 0 0,0 0 0 0 0,-1 0 0 0 0,1 0 0 0 0,-1 0 1 0 0,1 0-1 0 0,-1 0 0 0 0,0-6 0 0 0,-1-9 19 0 0,0 0 0 0 0,-1-1 0 0 0,-7-28 0 0 0,5 25-15 0 0,-2-15 268 0 0,2 0 0 0 0,0-40 0 0 0,37 127 1793 0 0,-22-31-1972 0 0,0 0 1 0 0,2-1-1 0 0,0 0 0 0 0,1-1 1 0 0,0 0-1 0 0,21 16 1 0 0,-22-22-854 0 0,1 0 1 0 0,1-1-1 0 0,-1-1 1 0 0,2-1-1 0 0,16 8 1 0 0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4:25.61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1 276 3681 0 0,'0'-2'143'0'0,"-1"-1"0"0"0,1 1-1 0 0,0 0 1 0 0,1 0 0 0 0,-1-1 0 0 0,0 1 0 0 0,1 0 0 0 0,-1 0 0 0 0,1-1 0 0 0,0 1-1 0 0,-1 0 1 0 0,1 0 0 0 0,0 0 0 0 0,0 0 0 0 0,1 0 0 0 0,-1 0 0 0 0,0 0 0 0 0,1 1-1 0 0,-1-1 1 0 0,1 0 0 0 0,-1 1 0 0 0,1-1 0 0 0,0 1 0 0 0,0 0 0 0 0,0-1-1 0 0,-1 1 1 0 0,1 0 0 0 0,0 0 0 0 0,1 0 0 0 0,-1 0 0 0 0,3 0 0 0 0,0-2 306 0 0,1 1-1 0 0,0 0 1 0 0,0 1 0 0 0,0-1 0 0 0,0 1 0 0 0,0 0-1 0 0,0 0 1 0 0,0 1 0 0 0,0 0 0 0 0,12 1-1 0 0,-6 2 42 0 0,-1 1-1 0 0,0 0 0 0 0,0 1 0 0 0,0 0 0 0 0,-1 0 0 0 0,1 1 0 0 0,-1 1 1 0 0,11 9-1 0 0,71 69 1362 0 0,-73-66-1598 0 0,-27-27 146 0 0,1 0 1 0 0,0 0-1 0 0,1-1 0 0 0,0 0 0 0 0,0 0 1 0 0,1 0-1 0 0,-7-16 0 0 0,8 10-405 0 0,-1 0 0 0 0,2-1-1 0 0,0 0 1 0 0,1 1 0 0 0,0-1 0 0 0,2 0 0 0 0,1-26-1 0 0,1 19-1153 0 0,1 0 0 0 0,9-31 0 0 0,-3 24-5909 0 0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4:26.1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60 0 10594 0 0,'-2'1'299'0'0,"0"-1"0"0"0,-1 1 0 0 0,1-1 0 0 0,0 1 0 0 0,0 0 0 0 0,0 0-1 0 0,-1 0 1 0 0,1 0 0 0 0,0 0 0 0 0,0 1 0 0 0,1-1 0 0 0,-1 1 0 0 0,0-1 0 0 0,0 1-1 0 0,1 0 1 0 0,-1-1 0 0 0,1 1 0 0 0,-1 0 0 0 0,1 0 0 0 0,-1 3 0 0 0,-1-1-16 0 0,0 1 0 0 0,1-1 0 0 0,0 1 0 0 0,0 0 0 0 0,0 0 0 0 0,0 0 1 0 0,1 0-1 0 0,-1 7 0 0 0,1 0-150 0 0,1 0 0 0 0,1 1 0 0 0,0-1-1 0 0,1 0 1 0 0,0 0 0 0 0,1 0 0 0 0,0 0 0 0 0,1 0 0 0 0,0-1 0 0 0,9 18 0 0 0,-9-23-72 0 0,-1 1 1 0 0,1-1-1 0 0,0 0 0 0 0,0-1 1 0 0,0 1-1 0 0,1-1 1 0 0,0 1-1 0 0,0-2 0 0 0,0 1 1 0 0,1 0-1 0 0,0-1 1 0 0,-1 0-1 0 0,2 0 0 0 0,-1-1 1 0 0,0 0-1 0 0,1 0 1 0 0,-1 0-1 0 0,1-1 0 0 0,12 3 1 0 0,-16-5-257 0 0,0 0 0 0 0,0 0 1 0 0,0 0-1 0 0,0-1 0 0 0,0 1 0 0 0,0-1 1 0 0,0 0-1 0 0,0 0 0 0 0,0 0 1 0 0,0 0-1 0 0,-1 0 0 0 0,1-1 1 0 0,0 1-1 0 0,-1-1 0 0 0,1 0 0 0 0,-1 1 1 0 0,1-1-1 0 0,-1-1 0 0 0,3-2 1 0 0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4:26.4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100 435 6913 0 0,'9'-9'-39'0'0,"6"-6"1376"0"0,0 0-1 0 0,18-26 1 0 0,-29 34-928 0 0,0 0 0 0 0,0 0 0 0 0,0-1 1 0 0,-1 1-1 0 0,0-1 0 0 0,0 0 0 0 0,-1 0 0 0 0,0 0 0 0 0,1-14 0 0 0,-1 1 396 0 0,-1-1 0 0 0,-2 0 0 0 0,-3-32 0 0 0,3 43-601 0 0,-1 0-1 0 0,-1 0 1 0 0,0 0 0 0 0,0 0-1 0 0,-1 0 1 0 0,0 1 0 0 0,-1 0 0 0 0,-9-14-1 0 0,13 21-182 0 0,-1 1-1 0 0,0-1 1 0 0,0 1-1 0 0,0-1 1 0 0,0 1-1 0 0,-1 0 1 0 0,1 0-1 0 0,-1 0 0 0 0,1 0 1 0 0,-1 0-1 0 0,1 1 1 0 0,-1-1-1 0 0,0 1 1 0 0,0-1-1 0 0,0 1 1 0 0,0 0-1 0 0,0 0 1 0 0,0 1-1 0 0,0-1 1 0 0,0 1-1 0 0,0-1 0 0 0,-1 1 1 0 0,1 0-1 0 0,0 0 1 0 0,0 1-1 0 0,0-1 1 0 0,0 0-1 0 0,0 1 1 0 0,0 0-1 0 0,0 0 1 0 0,0 0-1 0 0,0 0 1 0 0,0 0-1 0 0,-4 3 0 0 0,2-1 11 0 0,1 0 0 0 0,0 0 0 0 0,-1 0 0 0 0,1 0 0 0 0,0 1 0 0 0,1 0 0 0 0,-1 0 0 0 0,1 0 0 0 0,-1 0 1 0 0,1 1-1 0 0,1-1 0 0 0,-1 1 0 0 0,1-1 0 0 0,-1 1 0 0 0,1 0 0 0 0,1 0 0 0 0,-1 0 0 0 0,1 0 0 0 0,-2 11 0 0 0,3-8-29 0 0,0 1 0 0 0,1-1 0 0 0,-1 1 0 0 0,2-1 0 0 0,-1 1 0 0 0,1-1 0 0 0,1 0 0 0 0,0 1 0 0 0,0-1 0 0 0,0-1 0 0 0,1 1 0 0 0,0 0 0 0 0,0-1 0 0 0,1 0 0 0 0,0 0 0 0 0,0 0 0 0 0,1-1 0 0 0,0 0 0 0 0,0 0 0 0 0,1 0 0 0 0,-1 0 0 0 0,1-1 0 0 0,10 5 0 0 0,-6-3-5 0 0,0-1 1 0 0,0-1-1 0 0,0 0 0 0 0,0 0 1 0 0,1-1-1 0 0,0-1 1 0 0,0 0-1 0 0,0 0 0 0 0,0-2 1 0 0,1 1-1 0 0,-1-1 1 0 0,0-1-1 0 0,1 0 0 0 0,-1-1 1 0 0,20-4-1 0 0,1-5-1565 0 0,2-3-5544 0 0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4:28.3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35 80 9218 0 0,'-3'-4'183'0'0,"-18"-32"2540"0"0,19 32-1963 0 0,1 0 0 0 0,-1 0-1 0 0,1 0 1 0 0,0 0 0 0 0,0 0 0 0 0,0 0 0 0 0,0-8 0 0 0,15 48 809 0 0,-2 38-1141 0 0,-3 0-1 0 0,-4 1 0 0 0,-5 110 0 0 0,-2-99-623 0 0,4-1-1 0 0,16 109 0 0 0,-16-179-154 0 0,8 58-2657 0 0,-11-46-3426 0 0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4:28.6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16 168 3209 0 0,'-11'-23'-107'0'0,"7"-4"3580"0"0,4 26-3223 0 0,0 0 0 0 0,0 0 0 0 0,0-1 0 0 0,0 1 0 0 0,0 0 0 0 0,0 0-1 0 0,1 0 1 0 0,-1 0 0 0 0,0 0 0 0 0,1 1 0 0 0,-1-1 0 0 0,1 0 0 0 0,-1 0 0 0 0,1 0-1 0 0,-1 0 1 0 0,1 0 0 0 0,0 0 0 0 0,-1 1 0 0 0,2-2 0 0 0,-1 2-15 0 0,1-1 0 0 0,-1 0 0 0 0,0 1 0 0 0,1 0 0 0 0,-1-1-1 0 0,0 1 1 0 0,1 0 0 0 0,-1 0 0 0 0,0 0 0 0 0,1-1 0 0 0,-1 1 0 0 0,1 1 0 0 0,-1-1 0 0 0,0 0 0 0 0,1 0 0 0 0,-1 1 0 0 0,0-1 0 0 0,3 1 0 0 0,5 3 342 0 0,0 0-1 0 0,0 0 1 0 0,-1 0 0 0 0,1 1 0 0 0,-1 1-1 0 0,0-1 1 0 0,12 12 0 0 0,48 54 734 0 0,-45-45-886 0 0,-4-3-115 0 0,-14-17-256 0 0,0 1 0 0 0,1 0 0 0 0,-1-1 0 0 0,1 0 0 0 0,0 0 0 0 0,1-1 1 0 0,-1 0-1 0 0,1 0 0 0 0,1 0 0 0 0,11 5 0 0 0,-18-10-41 0 0,1 0 1 0 0,0 0 0 0 0,-1 0 0 0 0,1 0-1 0 0,0 0 1 0 0,-1 0 0 0 0,1-1 0 0 0,-1 1-1 0 0,1 0 1 0 0,0-1 0 0 0,-1 0 0 0 0,1 1-1 0 0,-1-1 1 0 0,1 0 0 0 0,-1 0 0 0 0,0 0-1 0 0,1 0 1 0 0,-1 0 0 0 0,0 0 0 0 0,0 0-1 0 0,0 0 1 0 0,0 0 0 0 0,0-1-1 0 0,0 1 1 0 0,0 0 0 0 0,0-1 0 0 0,0 1-1 0 0,0-1 1 0 0,-1 1 0 0 0,1-1 0 0 0,0-2-1 0 0,4-8 67 0 0,-1 0 0 0 0,5-23 0 0 0,-9 31-45 0 0,39-195-137 0 0,-31 157-325 0 0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4:29.2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60 5 12899 0 0,'-7'-4'4325'0'0,"7"4"-4182"0"0,-1 1 0 0 0,1-1 0 0 0,-1 1 0 0 0,1-1 0 0 0,0 1 0 0 0,-1-1 0 0 0,1 1 0 0 0,0-1-1 0 0,0 1 1 0 0,-1-1 0 0 0,1 1 0 0 0,0-1 0 0 0,0 1 0 0 0,0 0 0 0 0,-1-1 0 0 0,1 1 0 0 0,0-1-1 0 0,0 1 1 0 0,0 0 0 0 0,0-1 0 0 0,0 1 0 0 0,0-1 0 0 0,1 2 0 0 0,-1 51 419 0 0,-13 295 320 0 0,-1-250-1039 0 0,-1 15-1519 0 0,9-38-4479 0 0,6-43 63 0 0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4:29.6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5 114 9674 0 0,'-5'-13'2049'0'0,"11"7"95"0"0,-5 6-1994 0 0,1 0 1 0 0,-1 0 0 0 0,1 1 0 0 0,-1-1 0 0 0,1 0 0 0 0,-1 0-1 0 0,1 1 1 0 0,-1-1 0 0 0,0 1 0 0 0,1-1 0 0 0,-1 1-1 0 0,0 0 1 0 0,1-1 0 0 0,1 3 0 0 0,9 8 212 0 0,0 0 1 0 0,-1 1-1 0 0,-1 1 0 0 0,0 0 1 0 0,10 16-1 0 0,-9-12-119 0 0,1-1-1 0 0,26 29 1 0 0,-34-41-290 0 0,1 0 1 0 0,0 0-1 0 0,0 0 1 0 0,0 0-1 0 0,1-1 1 0 0,-1 0-1 0 0,1 0 1 0 0,0-1-1 0 0,0 1 1 0 0,0-1-1 0 0,0 0 1 0 0,0-1-1 0 0,9 2 1 0 0,-13-3-51 0 0,0 0 0 0 0,0 0 1 0 0,0 0-1 0 0,0 0 0 0 0,0 0 0 0 0,0 0 1 0 0,0 0-1 0 0,0-1 0 0 0,0 1 1 0 0,-1-1-1 0 0,1 0 0 0 0,0 1 1 0 0,0-1-1 0 0,0 0 0 0 0,-1 0 1 0 0,1 0-1 0 0,0 0 0 0 0,-1 0 0 0 0,1-1 1 0 0,1-1-1 0 0,0 0 21 0 0,-1 0-1 0 0,0 0 1 0 0,0-1-1 0 0,0 1 1 0 0,0-1 0 0 0,-1 1-1 0 0,1-1 1 0 0,-1 1-1 0 0,1-9 1 0 0,1-3 68 0 0,-2 0 1 0 0,0 0-1 0 0,-1 0 1 0 0,-2-19-1 0 0,1-45 474 0 0,1 72-208 0 0,1-1 0 0 0,0 1 1 0 0,0-1-1 0 0,1 1 0 0 0,0 0 1 0 0,0 0-1 0 0,1 0 0 0 0,5-10 1 0 0,-8 17-217 0 0,0-1 0 0 0,0 1 1 0 0,1-1-1 0 0,-1 1 0 0 0,0-1 1 0 0,0 1-1 0 0,1 0 0 0 0,-1-1 1 0 0,1 1-1 0 0,-1 0 0 0 0,0-1 0 0 0,1 1 1 0 0,-1 0-1 0 0,0-1 0 0 0,1 1 1 0 0,-1 0-1 0 0,1 0 0 0 0,-1-1 1 0 0,1 1-1 0 0,-1 0 0 0 0,1 0 1 0 0,-1 0-1 0 0,1 0 0 0 0,-1 0 1 0 0,1 0-1 0 0,-1-1 0 0 0,1 1 1 0 0,-1 0-1 0 0,1 1 0 0 0,0-1 1 0 0,13 11 773 0 0,9 29-90 0 0,-21-34-626 0 0,29 58 326 0 0,44 78 200 0 0,-63-124-1711 0 0,1 0 0 0 0,30 32 0 0 0,-26-33-5902 0 0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4:29.9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50 339 10138 0 0,'7'-8'415'0'0,"0"-1"-1"0"0,0 0 0 0 0,-1-1 1 0 0,0 0-1 0 0,-1 0 1 0 0,0 0-1 0 0,0 0 0 0 0,-1-1 1 0 0,4-17-1 0 0,-2 3 256 0 0,-2 0 0 0 0,0 0 0 0 0,1-30 0 0 0,-5 48-504 0 0,-1 1 0 0 0,1 0 0 0 0,-1 0 0 0 0,0-1 0 0 0,-1 1 0 0 0,0 0 0 0 0,0 0 0 0 0,0 0 0 0 0,0 0-1 0 0,-5-8 1 0 0,6 13-125 0 0,0 0 0 0 0,0 0 0 0 0,0-1-1 0 0,0 1 1 0 0,0 0 0 0 0,0 0-1 0 0,0 0 1 0 0,0 0 0 0 0,0 0 0 0 0,-1 0-1 0 0,1 0 1 0 0,0 0 0 0 0,-1 1-1 0 0,1-1 1 0 0,-1 0 0 0 0,1 1 0 0 0,0-1-1 0 0,-4 0 1 0 0,3 2-22 0 0,0-1 0 0 0,0 0 0 0 0,0 0 0 0 0,0 1 0 0 0,1 0-1 0 0,-1-1 1 0 0,0 1 0 0 0,0 0 0 0 0,0 0 0 0 0,1 0 0 0 0,-1 0 0 0 0,0 0 0 0 0,1 0 0 0 0,-1 0-1 0 0,1 0 1 0 0,-1 1 0 0 0,1-1 0 0 0,0 1 0 0 0,-2 1 0 0 0,-3 5-7 0 0,1-1 0 0 0,0 1 0 0 0,0 0 0 0 0,1 1 0 0 0,0-1 0 0 0,0 1 0 0 0,1 0 0 0 0,0 0 0 0 0,1 0 0 0 0,0 0 0 0 0,0 0 0 0 0,1 1 0 0 0,0-1 0 0 0,1 1 0 0 0,0-1 0 0 0,1 11 0 0 0,1-1-13 0 0,1 0 1 0 0,1 0-1 0 0,0 0 0 0 0,2-1 0 0 0,0 1 0 0 0,15 31 1 0 0,-16-40-35 0 0,1 0 0 0 0,0 0 0 0 0,1 0 0 0 0,0-1 0 0 0,11 11 0 0 0,-14-16-212 0 0,0 0 1 0 0,0 0 0 0 0,0-1 0 0 0,1 0-1 0 0,-1 0 1 0 0,1 0 0 0 0,0-1-1 0 0,0 1 1 0 0,0-1 0 0 0,0 0-1 0 0,0 0 1 0 0,0-1 0 0 0,8 1 0 0 0,5-1-5792 0 0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4:30.3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271 38 6913 0 0,'-1'-3'142'0'0,"0"1"-1"0"0,-1 0 1 0 0,1 0-1 0 0,0 0 0 0 0,0 0 1 0 0,-1 1-1 0 0,1-1 1 0 0,-1 0-1 0 0,0 1 0 0 0,1-1 1 0 0,-1 1-1 0 0,0-1 1 0 0,0 1-1 0 0,0 0 0 0 0,0 0 1 0 0,0-1-1 0 0,-4 0 0 0 0,1 1 151 0 0,0-1-1 0 0,0 1 1 0 0,0 0-1 0 0,-1 0 1 0 0,1 1-1 0 0,0 0 1 0 0,-9 0-1 0 0,4 1 114 0 0,1 0 0 0 0,0 1-1 0 0,-1 0 1 0 0,1 0 0 0 0,0 1 0 0 0,0 0-1 0 0,0 1 1 0 0,-14 8 0 0 0,15-6-231 0 0,0 0 1 0 0,1 1 0 0 0,0 0 0 0 0,0 0 0 0 0,0 1 0 0 0,1-1 0 0 0,0 1-1 0 0,-6 13 1 0 0,9-16-87 0 0,0 1-1 0 0,0 0 0 0 0,0 0 1 0 0,1 0-1 0 0,0 0 0 0 0,0 0 0 0 0,1 0 1 0 0,0 0-1 0 0,0 1 0 0 0,0-1 1 0 0,1 0-1 0 0,0 1 0 0 0,0-1 1 0 0,1 8-1 0 0,-1-12-109 0 0,1-1 1 0 0,-1 1-1 0 0,0 0 0 0 0,1-1 1 0 0,0 1-1 0 0,-1 0 1 0 0,1-1-1 0 0,0 1 0 0 0,0 0 1 0 0,-1-1-1 0 0,1 1 1 0 0,1-1-1 0 0,-1 0 0 0 0,0 1 1 0 0,0-1-1 0 0,0 0 1 0 0,1 0-1 0 0,-1 0 0 0 0,0 0 1 0 0,1 0-1 0 0,-1 0 1 0 0,1 0-1 0 0,2 1 0 0 0,-2-2-60 0 0,1 1 1 0 0,-1-1-1 0 0,1 0 0 0 0,0 0 0 0 0,-1 0 0 0 0,1 0 0 0 0,-1 0 1 0 0,1-1-1 0 0,0 1 0 0 0,-1-1 0 0 0,1 0 0 0 0,-1 0 0 0 0,5-2 1 0 0,2-2-164 0 0,0 0 0 0 0,0 0 1 0 0,0-1-1 0 0,-1-1 0 0 0,0 1 1 0 0,12-13-1 0 0,-16 13 197 0 0,0 1-1 0 0,-1-1 1 0 0,0 1 0 0 0,0-1-1 0 0,0 0 1 0 0,0 0 0 0 0,1-8-1 0 0,14-18 4692 0 0,-18 33-4575 0 0,7 9 1345 0 0,2 13-707 0 0,-5-11-653 0 0,1 1 150 0 0,0 0-1 0 0,11 22 1 0 0,-14-31-468 0 0,1-1 0 0 0,0 1 0 0 0,-1 0 0 0 0,1-1 0 0 0,1 1 0 0 0,-1-1 0 0 0,0 0-1 0 0,1 0 1 0 0,0 0 0 0 0,-1-1 0 0 0,1 1 0 0 0,6 2 0 0 0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4:30.8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150 6 8290 0 0,'0'0'63'0'0,"0"-1"1"0"0,0 1 0 0 0,-1 0-1 0 0,1-1 1 0 0,0 1-1 0 0,0 0 1 0 0,-1-1-1 0 0,1 1 1 0 0,0 0 0 0 0,-1 0-1 0 0,1-1 1 0 0,-1 1-1 0 0,1 0 1 0 0,0 0 0 0 0,-1 0-1 0 0,1-1 1 0 0,-1 1-1 0 0,1 0 1 0 0,0 0 0 0 0,-1 0-1 0 0,1 0 1 0 0,-1 0-1 0 0,1 0 1 0 0,-1 0 0 0 0,1 0-1 0 0,0 0 1 0 0,-1 0-1 0 0,1 0 1 0 0,-1 0-1 0 0,1 0 1 0 0,-1 0 0 0 0,1 0-1 0 0,0 1 1 0 0,-1-1-1 0 0,1 0 1 0 0,-1 0 0 0 0,1 0-1 0 0,-1 1 1 0 0,-16 6 1271 0 0,7-1-900 0 0,1 0-1 0 0,0 1 0 0 0,1 0 1 0 0,0 0-1 0 0,0 1 0 0 0,1 0 1 0 0,0 1-1 0 0,0 0 1 0 0,1 0-1 0 0,0 0 0 0 0,0 1 1 0 0,1-1-1 0 0,1 2 0 0 0,-1-1 1 0 0,2 0-1 0 0,-4 15 0 0 0,6-22-416 0 0,0 1-1 0 0,1-1 1 0 0,0 0-1 0 0,0 0 0 0 0,0 1 1 0 0,0-1-1 0 0,1 0 0 0 0,-1 0 1 0 0,1 0-1 0 0,0 1 0 0 0,0-1 1 0 0,0 0-1 0 0,0 0 0 0 0,0 0 1 0 0,1 0-1 0 0,-1-1 1 0 0,1 1-1 0 0,0 0 0 0 0,0-1 1 0 0,0 1-1 0 0,0-1 0 0 0,0 1 1 0 0,3 1-1 0 0,4 2 40 0 0,0 0 0 0 0,1-1 0 0 0,0 0 0 0 0,-1 0 0 0 0,18 4 0 0 0,32 17 195 0 0,-56-24-232 0 0,1 0 0 0 0,-1 0 0 0 0,0 0 0 0 0,0 1 0 0 0,0-1 0 0 0,0 1 0 0 0,-1 0 0 0 0,1 0 0 0 0,-1 0 0 0 0,1 0 0 0 0,-1 0 0 0 0,0 0 0 0 0,2 5 0 0 0,-4-5-27 0 0,1 1 0 0 0,0 0 0 0 0,-1-1 0 0 0,1 1 0 0 0,-1 0-1 0 0,0-1 1 0 0,-1 1 0 0 0,1 0 0 0 0,0-1 0 0 0,-1 1 0 0 0,0-1-1 0 0,0 1 1 0 0,0-1 0 0 0,0 1 0 0 0,-1-1 0 0 0,1 1 0 0 0,-1-1-1 0 0,0 0 1 0 0,0 0 0 0 0,0 0 0 0 0,0 0 0 0 0,-1 0 0 0 0,-4 4 0 0 0,0 0-339 0 0,0 0 1 0 0,0-1 0 0 0,-1 1 0 0 0,0-1 0 0 0,0-1 0 0 0,0 0 0 0 0,-16 8 0 0 0,9-9-485 0 0,14-30-10061 0 0,7 15 10869 0 0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4:31.2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12 1840 0 0,'28'-11'16618'0'0,"-26"27"-15663"0"0,-1 3-540 0 0,1 1 0 0 0,1-1 0 0 0,1 0 0 0 0,10 35 0 0 0,-11-47-405 0 0,0 0 1 0 0,-1 0 0 0 0,2-1-1 0 0,-1 1 1 0 0,1-1-1 0 0,0 0 1 0 0,1 0 0 0 0,-1 0-1 0 0,1 0 1 0 0,0-1 0 0 0,1 0-1 0 0,-1 0 1 0 0,1 0 0 0 0,0-1-1 0 0,0 0 1 0 0,7 4 0 0 0,-11-8-31 0 0,-1 1-1 0 0,1 0 1 0 0,-1-1 0 0 0,0 1 0 0 0,1-1 0 0 0,-1 0 0 0 0,1 1 0 0 0,-1-1 0 0 0,1 0 0 0 0,-1 0-1 0 0,1 0 1 0 0,-1 0 0 0 0,1 0 0 0 0,-1 0 0 0 0,0-1 0 0 0,1 1 0 0 0,-1 0 0 0 0,1-1 0 0 0,-1 1-1 0 0,1-1 1 0 0,-1 1 0 0 0,0-1 0 0 0,0 0 0 0 0,1 0 0 0 0,-1 1 0 0 0,0-1 0 0 0,0 0 0 0 0,0 0-1 0 0,0 0 1 0 0,0 0 0 0 0,0-1 0 0 0,0 1 0 0 0,0 0 0 0 0,0 0 0 0 0,0 0 0 0 0,-1-1 0 0 0,1 1-1 0 0,0 0 1 0 0,-1-1 0 0 0,1 1 0 0 0,-1-1 0 0 0,0 1 0 0 0,1-2 0 0 0,2-9-269 0 0,0-1 0 0 0,-1 1 0 0 0,1-26 1 0 0,-2 27 319 0 0,-1 8-22 0 0,1-8 159 0 0,-1 0 0 0 0,2 0 0 0 0,-1 1 0 0 0,2-1 0 0 0,-1 0 0 0 0,1 1 0 0 0,7-16-1 0 0,-10 26-135 0 0,1 0-1 0 0,-1 0 0 0 0,0-1 0 0 0,0 1 0 0 0,0 0 0 0 0,0 0 0 0 0,0 0 0 0 0,0 0 0 0 0,0 0 0 0 0,1 0 0 0 0,-1 0 0 0 0,0-1 0 0 0,0 1 1 0 0,0 0-1 0 0,0 0 0 0 0,0 0 0 0 0,1 0 0 0 0,-1 0 0 0 0,0 0 0 0 0,0 0 0 0 0,0 0 0 0 0,0 0 0 0 0,1 0 0 0 0,-1 0 0 0 0,0 0 0 0 0,0 0 0 0 0,0 0 1 0 0,1 0-1 0 0,-1 0 0 0 0,0 0 0 0 0,0 0 0 0 0,0 0 0 0 0,0 0 0 0 0,0 0 0 0 0,1 0 0 0 0,-1 0 0 0 0,0 1 0 0 0,0-1 0 0 0,0 0 0 0 0,0 0 0 0 0,0 0 1 0 0,1 0-1 0 0,7 10 440 0 0,7 17-422 0 0,-13-23 94 0 0,3 5-81 0 0,0-1 1 0 0,1 1 0 0 0,0-1 0 0 0,0 0 0 0 0,1 0 0 0 0,0 0-1 0 0,0-1 1 0 0,1 0 0 0 0,0-1 0 0 0,0 0 0 0 0,10 5 0 0 0,41 16-1513 0 0,7-7-5375 0 0,-46-15 152 0 0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4:31.5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3 158 5065 0 0,'-1'-1'40'0'0,"1"1"0"0"0,0 0 0 0 0,0 0 0 0 0,0-1-1 0 0,-1 1 1 0 0,1 0 0 0 0,0-1 0 0 0,0 1 0 0 0,0 0 0 0 0,0 0 0 0 0,0-1-1 0 0,-1 1 1 0 0,1 0 0 0 0,0-1 0 0 0,0 1 0 0 0,0 0 0 0 0,0-1 0 0 0,0 1 0 0 0,0 0-1 0 0,0-1 1 0 0,0 1 0 0 0,0 0 0 0 0,0-1 0 0 0,0 1 0 0 0,1 0 0 0 0,-1-1-1 0 0,0 1 1 0 0,0 0 0 0 0,0-1 0 0 0,0 1 0 0 0,0 0 0 0 0,1-1 0 0 0,-1 1-1 0 0,13-11 1621 0 0,18-1 2752 0 0,-26 12-4031 0 0,0 1-1 0 0,0 0 1 0 0,0 0 0 0 0,0 0-1 0 0,1 0 1 0 0,-2 1 0 0 0,1 0 0 0 0,0 0-1 0 0,0 0 1 0 0,-1 1 0 0 0,1-1-1 0 0,-1 1 1 0 0,1 0 0 0 0,-1 0-1 0 0,0 1 1 0 0,6 6 0 0 0,4 5-24 0 0,-1 0 1 0 0,22 32-1 0 0,-24-33-329 0 0,-8-10 123 0 0,0-1 1 0 0,0 1 0 0 0,0 0-1 0 0,-1 0 1 0 0,1 0 0 0 0,-1 0-1 0 0,0 0 1 0 0,2 6 0 0 0,-3-40 406 0 0,2 0 0 0 0,0 0 0 0 0,14-52 0 0 0,-12 62-1676 0 0,2 0 0 0 0,0 1 0 0 0,15-29 0 0 0,-12 31-5940 0 0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4:31.8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0 258 2304 0 0,'0'2'101'0'0,"0"0"0"0"0,0 0-1 0 0,1 0 1 0 0,-1-1-1 0 0,0 1 1 0 0,1 0-1 0 0,0 0 1 0 0,-1-1-1 0 0,1 1 1 0 0,0 0-1 0 0,0-1 1 0 0,-1 1 0 0 0,1 0-1 0 0,1-1 1 0 0,-1 0-1 0 0,0 1 1 0 0,0-1-1 0 0,0 0 1 0 0,1 1-1 0 0,-1-1 1 0 0,1 0-1 0 0,-1 0 1 0 0,1 0-1 0 0,-1 0 1 0 0,1 0 0 0 0,0-1-1 0 0,-1 1 1 0 0,1 0-1 0 0,0-1 1 0 0,0 1-1 0 0,-1-1 1 0 0,1 0-1 0 0,2 1 1 0 0,-1-1 196 0 0,0 0 0 0 0,0-1 0 0 0,0 1 1 0 0,0-1-1 0 0,-1 1 0 0 0,1-1 0 0 0,0 0 0 0 0,0 0 1 0 0,-1 0-1 0 0,1 0 0 0 0,-1-1 0 0 0,1 1 0 0 0,-1-1 1 0 0,1 0-1 0 0,-1 1 0 0 0,0-1 0 0 0,0 0 0 0 0,0 0 1 0 0,0 0-1 0 0,3-5 0 0 0,8-16 628 0 0,0 1 0 0 0,-2-2-1 0 0,-1 0 1 0 0,-1 0 0 0 0,-1 0 0 0 0,-1-1 0 0 0,4-31 0 0 0,-10 54-900 0 0,-1-1 0 0 0,0 0 0 0 0,1 0 0 0 0,-1 0 1 0 0,0 0-1 0 0,0 0 0 0 0,-1 0 0 0 0,1 1 0 0 0,-1-1 0 0 0,1 0 1 0 0,-1 0-1 0 0,-2-5 0 0 0,3 8-27 0 0,-1-1-1 0 0,1 1 1 0 0,0-1 0 0 0,-1 1 0 0 0,1 0-1 0 0,0-1 1 0 0,-1 1 0 0 0,1-1-1 0 0,-1 1 1 0 0,1 0 0 0 0,-1-1-1 0 0,1 1 1 0 0,-1 0 0 0 0,1 0 0 0 0,-1-1-1 0 0,0 1 1 0 0,1 0 0 0 0,-1 0-1 0 0,1 0 1 0 0,-1 0 0 0 0,1-1-1 0 0,-1 1 1 0 0,-1 0 0 0 0,1 1-20 0 0,-1-1 0 0 0,0 1 0 0 0,1-1 0 0 0,-1 1 0 0 0,0-1 0 0 0,1 1 0 0 0,-1 0 0 0 0,1 0 0 0 0,-1 0 0 0 0,1 0 0 0 0,-1 0 0 0 0,0 1 0 0 0,-4 3 6 0 0,0 0-1 0 0,1 0 0 0 0,-1 0 0 0 0,1 0 0 0 0,1 1 1 0 0,-1 0-1 0 0,1 0 0 0 0,0 1 0 0 0,0-1 0 0 0,1 1 0 0 0,0 0 1 0 0,0 0-1 0 0,1 0 0 0 0,-1 0 0 0 0,2 0 0 0 0,-1 0 1 0 0,1 1-1 0 0,0-1 0 0 0,0 1 0 0 0,1-1 0 0 0,0 0 1 0 0,1 1-1 0 0,-1-1 0 0 0,1 1 0 0 0,1-1 0 0 0,-1 0 0 0 0,1 1 1 0 0,1-1-1 0 0,-1 0 0 0 0,1 0 0 0 0,0-1 0 0 0,1 1 1 0 0,0-1-1 0 0,0 1 0 0 0,0-1 0 0 0,1 0 0 0 0,0-1 0 0 0,0 1 1 0 0,0-1-1 0 0,9 7 0 0 0,-5-6 67 0 0,0-1 0 0 0,0-1-1 0 0,0 1 1 0 0,1-1 0 0 0,-1-1 0 0 0,1 0 0 0 0,0 0 0 0 0,0-1-1 0 0,0 0 1 0 0,0-1 0 0 0,0 0 0 0 0,1 0 0 0 0,-1-1 0 0 0,0-1 0 0 0,0 1-1 0 0,1-2 1 0 0,-1 1 0 0 0,10-4 0 0 0,15-5-637 0 0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4:33.17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382 43 3225 0 0,'11'-9'156'0'0,"-7"6"830"0"0,1 0 0 0 0,-1-1 0 0 0,1 0 0 0 0,-1 0 0 0 0,-1 0 0 0 0,6-6 1 0 0,-10 10-700 0 0,0-1 0 0 0,1 1 0 0 0,-1 0 0 0 0,0 0 0 0 0,0 0 0 0 0,1 0 0 0 0,-1 0 0 0 0,0 0 0 0 0,0 0 0 0 0,0 0 0 0 0,1 0 0 0 0,-1 0 0 0 0,0 1 0 0 0,0-1 0 0 0,1 0 0 0 0,-5 3 1722 0 0,4-2-1722 0 0,-25 12 1446 0 0,-8 16-1115 0 0,1 0-1 0 0,2 2 0 0 0,1 2 0 0 0,-33 46 0 0 0,59-73-581 0 0,-66 88 268 0 0,-41 50-900 0 0,109-142 654 0 0,-3 4-1645 0 0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4:33.6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122 17 5337 0 0,'-74'26'2498'0'0,"26"-4"3807"0"0,72-33-4609 0 0,0 1 0 0 0,1 1-1 0 0,48-11 1 0 0,-43 15-1453 0 0,2 0-1 0 0,-1 2 1 0 0,0 2-1 0 0,0 0 1 0 0,48 7-1 0 0,-77-6-264 0 0,-1 1 0 0 0,1-1-1 0 0,-1 0 1 0 0,1 1 0 0 0,-1-1-1 0 0,1 1 1 0 0,-1 0 0 0 0,0 0 0 0 0,1-1-1 0 0,-1 1 1 0 0,0 0 0 0 0,0 0-1 0 0,0 0 1 0 0,0 0 0 0 0,1 0 0 0 0,-2 1-1 0 0,1-1 1 0 0,0 0 0 0 0,0 0 0 0 0,0 1-1 0 0,0-1 1 0 0,-1 1 0 0 0,1-1-1 0 0,-1 0 1 0 0,1 1 0 0 0,-1-1 0 0 0,1 1-1 0 0,-1-1 1 0 0,0 1 0 0 0,0-1-1 0 0,0 1 1 0 0,0-1 0 0 0,0 1 0 0 0,0 2-1 0 0,-1 8-406 0 0,0 0 0 0 0,-1 0-1 0 0,-5 18 1 0 0,3-11-564 0 0,0 22-2260 0 0,4-19-2572 0 0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4:34.1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47 12 4609 0 0,'-10'-11'6770'0'0,"9"11"-6520"0"0,1-1 1 0 0,-2 1 0 0 0,1 1 34 0 0,1-1 0 0 0,-1 1 0 0 0,0-1 0 0 0,0 1 0 0 0,1 0 0 0 0,-1-1 0 0 0,0 1 0 0 0,1 0 0 0 0,-1-1 0 0 0,1 1 0 0 0,-1 0 0 0 0,1 0 0 0 0,-1 0 0 0 0,1 0 0 0 0,0-1 0 0 0,-1 2 0 0 0,-9 40 2004 0 0,7 96-2826 0 0,-2 27-7558 0 0,-1-127 5504 0 0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4:35.2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46 259 4609 0 0,'-1'-7'543'0'0,"-1"-1"0"0"0,1 1 1 0 0,0-1-1 0 0,1 1 0 0 0,0-1 0 0 0,1-12 1 0 0,-1-13 967 0 0,-8-45 4400 0 0,4 58-517 0 0,-10-9-3275 0 0,-2-5-2192 0 0,81 264 935 0 0,27 78-1596 0 0,-81-278 265 0 0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4:35.5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1 163 7370 0 0,'0'-37'7226'0'0,"0"37"-7162"0"0,0 0 0 0 0,0 0 1 0 0,0 0-1 0 0,1 0 1 0 0,-1 0-1 0 0,0 0 1 0 0,0 0-1 0 0,0 0 1 0 0,0 0-1 0 0,1 0 1 0 0,-1 0-1 0 0,0 0 1 0 0,9 15 736 0 0,-4-5-640 0 0,0 1-1 0 0,0-1 0 0 0,1 0 1 0 0,0 0-1 0 0,1-1 0 0 0,0 0 0 0 0,1 0 1 0 0,0-1-1 0 0,15 14 0 0 0,-19-19-116 0 0,0-1-1 0 0,0 1 1 0 0,0-1 0 0 0,0 0-1 0 0,0 0 1 0 0,1-1 0 0 0,-1 1-1 0 0,0-1 1 0 0,1 0 0 0 0,-1 0-1 0 0,1 0 1 0 0,0-1-1 0 0,-1 1 1 0 0,1-1 0 0 0,-1 0-1 0 0,1-1 1 0 0,0 1 0 0 0,-1-1-1 0 0,1 0 1 0 0,-1 0 0 0 0,1 0-1 0 0,-1-1 1 0 0,0 1 0 0 0,0-1-1 0 0,1 0 1 0 0,-1-1-1 0 0,4-2 1 0 0,-4 3 28 0 0,0-1 1 0 0,0 0-1 0 0,0 0 0 0 0,0 0 1 0 0,0 0-1 0 0,-1 0 0 0 0,0-1 1 0 0,1 1-1 0 0,-1-1 0 0 0,-1 0 1 0 0,1 0-1 0 0,0 0 0 0 0,-1-1 1 0 0,0 1-1 0 0,0 0 0 0 0,0-1 1 0 0,-1 0-1 0 0,0 1 0 0 0,1-1 1 0 0,-2 0-1 0 0,1 0 0 0 0,0 1 1 0 0,-1-1-1 0 0,0 0 0 0 0,0 0 1 0 0,-1 0-1 0 0,1 0 0 0 0,-2-5 1 0 0,0 3-24 0 0,0 1 0 0 0,-1-1 0 0 0,0 1 0 0 0,0 0-1 0 0,0 0 1 0 0,-1 0 0 0 0,1 0 0 0 0,-1 1 0 0 0,-1-1 0 0 0,1 1 0 0 0,-1 0 0 0 0,0 0 0 0 0,0 1 0 0 0,-1 0 0 0 0,1-1 0 0 0,-1 2 0 0 0,0-1 0 0 0,0 1 0 0 0,-9-4 0 0 0,-41-10-2727 0 0,39 14-4378 0 0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4:36.0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176 30 7114 0 0,'-1'-2'129'0'0,"0"0"1"0"0,0 0 0 0 0,0 0-1 0 0,0 1 1 0 0,0-1 0 0 0,0 0-1 0 0,-1 1 1 0 0,1-1 0 0 0,0 1-1 0 0,-1 0 1 0 0,1-1 0 0 0,-1 1 0 0 0,0 0-1 0 0,1 0 1 0 0,-1 0 0 0 0,0 0-1 0 0,0 0 1 0 0,0 0 0 0 0,0 1-1 0 0,0-1 1 0 0,0 1 0 0 0,0-1 0 0 0,0 1-1 0 0,0 0 1 0 0,0 0 0 0 0,0-1-1 0 0,0 1 1 0 0,0 1 0 0 0,0-1-1 0 0,0 0 1 0 0,0 0 0 0 0,0 1-1 0 0,0-1 1 0 0,1 1 0 0 0,-1 0 0 0 0,0 0-1 0 0,0-1 1 0 0,-3 3 0 0 0,-1 1 313 0 0,-1 0 1 0 0,1 0 0 0 0,0 0 0 0 0,0 1-1 0 0,1 0 1 0 0,0 0 0 0 0,0 0-1 0 0,0 1 1 0 0,-6 9 0 0 0,4-4-259 0 0,1 0-1 0 0,1 0 1 0 0,-1 1 0 0 0,2 0-1 0 0,0 0 1 0 0,0 0 0 0 0,-2 22-1 0 0,5-28-192 0 0,0-1-1 0 0,1 1 1 0 0,-1-1-1 0 0,1 1 0 0 0,1-1 1 0 0,-1 1-1 0 0,1-1 1 0 0,0 0-1 0 0,0 1 1 0 0,1-1-1 0 0,0 0 1 0 0,0 0-1 0 0,0 1 0 0 0,0-2 1 0 0,1 1-1 0 0,0 0 1 0 0,0 0-1 0 0,0-1 1 0 0,0 0-1 0 0,5 5 1 0 0,-6-7-42 0 0,-1-1 1 0 0,0 0 0 0 0,0 0 0 0 0,1 0 0 0 0,-1 0 0 0 0,1 0 0 0 0,-1 0 0 0 0,1 0 0 0 0,0 0 0 0 0,-1-1 0 0 0,1 1 0 0 0,0-1 0 0 0,-1 1 0 0 0,1-1 0 0 0,0 1 0 0 0,0-1 0 0 0,-1 0 0 0 0,1 0 0 0 0,0 0 0 0 0,0 0 0 0 0,0 0 0 0 0,-1-1 0 0 0,1 1 0 0 0,2-1 0 0 0,-1 0-107 0 0,0-1-1 0 0,0 1 1 0 0,0-1 0 0 0,0 0 0 0 0,-1 0 0 0 0,1-1 0 0 0,0 1-1 0 0,-1 0 1 0 0,1-1 0 0 0,-1 1 0 0 0,3-6 0 0 0,3-3-371 0 0,-1-1 0 0 0,-1-1 1 0 0,0 1-1 0 0,0-1 0 0 0,3-15 0 0 0,2-26 176 0 0,1-3 2233 0 0,-11 51-1039 0 0,1 1 0 0 0,0-1 0 0 0,0 1 0 0 0,1-1-1 0 0,0 1 1 0 0,0 0 0 0 0,4-6 0 0 0,-7 11-793 0 0,1 0 0 0 0,-1 0-1 0 0,1 0 1 0 0,-1 0 0 0 0,0 0-1 0 0,1 0 1 0 0,-1 0 0 0 0,1 0-1 0 0,-1 0 1 0 0,1 0 0 0 0,-1 0-1 0 0,0 0 1 0 0,1 0 0 0 0,-1 0-1 0 0,1 0 1 0 0,-1 0 0 0 0,1 1-1 0 0,-1-1 1 0 0,0 0 0 0 0,1 0-1 0 0,-1 0 1 0 0,0 1 0 0 0,1-1 0 0 0,-1 0-1 0 0,0 1 1 0 0,1-1 0 0 0,-1 0-1 0 0,0 1 1 0 0,1-1 0 0 0,-1 0-1 0 0,0 1 1 0 0,0-1 0 0 0,1 0-1 0 0,-1 1 1 0 0,0-1 0 0 0,0 1-1 0 0,0-1 1 0 0,0 0 0 0 0,0 1-1 0 0,1 0 1 0 0,14 29-1298 0 0,-6-13 23 0 0,-7-13 688 0 0,1-1-1 0 0,0 0 1 0 0,-1 0 0 0 0,1 0-1 0 0,0-1 1 0 0,0 1-1 0 0,1-1 1 0 0,-1 0 0 0 0,0 1-1 0 0,1-1 1 0 0,-1-1 0 0 0,1 1-1 0 0,0-1 1 0 0,0 1-1 0 0,0-1 1 0 0,-1 0 0 0 0,1 0-1 0 0,0-1 1 0 0,8 1 0 0 0,2-1-2879 0 0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4:36.6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118 264 456 0 0,'7'-2'122'0'0,"20"-6"10662"0"0,-31 9-10391 0 0,0 1-1 0 0,0-1 1 0 0,0 0-1 0 0,0 1 1 0 0,0 0-1 0 0,1 0 1 0 0,-1 0-1 0 0,1 0 1 0 0,-1 1-1 0 0,1-1 1 0 0,0 1-1 0 0,0 0 1 0 0,0 0-1 0 0,-5 6 1 0 0,5-4-253 0 0,1 0-1 0 0,-1 1 1 0 0,1-1 0 0 0,-1 0 0 0 0,1 1-1 0 0,1-1 1 0 0,-1 1 0 0 0,1 0 0 0 0,-1 9 0 0 0,2 8-332 0 0,0 0 1 0 0,2 0 0 0 0,0 0 0 0 0,7 29 0 0 0,-5-34 535 0 0,-3-9-341 0 0,1-1 0 0 0,1 0-1 0 0,-1 0 1 0 0,5 9 0 0 0,-6-15-13 0 0,0 0 0 0 0,0 1 1 0 0,1-1-1 0 0,-1 0 0 0 0,0 0 0 0 0,1 0 0 0 0,0 0 0 0 0,-1 0 1 0 0,1 0-1 0 0,0 0 0 0 0,0-1 0 0 0,0 1 0 0 0,0-1 0 0 0,0 1 1 0 0,1-1-1 0 0,-1 0 0 0 0,4 2 0 0 0,-4-3-72 0 0,-1 0 0 0 0,0-1 0 0 0,1 1 0 0 0,-1 0 0 0 0,0-1 0 0 0,0 1 1 0 0,0 0-1 0 0,1-1 0 0 0,-1 0 0 0 0,0 1 0 0 0,0-1 0 0 0,0 0 0 0 0,0 1 0 0 0,0-1 0 0 0,0 0 0 0 0,0 0 0 0 0,0 0 0 0 0,0 0 0 0 0,-1 0 0 0 0,1 0 0 0 0,0 0 0 0 0,-1 0 0 0 0,1 0 0 0 0,0-1 1 0 0,-1 1-1 0 0,1-2 0 0 0,13-33-992 0 0,-10 22 719 0 0,0 0 0 0 0,-2-1-1 0 0,0 1 1 0 0,0-1 0 0 0,-1 1 0 0 0,-1-1 0 0 0,-1 1-1 0 0,0-1 1 0 0,-1 1 0 0 0,0-1 0 0 0,-1 1 0 0 0,-9-26-1 0 0,-5-2 936 0 0,-2 1 0 0 0,-43-69 1 0 0,-14-27 6368 0 0,79 151-2767 0 0,18 63-3739 0 0,9-6-301 0 0,2-2 0 0 0,4-2 1 0 0,52 76-1 0 0,-68-115-325 0 0,44 46-1 0 0,-33-42 87 0 0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28:22.0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169 125 2513 0 0,'-1'-2'187'0'0,"0"0"1"0"0,-1 1 0 0 0,1-1 0 0 0,0 0 0 0 0,0 0 0 0 0,0 0 0 0 0,0 0 0 0 0,0-1-1 0 0,0 1 1 0 0,1 0 0 0 0,-1-4 0 0 0,-3-9 373 0 0,-21 49 1000 0 0,23-30-1445 0 0,0 0-1 0 0,0 0 0 0 0,1 0 0 0 0,0 0 0 0 0,0 0 1 0 0,0 1-1 0 0,0-1 0 0 0,1 0 0 0 0,-1 0 0 0 0,1 1 1 0 0,0-1-1 0 0,1 0 0 0 0,-1 0 0 0 0,1 1 0 0 0,0-1 0 0 0,0 0 1 0 0,0 0-1 0 0,0 0 0 0 0,1 0 0 0 0,-1 0 0 0 0,1 0 1 0 0,0 0-1 0 0,0 0 0 0 0,1-1 0 0 0,-1 1 0 0 0,1-1 1 0 0,0 0-1 0 0,0 0 0 0 0,0 0 0 0 0,0 0 0 0 0,0 0 0 0 0,1-1 1 0 0,-1 1-1 0 0,8 3 0 0 0,-8-5-95 0 0,0 0-1 0 0,-1 1 1 0 0,1-1-1 0 0,0-1 1 0 0,0 1-1 0 0,0 0 1 0 0,0-1-1 0 0,0 1 1 0 0,0-1-1 0 0,0 0 1 0 0,0 0-1 0 0,0 0 1 0 0,0 0 0 0 0,0-1-1 0 0,0 1 1 0 0,0-1-1 0 0,0 0 1 0 0,0 0-1 0 0,2-1 1 0 0,1-1 13 0 0,-1 1 1 0 0,0-2-1 0 0,0 1 1 0 0,0 0-1 0 0,-1-1 0 0 0,1 0 1 0 0,-1 0-1 0 0,0 0 1 0 0,6-8-1 0 0,-6 7-50 0 0,0-1 0 0 0,0 1 0 0 0,0-1 0 0 0,-1 1 0 0 0,0-1 0 0 0,0 0 0 0 0,-1-1 0 0 0,0 1 0 0 0,0 0 0 0 0,0-1 0 0 0,0 1 0 0 0,-1-1 0 0 0,-1 1 0 0 0,1-1 0 0 0,-1 0 0 0 0,0 1 0 0 0,0-1-1 0 0,-2-9 1 0 0,1 14-22 0 0,1-1-1 0 0,-1 1 0 0 0,0-1 0 0 0,0 1 0 0 0,0 0 1 0 0,-1 0-1 0 0,1-1 0 0 0,0 1 0 0 0,-1 0 0 0 0,1 0 1 0 0,-1 0-1 0 0,0 0 0 0 0,0 1 0 0 0,0-1 0 0 0,0 0 1 0 0,0 1-1 0 0,0 0 0 0 0,0-1 0 0 0,0 1 0 0 0,0 0 1 0 0,-4-1-1 0 0,2 1 23 0 0,1 0 0 0 0,-1 1 0 0 0,1 0 0 0 0,-1 0 0 0 0,1 0 1 0 0,-1 0-1 0 0,0 1 0 0 0,1-1 0 0 0,-1 1 0 0 0,1 0 0 0 0,-1 0 1 0 0,1 0-1 0 0,-5 3 0 0 0,-6 3 22 0 0,1 1 0 0 0,0 0 1 0 0,0 1-1 0 0,1 1 0 0 0,-19 18 0 0 0,-9 18 232 0 0,38-43-230 0 0,0 0 0 0 0,1 0 1 0 0,-1 0-1 0 0,0 0 0 0 0,1 0 1 0 0,0 1-1 0 0,0-1 0 0 0,0 1 1 0 0,0-1-1 0 0,1 1 1 0 0,-1-1-1 0 0,1 1 0 0 0,0-1 1 0 0,0 7-1 0 0,0-9-3 0 0,0-1-1 0 0,0 1 1 0 0,0-1 0 0 0,1 1 0 0 0,-1-1-1 0 0,0 1 1 0 0,0-1 0 0 0,0 0-1 0 0,1 1 1 0 0,-1-1 0 0 0,0 1 0 0 0,0-1-1 0 0,1 1 1 0 0,-1-1 0 0 0,0 0-1 0 0,1 1 1 0 0,-1-1 0 0 0,0 0 0 0 0,1 1-1 0 0,-1-1 1 0 0,1 0 0 0 0,-1 0 0 0 0,1 1-1 0 0,-1-1 1 0 0,0 0 0 0 0,1 0-1 0 0,-1 0 1 0 0,1 1 0 0 0,0-1 0 0 0,19-3 18 0 0,15-14 203 0 0,-29 12-126 0 0,0 0 0 0 0,-1-1 0 0 0,0 0 0 0 0,0 0 0 0 0,0 0 0 0 0,0 0 0 0 0,5-12 1 0 0,-8 15-76 0 0,0 1 1 0 0,-1-1 0 0 0,0 0-1 0 0,1 0 1 0 0,-1 0 0 0 0,0 1 0 0 0,0-1-1 0 0,-1 0 1 0 0,1 0 0 0 0,-1 0 0 0 0,1 0-1 0 0,-1 0 1 0 0,0 0 0 0 0,0 0-1 0 0,0-1 1 0 0,-1 1 0 0 0,1 0 0 0 0,-1 0-1 0 0,1 0 1 0 0,-1 1 0 0 0,0-1 0 0 0,-2-4-1 0 0,2 6-26 0 0,0 0-1 0 0,0 0 1 0 0,-1-1-1 0 0,1 1 1 0 0,0 0-1 0 0,0 1 0 0 0,-1-1 1 0 0,1 0-1 0 0,-1 0 1 0 0,1 0-1 0 0,-1 1 1 0 0,1-1-1 0 0,-1 1 1 0 0,1-1-1 0 0,-1 1 1 0 0,1 0-1 0 0,-1-1 0 0 0,0 1 1 0 0,1 0-1 0 0,-1 0 1 0 0,1 0-1 0 0,-1 0 1 0 0,0 1-1 0 0,1-1 1 0 0,-1 0-1 0 0,1 1 1 0 0,-1-1-1 0 0,1 1 0 0 0,-1-1 1 0 0,1 1-1 0 0,-1 0 1 0 0,1 0-1 0 0,-1-1 1 0 0,0 3-1 0 0,-4 0-35 0 0,0 1 0 0 0,1 0 0 0 0,-1 0 0 0 0,1 0 0 0 0,0 1 1 0 0,-8 9-1 0 0,8-6 22 0 0,0-1 0 0 0,0 2 0 0 0,0-1 0 0 0,-3 11 0 0 0,7-17 14 0 0,0 0 0 0 0,0-1 0 0 0,0 1 0 0 0,1 0 1 0 0,-1 0-1 0 0,1 0 0 0 0,-1 0 0 0 0,1 0 1 0 0,0 0-1 0 0,-1 0 0 0 0,1 0 0 0 0,0 0 0 0 0,1 0 1 0 0,-1 0-1 0 0,0 0 0 0 0,0 0 0 0 0,1 0 1 0 0,-1 0-1 0 0,1 0 0 0 0,0 0 0 0 0,0-1 0 0 0,-1 1 1 0 0,1 0-1 0 0,0 0 0 0 0,0-1 0 0 0,2 3 1 0 0,-1-3 15 0 0,-1 0 1 0 0,1 0 0 0 0,0 0-1 0 0,-1 0 1 0 0,1 0 0 0 0,0-1 0 0 0,0 1-1 0 0,-1 0 1 0 0,1-1 0 0 0,0 0-1 0 0,0 1 1 0 0,0-1 0 0 0,0 0 0 0 0,0 0-1 0 0,0 0 1 0 0,0 0 0 0 0,0 0-1 0 0,-1 0 1 0 0,1-1 0 0 0,0 1 0 0 0,0-1-1 0 0,0 1 1 0 0,0-1 0 0 0,-1 0-1 0 0,1 0 1 0 0,0 0 0 0 0,3-2 0 0 0,-2 1 14 0 0,-1 0 1 0 0,1 0-1 0 0,0 0 1 0 0,-1 0 0 0 0,1-1-1 0 0,-1 1 1 0 0,0-1-1 0 0,0 1 1 0 0,0-1 0 0 0,0 0-1 0 0,0 0 1 0 0,0 0-1 0 0,-1 0 1 0 0,2-5 0 0 0,-2 5-25 0 0,-1-1 0 0 0,0 1 0 0 0,0 0 0 0 0,0 0 0 0 0,0 0 0 0 0,0-1 0 0 0,0 1 0 0 0,-1 0 0 0 0,0 0-1 0 0,1 0 1 0 0,-1 0 0 0 0,0 0 0 0 0,-1 0 0 0 0,1 0 0 0 0,-1 0 0 0 0,1 0 0 0 0,-1 0 0 0 0,0 1 0 0 0,0-1 0 0 0,0 1 0 0 0,-4-5 0 0 0,4 5-15 0 0,0 1 0 0 0,1-1-1 0 0,-1 1 1 0 0,0 0 0 0 0,0-1-1 0 0,0 1 1 0 0,0 0 0 0 0,0 0-1 0 0,0 0 1 0 0,0 1-1 0 0,-1-1 1 0 0,1 0 0 0 0,0 1-1 0 0,0 0 1 0 0,-1-1 0 0 0,1 1-1 0 0,0 0 1 0 0,0 0 0 0 0,-1 0-1 0 0,1 0 1 0 0,0 1 0 0 0,0-1-1 0 0,-1 1 1 0 0,1-1 0 0 0,0 1-1 0 0,0 0 1 0 0,0 0 0 0 0,0 0-1 0 0,0 0 1 0 0,0 0 0 0 0,-3 2-1 0 0,-1 2 8 0 0,0 1 1 0 0,0 0-1 0 0,0 0 0 0 0,1 0 0 0 0,0 1 0 0 0,0-1 0 0 0,1 1 0 0 0,-5 9 0 0 0,7-11 19 0 0,-1 1-1 0 0,1-1 1 0 0,0 0 0 0 0,0 1-1 0 0,1 0 1 0 0,-1-1 0 0 0,1 1-1 0 0,1 0 1 0 0,-1 0 0 0 0,1 0-1 0 0,0-1 1 0 0,1 9 0 0 0,-1-13-24 0 0,0 0-1 0 0,0 0 1 0 0,0 0 0 0 0,1 0 0 0 0,-1 0 0 0 0,0-1-1 0 0,0 1 1 0 0,1 0 0 0 0,-1 0 0 0 0,1 0 0 0 0,-1 0 0 0 0,1-1-1 0 0,-1 1 1 0 0,1 0 0 0 0,-1 0 0 0 0,1-1 0 0 0,0 1 0 0 0,-1 0-1 0 0,1-1 1 0 0,0 1 0 0 0,0-1 0 0 0,-1 1 0 0 0,1-1 0 0 0,0 1-1 0 0,0-1 1 0 0,0 0 0 0 0,0 1 0 0 0,1-1 0 0 0,1 0 27 0 0,-1 0 1 0 0,1 0 0 0 0,-1 0 0 0 0,0 0 0 0 0,1-1 0 0 0,-1 0 0 0 0,0 1 0 0 0,1-1-1 0 0,-1 0 1 0 0,0 0 0 0 0,3-1 0 0 0,5-4 141 0 0,0 0-1 0 0,0-1 1 0 0,15-13 0 0 0,-16 12-148 0 0,0 0-1 0 0,-1-1 1 0 0,0 0 0 0 0,0 0-1 0 0,-1-1 1 0 0,0 0 0 0 0,-1-1 0 0 0,0 1-1 0 0,-1-1 1 0 0,0 0 0 0 0,0-1-1 0 0,-1 1 1 0 0,-1-1 0 0 0,3-14 0 0 0,-6 26-27 0 0,0 0 1 0 0,0 0 0 0 0,0-1 0 0 0,0 1-1 0 0,0 0 1 0 0,1 0 0 0 0,-1-1 0 0 0,0 1-1 0 0,0 0 1 0 0,0 0 0 0 0,0 0 0 0 0,0-1-1 0 0,0 1 1 0 0,0 0 0 0 0,-1 0 0 0 0,1-1-1 0 0,0 1 1 0 0,0 0 0 0 0,0 0 0 0 0,0 0-1 0 0,0-1 1 0 0,0 1 0 0 0,0 0 0 0 0,0 0-1 0 0,-1 0 1 0 0,1-1 0 0 0,0 1 0 0 0,0 0-1 0 0,0 0 1 0 0,0 0 0 0 0,0 0 0 0 0,-1-1-1 0 0,1 1 1 0 0,0 0 0 0 0,0 0 0 0 0,0 0-1 0 0,-1 0 1 0 0,1 0 0 0 0,0 0 0 0 0,-1 0-1 0 0,-10 5-308 0 0,-13 16-19 0 0,20-17 237 0 0,3-4 97 0 0,0 1 0 0 0,0 0 1 0 0,0 0-1 0 0,0-1 0 0 0,1 1 1 0 0,-1 0-1 0 0,0 0 1 0 0,0 0-1 0 0,1 0 0 0 0,-1 0 1 0 0,0 0-1 0 0,1 0 0 0 0,-1 0 1 0 0,1 0-1 0 0,-1 0 0 0 0,1 1 1 0 0,0-1-1 0 0,-1 0 0 0 0,1 0 1 0 0,0 0-1 0 0,0 1 1 0 0,0 1-1 0 0,0-3 10 0 0,1 1 0 0 0,-1 0 0 0 0,1 0 1 0 0,-1-1-1 0 0,0 1 0 0 0,1 0 0 0 0,0 0 0 0 0,-1-1 0 0 0,1 1 1 0 0,-1-1-1 0 0,1 1 0 0 0,0 0 0 0 0,-1-1 0 0 0,1 0 0 0 0,0 1 0 0 0,0-1 1 0 0,0 1-1 0 0,-1-1 0 0 0,1 0 0 0 0,0 1 0 0 0,0-1 0 0 0,1 0 1 0 0,0 1 6 0 0,0-1 1 0 0,-1 1 0 0 0,1-1 0 0 0,0 0-1 0 0,-1 0 1 0 0,1 0 0 0 0,0 0 0 0 0,-1 0-1 0 0,1 0 1 0 0,0 0 0 0 0,-1-1 0 0 0,1 1-1 0 0,0-1 1 0 0,-1 1 0 0 0,1-1 0 0 0,-1 0-1 0 0,1 1 1 0 0,-1-1 0 0 0,1 0 0 0 0,-1 0 0 0 0,1 0-1 0 0,-1 0 1 0 0,0 0 0 0 0,0 0 0 0 0,1 0-1 0 0,-1-1 1 0 0,0 1 0 0 0,0 0 0 0 0,1-3-1 0 0,-2 2-21 0 0,0 1-1 0 0,0 0 1 0 0,-1-1-1 0 0,1 1 0 0 0,0 0 1 0 0,-1-1-1 0 0,1 1 1 0 0,-1 0-1 0 0,1-1 1 0 0,-1 1-1 0 0,0 0 0 0 0,0 0 1 0 0,1 0-1 0 0,-1 0 1 0 0,0 0-1 0 0,0 0 1 0 0,0 0-1 0 0,0 0 0 0 0,0 0 1 0 0,0 0-1 0 0,-1 0 1 0 0,1 0-1 0 0,0 1 1 0 0,0-1-1 0 0,0 1 0 0 0,-1-1 1 0 0,-1 0-1 0 0,-37-15-142 0 0,36 15 164 0 0,0 0 1 0 0,1 1 0 0 0,-1 0-1 0 0,0-1 1 0 0,0 1 0 0 0,0 1 0 0 0,1-1-1 0 0,-1 0 1 0 0,0 1 0 0 0,0 0-1 0 0,1 0 1 0 0,-1 0 0 0 0,0 0-1 0 0,-5 4 1 0 0,7-5 2 0 0,1 1 1 0 0,0 0-1 0 0,0 0 0 0 0,0 0 0 0 0,0 0 1 0 0,0 0-1 0 0,0 0 0 0 0,0 0 0 0 0,0 0 0 0 0,0 1 1 0 0,0-1-1 0 0,1 0 0 0 0,-1 0 0 0 0,0 1 1 0 0,1-1-1 0 0,-1 1 0 0 0,1-1 0 0 0,0 0 0 0 0,-1 1 1 0 0,1-1-1 0 0,0 1 0 0 0,0-1 0 0 0,0 1 1 0 0,0-1-1 0 0,0 1 0 0 0,0-1 0 0 0,0 0 0 0 0,1 1 1 0 0,-1-1-1 0 0,0 1 0 0 0,1-1 0 0 0,-1 0 1 0 0,1 1-1 0 0,0-1 0 0 0,-1 0 0 0 0,1 1 0 0 0,0-1 1 0 0,0 0-1 0 0,0 0 0 0 0,1 2 0 0 0,0-2-12 0 0,-1 1 0 0 0,1 0 0 0 0,0-1 0 0 0,0 1-1 0 0,0-1 1 0 0,0 0 0 0 0,0 0 0 0 0,0 1 0 0 0,0-2 0 0 0,1 1-1 0 0,-1 0 1 0 0,0 0 0 0 0,1-1 0 0 0,-1 1 0 0 0,0-1 0 0 0,1 1-1 0 0,-1-1 1 0 0,0 0 0 0 0,1 0 0 0 0,-1 0 0 0 0,1-1 0 0 0,-1 1-1 0 0,0 0 1 0 0,1-1 0 0 0,-1 0 0 0 0,0 1 0 0 0,1-1 0 0 0,-1 0-1 0 0,0 0 1 0 0,0 0 0 0 0,3-3 0 0 0,-2 3 13 0 0,0 0 0 0 0,0-1-1 0 0,-1 1 1 0 0,1-1 0 0 0,0 0 0 0 0,-1 0 0 0 0,1 0 0 0 0,-1 0-1 0 0,0 0 1 0 0,0 0 0 0 0,1-1 0 0 0,-2 1 0 0 0,1-1 0 0 0,0 0 0 0 0,0 1-1 0 0,-1-1 1 0 0,0 0 0 0 0,1 0 0 0 0,-1 0 0 0 0,0 0 0 0 0,-1 0-1 0 0,1 0 1 0 0,0-5 0 0 0,-1 6-13 0 0,0 0 0 0 0,-1 0-1 0 0,0 0 1 0 0,1 1 0 0 0,-1-1-1 0 0,0 0 1 0 0,0 1 0 0 0,0-1-1 0 0,0 1 1 0 0,0-1 0 0 0,0 1 0 0 0,0-1-1 0 0,0 1 1 0 0,-1 0 0 0 0,1-1-1 0 0,0 1 1 0 0,-1 0 0 0 0,1 0 0 0 0,-1 0-1 0 0,0 0 1 0 0,1 0 0 0 0,-1 1-1 0 0,0-1 1 0 0,0 0 0 0 0,1 1-1 0 0,-1-1 1 0 0,0 1 0 0 0,0 0 0 0 0,0 0-1 0 0,1-1 1 0 0,-1 1 0 0 0,0 0-1 0 0,0 0 1 0 0,0 1 0 0 0,-3 0 0 0 0,1-1-8 0 0,1 0 1 0 0,-1 1 0 0 0,1-1 0 0 0,0 1-1 0 0,-1 0 1 0 0,1 0 0 0 0,0 0 0 0 0,-1 1-1 0 0,1-1 1 0 0,0 1 0 0 0,0 0 0 0 0,0 0-1 0 0,0 0 1 0 0,0 0 0 0 0,1 0 0 0 0,-1 1-1 0 0,1-1 1 0 0,-3 4 0 0 0,3-3-10 0 0,0 1 0 0 0,0 0 1 0 0,1-1-1 0 0,0 1 0 0 0,0 0 0 0 0,0 0 1 0 0,0 0-1 0 0,0 0 0 0 0,1-1 1 0 0,0 1-1 0 0,-1 0 0 0 0,2 0 0 0 0,-1 0 1 0 0,0 0-1 0 0,1 0 0 0 0,0 0 1 0 0,0 0-1 0 0,0 0 0 0 0,0-1 0 0 0,0 1 1 0 0,1 0-1 0 0,0-1 0 0 0,0 1 1 0 0,0-1-1 0 0,0 1 0 0 0,0-1 0 0 0,1 0 1 0 0,-1 0-1 0 0,1 0 0 0 0,0-1 1 0 0,0 1-1 0 0,0-1 0 0 0,0 1 0 0 0,1-1 1 0 0,-1 0-1 0 0,0 0 0 0 0,1 0 1 0 0,4 1-1 0 0,-4-1 26 0 0,-1 0 1 0 0,1-1-1 0 0,0 1 1 0 0,0-1-1 0 0,0 0 1 0 0,0 0-1 0 0,0 0 1 0 0,0 0-1 0 0,1-1 1 0 0,-1 0-1 0 0,0 0 1 0 0,0 0-1 0 0,0 0 1 0 0,1-1-1 0 0,-1 1 1 0 0,0-1-1 0 0,0 0 1 0 0,0 0-1 0 0,0-1 1 0 0,0 1-1 0 0,-1-1 1 0 0,1 0-1 0 0,0 0 1 0 0,-1 0-1 0 0,1-1 1 0 0,-1 1-1 0 0,0-1 1 0 0,1 0 0 0 0,-1 0-1 0 0,-1 0 1 0 0,1 0-1 0 0,0 0 1 0 0,-1-1-1 0 0,0 1 1 0 0,4-8-1 0 0,-5 7 1 0 0,1 0 0 0 0,-1-1-1 0 0,-1 1 1 0 0,1-1 0 0 0,-1 1 0 0 0,0-1 0 0 0,0 1-1 0 0,0-1 1 0 0,0 1 0 0 0,-1-1 0 0 0,0 1 0 0 0,0-1-1 0 0,0 1 1 0 0,0 0 0 0 0,-1-1 0 0 0,1 1 0 0 0,-5-7-1 0 0,4 7-3 0 0,0 1 0 0 0,0-1 0 0 0,-1 0 0 0 0,1 1 1 0 0,-1 0-1 0 0,1-1 0 0 0,-1 1 0 0 0,0 0 0 0 0,0 1 0 0 0,-1-1 0 0 0,1 0 0 0 0,-1 1 0 0 0,1 0 0 0 0,-1 0 0 0 0,0 0 0 0 0,1 0 0 0 0,-1 1 0 0 0,0-1 0 0 0,-5 0 0 0 0,6 2-27 0 0,-1 0 0 0 0,1 1 0 0 0,-1 0 0 0 0,1-1-1 0 0,0 1 1 0 0,0 0 0 0 0,-1 1 0 0 0,1-1 0 0 0,0 0 0 0 0,0 1 0 0 0,0 0 0 0 0,0 0 0 0 0,0 0 0 0 0,1 0 0 0 0,-1 0 0 0 0,1 1 0 0 0,-5 4 0 0 0,5-6 8 0 0,1 1 0 0 0,-1-1 0 0 0,1 1 0 0 0,0-1 0 0 0,-1 1 1 0 0,1 0-1 0 0,0-1 0 0 0,0 1 0 0 0,0 0 0 0 0,0 0 0 0 0,1-1 1 0 0,-1 1-1 0 0,0 0 0 0 0,1 0 0 0 0,-1 0 0 0 0,1 0 0 0 0,0 0 0 0 0,0 0 1 0 0,-1 0-1 0 0,1 0 0 0 0,1 0 0 0 0,-1 0 0 0 0,0 0 0 0 0,0 0 1 0 0,1 0-1 0 0,-1 0 0 0 0,1 0 0 0 0,0 0 0 0 0,-1 0 0 0 0,1 0 0 0 0,1 1 1 0 0,0-1 14 0 0,0 0 0 0 0,0-1 0 0 0,0 1 0 0 0,0-1 0 0 0,1 0 0 0 0,-1 1 0 0 0,0-1 0 0 0,0 0 0 0 0,1-1 0 0 0,-1 1 0 0 0,1 0 0 0 0,-1-1 0 0 0,1 1 0 0 0,-1-1 0 0 0,1 0 0 0 0,-1 0 0 0 0,1 0 0 0 0,-1 0 0 0 0,1 0 0 0 0,-1 0 0 0 0,1-1 0 0 0,-1 1 0 0 0,1-1 0 0 0,-1 0-1 0 0,1 0 1 0 0,-1 0 0 0 0,0 0 0 0 0,0 0 0 0 0,1 0 0 0 0,-1-1 0 0 0,2-1 0 0 0,-2 2 15 0 0,0 0 0 0 0,-1 0 0 0 0,0 0-1 0 0,1 0 1 0 0,-1 0 0 0 0,1 0-1 0 0,-1-1 1 0 0,0 1 0 0 0,0 0-1 0 0,0-1 1 0 0,0 1 0 0 0,0-1 0 0 0,0 0-1 0 0,0 1 1 0 0,0-1 0 0 0,-1 0-1 0 0,1 1 1 0 0,-1-1 0 0 0,1 0-1 0 0,-1 0 1 0 0,0 1 0 0 0,1-1-1 0 0,-1 0 1 0 0,0 0 0 0 0,0 0 0 0 0,0 1-1 0 0,0-1 1 0 0,-1 0 0 0 0,1 0-1 0 0,-1 1 1 0 0,1-1 0 0 0,-1 0-1 0 0,1 0 1 0 0,-1 1 0 0 0,0-1 0 0 0,0 0-1 0 0,0 1 1 0 0,0-1 0 0 0,0 1-1 0 0,0 0 1 0 0,0-1 0 0 0,0 1-1 0 0,0 0 1 0 0,-3-3 0 0 0,2 2-13 0 0,0 0 0 0 0,-1 0-1 0 0,1 1 1 0 0,0-1 0 0 0,-1 0 0 0 0,1 1 0 0 0,-1 0 0 0 0,1-1 0 0 0,-1 1-1 0 0,0 0 1 0 0,1 0 0 0 0,-1 0 0 0 0,0 1 0 0 0,0-1 0 0 0,0 1-1 0 0,0-1 1 0 0,0 1 0 0 0,1 0 0 0 0,-1 0 0 0 0,-5 1 0 0 0,5 0-4 0 0,-1 0 1 0 0,1 1 0 0 0,0-1-1 0 0,0 1 1 0 0,0 0 0 0 0,0-1-1 0 0,0 1 1 0 0,0 1 0 0 0,0-1-1 0 0,0 0 1 0 0,1 1 0 0 0,0-1-1 0 0,-1 1 1 0 0,-3 5-1 0 0,3-2-27 0 0,-1-1 0 0 0,1 1 0 0 0,0 0 0 0 0,0 0 0 0 0,1 0 0 0 0,0 0-1 0 0,0 0 1 0 0,0 1 0 0 0,1-1 0 0 0,0 0 0 0 0,0 1 0 0 0,1 0-1 0 0,0-1 1 0 0,0 1 0 0 0,0-1 0 0 0,1 1 0 0 0,2 12 0 0 0,-2-18 17 0 0,0 1 0 0 0,0 0 0 0 0,0 0 0 0 0,0-1 0 0 0,0 1 0 0 0,0-1 0 0 0,0 1 0 0 0,0-1 0 0 0,0 1 0 0 0,1-1 0 0 0,-1 0 0 0 0,1 1 0 0 0,-1-1 0 0 0,1 0 0 0 0,-1 0 0 0 0,1 0 0 0 0,0 0 0 0 0,0 0 0 0 0,-1-1 0 0 0,1 1 0 0 0,0 0 1 0 0,0-1-1 0 0,0 0 0 0 0,0 1 0 0 0,-1-1 0 0 0,1 0 0 0 0,0 0 0 0 0,0 0 0 0 0,0 0 0 0 0,0 0 0 0 0,0 0 0 0 0,0-1 0 0 0,0 1 0 0 0,0-1 0 0 0,-1 1 0 0 0,1-1 0 0 0,0 0 0 0 0,0 0 0 0 0,2-1 0 0 0,3-1 21 0 0,0-1-1 0 0,-1 1 1 0 0,0-1-1 0 0,0 0 0 0 0,0-1 1 0 0,0 1-1 0 0,-1-1 1 0 0,1-1-1 0 0,4-5 1 0 0,-7 7 27 0 0,0-1 0 0 0,0 0 0 0 0,-1 0 0 0 0,0 0 0 0 0,1 0 0 0 0,-2 0 1 0 0,1 0-1 0 0,0 0 0 0 0,-1-1 0 0 0,0 1 0 0 0,-1-1 0 0 0,1 1 0 0 0,-1-10 0 0 0,0 13-47 0 0,0 0 0 0 0,-1 0 0 0 0,1 0 0 0 0,-1 0 0 0 0,1 0-1 0 0,-1 0 1 0 0,0 0 0 0 0,0 0 0 0 0,0 0 0 0 0,0 1 0 0 0,0-1-1 0 0,0 0 1 0 0,0 1 0 0 0,0-1 0 0 0,-1 1 0 0 0,1-1 0 0 0,-1 1 0 0 0,1-1-1 0 0,-1 1 1 0 0,1 0 0 0 0,-1 0 0 0 0,0 0 0 0 0,0 0 0 0 0,0 0-1 0 0,1 0 1 0 0,-1 1 0 0 0,0-1 0 0 0,0 0 0 0 0,0 1 0 0 0,0 0-1 0 0,0-1 1 0 0,0 1 0 0 0,0 0 0 0 0,0 0 0 0 0,0 0 0 0 0,0 0 0 0 0,0 1-1 0 0,0-1 1 0 0,-3 1 0 0 0,0 0-39 0 0,0-1 0 0 0,0 1 0 0 0,0 0 0 0 0,0 1 0 0 0,0 0 0 0 0,0-1 0 0 0,0 1 0 0 0,0 1 0 0 0,0-1 0 0 0,1 1 0 0 0,0 0 0 0 0,-1 0 0 0 0,1 0 0 0 0,-7 8 0 0 0,9-9 46 0 0,0 1 0 0 0,0-1-1 0 0,1 1 1 0 0,-1-1 0 0 0,1 1 0 0 0,0 0-1 0 0,0 0 1 0 0,0-1 0 0 0,0 1-1 0 0,1 0 1 0 0,-1 0 0 0 0,1 0 0 0 0,-1 0-1 0 0,1 0 1 0 0,0 0 0 0 0,0 0 0 0 0,0 0-1 0 0,1 0 1 0 0,-1 0 0 0 0,1 0 0 0 0,0 0-1 0 0,0 0 1 0 0,0 0 0 0 0,0 0 0 0 0,0-1-1 0 0,0 1 1 0 0,3 3 0 0 0,-1-2 9 0 0,-1-1 0 0 0,1 0 0 0 0,0 0 0 0 0,0 0 0 0 0,0 0 0 0 0,0 0 0 0 0,0-1 0 0 0,1 0-1 0 0,-1 1 1 0 0,1-1 0 0 0,-1-1 0 0 0,1 1 0 0 0,0 0 0 0 0,0-1 0 0 0,0 0 0 0 0,0 0 0 0 0,0 0 0 0 0,0 0 0 0 0,0-1 0 0 0,0 1 0 0 0,1-1 0 0 0,-1 0 0 0 0,0 0 0 0 0,0-1 0 0 0,0 1 0 0 0,0-1 0 0 0,0 0 0 0 0,7-2 0 0 0,-9 2 13 0 0,1 0 0 0 0,0 0 0 0 0,0 0 0 0 0,-1 0 0 0 0,1 0 0 0 0,0 0 0 0 0,-1-1 0 0 0,0 1 1 0 0,1-1-1 0 0,-1 0 0 0 0,0 0 0 0 0,1 0 0 0 0,-1 0 0 0 0,0 0 0 0 0,-1 0 0 0 0,1 0 1 0 0,0-1-1 0 0,-1 1 0 0 0,1-1 0 0 0,-1 1 0 0 0,0-1 0 0 0,1 0 0 0 0,-1 1 0 0 0,-1-1 0 0 0,1 0 1 0 0,0 0-1 0 0,-1 0 0 0 0,1 1 0 0 0,-1-1 0 0 0,0 0 0 0 0,0 0 0 0 0,0 0 0 0 0,0 0 1 0 0,-1 0-1 0 0,1 0 0 0 0,-1 1 0 0 0,0-1 0 0 0,1 0 0 0 0,-1 0 0 0 0,-1 1 0 0 0,-1-5 0 0 0,2 5-27 0 0,0-1-1 0 0,0 0 0 0 0,-1 0 0 0 0,1 0 0 0 0,-1 1 0 0 0,0-1 0 0 0,0 0 0 0 0,0 1 0 0 0,0 0 0 0 0,0 0 0 0 0,-1-1 0 0 0,1 1 0 0 0,0 0 0 0 0,-1 1 0 0 0,0-1 0 0 0,1 0 1 0 0,-1 1-1 0 0,0 0 0 0 0,0-1 0 0 0,0 1 0 0 0,0 0 0 0 0,-5-1 0 0 0,4 3 8 0 0,0-1-1 0 0,1 0 1 0 0,-1 1-1 0 0,1 0 1 0 0,-1-1 0 0 0,0 2-1 0 0,1-1 1 0 0,0 0 0 0 0,-1 1-1 0 0,1-1 1 0 0,0 1 0 0 0,0 0-1 0 0,0 0 1 0 0,0 0 0 0 0,0 1-1 0 0,0-1 1 0 0,1 0-1 0 0,-1 1 1 0 0,-2 3 0 0 0,-1 1-111 0 0,1 0 1 0 0,0 1 0 0 0,0-1-1 0 0,-8 16 1 0 0,12-20 75 0 0,0 0-1 0 0,-1 0 1 0 0,1-1 0 0 0,1 1-1 0 0,-1 0 1 0 0,0 0 0 0 0,1 0-1 0 0,-1 0 1 0 0,1 0 0 0 0,0 0 0 0 0,0 0-1 0 0,0-1 1 0 0,0 1 0 0 0,1 0-1 0 0,-1 0 1 0 0,1 0 0 0 0,0 0-1 0 0,1 5 1 0 0,-1-8 28 0 0,0 1 1 0 0,0 0 0 0 0,0 0-1 0 0,-1 0 1 0 0,1-1 0 0 0,0 1-1 0 0,0 0 1 0 0,0-1 0 0 0,0 1-1 0 0,0-1 1 0 0,0 1 0 0 0,1-1-1 0 0,-1 0 1 0 0,0 1 0 0 0,0-1-1 0 0,0 0 1 0 0,0 0-1 0 0,0 0 1 0 0,0 0 0 0 0,1 0-1 0 0,-1 0 1 0 0,0 0 0 0 0,0 0-1 0 0,2-1 1 0 0,33-7-143 0 0,-24 5 124 0 0,-5 1 72 0 0,0 0-1 0 0,0 0 0 0 0,-1-1 1 0 0,1 0-1 0 0,-1 0 1 0 0,0-1-1 0 0,0 1 0 0 0,0-1 1 0 0,6-6-1 0 0,-10 8-28 0 0,1 0 1 0 0,-1 0-1 0 0,1-1 0 0 0,-1 1 1 0 0,0-1-1 0 0,0 1 0 0 0,0-1 1 0 0,-1 0-1 0 0,1 0 0 0 0,-1 0 1 0 0,1 0-1 0 0,-1 0 0 0 0,0 0 1 0 0,0 0-1 0 0,0 0 0 0 0,-1-1 1 0 0,1 1-1 0 0,-1 0 0 0 0,1 0 1 0 0,-1-1-1 0 0,-1-4 0 0 0,1 6-33 0 0,0 1-1 0 0,-1-1 0 0 0,1 1 1 0 0,-1 0-1 0 0,1-1 1 0 0,-1 1-1 0 0,1 0 0 0 0,-1-1 1 0 0,0 1-1 0 0,1 0 0 0 0,-1 0 1 0 0,0 0-1 0 0,0 0 1 0 0,0 0-1 0 0,0 0 0 0 0,0 0 1 0 0,0 0-1 0 0,-1 0 1 0 0,1 0-1 0 0,0 0 0 0 0,-2 0 1 0 0,0 0 6 0 0,0 0 1 0 0,0 0 0 0 0,0 0 0 0 0,0 0 0 0 0,0 1 0 0 0,-1-1 0 0 0,1 1-1 0 0,0 0 1 0 0,-4 1 0 0 0,-2-1-6 0 0,-1 2 0 0 0,1-1 0 0 0,0 2 0 0 0,0-1 0 0 0,-13 6 1 0 0,13-3 63 0 0,1-1 1 0 0,0 1 0 0 0,0 1-1 0 0,0-1 1 0 0,1 1 0 0 0,0 1-1 0 0,0-1 1 0 0,0 1 0 0 0,1 0-1 0 0,0 1 1 0 0,1 0 0 0 0,-1 0 0 0 0,2 0-1 0 0,-1 0 1 0 0,1 1 0 0 0,0-1-1 0 0,1 1 1 0 0,0 0 0 0 0,0 1-1 0 0,1-1 1 0 0,0 0 0 0 0,1 1-1 0 0,0-1 1 0 0,0 14 0 0 0,1-21-34 0 0,1-1 0 0 0,-1 1 0 0 0,0 0 0 0 0,0 0 0 0 0,1-1 0 0 0,-1 1 0 0 0,1 0 0 0 0,0-1 0 0 0,0 1 1 0 0,-1 0-1 0 0,1-1 0 0 0,0 1 0 0 0,0-1 0 0 0,0 1 0 0 0,0-1 0 0 0,1 0 0 0 0,-1 1 0 0 0,0-1 0 0 0,1 0 0 0 0,-1 0 0 0 0,0 0 0 0 0,3 1 1 0 0,-1-1-6 0 0,0 0 1 0 0,0 0 0 0 0,0 0-1 0 0,0-1 1 0 0,0 1 0 0 0,0-1-1 0 0,0 0 1 0 0,0 0 0 0 0,0 0 0 0 0,0 0-1 0 0,6-2 1 0 0,3 0-80 0 0,0-2-1 0 0,-1 1 1 0 0,1-2-1 0 0,-1 0 1 0 0,16-9-1 0 0,-9 3-994 0 0,-1 1-3396 0 0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28:29.4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 70 4609 0 0,'-2'-2'437'0'0,"0"0"0"0"0,0 0 0 0 0,0 0 0 0 0,1 0 0 0 0,-1 0 0 0 0,0 0 0 0 0,1-1 0 0 0,0 1 0 0 0,-1 0 0 0 0,1-1 0 0 0,0 1 0 0 0,0-1 0 0 0,0-2 0 0 0,0 4-274 0 0,1 0 1 0 0,-1 0-1 0 0,1 0 0 0 0,0-1 1 0 0,-1 1-1 0 0,1 0 1 0 0,0 0-1 0 0,0 0 1 0 0,0 0-1 0 0,0 0 0 0 0,0 0 1 0 0,0 0-1 0 0,0-1 1 0 0,0 1-1 0 0,0 0 1 0 0,0 0-1 0 0,1 0 1 0 0,-1 0-1 0 0,0 0 0 0 0,1 0 1 0 0,-1 0-1 0 0,1 0 1 0 0,-1 0-1 0 0,1 0 1 0 0,-1 0-1 0 0,1 0 0 0 0,0 0 1 0 0,0 0-1 0 0,-1 0 1 0 0,1 1-1 0 0,0-1 1 0 0,0 0-1 0 0,2-1 0 0 0,-2 2-13 0 0,1 0-1 0 0,0 0 1 0 0,-1 1-1 0 0,1-1 0 0 0,0 0 1 0 0,-1 1-1 0 0,1-1 0 0 0,0 1 1 0 0,-1-1-1 0 0,1 1 0 0 0,-1-1 1 0 0,1 1-1 0 0,-1 0 0 0 0,1 0 1 0 0,-1 0-1 0 0,1 0 0 0 0,-1 0 1 0 0,2 2-1 0 0,23 23 866 0 0,-25-25-981 0 0,21 24 128 0 0,-2 1 0 0 0,-1 0 0 0 0,15 30 0 0 0,43 92 633 0 0,-39-73-643 0 0,-2-8-95 0 0,-13-27 14 0 0,17 43 1 0 0,-40-82-483 0 0,1 1 1 0 0,0 0-1 0 0,-1 0 1 0 0,1 0-1 0 0,-1 0 1 0 0,1 0-1 0 0,-1-1 1 0 0,0 1-1 0 0,0 0 1 0 0,0 0-1 0 0,0 0 1 0 0,0 0-1 0 0,0 0 1 0 0,0 0-1 0 0,-2 3 1 0 0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28:29.9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0 219 2304 0 0,'1'-4'532'0'0,"1"0"-1"0"0,-1 0 0 0 0,1 0 0 0 0,-1 0 0 0 0,1 0 0 0 0,0 1 0 0 0,5-7 0 0 0,-4 6-65 0 0,9-18 1269 0 0,2 2 1 0 0,0-1 0 0 0,18-18-1 0 0,-25 32-1440 0 0,1 0 1 0 0,-1 0-1 0 0,1 1 0 0 0,1 0 0 0 0,-1 0 1 0 0,1 1-1 0 0,0 0 0 0 0,0 0 0 0 0,1 1 1 0 0,12-3-1 0 0,-15 4-260 0 0,0 1 0 0 0,0 1-1 0 0,0-1 1 0 0,0 1 0 0 0,1 0 0 0 0,-1 1-1 0 0,0 0 1 0 0,11 1 0 0 0,-16-1-20 0 0,0 1-1 0 0,0-1 1 0 0,1 1 0 0 0,-1 0 0 0 0,0 0 0 0 0,0 0 0 0 0,0 0-1 0 0,0 0 1 0 0,0 1 0 0 0,0-1 0 0 0,0 0 0 0 0,0 1 0 0 0,-1 0-1 0 0,1-1 1 0 0,-1 1 0 0 0,1 0 0 0 0,-1 0 0 0 0,1 0-1 0 0,-1 0 1 0 0,0 0 0 0 0,0 0 0 0 0,0 0 0 0 0,0 0 0 0 0,-1 0-1 0 0,1 1 1 0 0,0-1 0 0 0,-1 0 0 0 0,0 1 0 0 0,1 3 0 0 0,1 11 77 0 0,-1 1 1 0 0,0 0-1 0 0,-1-1 1 0 0,-1 1-1 0 0,-1 0 1 0 0,0-1-1 0 0,-1 1 1 0 0,-1-1 0 0 0,-1 0-1 0 0,0 0 1 0 0,-2-1-1 0 0,0 1 1 0 0,0-1-1 0 0,-1-1 1 0 0,-1 1 0 0 0,-12 14-1 0 0,13-19-58 0 0,2-3 19 0 0,0 0 1 0 0,1 0-1 0 0,0 0 1 0 0,-5 13 0 0 0,12-24-26 0 0,0 0 1 0 0,0 0 0 0 0,1 0-1 0 0,-1 0 1 0 0,0 1 0 0 0,1-1-1 0 0,0 1 1 0 0,-1 0 0 0 0,7-4-1 0 0,32-19 376 0 0,-40 24-388 0 0,26-15 380 0 0,49-20-1 0 0,-67 33-474 0 0,0 0 0 0 0,0 0 0 0 0,0 0 0 0 0,1 2 0 0 0,-1-1 0 0 0,1 1 0 0 0,-1 0 0 0 0,1 1 0 0 0,-1 0 0 0 0,11 1 0 0 0,-12 1-969 0 0,1-2 1 0 0,-1 1 0 0 0,18-3 0 0 0,-13 0-719 0 0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28:30.3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1840 0 0,'1'6'9408'0'0,"3"9"-4168"0"0,36 80-1673 0 0,-32-78-3667 0 0,0 0 0 0 0,2-1 0 0 0,0 0 0 0 0,1 0 0 0 0,0-1 0 0 0,1-1 0 0 0,1 0 0 0 0,23 21 0 0 0,-22-26-6764 0 0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28:31.0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30 7834 0 0,'0'-23'3915'0'0,"3"16"-112"0"0,2 20-544 0 0,35 123 738 0 0,-9-35-3824 0 0,-25-77-262 0 0,-1-2 182 0 0,15 39 1 0 0,-18-57-175 0 0,0 1 1 0 0,0-1-1 0 0,0 1 1 0 0,1-1 0 0 0,0 0-1 0 0,0 1 1 0 0,0-2-1 0 0,0 1 1 0 0,1 0-1 0 0,-1-1 1 0 0,1 1 0 0 0,0-1-1 0 0,8 5 1 0 0,4-4-2800 0 0,-9-5-4102 0 0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28:31.6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84 2304 0 0,'2'-5'399'0'0,"1"-1"0"0"0,-1 1 0 0 0,1-1 0 0 0,0 1 0 0 0,1 0 0 0 0,-1 0 0 0 0,9-8 0 0 0,-9 9 23 0 0,-1 1 0 0 0,1 0 0 0 0,0 1 0 0 0,0-1 0 0 0,1 0 0 0 0,-1 1 0 0 0,0 0 0 0 0,1 0-1 0 0,-1 0 1 0 0,1 0 0 0 0,0 0 0 0 0,6-1 0 0 0,-8 3-329 0 0,-1 0 0 0 0,0 0 0 0 0,0 0 1 0 0,0 0-1 0 0,0 1 0 0 0,0-1 0 0 0,0 0 0 0 0,0 1 0 0 0,0-1 0 0 0,0 1 1 0 0,0-1-1 0 0,0 1 0 0 0,0 0 0 0 0,0-1 0 0 0,0 1 0 0 0,0 0 1 0 0,0 0-1 0 0,0-1 0 0 0,-1 1 0 0 0,1 0 0 0 0,0 0 0 0 0,-1 0 0 0 0,1 0 1 0 0,-1 0-1 0 0,1 0 0 0 0,-1 0 0 0 0,1 0 0 0 0,-1 0 0 0 0,0 0 0 0 0,1 0 1 0 0,-1 1-1 0 0,0-1 0 0 0,0 0 0 0 0,0 0 0 0 0,0 0 0 0 0,0 2 0 0 0,0 51 790 0 0,-1-42-542 0 0,-2 65 647 0 0,2 119 1826 0 0,1-196-2775 0 0,0 0-1 0 0,0 1 0 0 0,0-1 1 0 0,0 1-1 0 0,0-1 0 0 0,0 0 1 0 0,0 1-1 0 0,0-1 0 0 0,0 0 1 0 0,0 1-1 0 0,0-1 0 0 0,1 1 1 0 0,-1-1-1 0 0,0 0 0 0 0,0 1 0 0 0,0-1 1 0 0,1 0-1 0 0,-1 0 0 0 0,0 1 1 0 0,0-1-1 0 0,1 0 0 0 0,-1 0 1 0 0,0 1-1 0 0,1-1 0 0 0,-1 0 1 0 0,0 0-1 0 0,1 1 0 0 0,-1-1 0 0 0,0 0 1 0 0,1 0-1 0 0,-1 0 0 0 0,0 0 1 0 0,1 0-1 0 0,16-5 646 0 0,22-22-261 0 0,-29 20-281 0 0,11-7-67 0 0,1 1 0 0 0,0 1 0 0 0,1 1 0 0 0,45-15 0 0 0,3 10-7049 0 0,-58 14 338 0 0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28:32.0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17 5065 0 0,'11'-1'1814'0'0,"1"0"0"0"0,22-6 0 0 0,-24 5-1075 0 0,0 0 0 0 0,1 0 0 0 0,-1 1 0 0 0,20 0 0 0 0,-26 1-594 0 0,0 0 0 0 0,-1 1 0 0 0,1-1 0 0 0,0 1 0 0 0,-1 0 0 0 0,1 0 0 0 0,0 0 0 0 0,-1 1 0 0 0,1-1 0 0 0,-1 1 0 0 0,0 0 0 0 0,0 0 0 0 0,1 0 0 0 0,-1 0 0 0 0,0 1 1 0 0,-1-1-1 0 0,1 1 0 0 0,0-1 0 0 0,3 6 0 0 0,-4-4-39 0 0,0 1 0 0 0,0-1 0 0 0,0 1 0 0 0,-1 0 0 0 0,1-1-1 0 0,-1 1 1 0 0,0 0 0 0 0,-1 0 0 0 0,1 0 0 0 0,-1 0 0 0 0,0 0 0 0 0,0-1 0 0 0,-1 1 0 0 0,-1 9 0 0 0,-8 32 560 0 0,-5 20 410 0 0,14-61-951 0 0,1 0-1 0 0,0 0 1 0 0,-1 1-1 0 0,2-1 1 0 0,-1 0-1 0 0,0 0 1 0 0,1 0-1 0 0,0 0 1 0 0,3 9-1 0 0,-3-12-108 0 0,0-1 0 0 0,0 0 0 0 0,0 0 0 0 0,0 0 0 0 0,0 1 0 0 0,0-1 0 0 0,0 0 0 0 0,0 0 0 0 0,0 0 0 0 0,1-1 0 0 0,-1 1 0 0 0,0 0 0 0 0,0 0 0 0 0,1-1 0 0 0,-1 1 0 0 0,1-1 0 0 0,-1 1 0 0 0,1-1 0 0 0,-1 1 0 0 0,1-1 0 0 0,-1 0 0 0 0,1 0 0 0 0,-1 0 0 0 0,1 0 0 0 0,-1 0 0 0 0,1 0 0 0 0,-1 0 0 0 0,1 0 0 0 0,-1-1 0 0 0,1 1 0 0 0,-1-1 0 0 0,1 1 0 0 0,-1-1 0 0 0,3-1 0 0 0,5-1 3 0 0,1-1 1 0 0,-1-1-1 0 0,14-8 1 0 0,1-4-520 0 0,-2-1 1 0 0,0 0-1 0 0,33-37 1 0 0,-39 37-520 0 0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28:32.9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 0 9218 0 0,'0'0'83'0'0,"0"1"-1"0"0,0-1 1 0 0,0 0-1 0 0,0 0 1 0 0,0 0-1 0 0,0 0 1 0 0,0 1 0 0 0,0-1-1 0 0,0 0 1 0 0,0 0-1 0 0,0 0 1 0 0,0 1-1 0 0,0-1 1 0 0,0 0 0 0 0,0 0-1 0 0,0 0 1 0 0,0 0-1 0 0,0 1 1 0 0,0-1-1 0 0,0 0 1 0 0,0 0-1 0 0,-1 0 1 0 0,1 0 0 0 0,0 0-1 0 0,0 1 1 0 0,0-1-1 0 0,0 0 1 0 0,0 0-1 0 0,-1 0 1 0 0,1 0 0 0 0,0 0-1 0 0,0 0 1 0 0,0 0-1 0 0,0 1 1 0 0,0-1-1 0 0,-1 0 1 0 0,1 0 0 0 0,0 0-1 0 0,0 0 1 0 0,0 0-1 0 0,-1 0 1 0 0,1 0-1 0 0,0 0 1 0 0,0 0 0 0 0,0 0-1 0 0,0 0 1 0 0,-1 0-1 0 0,1 0 1 0 0,0 0-1 0 0,0 0 1 0 0,0 0 0 0 0,-1 0-1 0 0,1 0 1 0 0,0-1-1 0 0,0 1 1 0 0,0 0-1 0 0,0 0 1 0 0,-1 0 0 0 0,1 0-1 0 0,0 0 1 0 0,0 0-1 0 0,0 0 1 0 0,0-1-1 0 0,0 1 1 0 0,0 0 0 0 0,-1 0-1 0 0,1 0 1 0 0,0-1-1 0 0,0 2 441 0 0,2 3-158 0 0,21 42 399 0 0,2-1 0 0 0,38 52 0 0 0,22 38 17 0 0,-73-110-1469 0 0,-8-12-64 0 0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28:33.4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15 146 456 0 0,'-2'-3'389'0'0,"0"0"0"0"0,0 0 0 0 0,1-1 0 0 0,-1 1-1 0 0,1 0 1 0 0,0-1 0 0 0,0 1 0 0 0,0-1 0 0 0,0 0 0 0 0,1 1 0 0 0,-1-1-1 0 0,1 0 1 0 0,0 1 0 0 0,0-1 0 0 0,1 0 0 0 0,-1 1 0 0 0,1-1 0 0 0,0 1-1 0 0,-1-1 1 0 0,2 1 0 0 0,-1-1 0 0 0,3-6 0 0 0,-2 6-98 0 0,0 1 1 0 0,0-1-1 0 0,0 0 0 0 0,0 1 1 0 0,1-1-1 0 0,-1 1 0 0 0,1-1 1 0 0,0 1-1 0 0,0 0 1 0 0,0 0-1 0 0,0 1 0 0 0,1-1 1 0 0,-1 1-1 0 0,1-1 0 0 0,0 1 1 0 0,0 0-1 0 0,-1 1 1 0 0,1-1-1 0 0,8-2 0 0 0,-10 5-200 0 0,0-1 0 0 0,1 0 0 0 0,-1 1 0 0 0,0 0-1 0 0,0-1 1 0 0,0 1 0 0 0,0 0 0 0 0,0 0 0 0 0,0 0 0 0 0,0 0-1 0 0,0 0 1 0 0,0 1 0 0 0,0-1 0 0 0,-1 0 0 0 0,1 1 0 0 0,-1 0-1 0 0,1-1 1 0 0,-1 1 0 0 0,1 0 0 0 0,-1 0 0 0 0,0 0-1 0 0,2 3 1 0 0,23 47 853 0 0,-24-46-900 0 0,-1 0-1 0 0,1 0 1 0 0,-1 1 0 0 0,-1-1-1 0 0,1 0 1 0 0,-1 1 0 0 0,0-1-1 0 0,0 0 1 0 0,-1 1 0 0 0,-2 10 0 0 0,-3 8 131 0 0,-14 33 1 0 0,9-27 8 0 0,39-48 1312 0 0,-6 1-1162 0 0,1 1 0 0 0,1 2-1 0 0,41-19 1 0 0,-42 23-1236 0 0,0 1-1 0 0,29-6 1 0 0,-44 12-686 0 0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28:34.4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1 133 2304 0 0,'7'-15'2351'0'0,"2"-3"396"0"0,0 1-1 0 0,15-21 1 0 0,-22 34-2560 0 0,1 1 0 0 0,0-1-1 0 0,0 1 1 0 0,0 0 0 0 0,0-1 0 0 0,0 2-1 0 0,1-1 1 0 0,0 0 0 0 0,-1 1 0 0 0,1-1 0 0 0,0 1-1 0 0,0 0 1 0 0,0 0 0 0 0,0 1 0 0 0,9-3-1 0 0,-10 4-141 0 0,-1 1-1 0 0,1-1 0 0 0,0 0 0 0 0,0 1 0 0 0,0 0 0 0 0,0-1 0 0 0,-1 1 0 0 0,1 0 0 0 0,0 1 1 0 0,-1-1-1 0 0,1 0 0 0 0,-1 1 0 0 0,1-1 0 0 0,-1 1 0 0 0,0 0 0 0 0,0 0 0 0 0,0 0 0 0 0,0 0 0 0 0,0 0 1 0 0,0 0-1 0 0,0 1 0 0 0,-1-1 0 0 0,4 5 0 0 0,1 3 144 0 0,-1 1 1 0 0,0-1-1 0 0,0 1 0 0 0,5 17 1 0 0,-8-21-122 0 0,-1-1 1 0 0,1 1-1 0 0,-1 0 0 0 0,-1 0 1 0 0,1-1-1 0 0,-1 1 1 0 0,0 0-1 0 0,-1 0 0 0 0,0 0 1 0 0,-3 11-1 0 0,-1-1 21 0 0,-1 0 1 0 0,-16 28-1 0 0,19-39-73 0 0,3-5-104 0 0,15-23-1755 0 0,-10 16 1626 0 0,0 1 1 0 0,1-1 0 0 0,0 1-1 0 0,-1 0 1 0 0,1 1 0 0 0,1 0 0 0 0,-1 0-1 0 0,1 0 1 0 0,8-3 0 0 0,-12 6 249 0 0,0-1 1 0 0,0 2 0 0 0,0-1 0 0 0,0 0-1 0 0,0 0 1 0 0,0 1 0 0 0,1 0-1 0 0,-1 0 1 0 0,0 0 0 0 0,0 0 0 0 0,0 0-1 0 0,1 1 1 0 0,-1-1 0 0 0,0 1-1 0 0,0 0 1 0 0,0 0 0 0 0,0 0 0 0 0,0 0-1 0 0,0 0 1 0 0,0 1 0 0 0,-1-1 0 0 0,1 1-1 0 0,0 0 1 0 0,3 4 0 0 0,-4-4 54 0 0,0 0-1 0 0,0 1 1 0 0,0 0 0 0 0,-1-1 0 0 0,0 1 0 0 0,1 0 0 0 0,-1 0 0 0 0,0 0-1 0 0,0 0 1 0 0,-1 0 0 0 0,1 0 0 0 0,0 0 0 0 0,-1 0 0 0 0,0 0 0 0 0,0 0 0 0 0,0 0-1 0 0,0 0 1 0 0,0 0 0 0 0,-1 0 0 0 0,1 0 0 0 0,-3 5 0 0 0,-1 9 376 0 0,-1 0 1 0 0,-12 24 0 0 0,14-33-327 0 0,-30 58 739 0 0,18-38-1456 0 0,-12 35 0 0 0,23-54-6149 0 0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29:52.7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575 95 5529 0 0,'0'-4'281'0'0,"0"0"-1"0"0,-1 0 1 0 0,0 0-1 0 0,1 1 1 0 0,-1-1-1 0 0,-1 0 0 0 0,1 1 1 0 0,0-1-1 0 0,-1 1 1 0 0,0-1-1 0 0,0 1 1 0 0,0 0-1 0 0,0 0 1 0 0,0 0-1 0 0,-1 0 1 0 0,1 0-1 0 0,-1 0 1 0 0,0 1-1 0 0,0-1 1 0 0,0 1-1 0 0,0 0 1 0 0,0 0-1 0 0,-1 0 1 0 0,1 0-1 0 0,0 1 1 0 0,-1-1-1 0 0,0 1 0 0 0,1 0 1 0 0,-8-2-1 0 0,-2 0 324 0 0,0 1-1 0 0,0 0 1 0 0,-1 1-1 0 0,1 0 0 0 0,-1 1 1 0 0,1 0-1 0 0,-16 3 1 0 0,9 0-339 0 0,-1 1 1 0 0,1 1 0 0 0,0 0-1 0 0,1 2 1 0 0,0 0 0 0 0,-21 11-1 0 0,29-12-218 0 0,1 1-1 0 0,-1 0 1 0 0,1 1-1 0 0,1 0 1 0 0,-1 0-1 0 0,1 1 1 0 0,1 0-1 0 0,0 1 1 0 0,0-1 0 0 0,1 2-1 0 0,-8 14 1 0 0,-2 7-9 0 0,1 0 1 0 0,2 1 0 0 0,2 0 0 0 0,0 1 0 0 0,3 1-1 0 0,-10 64 1 0 0,17-76-4 0 0,0 0 0 0 0,2 0-1 0 0,0 0 1 0 0,2 1 0 0 0,1-1-1 0 0,0 0 1 0 0,2-1 0 0 0,0 1 0 0 0,2-1-1 0 0,1 0 1 0 0,15 32 0 0 0,-4-17-30 0 0,1 0 1 0 0,2-2-1 0 0,1 0 1 0 0,37 40-1 0 0,-47-61-10 0 0,0-1 0 0 0,0-1-1 0 0,1-1 1 0 0,0 0 0 0 0,1 0 0 0 0,1-2 0 0 0,0 0 0 0 0,0 0-1 0 0,0-2 1 0 0,1 0 0 0 0,0-1 0 0 0,24 5 0 0 0,-11-6 24 0 0,0-1 0 0 0,0-1 0 0 0,0-2 0 0 0,0-2 0 0 0,1 0 0 0 0,49-10 0 0 0,-22-1 93 0 0,0-2 0 0 0,77-32 0 0 0,-119 40-200 0 0,-1-1 0 0 0,0 0 0 0 0,0-1 0 0 0,-1-1 0 0 0,0-1 0 0 0,-1 0 0 0 0,0 0 0 0 0,0-1 0 0 0,-1-1 0 0 0,19-23 0 0 0,-19 17 27 0 0,0 0 1 0 0,-1-1-1 0 0,-1 0 0 0 0,-1-1 1 0 0,0 1-1 0 0,-2-2 0 0 0,9-33 1 0 0,-8 12 13 0 0,-2 0 0 0 0,-2-1 0 0 0,-2 1 1 0 0,-2-1-1 0 0,-1 0 0 0 0,-2 1 1 0 0,-18-83-1 0 0,19 111 116 0 0,-2 0 0 0 0,0 0 0 0 0,0 1-1 0 0,-1-1 1 0 0,-1 1 0 0 0,0 0 0 0 0,-1 0 0 0 0,0 1 0 0 0,-1 0-1 0 0,-1 0 1 0 0,0 1 0 0 0,0 0 0 0 0,-1 1 0 0 0,0 0 0 0 0,-1 0-1 0 0,0 1 1 0 0,-1 0 0 0 0,0 1 0 0 0,0 1 0 0 0,0 0 0 0 0,-1 0-1 0 0,0 1 1 0 0,-1 1 0 0 0,1 0 0 0 0,-25-4 0 0 0,4 2-23 0 0,0 2 0 0 0,-1 1 0 0 0,-63 2 0 0 0,-106 20-2408 0 0,169-14 1115 0 0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29:55.7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266 0 6449 0 0,'-5'1'473'0'0,"0"1"0"0"0,1 0-1 0 0,-1-1 1 0 0,1 1 0 0 0,0 1 0 0 0,0-1-1 0 0,0 1 1 0 0,0 0 0 0 0,0 0-1 0 0,0 0 1 0 0,-3 4 0 0 0,-7 5 352 0 0,-3 0-251 0 0,0 2 0 0 0,0 0 1 0 0,2 1-1 0 0,0 0 0 0 0,-17 24 0 0 0,23-26-433 0 0,1 1 0 0 0,0-1 0 0 0,1 1 0 0 0,0 1 0 0 0,2 0-1 0 0,0 0 1 0 0,0 0 0 0 0,-2 16 0 0 0,-2 15-95 0 0,2 0 0 0 0,0 47 0 0 0,7-70-40 0 0,0-1 1 0 0,2 0 0 0 0,1 0-1 0 0,1 0 1 0 0,0 0-1 0 0,11 30 1 0 0,6 6 33 0 0,3-1 0 0 0,2-1 0 0 0,2-1 0 0 0,57 82 0 0 0,-69-118 0 0 0,1-1 1 0 0,0-1-1 0 0,1 0 1 0 0,1-1-1 0 0,0-1 1 0 0,1-1-1 0 0,1-1 1 0 0,0-1-1 0 0,1 0 0 0 0,41 14 1 0 0,-11-7 75 0 0,1-4-1 0 0,1-1 1 0 0,92 10 0 0 0,-130-22-117 0 0,-1-1-1 0 0,1-1 1 0 0,-1 0 0 0 0,1-1-1 0 0,-1-1 1 0 0,1 0 0 0 0,-1-1-1 0 0,0-1 1 0 0,0 0-1 0 0,0-1 1 0 0,-1-1 0 0 0,17-8-1 0 0,-14 4-2 0 0,0-1-1 0 0,0-1 0 0 0,-1 0 1 0 0,-1-1-1 0 0,0 0 0 0 0,-1-2 0 0 0,0 0 1 0 0,22-32-1 0 0,-27 32-21 0 0,-1 0-1 0 0,0 0 1 0 0,-2-1 0 0 0,1 0-1 0 0,-2 0 1 0 0,0 0 0 0 0,-1-1-1 0 0,-1 0 1 0 0,0 0 0 0 0,-1 0-1 0 0,-1 0 1 0 0,-2-29-1 0 0,-3-5 160 0 0,-3 1 0 0 0,-24-98 0 0 0,22 115-7 0 0,-2 1 1 0 0,-1 0-1 0 0,-1 0 1 0 0,-2 2-1 0 0,-1 0 1 0 0,-2 0-1 0 0,0 2 0 0 0,-2 0 1 0 0,-1 1-1 0 0,-1 1 1 0 0,-2 1-1 0 0,0 2 1 0 0,-2 0-1 0 0,0 1 0 0 0,-1 2 1 0 0,-1 1-1 0 0,-1 1 1 0 0,-1 1-1 0 0,0 1 1 0 0,-2 2-1 0 0,1 2 0 0 0,-1 0 1 0 0,-1 3-1 0 0,-44-9 1 0 0,64 16-180 0 0,0 1-1 0 0,0 0 1 0 0,-1 1 0 0 0,1 1 0 0 0,0 0 0 0 0,-1 0 0 0 0,1 1 0 0 0,-16 5-1 0 0,17-3-599 0 0,-1 1-1 0 0,0 0 0 0 0,1 1 0 0 0,-21 13 0 0 0,5 1-6065 0 0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0:44.8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104 52 7370 0 0,'-20'4'506'0'0,"13"-2"-280"0"0,1 0 0 0 0,-1-1 0 0 0,0 0 1 0 0,0-1-1 0 0,0 1 0 0 0,0-1 0 0 0,0 0 1 0 0,0-1-1 0 0,-7-1 0 0 0,13 2-154 0 0,1 0 0 0 0,0 0 1 0 0,0 0-1 0 0,0 0 0 0 0,-1 0 0 0 0,1 0 0 0 0,0 0 0 0 0,0 0 1 0 0,0 0-1 0 0,-1 0 0 0 0,1 0 0 0 0,0 0 0 0 0,0 0 0 0 0,0 0 1 0 0,-1 0-1 0 0,1 0 0 0 0,0 0 0 0 0,0 0 0 0 0,0 0 0 0 0,-1 0 0 0 0,1 0 1 0 0,0 0-1 0 0,0 0 0 0 0,0 0 0 0 0,0 1 0 0 0,0-1 0 0 0,-1 0 1 0 0,1 0-1 0 0,0 0 0 0 0,0 0 0 0 0,0 0 0 0 0,0 1 0 0 0,0-1 0 0 0,0 0 1 0 0,-1 0-1 0 0,1 0 0 0 0,0 0 0 0 0,0 1 0 0 0,0-1 0 0 0,0 0 1 0 0,0 0-1 0 0,0 0 0 0 0,0 1 0 0 0,0-1 0 0 0,0 0 0 0 0,0 0 1 0 0,0 0-1 0 0,0 1 0 0 0,0-1 0 0 0,0 0 0 0 0,0 0 0 0 0,0 0 0 0 0,0 1 1 0 0,0-1-1 0 0,0 0 0 0 0,1 0 0 0 0,17 4 157 0 0,1-1 0 0 0,0-1 0 0 0,1-1 0 0 0,-1 0 0 0 0,33-4 0 0 0,10 0-227 0 0,39 3 329 0 0,1-5 0 0 0,142-25 0 0 0,-196 22 135 0 0,0 2 1 0 0,86 2 0 0 0,98 19 397 0 0,222 8-923 0 0,-224-12 1283 0 0,-100-2-709 0 0,-30-9-506 0 0,102-13-1 0 0,-1 0-33 0 0,56-7 334 0 0,-149 9-63 0 0,134 2 0 0 0,-93 26-246 0 0,-99-9 0 0 0,73 2 0 0 0,109-5 64 0 0,-54-10 21 0 0,-42 0 502 0 0,-92 2-386 0 0,76-12 1 0 0,-77 7-98 0 0,76-2 0 0 0,-105 11-52 0 0,-12 0-42 0 0,0 0 0 0 0,1-1 0 0 0,-1 0-1 0 0,0 1 1 0 0,0-1 0 0 0,0 0-1 0 0,0 0 1 0 0,0 0 0 0 0,0-1 0 0 0,0 1-1 0 0,0 0 1 0 0,0-1 0 0 0,0 1-1 0 0,0-1 1 0 0,0 0 0 0 0,0 1-1 0 0,0-1 1 0 0,2-2 0 0 0,0 3-257 0 0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29:57.7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 22 13363 0 0,'-2'-6'1184'0'0,"-1"2"-944"0"0,3 3-240 0 0,1 1 0 0 0,2 1-136 0 0,-1-2-80 0 0,2-2-8 0 0,1-1-8 0 0,2 0 232 0 0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29:57.3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59 80 12899 0 0,'-2'-3'105'0'0,"1"-1"0"0"0,0 0 1 0 0,0 0-1 0 0,0 0 1 0 0,0 0-1 0 0,1 0 0 0 0,0 0 1 0 0,0 0-1 0 0,0 0 0 0 0,0 0 1 0 0,1 0-1 0 0,-1 0 0 0 0,1 0 1 0 0,0 0-1 0 0,0 0 0 0 0,1 0 1 0 0,-1 0-1 0 0,3-4 1 0 0,-9 52-57 0 0,-15 53 1279 0 0,4 2 0 0 0,-5 181 1 0 0,21-256-709 0 0,2-1 1 0 0,8 44 0 0 0,-8-59-507 0 0,0 1 1 0 0,1-1-1 0 0,0 0 1 0 0,0 0-1 0 0,0 0 0 0 0,1-1 1 0 0,0 1-1 0 0,1-1 1 0 0,0 0-1 0 0,0 0 1 0 0,7 7-1 0 0,6-2-1700 0 0,-10-9-5787 0 0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29:58.0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 0 17972 0 0,'-2'10'-120'0'0,"0"0"1"0"0,0 0-1 0 0,1-1 1 0 0,1 1 0 0 0,-1 0-1 0 0,2 0 1 0 0,-1 0-1 0 0,3 12 1 0 0,0 11 612 0 0,-1 36-1244 0 0,0 28-3772 0 0,21 131 1 0 0,-22-222 4522 0 0,-1-3 0 0 0,1 1 0 0 0,-1-1 0 0 0,1 0 0 0 0,0 0 0 0 0,0 1 0 0 0,0-1 0 0 0,0 0 0 0 0,0 0 0 0 0,4 5 0 0 0,-2-7 0 0 0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29:58.7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0 137 5985 0 0,'10'-6'209'0'0,"-1"-1"0"0"0,1 1-1 0 0,0 0 1 0 0,0 1 0 0 0,0 0-1 0 0,18-5 1 0 0,-8 2 81 0 0,25-9 1314 0 0,2 3 1 0 0,0 1-1 0 0,1 2 0 0 0,50-4 0 0 0,27 2-2858 0 0,-110 12-4039 0 0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29:59.0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48 13827 0 0,'1'-2'51'0'0,"-1"0"0"0"0,0-1 0 0 0,1 1 0 0 0,0 0 0 0 0,-1 0 0 0 0,1 0 0 0 0,0 0-1 0 0,0 0 1 0 0,0 0 0 0 0,0 0 0 0 0,1 0 0 0 0,-1 0 0 0 0,0 0 0 0 0,1 0 0 0 0,-1 1 0 0 0,1-1 0 0 0,0 1 0 0 0,0-1 0 0 0,-1 1 0 0 0,1 0 0 0 0,0-1 0 0 0,0 1-1 0 0,0 0 1 0 0,0 0 0 0 0,0 1 0 0 0,1-1 0 0 0,-1 0 0 0 0,0 1 0 0 0,0-1 0 0 0,3 1 0 0 0,-4 0-23 0 0,0 0 0 0 0,-1 1 0 0 0,1-1 1 0 0,-1 0-1 0 0,1 1 0 0 0,0-1 0 0 0,-1 1 0 0 0,1-1 1 0 0,-1 1-1 0 0,0 0 0 0 0,1-1 0 0 0,-1 1 0 0 0,1-1 0 0 0,-1 1 1 0 0,0 0-1 0 0,0-1 0 0 0,1 1 0 0 0,-1 0 0 0 0,0-1 0 0 0,0 1 1 0 0,0 0-1 0 0,0-1 0 0 0,1 1 0 0 0,-1 0 0 0 0,0 0 1 0 0,0-1-1 0 0,-1 1 0 0 0,1 0 0 0 0,0-1 0 0 0,0 1 0 0 0,-1 1 1 0 0,-4 29-230 0 0,4-25 215 0 0,-4 16-206 0 0,-21 143 10 0 0,25-148 1 0 0,0 0 0 0 0,1 0 0 0 0,1 1 0 0 0,0-1 0 0 0,2 0 0 0 0,0-1 0 0 0,8 29 0 0 0,-2-26-4948 0 0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29:59.7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 55 13827 0 0,'-6'-7'608'0'0,"1"3"128"0"0,2 0-584 0 0,2 1-152 0 0,1 2 0 0 0,1 1 0 0 0,2-1 88 0 0,-1-2-16 0 0,3 1 0 0 0,2-2 0 0 0,0 0-760 0 0,2-1-152 0 0,1 1-32 0 0,1 0-8 0 0,-3-1 688 0 0,-1 2 192 0 0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29:59.4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13 14283 0 0,'0'-11'1148'0'0,"5"10"-2467"0"0,-4 1 1257 0 0,0 1 0 0 0,-1-1 0 0 0,1 1 0 0 0,0 0 0 0 0,-1-1 0 0 0,1 1 1 0 0,0 0-1 0 0,-1-1 0 0 0,1 1 0 0 0,-1 0 0 0 0,1 0 0 0 0,-1-1 0 0 0,1 1 0 0 0,-1 0 1 0 0,0 0-1 0 0,1 0 0 0 0,-1 0 0 0 0,0 1 0 0 0,2 15 262 0 0,-1-1-1 0 0,-1 0 1 0 0,0 1-1 0 0,-5 27 1 0 0,0 24 965 0 0,5-53-962 0 0,6 149 2449 0 0,-4-147-2402 0 0,1-1 0 0 0,0 1 0 0 0,1-1 0 0 0,1 0 0 0 0,1 0 0 0 0,0 0 0 0 0,13 24 0 0 0,-17-38-357 0 0,-1 0 0 0 0,0 0 0 0 0,0 0 0 0 0,1 1 0 0 0,-1-1 0 0 0,1-1 0 0 0,-1 1 0 0 0,1 0 0 0 0,0 0 0 0 0,0 0 1 0 0,0-1-1 0 0,0 1 0 0 0,0-1 0 0 0,0 0 0 0 0,0 0 0 0 0,0 1 0 0 0,1-1 0 0 0,-1-1 0 0 0,0 1 0 0 0,1 0 0 0 0,-1 0 0 0 0,1-1 1 0 0,-1 0-1 0 0,1 1 0 0 0,-1-1 0 0 0,1 0 0 0 0,-1 0 0 0 0,1 0 0 0 0,-1-1 0 0 0,0 1 0 0 0,1-1 0 0 0,-1 1 0 0 0,1-1 0 0 0,-1 0 1 0 0,0 0-1 0 0,1 0 0 0 0,-1 0 0 0 0,0 0 0 0 0,0 0 0 0 0,3-3 0 0 0,8-7-1140 0 0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0:00.8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25 127 10594 0 0,'-2'-1'97'0'0,"0"0"0"0"0,1 0 1 0 0,-1 0-1 0 0,1 0 0 0 0,-1 0 0 0 0,1-1 0 0 0,-1 1 0 0 0,1 0 0 0 0,0-1 0 0 0,0 1 0 0 0,0-1 1 0 0,0 0-1 0 0,0 1 0 0 0,0-1 0 0 0,0 0 0 0 0,0 0 0 0 0,1 0 0 0 0,-1 1 0 0 0,1-1 0 0 0,-1 0 1 0 0,1 0-1 0 0,0 0 0 0 0,0 0 0 0 0,-1 0 0 0 0,1 0 0 0 0,1 0 0 0 0,-1 0 0 0 0,0 0 0 0 0,0 1 1 0 0,1-1-1 0 0,-1 0 0 0 0,1 0 0 0 0,0 0 0 0 0,-1 0 0 0 0,1 1 0 0 0,0-1 0 0 0,0 0 0 0 0,0 1 1 0 0,0-1-1 0 0,0 1 0 0 0,1-1 0 0 0,-1 1 0 0 0,2-2 0 0 0,2-2-60 0 0,0 0 0 0 0,0 0 1 0 0,1 0-1 0 0,0 1 0 0 0,0 0 0 0 0,0 0 0 0 0,0 1 0 0 0,0 0 0 0 0,1 0 0 0 0,-1 0 1 0 0,1 1-1 0 0,0 0 0 0 0,8-2 0 0 0,-12 4 15 0 0,0-1 0 0 0,0 1 0 0 0,0-1 0 0 0,0 1-1 0 0,-1 0 1 0 0,1 0 0 0 0,0 0 0 0 0,0 1 0 0 0,0-1 0 0 0,0 1 0 0 0,0-1 0 0 0,0 1 0 0 0,0 0 0 0 0,0 0-1 0 0,-1 0 1 0 0,1 1 0 0 0,0-1 0 0 0,-1 1 0 0 0,1-1 0 0 0,-1 1 0 0 0,0 0 0 0 0,1 0 0 0 0,-1 0 0 0 0,0 0-1 0 0,0 0 1 0 0,0 1 0 0 0,-1-1 0 0 0,1 1 0 0 0,0-1 0 0 0,-1 1 0 0 0,0-1 0 0 0,2 6 0 0 0,2 5-87 0 0,-2 1 0 0 0,0-1 1 0 0,0 0-1 0 0,-1 1 0 0 0,-1 0 1 0 0,0-1-1 0 0,-1 1 0 0 0,-1 0 1 0 0,-2 17-1 0 0,-1-11-25 0 0,-1 1 1 0 0,-1 0-1 0 0,-1-1 1 0 0,0 0-1 0 0,-13 23 1 0 0,19-43 136 0 0,1 1 0 0 0,-1 0 0 0 0,1 0 0 0 0,-1 0 0 0 0,1 0 0 0 0,0 0 0 0 0,-1 0 0 0 0,1 0 1 0 0,0 0-1 0 0,-1-1 0 0 0,1 1 0 0 0,0 0 0 0 0,0 0 0 0 0,0 0 0 0 0,0 0 0 0 0,0 0 1 0 0,0 0-1 0 0,0 0 0 0 0,1 0 0 0 0,-1 0 0 0 0,0 1 0 0 0,1-1-37 0 0,0-1 0 0 0,-1 1-1 0 0,1-1 1 0 0,-1 0 0 0 0,1 1-1 0 0,0-1 1 0 0,-1 0 0 0 0,1 0-1 0 0,0 1 1 0 0,-1-1 0 0 0,1 0-1 0 0,0 0 1 0 0,-1 0 0 0 0,1 0-1 0 0,0 0 1 0 0,0 0 0 0 0,-1 0-1 0 0,1 0 1 0 0,0 0 0 0 0,-1 0 0 0 0,1 0-1 0 0,1-1 1 0 0,49-18 503 0 0,-39 13-453 0 0,54-22-1720 0 0,-43 18-4832 0 0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0:01.2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65 16588 0 0,'7'-1'186'0'0,"-1"-1"0"0"0,1 1 0 0 0,0-2 0 0 0,-1 1 0 0 0,0 0 0 0 0,1-1 1 0 0,7-5-1 0 0,11-4-761 0 0,-9 5 174 0 0,-5 2-378 0 0,0 1 1 0 0,-1 0-1 0 0,2 1 0 0 0,15-4 1 0 0,-25 7 691 0 0,0 0 1 0 0,0-1 0 0 0,0 1 0 0 0,0 0 0 0 0,0 0 0 0 0,0 0-1 0 0,0 1 1 0 0,0-1 0 0 0,0 0 0 0 0,0 1 0 0 0,0-1 0 0 0,0 1-1 0 0,-1 0 1 0 0,1-1 0 0 0,0 1 0 0 0,0 0 0 0 0,0 0 0 0 0,-1 0-1 0 0,1 0 1 0 0,-1 1 0 0 0,1-1 0 0 0,-1 0 0 0 0,1 1 0 0 0,-1-1-1 0 0,0 1 1 0 0,1-1 0 0 0,-1 1 0 0 0,0 0 0 0 0,0 0 0 0 0,0-1-1 0 0,1 5 1 0 0,0 0 86 0 0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0:01.6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0 125 18436 0 0,'13'-5'816'0'0,"1"0"168"0"0,4 1-792 0 0,-3-2-192 0 0,-4 0 0 0 0,-1 1 0 0 0,6-1 0 0 0,9-3 0 0 0,14-6 0 0 0,9-2 0 0 0,0 1-2232 0 0,-7 2-457 0 0,-7 4-95 0 0,-9 5-25 0 0,-7 3 2217 0 0,-6 4 440 0 0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0:12.2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 5 16131 0 0,'-5'-3'713'0'0,"2"2"151"0"0,1 1-696 0 0,3 1-168 0 0,2-1 0 0 0,-1 0-544 0 0,3 1-136 0 0,3 1-33 0 0,2-2-7 0 0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0:11.8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143 14 13363 0 0,'-10'-4'287'0'0,"7"2"117"0"0,0 1 1 0 0,0 0 0 0 0,0 0-1 0 0,0 0 1 0 0,-1 0-1 0 0,1 0 1 0 0,0 1 0 0 0,-5-1-1 0 0,7 1-340 0 0,0 0-1 0 0,0 1 1 0 0,0-1 0 0 0,0 0-1 0 0,0 1 1 0 0,0 0 0 0 0,0-1-1 0 0,0 1 1 0 0,0-1-1 0 0,0 1 1 0 0,0 0 0 0 0,0 0-1 0 0,1-1 1 0 0,-1 1-1 0 0,0 0 1 0 0,1 0 0 0 0,-1 0-1 0 0,0 0 1 0 0,1 0 0 0 0,-1 0-1 0 0,1 0 1 0 0,-1 0-1 0 0,1 0 1 0 0,0 0 0 0 0,-1 0-1 0 0,1 0 1 0 0,0 0-1 0 0,0 2 1 0 0,-21 75-108 0 0,-25 118 35 0 0,41-163 171 0 0,1 0-1 0 0,1 1 1 0 0,4 65 0 0 0,0-90-51 0 0,0 0 0 0 0,1-1 0 0 0,0 1 0 0 0,1 0 1 0 0,-1-1-1 0 0,2 0 0 0 0,-1 0 0 0 0,1 0 1 0 0,1 0-1 0 0,0 0 0 0 0,0-1 0 0 0,6 8 1 0 0,-7-11-175 0 0,-1 0 0 0 0,1 0 1 0 0,0 0-1 0 0,1-1 0 0 0,-1 1 1 0 0,0-1-1 0 0,1 0 0 0 0,0 0 1 0 0,0-1-1 0 0,0 1 1 0 0,0-1-1 0 0,0 0 0 0 0,0-1 1 0 0,1 1-1 0 0,-1-1 0 0 0,1 0 1 0 0,-1 0-1 0 0,1-1 1 0 0,-1 0-1 0 0,9 0 0 0 0,9-5-7042 0 0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0:14.3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1 118 3681 0 0,'16'-21'433'0'0,"-14"19"-439"0"0,0 1 0 0 0,-1-1 0 0 0,1 1 0 0 0,-1-1 0 0 0,1 1 0 0 0,-1-1 1 0 0,0 0-1 0 0,0 0 0 0 0,1 0 0 0 0,-1 1 0 0 0,-1-1 0 0 0,1 0 0 0 0,0 0 0 0 0,0 0 0 0 0,0-4 1 0 0,-1 5 27 0 0,0 1 1 0 0,0 0 0 0 0,-1-1 0 0 0,1 1 0 0 0,0-1 0 0 0,0 1 0 0 0,-1 0 0 0 0,1-1 0 0 0,0 1 0 0 0,-1 0 0 0 0,1 0 0 0 0,0-1 0 0 0,-1 1 0 0 0,1 0 0 0 0,0 0 0 0 0,-1-1 0 0 0,1 1 0 0 0,-1 0 0 0 0,1 0 0 0 0,0 0 0 0 0,-1 0 0 0 0,1 0 0 0 0,-1-1 0 0 0,1 1 0 0 0,-1 0 0 0 0,1 0 0 0 0,0 0 0 0 0,-1 0 0 0 0,0 1 0 0 0,-1-2 1300 0 0,11-1-4 0 0,-8 2-676 0 0,3-2-3 0 0,4-2-440 0 0,84-33 427 0 0,-83 34-655 0 0,0 1 1 0 0,0 0-1 0 0,0 0 0 0 0,1 1 0 0 0,-1 0 1 0 0,1 0-1 0 0,-1 1 0 0 0,15 1 0 0 0,-22 0 11 0 0,-1-1 0 0 0,1 0 0 0 0,-1 0 0 0 0,1 1 0 0 0,-1-1 0 0 0,0 1 0 0 0,1-1 0 0 0,-1 1-1 0 0,0 0 1 0 0,1-1 0 0 0,-1 1 0 0 0,0 0 0 0 0,0 0 0 0 0,0 0 0 0 0,0 0 0 0 0,0 0 0 0 0,0 0 0 0 0,0 0 0 0 0,0 1 0 0 0,0-1-1 0 0,0 0 1 0 0,-1 0 0 0 0,1 1 0 0 0,0-1 0 0 0,0 2 0 0 0,-1 0 16 0 0,1 1 1 0 0,-1-1-1 0 0,1 1 1 0 0,-1-1-1 0 0,0 1 0 0 0,-1-1 1 0 0,1 0-1 0 0,-1 1 1 0 0,1-1-1 0 0,-3 5 1 0 0,-2 7 330 0 0,0 0 1 0 0,-2-1 0 0 0,-12 22-1 0 0,-24 33 3227 0 0,92-85-3819 0 0,-42 14 208 0 0,0 0 0 0 0,0 1 0 0 0,0 0 0 0 0,0 0 0 0 0,0 1 1 0 0,1 0-1 0 0,-1 0 0 0 0,0 1 0 0 0,0 0 0 0 0,0 0 1 0 0,0 1-1 0 0,12 4 0 0 0,-15-4 82 0 0,0-1 0 0 0,0 1 0 0 0,0 0 0 0 0,0 0 0 0 0,-1 1 0 0 0,1-1 0 0 0,-1 1 0 0 0,0-1 0 0 0,0 1 0 0 0,0 0 0 0 0,0 1 0 0 0,0-1 0 0 0,0 0 0 0 0,-1 1 0 0 0,0-1 0 0 0,0 1 0 0 0,0 0 0 0 0,0 0 0 0 0,0 0 0 0 0,-1 0 0 0 0,0 0 0 0 0,2 8 0 0 0,-3-9 136 0 0,0 0 1 0 0,-1 0 0 0 0,1 0 0 0 0,-1 0 0 0 0,1 0 0 0 0,-1-1 0 0 0,0 1 0 0 0,0 0 0 0 0,0 0 0 0 0,0-1 0 0 0,-1 1 0 0 0,1-1 0 0 0,-1 1 0 0 0,0-1 0 0 0,0 0 0 0 0,-4 5 0 0 0,-40 36 1969 0 0,31-30-1617 0 0,-53 53-1690 0 0,60-60-5149 0 0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1:30.7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144 307 2761 0 0,'-7'-4'548'0'0,"1"-1"0"0"0,0 0 1 0 0,1-1-1 0 0,-1 0 1 0 0,1 1-1 0 0,0-1 1 0 0,1-1-1 0 0,0 1 1 0 0,0-1-1 0 0,-6-14 1 0 0,-1-23-861 0 0,10-15 1948 0 0,2 47-1158 0 0,-1 1 0 0 0,0 0 0 0 0,-1-1 0 0 0,0 1 0 0 0,-1 0 0 0 0,0 0 0 0 0,0 0 0 0 0,-7-16 0 0 0,9 27-408 0 0,0-1-1 0 0,0 1 0 0 0,0-1 0 0 0,0 1 0 0 0,-1-1 1 0 0,1 1-1 0 0,0 0 0 0 0,0-1 0 0 0,0 1 0 0 0,-1 0 1 0 0,1-1-1 0 0,0 1 0 0 0,-1 0 0 0 0,1-1 1 0 0,0 1-1 0 0,-1 0 0 0 0,1 0 0 0 0,0-1 0 0 0,-1 1 1 0 0,1 0-1 0 0,-1 0 0 0 0,1 0 0 0 0,0-1 0 0 0,-1 1 1 0 0,1 0-1 0 0,-1 0 0 0 0,1 0 0 0 0,-1 0 0 0 0,1 0 1 0 0,-1 0-1 0 0,1 0 0 0 0,0 0 0 0 0,-1 0 0 0 0,0 0 1 0 0,-12 12 1297 0 0,-3 23-125 0 0,12-21-1050 0 0,1 0 0 0 0,1 0-1 0 0,0 0 1 0 0,1 1 0 0 0,1-1-1 0 0,0 0 1 0 0,1 0 0 0 0,0 1 0 0 0,4 14-1 0 0,7 19 131 0 0,21 60-1 0 0,-11-40-184 0 0,17 61-37 0 0,170 491 336 0 0,-208-618-437 0 0,85 222 222 0 0,-78-196-316 0 0,-1 0-1 0 0,-1 1 1 0 0,-1 0-1 0 0,-1 0 1 0 0,-2 0-1 0 0,-2 34 1 0 0,-1-43-489 0 0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1:31.3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56 222 15203 0 0,'-17'-16'658'0'0,"12"12"-504"0"0,0-1-1 0 0,0 0 1 0 0,1 0-1 0 0,-1 0 1 0 0,-5-10-1 0 0,9 14-244 0 0,1 0 0 0 0,-1 1-1 0 0,1-1 1 0 0,-1 0 0 0 0,1 0 0 0 0,0 0-1 0 0,-1 0 1 0 0,1 1 0 0 0,0-1 0 0 0,0 0-1 0 0,-1 0 1 0 0,1 0 0 0 0,0 0 0 0 0,0 0-1 0 0,0 0 1 0 0,0 0 0 0 0,0 0 0 0 0,0 0-1 0 0,0 0 1 0 0,1 0 0 0 0,-1 1 0 0 0,0-1-1 0 0,0 0 1 0 0,1 0 0 0 0,-1 0 0 0 0,1 0-1 0 0,-1 0 1 0 0,1 1 0 0 0,-1-1 0 0 0,1 0-1 0 0,-1 0 1 0 0,1 1 0 0 0,0-1 0 0 0,-1 0-1 0 0,1 1 1 0 0,0-1 0 0 0,-1 1 0 0 0,1-1-1 0 0,0 1 1 0 0,0-1 0 0 0,0 1 0 0 0,0-1-1 0 0,-1 1 1 0 0,1 0 0 0 0,0 0 0 0 0,0-1-1 0 0,0 1 1 0 0,0 0 0 0 0,0 0 0 0 0,1 0-1 0 0,7-1-308 0 0,0 0 0 0 0,0 1 0 0 0,0 0 0 0 0,10 2 0 0 0,-13-2 347 0 0,514 25 2078 0 0,-229-15-253 0 0,821 7 103 0 0,-756-16-1557 0 0,769-32 540 0 0,-2-43 348 0 0,-644 40-1027 0 0,4 4-435 0 0,-79 16-1032 0 0,-340 13-109 0 0,-36 2 329 0 0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1:32.1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5694 1 17972 0 0,'31'56'395'0'0,"59"113"-1257"0"0,-15-25 1546 0 0,-49-96-170 0 0,-3 1 0 0 0,-2 2 0 0 0,22 76 0 0 0,26 165-2 0 0,-23-87-473 0 0,-13-77-11 0 0,26 109-258 0 0,-49-180 106 0 0,-1 0 1 0 0,0 72-1 0 0,-8-77 115 0 0,-2-6 154 0 0,12 89 1 0 0,-8-120-211 0 0,0 0 1 0 0,1-1-1 0 0,1 1 1 0 0,0-1-1 0 0,1 1 1 0 0,0-2 0 0 0,1 1-1 0 0,1-1 1 0 0,17 24-1 0 0,-6-16-921 0 0,1 0-1 0 0,26 19 0 0 0,7 14 5494 0 0,-69-47-4613 0 0,-19 4 180 0 0,-1-2 0 0 0,-72 10 0 0 0,-74-6 467 0 0,107-10-508 0 0,-679-17-184 0 0,345-5-86 0 0,-199 2 156 0 0,-435-7-310 0 0,-902 17-146 0 0,1409 34 359 0 0,336-13 1022 0 0,104-6-368 0 0,-90 4 300 0 0,159-13-661 0 0,0 0 1 0 0,1-1-1 0 0,-1-2 0 0 0,-46-12 0 0 0,70 15-115 0 0,-1 0-1 0 0,0-1 0 0 0,1 1 1 0 0,-1-1-1 0 0,1 0 1 0 0,0 0-1 0 0,0 0 0 0 0,0-1 1 0 0,0 1-1 0 0,0-1 1 0 0,0 1-1 0 0,-3-5 0 0 0,1 1-92 0 0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1:35.0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41 6913 0 0,'4'-2'6'0'0,"0"1"0"0"0,-1 0-1 0 0,1 0 1 0 0,0 0 0 0 0,0 0-1 0 0,0 0 1 0 0,0 1-1 0 0,-1 0 1 0 0,9 0 0 0 0,-4 0 290 0 0,439-30 4385 0 0,-339 27-6199 0 0,-91 3-2286 0 0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1:35.4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12 10594 0 0,'0'-1'-1'0'0,"-1"1"-1"0"0,1 0 1 0 0,0 0-1 0 0,0-1 1 0 0,0 1-1 0 0,0 0 1 0 0,0-1 0 0 0,0 1-1 0 0,0 0 1 0 0,-1 0-1 0 0,1-1 1 0 0,0 1-1 0 0,0 0 1 0 0,0-1-1 0 0,0 1 1 0 0,0 0-1 0 0,0-1 1 0 0,0 1-1 0 0,1 0 1 0 0,-1 0 0 0 0,0-1-1 0 0,0 1 1 0 0,0 0-1 0 0,0-1 1 0 0,0 1-1 0 0,0 0 1 0 0,0 0-1 0 0,1-1 1 0 0,-1 1-1 0 0,0 0 1 0 0,0 0-1 0 0,0-1 1 0 0,1 1-1 0 0,-1 0 1 0 0,0 0 0 0 0,0 0-1 0 0,1 0 1 0 0,-1-1-1 0 0,0 1 1 0 0,0 0-1 0 0,1 0 1 0 0,-1 0-1 0 0,0 0 1 0 0,1 0-1 0 0,-1 0 1 0 0,0 0-1 0 0,0-1 1 0 0,1 1 0 0 0,-1 0-1 0 0,0 0 1 0 0,1 0-1 0 0,26 5-296 0 0,-17-1 499 0 0,1 0 0 0 0,-1 0 1 0 0,12 8-1 0 0,-20-11-145 0 0,-1 1 0 0 0,1-1 0 0 0,-1 0-1 0 0,0 1 1 0 0,1-1 0 0 0,-1 0 0 0 0,0 1 0 0 0,0 0 0 0 0,0-1 0 0 0,0 1-1 0 0,0 0 1 0 0,-1-1 0 0 0,1 1 0 0 0,0 0 0 0 0,-1 0 0 0 0,0 0 0 0 0,1 0-1 0 0,-1-1 1 0 0,0 1 0 0 0,0 0 0 0 0,0 0 0 0 0,0 3 0 0 0,-1 5 139 0 0,-1 0 1 0 0,0-1 0 0 0,-5 15 0 0 0,4-16-151 0 0,1 0 0 0 0,0 0 0 0 0,0 0 1 0 0,-1 12-1 0 0,5-5-149 0 0,0 1 1 0 0,1-1 0 0 0,0 1-1 0 0,1-1 1 0 0,1 0-1 0 0,1 0 1 0 0,7 14-1 0 0,15 46-2194 0 0,-20-43 1283 0 0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1:38.4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23 10594 0 0,'0'0'22'0'0,"0"0"1"0"0,0-1-1 0 0,0 1 0 0 0,0 0 0 0 0,0 0 0 0 0,-1-1 0 0 0,1 1 0 0 0,0 0 1 0 0,0 0-1 0 0,0-1 0 0 0,0 1 0 0 0,0 0 0 0 0,0 0 0 0 0,0-1 0 0 0,0 1 1 0 0,0 0-1 0 0,0 0 0 0 0,1-1 0 0 0,-1 1 0 0 0,0 0 0 0 0,0 0 0 0 0,0-1 1 0 0,0 1-1 0 0,0 0 0 0 0,0 0 0 0 0,0 0 0 0 0,1-1 0 0 0,-1 1 0 0 0,0 0 0 0 0,0 0 1 0 0,0 0-1 0 0,0 0 0 0 0,1-1 0 0 0,-1 1 0 0 0,0 0 0 0 0,0 0 0 0 0,0 0 1 0 0,1 0-1 0 0,-1 0 0 0 0,0 0 0 0 0,0-1 0 0 0,1 1 0 0 0,-1 0 0 0 0,0 0 1 0 0,1 0-1 0 0,19-3-8 0 0,24 4-305 0 0,23 2 346 0 0,-1-2 0 0 0,112-13 0 0 0,-104 8-1898 0 0,-51 5 1179 0 0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1:39.2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13 14283 0 0,'1'-1'-5'0'0,"0"0"0"0"0,0 0 0 0 0,0 1 0 0 0,0-1 0 0 0,0 0 0 0 0,0 1 0 0 0,0-1 0 0 0,0 1 0 0 0,0-1 0 0 0,0 1 0 0 0,0 0 0 0 0,1-1 0 0 0,-1 1 0 0 0,0 0 0 0 0,0 0 0 0 0,0-1 0 0 0,1 1 0 0 0,-1 0 0 0 0,2 1 0 0 0,34-4-716 0 0,-35 2 893 0 0,158 0-954 0 0,-80 2-845 0 0,-26 5-2348 0 0,-57-6 3959 0 0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1:39.6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 1 13827 0 0,'-3'0'400'0'0,"0"9"-212"0"0,-7 29-222 0 0,-5 49-109 0 0,15-56-56 0 0,1-1 0 0 0,2 1 1 0 0,9 47-1 0 0,-9-59-293 0 0,3 16-4153 0 0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1:40.5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80 11522 0 0,'3'-1'96'0'0,"-1"-1"-1"0"0,1 1 1 0 0,-1 0-1 0 0,1-1 0 0 0,-1 1 1 0 0,1 0-1 0 0,0 1 1 0 0,-1-1-1 0 0,1 0 0 0 0,0 1 1 0 0,0 0-1 0 0,5-1 1 0 0,-3 1 57 0 0,115-13 316 0 0,-76 10-122 0 0,-1-2 1 0 0,60-15-1 0 0,-78 12-436 0 0,39-8 1563 0 0,-59 15-2230 0 0,1 0 0 0 0,0 1-1 0 0,-1 0 1 0 0,1 0 0 0 0,7 1-1 0 0,-6 1-4092 0 0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1:41.5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 1 7370 0 0,'-1'0'20'0'0,"1"0"1"0"0,0 0 0 0 0,0 0 0 0 0,0 0 0 0 0,0 0 0 0 0,0 0 0 0 0,-1 0 0 0 0,1 0 0 0 0,0 1 0 0 0,0-1 0 0 0,0 0-1 0 0,0 0 1 0 0,0 0 0 0 0,0 0 0 0 0,0 0 0 0 0,0 1 0 0 0,-1-1 0 0 0,1 0 0 0 0,0 0 0 0 0,0 0 0 0 0,0 0-1 0 0,0 1 1 0 0,0-1 0 0 0,0 0 0 0 0,0 0 0 0 0,0 0 0 0 0,0 0 0 0 0,0 1 0 0 0,0-1 0 0 0,0 0 0 0 0,0 0 0 0 0,0 0-1 0 0,0 0 1 0 0,0 1 0 0 0,0-1 0 0 0,1 0 0 0 0,-1 0 0 0 0,0 0 0 0 0,0 0 0 0 0,0 0 0 0 0,0 1 0 0 0,0-1 0 0 0,0 0-1 0 0,0 0 1 0 0,0 0 0 0 0,1 0 0 0 0,-1 0 0 0 0,0 1 0 0 0,12 8 687 0 0,13 4 120 0 0,-12-9-852 0 0,2-1 0 0 0,-1 0-1 0 0,0-1 1 0 0,26 1 0 0 0,-37-3-110 0 0,18 1-3364 0 0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1:42.2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 2 7370 0 0,'-1'-1'17'0'0,"1"1"1"0"0,-1 0 0 0 0,1 0-1 0 0,0 0 1 0 0,-1 0 0 0 0,1-1 0 0 0,-1 1-1 0 0,1 0 1 0 0,-1 0 0 0 0,1 0-1 0 0,-1 0 1 0 0,1 0 0 0 0,0 0-1 0 0,-1 0 1 0 0,1 0 0 0 0,-1 0 0 0 0,1 0-1 0 0,-1 1 1 0 0,1-1 0 0 0,-1 0-1 0 0,1 0 1 0 0,0 0 0 0 0,-1 0 0 0 0,1 1-1 0 0,-1-1 1 0 0,1 0 0 0 0,0 0-1 0 0,-1 1 1 0 0,1-1 0 0 0,0 0 0 0 0,-1 1-1 0 0,1-1 1 0 0,0 0 0 0 0,-1 1-1 0 0,1-1 1 0 0,0 1 0 0 0,0-1 0 0 0,0 0-1 0 0,-1 1 1 0 0,1-1 0 0 0,0 1-1 0 0,0-1 1 0 0,0 1 0 0 0,0-1-1 0 0,0 0 1 0 0,0 1 0 0 0,0-1 0 0 0,0 1-1 0 0,0-1 1 0 0,0 1 0 0 0,0-1-1 0 0,0 1 1 0 0,0 0 20 0 0,1 1 0 0 0,-1-1 0 0 0,0 0 0 0 0,1 0 0 0 0,-1 0-1 0 0,1 0 1 0 0,0 0 0 0 0,-1 0 0 0 0,1-1 0 0 0,0 1 0 0 0,-1 0 0 0 0,1 0 0 0 0,0 0-1 0 0,0 0 1 0 0,0-1 0 0 0,0 1 0 0 0,0-1 0 0 0,0 1 0 0 0,0 0 0 0 0,0-1 0 0 0,0 0-1 0 0,1 1 1 0 0,38 6 1120 0 0,-1-2-1 0 0,77 0 1 0 0,-99-6-2172 0 0,1-1 0 0 0,0 0-1 0 0,28-9 1 0 0,-33 8-2236 0 0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1:42.5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9218 0 0,'29'50'1418'0'0,"-26"-39"-1037"0"0,-1 1 0 0 0,0-1 0 0 0,-1 1 0 0 0,-1 0 0 0 0,1-1 0 0 0,-2 1 1 0 0,0 0-1 0 0,-2 11 0 0 0,-2 40 251 0 0,8-37-862 0 0,0-1 1 0 0,2 1 0 0 0,0-1-1 0 0,2-1 1 0 0,1 1 0 0 0,11 23-1 0 0,-6-15-4516 0 0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1:49.6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644 178 8290 0 0,'-15'-13'-767'0'0,"0"0"-1"0"0,-1 0 1 0 0,0 2 0 0 0,-27-15-1 0 0,31 19 916 0 0,-1 1 0 0 0,1 0 0 0 0,-1 2 0 0 0,0-1 0 0 0,-1 1 0 0 0,1 1 0 0 0,-20-2 0 0 0,28 5 52 0 0,-1 0 0 0 0,1 1 0 0 0,-1-1-1 0 0,1 1 1 0 0,-1 0 0 0 0,1 1 0 0 0,-1-1 0 0 0,1 1 0 0 0,0 0-1 0 0,0 1 1 0 0,0-1 0 0 0,0 1 0 0 0,0 0 0 0 0,1 0-1 0 0,-1 1 1 0 0,1-1 0 0 0,0 1 0 0 0,-4 4 0 0 0,-8 11 72 0 0,1-1 0 0 0,-25 41 0 0 0,23-34-256 0 0,-23 37-168 0 0,3 2 0 0 0,-35 80 0 0 0,56-106 373 0 0,2 0 1 0 0,2 1-1 0 0,1 1 0 0 0,2 0 1 0 0,-7 63-1 0 0,15-77-132 0 0,1 0-1 0 0,0 0 0 0 0,2 1 0 0 0,1-1 0 0 0,2-1 1 0 0,0 1-1 0 0,1 0 0 0 0,2-1 0 0 0,1-1 0 0 0,0 1 1 0 0,2-1-1 0 0,1-1 0 0 0,1 0 0 0 0,22 31 0 0 0,36 50 619 0 0,-30-42-242 0 0,72 83 0 0 0,-97-126-466 0 0,2-2 0 0 0,0 0 0 0 0,1-1 1 0 0,1-1-1 0 0,0-1 0 0 0,1-1 1 0 0,0 0-1 0 0,34 13 0 0 0,-31-16-73 0 0,-1-2 1 0 0,1-1-1 0 0,0-1 1 0 0,1-1-1 0 0,-1-1 0 0 0,1-1 1 0 0,35 0-1 0 0,-44-4 111 0 0,1 0 1 0 0,-1-1-1 0 0,0-1 0 0 0,0-1 1 0 0,0 0-1 0 0,0-1 0 0 0,0-1 0 0 0,-1 0 1 0 0,0-1-1 0 0,0 0 0 0 0,-1-2 1 0 0,15-10-1 0 0,-8 3 246 0 0,-2-1 0 0 0,0 0 0 0 0,0-2 0 0 0,-2 0 1 0 0,0-1-1 0 0,-2-1 0 0 0,0 0 0 0 0,-1-1 0 0 0,-1 0 0 0 0,-1-2 0 0 0,-1 1 0 0 0,10-33 1 0 0,-10 16-171 0 0,-1-1 1 0 0,-2-1 0 0 0,-1 0 0 0 0,-3 0-1 0 0,-1 0 1 0 0,-6-76 0 0 0,1 82-68 0 0,-2-43 284 0 0,-4-1 0 0 0,-20-88-1 0 0,23 145-163 0 0,-2 0-1 0 0,0 0 1 0 0,-2 0-1 0 0,0 1 1 0 0,-2 1-1 0 0,0-1 0 0 0,-1 2 1 0 0,-1 0-1 0 0,-1 0 1 0 0,-1 1-1 0 0,-28-27 1 0 0,6 14 63 0 0,-1 2 0 0 0,-66-39 0 0 0,-91-38-2176 0 0,120 67 283 0 0,5 7-4216 0 0,39 20 409 0 0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28:22.0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169 125 2513 0 0,'-1'-2'187'0'0,"0"0"1"0"0,-1 1 0 0 0,1-1 0 0 0,0 0 0 0 0,0 0 0 0 0,0 0 0 0 0,0 0 0 0 0,0-1-1 0 0,0 1 1 0 0,1 0 0 0 0,-1-4 0 0 0,-3-9 373 0 0,-21 49 1000 0 0,23-30-1445 0 0,0 0-1 0 0,0 0 0 0 0,1 0 0 0 0,0 0 0 0 0,0 0 1 0 0,0 1-1 0 0,0-1 0 0 0,1 0 0 0 0,-1 0 0 0 0,1 1 1 0 0,0-1-1 0 0,1 0 0 0 0,-1 0 0 0 0,1 1 0 0 0,0-1 0 0 0,0 0 1 0 0,0 0-1 0 0,0 0 0 0 0,1 0 0 0 0,-1 0 0 0 0,1 0 1 0 0,0 0-1 0 0,0 0 0 0 0,1-1 0 0 0,-1 1 0 0 0,1-1 1 0 0,0 0-1 0 0,0 0 0 0 0,0 0 0 0 0,0 0 0 0 0,0 0 0 0 0,1-1 1 0 0,-1 1-1 0 0,8 3 0 0 0,-8-5-95 0 0,0 0-1 0 0,-1 1 1 0 0,1-1-1 0 0,0-1 1 0 0,0 1-1 0 0,0 0 1 0 0,0-1-1 0 0,0 1 1 0 0,0-1-1 0 0,0 0 1 0 0,0 0-1 0 0,0 0 1 0 0,0 0 0 0 0,0-1-1 0 0,0 1 1 0 0,0-1-1 0 0,0 0 1 0 0,0 0-1 0 0,2-1 1 0 0,1-1 13 0 0,-1 1 1 0 0,0-2-1 0 0,0 1 1 0 0,0 0-1 0 0,-1-1 0 0 0,1 0 1 0 0,-1 0-1 0 0,0 0 1 0 0,6-8-1 0 0,-6 7-50 0 0,0-1 0 0 0,0 1 0 0 0,0-1 0 0 0,-1 1 0 0 0,0-1 0 0 0,0 0 0 0 0,-1-1 0 0 0,0 1 0 0 0,0 0 0 0 0,0-1 0 0 0,0 1 0 0 0,-1-1 0 0 0,-1 1 0 0 0,1-1 0 0 0,-1 0 0 0 0,0 1 0 0 0,0-1-1 0 0,-2-9 1 0 0,1 14-22 0 0,1-1-1 0 0,-1 1 0 0 0,0-1 0 0 0,0 1 0 0 0,0 0 1 0 0,-1 0-1 0 0,1-1 0 0 0,0 1 0 0 0,-1 0 0 0 0,1 0 1 0 0,-1 0-1 0 0,0 0 0 0 0,0 1 0 0 0,0-1 0 0 0,0 0 1 0 0,0 1-1 0 0,0 0 0 0 0,0-1 0 0 0,0 1 0 0 0,0 0 1 0 0,-4-1-1 0 0,2 1 23 0 0,1 0 0 0 0,-1 1 0 0 0,1 0 0 0 0,-1 0 0 0 0,1 0 1 0 0,-1 0-1 0 0,0 1 0 0 0,1-1 0 0 0,-1 1 0 0 0,1 0 0 0 0,-1 0 1 0 0,1 0-1 0 0,-5 3 0 0 0,-6 3 22 0 0,1 1 0 0 0,0 0 1 0 0,0 1-1 0 0,1 1 0 0 0,-19 18 0 0 0,-9 18 232 0 0,38-43-230 0 0,0 0 0 0 0,1 0 1 0 0,-1 0-1 0 0,0 0 0 0 0,1 0 1 0 0,0 1-1 0 0,0-1 0 0 0,0 1 1 0 0,0-1-1 0 0,1 1 1 0 0,-1-1-1 0 0,1 1 0 0 0,0-1 1 0 0,0 7-1 0 0,0-9-3 0 0,0-1-1 0 0,0 1 1 0 0,0-1 0 0 0,1 1 0 0 0,-1-1-1 0 0,0 1 1 0 0,0-1 0 0 0,0 0-1 0 0,1 1 1 0 0,-1-1 0 0 0,0 1 0 0 0,0-1-1 0 0,1 1 1 0 0,-1-1 0 0 0,0 0-1 0 0,1 1 1 0 0,-1-1 0 0 0,0 0 0 0 0,1 1-1 0 0,-1-1 1 0 0,1 0 0 0 0,-1 0 0 0 0,1 1-1 0 0,-1-1 1 0 0,0 0 0 0 0,1 0-1 0 0,-1 0 1 0 0,1 1 0 0 0,0-1 0 0 0,19-3 18 0 0,15-14 203 0 0,-29 12-126 0 0,0 0 0 0 0,-1-1 0 0 0,0 0 0 0 0,0 0 0 0 0,0 0 0 0 0,0 0 0 0 0,5-12 1 0 0,-8 15-76 0 0,0 1 1 0 0,-1-1 0 0 0,0 0-1 0 0,1 0 1 0 0,-1 0 0 0 0,0 1 0 0 0,0-1-1 0 0,-1 0 1 0 0,1 0 0 0 0,-1 0 0 0 0,1 0-1 0 0,-1 0 1 0 0,0 0 0 0 0,0 0-1 0 0,0-1 1 0 0,-1 1 0 0 0,1 0 0 0 0,-1 0-1 0 0,1 0 1 0 0,-1 1 0 0 0,0-1 0 0 0,-2-4-1 0 0,2 6-26 0 0,0 0-1 0 0,0 0 1 0 0,-1-1-1 0 0,1 1 1 0 0,0 0-1 0 0,0 1 0 0 0,-1-1 1 0 0,1 0-1 0 0,-1 0 1 0 0,1 0-1 0 0,-1 1 1 0 0,1-1-1 0 0,-1 1 1 0 0,1-1-1 0 0,-1 1 1 0 0,1 0-1 0 0,-1-1 0 0 0,0 1 1 0 0,1 0-1 0 0,-1 0 1 0 0,1 0-1 0 0,-1 0 1 0 0,0 1-1 0 0,1-1 1 0 0,-1 0-1 0 0,1 1 1 0 0,-1-1-1 0 0,1 1 0 0 0,-1-1 1 0 0,1 1-1 0 0,-1 0 1 0 0,1 0-1 0 0,-1-1 1 0 0,0 3-1 0 0,-4 0-35 0 0,0 1 0 0 0,1 0 0 0 0,-1 0 0 0 0,1 0 0 0 0,0 1 1 0 0,-8 9-1 0 0,8-6 22 0 0,0-1 0 0 0,0 2 0 0 0,0-1 0 0 0,-3 11 0 0 0,7-17 14 0 0,0 0 0 0 0,0-1 0 0 0,0 1 0 0 0,1 0 1 0 0,-1 0-1 0 0,1 0 0 0 0,-1 0 0 0 0,1 0 1 0 0,0 0-1 0 0,-1 0 0 0 0,1 0 0 0 0,0 0 0 0 0,1 0 1 0 0,-1 0-1 0 0,0 0 0 0 0,0 0 0 0 0,1 0 1 0 0,-1 0-1 0 0,1 0 0 0 0,0 0 0 0 0,0-1 0 0 0,-1 1 1 0 0,1 0-1 0 0,0 0 0 0 0,0-1 0 0 0,2 3 1 0 0,-1-3 15 0 0,-1 0 1 0 0,1 0 0 0 0,0 0-1 0 0,-1 0 1 0 0,1 0 0 0 0,0-1 0 0 0,0 1-1 0 0,-1 0 1 0 0,1-1 0 0 0,0 0-1 0 0,0 1 1 0 0,0-1 0 0 0,0 0 0 0 0,0 0-1 0 0,0 0 1 0 0,0 0 0 0 0,0 0-1 0 0,-1 0 1 0 0,1-1 0 0 0,0 1 0 0 0,0-1-1 0 0,0 1 1 0 0,0-1 0 0 0,-1 0-1 0 0,1 0 1 0 0,0 0 0 0 0,3-2 0 0 0,-2 1 14 0 0,-1 0 1 0 0,1 0-1 0 0,0 0 1 0 0,-1 0 0 0 0,1-1-1 0 0,-1 1 1 0 0,0-1-1 0 0,0 1 1 0 0,0-1 0 0 0,0 0-1 0 0,0 0 1 0 0,0 0-1 0 0,-1 0 1 0 0,2-5 0 0 0,-2 5-25 0 0,-1-1 0 0 0,0 1 0 0 0,0 0 0 0 0,0 0 0 0 0,0 0 0 0 0,0-1 0 0 0,0 1 0 0 0,-1 0 0 0 0,0 0-1 0 0,1 0 1 0 0,-1 0 0 0 0,0 0 0 0 0,-1 0 0 0 0,1 0 0 0 0,-1 0 0 0 0,1 0 0 0 0,-1 0 0 0 0,0 1 0 0 0,0-1 0 0 0,0 1 0 0 0,-4-5 0 0 0,4 5-15 0 0,0 1 0 0 0,1-1-1 0 0,-1 1 1 0 0,0 0 0 0 0,0-1-1 0 0,0 1 1 0 0,0 0 0 0 0,0 0-1 0 0,0 0 1 0 0,0 1-1 0 0,-1-1 1 0 0,1 0 0 0 0,0 1-1 0 0,0 0 1 0 0,-1-1 0 0 0,1 1-1 0 0,0 0 1 0 0,0 0 0 0 0,-1 0-1 0 0,1 0 1 0 0,0 1 0 0 0,0-1-1 0 0,-1 1 1 0 0,1-1 0 0 0,0 1-1 0 0,0 0 1 0 0,0 0 0 0 0,0 0-1 0 0,0 0 1 0 0,0 0 0 0 0,-3 2-1 0 0,-1 2 8 0 0,0 1 1 0 0,0 0-1 0 0,0 0 0 0 0,1 0 0 0 0,0 1 0 0 0,0-1 0 0 0,1 1 0 0 0,-5 9 0 0 0,7-11 19 0 0,-1 1-1 0 0,1-1 1 0 0,0 0 0 0 0,0 1-1 0 0,1 0 1 0 0,-1-1 0 0 0,1 1-1 0 0,1 0 1 0 0,-1 0 0 0 0,1 0-1 0 0,0-1 1 0 0,1 9 0 0 0,-1-13-24 0 0,0 0-1 0 0,0 0 1 0 0,0 0 0 0 0,1 0 0 0 0,-1 0 0 0 0,0-1-1 0 0,0 1 1 0 0,1 0 0 0 0,-1 0 0 0 0,1 0 0 0 0,-1 0 0 0 0,1-1-1 0 0,-1 1 1 0 0,1 0 0 0 0,-1 0 0 0 0,1-1 0 0 0,0 1 0 0 0,-1 0-1 0 0,1-1 1 0 0,0 1 0 0 0,0-1 0 0 0,-1 1 0 0 0,1-1 0 0 0,0 1-1 0 0,0-1 1 0 0,0 0 0 0 0,0 1 0 0 0,1-1 0 0 0,1 0 27 0 0,-1 0 1 0 0,1 0 0 0 0,-1 0 0 0 0,0 0 0 0 0,1-1 0 0 0,-1 0 0 0 0,0 1 0 0 0,1-1-1 0 0,-1 0 1 0 0,0 0 0 0 0,3-1 0 0 0,5-4 141 0 0,0 0-1 0 0,0-1 1 0 0,15-13 0 0 0,-16 12-148 0 0,0 0-1 0 0,-1-1 1 0 0,0 0 0 0 0,0 0-1 0 0,-1-1 1 0 0,0 0 0 0 0,-1-1 0 0 0,0 1-1 0 0,-1-1 1 0 0,0 0 0 0 0,0-1-1 0 0,-1 1 1 0 0,-1-1 0 0 0,3-14 0 0 0,-6 26-27 0 0,0 0 1 0 0,0 0 0 0 0,0-1 0 0 0,0 1-1 0 0,0 0 1 0 0,1 0 0 0 0,-1-1 0 0 0,0 1-1 0 0,0 0 1 0 0,0 0 0 0 0,0 0 0 0 0,0-1-1 0 0,0 1 1 0 0,0 0 0 0 0,-1 0 0 0 0,1-1-1 0 0,0 1 1 0 0,0 0 0 0 0,0 0 0 0 0,0 0-1 0 0,0-1 1 0 0,0 1 0 0 0,0 0 0 0 0,0 0-1 0 0,-1 0 1 0 0,1-1 0 0 0,0 1 0 0 0,0 0-1 0 0,0 0 1 0 0,0 0 0 0 0,0 0 0 0 0,-1-1-1 0 0,1 1 1 0 0,0 0 0 0 0,0 0 0 0 0,0 0-1 0 0,-1 0 1 0 0,1 0 0 0 0,0 0 0 0 0,-1 0-1 0 0,-10 5-308 0 0,-13 16-19 0 0,20-17 237 0 0,3-4 97 0 0,0 1 0 0 0,0 0 1 0 0,0 0-1 0 0,0-1 0 0 0,1 1 1 0 0,-1 0-1 0 0,0 0 1 0 0,0 0-1 0 0,1 0 0 0 0,-1 0 1 0 0,0 0-1 0 0,1 0 0 0 0,-1 0 1 0 0,1 0-1 0 0,-1 0 0 0 0,1 1 1 0 0,0-1-1 0 0,-1 0 0 0 0,1 0 1 0 0,0 0-1 0 0,0 1 1 0 0,0 1-1 0 0,0-3 10 0 0,1 1 0 0 0,-1 0 0 0 0,1 0 1 0 0,-1-1-1 0 0,0 1 0 0 0,1 0 0 0 0,0 0 0 0 0,-1-1 0 0 0,1 1 1 0 0,-1-1-1 0 0,1 1 0 0 0,0 0 0 0 0,-1-1 0 0 0,1 0 0 0 0,0 1 0 0 0,0-1 1 0 0,0 1-1 0 0,-1-1 0 0 0,1 0 0 0 0,0 1 0 0 0,0-1 0 0 0,1 0 1 0 0,0 1 6 0 0,0-1 1 0 0,-1 1 0 0 0,1-1 0 0 0,0 0-1 0 0,-1 0 1 0 0,1 0 0 0 0,0 0 0 0 0,-1 0-1 0 0,1 0 1 0 0,0 0 0 0 0,-1-1 0 0 0,1 1-1 0 0,0-1 1 0 0,-1 1 0 0 0,1-1 0 0 0,-1 0-1 0 0,1 1 1 0 0,-1-1 0 0 0,1 0 0 0 0,-1 0 0 0 0,1 0-1 0 0,-1 0 1 0 0,0 0 0 0 0,0 0 0 0 0,1 0-1 0 0,-1-1 1 0 0,0 1 0 0 0,0 0 0 0 0,1-3-1 0 0,-2 2-21 0 0,0 1-1 0 0,0 0 1 0 0,-1-1-1 0 0,1 1 0 0 0,0 0 1 0 0,-1-1-1 0 0,1 1 1 0 0,-1 0-1 0 0,1-1 1 0 0,-1 1-1 0 0,0 0 0 0 0,0 0 1 0 0,1 0-1 0 0,-1 0 1 0 0,0 0-1 0 0,0 0 1 0 0,0 0-1 0 0,0 0 0 0 0,0 0 1 0 0,0 0-1 0 0,-1 0 1 0 0,1 0-1 0 0,0 1 1 0 0,0-1-1 0 0,0 1 0 0 0,-1-1 1 0 0,-1 0-1 0 0,-37-15-142 0 0,36 15 164 0 0,0 0 1 0 0,1 1 0 0 0,-1 0-1 0 0,0-1 1 0 0,0 1 0 0 0,0 1 0 0 0,1-1-1 0 0,-1 0 1 0 0,0 1 0 0 0,0 0-1 0 0,1 0 1 0 0,-1 0 0 0 0,0 0-1 0 0,-5 4 1 0 0,7-5 2 0 0,1 1 1 0 0,0 0-1 0 0,0 0 0 0 0,0 0 0 0 0,0 0 1 0 0,0 0-1 0 0,0 0 0 0 0,0 0 0 0 0,0 0 0 0 0,0 1 1 0 0,0-1-1 0 0,1 0 0 0 0,-1 0 0 0 0,0 1 1 0 0,1-1-1 0 0,-1 1 0 0 0,1-1 0 0 0,0 0 0 0 0,-1 1 1 0 0,1-1-1 0 0,0 1 0 0 0,0-1 0 0 0,0 1 1 0 0,0-1-1 0 0,0 1 0 0 0,0-1 0 0 0,0 0 0 0 0,1 1 1 0 0,-1-1-1 0 0,0 1 0 0 0,1-1 0 0 0,-1 0 1 0 0,1 1-1 0 0,0-1 0 0 0,-1 0 0 0 0,1 1 0 0 0,0-1 1 0 0,0 0-1 0 0,0 0 0 0 0,1 2 0 0 0,0-2-12 0 0,-1 1 0 0 0,1 0 0 0 0,0-1 0 0 0,0 1-1 0 0,0-1 1 0 0,0 0 0 0 0,0 0 0 0 0,0 1 0 0 0,0-2 0 0 0,1 1-1 0 0,-1 0 1 0 0,0 0 0 0 0,1-1 0 0 0,-1 1 0 0 0,0-1 0 0 0,1 1-1 0 0,-1-1 1 0 0,0 0 0 0 0,1 0 0 0 0,-1 0 0 0 0,1-1 0 0 0,-1 1-1 0 0,0 0 1 0 0,1-1 0 0 0,-1 0 0 0 0,0 1 0 0 0,1-1 0 0 0,-1 0-1 0 0,0 0 1 0 0,0 0 0 0 0,3-3 0 0 0,-2 3 13 0 0,0 0 0 0 0,0-1-1 0 0,-1 1 1 0 0,1-1 0 0 0,0 0 0 0 0,-1 0 0 0 0,1 0 0 0 0,-1 0-1 0 0,0 0 1 0 0,0 0 0 0 0,1-1 0 0 0,-2 1 0 0 0,1-1 0 0 0,0 0 0 0 0,0 1-1 0 0,-1-1 1 0 0,0 0 0 0 0,1 0 0 0 0,-1 0 0 0 0,0 0 0 0 0,-1 0-1 0 0,1 0 1 0 0,0-5 0 0 0,-1 6-13 0 0,0 0 0 0 0,-1 0-1 0 0,0 0 1 0 0,1 1 0 0 0,-1-1-1 0 0,0 0 1 0 0,0 1 0 0 0,0-1-1 0 0,0 1 1 0 0,0-1 0 0 0,0 1 0 0 0,0-1-1 0 0,0 1 1 0 0,-1 0 0 0 0,1-1-1 0 0,0 1 1 0 0,-1 0 0 0 0,1 0 0 0 0,-1 0-1 0 0,0 0 1 0 0,1 0 0 0 0,-1 1-1 0 0,0-1 1 0 0,0 0 0 0 0,1 1-1 0 0,-1-1 1 0 0,0 1 0 0 0,0 0 0 0 0,0 0-1 0 0,1-1 1 0 0,-1 1 0 0 0,0 0-1 0 0,0 0 1 0 0,0 1 0 0 0,-3 0 0 0 0,1-1-8 0 0,1 0 1 0 0,-1 1 0 0 0,1-1 0 0 0,0 1-1 0 0,-1 0 1 0 0,1 0 0 0 0,0 0 0 0 0,-1 1-1 0 0,1-1 1 0 0,0 1 0 0 0,0 0 0 0 0,0 0-1 0 0,0 0 1 0 0,0 0 0 0 0,1 0 0 0 0,-1 1-1 0 0,1-1 1 0 0,-3 4 0 0 0,3-3-10 0 0,0 1 0 0 0,0 0 1 0 0,1-1-1 0 0,0 1 0 0 0,0 0 0 0 0,0 0 1 0 0,0 0-1 0 0,0 0 0 0 0,1-1 1 0 0,0 1-1 0 0,-1 0 0 0 0,2 0 0 0 0,-1 0 1 0 0,0 0-1 0 0,1 0 0 0 0,0 0 1 0 0,0 0-1 0 0,0 0 0 0 0,0-1 0 0 0,0 1 1 0 0,1 0-1 0 0,0-1 0 0 0,0 1 1 0 0,0-1-1 0 0,0 1 0 0 0,0-1 0 0 0,1 0 1 0 0,-1 0-1 0 0,1 0 0 0 0,0-1 1 0 0,0 1-1 0 0,0-1 0 0 0,0 1 0 0 0,1-1 1 0 0,-1 0-1 0 0,0 0 0 0 0,1 0 1 0 0,4 1-1 0 0,-4-1 26 0 0,-1 0 1 0 0,1-1-1 0 0,0 1 1 0 0,0-1-1 0 0,0 0 1 0 0,0 0-1 0 0,0 0 1 0 0,0 0-1 0 0,1-1 1 0 0,-1 0-1 0 0,0 0 1 0 0,0 0-1 0 0,0 0 1 0 0,1-1-1 0 0,-1 1 1 0 0,0-1-1 0 0,0 0 1 0 0,0 0-1 0 0,0-1 1 0 0,0 1-1 0 0,-1-1 1 0 0,1 0-1 0 0,0 0 1 0 0,-1 0-1 0 0,1-1 1 0 0,-1 1-1 0 0,0-1 1 0 0,1 0 0 0 0,-1 0-1 0 0,-1 0 1 0 0,1 0-1 0 0,0 0 1 0 0,-1-1-1 0 0,0 1 1 0 0,4-8-1 0 0,-5 7 1 0 0,1 0 0 0 0,-1-1-1 0 0,-1 1 1 0 0,1-1 0 0 0,-1 1 0 0 0,0-1 0 0 0,0 1-1 0 0,0-1 1 0 0,0 1 0 0 0,-1-1 0 0 0,0 1 0 0 0,0-1-1 0 0,0 1 1 0 0,0 0 0 0 0,-1-1 0 0 0,1 1 0 0 0,-5-7-1 0 0,4 7-3 0 0,0 1 0 0 0,0-1 0 0 0,-1 0 0 0 0,1 1 1 0 0,-1 0-1 0 0,1-1 0 0 0,-1 1 0 0 0,0 0 0 0 0,0 1 0 0 0,-1-1 0 0 0,1 0 0 0 0,-1 1 0 0 0,1 0 0 0 0,-1 0 0 0 0,0 0 0 0 0,1 0 0 0 0,-1 1 0 0 0,0-1 0 0 0,-5 0 0 0 0,6 2-27 0 0,-1 0 0 0 0,1 1 0 0 0,-1 0 0 0 0,1-1-1 0 0,0 1 1 0 0,0 0 0 0 0,-1 1 0 0 0,1-1 0 0 0,0 0 0 0 0,0 1 0 0 0,0 0 0 0 0,0 0 0 0 0,0 0 0 0 0,1 0 0 0 0,-1 0 0 0 0,1 1 0 0 0,-5 4 0 0 0,5-6 8 0 0,1 1 0 0 0,-1-1 0 0 0,1 1 0 0 0,0-1 0 0 0,-1 1 1 0 0,1 0-1 0 0,0-1 0 0 0,0 1 0 0 0,0 0 0 0 0,0 0 0 0 0,1-1 1 0 0,-1 1-1 0 0,0 0 0 0 0,1 0 0 0 0,-1 0 0 0 0,1 0 0 0 0,0 0 0 0 0,0 0 1 0 0,-1 0-1 0 0,1 0 0 0 0,1 0 0 0 0,-1 0 0 0 0,0 0 0 0 0,0 0 1 0 0,1 0-1 0 0,-1 0 0 0 0,1 0 0 0 0,0 0 0 0 0,-1 0 0 0 0,1 0 0 0 0,1 1 1 0 0,0-1 14 0 0,0 0 0 0 0,0-1 0 0 0,0 1 0 0 0,0-1 0 0 0,1 0 0 0 0,-1 1 0 0 0,0-1 0 0 0,0 0 0 0 0,1-1 0 0 0,-1 1 0 0 0,1 0 0 0 0,-1-1 0 0 0,1 1 0 0 0,-1-1 0 0 0,1 0 0 0 0,-1 0 0 0 0,1 0 0 0 0,-1 0 0 0 0,1 0 0 0 0,-1 0 0 0 0,1-1 0 0 0,-1 1 0 0 0,1-1 0 0 0,-1 0-1 0 0,1 0 1 0 0,-1 0 0 0 0,0 0 0 0 0,0 0 0 0 0,1 0 0 0 0,-1-1 0 0 0,2-1 0 0 0,-2 2 15 0 0,0 0 0 0 0,-1 0 0 0 0,0 0-1 0 0,1 0 1 0 0,-1 0 0 0 0,1 0-1 0 0,-1-1 1 0 0,0 1 0 0 0,0 0-1 0 0,0-1 1 0 0,0 1 0 0 0,0-1 0 0 0,0 0-1 0 0,0 1 1 0 0,0-1 0 0 0,-1 0-1 0 0,1 1 1 0 0,-1-1 0 0 0,1 0-1 0 0,-1 0 1 0 0,0 1 0 0 0,1-1-1 0 0,-1 0 1 0 0,0 0 0 0 0,0 0 0 0 0,0 1-1 0 0,0-1 1 0 0,-1 0 0 0 0,1 0-1 0 0,-1 1 1 0 0,1-1 0 0 0,-1 0-1 0 0,1 0 1 0 0,-1 1 0 0 0,0-1 0 0 0,0 0-1 0 0,0 1 1 0 0,0-1 0 0 0,0 1-1 0 0,0 0 1 0 0,0-1 0 0 0,0 1-1 0 0,0 0 1 0 0,-3-3 0 0 0,2 2-13 0 0,0 0 0 0 0,-1 0-1 0 0,1 1 1 0 0,0-1 0 0 0,-1 0 0 0 0,1 1 0 0 0,-1 0 0 0 0,1-1 0 0 0,-1 1-1 0 0,0 0 1 0 0,1 0 0 0 0,-1 0 0 0 0,0 1 0 0 0,0-1 0 0 0,0 1-1 0 0,0-1 1 0 0,0 1 0 0 0,1 0 0 0 0,-1 0 0 0 0,-5 1 0 0 0,5 0-4 0 0,-1 0 1 0 0,1 1 0 0 0,0-1-1 0 0,0 1 1 0 0,0 0 0 0 0,0-1-1 0 0,0 1 1 0 0,0 1 0 0 0,0-1-1 0 0,0 0 1 0 0,1 1 0 0 0,0-1-1 0 0,-1 1 1 0 0,-3 5-1 0 0,3-2-27 0 0,-1-1 0 0 0,1 1 0 0 0,0 0 0 0 0,0 0 0 0 0,1 0 0 0 0,0 0-1 0 0,0 0 1 0 0,0 1 0 0 0,1-1 0 0 0,0 0 0 0 0,0 1 0 0 0,1 0-1 0 0,0-1 1 0 0,0 1 0 0 0,0-1 0 0 0,1 1 0 0 0,2 12 0 0 0,-2-18 17 0 0,0 1 0 0 0,0 0 0 0 0,0 0 0 0 0,0-1 0 0 0,0 1 0 0 0,0-1 0 0 0,0 1 0 0 0,0-1 0 0 0,0 1 0 0 0,1-1 0 0 0,-1 0 0 0 0,1 1 0 0 0,-1-1 0 0 0,1 0 0 0 0,-1 0 0 0 0,1 0 0 0 0,0 0 0 0 0,0 0 0 0 0,-1-1 0 0 0,1 1 0 0 0,0 0 1 0 0,0-1-1 0 0,0 0 0 0 0,0 1 0 0 0,-1-1 0 0 0,1 0 0 0 0,0 0 0 0 0,0 0 0 0 0,0 0 0 0 0,0 0 0 0 0,0 0 0 0 0,0-1 0 0 0,0 1 0 0 0,0-1 0 0 0,-1 1 0 0 0,1-1 0 0 0,0 0 0 0 0,0 0 0 0 0,2-1 0 0 0,3-1 21 0 0,0-1-1 0 0,-1 1 1 0 0,0-1-1 0 0,0 0 0 0 0,0-1 1 0 0,0 1-1 0 0,-1-1 1 0 0,1-1-1 0 0,4-5 1 0 0,-7 7 27 0 0,0-1 0 0 0,0 0 0 0 0,-1 0 0 0 0,0 0 0 0 0,1 0 0 0 0,-2 0 1 0 0,1 0-1 0 0,0 0 0 0 0,-1-1 0 0 0,0 1 0 0 0,-1-1 0 0 0,1 1 0 0 0,-1-10 0 0 0,0 13-47 0 0,0 0 0 0 0,-1 0 0 0 0,1 0 0 0 0,-1 0 0 0 0,1 0-1 0 0,-1 0 1 0 0,0 0 0 0 0,0 0 0 0 0,0 0 0 0 0,0 1 0 0 0,0-1-1 0 0,0 0 1 0 0,0 1 0 0 0,0-1 0 0 0,-1 1 0 0 0,1-1 0 0 0,-1 1 0 0 0,1-1-1 0 0,-1 1 1 0 0,1 0 0 0 0,-1 0 0 0 0,0 0 0 0 0,0 0 0 0 0,0 0-1 0 0,1 0 1 0 0,-1 1 0 0 0,0-1 0 0 0,0 0 0 0 0,0 1 0 0 0,0 0-1 0 0,0-1 1 0 0,0 1 0 0 0,0 0 0 0 0,0 0 0 0 0,0 0 0 0 0,0 0 0 0 0,0 1-1 0 0,0-1 1 0 0,-3 1 0 0 0,0 0-39 0 0,0-1 0 0 0,0 1 0 0 0,0 0 0 0 0,0 1 0 0 0,0 0 0 0 0,0-1 0 0 0,0 1 0 0 0,0 1 0 0 0,0-1 0 0 0,1 1 0 0 0,0 0 0 0 0,-1 0 0 0 0,1 0 0 0 0,-7 8 0 0 0,9-9 46 0 0,0 1 0 0 0,0-1-1 0 0,1 1 1 0 0,-1-1 0 0 0,1 1 0 0 0,0 0-1 0 0,0 0 1 0 0,0-1 0 0 0,0 1-1 0 0,1 0 1 0 0,-1 0 0 0 0,1 0 0 0 0,-1 0-1 0 0,1 0 1 0 0,0 0 0 0 0,0 0 0 0 0,0 0-1 0 0,1 0 1 0 0,-1 0 0 0 0,1 0 0 0 0,0 0-1 0 0,0 0 1 0 0,0 0 0 0 0,0 0 0 0 0,0-1-1 0 0,0 1 1 0 0,3 3 0 0 0,-1-2 9 0 0,-1-1 0 0 0,1 0 0 0 0,0 0 0 0 0,0 0 0 0 0,0 0 0 0 0,0 0 0 0 0,0-1 0 0 0,1 0-1 0 0,-1 1 1 0 0,1-1 0 0 0,-1-1 0 0 0,1 1 0 0 0,0 0 0 0 0,0-1 0 0 0,0 0 0 0 0,0 0 0 0 0,0 0 0 0 0,0 0 0 0 0,0-1 0 0 0,0 1 0 0 0,1-1 0 0 0,-1 0 0 0 0,0 0 0 0 0,0-1 0 0 0,0 1 0 0 0,0-1 0 0 0,0 0 0 0 0,7-2 0 0 0,-9 2 13 0 0,1 0 0 0 0,0 0 0 0 0,0 0 0 0 0,-1 0 0 0 0,1 0 0 0 0,0 0 0 0 0,-1-1 0 0 0,0 1 1 0 0,1-1-1 0 0,-1 0 0 0 0,0 0 0 0 0,1 0 0 0 0,-1 0 0 0 0,0 0 0 0 0,-1 0 0 0 0,1 0 1 0 0,0-1-1 0 0,-1 1 0 0 0,1-1 0 0 0,-1 1 0 0 0,0-1 0 0 0,1 0 0 0 0,-1 1 0 0 0,-1-1 0 0 0,1 0 1 0 0,0 0-1 0 0,-1 0 0 0 0,1 1 0 0 0,-1-1 0 0 0,0 0 0 0 0,0 0 0 0 0,0 0 0 0 0,0 0 1 0 0,-1 0-1 0 0,1 0 0 0 0,-1 1 0 0 0,0-1 0 0 0,1 0 0 0 0,-1 0 0 0 0,-1 1 0 0 0,-1-5 0 0 0,2 5-27 0 0,0-1-1 0 0,0 0 0 0 0,-1 0 0 0 0,1 0 0 0 0,-1 1 0 0 0,0-1 0 0 0,0 0 0 0 0,0 1 0 0 0,0 0 0 0 0,0 0 0 0 0,-1-1 0 0 0,1 1 0 0 0,0 0 0 0 0,-1 1 0 0 0,0-1 0 0 0,1 0 1 0 0,-1 1-1 0 0,0 0 0 0 0,0-1 0 0 0,0 1 0 0 0,0 0 0 0 0,-5-1 0 0 0,4 3 8 0 0,0-1-1 0 0,1 0 1 0 0,-1 1-1 0 0,1 0 1 0 0,-1-1 0 0 0,0 2-1 0 0,1-1 1 0 0,0 0 0 0 0,-1 1-1 0 0,1-1 1 0 0,0 1 0 0 0,0 0-1 0 0,0 0 1 0 0,0 0 0 0 0,0 1-1 0 0,0-1 1 0 0,1 0-1 0 0,-1 1 1 0 0,-2 3 0 0 0,-1 1-111 0 0,1 0 1 0 0,0 1 0 0 0,0-1-1 0 0,-8 16 1 0 0,12-20 75 0 0,0 0-1 0 0,-1 0 1 0 0,1-1 0 0 0,1 1-1 0 0,-1 0 1 0 0,0 0 0 0 0,1 0-1 0 0,-1 0 1 0 0,1 0 0 0 0,0 0 0 0 0,0 0-1 0 0,0-1 1 0 0,0 1 0 0 0,1 0-1 0 0,-1 0 1 0 0,1 0 0 0 0,0 0-1 0 0,1 5 1 0 0,-1-8 28 0 0,0 1 1 0 0,0 0 0 0 0,0 0-1 0 0,-1 0 1 0 0,1-1 0 0 0,0 1-1 0 0,0 0 1 0 0,0-1 0 0 0,0 1-1 0 0,0-1 1 0 0,0 1 0 0 0,1-1-1 0 0,-1 0 1 0 0,0 1 0 0 0,0-1-1 0 0,0 0 1 0 0,0 0-1 0 0,0 0 1 0 0,0 0 0 0 0,1 0-1 0 0,-1 0 1 0 0,0 0 0 0 0,0 0-1 0 0,2-1 1 0 0,33-7-143 0 0,-24 5 124 0 0,-5 1 72 0 0,0 0-1 0 0,0 0 0 0 0,-1-1 1 0 0,1 0-1 0 0,-1 0 1 0 0,0-1-1 0 0,0 1 0 0 0,0-1 1 0 0,6-6-1 0 0,-10 8-28 0 0,1 0 1 0 0,-1 0-1 0 0,1-1 0 0 0,-1 1 1 0 0,0-1-1 0 0,0 1 0 0 0,0-1 1 0 0,-1 0-1 0 0,1 0 0 0 0,-1 0 1 0 0,1 0-1 0 0,-1 0 0 0 0,0 0 1 0 0,0 0-1 0 0,0 0 0 0 0,-1-1 1 0 0,1 1-1 0 0,-1 0 0 0 0,1 0 1 0 0,-1-1-1 0 0,-1-4 0 0 0,1 6-33 0 0,0 1-1 0 0,-1-1 0 0 0,1 1 1 0 0,-1 0-1 0 0,1-1 1 0 0,-1 1-1 0 0,1 0 0 0 0,-1-1 1 0 0,0 1-1 0 0,1 0 0 0 0,-1 0 1 0 0,0 0-1 0 0,0 0 1 0 0,0 0-1 0 0,0 0 0 0 0,0 0 1 0 0,0 0-1 0 0,-1 0 1 0 0,1 0-1 0 0,0 0 0 0 0,-2 0 1 0 0,0 0 6 0 0,0 0 1 0 0,0 0 0 0 0,0 0 0 0 0,0 0 0 0 0,0 1 0 0 0,-1-1 0 0 0,1 1-1 0 0,0 0 1 0 0,-4 1 0 0 0,-2-1-6 0 0,-1 2 0 0 0,1-1 0 0 0,0 2 0 0 0,0-1 0 0 0,-13 6 1 0 0,13-3 63 0 0,1-1 1 0 0,0 1 0 0 0,0 1-1 0 0,0-1 1 0 0,1 1 0 0 0,0 1-1 0 0,0-1 1 0 0,0 1 0 0 0,1 0-1 0 0,0 1 1 0 0,1 0 0 0 0,-1 0 0 0 0,2 0-1 0 0,-1 0 1 0 0,1 1 0 0 0,0-1-1 0 0,1 1 1 0 0,0 0 0 0 0,0 1-1 0 0,1-1 1 0 0,0 0 0 0 0,1 1-1 0 0,0-1 1 0 0,0 14 0 0 0,1-21-34 0 0,1-1 0 0 0,-1 1 0 0 0,0 0 0 0 0,0 0 0 0 0,1-1 0 0 0,-1 1 0 0 0,1 0 0 0 0,0-1 0 0 0,0 1 1 0 0,-1 0-1 0 0,1-1 0 0 0,0 1 0 0 0,0-1 0 0 0,0 1 0 0 0,0-1 0 0 0,1 0 0 0 0,-1 1 0 0 0,0-1 0 0 0,1 0 0 0 0,-1 0 0 0 0,0 0 0 0 0,3 1 1 0 0,-1-1-6 0 0,0 0 1 0 0,0 0 0 0 0,0 0-1 0 0,0-1 1 0 0,0 1 0 0 0,0-1-1 0 0,0 0 1 0 0,0 0 0 0 0,0 0 0 0 0,0 0-1 0 0,6-2 1 0 0,3 0-80 0 0,0-2-1 0 0,-1 1 1 0 0,1-2-1 0 0,-1 0 1 0 0,16-9-1 0 0,-9 3-994 0 0,-1 1-3396 0 0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28:29.4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 70 4609 0 0,'-2'-2'437'0'0,"0"0"0"0"0,0 0 0 0 0,0 0 0 0 0,1 0 0 0 0,-1 0 0 0 0,0 0 0 0 0,1-1 0 0 0,0 1 0 0 0,-1 0 0 0 0,1-1 0 0 0,0 1 0 0 0,0-1 0 0 0,0-2 0 0 0,0 4-274 0 0,1 0 1 0 0,-1 0-1 0 0,1 0 0 0 0,0-1 1 0 0,-1 1-1 0 0,1 0 1 0 0,0 0-1 0 0,0 0 1 0 0,0 0-1 0 0,0 0 0 0 0,0 0 1 0 0,0 0-1 0 0,0-1 1 0 0,0 1-1 0 0,0 0 1 0 0,0 0-1 0 0,1 0 1 0 0,-1 0-1 0 0,0 0 0 0 0,1 0 1 0 0,-1 0-1 0 0,1 0 1 0 0,-1 0-1 0 0,1 0 1 0 0,-1 0-1 0 0,1 0 0 0 0,0 0 1 0 0,0 0-1 0 0,-1 0 1 0 0,1 1-1 0 0,0-1 1 0 0,0 0-1 0 0,2-1 0 0 0,-2 2-13 0 0,1 0-1 0 0,0 0 1 0 0,-1 1-1 0 0,1-1 0 0 0,0 0 1 0 0,-1 1-1 0 0,1-1 0 0 0,0 1 1 0 0,-1-1-1 0 0,1 1 0 0 0,-1-1 1 0 0,1 1-1 0 0,-1 0 0 0 0,1 0 1 0 0,-1 0-1 0 0,1 0 0 0 0,-1 0 1 0 0,2 2-1 0 0,23 23 866 0 0,-25-25-981 0 0,21 24 128 0 0,-2 1 0 0 0,-1 0 0 0 0,15 30 0 0 0,43 92 633 0 0,-39-73-643 0 0,-2-8-95 0 0,-13-27 14 0 0,17 43 1 0 0,-40-82-483 0 0,1 1 1 0 0,0 0-1 0 0,-1 0 1 0 0,1 0-1 0 0,-1 0 1 0 0,1 0-1 0 0,-1-1 1 0 0,0 1-1 0 0,0 0 1 0 0,0 0-1 0 0,0 0 1 0 0,0 0-1 0 0,0 0 1 0 0,0 0-1 0 0,-2 3 1 0 0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28:29.9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0 219 2304 0 0,'1'-4'532'0'0,"1"0"-1"0"0,-1 0 0 0 0,1 0 0 0 0,-1 0 0 0 0,1 0 0 0 0,0 1 0 0 0,5-7 0 0 0,-4 6-65 0 0,9-18 1269 0 0,2 2 1 0 0,0-1 0 0 0,18-18-1 0 0,-25 32-1440 0 0,1 0 1 0 0,-1 0-1 0 0,1 1 0 0 0,1 0 0 0 0,-1 0 1 0 0,1 1-1 0 0,0 0 0 0 0,0 0 0 0 0,1 1 1 0 0,12-3-1 0 0,-15 4-260 0 0,0 1 0 0 0,0 1-1 0 0,0-1 1 0 0,0 1 0 0 0,1 0 0 0 0,-1 1-1 0 0,0 0 1 0 0,11 1 0 0 0,-16-1-20 0 0,0 1-1 0 0,0-1 1 0 0,1 1 0 0 0,-1 0 0 0 0,0 0 0 0 0,0 0 0 0 0,0 0-1 0 0,0 0 1 0 0,0 1 0 0 0,0-1 0 0 0,0 0 0 0 0,0 1 0 0 0,-1 0-1 0 0,1-1 1 0 0,-1 1 0 0 0,1 0 0 0 0,-1 0 0 0 0,1 0-1 0 0,-1 0 1 0 0,0 0 0 0 0,0 0 0 0 0,0 0 0 0 0,0 0 0 0 0,-1 0-1 0 0,1 1 1 0 0,0-1 0 0 0,-1 0 0 0 0,0 1 0 0 0,1 3 0 0 0,1 11 77 0 0,-1 1 1 0 0,0 0-1 0 0,-1-1 1 0 0,-1 1-1 0 0,-1 0 1 0 0,0-1-1 0 0,-1 1 1 0 0,-1-1 0 0 0,-1 0-1 0 0,0 0 1 0 0,-2-1-1 0 0,0 1 1 0 0,0-1-1 0 0,-1-1 1 0 0,-1 1 0 0 0,-12 14-1 0 0,13-19-58 0 0,2-3 19 0 0,0 0 1 0 0,1 0-1 0 0,0 0 1 0 0,-5 13 0 0 0,12-24-26 0 0,0 0 1 0 0,0 0 0 0 0,1 0-1 0 0,-1 0 1 0 0,0 1 0 0 0,1-1-1 0 0,0 1 1 0 0,-1 0 0 0 0,7-4-1 0 0,32-19 376 0 0,-40 24-388 0 0,26-15 380 0 0,49-20-1 0 0,-67 33-474 0 0,0 0 0 0 0,0 0 0 0 0,0 0 0 0 0,1 2 0 0 0,-1-1 0 0 0,1 1 0 0 0,-1 0 0 0 0,1 1 0 0 0,-1 0 0 0 0,11 1 0 0 0,-12 1-969 0 0,1-2 1 0 0,-1 1 0 0 0,18-3 0 0 0,-13 0-719 0 0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28:30.3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1840 0 0,'1'6'9408'0'0,"3"9"-4168"0"0,36 80-1673 0 0,-32-78-3667 0 0,0 0 0 0 0,2-1 0 0 0,0 0 0 0 0,1 0 0 0 0,0-1 0 0 0,1-1 0 0 0,1 0 0 0 0,23 21 0 0 0,-22-26-6764 0 0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28:31.0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30 7834 0 0,'0'-23'3915'0'0,"3"16"-112"0"0,2 20-544 0 0,35 123 738 0 0,-9-35-3824 0 0,-25-77-262 0 0,-1-2 182 0 0,15 39 1 0 0,-18-57-175 0 0,0 1 1 0 0,0-1-1 0 0,0 1 1 0 0,1-1 0 0 0,0 0-1 0 0,0 1 1 0 0,0-2-1 0 0,0 1 1 0 0,1 0-1 0 0,-1-1 1 0 0,1 1 0 0 0,0-1-1 0 0,8 5 1 0 0,4-4-2800 0 0,-9-5-4102 0 0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28:31.6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84 2304 0 0,'2'-5'399'0'0,"1"-1"0"0"0,-1 1 0 0 0,1-1 0 0 0,0 1 0 0 0,1 0 0 0 0,-1 0 0 0 0,9-8 0 0 0,-9 9 23 0 0,-1 1 0 0 0,1 0 0 0 0,0 1 0 0 0,0-1 0 0 0,1 0 0 0 0,-1 1 0 0 0,0 0 0 0 0,1 0-1 0 0,-1 0 1 0 0,1 0 0 0 0,0 0 0 0 0,6-1 0 0 0,-8 3-329 0 0,-1 0 0 0 0,0 0 0 0 0,0 0 1 0 0,0 0-1 0 0,0 1 0 0 0,0-1 0 0 0,0 0 0 0 0,0 1 0 0 0,0-1 0 0 0,0 1 1 0 0,0-1-1 0 0,0 1 0 0 0,0 0 0 0 0,0-1 0 0 0,0 1 0 0 0,0 0 1 0 0,0 0-1 0 0,0-1 0 0 0,-1 1 0 0 0,1 0 0 0 0,0 0 0 0 0,-1 0 0 0 0,1 0 1 0 0,-1 0-1 0 0,1 0 0 0 0,-1 0 0 0 0,1 0 0 0 0,-1 0 0 0 0,0 0 0 0 0,1 0 1 0 0,-1 1-1 0 0,0-1 0 0 0,0 0 0 0 0,0 0 0 0 0,0 0 0 0 0,0 2 0 0 0,0 51 790 0 0,-1-42-542 0 0,-2 65 647 0 0,2 119 1826 0 0,1-196-2775 0 0,0 0-1 0 0,0 1 0 0 0,0-1 1 0 0,0 1-1 0 0,0-1 0 0 0,0 0 1 0 0,0 1-1 0 0,0-1 0 0 0,0 0 1 0 0,0 1-1 0 0,0-1 0 0 0,1 1 1 0 0,-1-1-1 0 0,0 0 0 0 0,0 1 0 0 0,0-1 1 0 0,1 0-1 0 0,-1 0 0 0 0,0 1 1 0 0,0-1-1 0 0,1 0 0 0 0,-1 0 1 0 0,0 1-1 0 0,1-1 0 0 0,-1 0 1 0 0,0 0-1 0 0,1 1 0 0 0,-1-1 0 0 0,0 0 1 0 0,1 0-1 0 0,-1 0 0 0 0,0 0 1 0 0,1 0-1 0 0,16-5 646 0 0,22-22-261 0 0,-29 20-281 0 0,11-7-67 0 0,1 1 0 0 0,0 1 0 0 0,1 1 0 0 0,45-15 0 0 0,3 10-7049 0 0,-58 14 338 0 0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28:32.0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17 5065 0 0,'11'-1'1814'0'0,"1"0"0"0"0,22-6 0 0 0,-24 5-1075 0 0,0 0 0 0 0,1 0 0 0 0,-1 1 0 0 0,20 0 0 0 0,-26 1-594 0 0,0 0 0 0 0,-1 1 0 0 0,1-1 0 0 0,0 1 0 0 0,-1 0 0 0 0,1 0 0 0 0,0 0 0 0 0,-1 1 0 0 0,1-1 0 0 0,-1 1 0 0 0,0 0 0 0 0,0 0 0 0 0,1 0 0 0 0,-1 0 0 0 0,0 1 1 0 0,-1-1-1 0 0,1 1 0 0 0,0-1 0 0 0,3 6 0 0 0,-4-4-39 0 0,0 1 0 0 0,0-1 0 0 0,0 1 0 0 0,-1 0 0 0 0,1-1-1 0 0,-1 1 1 0 0,0 0 0 0 0,-1 0 0 0 0,1 0 0 0 0,-1 0 0 0 0,0 0 0 0 0,0-1 0 0 0,-1 1 0 0 0,-1 9 0 0 0,-8 32 560 0 0,-5 20 410 0 0,14-61-951 0 0,1 0-1 0 0,0 0 1 0 0,-1 1-1 0 0,2-1 1 0 0,-1 0-1 0 0,0 0 1 0 0,1 0-1 0 0,0 0 1 0 0,3 9-1 0 0,-3-12-108 0 0,0-1 0 0 0,0 0 0 0 0,0 0 0 0 0,0 0 0 0 0,0 1 0 0 0,0-1 0 0 0,0 0 0 0 0,0 0 0 0 0,0 0 0 0 0,1-1 0 0 0,-1 1 0 0 0,0 0 0 0 0,0 0 0 0 0,1-1 0 0 0,-1 1 0 0 0,1-1 0 0 0,-1 1 0 0 0,1-1 0 0 0,-1 1 0 0 0,1-1 0 0 0,-1 0 0 0 0,1 0 0 0 0,-1 0 0 0 0,1 0 0 0 0,-1 0 0 0 0,1 0 0 0 0,-1 0 0 0 0,1 0 0 0 0,-1-1 0 0 0,1 1 0 0 0,-1-1 0 0 0,1 1 0 0 0,-1-1 0 0 0,3-1 0 0 0,5-1 3 0 0,1-1 1 0 0,-1-1-1 0 0,14-8 1 0 0,1-4-520 0 0,-2-1 1 0 0,0 0-1 0 0,33-37 1 0 0,-39 37-520 0 0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28:32.9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 0 9218 0 0,'0'0'83'0'0,"0"1"-1"0"0,0-1 1 0 0,0 0-1 0 0,0 0 1 0 0,0 0-1 0 0,0 0 1 0 0,0 1 0 0 0,0-1-1 0 0,0 0 1 0 0,0 0-1 0 0,0 0 1 0 0,0 1-1 0 0,0-1 1 0 0,0 0 0 0 0,0 0-1 0 0,0 0 1 0 0,0 0-1 0 0,0 1 1 0 0,0-1-1 0 0,0 0 1 0 0,0 0-1 0 0,-1 0 1 0 0,1 0 0 0 0,0 0-1 0 0,0 1 1 0 0,0-1-1 0 0,0 0 1 0 0,0 0-1 0 0,-1 0 1 0 0,1 0 0 0 0,0 0-1 0 0,0 0 1 0 0,0 0-1 0 0,0 1 1 0 0,0-1-1 0 0,-1 0 1 0 0,1 0 0 0 0,0 0-1 0 0,0 0 1 0 0,0 0-1 0 0,-1 0 1 0 0,1 0-1 0 0,0 0 1 0 0,0 0 0 0 0,0 0-1 0 0,0 0 1 0 0,-1 0-1 0 0,1 0 1 0 0,0 0-1 0 0,0 0 1 0 0,0 0 0 0 0,-1 0-1 0 0,1 0 1 0 0,0-1-1 0 0,0 1 1 0 0,0 0-1 0 0,0 0 1 0 0,-1 0 0 0 0,1 0-1 0 0,0 0 1 0 0,0 0-1 0 0,0 0 1 0 0,0-1-1 0 0,0 1 1 0 0,0 0 0 0 0,-1 0-1 0 0,1 0 1 0 0,0-1-1 0 0,0 2 441 0 0,2 3-158 0 0,21 42 399 0 0,2-1 0 0 0,38 52 0 0 0,22 38 17 0 0,-73-110-1469 0 0,-8-12-64 0 0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28:33.4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15 146 456 0 0,'-2'-3'389'0'0,"0"0"0"0"0,0 0 0 0 0,1-1 0 0 0,-1 1-1 0 0,1 0 1 0 0,0-1 0 0 0,0 1 0 0 0,0-1 0 0 0,0 0 0 0 0,1 1 0 0 0,-1-1-1 0 0,1 0 1 0 0,0 1 0 0 0,0-1 0 0 0,1 0 0 0 0,-1 1 0 0 0,1-1 0 0 0,0 1-1 0 0,-1-1 1 0 0,2 1 0 0 0,-1-1 0 0 0,3-6 0 0 0,-2 6-98 0 0,0 1 1 0 0,0-1-1 0 0,0 0 0 0 0,0 1 1 0 0,1-1-1 0 0,-1 1 0 0 0,1-1 1 0 0,0 1-1 0 0,0 0 1 0 0,0 0-1 0 0,0 1 0 0 0,1-1 1 0 0,-1 1-1 0 0,1-1 0 0 0,0 1 1 0 0,0 0-1 0 0,-1 1 1 0 0,1-1-1 0 0,8-2 0 0 0,-10 5-200 0 0,0-1 0 0 0,1 0 0 0 0,-1 1 0 0 0,0 0-1 0 0,0-1 1 0 0,0 1 0 0 0,0 0 0 0 0,0 0 0 0 0,0 0 0 0 0,0 0-1 0 0,0 0 1 0 0,0 1 0 0 0,0-1 0 0 0,-1 0 0 0 0,1 1 0 0 0,-1 0-1 0 0,1-1 1 0 0,-1 1 0 0 0,1 0 0 0 0,-1 0 0 0 0,0 0-1 0 0,2 3 1 0 0,23 47 853 0 0,-24-46-900 0 0,-1 0-1 0 0,1 0 1 0 0,-1 1 0 0 0,-1-1-1 0 0,1 0 1 0 0,-1 1 0 0 0,0-1-1 0 0,0 0 1 0 0,-1 1 0 0 0,-2 10 0 0 0,-3 8 131 0 0,-14 33 1 0 0,9-27 8 0 0,39-48 1312 0 0,-6 1-1162 0 0,1 1 0 0 0,1 2-1 0 0,41-19 1 0 0,-42 23-1236 0 0,0 1-1 0 0,29-6 1 0 0,-44 12-686 0 0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28:34.4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1 133 2304 0 0,'7'-15'2351'0'0,"2"-3"396"0"0,0 1-1 0 0,15-21 1 0 0,-22 34-2560 0 0,1 1 0 0 0,0-1-1 0 0,0 1 1 0 0,0 0 0 0 0,0-1 0 0 0,0 2-1 0 0,1-1 1 0 0,0 0 0 0 0,-1 1 0 0 0,1-1 0 0 0,0 1-1 0 0,0 0 1 0 0,0 0 0 0 0,0 1 0 0 0,9-3-1 0 0,-10 4-141 0 0,-1 1-1 0 0,1-1 0 0 0,0 0 0 0 0,0 1 0 0 0,0 0 0 0 0,0-1 0 0 0,-1 1 0 0 0,1 0 0 0 0,0 1 1 0 0,-1-1-1 0 0,1 0 0 0 0,-1 1 0 0 0,1-1 0 0 0,-1 1 0 0 0,0 0 0 0 0,0 0 0 0 0,0 0 0 0 0,0 0 0 0 0,0 0 1 0 0,0 0-1 0 0,0 1 0 0 0,-1-1 0 0 0,4 5 0 0 0,1 3 144 0 0,-1 1 1 0 0,0-1-1 0 0,0 1 0 0 0,5 17 1 0 0,-8-21-122 0 0,-1-1 1 0 0,1 1-1 0 0,-1 0 0 0 0,-1 0 1 0 0,1-1-1 0 0,-1 1 1 0 0,0 0-1 0 0,-1 0 0 0 0,0 0 1 0 0,-3 11-1 0 0,-1-1 21 0 0,-1 0 1 0 0,-16 28-1 0 0,19-39-73 0 0,3-5-104 0 0,15-23-1755 0 0,-10 16 1626 0 0,0 1 1 0 0,1-1 0 0 0,0 1-1 0 0,-1 0 1 0 0,1 1 0 0 0,1 0 0 0 0,-1 0-1 0 0,1 0 1 0 0,8-3 0 0 0,-12 6 249 0 0,0-1 1 0 0,0 2 0 0 0,0-1 0 0 0,0 0-1 0 0,0 0 1 0 0,0 1 0 0 0,1 0-1 0 0,-1 0 1 0 0,0 0 0 0 0,0 0 0 0 0,0 0-1 0 0,1 1 1 0 0,-1-1 0 0 0,0 1-1 0 0,0 0 1 0 0,0 0 0 0 0,0 0 0 0 0,0 0-1 0 0,0 0 1 0 0,0 1 0 0 0,-1-1 0 0 0,1 1-1 0 0,0 0 1 0 0,3 4 0 0 0,-4-4 54 0 0,0 0-1 0 0,0 1 1 0 0,0 0 0 0 0,-1-1 0 0 0,0 1 0 0 0,1 0 0 0 0,-1 0 0 0 0,0 0-1 0 0,0 0 1 0 0,-1 0 0 0 0,1 0 0 0 0,0 0 0 0 0,-1 0 0 0 0,0 0 0 0 0,0 0 0 0 0,0 0-1 0 0,0 0 1 0 0,0 0 0 0 0,-1 0 0 0 0,1 0 0 0 0,-3 5 0 0 0,-1 9 376 0 0,-1 0 1 0 0,-12 24 0 0 0,14-33-327 0 0,-30 58 739 0 0,18-38-1456 0 0,-12 35 0 0 0,23-54-6149 0 0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29:52.7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575 95 5529 0 0,'0'-4'281'0'0,"0"0"-1"0"0,-1 0 1 0 0,0 0-1 0 0,1 1 1 0 0,-1-1-1 0 0,-1 0 0 0 0,1 1 1 0 0,0-1-1 0 0,-1 1 1 0 0,0-1-1 0 0,0 1 1 0 0,0 0-1 0 0,0 0 1 0 0,0 0-1 0 0,-1 0 1 0 0,1 0-1 0 0,-1 0 1 0 0,0 1-1 0 0,0-1 1 0 0,0 1-1 0 0,0 0 1 0 0,0 0-1 0 0,-1 0 1 0 0,1 0-1 0 0,0 1 1 0 0,-1-1-1 0 0,0 1 0 0 0,1 0 1 0 0,-8-2-1 0 0,-2 0 324 0 0,0 1-1 0 0,0 0 1 0 0,-1 1-1 0 0,1 0 0 0 0,-1 1 1 0 0,1 0-1 0 0,-16 3 1 0 0,9 0-339 0 0,-1 1 1 0 0,1 1 0 0 0,0 0-1 0 0,1 2 1 0 0,0 0 0 0 0,-21 11-1 0 0,29-12-218 0 0,1 1-1 0 0,-1 0 1 0 0,1 1-1 0 0,1 0 1 0 0,-1 0-1 0 0,1 1 1 0 0,1 0-1 0 0,0 1 1 0 0,0-1 0 0 0,1 2-1 0 0,-8 14 1 0 0,-2 7-9 0 0,1 0 1 0 0,2 1 0 0 0,2 0 0 0 0,0 1 0 0 0,3 1-1 0 0,-10 64 1 0 0,17-76-4 0 0,0 0 0 0 0,2 0-1 0 0,0 0 1 0 0,2 1 0 0 0,1-1-1 0 0,0 0 1 0 0,2-1 0 0 0,0 1 0 0 0,2-1-1 0 0,1 0 1 0 0,15 32 0 0 0,-4-17-30 0 0,1 0 1 0 0,2-2-1 0 0,1 0 1 0 0,37 40-1 0 0,-47-61-10 0 0,0-1 0 0 0,0-1-1 0 0,1-1 1 0 0,0 0 0 0 0,1 0 0 0 0,1-2 0 0 0,0 0 0 0 0,0 0-1 0 0,0-2 1 0 0,1 0 0 0 0,0-1 0 0 0,24 5 0 0 0,-11-6 24 0 0,0-1 0 0 0,0-1 0 0 0,0-2 0 0 0,0-2 0 0 0,1 0 0 0 0,49-10 0 0 0,-22-1 93 0 0,0-2 0 0 0,77-32 0 0 0,-119 40-200 0 0,-1-1 0 0 0,0 0 0 0 0,0-1 0 0 0,-1-1 0 0 0,0-1 0 0 0,-1 0 0 0 0,0 0 0 0 0,0-1 0 0 0,-1-1 0 0 0,19-23 0 0 0,-19 17 27 0 0,0 0 1 0 0,-1-1-1 0 0,-1 0 0 0 0,-1-1 1 0 0,0 1-1 0 0,-2-2 0 0 0,9-33 1 0 0,-8 12 13 0 0,-2 0 0 0 0,-2-1 0 0 0,-2 1 1 0 0,-2-1-1 0 0,-1 0 0 0 0,-2 1 1 0 0,-18-83-1 0 0,19 111 116 0 0,-2 0 0 0 0,0 0 0 0 0,0 1-1 0 0,-1-1 1 0 0,-1 1 0 0 0,0 0 0 0 0,-1 0 0 0 0,0 1 0 0 0,-1 0-1 0 0,-1 0 1 0 0,0 1 0 0 0,0 0 0 0 0,-1 1 0 0 0,0 0 0 0 0,-1 0-1 0 0,0 1 1 0 0,-1 0 0 0 0,0 1 0 0 0,0 1 0 0 0,0 0 0 0 0,-1 0-1 0 0,0 1 1 0 0,-1 1 0 0 0,1 0 0 0 0,-25-4 0 0 0,4 2-23 0 0,0 2 0 0 0,-1 1 0 0 0,-63 2 0 0 0,-106 20-2408 0 0,169-14 1115 0 0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29:55.7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266 0 6449 0 0,'-5'1'473'0'0,"0"1"0"0"0,1 0-1 0 0,-1-1 1 0 0,1 1 0 0 0,0 1 0 0 0,0-1-1 0 0,0 1 1 0 0,0 0 0 0 0,0 0-1 0 0,0 0 1 0 0,-3 4 0 0 0,-7 5 352 0 0,-3 0-251 0 0,0 2 0 0 0,0 0 1 0 0,2 1-1 0 0,0 0 0 0 0,-17 24 0 0 0,23-26-433 0 0,1 1 0 0 0,0-1 0 0 0,1 1 0 0 0,0 1 0 0 0,2 0-1 0 0,0 0 1 0 0,0 0 0 0 0,-2 16 0 0 0,-2 15-95 0 0,2 0 0 0 0,0 47 0 0 0,7-70-40 0 0,0-1 1 0 0,2 0 0 0 0,1 0-1 0 0,1 0 1 0 0,0 0-1 0 0,11 30 1 0 0,6 6 33 0 0,3-1 0 0 0,2-1 0 0 0,2-1 0 0 0,57 82 0 0 0,-69-118 0 0 0,1-1 1 0 0,0-1-1 0 0,1 0 1 0 0,1-1-1 0 0,0-1 1 0 0,1-1-1 0 0,1-1 1 0 0,0-1-1 0 0,1 0 0 0 0,41 14 1 0 0,-11-7 75 0 0,1-4-1 0 0,1-1 1 0 0,92 10 0 0 0,-130-22-117 0 0,-1-1-1 0 0,1-1 1 0 0,-1 0 0 0 0,1-1-1 0 0,-1-1 1 0 0,1 0 0 0 0,-1-1-1 0 0,0-1 1 0 0,0 0-1 0 0,0-1 1 0 0,-1-1 0 0 0,17-8-1 0 0,-14 4-2 0 0,0-1-1 0 0,0-1 0 0 0,-1 0 1 0 0,-1-1-1 0 0,0 0 0 0 0,-1-2 0 0 0,0 0 1 0 0,22-32-1 0 0,-27 32-21 0 0,-1 0-1 0 0,0 0 1 0 0,-2-1 0 0 0,1 0-1 0 0,-2 0 1 0 0,0 0 0 0 0,-1-1-1 0 0,-1 0 1 0 0,0 0 0 0 0,-1 0-1 0 0,-1 0 1 0 0,-2-29-1 0 0,-3-5 160 0 0,-3 1 0 0 0,-24-98 0 0 0,22 115-7 0 0,-2 1 1 0 0,-1 0-1 0 0,-1 0 1 0 0,-2 2-1 0 0,-1 0 1 0 0,-2 0-1 0 0,0 2 0 0 0,-2 0 1 0 0,-1 1-1 0 0,-1 1 1 0 0,-2 1-1 0 0,0 2 1 0 0,-2 0-1 0 0,0 1 0 0 0,-1 2 1 0 0,-1 1-1 0 0,-1 1 1 0 0,-1 1-1 0 0,0 1 1 0 0,-2 2-1 0 0,1 2 0 0 0,-1 0 1 0 0,-1 3-1 0 0,-44-9 1 0 0,64 16-180 0 0,0 1-1 0 0,0 0 1 0 0,-1 1 0 0 0,1 1 0 0 0,0 0 0 0 0,-1 0 0 0 0,1 1 0 0 0,-16 5-1 0 0,17-3-599 0 0,-1 1-1 0 0,0 0 0 0 0,1 1 0 0 0,-21 13 0 0 0,5 1-6065 0 0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0:44.8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104 52 7370 0 0,'-20'4'506'0'0,"13"-2"-280"0"0,1 0 0 0 0,-1-1 0 0 0,0 0 1 0 0,0-1-1 0 0,0 1 0 0 0,0-1 0 0 0,0 0 1 0 0,0-1-1 0 0,-7-1 0 0 0,13 2-154 0 0,1 0 0 0 0,0 0 1 0 0,0 0-1 0 0,0 0 0 0 0,-1 0 0 0 0,1 0 0 0 0,0 0 0 0 0,0 0 1 0 0,0 0-1 0 0,-1 0 0 0 0,1 0 0 0 0,0 0 0 0 0,0 0 0 0 0,0 0 1 0 0,-1 0-1 0 0,1 0 0 0 0,0 0 0 0 0,0 0 0 0 0,0 0 0 0 0,-1 0 0 0 0,1 0 1 0 0,0 0-1 0 0,0 0 0 0 0,0 0 0 0 0,0 1 0 0 0,0-1 0 0 0,-1 0 1 0 0,1 0-1 0 0,0 0 0 0 0,0 0 0 0 0,0 0 0 0 0,0 1 0 0 0,0-1 0 0 0,0 0 1 0 0,-1 0-1 0 0,1 0 0 0 0,0 0 0 0 0,0 1 0 0 0,0-1 0 0 0,0 0 1 0 0,0 0-1 0 0,0 0 0 0 0,0 1 0 0 0,0-1 0 0 0,0 0 0 0 0,0 0 1 0 0,0 0-1 0 0,0 1 0 0 0,0-1 0 0 0,0 0 0 0 0,0 0 0 0 0,0 0 0 0 0,0 1 1 0 0,0-1-1 0 0,0 0 0 0 0,1 0 0 0 0,17 4 157 0 0,1-1 0 0 0,0-1 0 0 0,1-1 0 0 0,-1 0 0 0 0,33-4 0 0 0,10 0-227 0 0,39 3 329 0 0,1-5 0 0 0,142-25 0 0 0,-196 22 135 0 0,0 2 1 0 0,86 2 0 0 0,98 19 397 0 0,222 8-923 0 0,-224-12 1283 0 0,-100-2-709 0 0,-30-9-506 0 0,102-13-1 0 0,-1 0-33 0 0,56-7 334 0 0,-149 9-63 0 0,134 2 0 0 0,-93 26-246 0 0,-99-9 0 0 0,73 2 0 0 0,109-5 64 0 0,-54-10 21 0 0,-42 0 502 0 0,-92 2-386 0 0,76-12 1 0 0,-77 7-98 0 0,76-2 0 0 0,-105 11-52 0 0,-12 0-42 0 0,0 0 0 0 0,1-1 0 0 0,-1 0-1 0 0,0 1 1 0 0,0-1 0 0 0,0 0-1 0 0,0 0 1 0 0,0 0 0 0 0,0-1 0 0 0,0 1-1 0 0,0 0 1 0 0,0-1 0 0 0,0 1-1 0 0,0-1 1 0 0,0 0 0 0 0,0 1-1 0 0,0-1 1 0 0,2-2 0 0 0,0 3-257 0 0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1:35.0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41 6913 0 0,'4'-2'6'0'0,"0"1"0"0"0,-1 0-1 0 0,1 0 1 0 0,0 0 0 0 0,0 0-1 0 0,0 0 1 0 0,0 1-1 0 0,-1 0 1 0 0,9 0 0 0 0,-4 0 290 0 0,439-30 4385 0 0,-339 27-6199 0 0,-91 3-2286 0 0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1:35.4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12 10594 0 0,'0'-1'-1'0'0,"-1"1"-1"0"0,1 0 1 0 0,0 0-1 0 0,0-1 1 0 0,0 1-1 0 0,0 0 1 0 0,0-1 0 0 0,0 1-1 0 0,0 0 1 0 0,-1 0-1 0 0,1-1 1 0 0,0 1-1 0 0,0 0 1 0 0,0-1-1 0 0,0 1 1 0 0,0 0-1 0 0,0-1 1 0 0,0 1-1 0 0,1 0 1 0 0,-1 0 0 0 0,0-1-1 0 0,0 1 1 0 0,0 0-1 0 0,0-1 1 0 0,0 1-1 0 0,0 0 1 0 0,0 0-1 0 0,1-1 1 0 0,-1 1-1 0 0,0 0 1 0 0,0 0-1 0 0,0-1 1 0 0,1 1-1 0 0,-1 0 1 0 0,0 0 0 0 0,0 0-1 0 0,1 0 1 0 0,-1-1-1 0 0,0 1 1 0 0,0 0-1 0 0,1 0 1 0 0,-1 0-1 0 0,0 0 1 0 0,1 0-1 0 0,-1 0 1 0 0,0 0-1 0 0,0-1 1 0 0,1 1 0 0 0,-1 0-1 0 0,0 0 1 0 0,1 0-1 0 0,26 5-296 0 0,-17-1 499 0 0,1 0 0 0 0,-1 0 1 0 0,12 8-1 0 0,-20-11-145 0 0,-1 1 0 0 0,1-1 0 0 0,-1 0-1 0 0,0 1 1 0 0,1-1 0 0 0,-1 0 0 0 0,0 1 0 0 0,0 0 0 0 0,0-1 0 0 0,0 1-1 0 0,0 0 1 0 0,-1-1 0 0 0,1 1 0 0 0,0 0 0 0 0,-1 0 0 0 0,0 0 0 0 0,1 0-1 0 0,-1-1 1 0 0,0 1 0 0 0,0 0 0 0 0,0 0 0 0 0,0 3 0 0 0,-1 5 139 0 0,-1 0 1 0 0,0-1 0 0 0,-5 15 0 0 0,4-16-151 0 0,1 0 0 0 0,0 0 0 0 0,0 0 1 0 0,-1 12-1 0 0,5-5-149 0 0,0 1 1 0 0,1-1 0 0 0,0 1-1 0 0,1-1 1 0 0,1 0-1 0 0,1 0 1 0 0,7 14-1 0 0,15 46-2194 0 0,-20-43 1283 0 0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1:38.4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23 10594 0 0,'0'0'22'0'0,"0"0"1"0"0,0-1-1 0 0,0 1 0 0 0,0 0 0 0 0,0 0 0 0 0,-1-1 0 0 0,1 1 0 0 0,0 0 1 0 0,0 0-1 0 0,0-1 0 0 0,0 1 0 0 0,0 0 0 0 0,0 0 0 0 0,0-1 0 0 0,0 1 1 0 0,0 0-1 0 0,0 0 0 0 0,1-1 0 0 0,-1 1 0 0 0,0 0 0 0 0,0 0 0 0 0,0-1 1 0 0,0 1-1 0 0,0 0 0 0 0,0 0 0 0 0,0 0 0 0 0,1-1 0 0 0,-1 1 0 0 0,0 0 0 0 0,0 0 1 0 0,0 0-1 0 0,0 0 0 0 0,1-1 0 0 0,-1 1 0 0 0,0 0 0 0 0,0 0 0 0 0,0 0 1 0 0,1 0-1 0 0,-1 0 0 0 0,0 0 0 0 0,0-1 0 0 0,1 1 0 0 0,-1 0 0 0 0,0 0 1 0 0,1 0-1 0 0,19-3-8 0 0,24 4-305 0 0,23 2 346 0 0,-1-2 0 0 0,112-13 0 0 0,-104 8-1898 0 0,-51 5 1179 0 0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1:39.2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13 14283 0 0,'1'-1'-5'0'0,"0"0"0"0"0,0 0 0 0 0,0 1 0 0 0,0-1 0 0 0,0 0 0 0 0,0 1 0 0 0,0-1 0 0 0,0 1 0 0 0,0-1 0 0 0,0 1 0 0 0,0 0 0 0 0,1-1 0 0 0,-1 1 0 0 0,0 0 0 0 0,0 0 0 0 0,0-1 0 0 0,1 1 0 0 0,-1 0 0 0 0,2 1 0 0 0,34-4-716 0 0,-35 2 893 0 0,158 0-954 0 0,-80 2-845 0 0,-26 5-2348 0 0,-57-6 3959 0 0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1:39.6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 1 13827 0 0,'-3'0'400'0'0,"0"9"-212"0"0,-7 29-222 0 0,-5 49-109 0 0,15-56-56 0 0,1-1 0 0 0,2 1 1 0 0,9 47-1 0 0,-9-59-293 0 0,3 16-4153 0 0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1:40.5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80 11522 0 0,'3'-1'96'0'0,"-1"-1"-1"0"0,1 1 1 0 0,-1 0-1 0 0,1-1 0 0 0,-1 1 1 0 0,1 0-1 0 0,0 1 1 0 0,-1-1-1 0 0,1 0 0 0 0,0 1 1 0 0,0 0-1 0 0,5-1 1 0 0,-3 1 57 0 0,115-13 316 0 0,-76 10-122 0 0,-1-2 1 0 0,60-15-1 0 0,-78 12-436 0 0,39-8 1563 0 0,-59 15-2230 0 0,1 0 0 0 0,0 1-1 0 0,-1 0 1 0 0,1 0 0 0 0,7 1-1 0 0,-6 1-4092 0 0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1:41.5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 1 7370 0 0,'-1'0'20'0'0,"1"0"1"0"0,0 0 0 0 0,0 0 0 0 0,0 0 0 0 0,0 0 0 0 0,0 0 0 0 0,-1 0 0 0 0,1 0 0 0 0,0 1 0 0 0,0-1 0 0 0,0 0-1 0 0,0 0 1 0 0,0 0 0 0 0,0 0 0 0 0,0 0 0 0 0,0 1 0 0 0,-1-1 0 0 0,1 0 0 0 0,0 0 0 0 0,0 0 0 0 0,0 0-1 0 0,0 1 1 0 0,0-1 0 0 0,0 0 0 0 0,0 0 0 0 0,0 0 0 0 0,0 0 0 0 0,0 1 0 0 0,0-1 0 0 0,0 0 0 0 0,0 0 0 0 0,0 0-1 0 0,0 0 1 0 0,0 1 0 0 0,0-1 0 0 0,1 0 0 0 0,-1 0 0 0 0,0 0 0 0 0,0 0 0 0 0,0 0 0 0 0,0 1 0 0 0,0-1 0 0 0,0 0-1 0 0,0 0 1 0 0,0 0 0 0 0,1 0 0 0 0,-1 0 0 0 0,0 1 0 0 0,12 8 687 0 0,13 4 120 0 0,-12-9-852 0 0,2-1 0 0 0,-1 0-1 0 0,0-1 1 0 0,26 1 0 0 0,-37-3-110 0 0,18 1-3364 0 0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1:42.2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 2 7370 0 0,'-1'-1'17'0'0,"1"1"1"0"0,-1 0 0 0 0,1 0-1 0 0,0 0 1 0 0,-1 0 0 0 0,1-1 0 0 0,-1 1-1 0 0,1 0 1 0 0,-1 0 0 0 0,1 0-1 0 0,-1 0 1 0 0,1 0 0 0 0,0 0-1 0 0,-1 0 1 0 0,1 0 0 0 0,-1 0 0 0 0,1 0-1 0 0,-1 1 1 0 0,1-1 0 0 0,-1 0-1 0 0,1 0 1 0 0,0 0 0 0 0,-1 0 0 0 0,1 1-1 0 0,-1-1 1 0 0,1 0 0 0 0,0 0-1 0 0,-1 1 1 0 0,1-1 0 0 0,0 0 0 0 0,-1 1-1 0 0,1-1 1 0 0,0 0 0 0 0,-1 1-1 0 0,1-1 1 0 0,0 1 0 0 0,0-1 0 0 0,0 0-1 0 0,-1 1 1 0 0,1-1 0 0 0,0 1-1 0 0,0-1 1 0 0,0 1 0 0 0,0-1-1 0 0,0 0 1 0 0,0 1 0 0 0,0-1 0 0 0,0 1-1 0 0,0-1 1 0 0,0 1 0 0 0,0-1-1 0 0,0 1 1 0 0,0 0 20 0 0,1 1 0 0 0,-1-1 0 0 0,0 0 0 0 0,1 0 0 0 0,-1 0-1 0 0,1 0 1 0 0,0 0 0 0 0,-1 0 0 0 0,1-1 0 0 0,0 1 0 0 0,-1 0 0 0 0,1 0 0 0 0,0 0-1 0 0,0 0 1 0 0,0-1 0 0 0,0 1 0 0 0,0-1 0 0 0,0 1 0 0 0,0 0 0 0 0,0-1 0 0 0,0 0-1 0 0,1 1 1 0 0,38 6 1120 0 0,-1-2-1 0 0,77 0 1 0 0,-99-6-2172 0 0,1-1 0 0 0,0 0-1 0 0,28-9 1 0 0,-33 8-2236 0 0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1:42.5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9218 0 0,'29'50'1418'0'0,"-26"-39"-1037"0"0,-1 1 0 0 0,0-1 0 0 0,-1 1 0 0 0,-1 0 0 0 0,1-1 0 0 0,-2 1 1 0 0,0 0-1 0 0,-2 11 0 0 0,-2 40 251 0 0,8-37-862 0 0,0-1 1 0 0,2 1 0 0 0,0-1-1 0 0,2-1 1 0 0,1 1 0 0 0,11 23-1 0 0,-6-15-4516 0 0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6:10.20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99 202 11979 0 0,'-63'7'2090'0'0,"31"-4"-945"0"0,29-3-338 0 0,12-1 270 0 0,361-27 1875 0 0,-48 6-2126 0 0,333-34 365 0 0,-539 48-964 0 0,233-18-149 0 0,411-27 385 0 0,4 35 107 0 0,-615 20-431 0 0,626 26 511 0 0,-697-20-356 0 0,121 28-1 0 0,-212-41-1325 0 0,-1 0 1 0 0,1-1-1 0 0,-17-10 0 0 0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6:10.71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418 31 5985 0 0,'-18'-2'538'0'0,"-77"-12"2395"0"0,-181-1 0 0 0,274 15-2770 0 0,0 0-1 0 0,0 0 0 0 0,0 0 1 0 0,1 0-1 0 0,-1 1 0 0 0,0-1 1 0 0,0 1-1 0 0,0-1 0 0 0,1 1 1 0 0,-1 0-1 0 0,0-1 0 0 0,-2 3 1 0 0,4-3-99 0 0,0 0 0 0 0,-1 1 0 0 0,1-1 1 0 0,0 0-1 0 0,0 1 0 0 0,-1-1 1 0 0,1 1-1 0 0,0-1 0 0 0,0 0 0 0 0,0 1 1 0 0,-1-1-1 0 0,1 1 0 0 0,0-1 1 0 0,0 1-1 0 0,0-1 0 0 0,0 1 0 0 0,0-1 1 0 0,0 1-1 0 0,0-1 0 0 0,0 0 1 0 0,0 1-1 0 0,0-1 0 0 0,0 1 0 0 0,0-1 1 0 0,1 1-1 0 0,-1-1 0 0 0,0 1 1 0 0,0-1-1 0 0,0 0 0 0 0,1 1 0 0 0,2 4 154 0 0,0-1 0 0 0,1 0 0 0 0,0 0 0 0 0,-1 0 0 0 0,1 0-1 0 0,8 5 1 0 0,19 14 230 0 0,1-2 0 0 0,66 32 0 0 0,78 22 808 0 0,-63-28-76 0 0,108 37-794 0 0,-186-75-334 0 0,-1-1 1 0 0,1-1-1 0 0,1-2 0 0 0,56 1 1 0 0,-126 28-45 0 0,-30 17 51 0 0,3 2 0 0 0,1 4 0 0 0,4 2 1 0 0,-59 77-1 0 0,-62 109-2892 0 0,150-207 1369 0 0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6:11.36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1009 1 2761 0 0,'-16'25'5150'0'0,"14"-20"-3035"0"0,1 0-1 0 0,-1 0 0 0 0,-1 9 0 0 0,0 3-2753 0 0,-19 81 3268 0 0,-57 157 1 0 0,26-96-2236 0 0,-251 967 466 0 0,260-951-553 0 0,-44 199 103 0 0,-66 240 199 0 0,52-299-353 0 0,13-42-67 0 0,81-246-316 0 0,-1-1 1 0 0,-16 32-1 0 0,20-50-301 0 0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6:12.06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569 1 11522 0 0,'0'0'40'0'0,"0"0"0"0"0,0 0 0 0 0,1 0 0 0 0,-1 1-1 0 0,0-1 1 0 0,0 0 0 0 0,0 0 0 0 0,1 0 0 0 0,-1 0-1 0 0,0 1 1 0 0,0-1 0 0 0,0 0 0 0 0,0 0 0 0 0,1 1 0 0 0,-1-1-1 0 0,0 0 1 0 0,0 0 0 0 0,0 1 0 0 0,0-1 0 0 0,0 0-1 0 0,0 0 1 0 0,0 1 0 0 0,0-1 0 0 0,0 0 0 0 0,0 0-1 0 0,0 1 1 0 0,0-1 0 0 0,0 0 0 0 0,0 1 0 0 0,0-1-1 0 0,0 0 1 0 0,0 0 0 0 0,0 1 0 0 0,0-1 0 0 0,0 0-1 0 0,0 0 1 0 0,0 1 0 0 0,-1-1 0 0 0,1 0 0 0 0,0 0-1 0 0,0 1 1 0 0,0-1 0 0 0,0 0 0 0 0,-1 0 0 0 0,1 0-1 0 0,0 1 1 0 0,0-1 0 0 0,0 0 0 0 0,-1 0 0 0 0,1 0-1 0 0,0 0 1 0 0,-83 52 1221 0 0,49-32-1614 0 0,-55 43 0 0 0,18 3 1763 0 0,4 3-1 0 0,2 2 1 0 0,-95 138 0 0 0,193-271-2897 0 0,81-110 1305 0 0,-88 138 336 0 0,1 1 0 0 0,57-52 0 0 0,-55 60 389 0 0,53-34 0 0 0,-66 49-235 0 0,0 1-1 0 0,1 1 0 0 0,0 0 1 0 0,0 1-1 0 0,24-6 1 0 0,-36 12-262 0 0,0 0-1 0 0,0 0 1 0 0,0 0 0 0 0,1 1 0 0 0,-1 0 0 0 0,0 0-1 0 0,0 1 1 0 0,1-1 0 0 0,-1 1 0 0 0,0 0-1 0 0,0 1 1 0 0,0-1 0 0 0,0 1 0 0 0,0 0 0 0 0,-1 0-1 0 0,1 0 1 0 0,0 1 0 0 0,-1 0 0 0 0,0 0-1 0 0,0 0 1 0 0,0 0 0 0 0,0 1 0 0 0,0-1 0 0 0,0 1-1 0 0,-1 0 1 0 0,0 0 0 0 0,0 0 0 0 0,0 1-1 0 0,3 5 1 0 0,6 13 88 0 0,-1 1 0 0 0,-1 0 0 0 0,-1 0 0 0 0,9 39 0 0 0,-15-51-90 0 0,20 66-202 0 0,4-1 1 0 0,3-1-1 0 0,4-1 0 0 0,2-2 0 0 0,4-2 1 0 0,78 106-1 0 0,-95-148-354 0 0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6:12.60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14283 0 0,'0'1'87'0'0,"0"1"-1"0"0,1 0 1 0 0,-1 0-1 0 0,1-1 1 0 0,-1 1-1 0 0,1 0 1 0 0,-1-1-1 0 0,1 1 1 0 0,0-1-1 0 0,0 1 1 0 0,0-1-1 0 0,0 1 1 0 0,0-1-1 0 0,0 0 1 0 0,0 1-1 0 0,1-1 1 0 0,-1 0-1 0 0,2 2 1 0 0,5 5 53 0 0,51 62 897 0 0,4-2 0 0 0,2-3 0 0 0,3-3-1 0 0,143 101 1 0 0,133 111 445 0 0,-22 26-1025 0 0,-142-129-273 0 0,-49-57 102 0 0,6-5 0 0 0,4-6 0 0 0,242 132-1 0 0,308 163-61 0 0,-539-301-771 0 0,-125-77-197 0 0,-1 1-1 0 0,-1 1 1 0 0,31 34 0 0 0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6:13.15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14283 0 0,'23'17'3202'0'0,"2"6"-2766"0"0,-1 1 0 0 0,-1 1 0 0 0,-1 1 0 0 0,-2 1 0 0 0,0 0-1 0 0,-2 2 1 0 0,19 38 0 0 0,6 29-551 0 0,30 100 0 0 0,-7-17 397 0 0,-34-109-464 0 0,68 113 0 0 0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6:13.63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1 280 11058 0 0,'23'-1'3787'0'0,"-18"0"-3628"0"0,0 0 0 0 0,0-1 0 0 0,0 1 0 0 0,-1-1 0 0 0,1 0 0 0 0,0-1 0 0 0,-1 1 0 0 0,0-1 0 0 0,1 0 0 0 0,-1 0 0 0 0,0 0 0 0 0,5-7 0 0 0,5-5 571 0 0,23-34 0 0 0,-27 35-531 0 0,0 1 0 0 0,0 0 0 0 0,15-14 0 0 0,-9 15-115 0 0,2 0 0 0 0,-1 0 0 0 0,2 2 0 0 0,-1 0 0 0 0,1 1 0 0 0,1 1 0 0 0,-1 1 0 0 0,1 1 0 0 0,1 0 0 0 0,-1 2 0 0 0,22-3 0 0 0,-1 3 309 0 0,0 1 0 0 0,0 2 0 0 0,1 2 0 0 0,69 10 0 0 0,113 35 571 0 0,-130-24-232 0 0,155 15 0 0 0,-233-36-599 0 0,0 0 1 0 0,0-2-1 0 0,17-2 0 0 0,-29 3-316 0 0,0 0 0 0 0,0-1 1 0 0,0 0-1 0 0,0 0 0 0 0,-1 0 0 0 0,1-1 1 0 0,0 1-1 0 0,-1-1 0 0 0,1 0 1 0 0,-1 0-1 0 0,1 0 0 0 0,-1 0 0 0 0,0-1 1 0 0,0 1-1 0 0,0-1 0 0 0,0 0 0 0 0,3-5 1 0 0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6:14.54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123 96 6913 0 0,'18'-37'1217'0'0,"-17"36"-1305"0"0,15-30-100 0 0,-16 31 189 0 0,1-1-1 0 0,-1 0 1 0 0,0 1 0 0 0,1-1-1 0 0,-1 0 1 0 0,0 0-1 0 0,1 1 1 0 0,-1-1 0 0 0,0 0-1 0 0,0 0 1 0 0,0 1-1 0 0,0-1 1 0 0,0 0 0 0 0,1 0-1 0 0,-2 0 1 0 0,1 1-1 0 0,0-1 1 0 0,0 0 0 0 0,0 0-1 0 0,0 0 1 0 0,0 1-1 0 0,-1-1 1 0 0,1 0 0 0 0,0 0-1 0 0,-1 1 1 0 0,1-1-1 0 0,0 0 1 0 0,-1 1 0 0 0,1-1-1 0 0,-1 0 1 0 0,1 1-1 0 0,-1-1 1 0 0,1 1 0 0 0,-1-1-1 0 0,0 1 1 0 0,-1-2-1 0 0,-36 16-562 0 0,-68 37 8515 0 0,106-51-7910 0 0,-1 0 0 0 0,1 0-1 0 0,0 0 1 0 0,-1 1 0 0 0,1-1-1 0 0,0 0 1 0 0,-1 0 0 0 0,1 0 0 0 0,-1 1-1 0 0,1-1 1 0 0,0 0 0 0 0,0 0-1 0 0,-1 1 1 0 0,1-1 0 0 0,0 0-1 0 0,-1 0 1 0 0,1 1 0 0 0,0-1 0 0 0,0 0-1 0 0,0 1 1 0 0,-1-1 0 0 0,1 1-1 0 0,0-1 1 0 0,0 0 0 0 0,0 1-1 0 0,0-1 1 0 0,0 0 0 0 0,0 1 0 0 0,0-1-1 0 0,-1 1 1 0 0,1-1 0 0 0,0 0-1 0 0,0 1 1 0 0,1 0 0 0 0,10 6 1682 0 0,-11-6-1851 0 0,5-3-1089 0 0,24-6-948 0 0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6:16.29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184 2486 3225 0 0,'-8'4'463'0'0,"-15"8"2654"0"0,-41 26-1 0 0,55-32-1641 0 0,1 1 0 0 0,0 1 1 0 0,0-1-1 0 0,-8 11 0 0 0,14-15-1233 0 0,1-1 1 0 0,-1 0-1 0 0,0 0 0 0 0,0 0 1 0 0,0 0-1 0 0,-1 0 1 0 0,1 0-1 0 0,0-1 0 0 0,-1 1 1 0 0,1-1-1 0 0,-1 1 0 0 0,1-1 1 0 0,-1 0-1 0 0,-6 1 230 0 0,14-5 427 0 0,386-243 65 0 0,-48 29-240 0 0,-47 36-596 0 0,82-47 77 0 0,67-20 52 0 0,-76 44-522 0 0,284-125 1156 0 0,-456 235-865 0 0,404-192 260 0 0,-182 97-38 0 0,-51 19-323 0 0,-50 21-10 0 0,-261 120 120 0 0,-35 17-835 0 0,40-15 1 0 0,-80 31-4295 0 0,7-3 3903 0 0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6:16.9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496 82 2304 0 0,'-2'-3'8'0'0,"0"-1"-1"0"0,-1 1 0 0 0,1 0 0 0 0,-1 1 1 0 0,0-1-1 0 0,0 0 0 0 0,0 1 0 0 0,0 0 1 0 0,-1 0-1 0 0,1 0 0 0 0,0 0 0 0 0,-7-2 1 0 0,-50-17 119 0 0,46 16-116 0 0,-8-1 515 0 0,-1 1 1 0 0,0 1 0 0 0,0 1 0 0 0,0 1 0 0 0,0 1 0 0 0,-28 2-1 0 0,-7 4 1441 0 0,-74 17 0 0 0,197-12-278 0 0,89-2-151 0 0,136 12 620 0 0,92 4 1343 0 0,-367-24-1060 0 0,-16 0-2383 0 0,0 1 1 0 0,0-1-1 0 0,0 0 0 0 0,0 1 1 0 0,0-1-1 0 0,0 1 0 0 0,0-1 1 0 0,0 1-1 0 0,0 0 0 0 0,0-1 1 0 0,0 1-1 0 0,0 0 0 0 0,1 0 1 0 0,-1-1-1 0 0,0 1 0 0 0,0 2 1 0 0,0-2-47 0 0,13 31 283 0 0,-14-13-268 0 0,-1 0 0 0 0,-1 0 1 0 0,-1 0-1 0 0,0-1 1 0 0,-2 1-1 0 0,-14 29 0 0 0,2-2 82 0 0,-8 22 9 0 0,10-31-36 0 0,2 1 0 0 0,1 1 0 0 0,2 0 1 0 0,-12 80-1 0 0,23-86-1597 0 0,4-6-6364 0 0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6:21.247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</inkml:brush>
  </inkml:definitions>
  <inkml:trace contextRef="#ctx0" brushRef="#br0">40 2544 9218 0 0,'-4'4'279'0'0,"0"0"0"0"0,0 0 0 0 0,1 1 0 0 0,-1 0 0 0 0,1-1 0 0 0,1 1 0 0 0,-1 0 0 0 0,1 1 0 0 0,-1-1 0 0 0,1 0 0 0 0,1 1 1 0 0,-1-1-1 0 0,1 1 0 0 0,-1 5 0 0 0,2-8-184 0 0,0-1 0 0 0,0 1 1 0 0,0 0-1 0 0,1 0 1 0 0,-1-1-1 0 0,1 1 1 0 0,0 0-1 0 0,-1-1 0 0 0,1 1 1 0 0,0-1-1 0 0,0 1 1 0 0,1-1-1 0 0,-1 0 0 0 0,0 1 1 0 0,1-1-1 0 0,0 0 1 0 0,-1 0-1 0 0,1 0 0 0 0,0 0 1 0 0,0 0-1 0 0,0 0 1 0 0,0-1-1 0 0,1 1 1 0 0,-1-1-1 0 0,0 1 0 0 0,1-1 1 0 0,-1 0-1 0 0,1 0 1 0 0,-1 0-1 0 0,1 0 0 0 0,2 0 1 0 0,4 1 125 0 0,0 0 1 0 0,0-1 0 0 0,0 0-1 0 0,1-1 1 0 0,-1 0-1 0 0,0 0 1 0 0,0-1-1 0 0,0 0 1 0 0,0 0-1 0 0,11-4 1 0 0,14-5 81 0 0,40-17 1 0 0,-68 24-294 0 0,253-122-473 0 0,-33 14 395 0 0,341-99 20 0 0,-247 96 776 0 0,-156 53-472 0 0,275-116 117 0 0,-261 102-218 0 0,415-196-115 0 0,-47-23-208 0 0,-414 214 240 0 0,-3-5 0 0 0,158-137 0 0 0,-62 34 193 0 0,-103 88-162 0 0,-68 59-222 0 0,-26 21 334 0 0,34-32 1 0 0,-55 46-286 0 0,-1 0 0 0 0,-1-1 0 0 0,1 1 1 0 0,-1-1-1 0 0,0 0 0 0 0,0 0 0 0 0,-1-1 1 0 0,0 0-1 0 0,-1 0 0 0 0,5-13 0 0 0,-8 20 40 0 0,1-1-1 0 0,-1 1 1 0 0,1-1-1 0 0,-1 1 1 0 0,0-1-1 0 0,0 1 0 0 0,0-1 1 0 0,0 0-1 0 0,0 1 1 0 0,0-1-1 0 0,0 1 1 0 0,-1-1-1 0 0,1 1 1 0 0,0-1-1 0 0,-1 1 0 0 0,1-1 1 0 0,-1 1-1 0 0,0-1 1 0 0,1 1-1 0 0,-1 0 1 0 0,0-1-1 0 0,0 1 0 0 0,0 0 1 0 0,-1-2-1 0 0,-1 2 17 0 0,1-1 0 0 0,-1 1 0 0 0,1-1-1 0 0,-1 1 1 0 0,1 0 0 0 0,-1 0-1 0 0,0 0 1 0 0,0 0 0 0 0,1 0 0 0 0,-1 1-1 0 0,0-1 1 0 0,-3 1 0 0 0,-8-1-89 0 0,-1 2 0 0 0,1-1 0 0 0,0 2 0 0 0,-16 3 0 0 0,17-3 26 0 0,-64 15-589 0 0,-1-5 0 0 0,-90 4 0 0 0,-188-23 1365 0 0,355 7-678 0 0,1 0-1 0 0,0 0 1 0 0,-1 0 0 0 0,1 0 0 0 0,-1 0 0 0 0,1 1-1 0 0,0-1 1 0 0,-1 0 0 0 0,1 0 0 0 0,0 0-1 0 0,-1 0 1 0 0,1 0 0 0 0,0 0 0 0 0,-1 0 0 0 0,1 0-1 0 0,-1 0 1 0 0,1 0 0 0 0,0-1 0 0 0,-1 1 0 0 0,1 0-1 0 0,0 0 1 0 0,-1 0 0 0 0,1 0 0 0 0,0-1 0 0 0,-1 1-1 0 0,1 0 1 0 0,0 0 0 0 0,0 0 0 0 0,-1-1-1 0 0,1 1 1 0 0,0 0 0 0 0,0-1 0 0 0,-1 1 0 0 0,1 0-1 0 0,0 0 1 0 0,0-1 0 0 0,0 1 0 0 0,-1 0 0 0 0,1-1-1 0 0,16-9 175 0 0,44-9-555 0 0,-50 16 326 0 0,313-71 98 0 0,-120 33 209 0 0,-83 13-45 0 0,464-100 769 0 0,-565 124-1134 0 0,5-1-530 0 0,-1 1 1 0 0,32-1-1 0 0,-58 6 495 0 0,-1 1 0 0 0,0-1 0 0 0,1 0 1 0 0,-1 1-1 0 0,1 0 0 0 0,-1 0 0 0 0,-3 2 0 0 0,-9 6-127 0 0,-222 82-606 0 0,192-76 882 0 0,-50 15-154 0 0,-102 18 1 0 0,54-15 57 0 0,122-28 645 0 0,0 1-1 0 0,-36 17 0 0 0,107-49-362 0 0,1 3-1 0 0,1 2 1 0 0,0 2-1 0 0,1 3 1 0 0,1 2 0 0 0,58-7-1 0 0,-87 18-563 0 0,0 1 1 0 0,0 1-1 0 0,29 3 1 0 0,-44-2 302 0 0,0 1 1 0 0,0-1 0 0 0,0 2-1 0 0,-1-1 1 0 0,1 1 0 0 0,-1 0 0 0 0,1 1-1 0 0,-1 0 1 0 0,0 0 0 0 0,0 1-1 0 0,11 9 1 0 0,-18-13 190 0 0,0-1 0 0 0,0 1 0 0 0,0 0-1 0 0,-1 0 1 0 0,1 0 0 0 0,0 0 0 0 0,0 0 0 0 0,-1 0 0 0 0,1 0 0 0 0,-1 0-1 0 0,1 0 1 0 0,-1 0 0 0 0,1 0 0 0 0,-1 0 0 0 0,1 0 0 0 0,-1 0-1 0 0,0 0 1 0 0,0 1 0 0 0,0-1 0 0 0,0 0 0 0 0,0 0 0 0 0,0 0-1 0 0,0 1 1 0 0,0-1 0 0 0,0 0 0 0 0,0 0 0 0 0,-1 0 0 0 0,1 0 0 0 0,0 0-1 0 0,-1 1 1 0 0,1-1 0 0 0,-1 0 0 0 0,1 0 0 0 0,-1 0 0 0 0,0 0-1 0 0,1 0 1 0 0,-12 15 2328 0 0,56-69-3777 0 0,-43 51 1335 0 0,12-18-272 0 0,-1-1 1 0 0,-1 0-1 0 0,-1-1 0 0 0,-1 0 0 0 0,8-46 2201 0 0,-17 68-1874 0 0,-14 10 888 0 0,-10 12-490 0 0,2 8-324 0 0,1 0 0 0 0,1 1 0 0 0,1 2 1 0 0,-24 59-1 0 0,14-16 270 0 0,-20 87 0 0 0,38-114-76 0 0,-5 64 0 0 0,13-76-328 0 0,-2-1-1 0 0,-2 0 0 0 0,-1-1 1 0 0,-13 37-1 0 0,14-57-1040 0 0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6:24.870"/>
    </inkml:context>
    <inkml:brush xml:id="br0">
      <inkml:brushProperty name="width" value="0.3" units="cm"/>
      <inkml:brushProperty name="height" value="0.6" units="cm"/>
      <inkml:brushProperty name="color" value="#A2D762"/>
      <inkml:brushProperty name="tip" value="rectangle"/>
      <inkml:brushProperty name="rasterOp" value="maskPen"/>
    </inkml:brush>
  </inkml:definitions>
  <inkml:trace contextRef="#ctx0" brushRef="#br0">2557 146 3225 0 0,'1'-3'19'0'0,"0"0"1"0"0,0 1 0 0 0,-1-1-1 0 0,1 0 1 0 0,-1 1 0 0 0,0-1-1 0 0,0 0 1 0 0,0 1 0 0 0,0-1 0 0 0,0 0-1 0 0,-1 0 1 0 0,1 1 0 0 0,-1-1-1 0 0,0 0 1 0 0,1 1 0 0 0,-1-1-1 0 0,0 1 1 0 0,-1-1 0 0 0,-1-3-1 0 0,-1 2 52 0 0,0 0 1 0 0,-1 0-1 0 0,1 1 0 0 0,-1 0 0 0 0,1-1 0 0 0,-1 2 0 0 0,0-1 0 0 0,-11-4 0 0 0,-13-4-4 0 0,0 1-1 0 0,-1 1 1 0 0,0 1-1 0 0,-1 2 0 0 0,0 1 1 0 0,-33 0-1 0 0,-191 5-1672 0 0,252 1 1591 0 0,-97 6 471 0 0,0 4 1 0 0,-156 40-1 0 0,-187 78 4205 0 0,441-129-4639 0 0,-233 68 1928 0 0,-56 18-749 0 0,156-44-1038 0 0,-62 23-12 0 0,152-48 289 0 0,0 2-1 0 0,-50 31 1 0 0,93-49-417 0 0,-2 1 41 0 0,0 0 0 0 0,0 1 0 0 0,0-1 0 0 0,0 1 0 0 0,0 0 0 0 0,0 0 1 0 0,1 0-1 0 0,0 1 0 0 0,-1-1 0 0 0,1 1 0 0 0,1 0 0 0 0,-6 7 0 0 0,8-10-41 0 0,0 0 0 0 0,1 0 1 0 0,-1 0-1 0 0,0-1 0 0 0,0 1 1 0 0,1 0-1 0 0,-1 0 0 0 0,0 0 1 0 0,1-1-1 0 0,-1 1 0 0 0,1 0 1 0 0,-1-1-1 0 0,1 1 0 0 0,-1 0 0 0 0,1-1 1 0 0,0 1-1 0 0,-1 0 0 0 0,1-1 1 0 0,0 1-1 0 0,-1-1 0 0 0,1 0 1 0 0,0 1-1 0 0,0-1 0 0 0,-1 1 1 0 0,1-1-1 0 0,0 0 0 0 0,0 0 1 0 0,0 1-1 0 0,-1-1 0 0 0,1 0 0 0 0,2 0 1 0 0,28 6 446 0 0,-31-5-453 0 0,41 1 534 0 0,-1-1-1 0 0,1-2 1 0 0,-1-2-1 0 0,66-13 1 0 0,-36 5-200 0 0,484-68 1067 0 0,570-71-266 0 0,-639 95-808 0 0,217-47-332 0 0,-372 35 57 0 0,16-3-14 0 0,-273 56-52 0 0,-39 6-9 0 0,0 1-1 0 0,1 2 1 0 0,0 2-1 0 0,48 1 0 0 0,-83 2-6 0 0,0 0 0 0 0,1 0-1 0 0,-1 0 1 0 0,0-1 0 0 0,0 1-1 0 0,0 0 1 0 0,0 0 0 0 0,1 0 0 0 0,-1 0-1 0 0,0 0 1 0 0,0 0 0 0 0,0 0-1 0 0,1 0 1 0 0,-1 0 0 0 0,0 0-1 0 0,0 0 1 0 0,0 0 0 0 0,1 0-1 0 0,-1 0 1 0 0,0 0 0 0 0,0 0-1 0 0,0 0 1 0 0,0 0 0 0 0,1 1-1 0 0,-1-1 1 0 0,0 0 0 0 0,0 0 0 0 0,0 0-1 0 0,0 0 1 0 0,1 0 0 0 0,-1 0-1 0 0,0 0 1 0 0,0 1 0 0 0,0-1-1 0 0,0 0 1 0 0,0 0 0 0 0,0 0-1 0 0,0 0 1 0 0,1 1 0 0 0,-1-1-1 0 0,0 0 1 0 0,0 0 0 0 0,0 0-1 0 0,0 0 1 0 0,0 1 0 0 0,0-1 0 0 0,0 0-1 0 0,0 0 1 0 0,0 0 0 0 0,0 1-1 0 0,0-1 1 0 0,0 0 0 0 0,0 0-1 0 0,0 0 1 0 0,0 1 0 0 0,-13 8-443 0 0,-21 6 196 0 0,33-14 262 0 0,-53 18 66 0 0,0-1 0 0 0,-58 10 0 0 0,-115 11 91 0 0,-236 1-215 0 0,46-6-11 0 0,-15 49 67 0 0,400-73 0 0 0,32-10 0 0 0,0 0 0 0 0,0 0 0 0 0,0 0 0 0 0,0 0 0 0 0,0 0 0 0 0,-1 0 0 0 0,1 0 0 0 0,0 0 0 0 0,0 0 0 0 0,0 0 0 0 0,0 0 0 0 0,0 0 0 0 0,0 0 0 0 0,0 0 0 0 0,-1 0 0 0 0,1 1 0 0 0,0-1 0 0 0,0 0 0 0 0,0 0 0 0 0,0 0 0 0 0,0 0 0 0 0,0 0 0 0 0,0 0 0 0 0,0 0 0 0 0,0 1 0 0 0,0-1 0 0 0,0 0 0 0 0,0 0 0 0 0,0 0 0 0 0,-1 0 0 0 0,1 0 0 0 0,0 0 0 0 0,0 0 0 0 0,0 1 0 0 0,0-1 0 0 0,0 0 0 0 0,0 0 0 0 0,0 0 0 0 0,0 0 0 0 0,0 0 0 0 0,1 1 0 0 0,-1-1 0 0 0,0 0 0 0 0,0 0 0 0 0,0 0 0 0 0,0 0 0 0 0,0 0 0 0 0,0 0 0 0 0,0 0 0 0 0,0 1 0 0 0,0-1 0 0 0,0 0 0 0 0,0 0 0 0 0,18 5 0 0 0,29 0-12 0 0,1-2 0 0 0,55-4-1 0 0,99-15-46 0 0,-43 2 46 0 0,1190 17 963 0 0,-1132 4-942 0 0,254 23 72 0 0,-459-29-73 0 0,-7-1 39 0 0,0 1-1 0 0,-1-1 1 0 0,1 1 0 0 0,0 0-1 0 0,-1 0 1 0 0,1 0 0 0 0,-1 1-1 0 0,1-1 1 0 0,4 4 0 0 0,-12-3-17 0 0,0-1-1 0 0,0 1 1 0 0,0-1 0 0 0,-1 0 0 0 0,1 0-1 0 0,0 0 1 0 0,-1 0 0 0 0,-5 0-1 0 0,-12 2-1587 0 0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6:25.951"/>
    </inkml:context>
    <inkml:brush xml:id="br0">
      <inkml:brushProperty name="width" value="0.3" units="cm"/>
      <inkml:brushProperty name="height" value="0.6" units="cm"/>
      <inkml:brushProperty name="color" value="#A2D762"/>
      <inkml:brushProperty name="tip" value="rectangle"/>
      <inkml:brushProperty name="rasterOp" value="maskPen"/>
    </inkml:brush>
  </inkml:definitions>
  <inkml:trace contextRef="#ctx0" brushRef="#br0">1133 39 8754 0 0,'-35'-33'5605'0'0,"28"29"-5109"0"0,5 3-396 0 0,1 1 1 0 0,0 0 0 0 0,0 0-1 0 0,0-1 1 0 0,0 1 0 0 0,0 0-1 0 0,0 0 1 0 0,-1 0-1 0 0,1 1 1 0 0,0-1 0 0 0,0 0-1 0 0,0 0 1 0 0,0 1 0 0 0,0-1-1 0 0,0 0 1 0 0,0 1-1 0 0,0-1 1 0 0,0 1 0 0 0,0-1-1 0 0,0 1 1 0 0,0 0 0 0 0,0-1-1 0 0,0 1 1 0 0,0 0 0 0 0,0 0-1 0 0,-1 1 1 0 0,-6 8 12 0 0,0 0 1 0 0,0 0-1 0 0,1 0 1 0 0,1 1-1 0 0,0 0 1 0 0,0 1-1 0 0,1-1 1 0 0,0 1-1 0 0,1 0 1 0 0,-2 13-1 0 0,-5 22-45 0 0,-4 63-1 0 0,9-64 206 0 0,-6 49 175 0 0,-67 450 1557 0 0,-21-97-1566 0 0,6-35-840 0 0,-18 338 1311 0 0,99-628-792 0 0,-6 0 0 0 0,-5-1 0 0 0,-52 155 0 0 0,64-249-134 0 0,8-19-2 0 0,1 0 0 0 0,-1 0-1 0 0,1 1 1 0 0,1-1 0 0 0,0 1-1 0 0,-1 10 1 0 0,4-31-159 0 0,0-1 0 0 0,1 1 0 0 0,1 0 0 0 0,5-15-1 0 0,2-10-104 0 0,88-404-1097 0 0,80-346 1221 0 0,-50 173-452 0 0,-91 452 610 0 0,6 1 1 0 0,100-237 0 0 0,-112 325 18 0 0,19-47 42 0 0,-49 116-50 0 0,-5 13 29 0 0,1 0 0 0 0,0 1 0 0 0,1-1 0 0 0,0 1 0 0 0,0 17 0 0 0,-2 2-176 0 0,-17 146 14 0 0,11-78 19 0 0,-25 106 0 0 0,-7-51-233 0 0,-72 173-1 0 0,-86 141 222 0 0,108-260 179 0 0,-279 561 1772 0 0,154-332-890 0 0,207-411-1374 0 0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6:27.096"/>
    </inkml:context>
    <inkml:brush xml:id="br0">
      <inkml:brushProperty name="width" value="0.3" units="cm"/>
      <inkml:brushProperty name="height" value="0.6" units="cm"/>
      <inkml:brushProperty name="color" value="#A2D762"/>
      <inkml:brushProperty name="tip" value="rectangle"/>
      <inkml:brushProperty name="rasterOp" value="maskPen"/>
    </inkml:brush>
  </inkml:definitions>
  <inkml:trace contextRef="#ctx0" brushRef="#br0">370 0 6913 0 0,'21'31'5903'0'0,"7"33"-3310"0"0,-1-1-1176 0 0,24 22-668 0 0,2-1 0 0 0,5-3 0 0 0,107 117 0 0 0,237 189 786 0 0,90-2-964 0 0,-460-361-566 0 0,576 349 268 0 0,-548-339-256 0 0,162 84 257 0 0,49 29-336 0 0,-244-130-200 0 0,-14-9-576 0 0,-32-29 483 0 0,-19-18-281 0 0,-1 3-1 0 0,-2 1 0 0 0,-67-42 0 0 0,31 30 29 0 0,-106-47 0 0 0,53 34 776 0 0,-583-296 331 0 0,568 272-29 0 0,-263-161 1628 0 0,328 193-1892 0 0,-215-135-119 0 0,-14 26 333 0 0,255 137-253 0 0,16 10-46 0 0,2-2 0 0 0,0-2 0 0 0,0-1 0 0 0,-57-43 0 0 0,91 60-99 0 0,0 1 0 0 0,0-1 1 0 0,1 0-1 0 0,-1 1 0 0 0,0-1 1 0 0,1 0-1 0 0,-1 0 0 0 0,1 0 1 0 0,0-1-1 0 0,0 1 0 0 0,0 0 1 0 0,-2-5-1 0 0,3 6-7 0 0,0 0 0 0 0,0-1-1 0 0,-1 1 1 0 0,1 0 0 0 0,0 0 0 0 0,0-1-1 0 0,1 1 1 0 0,-1 0 0 0 0,0 0 0 0 0,0 0 0 0 0,1-1-1 0 0,-1 1 1 0 0,0 0 0 0 0,1 0 0 0 0,-1 0 0 0 0,1 0-1 0 0,0-1 1 0 0,-1 1 0 0 0,2-1 0 0 0,0 1-41 0 0,-1-1 1 0 0,1 0-1 0 0,0 1 1 0 0,0 0-1 0 0,0-1 1 0 0,1 1-1 0 0,-1 0 1 0 0,0 0-1 0 0,0 0 1 0 0,1 0-1 0 0,-1 1 1 0 0,1-1-1 0 0,-1 1 0 0 0,1-1 1 0 0,-1 1-1 0 0,0 0 1 0 0,1 0-1 0 0,-1 0 1 0 0,1 0-1 0 0,-1 0 1 0 0,1 0-1 0 0,-1 1 1 0 0,1 0-1 0 0,2 0 1 0 0,17 8-326 0 0,0 0 0 0 0,-1 2-1 0 0,0 0 1 0 0,-1 1 0 0 0,37 30 0 0 0,18 10-98 0 0,694 361 540 0 0,-591-321 229 0 0,-5 7 0 0 0,236 178 0 0 0,-251-153-360 0 0,203 207 0 0 0,71 85 655 0 0,-421-407-639 0 0,-1 0 1 0 0,1-1-1 0 0,1 0 0 0 0,0-1 0 0 0,13 7 0 0 0,-21-14-384 0 0,-8-1 192 0 0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6:33.54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16 177 8290 0 0,'-7'-53'6264'0'0,"-1"-70"1"0"0,28 182-3808 0 0,49 338-2236 0 0,-16-81-89 0 0,-50-299-121 0 0,14 58-294 0 0,-14-67 14 0 0,-1-2 0 0 0,1 1 1 0 0,0 0-1 0 0,0 0 0 0 0,1-1 0 0 0,0 0 0 0 0,0 0 1 0 0,6 6-1 0 0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6:34.00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0 5065 0 0,'14'22'9527'0'0,"7"11"-6383"0"0,-12-10-2799 0 0,-1 1 1 0 0,-1 0-1 0 0,-1 0 0 0 0,-1 1 1 0 0,-1 0-1 0 0,-2 0 1 0 0,0 0-1 0 0,-2 26 0 0 0,-6-33-807 0 0,3-15-250 0 0,3-13 6 0 0,8-46-565 0 0,-4 19 1154 0 0,11-39 0 0 0,-12 66 316 0 0,0-1 1 0 0,1 1-1 0 0,0 0 0 0 0,0 0 0 0 0,1 0 1 0 0,0 1-1 0 0,1 0 0 0 0,9-12 0 0 0,-14 19-118 0 0,1 0-1 0 0,-1 0 1 0 0,1 0 0 0 0,0 0-1 0 0,0 1 1 0 0,0-1 0 0 0,0 0-1 0 0,0 1 1 0 0,0-1 0 0 0,0 1-1 0 0,0 0 1 0 0,1 0 0 0 0,-1 0-1 0 0,0 0 1 0 0,1 0 0 0 0,-1 0-1 0 0,1 1 1 0 0,-1-1 0 0 0,1 1-1 0 0,0-1 1 0 0,-1 1 0 0 0,1 0 0 0 0,-1 0-1 0 0,1 0 1 0 0,-1 1 0 0 0,1-1-1 0 0,-1 1 1 0 0,1-1 0 0 0,-1 1-1 0 0,1 0 1 0 0,-1 0 0 0 0,1 0-1 0 0,-1 0 1 0 0,0 0 0 0 0,0 1-1 0 0,0-1 1 0 0,3 3 0 0 0,3 2 14 0 0,-1 1 0 0 0,0 0 0 0 0,-1 1 0 0 0,1-1 0 0 0,-1 1 0 0 0,-1 1 0 0 0,0-1 0 0 0,6 12 0 0 0,41 111 142 0 0,-43-101-305 0 0,2-1-1 0 0,0 0 1 0 0,2-1 0 0 0,2-1-1 0 0,0 0 1 0 0,26 34 0 0 0,-29-48-1679 0 0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6:34.51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7 38 12443 0 0,'-6'-29'6950'0'0,"6"21"-4205"0"0,4 21-1858 0 0,8 44-523 0 0,-3 1-1 0 0,-2 0 1 0 0,-1 82-1 0 0,10 89-734 0 0,-6-179-1943 0 0,-2-29-5557 0 0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6:35.37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3 6913 0 0,'0'-2'16358'0'0,"6"10"-17322"0"0,12 31 1338 0 0,-1 1-1 0 0,-2 0 0 0 0,11 52 0 0 0,-10-37-248 0 0,24 100-86 0 0,9 32 108 0 0,-37-151-572 0 0,1 0 0 0 0,2-1 0 0 0,20 33 0 0 0,-26-54-1492 0 0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6:35.84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3 222 1376 0 0,'-1'-2'367'0'0,"1"-1"0"0"0,-1 1 0 0 0,1 0-1 0 0,0 0 1 0 0,-1-1 0 0 0,1 1 0 0 0,0 0 0 0 0,1-1-1 0 0,-1 1 1 0 0,0 0 0 0 0,1-1 0 0 0,-1 1 0 0 0,1 0-1 0 0,0 0 1 0 0,-1-1 0 0 0,1 1 0 0 0,0 0 0 0 0,1 0-1 0 0,-1 0 1 0 0,0 0 0 0 0,0 0 0 0 0,1 1 0 0 0,-1-1-1 0 0,1 0 1 0 0,0 1 0 0 0,0-1 0 0 0,-1 1-1 0 0,1-1 1 0 0,4-1 0 0 0,-4 1 1 0 0,1 1-1 0 0,0 0 1 0 0,0 0 0 0 0,0 0-1 0 0,0 0 1 0 0,0 0-1 0 0,0 0 1 0 0,0 1 0 0 0,0-1-1 0 0,0 1 1 0 0,0 0-1 0 0,0 0 1 0 0,1 0 0 0 0,-1 1-1 0 0,0-1 1 0 0,0 1-1 0 0,0-1 1 0 0,0 1 0 0 0,0 0-1 0 0,0 0 1 0 0,0 0 0 0 0,3 3-1 0 0,0 0-242 0 0,1 1-1 0 0,-1 0 1 0 0,1 0 0 0 0,-2 1-1 0 0,1-1 1 0 0,0 1-1 0 0,-1 1 1 0 0,0-1 0 0 0,4 9-1 0 0,4 8-80 0 0,14 37-1 0 0,7 15-158 0 0,-34-74 52 0 0,1-1-1 0 0,-1 1 1 0 0,0-1 0 0 0,0 0 0 0 0,0 1 0 0 0,0-1 0 0 0,0 1 0 0 0,1-1 0 0 0,-1 0-1 0 0,0 1 1 0 0,0-1 0 0 0,1 0 0 0 0,-1 1 0 0 0,0-1 0 0 0,1 0 0 0 0,-1 1 0 0 0,0-1-1 0 0,1 0 1 0 0,-1 0 0 0 0,0 1 0 0 0,1-1 0 0 0,-1 0 0 0 0,1 0 0 0 0,-1 0 0 0 0,0 1-1 0 0,1-1 1 0 0,-1 0 0 0 0,1 0 0 0 0,-1 0 0 0 0,0 0 0 0 0,1 0 0 0 0,-1 0 0 0 0,1 0-1 0 0,-1 0 1 0 0,1 0 0 0 0,-1 0 0 0 0,1-1 0 0 0,8-16-2937 0 0,1-41-1773 0 0,-9 48 4377 0 0,1 0-136 0 0,21-119-2115 0 0,-20 113 3140 0 0,2 1-1 0 0,0 0 1 0 0,0 1 0 0 0,2-1-1 0 0,0 1 1 0 0,10-16 0 0 0,-15 26-225 0 0,0 1 0 0 0,1 0 1 0 0,-1 0-1 0 0,1 0 1 0 0,-1 0-1 0 0,1 0 0 0 0,0 1 1 0 0,0-1-1 0 0,1 1 1 0 0,-1 0-1 0 0,0-1 0 0 0,1 2 1 0 0,-1-1-1 0 0,1 0 1 0 0,-1 1-1 0 0,1-1 0 0 0,0 1 1 0 0,0 0-1 0 0,0 1 1 0 0,-1-1-1 0 0,1 1 0 0 0,0-1 1 0 0,0 1-1 0 0,0 0 1 0 0,0 1-1 0 0,0-1 0 0 0,0 1 1 0 0,4 0-1 0 0,1 2-21 0 0,-1 1 0 0 0,0-1-1 0 0,-1 1 1 0 0,1 0 0 0 0,-1 1 0 0 0,1 0 0 0 0,-2 0-1 0 0,1 1 1 0 0,0-1 0 0 0,-1 1 0 0 0,10 13-1 0 0,2 6-217 0 0,-1 0 0 0 0,-2 1 0 0 0,22 47 0 0 0,-8-12-357 0 0,-19-45-445 0 0,-1-3-241 0 0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6:36.23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12 176 3681 0 0,'-2'-3'406'0'0,"1"1"-1"0"0,-1-1 1 0 0,1 1 0 0 0,0-1 0 0 0,0 0-1 0 0,0 0 1 0 0,1 0 0 0 0,-1 1 0 0 0,1-1 0 0 0,-1 0-1 0 0,1 0 1 0 0,0 0 0 0 0,0-4 0 0 0,4-40 3305 0 0,-3 41-3342 0 0,0 1-1 0 0,0 0 0 0 0,0 0 1 0 0,1 0-1 0 0,0 0 0 0 0,0 0 0 0 0,0 0 1 0 0,0 1-1 0 0,1-1 0 0 0,0 1 1 0 0,0-1-1 0 0,0 1 0 0 0,4-4 0 0 0,-5 6-318 0 0,0 1 0 0 0,0 0 0 0 0,0-1-1 0 0,0 1 1 0 0,0 0 0 0 0,0 0-1 0 0,0 0 1 0 0,0 0 0 0 0,0 0 0 0 0,1 0-1 0 0,-1 1 1 0 0,0-1 0 0 0,0 1-1 0 0,1 0 1 0 0,-1 0 0 0 0,1-1 0 0 0,-1 1-1 0 0,0 1 1 0 0,1-1 0 0 0,-1 0-1 0 0,0 1 1 0 0,0-1 0 0 0,1 1 0 0 0,-1 0-1 0 0,0-1 1 0 0,0 1 0 0 0,0 0-1 0 0,1 0 1 0 0,-1 1 0 0 0,0-1 0 0 0,3 3-1 0 0,2 2-54 0 0,0 0-1 0 0,0 1 1 0 0,0 0 0 0 0,-1 1-1 0 0,0-1 1 0 0,0 1 0 0 0,-1 0-1 0 0,0 0 1 0 0,0 1 0 0 0,-1-1-1 0 0,0 1 1 0 0,4 18-1 0 0,1 6-140 0 0,-1 0-1 0 0,4 42 1 0 0,-10-42 216 0 0,0 34 0 0 0,0 14 2013 0 0,-2-80-2047 0 0,-1-1 0 0 0,1 0 0 0 0,0 1 0 0 0,0-1 1 0 0,1 0-1 0 0,-1 1 0 0 0,0-1 0 0 0,0 0 0 0 0,0 1 0 0 0,0-1 0 0 0,0 1 1 0 0,0-1-1 0 0,0 0 0 0 0,0 1 0 0 0,1-1 0 0 0,-1 0 0 0 0,0 1 0 0 0,0-1 0 0 0,1 0 1 0 0,-1 0-1 0 0,0 1 0 0 0,0-1 0 0 0,1 0 0 0 0,-1 0 0 0 0,0 1 0 0 0,1-1 1 0 0,-1 0-1 0 0,0 0 0 0 0,1 0 0 0 0,-1 0 0 0 0,0 1 0 0 0,1-1 0 0 0,0 0 0 0 0,13-6 460 0 0,19-22-371 0 0,-27 22 17 0 0,89-80 321 0 0,64-55-1379 0 0,-136 123 321 0 0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6:42.20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149 297 9218 0 0,'-5'-10'994'0'0,"0"1"0"0"0,-1 0 0 0 0,-1 0 0 0 0,0 0 1 0 0,-11-11-1 0 0,15 17-723 0 0,0 0 0 0 0,-1 0 1 0 0,1 0-1 0 0,0 0 1 0 0,-1 1-1 0 0,0 0 1 0 0,1 0-1 0 0,-1 0 0 0 0,0 0 1 0 0,0 0-1 0 0,0 1 1 0 0,0 0-1 0 0,0 0 1 0 0,-1 0-1 0 0,1 0 0 0 0,0 1 1 0 0,-5-1-1 0 0,8 1-222 0 0,-1 1 0 0 0,1-1 0 0 0,0 1-1 0 0,-1 0 1 0 0,1-1 0 0 0,0 1 0 0 0,0 0-1 0 0,0 0 1 0 0,-1 0 0 0 0,1 0 0 0 0,0 0 0 0 0,0 0-1 0 0,0 0 1 0 0,0 0 0 0 0,1 0 0 0 0,-1 0-1 0 0,0 0 1 0 0,0 1 0 0 0,1-1 0 0 0,-1 0-1 0 0,1 1 1 0 0,-1-1 0 0 0,1 0 0 0 0,0 1 0 0 0,-1-1-1 0 0,1 1 1 0 0,0-1 0 0 0,0 2 0 0 0,-3 50 381 0 0,3-41-298 0 0,-1 56-127 0 0,12 105 1 0 0,-6-142-58 0 0,0-1 1 0 0,2 1-1 0 0,1-1 1 0 0,2 0 0 0 0,22 47-1 0 0,-27-67-31 0 0,0-1-1 0 0,1 0 1 0 0,0 0-1 0 0,1 0 1 0 0,0-1-1 0 0,0 0 1 0 0,1 0-1 0 0,0-1 1 0 0,0 0-1 0 0,1-1 1 0 0,0 0-1 0 0,0 0 1 0 0,15 7-1 0 0,-11-8-31 0 0,1 0 1 0 0,-1 0-1 0 0,0-2 0 0 0,1 0 0 0 0,0 0 1 0 0,0-1-1 0 0,0-1 0 0 0,0-1 0 0 0,25-1 0 0 0,-23 0 125 0 0,-1-1 0 0 0,1-1-1 0 0,-1-1 1 0 0,0 0 0 0 0,0 0-1 0 0,0-2 1 0 0,-1 0-1 0 0,0 0 1 0 0,0-1 0 0 0,0-1-1 0 0,-1-1 1 0 0,0 0-1 0 0,-1 0 1 0 0,0-1 0 0 0,0-1-1 0 0,-1 0 1 0 0,-1 0 0 0 0,0-1-1 0 0,13-20 1 0 0,-16 20 219 0 0,-1-1 0 0 0,-1 0 1 0 0,0 0-1 0 0,0 0 0 0 0,-1-1 0 0 0,-1 1 1 0 0,-1-1-1 0 0,1 0 0 0 0,-1-23 0 0 0,-2 17-79 0 0,-2 0-1 0 0,0 0 1 0 0,-1 0-1 0 0,-1 0 1 0 0,0 1 0 0 0,-10-23-1 0 0,0 7-63 0 0,-2 1 0 0 0,-1 0 1 0 0,-2 1-1 0 0,-1 1 0 0 0,-2 1 0 0 0,-44-49 0 0 0,45 57-52 0 0,-1 1 0 0 0,-1 1 0 0 0,-1 1 1 0 0,-45-29-1 0 0,67 48-79 0 0,0 0 0 0 0,0 0 1 0 0,1 0-1 0 0,-1 0 0 0 0,0 0 0 0 0,0 0 1 0 0,0 1-1 0 0,0-1 0 0 0,0 1 1 0 0,0-1-1 0 0,0 1 0 0 0,0 0 1 0 0,0-1-1 0 0,-1 1 0 0 0,1 0 0 0 0,0 0 1 0 0,0 1-1 0 0,0-1 0 0 0,0 0 1 0 0,-4 2-1 0 0,-1 3-611 0 0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6:42.63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56 7370 0 0,'14'36'4407'0'0,"-9"-24"-3912"0"0,28 59 1059 0 0,-29-65-1555 0 0,-1 0-1 0 0,1 0 1 0 0,0-1-1 0 0,0 1 1 0 0,1-1-1 0 0,-1 0 1 0 0,1 0-1 0 0,0-1 0 0 0,8 6 1 0 0,-12-10-1 0 0,0 1 1 0 0,1-1-1 0 0,-1 1 1 0 0,1-1-1 0 0,-1 0 0 0 0,1 1 1 0 0,-1-1-1 0 0,0 0 0 0 0,1 0 1 0 0,-1 0-1 0 0,1 0 1 0 0,-1 0-1 0 0,1 0 0 0 0,-1-1 1 0 0,1 1-1 0 0,-1 0 1 0 0,1-1-1 0 0,-1 1 0 0 0,0-1 1 0 0,1 1-1 0 0,-1-1 1 0 0,0 0-1 0 0,0 0 0 0 0,1 0 1 0 0,-1 1-1 0 0,0-1 0 0 0,0 0 1 0 0,0 0-1 0 0,0-1 1 0 0,0 1-1 0 0,0 0 0 0 0,0 0 1 0 0,-1 0-1 0 0,1-1 1 0 0,1-1-1 0 0,2-5 56 0 0,0 1-1 0 0,0-1 1 0 0,0 0 0 0 0,3-14 0 0 0,-3 6 16 0 0,-2 0 1 0 0,1 0 0 0 0,-2 0 0 0 0,-1-18-1 0 0,2-11 281 0 0,-3 44-258 0 0,1 0 1 0 0,0 1-1 0 0,0-1 0 0 0,0 0 1 0 0,0 0-1 0 0,0 1 1 0 0,0-1-1 0 0,0 0 0 0 0,0 0 1 0 0,0 1-1 0 0,0-1 1 0 0,1 0-1 0 0,-1 0 0 0 0,0 1 1 0 0,0-1-1 0 0,1 0 1 0 0,-1 0-1 0 0,0 1 0 0 0,1-1 1 0 0,-1 1-1 0 0,1-1 1 0 0,-1 0-1 0 0,1 1 0 0 0,0-2 1 0 0,9 17 1099 0 0,6 33-423 0 0,-16-47-742 0 0,3 10-213 0 0,28 89 1633 0 0,-7-53-2352 0 0,-19-39-372 0 0,0-1 1 0 0,0 0-1 0 0,12 11 0 0 0,-3-6-4878 0 0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6:42.85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12 0 6913 0 0,'-11'5'5422'0'0,"11"-5"-5276"0"0,-1 0 1 0 0,1 1-1 0 0,0-1 1 0 0,0 1-1 0 0,0-1 1 0 0,0 0-1 0 0,0 1 1 0 0,0-1-1 0 0,0 0 1 0 0,0 1-1 0 0,6 28 3375 0 0,18 26-850 0 0,17 19-853 0 0,6 8-1290 0 0,-5 3 1 0 0,33 89-1 0 0,-37-61-1030 0 0,-14-38-3360 0 0,-18-53-3192 0 0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6:43.05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1 255 9218 0 0,'1'-3'816'0'0,"2"0"-656"0"0,1 0-160 0 0,2 0 0 0 0,0 1 1056 0 0,1-3 169 0 0,5-3 39 0 0,8-3 8 0 0,8-6-96 0 0,4-3-23 0 0,0-1-1 0 0,1 1 0 0 0,-4-1-912 0 0,1-2-240 0 0,0 2 64 0 0,7-8-3600 0 0,-5 5-721 0 0,-2 3-136 0 0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6:43.31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0 10138 0 0,'3'0'689'0'0,"0"1"0"0"0,0-1 0 0 0,0 0 0 0 0,0 1 0 0 0,1 0 0 0 0,-1 0 0 0 0,-1 0 0 0 0,1 0 0 0 0,0 0 0 0 0,0 0 0 0 0,0 1 0 0 0,-1 0 0 0 0,1-1 0 0 0,3 4 0 0 0,-1 0-225 0 0,0 0 0 0 0,-1-1 0 0 0,0 1 0 0 0,0 0 0 0 0,-1 1-1 0 0,6 9 1 0 0,-1 4-258 0 0,0 0-1 0 0,-2 0 0 0 0,7 30 0 0 0,7 50 122 0 0,-10-44-84 0 0,20 63-1 0 0,-24-101-549 0 0,0-1-1 0 0,1 0 0 0 0,0 0 0 0 0,2-1 0 0 0,-1 0 0 0 0,2 0 0 0 0,0-1 0 0 0,13 13 0 0 0,1-3-7831 0 0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7:25.65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52 69 6913 0 0,'-5'-4'524'0'0,"0"-1"0"0"0,1 1 0 0 0,0-1-1 0 0,-1 0 1 0 0,2-1 0 0 0,-1 1-1 0 0,-3-8 1 0 0,-8-9 4155 0 0,19 33-343 0 0,1 18-3007 0 0,0-1-946 0 0,73 497 572 0 0,-62-378-858 0 0,-14-129-188 0 0,-1 4-212 0 0,2-1 0 0 0,1 1-1 0 0,0-1 1 0 0,2 0 0 0 0,9 25-1 0 0,-5-28-7224 0 0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7:26.09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3 1840 0 0,'16'-1'9391'0'0,"-15"2"-9133"0"0,21 6 1460 0 0,-15 0-1313 0 0,0 1 1 0 0,-1 0 0 0 0,0 0-1 0 0,0 0 1 0 0,-1 1 0 0 0,1 0-1 0 0,-2 0 1 0 0,0 0 0 0 0,0 0-1 0 0,3 11 1 0 0,3 16 453 0 0,8 52 0 0 0,-10-42-416 0 0,-5-19-320 0 0,-3-22-118 0 0,0 0 1 0 0,1 0-1 0 0,-1 1 1 0 0,1-1 0 0 0,0 0-1 0 0,0 0 1 0 0,1 0 0 0 0,0 0-1 0 0,0 0 1 0 0,0 0 0 0 0,4 7-1 0 0,-5-12-12 0 0,-1 0 0 0 0,1 0 0 0 0,-1 0 0 0 0,1 1 0 0 0,0-1 0 0 0,-1 0 0 0 0,1 0 0 0 0,-1 0 0 0 0,1 0 0 0 0,-1 0 0 0 0,1 0 0 0 0,-1-1-1 0 0,1 1 1 0 0,-1 0 0 0 0,1 0 0 0 0,-1 0 0 0 0,1 0 0 0 0,-1-1 0 0 0,1 1 0 0 0,-1 0 0 0 0,1 0 0 0 0,-1-1 0 0 0,1 1 0 0 0,-1 0 0 0 0,0-1 0 0 0,1 1 0 0 0,-1-1 0 0 0,1 1 0 0 0,-1 0-1 0 0,0-1 1 0 0,0 1 0 0 0,1-1 0 0 0,-1 1 0 0 0,0-1 0 0 0,0 1 0 0 0,1-1 0 0 0,-1 1 0 0 0,0-1 0 0 0,0 1 0 0 0,0-2 0 0 0,12-24-413 0 0,-12 26 381 0 0,29-108-1873 0 0,1-4 1183 0 0,-26 101 795 0 0,0 0 1 0 0,1 0-1 0 0,1 0 1 0 0,-1 0-1 0 0,2 1 0 0 0,0 0 1 0 0,8-9-1 0 0,-14 16 37 0 0,1 1 0 0 0,0 0 0 0 0,-1 0 0 0 0,1 0 0 0 0,0 1 0 0 0,0-1 0 0 0,0 0 0 0 0,0 1 0 0 0,1-1 0 0 0,-1 1 0 0 0,0 0 0 0 0,1 0 0 0 0,-1 0 0 0 0,1 0 0 0 0,-1 0 0 0 0,1 0 0 0 0,-1 1 0 0 0,1-1 0 0 0,-1 1-1 0 0,1 0 1 0 0,0-1 0 0 0,-1 1 0 0 0,1 1 0 0 0,0-1 0 0 0,3 1 0 0 0,-2 1 58 0 0,0 0 0 0 0,0 0 0 0 0,1 1 0 0 0,-1-1 0 0 0,-1 1 0 0 0,1 0 0 0 0,0 1 0 0 0,-1-1 0 0 0,0 0 0 0 0,0 1 0 0 0,0 0 0 0 0,0 0 0 0 0,3 5 0 0 0,9 19-213 0 0,0 0 1 0 0,-2 1-1 0 0,-1 1 1 0 0,14 53 0 0 0,-10-31-5356 0 0,-10-32-1660 0 0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7:26.31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0 10594 0 0,'5'56'6717'0'0,"11"29"-3858"0"0,-4-28-1326 0 0,2 24-742 0 0,31 158-595 0 0,-39-215-465 0 0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7:26.69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68 1 4145 0 0,'-15'6'142'0'0,"-21"9"1962"0"0,20-3 3717 0 0,20-10-5179 0 0,1-1 0 0 0,-1 0 1 0 0,0 0-1 0 0,1-1 0 0 0,0 1 0 0 0,4-1 1 0 0,163-4 4463 0 0,-120 6-4731 0 0,0 1 1 0 0,98 20 0 0 0,-100-13-2481 0 0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7:26.92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0 10594 0 0,'0'0'819'0'0,"14"21"5190"0"0,-9-8-5385 0 0,-1 0-1 0 0,0 0 1 0 0,-1 1 0 0 0,0-1-1 0 0,-2 1 1 0 0,1 0-1 0 0,-2 17 1 0 0,-10 102-246 0 0,7-102-117 0 0,-6 54-215 0 0,4 105 0 0 0,6-155-399 0 0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7:27.30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 7370 0 0,'2'4'8582'0'0,"3"9"-6338"0"0,22 92 459 0 0,14 118-1 0 0,-4 111-3447 0 0,-25-216 789 0 0,-8-85-507 0 0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7:27.76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81 456 0 0,'1'-6'918'0'0,"0"1"-1"0"0,0-1 1 0 0,0 1-1 0 0,0-1 1 0 0,1 1-1 0 0,3-7 1 0 0,-4 9-402 0 0,0 1 0 0 0,0-1 1 0 0,1 1-1 0 0,-1-1 1 0 0,1 1-1 0 0,-1-1 1 0 0,1 1-1 0 0,0 0 1 0 0,0 0-1 0 0,0 0 1 0 0,0 0-1 0 0,0 0 1 0 0,0 0-1 0 0,3-1 1 0 0,-4 3-362 0 0,0 0 0 0 0,1 0 0 0 0,-1 0 0 0 0,0 0 0 0 0,0 0 0 0 0,1 1 0 0 0,-1-1 0 0 0,0 0 0 0 0,0 1 0 0 0,0-1 0 0 0,0 1 0 0 0,1-1 0 0 0,-1 1 1 0 0,0 0-1 0 0,0 0 0 0 0,0-1 0 0 0,0 1 0 0 0,0 0 0 0 0,0 0 0 0 0,-1 0 0 0 0,1 0 0 0 0,0 0 0 0 0,0 0 0 0 0,-1 0 0 0 0,2 1 0 0 0,19 34 546 0 0,-18-30-456 0 0,64 139 792 0 0,-16-29-1227 0 0,-45-225-3467 0 0,-5 96 3557 0 0,10-66-308 0 0,-10 72 578 0 0,1 1-1 0 0,0-1 1 0 0,0 1-1 0 0,0 0 1 0 0,1 0 0 0 0,0 0-1 0 0,0 0 1 0 0,1 0 0 0 0,5-7-1 0 0,-9 13-99 0 0,1-1 0 0 0,-1 1-1 0 0,1-1 1 0 0,-1 1 0 0 0,1-1-1 0 0,-1 1 1 0 0,1 0 0 0 0,-1-1 0 0 0,1 1-1 0 0,0 0 1 0 0,-1-1 0 0 0,1 1-1 0 0,0 0 1 0 0,-1 0 0 0 0,1 0 0 0 0,0-1-1 0 0,-1 1 1 0 0,1 0 0 0 0,0 0-1 0 0,-1 0 1 0 0,1 0 0 0 0,0 0 0 0 0,-1 0-1 0 0,1 1 1 0 0,0-1 0 0 0,0 0-1 0 0,18 14 833 0 0,12 30-372 0 0,-26-36-342 0 0,73 120-580 0 0,-69-114-335 0 0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7:28.19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49 4609 0 0,'22'-12'2598'0'0,"-11"5"-1178"0"0,-1 2 1 0 0,1-1-1 0 0,0 2 1 0 0,1-1-1 0 0,14-2 0 0 0,-24 6-1278 0 0,0 1 0 0 0,1-1 0 0 0,-1 1 0 0 0,1 0 1 0 0,-1 0-1 0 0,0 0 0 0 0,1 0 0 0 0,-1 1 0 0 0,1-1 0 0 0,-1 0 0 0 0,0 1 0 0 0,1 0 0 0 0,-1 0 0 0 0,0 0 0 0 0,0 0 0 0 0,0 0 0 0 0,0 0 0 0 0,1 0 0 0 0,-1 0 0 0 0,-1 1 0 0 0,1 0 0 0 0,0-1 1 0 0,0 1-1 0 0,-1 0 0 0 0,1-1 0 0 0,-1 1 0 0 0,1 0 0 0 0,-1 0 0 0 0,0 0 0 0 0,1 1 0 0 0,0 3 0 0 0,4 7 34 0 0,-2 1 0 0 0,0 0 0 0 0,0 0 1 0 0,-1 0-1 0 0,-1 1 0 0 0,0-1 0 0 0,-1 0 0 0 0,-2 21 0 0 0,-2 16 160 0 0,-12 53 0 0 0,4-31 152 0 0,11-73-485 0 0,0 1 0 0 0,0-1 0 0 0,0 0 1 0 0,0 0-1 0 0,0 0 0 0 0,0 0 0 0 0,0 0 1 0 0,0 0-1 0 0,0 0 0 0 0,0 1 1 0 0,0-1-1 0 0,0 0 0 0 0,0 0 0 0 0,0 0 1 0 0,0 0-1 0 0,0 0 0 0 0,0 0 0 0 0,0 1 1 0 0,0-1-1 0 0,0 0 0 0 0,0 0 1 0 0,0 0-1 0 0,0 0 0 0 0,0 0 0 0 0,0 0 1 0 0,0 0-1 0 0,0 1 0 0 0,0-1 0 0 0,0 0 1 0 0,0 0-1 0 0,1 0 0 0 0,-1 0 0 0 0,0 0 1 0 0,0 0-1 0 0,0 0 0 0 0,0 0 1 0 0,0 0-1 0 0,0 0 0 0 0,0 0 0 0 0,0 0 1 0 0,1 1-1 0 0,-1-1 0 0 0,0 0 0 0 0,0 0 1 0 0,0 0-1 0 0,0 0 0 0 0,0 0 1 0 0,0 0-1 0 0,1 0 0 0 0,-1 0 0 0 0,0 0 1 0 0,0 0-1 0 0,0 0 0 0 0,0 0 0 0 0,0 0 1 0 0,11-7 66 0 0,13-17-181 0 0,-17 18 5 0 0,17-17-1061 0 0,-6 8-4290 0 0,0-1-1605 0 0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7:28.57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59 0 8290 0 0,'-9'4'159'0'0,"-25"10"1254"0"0,33-13-1237 0 0,0-1 0 0 0,0 1 0 0 0,0-1-1 0 0,0 1 1 0 0,0-1 0 0 0,1 1 0 0 0,-1 0 0 0 0,0-1 0 0 0,0 1 0 0 0,0 0 0 0 0,1 0 0 0 0,-1 0 0 0 0,0-1-1 0 0,1 1 1 0 0,-1 0 0 0 0,1 0 0 0 0,-1 0 0 0 0,1 0 0 0 0,0 0 0 0 0,-1 0 0 0 0,1 0 0 0 0,0 0 0 0 0,-1 0 0 0 0,1 0-1 0 0,0 0 1 0 0,0 0 0 0 0,0 2 0 0 0,1-3-46 0 0,-1 1-1 0 0,0 0 1 0 0,1 0 0 0 0,-1 0-1 0 0,1-1 1 0 0,0 1 0 0 0,-1 0-1 0 0,1-1 1 0 0,0 1-1 0 0,-1-1 1 0 0,1 1 0 0 0,0 0-1 0 0,-1-1 1 0 0,1 0-1 0 0,0 1 1 0 0,0-1 0 0 0,0 1-1 0 0,0-1 1 0 0,-1 0 0 0 0,1 0-1 0 0,0 1 1 0 0,0-1-1 0 0,0 0 1 0 0,0 0 0 0 0,2 0-1 0 0,27 0 1261 0 0,-23-1-1054 0 0,199 0 1786 0 0,-160 3-1543 0 0,0 2-1 0 0,65 15 1 0 0,-38-5-2747 0 0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7:28.76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11 0 6449 0 0,'-1'2'549'0'0,"0"1"-1"0"0,1-1 0 0 0,-1 1 0 0 0,0-1 0 0 0,1 0 0 0 0,0 1 0 0 0,0-1 0 0 0,0 1 1 0 0,0-1-1 0 0,0 1 0 0 0,0-1 0 0 0,0 1 0 0 0,1-1 0 0 0,0 1 0 0 0,-1-1 1 0 0,1 0-1 0 0,1 4 0 0 0,2 10 660 0 0,0 12 1324 0 0,-1 48 0 0 0,-14 84-681 0 0,4-84-1353 0 0,6-65-801 0 0,-2 62 678 0 0,5-24-7272 0 0,3-19-877 0 0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7:29.04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33 57 7370 0 0,'1'-3'635'0'0,"-1"1"1"0"0,1-1-1 0 0,-1 1 1 0 0,0-1-1 0 0,0 0 1 0 0,0 1-1 0 0,0-1 1 0 0,0 0-1 0 0,-1 1 1 0 0,0-4-1 0 0,1 5-361 0 0,0-1 0 0 0,0 1 0 0 0,-1 0 0 0 0,1 0 0 0 0,0 0 0 0 0,-1 0 0 0 0,1 0 0 0 0,0 0 0 0 0,-1 0 0 0 0,1 0 1 0 0,-1 0-1 0 0,0 0 0 0 0,1 0 0 0 0,-1 0 0 0 0,0 0 0 0 0,1 0 0 0 0,-1 0 0 0 0,0 1 0 0 0,0-1 0 0 0,0 0 0 0 0,0 0 0 0 0,0 1 0 0 0,0-1 0 0 0,-2 0 0 0 0,2 1-197 0 0,1 1 0 0 0,-1-1-1 0 0,0 1 1 0 0,0-1 0 0 0,0 1 0 0 0,1 0-1 0 0,-1-1 1 0 0,0 1 0 0 0,1 0 0 0 0,-1-1-1 0 0,0 1 1 0 0,1 0 0 0 0,-1 0 0 0 0,1-1-1 0 0,0 1 1 0 0,-1 0 0 0 0,1 0 0 0 0,-1 0 0 0 0,1 0-1 0 0,0 0 1 0 0,0 0 0 0 0,0 0 0 0 0,-1 0-1 0 0,1 0 1 0 0,0 0 0 0 0,0 1 0 0 0,-2 31 161 0 0,2-30-166 0 0,18 314 348 0 0,-5-170-325 0 0,12 87-1719 0 0,22-4-3516 0 0,-41-209-2315 0 0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7:29.26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7 97 7834 0 0,'-7'-19'12288'0'0,"17"9"-11648"0"0,0 0-1 0 0,1 1 1 0 0,22-15 0 0 0,8 5-1135 0 0,-37 18-245 0 0,1-1 1 0 0,0 1-1 0 0,0 1 0 0 0,0-1 1 0 0,0 1-1 0 0,-1 0 0 0 0,7 0 1 0 0,9 4-6248 0 0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7:29.47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0 148 4609 0 0,'90'-51'8527'0'0,"-9"4"-5518"0"0,-63 38-4711 0 0,1 1 0 0 0,32-10 1 0 0,-35 12 187 0 0,-1-2 910 0 0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7:29.87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 2 10594 0 0,'-5'-1'7243'0'0,"16"52"-6232"0"0,2-1-1 0 0,2 0 1 0 0,34 74-1 0 0,-38-181-2853 0 0,-10 56 1781 0 0,2-19-434 0 0,1-1 1 0 0,1 1-1 0 0,8-20 1 0 0,-10 33 638 0 0,0-1 0 0 0,0 1 1 0 0,1 0-1 0 0,0 0 0 0 0,0 0 1 0 0,1 0-1 0 0,0 1 0 0 0,0 0 1 0 0,1 0-1 0 0,10-10 0 0 0,-15 16-62 0 0,0-1 0 0 0,0 0-1 0 0,0 1 1 0 0,0-1 0 0 0,1 0-1 0 0,-1 1 1 0 0,0-1 0 0 0,0 1-1 0 0,0 0 1 0 0,1-1 0 0 0,-1 1-1 0 0,0 0 1 0 0,0 0 0 0 0,1 0-1 0 0,-1 0 1 0 0,0 0 0 0 0,1 0-1 0 0,-1 0 1 0 0,0 0 0 0 0,0 0-1 0 0,1 1 1 0 0,-1-1 0 0 0,2 1-1 0 0,0 1-2 0 0,-1-1-1 0 0,1 1 1 0 0,-1 0-1 0 0,0 0 0 0 0,1 0 1 0 0,-1 0-1 0 0,0 0 1 0 0,0 0-1 0 0,-1 1 1 0 0,3 2-1 0 0,2 6 13 0 0,1 0 1 0 0,-2 1 0 0 0,7 20-1 0 0,1 7 76 0 0,-8-23-633 0 0,0 0-1 0 0,1 0 1 0 0,0 0 0 0 0,1-1-1 0 0,1 0 1 0 0,0 0 0 0 0,12 14-1 0 0,-11-19 383 0 0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7:30.29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0 456 0 0,'0'8'19044'0'0,"19"2"-18404"0"0,-2-2-2404 0 0,-8-2 3690 0 0,-6-3-1928 0 0,1 1-1 0 0,-1 0 1 0 0,1 0 0 0 0,-1 0 0 0 0,-1 1 0 0 0,1-1 0 0 0,-1 1 0 0 0,1-1-1 0 0,-1 1 1 0 0,-1 0 0 0 0,2 5 0 0 0,8 57-633 0 0,-10-54 262 0 0,0 0 1 0 0,1 0-1 0 0,1 0 0 0 0,4 13 0 0 0,-7-25 341 0 0,1 0 0 0 0,0 1 0 0 0,-1-1 0 0 0,1-1 0 0 0,-1 1 0 0 0,1 0 0 0 0,0 0 0 0 0,0 0 0 0 0,-1 0 0 0 0,1 0 0 0 0,0-1 0 0 0,0 1 0 0 0,0 0 0 0 0,0-1 0 0 0,0 1 0 0 0,0-1 0 0 0,0 1 0 0 0,0-1 0 0 0,0 1 0 0 0,0-1 0 0 0,1 0 0 0 0,-1 1 0 0 0,0-1 0 0 0,0 0 1 0 0,0 0-1 0 0,0 0 0 0 0,0 0 0 0 0,1 0 0 0 0,-1 0 0 0 0,2-1 0 0 0,42-11-725 0 0,-11 2 34 0 0,-30 10 713 0 0,0 0 1 0 0,-1 0-1 0 0,1 1 0 0 0,0-1 1 0 0,-1 1-1 0 0,1 0 0 0 0,-1 0 1 0 0,1 0-1 0 0,-1 0 1 0 0,1 0-1 0 0,-1 1 0 0 0,0 0 1 0 0,1 0-1 0 0,-1 0 0 0 0,0 0 1 0 0,0 0-1 0 0,-1 0 0 0 0,1 1 1 0 0,0 0-1 0 0,-1-1 0 0 0,1 1 1 0 0,-1 0-1 0 0,0 0 1 0 0,0 0-1 0 0,0 1 0 0 0,-1-1 1 0 0,1 0-1 0 0,-1 1 0 0 0,1-1 1 0 0,-1 1-1 0 0,0-1 0 0 0,-1 1 1 0 0,1 0-1 0 0,0 5 0 0 0,0-2 20 0 0,0 0-1 0 0,-1 0 0 0 0,0 0 0 0 0,0 0 0 0 0,-1 0 0 0 0,0 0 0 0 0,0 0 0 0 0,0-1 0 0 0,-1 1 0 0 0,0 0 0 0 0,0 0 0 0 0,-1-1 0 0 0,0 0 0 0 0,0 1 0 0 0,0-1 0 0 0,-1 0 0 0 0,-8 10 0 0 0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7:30.61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20 0 9674 0 0,'-19'32'12744'0'0,"35"-34"-12551"0"0,31-12 593 0 0,-17 4-2256 0 0,-9 4-3893 0 0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7:30.78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 89 7834 0 0,'0'0'95'0'0,"-1"0"0"0"0,1 0 0 0 0,0 0 0 0 0,0 1 0 0 0,-1-1 0 0 0,1 0 0 0 0,0 1 1 0 0,0-1-1 0 0,0 0 0 0 0,0 0 0 0 0,-1 1 0 0 0,1-1 0 0 0,0 0 0 0 0,0 1 0 0 0,0-1 0 0 0,0 0 1 0 0,0 1-1 0 0,0-1 0 0 0,0 0 0 0 0,0 1 0 0 0,0-1 0 0 0,0 0 0 0 0,0 1 0 0 0,0-1 0 0 0,0 0 1 0 0,0 1-1 0 0,0-1 0 0 0,0 0 0 0 0,0 1 0 0 0,0-1 0 0 0,0 0 0 0 0,1 1 0 0 0,-1-1 0 0 0,0 0 1 0 0,0 0-1 0 0,0 1 0 0 0,1-1 0 0 0,-1 0 0 0 0,0 0 0 0 0,0 1 0 0 0,1-1 0 0 0,-1 0 1 0 0,0 0-1 0 0,1 1 0 0 0,18-5 3654 0 0,22-17-572 0 0,50-42-4141 0 0,-75 50 964 0 0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6:37.05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11 11058 0 0,'2'-10'10260'0'0,"4"18"-8477"0"0,-3-3-2003 0 0,5 11 322 0 0,0 1 0 0 0,-1 0 0 0 0,-1 0 1 0 0,-1 0-1 0 0,4 21 0 0 0,1-1-7 0 0,20 78-36 0 0,46 144 170 0 0,-58-206-184 0 0,3-1 1 0 0,51 90-1 0 0,-32-76-2022 0 0,2-3-3387 0 0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6:37.64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22 148 3225 0 0,'-16'-26'10642'0'0,"15"24"-9543"0"0,0-1-1 0 0,0 0 1 0 0,0 1 0 0 0,1-1-1 0 0,-1-3 1 0 0,4 5-873 0 0,1 1 1 0 0,0-1-1 0 0,0 1 0 0 0,0 0 1 0 0,0 0-1 0 0,0 0 0 0 0,0 1 1 0 0,-1-1-1 0 0,8 3 0 0 0,-4-1-213 0 0,1 1-1 0 0,-1 1 1 0 0,0-1-1 0 0,-1 1 1 0 0,1 0-1 0 0,-1 1 1 0 0,0-1-1 0 0,0 1 1 0 0,0 1-1 0 0,0-1 1 0 0,4 7-1 0 0,10 13-22 0 0,23 39-1 0 0,-7-11 0 0 0,-28-43-54 0 0,4 8-118 0 0,1-1 0 0 0,1-1 0 0 0,0 0 0 0 0,30 24-1 0 0,-44-40 145 0 0,0 0 0 0 0,1 1-1 0 0,-1-1 1 0 0,1 0-1 0 0,-1 0 1 0 0,0 1 0 0 0,1-1-1 0 0,-1 0 1 0 0,1 0 0 0 0,-1 0-1 0 0,1 1 1 0 0,-1-1-1 0 0,1 0 1 0 0,-1 0 0 0 0,1 0-1 0 0,-1 0 1 0 0,1 0-1 0 0,-1 0 1 0 0,0 0 0 0 0,1 0-1 0 0,-1 0 1 0 0,1 0 0 0 0,-1 0-1 0 0,1 0 1 0 0,-1-1-1 0 0,1 1 1 0 0,-1 0 0 0 0,1 0-1 0 0,-1 0 1 0 0,1-1 0 0 0,-1 1-1 0 0,0 0 1 0 0,1 0-1 0 0,-1-1 1 0 0,1 1 0 0 0,-1 0-1 0 0,0-1 1 0 0,0 1-1 0 0,1-1 1 0 0,-1 1 0 0 0,0 0-1 0 0,1-1 1 0 0,-1 1 0 0 0,0-1-1 0 0,0 1 1 0 0,0-1-1 0 0,1 1 1 0 0,-1-1 0 0 0,0 1-1 0 0,0-1 1 0 0,0 1-1 0 0,0-1 1 0 0,0 1 0 0 0,0 0-1 0 0,0-1 1 0 0,0 1 0 0 0,0-1-1 0 0,0 0 1 0 0,0-40-2032 0 0,-1 32 1458 0 0,1-9 133 0 0,0-30 535 0 0,8-63-1 0 0,-6 97 419 0 0,0 1 0 0 0,1-1 0 0 0,0 1 0 0 0,2 0 1 0 0,-1 0-1 0 0,2 0 0 0 0,-1 1 0 0 0,2 0 0 0 0,11-17 1 0 0,-17 26-409 0 0,1 1 1 0 0,0-1 0 0 0,0 0 0 0 0,0 1 0 0 0,1 0 0 0 0,-1 0-1 0 0,0-1 1 0 0,1 1 0 0 0,0 1 0 0 0,-1-1 0 0 0,1 0 0 0 0,0 1-1 0 0,0-1 1 0 0,0 1 0 0 0,0 0 0 0 0,0 0 0 0 0,0 0 0 0 0,0 0-1 0 0,0 1 1 0 0,1-1 0 0 0,-1 1 0 0 0,0 0 0 0 0,0 0 0 0 0,1 0-1 0 0,-1 0 1 0 0,0 1 0 0 0,0-1 0 0 0,0 1 0 0 0,1 0 0 0 0,-1 0 0 0 0,0 0-1 0 0,4 2 1 0 0,0 1-24 0 0,0 0 0 0 0,-1 0-1 0 0,1 1 1 0 0,-1 0 0 0 0,0 0 0 0 0,0 1 0 0 0,-1 0-1 0 0,1 0 1 0 0,-1 0 0 0 0,-1 1 0 0 0,9 13-1 0 0,3 14 25 0 0,14 39-1 0 0,-24-52-92 0 0,2-1-1 0 0,0 0 1 0 0,2 0 0 0 0,0-1 0 0 0,1 0 0 0 0,1-1 0 0 0,21 26 0 0 0,-5-23-2042 0 0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6:38.50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104 27 2304 0 0,'-23'-6'3544'0'0,"21"5"-3322"0"0,0 1 0 0 0,0-1 0 0 0,0 0 0 0 0,0 0 1 0 0,0 1-1 0 0,0-1 0 0 0,0 1 0 0 0,0 0 0 0 0,0 0 0 0 0,0-1 1 0 0,0 1-1 0 0,0 1 0 0 0,0-1 0 0 0,0 0 0 0 0,0 0 0 0 0,0 1 1 0 0,1-1-1 0 0,-4 2 0 0 0,1-1-131 0 0,-32 16 8043 0 0,49-18-6201 0 0,-12 1-1684 0 0,8-2-191 0 0,1 1 0 0 0,-1-2 0 0 0,0 1 0 0 0,15-7-1 0 0,7-2 134 0 0,-23 8-184 0 0,0 2 0 0 0,0-1-1 0 0,0 1 1 0 0,0 0-1 0 0,1 1 1 0 0,-1 0-1 0 0,0 0 1 0 0,0 1 0 0 0,0 0-1 0 0,0 1 1 0 0,0-1-1 0 0,0 2 1 0 0,9 2-1 0 0,-12-2-3 0 0,1-1 0 0 0,-1 1 0 0 0,1 0 0 0 0,-1 1 0 0 0,0 0 0 0 0,0-1 0 0 0,-1 1 0 0 0,1 1 0 0 0,-1-1-1 0 0,0 1 1 0 0,0 0 0 0 0,0 0 0 0 0,-1 0 0 0 0,0 0 0 0 0,0 1 0 0 0,0-1 0 0 0,3 11 0 0 0,4 21-3 0 0,-8-27 0 0 0,1 0 0 0 0,-1-1 0 0 0,2 1 0 0 0,-1-1 0 0 0,7 11 0 0 0,-9-18 0 0 0,0 1 0 0 0,1-1 0 0 0,0 0 0 0 0,-1 0 0 0 0,1 0 0 0 0,0-1 0 0 0,0 1 0 0 0,0 0 0 0 0,0-1 0 0 0,1 1 0 0 0,-1-1 0 0 0,0 1 0 0 0,1-1 0 0 0,-1 0 0 0 0,0 0 0 0 0,1 0 0 0 0,0-1 0 0 0,-1 1 0 0 0,1 0 0 0 0,-1-1 0 0 0,1 0 0 0 0,0 0 0 0 0,-1 0 0 0 0,5 0 0 0 0,15-1 30 0 0,1 0 1 0 0,-1 2-1 0 0,1 0 1 0 0,-1 1-1 0 0,0 2 1 0 0,27 7-1 0 0,-44-10-19 0 0,1 1-1 0 0,-1 0 1 0 0,1 1-1 0 0,-1-1 1 0 0,0 1-1 0 0,0 0 1 0 0,0 0-1 0 0,0 0 1 0 0,-1 1-1 0 0,1 0 1 0 0,-1 0 0 0 0,0 0-1 0 0,0 0 1 0 0,0 0-1 0 0,-1 1 1 0 0,1 0-1 0 0,-1 0 1 0 0,0 0-1 0 0,-1 0 1 0 0,1 0-1 0 0,-1 1 1 0 0,0-1-1 0 0,0 1 1 0 0,-1 0-1 0 0,0-1 1 0 0,0 1-1 0 0,0 0 1 0 0,0 0-1 0 0,-1 7 1 0 0,-1-4 164 0 0,1 1-1 0 0,-2-1 1 0 0,1 0 0 0 0,-1 0 0 0 0,0 0-1 0 0,-1 0 1 0 0,0 0 0 0 0,-1 0-1 0 0,-7 14 1 0 0,9-20-234 0 0,0 1 0 0 0,0-1-1 0 0,0 0 1 0 0,0-1 0 0 0,0 1-1 0 0,-1 0 1 0 0,1 0 0 0 0,-1-1-1 0 0,0 0 1 0 0,0 1 0 0 0,0-1 0 0 0,0 0-1 0 0,0 0 1 0 0,0-1 0 0 0,0 1-1 0 0,-1-1 1 0 0,1 0 0 0 0,-1 1-1 0 0,1-2 1 0 0,-1 1 0 0 0,1 0-1 0 0,-1-1 1 0 0,0 1 0 0 0,1-1 0 0 0,-1 0-1 0 0,1 0 1 0 0,-7-1 0 0 0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7:31.84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64 169 4609 0 0,'-7'-25'3470'0'0,"9"18"-3971"0"0,6 16-465 0 0,-7-8 942 0 0,-1-1-45 0 0,2 1-31 0 0,36-33 15846 0 0,-42 33-15669 0 0,1-1-72 0 0,0 0 0 0 0,1 1 0 0 0,-1 0 1 0 0,0-1-1 0 0,1 1 0 0 0,-1 0 0 0 0,1 1 0 0 0,-1-1 0 0 0,1 0 0 0 0,-1 1 0 0 0,1-1 1 0 0,0 1-1 0 0,0 0 0 0 0,-1 0 0 0 0,1 0 0 0 0,1 0 0 0 0,-1 0 0 0 0,0 0 0 0 0,0 0 1 0 0,1 1-1 0 0,-1-1 0 0 0,1 0 0 0 0,0 1 0 0 0,-1 2 0 0 0,-6 15 18 0 0,1 0 0 0 0,0 0 0 0 0,2 0 1 0 0,0 1-1 0 0,-2 27 0 0 0,-2 108-18 0 0,9-136 3 0 0,-1 12-13 0 0,1 1-1 0 0,2-1 1 0 0,1 0-1 0 0,2 0 1 0 0,1 0-1 0 0,2-1 1 0 0,14 39-1 0 0,-17-58-61 0 0,0 0-1 0 0,1 0 1 0 0,1-1-1 0 0,0 1 1 0 0,1-2-1 0 0,0 1 1 0 0,0-1-1 0 0,19 17 1 0 0,-18-21-6 0 0,-1 1 0 0 0,1-2 1 0 0,1 1-1 0 0,-1-1 0 0 0,1 0 1 0 0,-1-1-1 0 0,1 0 0 0 0,0-1 1 0 0,1 0-1 0 0,-1 0 0 0 0,1-1 0 0 0,13 0 1 0 0,-10-1 28 0 0,0-1 0 0 0,-1-1 0 0 0,1 0 1 0 0,0-1-1 0 0,-1-1 0 0 0,1 0 0 0 0,-1-1 0 0 0,0 0 1 0 0,0-1-1 0 0,0-1 0 0 0,-1 0 0 0 0,0 0 0 0 0,0-1 1 0 0,-1-1-1 0 0,1 0 0 0 0,-2 0 0 0 0,1-1 0 0 0,-1-1 1 0 0,17-20-1 0 0,-16 17 145 0 0,0-1-1 0 0,-1 0 1 0 0,-1-1 0 0 0,0 0-1 0 0,-1-1 1 0 0,-1 0 0 0 0,0 0-1 0 0,-1 0 1 0 0,-1-1 0 0 0,0 0-1 0 0,-1 0 1 0 0,-1 0 0 0 0,-1-1-1 0 0,0 1 1 0 0,-2-24 0 0 0,-6-10 174 0 0,-3 0 1 0 0,-1 1-1 0 0,-3 0 1 0 0,-2 0 0 0 0,-30-65-1 0 0,38 99-195 0 0,-1 1 0 0 0,0 0 0 0 0,0 0 0 0 0,-2 1 0 0 0,0 0 0 0 0,-1 0 0 0 0,-21-21 0 0 0,27 31-84 0 0,0-1 0 0 0,0 1 0 0 0,-1 0-1 0 0,1 0 1 0 0,-1 1 0 0 0,0-1 0 0 0,0 1 0 0 0,0 1 0 0 0,0-1 0 0 0,-1 1 0 0 0,1 0 0 0 0,0 0 0 0 0,-1 1 0 0 0,0 0 0 0 0,1 0 0 0 0,-1 1 0 0 0,0 0 0 0 0,0 0 0 0 0,1 0 0 0 0,-1 1 0 0 0,0 0 0 0 0,-10 3 0 0 0,-5 6-1368 0 0,3 5-3968 0 0,1 4-2039 0 0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7:32.37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17 28 9674 0 0,'-1'0'248'0'0,"0"0"1"0"0,0 1-1 0 0,0-1 0 0 0,1 1 0 0 0,-1-1 1 0 0,0 1-1 0 0,0-1 0 0 0,0 1 1 0 0,1 0-1 0 0,-1-1 0 0 0,0 1 0 0 0,1 0 1 0 0,-1-1-1 0 0,1 1 0 0 0,-1 0 1 0 0,1 0-1 0 0,-1 0 0 0 0,1-1 0 0 0,-1 1 1 0 0,1 0-1 0 0,0 0 0 0 0,-1 0 0 0 0,1 0 1 0 0,0 0-1 0 0,0 0 0 0 0,0 0 1 0 0,0 0-1 0 0,0 1 0 0 0,-2 30 2346 0 0,4-14-2089 0 0,0 0-1 0 0,1 0 0 0 0,1 0 1 0 0,11 29-1 0 0,-12-38-486 0 0,0 1 0 0 0,2-1-1 0 0,-1 0 1 0 0,1 0 0 0 0,0 0 0 0 0,1-1 0 0 0,0 0 0 0 0,0 0-1 0 0,1-1 1 0 0,8 8 0 0 0,-14-14-67 0 0,0 0 0 0 0,1 0 0 0 0,-1 0-1 0 0,1 0 1 0 0,-1 0 0 0 0,1 0 0 0 0,0 0 0 0 0,-1-1-1 0 0,1 1 1 0 0,0-1 0 0 0,-1 1 0 0 0,1-1 0 0 0,0 0 0 0 0,0 0-1 0 0,0 1 1 0 0,-1-1 0 0 0,1 0 0 0 0,0-1 0 0 0,0 1 0 0 0,0 0-1 0 0,-1 0 1 0 0,1-1 0 0 0,2 0 0 0 0,0-1-205 0 0,-1 0 0 0 0,0 0 0 0 0,1 0 0 0 0,-1-1 1 0 0,0 1-1 0 0,0-1 0 0 0,0 1 0 0 0,0-1 0 0 0,-1 0 0 0 0,4-4 0 0 0,2-6-826 0 0,0 1 0 0 0,-1-1 0 0 0,0-1 0 0 0,8-24 0 0 0,2-35-382 0 0,-15 57 2330 0 0,1 0 1 0 0,1 1 0 0 0,1-1-1 0 0,0 1 1 0 0,7-15-1 0 0,-12 30-777 0 0,0-1 0 0 0,0 1 0 0 0,0 0-1 0 0,1-1 1 0 0,-1 1 0 0 0,0 0 0 0 0,0-1-1 0 0,0 1 1 0 0,0 0 0 0 0,1-1 0 0 0,-1 1-1 0 0,0 0 1 0 0,0-1 0 0 0,1 1 0 0 0,-1 0-1 0 0,0 0 1 0 0,0-1 0 0 0,1 1 0 0 0,-1 0 0 0 0,0 0-1 0 0,1-1 1 0 0,-1 1 0 0 0,0 0 0 0 0,1 0-1 0 0,-1 0 1 0 0,1 0 0 0 0,-1 0 0 0 0,0 0-1 0 0,1 0 1 0 0,-1 0 0 0 0,0 0 0 0 0,1 0 0 0 0,-1 0-1 0 0,1 0 1 0 0,-1 0 0 0 0,0 0 0 0 0,1 0-1 0 0,-1 0 1 0 0,10 15 1351 0 0,1 30-935 0 0,-10-41-297 0 0,2 12-309 0 0,2 14 401 0 0,2 1-1 0 0,17 44 1 0 0,-21-68-562 0 0,0 1 1 0 0,0-1-1 0 0,1 0 0 0 0,0 0 0 0 0,1 0 1 0 0,-1-1-1 0 0,1 0 0 0 0,0 1 0 0 0,1-2 0 0 0,0 1 1 0 0,0-1-1 0 0,0 1 0 0 0,0-2 0 0 0,1 1 0 0 0,8 4 1 0 0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7:32.71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 5 1376 0 0,'-1'-5'20538'0'0,"9"30"-16918"0"0,7 18-6626 0 0,-9-20 5059 0 0,42 250-408 0 0,-6-23-2626 0 0,-32-206 1 0 0,-6-25 256 0 0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7:32.89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17 1 2304 0 0,'-1'1'363'0'0,"0"0"0"0"0,-1 0-1 0 0,1 0 1 0 0,0 0-1 0 0,0 0 1 0 0,0 1-1 0 0,0-1 1 0 0,0 0-1 0 0,0 1 1 0 0,0-1-1 0 0,0 1 1 0 0,1-1 0 0 0,-1 1-1 0 0,1-1 1 0 0,-1 1-1 0 0,1-1 1 0 0,-1 1-1 0 0,1 0 1 0 0,0-1-1 0 0,0 1 1 0 0,0-1-1 0 0,0 1 1 0 0,0 0 0 0 0,0-1-1 0 0,0 1 1 0 0,0 0-1 0 0,1-1 1 0 0,-1 1-1 0 0,1-1 1 0 0,-1 1-1 0 0,2 1 1 0 0,-1-1-169 0 0,-1-1 0 0 0,1 0 0 0 0,0 0 0 0 0,0 1 0 0 0,0-1 0 0 0,0 0-1 0 0,0 0 1 0 0,0 0 0 0 0,0 0 0 0 0,0 0 0 0 0,1 0 0 0 0,-1 0 0 0 0,0-1 0 0 0,1 1 0 0 0,-1 0 0 0 0,0-1 0 0 0,1 1 0 0 0,-1-1 0 0 0,1 1 0 0 0,-1-1 0 0 0,1 0 0 0 0,2 0 0 0 0,3 0 149 0 0,0 0 0 0 0,1-1 1 0 0,-1 0-1 0 0,0 0 0 0 0,0-1 1 0 0,0 0-1 0 0,10-3 0 0 0,25-14-1877 0 0,-17 9-2670 0 0,3-2-2393 0 0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7:33.32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 65 10138 0 0,'-1'-5'1333'0'0,"1"-1"0"0"0,-1 0 0 0 0,1 1 0 0 0,0-1 0 0 0,1-9 0 0 0,0-6 2136 0 0,19 71-1326 0 0,-3 16-1834 0 0,-4 0 1 0 0,-2 0 0 0 0,2 83-1 0 0,-9-81-538 0 0,3-1 0 0 0,3 0-1 0 0,23 81 1 0 0,-25-123-1653 0 0,2-3-6118 0 0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7:33.52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23 39 1376 0 0,'-22'6'15393'0'0,"33"-13"-13085"0"0,8-3-1378 0 0,16-9-244 0 0,-10 11-6326 0 0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7:33.73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 2 10138 0 0,'-1'1'223'0'0,"1"0"0"0"0,0 1 0 0 0,0-1 0 0 0,0 0 0 0 0,0 1 0 0 0,0-1 0 0 0,0 0-1 0 0,0 1 1 0 0,0-1 0 0 0,1 0 0 0 0,-1 1 0 0 0,0-1 0 0 0,1 0 0 0 0,-1 0 0 0 0,1 1 0 0 0,0-1 0 0 0,-1 0-1 0 0,1 0 1 0 0,0 0 0 0 0,0 0 0 0 0,0 0 0 0 0,-1 0 0 0 0,1 0 0 0 0,0 0 0 0 0,0 0 0 0 0,0 0 0 0 0,2 0 0 0 0,-1 1 139 0 0,0-1 0 0 0,0 0 0 0 0,0 1 0 0 0,0-1 0 0 0,1 0 0 0 0,-1 0 0 0 0,0-1 0 0 0,0 1 0 0 0,1 0 0 0 0,-1-1 0 0 0,0 0 0 0 0,1 1 1 0 0,-1-1-1 0 0,0 0 0 0 0,3 0 0 0 0,3-2-630 0 0,-1-1 0 0 0,1 1 0 0 0,-1-1 0 0 0,0 0 0 0 0,0-1 0 0 0,0 0 1 0 0,9-7-1 0 0,5-4-934 0 0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8:06.0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15203 0 0,'0'0'76'0'0,"1"0"0"0"0,0 0 0 0 0,-1 0-1 0 0,1 0 1 0 0,0 0 0 0 0,-1 0 0 0 0,1 1-1 0 0,-1-1 1 0 0,1 0 0 0 0,0 0 0 0 0,-1 0 0 0 0,1 1-1 0 0,0-1 1 0 0,-1 0 0 0 0,1 1 0 0 0,-1-1 0 0 0,1 1-1 0 0,-1-1 1 0 0,1 0 0 0 0,-1 1 0 0 0,1-1-1 0 0,-1 1 1 0 0,0-1 0 0 0,1 1 0 0 0,-1-1 0 0 0,0 1-1 0 0,1 0 1 0 0,-1-1 0 0 0,0 1 0 0 0,0-1-1 0 0,1 1 1 0 0,-1 1 0 0 0,12 21 1185 0 0,5 28-428 0 0,-3 1-1 0 0,-1 1 0 0 0,5 57 1 0 0,-1-6-603 0 0,56 461 228 0 0,-22-117 44 0 0,-26-247 6 0 0,-24-167-1529 0 0,0 0 1 0 0,-3 0-1 0 0,-9 65 0 0 0,8-82-6254 0 0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8:06.68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210 1 5529 0 0,'-6'3'11544'0'0,"3"-1"-11214"0"0,1 1 1 0 0,-1 0-1 0 0,1 0 1 0 0,0 0-1 0 0,0 0 1 0 0,1 1-1 0 0,-1-1 0 0 0,1 0 1 0 0,0 1-1 0 0,-2 6 1 0 0,3-8-259 0 0,0 0 0 0 0,0 0 0 0 0,0 0 0 0 0,0 0 0 0 0,0 0 0 0 0,1 0 0 0 0,-1 0 1 0 0,1-1-1 0 0,0 1 0 0 0,-1 0 0 0 0,1 0 0 0 0,0 0 0 0 0,0 0 0 0 0,0-1 0 0 0,0 1 0 0 0,1 0 0 0 0,-1-1 1 0 0,0 1-1 0 0,1-1 0 0 0,-1 0 0 0 0,1 1 0 0 0,-1-1 0 0 0,4 2 0 0 0,15 11-71 0 0,-15-11 30 0 0,0 0 1 0 0,0 0-1 0 0,-1 1 0 0 0,1 0 0 0 0,-1 0 1 0 0,6 6-1 0 0,-9-8-38 0 0,0 0 0 0 0,0 0 0 0 0,0 0 0 0 0,0 0 0 0 0,-1 0 0 0 0,1 0 0 0 0,0 0 0 0 0,-1 0 0 0 0,0 0 0 0 0,1 0 0 0 0,-1 0 0 0 0,0 0 1 0 0,0 0-1 0 0,0 0 0 0 0,0 0 0 0 0,-1 0 0 0 0,1 0 0 0 0,-1 0 0 0 0,1 0 0 0 0,-1 0 0 0 0,1 0 0 0 0,-3 3 0 0 0,-6 15-18 0 0,0-1 0 0 0,-2 0 0 0 0,0-1 0 0 0,-22 27 0 0 0,-62 59-226 0 0,24-28 387 0 0,69-73-127 0 0,-1 0 0 0 0,0 0 0 0 0,1 1-1 0 0,-1-1 1 0 0,1 0 0 0 0,0 1 0 0 0,0 0 0 0 0,0 0 0 0 0,1-1 0 0 0,-2 8-1 0 0,3-10-5 0 0,0 1-1 0 0,0-1 1 0 0,0 1-1 0 0,0-1 0 0 0,1 1 1 0 0,-1-1-1 0 0,0 0 1 0 0,1 1-1 0 0,0-1 0 0 0,-1 1 1 0 0,1-1-1 0 0,0 0 1 0 0,-1 0-1 0 0,1 1 0 0 0,0-1 1 0 0,0 0-1 0 0,0 0 1 0 0,0 0-1 0 0,0 0 0 0 0,0 0 1 0 0,1 0-1 0 0,-1 0 0 0 0,0-1 1 0 0,0 1-1 0 0,1 0 1 0 0,-1-1-1 0 0,0 1 0 0 0,1-1 1 0 0,-1 1-1 0 0,1-1 1 0 0,-1 1-1 0 0,1-1 0 0 0,1 0 1 0 0,14 4 36 0 0,0-1 1 0 0,1-1-1 0 0,-1-1 0 0 0,0-1 1 0 0,32-2-1 0 0,-34 0-7 0 0,1 2 0 0 0,0-1 0 0 0,0 2 0 0 0,-1 0 0 0 0,1 1 0 0 0,0 0 0 0 0,22 7 0 0 0,-36-8-32 0 0,0 0 0 0 0,0 0 0 0 0,0 0 0 0 0,0 0 0 0 0,0 0 0 0 0,0 0 0 0 0,0 0 0 0 0,-1 1-1 0 0,1-1 1 0 0,0 0 0 0 0,-1 1 0 0 0,1 0 0 0 0,-1-1 0 0 0,1 1 0 0 0,-1 0 0 0 0,0 0 0 0 0,0 0 0 0 0,0 0 0 0 0,2 4 0 0 0,-3-3-2 0 0,1 0 1 0 0,-1 0-1 0 0,0 1 0 0 0,1-1 0 0 0,-1 0 1 0 0,-1 1-1 0 0,1-1 0 0 0,0 0 0 0 0,-1 0 1 0 0,0 1-1 0 0,0-1 0 0 0,-1 3 0 0 0,-5 10-5 0 0,-1-1 0 0 0,0 0 0 0 0,-1 0 0 0 0,-13 16 0 0 0,15-21 10 0 0,-63 78 116 0 0,-19 28 19 0 0,87-114-136 0 0,1 0 0 0 0,0 0-1 0 0,-1 0 1 0 0,1 0 0 0 0,0 0 0 0 0,0 1-1 0 0,0-1 1 0 0,1 0 0 0 0,-1 0-1 0 0,0 1 1 0 0,1-1 0 0 0,-1 0 0 0 0,1 1-1 0 0,0-1 1 0 0,0 0 0 0 0,0 1 0 0 0,0-1-1 0 0,0 0 1 0 0,0 1 0 0 0,1-1-1 0 0,-1 0 1 0 0,1 1 0 0 0,0-1 0 0 0,0 0-1 0 0,0 0 1 0 0,0 0 0 0 0,0 1-1 0 0,0-1 1 0 0,0 0 0 0 0,2 2 0 0 0,1-1 0 0 0,0 1 1 0 0,0-1 0 0 0,0 0-1 0 0,1 0 1 0 0,-1-1 0 0 0,1 1-1 0 0,-1-1 1 0 0,1 0 0 0 0,0 0-1 0 0,0-1 1 0 0,0 1 0 0 0,0-1-1 0 0,6 0 1 0 0,54 3-5 0 0,-54-5-1 0 0,0 1 0 0 0,0 0 0 0 0,-1 1 0 0 0,1 0 0 0 0,0 1 0 0 0,0 0 0 0 0,-1 1 0 0 0,12 4 0 0 0,-21-6 3 0 0,0-1 0 0 0,0 1 0 0 0,0-1 1 0 0,0 1-1 0 0,0 0 0 0 0,0-1 1 0 0,0 1-1 0 0,0 0 0 0 0,0 0 0 0 0,-1 0 1 0 0,1 0-1 0 0,0-1 0 0 0,0 1 1 0 0,-1 0-1 0 0,1 0 0 0 0,-1 0 0 0 0,1 0 1 0 0,-1 1-1 0 0,1-1 0 0 0,-1 0 1 0 0,0 0-1 0 0,0 0 0 0 0,1 0 0 0 0,-1 2 1 0 0,0 0-7 0 0,-1-1 0 0 0,1 1 1 0 0,-1 0-1 0 0,1 0 0 0 0,-1-1 0 0 0,0 1 1 0 0,0-1-1 0 0,0 1 0 0 0,0-1 1 0 0,-2 4-1 0 0,-5 5-97 0 0,-1 1-1 0 0,0-1 1 0 0,-12 12-1 0 0,17-18 2 0 0,-8 6-189 0 0,-15 19-537 0 0,26-29 527 0 0,0 1 1 0 0,0-1-1 0 0,0 1 0 0 0,0 0 1 0 0,1-1-1 0 0,-1 1 0 0 0,0 0 1 0 0,1 0-1 0 0,0-1 0 0 0,-1 1 1 0 0,1 2-1 0 0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8:06.99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7 5617 0 0,'7'-2'293'0'0,"12"-2"2581"0"0,-19 4-2806 0 0,0 0 0 0 0,1 0 0 0 0,-1 1-1 0 0,0-1 1 0 0,0 0 0 0 0,0 0 0 0 0,0 0-1 0 0,1 0 1 0 0,-1 0 0 0 0,0 0 0 0 0,0 0-1 0 0,0 0 1 0 0,2-1 745 0 0,-2 1-745 0 0,-2 26 7983 0 0,-1 0-3730 0 0,18 159-2625 0 0,-1-40-1423 0 0,6 184 130 0 0,76 403 0 0 0,-90-704-457 0 0,11 85 290 0 0,-16-103-282 0 0,0 0 1 0 0,-1-1-1 0 0,0 1 0 0 0,-1 0 0 0 0,0 0 1 0 0,-1 0-1 0 0,0-1 0 0 0,-1 1 0 0 0,-3 9 0 0 0,-2-8-1375 0 0,8-11 1386 0 0,-1 0 0 0 0,1 0 0 0 0,0 0 0 0 0,0 0-1 0 0,0 0 1 0 0,-1 0 0 0 0,1 1 0 0 0,0-1 0 0 0,0 0 0 0 0,-1 0 0 0 0,1 0-1 0 0,0 0 1 0 0,0 0 0 0 0,-1 0 0 0 0,1 0 0 0 0,0 0 0 0 0,0 0 0 0 0,0 0-1 0 0,-1 0 1 0 0,1 0 0 0 0,0-1 0 0 0,0 1 0 0 0,-1 0 0 0 0,1 0 0 0 0,0 0-1 0 0,0 0 1 0 0,0 0 0 0 0,-1 0 0 0 0,1 0 0 0 0,0-1 0 0 0,0 1 0 0 0,0 0-1 0 0,-1 0 1 0 0,1 0 0 0 0,0 0 0 0 0,0-1 0 0 0,0 1 0 0 0,0 0 0 0 0,0 0-1 0 0,0 0 1 0 0,-1-1 0 0 0,1 1 0 0 0,0 0 0 0 0,0 0 0 0 0,0-1 0 0 0,0 1-1 0 0,0 0 1 0 0,0 0 0 0 0,0-1 0 0 0,0 1 0 0 0,0 0 0 0 0,-1-6 15 0 0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8:07.48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1075 13 2304 0 0,'41'-13'20773'0'0,"-61"28"-20575"0"0,17-12 100 0 0,-197 127 148 0 0,107-67-324 0 0,-126 65 0 0 0,182-108-111 0 0,0 1 1 0 0,1 2 0 0 0,1 2 0 0 0,1 1-1 0 0,-39 39 1 0 0,-17 26 145 0 0,46-45 15 0 0,-3-1 0 0 0,-92 69-1 0 0,131-106-1363 0 0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8:08.8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1314 0 3225 0 0,'-2'2'19492'0'0,"12"0"-19434"0"0,0 1 0 0 0,1 0 1 0 0,-1 0-1 0 0,0 1 0 0 0,-1 1 0 0 0,1-1 0 0 0,-1 2 1 0 0,13 8-1 0 0,72 59 457 0 0,-91-70-514 0 0,-1-2 5 0 0,-1 0 0 0 0,1 0 0 0 0,-1 0 0 0 0,1 0 0 0 0,-1 1 0 0 0,0-1 0 0 0,0 1 0 0 0,0-1 0 0 0,0 1 0 0 0,0-1 0 0 0,0 1 0 0 0,0 0 0 0 0,0-1 0 0 0,-1 1 0 0 0,2 2 0 0 0,-8 3 78 0 0,-13-5-7 0 0,3-5 44 0 0,-1 0-1 0 0,1-1 0 0 0,-24-9 0 0 0,22 7-123 0 0,0 1 0 0 0,-24-5 1 0 0,-215-8-1232 0 0,256 18 1233 0 0,-53 0-18 0 0,49 0 19 0 0,1 1 1 0 0,0-1-1 0 0,0 1 0 0 0,0 0 1 0 0,0 0-1 0 0,0 0 1 0 0,0 1-1 0 0,0-1 0 0 0,0 1 1 0 0,-5 3-1 0 0,9-5 0 0 0,0 1 0 0 0,0-1 0 0 0,0 1 0 0 0,-1-1 0 0 0,1 0 0 0 0,0 1 0 0 0,0-1 0 0 0,0 1 0 0 0,0-1 0 0 0,0 1 0 0 0,0-1 0 0 0,0 0 0 0 0,0 1 0 0 0,0-1 0 0 0,0 1 0 0 0,0-1 0 0 0,0 1 0 0 0,0-1 0 0 0,1 1 0 0 0,-1-1 0 0 0,0 0 0 0 0,0 1 0 0 0,0-1 0 0 0,1 1 0 0 0,-1-1 0 0 0,0 0 0 0 0,0 1 0 0 0,1-1 0 0 0,-1 0 0 0 0,0 1 0 0 0,1-1 0 0 0,-1 0 0 0 0,0 0 0 0 0,1 1 0 0 0,-1-1 0 0 0,0 0 0 0 0,1 0 0 0 0,-1 1 0 0 0,1-1 0 0 0,19 13 0 0 0,-18-11 0 0 0,16 8 0 0 0,1-1 0 0 0,34 13 0 0 0,-30-14 0 0 0,38 21 0 0 0,-55-25 0 0 0,0 0 0 0 0,0 0 0 0 0,0 0 0 0 0,-1 1 0 0 0,1 0 0 0 0,-1 0 0 0 0,0 0 0 0 0,-1 0 0 0 0,1 1 0 0 0,4 9 0 0 0,-7-13 0 0 0,-1 0 0 0 0,0 1 0 0 0,0-1-1 0 0,0 1 1 0 0,0-1 0 0 0,0 1 0 0 0,-1 0 0 0 0,1-1 0 0 0,-1 1 0 0 0,0 0 0 0 0,1-1-1 0 0,-1 1 1 0 0,0 0 0 0 0,-1-1 0 0 0,1 1 0 0 0,0 0 0 0 0,-1-1 0 0 0,0 1 0 0 0,-1 5-1 0 0,-1-4 1 0 0,1 0 0 0 0,-1 1-1 0 0,0-1 1 0 0,0 0-1 0 0,0-1 1 0 0,0 1-1 0 0,-1 0 1 0 0,0-1-1 0 0,1 0 1 0 0,-6 3-1 0 0,-9 6-1 0 0,-1-2 0 0 0,0 0 0 0 0,-38 13 0 0 0,56-23 2 0 0,-174 58 0 0 0,206-46 0 0 0,-29-11 0 0 0,5 1-5 0 0,0 1 1 0 0,-1 0-1 0 0,1 0 0 0 0,0 0 1 0 0,-1 1-1 0 0,11 9 0 0 0,-15-12 4 0 0,-1 0 0 0 0,0 1 0 0 0,0-1 0 0 0,0 1 0 0 0,0 0 0 0 0,0-1 1 0 0,0 1-1 0 0,-1 0 0 0 0,1 0 0 0 0,0 0 0 0 0,-1-1 0 0 0,0 1 0 0 0,1 0 0 0 0,-1 0 0 0 0,0 0 0 0 0,0 0 0 0 0,0 0 0 0 0,0 0 0 0 0,0-1 0 0 0,0 1 0 0 0,-1 0 0 0 0,1 0 0 0 0,-1 0 0 0 0,1 0 1 0 0,-1 0-1 0 0,0-1 0 0 0,1 1 0 0 0,-1 0 0 0 0,0-1 0 0 0,0 1 0 0 0,0-1 0 0 0,-2 3 0 0 0,1-1 8 0 0,-1 0 0 0 0,0 1 0 0 0,0-1-1 0 0,0 0 1 0 0,0 0 0 0 0,-4 3 0 0 0,-8 7-6 0 0,49-2-5605 0 0,-31-11 5091 0 0,0 0 0 0 0,0 1 0 0 0,1-1 0 0 0,-1 1 0 0 0,0 0 0 0 0,0 0 0 0 0,1 0 0 0 0,-1 0 0 0 0,0 1 0 0 0,0-1 0 0 0,-1 1 0 0 0,1 0 0 0 0,0 0 0 0 0,0 0 0 0 0,-1 0 0 0 0,1 0 0 0 0,-1 0 0 0 0,0 1 0 0 0,0-1 0 0 0,0 1 0 0 0,0 0 0 0 0,0 0 0 0 0,0-1 0 0 0,1 5 0 0 0,-1 15 9827 0 0,-8-3-3296 0 0,4-15-5494 0 0,-1 0 0 0 0,1-1 0 0 0,-1 1 0 0 0,0-1 0 0 0,0 0-1 0 0,-1 0 1 0 0,1 0 0 0 0,-6 4 0 0 0,-9 3-1000 0 0,0 0 1 0 0,0-1-1 0 0,-24 8 0 0 0,17-7 1880 0 0,-177 69-1308 0 0,-244 63 0 0 0,319-103-438 0 0,107-32 284 0 0,0 1 0 0 0,1 1 0 0 0,0 1 0 0 0,-21 16 0 0 0,20-5 58 0 0,30-21-644 0 0,42-23-2073 0 0,-43 17 1469 0 0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8:09.1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742 0 1840 0 0,'-12'11'13801'0'0,"10"-9"-12887"0"0,-2 7 1492 0 0,-37 54 887 0 0,18-30-3010 0 0,-1-1-1 0 0,-33 33 1 0 0,-286 324 169 0 0,198-218-441 0 0,128-151-233 0 0,0 0-1 0 0,1 2 1 0 0,-19 32 0 0 0,29-36-1736 0 0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8:10.39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121 11 3225 0 0,'-8'-11'13353'0'0,"1"16"-13003"0"0,0 0-1 0 0,0 0 1 0 0,1 0-1 0 0,-1 1 0 0 0,1 0 1 0 0,-9 12-1 0 0,-32 49 261 0 0,41-58-558 0 0,5-8-65 0 0,1-1 0 0 0,0 0 1 0 0,-1 0-1 0 0,1 1 0 0 0,0-1 1 0 0,0 0-1 0 0,-1 1 1 0 0,1-1-1 0 0,0 0 0 0 0,0 1 1 0 0,-1-1-1 0 0,1 1 0 0 0,0-1 1 0 0,0 0-1 0 0,0 1 0 0 0,0-1 1 0 0,0 1-1 0 0,-1-1 1 0 0,1 0-1 0 0,0 1 0 0 0,0-1 1 0 0,0 1-1 0 0,0-1 0 0 0,0 0 1 0 0,0 1-1 0 0,0-1 1 0 0,1 1-1 0 0,-1-1 0 0 0,0 1 1 0 0,0-1-1 0 0,0 0 0 0 0,0 1 1 0 0,0-1-1 0 0,1 0 1 0 0,-1 1-1 0 0,0-1 0 0 0,0 1 1 0 0,1-1-1 0 0,-1 0 0 0 0,0 0 1 0 0,0 1-1 0 0,1-1 1 0 0,-1 0-1 0 0,0 1 0 0 0,1-1 1 0 0,-1 0-1 0 0,1 0 0 0 0,-1 0 1 0 0,0 1-1 0 0,1-1 0 0 0,-1 0 1 0 0,1 0-1 0 0,-1 0 1 0 0,0 0-1 0 0,1 0 0 0 0,-1 0 1 0 0,1 0-1 0 0,-1 0 0 0 0,0 0 1 0 0,1 0-1 0 0,-1 0 1 0 0,1 0-1 0 0,0 0 0 0 0,3-3-1447 0 0,3-1 1349 0 0,-1-1 0 0 0,0 0 1 0 0,-1 0-1 0 0,1-1 0 0 0,5-7 0 0 0,-9 11 127 0 0,0 0-1 0 0,-1 0 1 0 0,1 0-1 0 0,-1-1 1 0 0,1 1-1 0 0,-1 0 1 0 0,0-1-1 0 0,0 1 1 0 0,0-1 0 0 0,0 1-1 0 0,-1-1 1 0 0,1 1-1 0 0,-1-1 1 0 0,1 0-1 0 0,-1 1 1 0 0,0-1-1 0 0,0 0 1 0 0,0 1 0 0 0,-1-1-1 0 0,1 1 1 0 0,-1-5-1 0 0,1 7 36 0 0,-1-1-1 0 0,1 1 1 0 0,0-1-1 0 0,0 1 0 0 0,-1-1 1 0 0,1 1-1 0 0,0-1 1 0 0,-1 1-1 0 0,1-1 1 0 0,0 1-1 0 0,-1 0 0 0 0,1-1 1 0 0,-1 1-1 0 0,1 0 1 0 0,-1-1-1 0 0,1 1 1 0 0,-1 0-1 0 0,1 0 0 0 0,-1-1 1 0 0,1 1-1 0 0,-1 0 1 0 0,1 0-1 0 0,-1 0 1 0 0,1 0-1 0 0,-1 0 0 0 0,1 0 1 0 0,-1 0-1 0 0,1 0 1 0 0,-1 0-1 0 0,1 0 1 0 0,-1 0-1 0 0,1 0 0 0 0,-1 0 1 0 0,0 0-1 0 0,1 0 1 0 0,-1 0-1 0 0,1 1 1 0 0,-1-1-1 0 0,1 0 0 0 0,-1 0 1 0 0,1 1-1 0 0,0-1 1 0 0,-1 0-1 0 0,1 1 1 0 0,-1-1-1 0 0,1 0 0 0 0,0 1 1 0 0,-1-1-1 0 0,1 1 1 0 0,0-1-1 0 0,-1 0 1 0 0,1 2-1 0 0,-2-1 36 0 0,0 1 0 0 0,1 0-1 0 0,-1 0 1 0 0,1 0 0 0 0,-1 0 0 0 0,1 0 0 0 0,0 0-1 0 0,0 0 1 0 0,0 0 0 0 0,0 0 0 0 0,-1 3-1 0 0,2 0-52 0 0,0-1-1 0 0,1 0 0 0 0,-1 1 0 0 0,1-1 0 0 0,0 0 0 0 0,0 1 0 0 0,0-1 1 0 0,1 0-1 0 0,-1 0 0 0 0,1 0 0 0 0,0 0 0 0 0,0 0 0 0 0,0-1 0 0 0,1 1 0 0 0,-1-1 1 0 0,7 7-1 0 0,-7-8-13 0 0,-1-1 0 0 0,1 1 0 0 0,0-1 0 0 0,0 1 0 0 0,-1-1 1 0 0,1 0-1 0 0,0 0 0 0 0,0 0 0 0 0,0 0 0 0 0,1 0 0 0 0,-1 0 0 0 0,0 0 1 0 0,0-1-1 0 0,0 1 0 0 0,1-1 0 0 0,-1 0 0 0 0,0 1 0 0 0,0-1 0 0 0,1 0 1 0 0,-1 0-1 0 0,0-1 0 0 0,0 1 0 0 0,1 0 0 0 0,-1-1 0 0 0,0 1 0 0 0,0-1 1 0 0,0 0-1 0 0,1 0 0 0 0,-1 0 0 0 0,0 0 0 0 0,0 0 0 0 0,-1 0 0 0 0,1-1 1 0 0,2-1-1 0 0,-2 2-1 0 0,0 0 0 0 0,-1 0 1 0 0,1-1-1 0 0,-1 1 0 0 0,0 0 0 0 0,1-1 1 0 0,-1 1-1 0 0,0-1 0 0 0,0 0 0 0 0,0 1 1 0 0,0-1-1 0 0,0 0 0 0 0,0 0 1 0 0,-1 1-1 0 0,1-1 0 0 0,0 0 0 0 0,-1 0 1 0 0,0 0-1 0 0,1 0 0 0 0,-1 0 0 0 0,0 0 1 0 0,0 0-1 0 0,0 0 0 0 0,0 0 1 0 0,0 0-1 0 0,-1 1 0 0 0,1-1 0 0 0,0 0 1 0 0,-1 0-1 0 0,0 0 0 0 0,1 0 0 0 0,-1 0 1 0 0,0 1-1 0 0,0-1 0 0 0,0 0 1 0 0,0 1-1 0 0,0-1 0 0 0,0 0 0 0 0,-1 1 1 0 0,1 0-1 0 0,0-1 0 0 0,-1 1 0 0 0,-2-2 1 0 0,-1-1-10 0 0,1 0-1 0 0,-1 0 1 0 0,0 1 0 0 0,0 0 0 0 0,-1 0 0 0 0,1 0 0 0 0,-1 1 0 0 0,1-1 0 0 0,-1 1-1 0 0,0 0 1 0 0,0 1 0 0 0,0 0 0 0 0,-7-1 0 0 0,9 2-103 0 0,1 0 1 0 0,0 0 0 0 0,0 1-1 0 0,0-1 1 0 0,0 1-1 0 0,0 0 1 0 0,-5 2-1 0 0,-9 8-5566 0 0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8:12.69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8754 0 0,'10'1'5979'0'0,"12"0"-2983"0"0,34 6-1999 0 0,0 2 0 0 0,-1 3-1 0 0,95 33 1 0 0,154 80-617 0 0,-239-97 78 0 0,163 79-282 0 0,39 17-45 0 0,151 67 109 0 0,-329-144-133 0 0,-3 5-1 0 0,125 96 1 0 0,128 153 213 0 0,-326-288-325 0 0,-5-7-20 0 0,-1 1 1 0 0,0 0-1 0 0,0 1 0 0 0,-1-1 1 0 0,0 1-1 0 0,0 0 0 0 0,5 13 0 0 0,-12-16-165 0 0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8:13.33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37 71 3225 0 0,'3'-6'-112'0'0,"18"-31"5334"0"0,-20 34-4320 0 0,1 1 1 0 0,0 0-1 0 0,-1-1 0 0 0,5-3 1805 0 0,-4 4-1804 0 0,0 0-1 0 0,1 1 1 0 0,-1-1-1 0 0,1 1 0 0 0,2-2 1 0 0,-5 3-844 0 0,1 0 0 0 0,-1 0 1 0 0,1 0-1 0 0,-1 0 1 0 0,0 0-1 0 0,1 1 0 0 0,-1-1 1 0 0,1 0-1 0 0,-1 0 1 0 0,0 0-1 0 0,1 1 0 0 0,-1-1 1 0 0,0 0-1 0 0,1 1 0 0 0,-1-1 1 0 0,0 0-1 0 0,0 1 1 0 0,1-1-1 0 0,-1 0 0 0 0,0 1 1 0 0,0-1-1 0 0,0 0 1 0 0,1 1-1 0 0,-1-1 0 0 0,0 1 1 0 0,0-1-1 0 0,0 1 1 0 0,0-1-1 0 0,0 0 0 0 0,0 1 1 0 0,0-1-1 0 0,0 1 0 0 0,0-1 1 0 0,0 1-1 0 0,0-1 1 0 0,0 0-1 0 0,0 1 0 0 0,0-1 1 0 0,0 1-1 0 0,0-1 1 0 0,-1 0-1 0 0,1 1 0 0 0,0-1 1 0 0,0 1-1 0 0,-5 22-8 0 0,-32 79 105 0 0,27-78-110 0 0,0 1 0 0 0,1 0 0 0 0,2 1 0 0 0,1 0 0 0 0,-5 34 0 0 0,11-59-46 0 0,0 0 0 0 0,-1 0 0 0 0,1 0 0 0 0,0 0 0 0 0,0 0 0 0 0,0 0 0 0 0,0 0 0 0 0,0 0 0 0 0,0 0 0 0 0,0 0 0 0 0,0 1 0 0 0,0-1 0 0 0,1 0 0 0 0,-1 0 0 0 0,0 0 0 0 0,1 0 0 0 0,-1 0 0 0 0,1 0 0 0 0,-1 0 0 0 0,1 0 0 0 0,-1-1 0 0 0,1 1 0 0 0,0 0 0 0 0,-1 0 0 0 0,1 0 0 0 0,0 0 0 0 0,0-1 0 0 0,-1 1 0 0 0,1 0 0 0 0,0-1 0 0 0,0 1 0 0 0,0-1 0 0 0,0 1 0 0 0,0-1 0 0 0,0 1 0 0 0,0-1 0 0 0,0 0 0 0 0,0 0 0 0 0,0 1 0 0 0,0-1 0 0 0,0 0 0 0 0,1 0 0 0 0,-1 0 0 0 0,0 0 0 0 0,0 0 0 0 0,0 0 0 0 0,0 0 0 0 0,0-1 0 0 0,0 1 0 0 0,0 0 0 0 0,0 0 0 0 0,0-1 0 0 0,0 1 0 0 0,0-1 0 0 0,0 1 0 0 0,1-2 0 0 0,8-2 0 0 0,-1 0 0 0 0,0-1 0 0 0,0-1 0 0 0,11-8 0 0 0,43-42-181 0 0,-41 35 68 0 0,30-22-1 0 0,-51 42 110 0 0,0 0-1 0 0,1 0 1 0 0,-1 0 0 0 0,0 0-1 0 0,1 0 1 0 0,-1 0 0 0 0,1 1 0 0 0,-1-1-1 0 0,1 1 1 0 0,-1-1 0 0 0,1 1-1 0 0,-1-1 1 0 0,1 1 0 0 0,-1 0 0 0 0,4 0-1 0 0,-5 0 4 0 0,1 0-1 0 0,0 0 0 0 0,-1 1 0 0 0,1-1 1 0 0,-1 0-1 0 0,1 1 0 0 0,-1-1 1 0 0,1 1-1 0 0,-1-1 0 0 0,0 0 1 0 0,1 1-1 0 0,-1-1 0 0 0,1 1 1 0 0,-1-1-1 0 0,0 1 0 0 0,1-1 1 0 0,-1 1-1 0 0,0 0 0 0 0,0-1 0 0 0,1 1 1 0 0,-1-1-1 0 0,0 1 0 0 0,0 0 1 0 0,0-1-1 0 0,0 1 0 0 0,0 1 1 0 0,0 6-5 0 0,0 1 1 0 0,-1 0 0 0 0,0-1 0 0 0,-3 14 0 0 0,1-2 20 0 0,2-17-7 0 0,0 1 0 0 0,1-1 0 0 0,0 1 1 0 0,0 0-1 0 0,0-1 0 0 0,1 1 1 0 0,-1-1-1 0 0,1 1 0 0 0,-1-1 1 0 0,1 1-1 0 0,1-1 0 0 0,-1 1 1 0 0,0-1-1 0 0,1 0 0 0 0,-1 0 0 0 0,1 1 1 0 0,0-1-1 0 0,0 0 0 0 0,3 2 1 0 0,-2-3-5 0 0,-1 0 0 0 0,1 0 1 0 0,0 0-1 0 0,0-1 0 0 0,0 0 1 0 0,0 1-1 0 0,0-1 0 0 0,1 0 1 0 0,-1-1-1 0 0,0 1 0 0 0,0-1 1 0 0,0 1-1 0 0,1-1 0 0 0,-1 0 1 0 0,0 0-1 0 0,1 0 0 0 0,-1 0 1 0 0,0-1-1 0 0,0 0 0 0 0,1 1 1 0 0,2-3-1 0 0,42-14 66 0 0,-41 13-55 0 0,1 0 1 0 0,-1 1-1 0 0,1 1 0 0 0,0-1 0 0 0,0 1 0 0 0,0 0 0 0 0,0 1 0 0 0,12-1 1 0 0,-19 2-19 0 0,0 1 1 0 0,0-1-1 0 0,0 0 1 0 0,0 0-1 0 0,0 1 1 0 0,0-1 0 0 0,0 1-1 0 0,0-1 1 0 0,0 1-1 0 0,0 0 1 0 0,0-1-1 0 0,0 1 1 0 0,0 0 0 0 0,0 0-1 0 0,0-1 1 0 0,-1 1-1 0 0,1 0 1 0 0,0 0-1 0 0,-1 0 1 0 0,1 0-1 0 0,0 0 1 0 0,-1 0 0 0 0,1 0-1 0 0,-1 0 1 0 0,0 0-1 0 0,1 0 1 0 0,-1 0-1 0 0,0 0 1 0 0,0 1 0 0 0,1-1-1 0 0,-1 0 1 0 0,0 0-1 0 0,0 0 1 0 0,0 0-1 0 0,-1 0 1 0 0,1 1-1 0 0,0 1 1 0 0,-2 7 58 0 0,0 0 0 0 0,0 1 1 0 0,-5 12-1 0 0,3-8 113 0 0,-2 4 47 0 0,1 0-762 0 0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8:13.79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2761 0 0,'32'1'10120'0'0,"-2"5"-3732"0"0,-21-4-5429 0 0,0 1 0 0 0,-1 1-1 0 0,1-1 1 0 0,8 6 0 0 0,-5-1-940 0 0,0 0 1 0 0,-1 0-1 0 0,0 1 1 0 0,-1 0 0 0 0,0 1-1 0 0,12 16 1 0 0,37 46 97 0 0,3-3 0 0 0,2-3 0 0 0,132 105 0 0 0,-82-89-74 0 0,191 151 659 0 0,-99-34-100 0 0,38 33-225 0 0,-237-226-386 0 0,45 40 118 0 0,-48-42-158 0 0,0 0 1 0 0,-1 0-1 0 0,1 1 1 0 0,-1-1-1 0 0,0 1 1 0 0,0 0-1 0 0,0 0 1 0 0,-1 0-1 0 0,4 8 1 0 0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8:15.58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52 145 6449 0 0,'-51'-136'7098'0'0,"51"128"-4513"0"0,8 13-1023 0 0,10 17-36 0 0,-8 0-1298 0 0,0 1 0 0 0,-2 0 0 0 0,0 0 0 0 0,-2 1 0 0 0,5 29 0 0 0,8 126 1280 0 0,-15-128-1391 0 0,105 873 155 0 0,-76-744 26 0 0,-16-99 171 0 0,-4 1-1 0 0,4 121 1 0 0,-17-185-437 0 0,-1-1 1 0 0,-5 21-1 0 0,-1-8-2417 0 0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8:16.48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235 1 7834 0 0,'-23'22'5498'0'0,"14"-13"-4386"0"0,-177 187 6535 0 0,184-194-7612 0 0,1-1 0 0 0,-1 1 0 0 0,0 0 1 0 0,1 0-1 0 0,0 0 0 0 0,-1 0 0 0 0,1 0 0 0 0,0 0 0 0 0,0 0 0 0 0,0 0 0 0 0,0 1 0 0 0,0 2 0 0 0,7 3 20 0 0,14-4-52 0 0,33-6-5 0 0,16 0 8 0 0,-65 3-11 0 0,0-1 0 0 0,0 1 1 0 0,0 0-1 0 0,0-1 0 0 0,-1 2 0 0 0,1-1 0 0 0,0 0 0 0 0,-1 1 0 0 0,1 0 0 0 0,-1 0 1 0 0,1 0-1 0 0,-1 0 0 0 0,6 5 0 0 0,-7-5 5 0 0,0 0 0 0 0,-1 1 0 0 0,0-1 0 0 0,1 0 0 0 0,-1 0 0 0 0,0 1 0 0 0,0-1 0 0 0,0 1 0 0 0,-1-1 0 0 0,1 1 0 0 0,0-1 0 0 0,-1 1 0 0 0,0-1 0 0 0,0 1 0 0 0,1 0 0 0 0,-2-1 0 0 0,1 1 0 0 0,0-1 0 0 0,0 1 0 0 0,-1 0 0 0 0,1-1 0 0 0,-1 1 0 0 0,0-1 0 0 0,0 1 0 0 0,-2 2 0 0 0,-3 10 0 0 0,-1-1 0 0 0,-1-1 0 0 0,-10 15 0 0 0,6-10 0 0 0,-9 15 5 0 0,11-20 24 0 0,0 1 1 0 0,2 1 0 0 0,0 0 0 0 0,0 0 0 0 0,1 0-1 0 0,-8 27 1 0 0,15-40-32 0 0,0-1 0 0 0,-1 1-1 0 0,1-1 1 0 0,0 1 0 0 0,0-1-1 0 0,0 1 1 0 0,0-1 0 0 0,0 1-1 0 0,0-1 1 0 0,0 1 0 0 0,1-1-1 0 0,-1 1 1 0 0,0-1 0 0 0,1 1-1 0 0,-1-1 1 0 0,1 0 0 0 0,0 1 0 0 0,-1-1-1 0 0,1 0 1 0 0,0 1 0 0 0,0-1-1 0 0,0 0 1 0 0,0 0 0 0 0,0 0-1 0 0,0 1 1 0 0,0-1 0 0 0,0 0-1 0 0,0-1 1 0 0,1 1 0 0 0,-1 0-1 0 0,0 0 1 0 0,1 0 0 0 0,-1-1-1 0 0,1 1 1 0 0,-1-1 0 0 0,0 1-1 0 0,1-1 1 0 0,-1 0 0 0 0,1 1 0 0 0,-1-1-1 0 0,1 0 1 0 0,2 0 0 0 0,8 0-155 0 0,0 0 1 0 0,1 0-1 0 0,-1-2 1 0 0,17-3-1 0 0,-8 2 116 0 0,-14 2 20 0 0,1 0 1 0 0,0 1-1 0 0,0 0 0 0 0,0 1 0 0 0,0-1 0 0 0,8 3 0 0 0,-15-3 14 0 0,0 0 0 0 0,1 1 1 0 0,-1-1-1 0 0,0 1 0 0 0,1-1 0 0 0,-1 1 0 0 0,0-1 0 0 0,0 1 0 0 0,1 0 0 0 0,-1-1 0 0 0,0 1 0 0 0,0 0 0 0 0,0 0 1 0 0,0 0-1 0 0,0 0 0 0 0,0 0 0 0 0,0 0 0 0 0,0 0 0 0 0,-1 0 0 0 0,1 1 0 0 0,0-1 0 0 0,-1 0 0 0 0,1 0 1 0 0,-1 1-1 0 0,1-1 0 0 0,-1 0 0 0 0,1 1 0 0 0,-1-1 0 0 0,0 0 0 0 0,0 1 0 0 0,0-1 0 0 0,0 0 0 0 0,0 1 1 0 0,0-1-1 0 0,0 1 0 0 0,0-1 0 0 0,0 0 0 0 0,-1 1 0 0 0,1-1 0 0 0,-1 0 0 0 0,0 3 0 0 0,-6 12-237 0 0,0 0-1 0 0,-2-1 1 0 0,1 0-1 0 0,-2 0 1 0 0,-19 23 0 0 0,12-17-135 0 0,-19 33 1 0 0,36-54 367 0 0,0 0-1 0 0,0 0 0 0 0,0 1 1 0 0,-1-1-1 0 0,1 0 1 0 0,0 0-1 0 0,0 0 1 0 0,0 1-1 0 0,0-1 0 0 0,-1 0 1 0 0,1 0-1 0 0,0 1 1 0 0,0-1-1 0 0,0 0 1 0 0,0 1-1 0 0,0-1 1 0 0,0 0-1 0 0,0 0 0 0 0,0 1 1 0 0,0-1-1 0 0,0 0 1 0 0,0 1-1 0 0,0-1 1 0 0,0 0-1 0 0,0 0 0 0 0,0 1 1 0 0,0-1-1 0 0,0 0 1 0 0,0 1-1 0 0,0-1 1 0 0,1 0-1 0 0,-1 0 1 0 0,0 1-1 0 0,0-1 0 0 0,0 0 1 0 0,0 0-1 0 0,0 1 1 0 0,1-1-1 0 0,-1 0 1 0 0,0 0-1 0 0,0 0 0 0 0,1 1 1 0 0,14-3-1158 0 0,21-11-1248 0 0,-34 12 2267 0 0,24-11-2969 0 0,26-11-5463 0 0,-10 27 18784 0 0,-34 17-5591 0 0,-3-9-3155 0 0,31 57 1343 0 0,-16-33-2293 0 0,-1 0 1 0 0,-3 1-1 0 0,-1 1 0 0 0,16 59 0 0 0,11 159 415 0 0,9 36-120 0 0,50 190-277 0 0,-79-372-588 0 0,2 52-412 0 0,-21-138-117 0 0,-3-20-80 0 0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8:20.12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 47 5065 0 0,'1'-21'3522'0'0,"-1"-5"6166"0"0,-1 74-9399 0 0,-4 81 2012 0 0,20 225-1 0 0,14-191-2177 0 0,55 178-1 0 0,0-9 70 0 0,-74-286 10 0 0,-2-15-53 0 0,-2 0 0 0 0,-1 0 0 0 0,1 34 0 0 0,-6-61-157 0 0,-1-1 0 0 0,1 0 0 0 0,0 0 0 0 0,-1 0 0 0 0,0 0 0 0 0,0 0 0 0 0,0 1 1 0 0,0-2-1 0 0,0 1 0 0 0,0 0 0 0 0,-1 0 0 0 0,0 0 0 0 0,1-1 0 0 0,-1 1 0 0 0,-2 2 0 0 0,-14 11-2580 0 0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8:20.61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172 1 5321 0 0,'5'4'9137'0'0,"-7"1"-7825"0"0,-79 131 4982 0 0,1-2-4150 0 0,78-130-2126 0 0,0 0 0 0 0,0 1 0 0 0,0-1 0 0 0,1 0-1 0 0,-1 1 1 0 0,1-1 0 0 0,1 0 0 0 0,-1 1 0 0 0,0-1 0 0 0,1 1 0 0 0,0 0 0 0 0,1 6 0 0 0,-1-9-45 0 0,1 0 0 0 0,-1-1-1 0 0,1 1 1 0 0,-1 0 0 0 0,1 0 0 0 0,0 0 0 0 0,0-1 0 0 0,-1 1-1 0 0,2 0 1 0 0,-1-1 0 0 0,0 1 0 0 0,0-1 0 0 0,0 0 0 0 0,1 1-1 0 0,-1-1 1 0 0,0 0 0 0 0,1 0 0 0 0,-1 1 0 0 0,1-1 0 0 0,0 0-1 0 0,-1-1 1 0 0,1 1 0 0 0,0 0 0 0 0,0 0 0 0 0,-1-1 0 0 0,1 1 0 0 0,0-1-1 0 0,0 1 1 0 0,0-1 0 0 0,0 0 0 0 0,3 0 0 0 0,15 0-293 0 0,0-1 0 0 0,-1 0 1 0 0,25-6-1 0 0,-21 3 1 0 0,42-2 0 0 0,-64 6 296 0 0,1-1 0 0 0,0 1-1 0 0,0 0 1 0 0,0 0 0 0 0,0 0 0 0 0,0 1-1 0 0,0-1 1 0 0,0 0 0 0 0,0 1 0 0 0,0-1-1 0 0,-1 1 1 0 0,1 0 0 0 0,0-1 0 0 0,0 1-1 0 0,-1 0 1 0 0,1 0 0 0 0,0 0-1 0 0,-1 0 1 0 0,1 1 0 0 0,-1-1 0 0 0,1 0-1 0 0,-1 1 1 0 0,2 1 0 0 0,-2 0 23 0 0,-1-1 0 0 0,1 1 0 0 0,-1 0-1 0 0,1-1 1 0 0,-1 1 0 0 0,0 0 0 0 0,0-1 0 0 0,0 1 0 0 0,0 0 0 0 0,-1-1 0 0 0,1 1 0 0 0,-1 0 0 0 0,1-1-1 0 0,-1 1 1 0 0,0-1 0 0 0,-2 4 0 0 0,-33 69 430 0 0,28-63-337 0 0,1 1 0 0 0,0 0-1 0 0,1 1 1 0 0,1-1-1 0 0,0 1 1 0 0,1 0 0 0 0,-5 27-1 0 0,9-39-84 0 0,0 0 0 0 0,0 1-1 0 0,0-1 1 0 0,0 0 0 0 0,0 0 0 0 0,1 1-1 0 0,-1-1 1 0 0,1 0 0 0 0,-1 0 0 0 0,1 0-1 0 0,0 0 1 0 0,0 0 0 0 0,0 0 0 0 0,0 0-1 0 0,0 0 1 0 0,0 0 0 0 0,1 0 0 0 0,-1 0-1 0 0,1-1 1 0 0,-1 1 0 0 0,1-1 0 0 0,0 1-1 0 0,-1-1 1 0 0,1 1 0 0 0,0-1 0 0 0,0 0-1 0 0,0 0 1 0 0,0 0 0 0 0,2 1 0 0 0,8 1 45 0 0,-1 0 0 0 0,1 0 0 0 0,-1-1 0 0 0,22 1 0 0 0,-24-2-39 0 0,0 0 1 0 0,0 0 0 0 0,0 0 0 0 0,0 2 0 0 0,12 3 0 0 0,-21-6-18 0 0,1 0 0 0 0,-1 0 0 0 0,0 0 0 0 0,1 0 0 0 0,-1 0 0 0 0,0 1 0 0 0,1-1 0 0 0,-1 0 1 0 0,0 0-1 0 0,1 0 0 0 0,-1 1 0 0 0,0-1 0 0 0,1 0 0 0 0,-1 0 0 0 0,0 1 0 0 0,0-1 0 0 0,1 0 0 0 0,-1 0 0 0 0,0 1 0 0 0,0-1 0 0 0,0 0 0 0 0,1 1 0 0 0,-1-1 1 0 0,0 0-1 0 0,0 1 0 0 0,0-1 0 0 0,0 0 0 0 0,0 1 0 0 0,0-1 0 0 0,0 0 0 0 0,0 1 0 0 0,0-1 0 0 0,0 1 0 0 0,0-1 0 0 0,0 0 0 0 0,0 1 0 0 0,0-1 1 0 0,0 0-1 0 0,0 1 0 0 0,0-1 0 0 0,0 0 0 0 0,0 1 0 0 0,-1-1 0 0 0,1 0 0 0 0,0 1 0 0 0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8:21.31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1368 0 0,'0'10'19763'0'0,"14"6"-20298"0"0,-3 0 922 0 0,-1 1-1 0 0,-1 1 0 0 0,0-1 0 0 0,-1 2 0 0 0,-1-1 0 0 0,-1 1 0 0 0,-1 0 1 0 0,5 28-1 0 0,3 5 107 0 0,67 294 841 0 0,-39-161-1121 0 0,-2-3-22 0 0,-36-163-195 0 0,-1 1-1 0 0,-1-1 1 0 0,-2 28-1 0 0,-1-33 2 0 0,2-1-1 0 0,0 1 0 0 0,0-1 0 0 0,1 1 0 0 0,1-1 0 0 0,0 0 1 0 0,1 0-1 0 0,8 23 0 0 0,-5-21-24 0 0,-1 1 1 0 0,0-1-1 0 0,-1 1 0 0 0,-1 0 1 0 0,0 0-1 0 0,-1 0 0 0 0,0 24 1 0 0,-5-33-254 0 0,3-6 194 0 0,0-1 0 0 0,-1 0 0 0 0,1 1 0 0 0,0-1 0 0 0,0 1 0 0 0,0-1 0 0 0,-1 1 0 0 0,1-1 0 0 0,0 0 0 0 0,0 1 0 0 0,0-1 0 0 0,0 1 0 0 0,0-1 0 0 0,0 1 0 0 0,0-1 0 0 0,0 1 0 0 0,0-1 0 0 0,0 1 0 0 0,0-1 0 0 0,0 1 0 0 0,0-1 1 0 0,1 1-1 0 0,-1-1 0 0 0,0 0 0 0 0,0 1 0 0 0,2 4-39 0 0,2 9 342 0 0,-2-14-701 0 0,1-10-986 0 0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8:24.5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57 7138 0 0,'1'1'77'0'0,"1"1"1"0"0,0-1 0 0 0,0 1 0 0 0,0-1 0 0 0,0 0-1 0 0,0 0 1 0 0,0 0 0 0 0,1 0 0 0 0,-1 0 0 0 0,0 0-1 0 0,0-1 1 0 0,1 1 0 0 0,-1-1 0 0 0,0 1 0 0 0,1-1-1 0 0,-1 0 1 0 0,0 0 0 0 0,1 0 0 0 0,2-1 0 0 0,46-5 1840 0 0,-46 5-1830 0 0,0-1-1 0 0,1 1 1 0 0,-1-1 0 0 0,0 0 0 0 0,-1-1 0 0 0,1 1 0 0 0,0-1 0 0 0,-1 0 0 0 0,1 0 0 0 0,-1 0 0 0 0,0 0 0 0 0,0-1 0 0 0,0 0 0 0 0,0 0 0 0 0,-1 0 0 0 0,4-5 0 0 0,-7 8-81 0 0,0 1 0 0 0,0 0 0 0 0,0 0 0 0 0,0-1 1 0 0,1 1-1 0 0,-1 0 0 0 0,0 0 0 0 0,0-1 0 0 0,0 1 0 0 0,0 0 1 0 0,0 0-1 0 0,0-1 0 0 0,0 1 0 0 0,0 0 0 0 0,0 0 1 0 0,0-1-1 0 0,-1 1 0 0 0,1 0 0 0 0,0 0 0 0 0,0 0 0 0 0,0-1 1 0 0,0 1-1 0 0,0 0 0 0 0,0 0 0 0 0,0-1 0 0 0,-1 1 1 0 0,1 0-1 0 0,0 0 0 0 0,0 0 0 0 0,0 0 0 0 0,-1-1 1 0 0,1 1-1 0 0,0 0 0 0 0,0 0 0 0 0,0 0 0 0 0,-1 0 0 0 0,1-1 1 0 0,-14-1 502 0 0,-13 4 555 0 0,19 0-959 0 0,-1 0 1 0 0,1 1-1 0 0,0 0 1 0 0,0 0-1 0 0,0 1 0 0 0,0 0 1 0 0,-11 7-1 0 0,14-7-70 0 0,1-1 0 0 0,-1 1 0 0 0,1-1 0 0 0,0 1 1 0 0,0 1-1 0 0,0-1 0 0 0,0 0 0 0 0,1 1 0 0 0,0 0 0 0 0,0 0 0 0 0,0 0 0 0 0,-3 8 0 0 0,6-13-35 0 0,0 1 0 0 0,0-1 0 0 0,-1 1 0 0 0,1-1 0 0 0,0 1 0 0 0,0-1 0 0 0,0 0 0 0 0,0 1 0 0 0,0-1 0 0 0,0 1 1 0 0,0-1-1 0 0,0 1 0 0 0,0-1 0 0 0,0 1 0 0 0,0-1 0 0 0,0 1 0 0 0,0-1 0 0 0,1 1 0 0 0,-1-1 0 0 0,0 0 0 0 0,0 1 0 0 0,0-1 0 0 0,1 1 0 0 0,-1-1 0 0 0,0 0 0 0 0,0 1 0 0 0,1-1 0 0 0,-1 0 0 0 0,0 1 0 0 0,1-1 0 0 0,-1 0 0 0 0,0 1 0 0 0,1-1 0 0 0,0 0 0 0 0,20 4-46 0 0,21-12-2 0 0,42-29 193 0 0,-33 13-2463 0 0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8:24.90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 25 9530 0 0,'-10'6'6529'0'0,"19"-11"-6187"0"0,0 1 0 0 0,1 0 0 0 0,-1 0 0 0 0,1 1 0 0 0,0 0 0 0 0,0 1 0 0 0,0 0 0 0 0,0 0-1 0 0,1 1 1 0 0,17 1 0 0 0,-19 0-1623 0 0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8:26.8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 22 7370 0 0,'15'-21'8721'0'0,"-16"23"-8436"0"0,0-1 0 0 0,0 1 0 0 0,1 0 0 0 0,-1 0-1 0 0,1 0 1 0 0,-1-1 0 0 0,1 1 0 0 0,0 0 0 0 0,0 0-1 0 0,0 0 1 0 0,0 0 0 0 0,0 2 0 0 0,1-1-155 0 0,-1-1 1 0 0,0 0 0 0 0,0 0-1 0 0,0 0 1 0 0,0 0 0 0 0,-1 1 0 0 0,1-1-1 0 0,-1 0 1 0 0,1 0 0 0 0,-1 0-1 0 0,0 0 1 0 0,-1 3 0 0 0,1-3-87 0 0,0-1 0 0 0,0 0 1 0 0,0 0-1 0 0,0 1 0 0 0,0-1 1 0 0,1 0-1 0 0,-1 1 0 0 0,0-1 0 0 0,1 0 1 0 0,-1 1-1 0 0,1-1 0 0 0,-1 1 1 0 0,1-1-1 0 0,0 1 0 0 0,0-1 1 0 0,0 1-1 0 0,0 0 0 0 0,0-1 1 0 0,0 1-1 0 0,0-1 0 0 0,0 1 1 0 0,1-1-1 0 0,-1 1 0 0 0,1-1 1 0 0,-1 1-1 0 0,1-1 0 0 0,-1 0 1 0 0,1 1-1 0 0,0-1 0 0 0,0 0 1 0 0,1 2-1 0 0,1 0 69 0 0,0 0 0 0 0,1-1 0 0 0,-1 1 1 0 0,1-1-1 0 0,0 0 0 0 0,0 0 0 0 0,0-1 0 0 0,0 1 1 0 0,0-1-1 0 0,0 0 0 0 0,5 1 0 0 0,131 32-137 0 0,153 31-29 0 0,-173-39 49 0 0,-2 6 1 0 0,133 52-1 0 0,-16 26 4 0 0,-31-14 0 0 0,-62-34 0 0 0,70 27 0 0 0,-120-56 39 0 0,313 110 722 0 0,-61-22-481 0 0,-108-19-280 0 0,-42-16 0 0 0,-71-35 72 0 0,197 113 0 0 0,-309-157-147 0 0,54 29 260 0 0,-58-33-291 0 0,-1 0 0 0 0,1 0 0 0 0,0-1 0 0 0,0 0 1 0 0,0 0-1 0 0,0-1 0 0 0,13 2 0 0 0,-19-3-96 0 0,1 0 0 0 0,0-1 0 0 0,-1 1 0 0 0,1 0 0 0 0,-1-1 0 0 0,1 1 0 0 0,-1-1 0 0 0,1 1 0 0 0,-1-1 0 0 0,1 0 0 0 0,-1 0 0 0 0,0 0 0 0 0,1 0 0 0 0,-1 0 0 0 0,0 0 0 0 0,0 0 0 0 0,2-1 0 0 0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8:27.62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92 1 4145 0 0,'-4'0'363'0'0,"0"0"0"0"0,-1 0 1 0 0,1 1-1 0 0,0-1 0 0 0,0 1 0 0 0,0 0 1 0 0,0 0-1 0 0,0 0 0 0 0,0 1 0 0 0,0-1 1 0 0,0 1-1 0 0,0 0 0 0 0,1 0 0 0 0,-1 1 0 0 0,1-1 1 0 0,0 1-1 0 0,-6 5 0 0 0,7-6-130 0 0,0 1-1 0 0,0 0 0 0 0,0 0 1 0 0,1 0-1 0 0,0 0 1 0 0,-1 0-1 0 0,1 0 1 0 0,0 0-1 0 0,0 1 0 0 0,1-1 1 0 0,-1 0-1 0 0,1 1 1 0 0,0-1-1 0 0,0 0 0 0 0,0 1 1 0 0,0-1-1 0 0,0 0 1 0 0,1 1-1 0 0,-1-1 1 0 0,1 0-1 0 0,0 0 0 0 0,2 6 1 0 0,57 212 5075 0 0,-42-143-5139 0 0,36 95-1 0 0,62 165 486 0 0,-94-258-512 0 0,-4 0-1 0 0,11 111 1 0 0,-27-79-70 0 0,3 19 5 0 0,4-103 597 0 0,-2-14-1674 0 0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8:29.21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3936 0 456 0 0,'-3'5'20428'0'0,"4"-2"-20370"0"0,0 1-1 0 0,-1-1 0 0 0,0 0 0 0 0,1 0 0 0 0,-1 1 0 0 0,0-1 1 0 0,-1 0-1 0 0,1 0 0 0 0,-1 1 0 0 0,1-1 0 0 0,-1 0 0 0 0,0 0 0 0 0,-2 4 1 0 0,2-5 143 0 0,0 0 0 0 0,-1 0 0 0 0,1 0 0 0 0,-1 0 0 0 0,1 0 0 0 0,-1 0 0 0 0,0 0 0 0 0,0 0 0 0 0,0-1 0 0 0,0 1 0 0 0,0-1 0 0 0,-3 2 0 0 0,-36 19-327 0 0,19-11 293 0 0,-47 23-145 0 0,-2-2 0 0 0,-1-4 1 0 0,-85 22-1 0 0,9-3-234 0 0,-76 44-164 0 0,39-15 305 0 0,-51 15 25 0 0,-76 29 0 0 0,-26 15 90 0 0,44-15-8 0 0,80-38 151 0 0,-345 184-1 0 0,262-97-47 0 0,256-146-99 0 0,1 2 0 0 0,1 2 0 0 0,2 2 0 0 0,1 1 0 0 0,-39 41 0 0 0,-133 163 272 0 0,37-34-168 0 0,169-198-682 0 0,-10 14 1861 0 0,9-8-2714 0 0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8:29.61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 1 4417 0 0,'0'0'144'0'0,"-1"0"1"0"0,1 1-1 0 0,0-1 1 0 0,-1 0 0 0 0,1 0-1 0 0,0 1 1 0 0,-1-1-1 0 0,1 0 1 0 0,0 1-1 0 0,-1-1 1 0 0,1 0-1 0 0,0 1 1 0 0,0-1-1 0 0,-1 1 1 0 0,1-1-1 0 0,0 1 1 0 0,0-1-1 0 0,0 0 1 0 0,0 1-1 0 0,-1-1 1 0 0,1 1-1 0 0,0-1 1 0 0,0 1-1 0 0,0-1 1 0 0,0 1-1 0 0,0-1 1 0 0,0 1-1 0 0,0-1 1 0 0,0 1-1 0 0,1-1 1 0 0,-1 0-1 0 0,0 1 1 0 0,0-1-1 0 0,0 1 1 0 0,0-1-1 0 0,1 1 1 0 0,-1-1-1 0 0,0 0 1 0 0,1 1-1 0 0,3 12 3998 0 0,-3-11-5133 0 0,14 33 6591 0 0,-11-28-5302 0 0,-1 0 0 0 0,0 0 0 0 0,-1 0-1 0 0,1 0 1 0 0,-2 0 0 0 0,1 1 0 0 0,-1-1-1 0 0,0 0 1 0 0,0 10 0 0 0,-1-15-213 0 0,0 1-543 0 0,-1-12 2751 0 0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8:36.52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42 223 3681 0 0,'-3'-36'1387'0'0,"1"0"666"0"0,-10-42 0 0 0,9 65-439 0 0,-1 0 0 0 0,0 0 0 0 0,-10-21 0 0 0,25 58-294 0 0,-2 1-1 0 0,0-1 1 0 0,7 37 0 0 0,11 89-1259 0 0,-13-65 463 0 0,34 159-388 0 0,10-3-1 0 0,119 313 1 0 0,-149-484-164 0 0,73 211 126 0 0,-91-245-200 0 0,-1 1 0 0 0,-2 0 1 0 0,-2 1-1 0 0,-1 0 0 0 0,-3 67 1 0 0,-2-85-1596 0 0,-3-4-5396 0 0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8:36.90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40 147 5065 0 0,'-2'0'850'0'0,"-1"0"0"0"0,0 0-1 0 0,0 0 1 0 0,1 0 0 0 0,-1 0 0 0 0,0 1-1 0 0,0-1 1 0 0,1 1 0 0 0,-1 0 0 0 0,-4 1-1 0 0,7-1-689 0 0,-1 0 0 0 0,0 0-1 0 0,1 0 1 0 0,-1 0-1 0 0,1 0 1 0 0,-1 1 0 0 0,1-1-1 0 0,0 0 1 0 0,-1 0-1 0 0,1 0 1 0 0,0 0 0 0 0,0 0-1 0 0,0 1 1 0 0,0-1-1 0 0,0 0 1 0 0,0 0 0 0 0,0 0-1 0 0,0 0 1 0 0,0 1 0 0 0,1-1-1 0 0,-1 0 1 0 0,0 0-1 0 0,1 0 1 0 0,-1 0 0 0 0,1 0-1 0 0,-1 0 1 0 0,2 1-1 0 0,14 45 545 0 0,-6-14-421 0 0,1 0 0 0 0,2-1-1 0 0,33 57 1 0 0,-43-84-242 0 0,1 0-1 0 0,0-1 1 0 0,0 1-1 0 0,0-1 1 0 0,1 0-1 0 0,-1 0 1 0 0,1 0-1 0 0,0-1 1 0 0,0 1-1 0 0,0-1 0 0 0,1-1 1 0 0,-1 1-1 0 0,1-1 1 0 0,0 0-1 0 0,-1 0 1 0 0,1 0-1 0 0,0-1 1 0 0,0 0-1 0 0,0 0 1 0 0,0 0-1 0 0,0-1 1 0 0,7 0-1 0 0,-5-1 28 0 0,-1 0-1 0 0,0 0 1 0 0,0 0-1 0 0,0-1 1 0 0,0 0 0 0 0,0-1-1 0 0,0 1 1 0 0,0-1-1 0 0,-1 0 1 0 0,0-1 0 0 0,1 0-1 0 0,-1 0 1 0 0,-1 0 0 0 0,1-1-1 0 0,-1 0 1 0 0,1 0-1 0 0,-1 0 1 0 0,5-7 0 0 0,1-5 13 0 0,0 0 1 0 0,-2 0 0 0 0,0-1 0 0 0,0 0 0 0 0,-2 0 0 0 0,0-1 0 0 0,-2 0-1 0 0,5-25 1 0 0,-4 4-544 0 0,-1 0 0 0 0,-3-1 0 0 0,-3-42-1 0 0,0 61-7353 0 0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8:37.63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11 39 10594 0 0,'-11'-30'6130'0'0,"13"22"-2739"0"0,10 18-2504 0 0,11 20-561 0 0,0 0 0 0 0,-3 2 0 0 0,0 0 0 0 0,24 58 0 0 0,46 150-179 0 0,-39-95 47 0 0,-8-40-166 0 0,21 60-412 0 0,-60-148-491 0 0,-2-4-279 0 0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8:37.96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1 242 2761 0 0,'2'-14'196'0'0,"1"0"0"0"0,0 0 0 0 0,8-18 0 0 0,-8 25 543 0 0,1 0-1 0 0,0 1 1 0 0,0-1-1 0 0,9-11 1 0 0,3-1 1287 0 0,1 1 1 0 0,38-32 0 0 0,-51 46-1724 0 0,0 1 0 0 0,1-1 0 0 0,0 1 1 0 0,0 0-1 0 0,0 0 0 0 0,0 1 0 0 0,0-1 0 0 0,0 1 0 0 0,1 0 0 0 0,-1 1 0 0 0,1-1 0 0 0,-1 1 0 0 0,1 0 1 0 0,0 1-1 0 0,-1-1 0 0 0,1 1 0 0 0,0 0 0 0 0,-1 0 0 0 0,10 2 0 0 0,-12 0-258 0 0,0-1 0 0 0,1 1 0 0 0,-1 0-1 0 0,0 0 1 0 0,0 0 0 0 0,0 0 0 0 0,0 1 0 0 0,0-1 0 0 0,0 1-1 0 0,-1 0 1 0 0,1-1 0 0 0,-1 1 0 0 0,0 0 0 0 0,0 1 0 0 0,0-1-1 0 0,0 0 1 0 0,-1 1 0 0 0,1-1 0 0 0,-1 1 0 0 0,0-1 0 0 0,0 1-1 0 0,0-1 1 0 0,0 1 0 0 0,-1 0 0 0 0,0-1 0 0 0,1 5 0 0 0,-1 12-5 0 0,0 0 1 0 0,0-1 0 0 0,-6 31-1 0 0,6-50-37 0 0,-38 170 148 0 0,23-111 238 0 0,-11 76 0 0 0,26-132-338 0 0,-1 0 0 0 0,1 1 1 0 0,0-1-1 0 0,0 0 0 0 0,0 0 0 0 0,0 1 1 0 0,0-1-1 0 0,1 0 0 0 0,-1 0 1 0 0,1 1-1 0 0,0-1 0 0 0,0 0 0 0 0,0 0 1 0 0,0 0-1 0 0,1 0 0 0 0,2 4 1 0 0,-1-4-33 0 0,0-1 0 0 0,-1 0 0 0 0,1 0 0 0 0,0 0 0 0 0,1 0 0 0 0,-1 0 1 0 0,0 0-1 0 0,0-1 0 0 0,1 0 0 0 0,-1 0 0 0 0,1 0 0 0 0,-1 0 0 0 0,1 0 0 0 0,6 0 1 0 0,29 2-103 0 0,1-1 0 0 0,-1-3 0 0 0,1-1 0 0 0,69-12 0 0 0,-63 4-2592 0 0,-22 4-4524 0 0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8:38.22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0 6449 0 0,'4'1'652'0'0,"0"0"1"0"0,0-1-1 0 0,-1 1 0 0 0,1 1 0 0 0,0-1 0 0 0,0 0 0 0 0,-1 1 0 0 0,1 0 0 0 0,-1 0 0 0 0,0 0 0 0 0,1 0 0 0 0,-1 0 0 0 0,0 1 1 0 0,0 0-1 0 0,-1-1 0 0 0,4 5 0 0 0,2 2 107 0 0,-1 0 1 0 0,0 1-1 0 0,0-1 1 0 0,6 15 0 0 0,7 23-128 0 0,-2 1 1 0 0,21 89-1 0 0,-17-54-553 0 0,-8-35-221 0 0,30 112-1312 0 0,-19-54-4740 0 0,-19-73 3710 0 0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8:38.66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 1 14747 0 0,'-1'5'333'0'0,"0"17"570"0"0,2-22-892 0 0,-1 0 0 0 0,0 0-1 0 0,0-1 1 0 0,0 1 0 0 0,0 0 0 0 0,0 0 0 0 0,0 0-1 0 0,0 0 1 0 0,1 0 0 0 0,-1 0 0 0 0,0 0 0 0 0,0 0-1 0 0,0 0 1 0 0,0 0 0 0 0,0 0 0 0 0,1 0 0 0 0,-1 0-1 0 0,0 0 1 0 0,0 0 0 0 0,0 0 0 0 0,0 0 0 0 0,0 0-1 0 0,0 0 1 0 0,1 0 0 0 0,-1 1 0 0 0,0-1-1 0 0,0 0 1 0 0,0 0 0 0 0,0 0 0 0 0,0 0 0 0 0,0 0-1 0 0,0 0 1 0 0,0 0 0 0 0,1 0 0 0 0,0 1 35 0 0,0 0 0 0 0,0-1 0 0 0,0 1 0 0 0,0 0 0 0 0,-1-1 0 0 0,1 1 0 0 0,0 0 1 0 0,0 0-1 0 0,0 0 0 0 0,-1 0 0 0 0,1 0 0 0 0,0 0 0 0 0,-1 0 0 0 0,1 0 0 0 0,0 2 0 0 0,0-2-12 0 0,93 148 3706 0 0,24 40-1718 0 0,-73-114-1780 0 0,45 86 47 0 0,-82-147-612 0 0,-1 1 0 0 0,0 0 0 0 0,-1 1 0 0 0,-1-1-1 0 0,-1 1 1 0 0,5 24 0 0 0,-9-21-532 0 0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8:38.99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1 225 6913 0 0,'2'-11'382'0'0,"0"1"-1"0"0,1-1 1 0 0,0 1-1 0 0,1 0 0 0 0,0 0 1 0 0,0 0-1 0 0,1 0 1 0 0,0 1-1 0 0,1 0 0 0 0,10-13 1 0 0,-6 10 362 0 0,-1 1 0 0 0,1 0 0 0 0,1 1 1 0 0,0 0-1 0 0,0 1 0 0 0,1 0 0 0 0,15-8 0 0 0,-24 15-652 0 0,0 0-1 0 0,0 1 1 0 0,0-1-1 0 0,-1 1 1 0 0,1 0-1 0 0,0 0 1 0 0,1 0-1 0 0,-1 0 1 0 0,0 0-1 0 0,0 1 1 0 0,0 0-1 0 0,0-1 1 0 0,1 1-1 0 0,-1 0 1 0 0,0 1-1 0 0,0-1 1 0 0,0 0-1 0 0,0 1 1 0 0,1 0-1 0 0,-1 0 1 0 0,0 0-1 0 0,0 0 1 0 0,0 0-1 0 0,-1 0 1 0 0,1 1-1 0 0,0 0 1 0 0,0-1 0 0 0,-1 1-1 0 0,1 0 1 0 0,-1 0-1 0 0,0 1 1 0 0,1-1-1 0 0,-1 0 1 0 0,3 6-1 0 0,1 1-49 0 0,-1-1 0 0 0,-1 1 0 0 0,0 1 0 0 0,0-1 0 0 0,-1 1 0 0 0,0-1 0 0 0,0 1 0 0 0,-1 0-1 0 0,1 20 1 0 0,-2-5-40 0 0,-1 0-1 0 0,-1 0 0 0 0,-2 0 0 0 0,-6 30 0 0 0,-32 97-391 0 0,41-151 381 0 0,-2 4 56 0 0,1-1 1 0 0,-1 1-1 0 0,1 0 1 0 0,0 0-1 0 0,0-1 0 0 0,1 1 1 0 0,-1 0-1 0 0,1 0 1 0 0,0 0-1 0 0,1 7 0 0 0,0-12-5 0 0,-1 0 0 0 0,1 1-1 0 0,-1-1 1 0 0,1 0-1 0 0,0 1 1 0 0,-1-1 0 0 0,1 0-1 0 0,0 0 1 0 0,-1 1-1 0 0,1-1 1 0 0,0 0 0 0 0,-1 0-1 0 0,1 0 1 0 0,0 0-1 0 0,-1 0 1 0 0,1 0 0 0 0,0 0-1 0 0,-1 0 1 0 0,1 0-1 0 0,0 0 1 0 0,-1 0 0 0 0,1-1-1 0 0,0 1 1 0 0,-1 0-1 0 0,1 0 1 0 0,0-1 0 0 0,-1 1-1 0 0,1 0 1 0 0,-1-1-1 0 0,1 1 1 0 0,-1-1 0 0 0,2 0-1 0 0,20-13 355 0 0,43-41 258 0 0,-48 40-623 0 0,0 0-1 0 0,0 1 0 0 0,1 0 1 0 0,1 2-1 0 0,0 0 0 0 0,38-16 1 0 0,-52 26-125 0 0,0 1 0 0 0,1 0 0 0 0,-1 0 1 0 0,1 0-1 0 0,-1 1 0 0 0,1 0 0 0 0,0 0 1 0 0,-1 0-1 0 0,10 2 0 0 0,6 2-771 0 0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8:39.31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17 8290 0 0,'2'-2'779'0'0,"0"0"1"0"0,0 1 0 0 0,1-1-1 0 0,-1 1 1 0 0,0 0 0 0 0,0-1-1 0 0,1 1 1 0 0,-1 0-1 0 0,5-1 1 0 0,-5 2-676 0 0,0-1-1 0 0,1 1 1 0 0,-1 0-1 0 0,1-1 1 0 0,-1 1 0 0 0,1 0-1 0 0,-1 1 1 0 0,1-1 0 0 0,-1 0-1 0 0,1 1 1 0 0,-1-1-1 0 0,1 1 1 0 0,-1 0 0 0 0,1 0-1 0 0,-1 0 1 0 0,0 0 0 0 0,0 0-1 0 0,0 0 1 0 0,1 1-1 0 0,-1-1 1 0 0,-1 1 0 0 0,5 3-1 0 0,2 4-63 0 0,-1 0 0 0 0,1 1 0 0 0,-2 0 0 0 0,1 0 1 0 0,-2 0-1 0 0,8 16 0 0 0,22 73 293 0 0,-26-70-100 0 0,1 8 272 0 0,-8-28-165 0 0,-1-1 0 0 0,2 0 0 0 0,-1 0 0 0 0,1 0 1 0 0,0-1-1 0 0,1 1 0 0 0,6 10 0 0 0,-10-18-301 0 0,0 1 1 0 0,1-1-1 0 0,-1 1 0 0 0,1-1 1 0 0,-1 1-1 0 0,1-1 0 0 0,-1 0 0 0 0,1 1 1 0 0,-1-1-1 0 0,1 0 0 0 0,-1 1 0 0 0,1-1 1 0 0,-1 0-1 0 0,1 0 0 0 0,0 1 0 0 0,-1-1 1 0 0,1 0-1 0 0,-1 0 0 0 0,1 0 1 0 0,0 0-1 0 0,-1 0 0 0 0,1 0 0 0 0,-1 0 1 0 0,1 0-1 0 0,0 0 0 0 0,-1 0 0 0 0,2 0 1 0 0,17-12 443 0 0,16-28-243 0 0,-30 34-132 0 0,-3 4-110 0 0,32-41-186 0 0,62-58-1 0 0,-60 70-276 0 0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8:39.87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 47 17972 0 0,'-1'-2'43'0'0,"1"1"0"0"0,0-1 1 0 0,-1 1-1 0 0,1-1 0 0 0,0 0 0 0 0,0 1 1 0 0,-1-1-1 0 0,1 0 0 0 0,1 1 0 0 0,-1-1 1 0 0,0 0-1 0 0,0 1 0 0 0,1-1 0 0 0,-1 0 1 0 0,1 1-1 0 0,-1-1 0 0 0,1 1 0 0 0,0-1 1 0 0,-1 0-1 0 0,1 1 0 0 0,2-3 0 0 0,-2 3 10 0 0,1 0 1 0 0,0 0-1 0 0,0 0 0 0 0,0 0 0 0 0,0 1 0 0 0,0-1 0 0 0,0 0 0 0 0,0 1 0 0 0,0-1 0 0 0,0 1 0 0 0,0 0 1 0 0,0 0-1 0 0,0 0 0 0 0,0 0 0 0 0,0 0 0 0 0,0 0 0 0 0,0 0 0 0 0,4 2 0 0 0,0 0 48 0 0,1 0-1 0 0,-1 0 1 0 0,1 1-1 0 0,-1 0 1 0 0,0 0-1 0 0,0 0 1 0 0,0 1-1 0 0,-1 0 1 0 0,1 0-1 0 0,-1 0 1 0 0,0 1 0 0 0,0 0-1 0 0,0 0 1 0 0,-1 0-1 0 0,8 12 1 0 0,3 6 307 0 0,-1 1 0 0 0,17 38 0 0 0,43 142-649 0 0,-58-148 32 0 0,4 0 0 0 0,1-2 0 0 0,34 60 1 0 0,-43-96-1887 0 0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8:40.19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8 285 6913 0 0,'-2'-6'134'0'0,"1"1"-1"0"0,-1 0 1 0 0,1 0-1 0 0,0 0 1 0 0,1-1-1 0 0,-1 1 1 0 0,1 0-1 0 0,0-1 1 0 0,0 1-1 0 0,1 0 1 0 0,0-1-1 0 0,0 1 1 0 0,0 0-1 0 0,0 0 1 0 0,1 0-1 0 0,0 0 1 0 0,0 0-1 0 0,0 0 1 0 0,4-5-1 0 0,61-84 4075 0 0,-59 84-3520 0 0,0 1 0 0 0,1 0 0 0 0,1 0 0 0 0,-1 1 1 0 0,1 0-1 0 0,1 1 0 0 0,13-7 0 0 0,-23 13-641 0 0,0 0-1 0 0,1 0 1 0 0,-1 0 0 0 0,0 1-1 0 0,1-1 1 0 0,-1 1-1 0 0,1-1 1 0 0,-1 1 0 0 0,1-1-1 0 0,-1 1 1 0 0,1 0-1 0 0,0 0 1 0 0,-1 0 0 0 0,1 0-1 0 0,-1 0 1 0 0,1 0 0 0 0,-1 0-1 0 0,1 0 1 0 0,0 0-1 0 0,-1 1 1 0 0,1-1 0 0 0,-1 1-1 0 0,1-1 1 0 0,-1 1-1 0 0,0 0 1 0 0,1 0 0 0 0,-1-1-1 0 0,0 1 1 0 0,1 0 0 0 0,-1 0-1 0 0,0 0 1 0 0,0 0-1 0 0,0 1 1 0 0,0-1 0 0 0,0 0-1 0 0,0 0 1 0 0,0 1-1 0 0,0-1 1 0 0,0 0 0 0 0,-1 1-1 0 0,1-1 1 0 0,-1 1 0 0 0,1-1-1 0 0,-1 1 1 0 0,1-1-1 0 0,-1 1 1 0 0,0 0 0 0 0,0 1-1 0 0,3 10-77 0 0,-1 0-1 0 0,-1 1 1 0 0,-1-1-1 0 0,-1 18 0 0 0,1-28 65 0 0,-5 58-247 0 0,-14 65-1 0 0,8-66 292 0 0,-3 67 1 0 0,14-124-29 0 0,-1-1 1 0 0,1 0-1 0 0,0 1 1 0 0,0-1-1 0 0,0 0 1 0 0,1 1 0 0 0,-1-1-1 0 0,0 0 1 0 0,1 1-1 0 0,0-1 1 0 0,-1 0-1 0 0,1 0 1 0 0,0 0 0 0 0,0 1-1 0 0,0-1 1 0 0,0 0-1 0 0,1 0 1 0 0,-1-1-1 0 0,1 1 1 0 0,2 3 0 0 0,-2-4-19 0 0,0 0 1 0 0,0 0-1 0 0,1-1 1 0 0,-1 1 0 0 0,0 0-1 0 0,1-1 1 0 0,-1 1-1 0 0,0-1 1 0 0,1 0-1 0 0,-1 0 1 0 0,1 0 0 0 0,-1 0-1 0 0,0 0 1 0 0,1-1-1 0 0,-1 1 1 0 0,0-1 0 0 0,1 0-1 0 0,-1 1 1 0 0,0-1-1 0 0,3-1 1 0 0,42-16-60 0 0,-6 2 331 0 0,1 2 0 0 0,55-11 0 0 0,-7 9-960 0 0,-61 12 41 0 0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8:41.20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73 9 920 0 0,'-3'0'134'0'0,"0"0"0"0"0,0-1 1 0 0,0 1-1 0 0,0-1 0 0 0,0 1 0 0 0,0-1 0 0 0,0 0 0 0 0,0-1 0 0 0,0 1 0 0 0,0 0 1 0 0,-36 1 16077 0 0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8:42.12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20 80 2304 0 0,'-19'-10'19059'0'0,"24"5"-19023"0"0,4-4 79 0 0,1 0 0 0 0,0 1 0 0 0,0 0 1 0 0,1 1-1 0 0,14-9 0 0 0,-22 15-98 0 0,-1 0 0 0 0,1 0 0 0 0,-1 0 0 0 0,1 0 0 0 0,0 0 0 0 0,-1 1 0 0 0,1-1 0 0 0,0 1 0 0 0,0-1 0 0 0,0 1 0 0 0,-1 0 0 0 0,1 0 0 0 0,0 0 0 0 0,0 1 0 0 0,-1-1 0 0 0,1 1 0 0 0,0-1 0 0 0,-1 1 0 0 0,1 0 0 0 0,0 0 0 0 0,-1 0 0 0 0,1 0 1 0 0,-1 1-1 0 0,0-1 0 0 0,1 1 0 0 0,-1-1 0 0 0,0 1 0 0 0,0 0 0 0 0,0 0 0 0 0,0 0 0 0 0,0 0 0 0 0,0 0 0 0 0,1 3 0 0 0,0 0-17 0 0,0 0 0 0 0,-1 1 0 0 0,1-1 0 0 0,-1 1 0 0 0,-1 0 0 0 0,1 0 0 0 0,-1 0 0 0 0,0 0 0 0 0,0 0 0 0 0,0 0 0 0 0,-1 0 0 0 0,0 0 0 0 0,-1 0 0 0 0,1 0 0 0 0,-3 11 0 0 0,-3 9 0 0 0,0 1 0 0 0,-12 28 0 0 0,14-45 0 0 0,-2 4 0 0 0,4-10 0 0 0,1 0 0 0 0,-1-1 0 0 0,1 1 0 0 0,0 0 0 0 0,0 0 0 0 0,0 0 0 0 0,0 0 0 0 0,0 8 0 0 0,1-12 0 0 0,1 1 0 0 0,-1-1 0 0 0,0 0 0 0 0,1 1 0 0 0,-1-1 0 0 0,0 0 0 0 0,1 1 0 0 0,-1-1 0 0 0,1 0 0 0 0,-1 0 0 0 0,0 1 0 0 0,1-1 0 0 0,-1 0 0 0 0,1 0 0 0 0,-1 0 0 0 0,1 0 0 0 0,-1 0 0 0 0,1 1 0 0 0,-1-1 0 0 0,1 0 0 0 0,-1 0 0 0 0,1 0 0 0 0,-1 0 0 0 0,1 0 0 0 0,-1 0 0 0 0,1-1 0 0 0,-1 1 0 0 0,1 0 0 0 0,-1 0 0 0 0,1 0 0 0 0,-1 0 0 0 0,1-1 0 0 0,-1 1 0 0 0,23-7 0 0 0,-20 5 0 0 0,0 1 0 0 0,16-6 6 0 0,0 1 1 0 0,0 0-1 0 0,1 2 1 0 0,40-5-1 0 0,-56 9-5 0 0,1-1 0 0 0,-1 1 0 0 0,1 1 1 0 0,-1-1-1 0 0,1 1 0 0 0,-1 0 0 0 0,0 0 0 0 0,1 0 0 0 0,-1 0 0 0 0,0 1 0 0 0,0-1 0 0 0,0 1 0 0 0,0 0 0 0 0,0 1 0 0 0,0-1 0 0 0,0 1 0 0 0,-1-1 0 0 0,1 1 0 0 0,-1 0 0 0 0,0 1 0 0 0,0-1 0 0 0,0 0 1 0 0,0 1-1 0 0,-1 0 0 0 0,1 0 0 0 0,-1-1 0 0 0,0 1 0 0 0,0 0 0 0 0,1 6 0 0 0,0-2 13 0 0,-1 1 0 0 0,0 1-1 0 0,-1-1 1 0 0,0 0 0 0 0,0 0 0 0 0,-1 0 0 0 0,0 1 0 0 0,-1-1-1 0 0,0 0 1 0 0,0 0 0 0 0,-1 0 0 0 0,0 0 0 0 0,-1 0 0 0 0,0 0-1 0 0,0-1 1 0 0,-1 1 0 0 0,-5 8 0 0 0,-9 15 40 0 0,-2-1-1 0 0,-43 53 1 0 0,62-84-55 0 0,-13 18-192 0 0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8:54.66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24 34 5985 0 0,'-23'-26'8605'0'0,"23"25"-8307"0"0,0-4 2080 0 0,1 3-2080 0 0,0 3-91 0 0,1 0 1 0 0,-1-1 0 0 0,0 1 0 0 0,0 0-1 0 0,0 0 1 0 0,1 0 0 0 0,-1 0-1 0 0,0 0 1 0 0,0 0 0 0 0,0 0-1 0 0,0 0 1 0 0,-1 1 0 0 0,1-1-1 0 0,1 3 1 0 0,67 98 972 0 0,67 134-1 0 0,-75-126-972 0 0,-17-28-207 0 0,37 62-27 0 0,-74-133-149 0 0,27 37-1581 0 0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8:55.05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1 229 9674 0 0,'1'-10'299'0'0,"1"1"1"0"0,1-1-1 0 0,-1 1 0 0 0,2 0 0 0 0,-1 0 1 0 0,1 0-1 0 0,0 0 0 0 0,1 0 0 0 0,9-12 1 0 0,5-5 1211 0 0,34-35 1 0 0,-49 57-1322 0 0,-1 0-1 0 0,1 0 1 0 0,0 1 0 0 0,0-1 0 0 0,1 1-1 0 0,-1 0 1 0 0,1 1 0 0 0,-1-1-1 0 0,10-3 1 0 0,-12 5-176 0 0,0 1 0 0 0,0-1 0 0 0,0 1 0 0 0,0 0 0 0 0,0 0 0 0 0,-1 0 0 0 0,1 0 0 0 0,0 1 0 0 0,0-1 0 0 0,0 0 0 0 0,0 1 0 0 0,0-1 0 0 0,-1 1 0 0 0,1-1 0 0 0,0 1 0 0 0,-1 0 0 0 0,1 0 0 0 0,0 0 0 0 0,-1 0 0 0 0,1 0 0 0 0,-1 0 0 0 0,1 0 0 0 0,-1 1 0 0 0,0-1 0 0 0,1 1 0 0 0,-1-1 0 0 0,0 1 0 0 0,0-1 0 0 0,0 1 0 0 0,1 2 0 0 0,4 7-75 0 0,-1 1 1 0 0,0 0-1 0 0,0 0 0 0 0,-1 0 1 0 0,-1 0-1 0 0,0 0 0 0 0,-1 1 0 0 0,1 20 1 0 0,-1 11-172 0 0,-5 49 1 0 0,-20 108 117 0 0,12-125 145 0 0,10-75 21 0 0,1 1 0 0 0,-1-1 0 0 0,1 0 0 0 0,0 0-1 0 0,0 1 1 0 0,0-1 0 0 0,-1 0 0 0 0,1 1 0 0 0,1-1 0 0 0,-1 0 0 0 0,0 0 0 0 0,0 1-1 0 0,0-1 1 0 0,1 0 0 0 0,-1 1 0 0 0,0-1 0 0 0,1 0 0 0 0,-1 0 0 0 0,1 0 0 0 0,0 0 0 0 0,-1 1-1 0 0,1-1 1 0 0,0 0 0 0 0,0 0 0 0 0,0 0 0 0 0,0 0 0 0 0,0-1 0 0 0,1 3 0 0 0,1-3 78 0 0,-1 1 0 0 0,1-1 1 0 0,-1 0-1 0 0,1 0 0 0 0,-1 0 1 0 0,1 0-1 0 0,-1 0 0 0 0,1-1 0 0 0,-1 1 1 0 0,1-1-1 0 0,-1 1 0 0 0,0-1 1 0 0,1 0-1 0 0,3-2 0 0 0,54-23 1060 0 0,-30 13-969 0 0,1 0 0 0 0,0 2 0 0 0,42-9 0 0 0,118-9-1177 0 0,-163 26-802 0 0,-2 4-5379 0 0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8:55.52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17 249 2761 0 0,'-17'0'14546'0'0,"33"-1"-14024"0"0,-1 3 49 0 0,0 0 1 0 0,24 8-1 0 0,-24-5-51 0 0,0-2-1 0 0,27 4 1 0 0,-24-5-360 0 0,0-2-1 0 0,0 0 1 0 0,0 0 0 0 0,0-2 0 0 0,0 0-1 0 0,23-7 1 0 0,-36 8-227 0 0,1-1 0 0 0,0 0-1 0 0,-1-1 1 0 0,1 1 0 0 0,-1-1-1 0 0,0 0 1 0 0,0-1 0 0 0,0 1 0 0 0,0-1-1 0 0,-1 0 1 0 0,1 0 0 0 0,-1-1-1 0 0,0 1 1 0 0,0-1 0 0 0,-1 0-1 0 0,0 0 1 0 0,1 0 0 0 0,-1 0 0 0 0,-1 0-1 0 0,1-1 1 0 0,-1 1 0 0 0,2-9-1 0 0,2-22-2120 0 0,-6 26 749 0 0,0 1-1 0 0,0-1 1 0 0,-1 1-1 0 0,0-1 1 0 0,-1 1-1 0 0,0 0 1 0 0,-6-16-1 0 0,6 19 1581 0 0,0 1 1 0 0,-21-24 11898 0 0,26 40-8476 0 0,19 59-3415 0 0,36 107 816 0 0,8 26-784 0 0,-7-74-6739 0 0,-42-98-1000 0 0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8:50.53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19 1 9218 0 0,'0'0'83'0'0,"-1"-1"-1"0"0,0 1 1 0 0,0 0-1 0 0,0 0 1 0 0,1 0 0 0 0,-1 0-1 0 0,0 0 1 0 0,0 0 0 0 0,0 0-1 0 0,0 0 1 0 0,1 1-1 0 0,-1-1 1 0 0,0 0 0 0 0,0 0-1 0 0,0 1 1 0 0,1-1 0 0 0,-1 0-1 0 0,0 1 1 0 0,1-1 0 0 0,-1 1-1 0 0,0-1 1 0 0,1 1-1 0 0,-2 0 1 0 0,7 20 1773 0 0,-3-14-1595 0 0,26 80 2694 0 0,30 171 0 0 0,-10 97-1638 0 0,-13-76-946 0 0,0-76-271 0 0,115 370 1 0 0,-90-375 747 0 0,60 357 0 0 0,-109-482-724 0 0,-1-1-112 0 0,33 124 1 0 0,-42-193-168 0 0,-1-2 61 0 0,0 0 0 0 0,0 1 0 0 0,1-1 1 0 0,-1 0-1 0 0,0 0 0 0 0,1 0 0 0 0,-1 0 0 0 0,1 0 0 0 0,-1 0 0 0 0,1 0 1 0 0,0 0-1 0 0,-1 0 0 0 0,1-1 0 0 0,0 1 0 0 0,-1 0 0 0 0,1 0 0 0 0,0 0 1 0 0,0-1-1 0 0,1 2 0 0 0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8:52.62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68 1 8754 0 0,'-25'21'2482'0'0,"19"-16"-1530"0"0,-1 0 0 0 0,1 0 0 0 0,1 1 1 0 0,-1-1-1 0 0,-6 10 0 0 0,12-15-909 0 0,0 0 0 0 0,0 0 0 0 0,0 0-1 0 0,0 1 1 0 0,0-1 0 0 0,0 0 0 0 0,0 0 0 0 0,0 0 0 0 0,0 0 0 0 0,0 0-1 0 0,0 1 1 0 0,0-1 0 0 0,0 0 0 0 0,0 0 0 0 0,0 0 0 0 0,0 0 0 0 0,0 0-1 0 0,0 0 1 0 0,0 1 0 0 0,0-1 0 0 0,0 0 0 0 0,0 0 0 0 0,0 0 0 0 0,0 0-1 0 0,0 0 1 0 0,0 0 0 0 0,1 1 0 0 0,-1-1 0 0 0,0 0 0 0 0,0 0-1 0 0,0 0 1 0 0,0 0 0 0 0,0 0 0 0 0,0 0 0 0 0,0 0 0 0 0,0 0 0 0 0,1 0-1 0 0,-1 1 1 0 0,0-1 0 0 0,0 0 0 0 0,0 0 0 0 0,0 0 0 0 0,0 0 0 0 0,1 0-1 0 0,-1 0 1 0 0,0 0 0 0 0,0 0 0 0 0,0 0 0 0 0,0 0 0 0 0,0 0 0 0 0,1 0-1 0 0,13 0 595 0 0,15-3-620 0 0,-28 2 115 0 0,18-2-68 0 0,0 1-1 0 0,0 0 1 0 0,0 1-1 0 0,0 1 1 0 0,31 4 0 0 0,-45-3-52 0 0,0 0 0 0 0,0 0 1 0 0,0 0-1 0 0,0 1 0 0 0,0 0 0 0 0,-1 0 1 0 0,1 0-1 0 0,0 1 0 0 0,-1-1 1 0 0,0 1-1 0 0,1 0 0 0 0,-1 0 0 0 0,0 0 1 0 0,-1 1-1 0 0,1 0 0 0 0,-1-1 1 0 0,1 1-1 0 0,-1 1 0 0 0,0-1 0 0 0,-1 0 1 0 0,1 1-1 0 0,-1-1 0 0 0,0 1 1 0 0,0 0-1 0 0,0 0 0 0 0,1 5 0 0 0,-2-4-12 0 0,-1 1-1 0 0,1-1 0 0 0,-1 0 0 0 0,0 1 1 0 0,-1-1-1 0 0,0 1 0 0 0,0-1 0 0 0,0 0 1 0 0,-1 0-1 0 0,0 1 0 0 0,0-1 0 0 0,0-1 1 0 0,-1 1-1 0 0,-3 6 0 0 0,-8 13-12 0 0,-32 41 0 0 0,37-53 8 0 0,-18 22-11 0 0,13-17 8 0 0,0 1 1 0 0,1 0-1 0 0,0 1 1 0 0,-12 29-1 0 0,25-48 8 0 0,-1 0 0 0 0,1 0 0 0 0,0 0 0 0 0,0 0 0 0 0,0 0-1 0 0,0 0 1 0 0,0-1 0 0 0,0 1 0 0 0,0 0 0 0 0,0 0 0 0 0,0 0-1 0 0,1 0 1 0 0,-1 0 0 0 0,0 0 0 0 0,1 0 0 0 0,-1 0 0 0 0,0-1-1 0 0,1 1 1 0 0,-1 0 0 0 0,1 0 0 0 0,-1-1 0 0 0,1 1 0 0 0,-1 0-1 0 0,1 0 1 0 0,0-1 0 0 0,-1 1 0 0 0,1-1 0 0 0,0 1 0 0 0,0-1-1 0 0,-1 1 1 0 0,1-1 0 0 0,0 1 0 0 0,0-1 0 0 0,0 0 0 0 0,0 1-1 0 0,0-1 1 0 0,-1 0 0 0 0,1 0 0 0 0,0 1 0 0 0,2-1 0 0 0,45 7-19 0 0,-36-6 10 0 0,1 1-8 0 0,5-1 10 0 0,-1 2 0 0 0,0 0 0 0 0,0 1 1 0 0,-1 0-1 0 0,19 8 0 0 0,-32-10 7 0 0,0-1 1 0 0,0 0-1 0 0,0 1 0 0 0,0 0 0 0 0,-1 0 0 0 0,1 0 0 0 0,-1 0 0 0 0,1 0 0 0 0,-1 0 1 0 0,1 1-1 0 0,-1-1 0 0 0,0 1 0 0 0,0-1 0 0 0,-1 1 0 0 0,1 0 0 0 0,0 0 0 0 0,-1 0 0 0 0,0 0 1 0 0,1 0-1 0 0,-1 0 0 0 0,0 0 0 0 0,-1 0 0 0 0,1 0 0 0 0,-1 1 0 0 0,1-1 0 0 0,-1 0 1 0 0,0 1-1 0 0,0-1 0 0 0,0 0 0 0 0,-1 0 0 0 0,1 1 0 0 0,-1-1 0 0 0,-1 5 0 0 0,-4 9 23 0 0,0-1-1 0 0,-1 0 0 0 0,-1-1 0 0 0,-1 1 1 0 0,0-1-1 0 0,-14 17 0 0 0,10-14-21 0 0,1 1-1 0 0,-19 38 1 0 0,30-56 0 0 0,1 0 1 0 0,-1 1 0 0 0,1-1-1 0 0,-1 0 1 0 0,1 0 0 0 0,-1 0-1 0 0,1 1 1 0 0,0-1 0 0 0,0 0-1 0 0,0 0 1 0 0,-1 1 0 0 0,1-1-1 0 0,0 0 1 0 0,1 1 0 0 0,-1-1-1 0 0,0 0 1 0 0,0 0 0 0 0,0 1-1 0 0,1-1 1 0 0,-1 0-1 0 0,1 0 1 0 0,-1 1 0 0 0,1-1-1 0 0,-1 0 1 0 0,1 0 0 0 0,0 0-1 0 0,0 0 1 0 0,-1 0 0 0 0,1 0-1 0 0,0 0 1 0 0,0 0 0 0 0,0 0-1 0 0,0 0 1 0 0,0-1 0 0 0,0 1-1 0 0,0 0 1 0 0,0-1 0 0 0,1 1-1 0 0,-1-1 1 0 0,0 1 0 0 0,2 0-1 0 0,7 2-23 0 0,0-1 0 0 0,0 0 0 0 0,0-1 0 0 0,17 1 0 0 0,12 3-153 0 0,-33-4 97 0 0,0 1 1 0 0,-1 0-1 0 0,1 0 1 0 0,0 1 0 0 0,-1-1-1 0 0,1 1 1 0 0,-1 0-1 0 0,0 1 1 0 0,0-1-1 0 0,0 1 1 0 0,0 0 0 0 0,-1 1-1 0 0,1-1 1 0 0,-1 1-1 0 0,0-1 1 0 0,4 8 0 0 0,-5-6-399 0 0,0 1 1 0 0,0-1 0 0 0,-1 1 0 0 0,0 0 0 0 0,0-1 0 0 0,0 1 0 0 0,-1 0 0 0 0,1 14 0 0 0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8:53.13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0 456 0 0,'1'9'1299'0'0,"1"0"0"0"0,0 0 0 0 0,0 0-1 0 0,1-1 1 0 0,0 1 0 0 0,0-1 0 0 0,1 0 0 0 0,0 0 0 0 0,0 0-1 0 0,6 8 1 0 0,-2-3 2 0 0,-1 0 1 0 0,8 19-1 0 0,1 25-416 0 0,-3 0 0 0 0,-2 1 0 0 0,3 63-1 0 0,-2-19-569 0 0,26 342-229 0 0,-29-269-57 0 0,49 270 0 0 0,34-105 6 0 0,-3-11-17 0 0,-50-138-37 0 0,-13-52 41 0 0,69 208 1 0 0,-41-191 242 0 0,51 184-229 0 0,-80-273 136 0 0,-25-66-183 0 0,0-1-42 0 0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8:56.20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 4145 0 0,'-1'8'7325'0'0,"2"-8"-7189"0"0,12 17 1634 0 0,-4-5-775 0 0,10 21 235 0 0,-1-1 1 0 0,-2 2-1 0 0,20 60 0 0 0,22 112-187 0 0,-44-150-784 0 0,2 8-368 0 0,22 78 753 0 0,-30-119-1404 0 0,1 0 0 0 0,1 0 0 0 0,24 40 0 0 0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8:56.76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35 172 10594 0 0,'-1'1'63'0'0,"0"-1"0"0"0,0 1-1 0 0,0-1 1 0 0,0 0-1 0 0,-1 1 1 0 0,1-1 0 0 0,0 0-1 0 0,0 0 1 0 0,0 0 0 0 0,0 0-1 0 0,-1 0 1 0 0,1 0 0 0 0,0 0-1 0 0,0 0 1 0 0,0 0 0 0 0,0 0-1 0 0,-1-1 1 0 0,1 1-1 0 0,0-1 1 0 0,0 1 0 0 0,0 0-1 0 0,0-1 1 0 0,0 0 0 0 0,0 1-1 0 0,0-1 1 0 0,0 0 0 0 0,0 1-1 0 0,0-1 1 0 0,1 0 0 0 0,-2-1-1 0 0,2 0 65 0 0,-1 0-1 0 0,1 1 1 0 0,1-1-1 0 0,-1 0 1 0 0,0 0-1 0 0,0 1 1 0 0,1-1-1 0 0,-1 0 1 0 0,1 1-1 0 0,-1-1 1 0 0,1 1-1 0 0,0-1 1 0 0,-1 1-1 0 0,1-1 1 0 0,0 1-1 0 0,0-1 1 0 0,0 1-1 0 0,0 0 1 0 0,1-1-1 0 0,-1 1 1 0 0,2-1-1 0 0,12-14 333 0 0,1 0-1 0 0,1 2 1 0 0,0 0-1 0 0,1 1 1 0 0,23-12-1 0 0,-33 20-290 0 0,0 1 0 0 0,0 0 0 0 0,0 0 0 0 0,1 1 0 0 0,0 0 0 0 0,0 1 0 0 0,-1 0 0 0 0,1 0 0 0 0,1 1 0 0 0,-1 0 0 0 0,0 0 0 0 0,0 1 0 0 0,0 1 0 0 0,0-1 0 0 0,11 3 0 0 0,-17-2-154 0 0,1 0 1 0 0,-1 1-1 0 0,0-1 1 0 0,0 1-1 0 0,0 0 1 0 0,0 0-1 0 0,0 0 1 0 0,0 0-1 0 0,0 0 0 0 0,0 1 1 0 0,-1-1-1 0 0,0 1 1 0 0,1-1-1 0 0,-1 1 1 0 0,0 0-1 0 0,0 0 1 0 0,0 0-1 0 0,-1 0 1 0 0,1 1-1 0 0,-1-1 1 0 0,0 0-1 0 0,1 1 1 0 0,-2-1-1 0 0,1 1 1 0 0,0-1-1 0 0,-1 1 1 0 0,1-1-1 0 0,-1 1 0 0 0,0 4 1 0 0,-1 13 82 0 0,0-1-1 0 0,-1 0 1 0 0,-10 39 0 0 0,8-43 97 0 0,-8 35 15 0 0,-8 35-79 0 0,19-77-119 0 0,0 0-1 0 0,0 0 1 0 0,1-1-1 0 0,0 1 1 0 0,1 0 0 0 0,0 0-1 0 0,3 13 1 0 0,-3-19-1 0 0,0 0 0 0 0,0 0 0 0 0,1-1-1 0 0,-1 1 1 0 0,1-1 0 0 0,0 1 0 0 0,0-1 0 0 0,0 1 0 0 0,0-1 0 0 0,0 0 0 0 0,0 0 0 0 0,0 0 0 0 0,1 0 0 0 0,-1 0 0 0 0,1-1-1 0 0,-1 1 1 0 0,1-1 0 0 0,0 1 0 0 0,0-1 0 0 0,0 0 0 0 0,0 0 0 0 0,-1-1 0 0 0,1 1 0 0 0,0 0 0 0 0,0-1 0 0 0,0 0 0 0 0,1 0-1 0 0,2 0 1 0 0,12 0 81 0 0,-1-1-1 0 0,0 0 1 0 0,29-8-1 0 0,-31 6-75 0 0,38-8-1111 0 0,17-4-4163 0 0,-50 13-1837 0 0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8:57.09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1 130 6249 0 0,'0'0'29'0'0,"0"0"-1"0"0,0 1 1 0 0,0-1 0 0 0,0 0-1 0 0,0 0 1 0 0,0 0-1 0 0,0 1 1 0 0,0-1 0 0 0,0 0-1 0 0,0 0 1 0 0,0 1-1 0 0,0-1 1 0 0,0 0-1 0 0,0 0 1 0 0,0 1 0 0 0,0-1-1 0 0,0 0 1 0 0,0 0-1 0 0,0 0 1 0 0,0 1 0 0 0,0-1-1 0 0,1 0 1 0 0,-1 0-1 0 0,0 0 1 0 0,0 1-1 0 0,0-1 1 0 0,0 0 0 0 0,0 0-1 0 0,1 0 1 0 0,-1 0-1 0 0,0 1 1 0 0,0-1 0 0 0,0 0-1 0 0,0 0 1 0 0,1 0-1 0 0,-1 0 1 0 0,0 0-1 0 0,0 0 1 0 0,1 0 0 0 0,-1 1-1 0 0,0-1 1 0 0,0 0-1 0 0,0 0 1 0 0,1 0 0 0 0,-1 0-1 0 0,0 0 1 0 0,0 0-1 0 0,1 0 1 0 0,-1 0-1 0 0,0 0 1 0 0,1 0 0 0 0,20-5 2312 0 0,22-12 1225 0 0,32-28 587 0 0,-4 2-3118 0 0,-61 38-1765 0 0,1-1 1 0 0,0 2-1 0 0,0 0 0 0 0,19-5 0 0 0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8:57.36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105 0 3225 0 0,'-9'9'763'0'0,"0"-1"0"0"0,1 2 0 0 0,0-1 0 0 0,0 1 1 0 0,1 0-1 0 0,1 1 0 0 0,-11 20 0 0 0,12-21 117 0 0,2-5-551 0 0,-1 2 403 0 0,0 1 0 0 0,0-1 0 0 0,1 1 0 0 0,-5 16 0 0 0,8-23-632 0 0,-1 1 0 0 0,1-1-1 0 0,0 1 1 0 0,0-1 0 0 0,0 1 0 0 0,0-1-1 0 0,0 1 1 0 0,0 0 0 0 0,0-1 0 0 0,0 1-1 0 0,1-1 1 0 0,-1 1 0 0 0,1-1-1 0 0,-1 1 1 0 0,1-1 0 0 0,-1 1 0 0 0,1-1-1 0 0,0 0 1 0 0,0 1 0 0 0,0-1 0 0 0,0 0-1 0 0,0 1 1 0 0,0-1 0 0 0,0 0 0 0 0,0 0-1 0 0,0 0 1 0 0,0 0 0 0 0,1 0-1 0 0,-1 0 1 0 0,0-1 0 0 0,1 1 0 0 0,2 1-1 0 0,28 11 967 0 0,-14-6-373 0 0,0 1 0 0 0,31 18 0 0 0,-44-22-642 0 0,1 0 0 0 0,-1 1 0 0 0,1-1 0 0 0,-1 1 0 0 0,0 0 0 0 0,-1 1 0 0 0,0-1 0 0 0,1 1 0 0 0,-2 0 0 0 0,1 0 0 0 0,4 11 0 0 0,-4-6-4 0 0,0 0-1 0 0,-1 0 1 0 0,-1 0-1 0 0,0 0 0 0 0,0 1 1 0 0,-1-1-1 0 0,-1 0 1 0 0,0 1-1 0 0,-1-1 1 0 0,0 0-1 0 0,0 1 0 0 0,-1-1 1 0 0,0 0-1 0 0,-1 0 1 0 0,-6 14-1 0 0,3-10-79 0 0,-1-1 0 0 0,0 0 0 0 0,0 0 0 0 0,-2-1 0 0 0,0 0 0 0 0,0 0 0 0 0,-1-1 0 0 0,-1 0 0 0 0,0 0 0 0 0,-18 13 0 0 0,14-14-269 0 0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8:58.06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12 25 10594 0 0,'-11'-24'7039'0'0,"18"34"-4721"0"0,11 18-1777 0 0,-2 2 0 0 0,-1 0 0 0 0,-1 1 0 0 0,17 55 1 0 0,22 137-447 0 0,5 16-557 0 0,-50-213-7 0 0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8:58.25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66 3225 0 0,'3'-6'136'0'0,"0"2"40"0"0,0 0-176 0 0,-2 1 0 0 0,1 0 0 0 0,0 2 0 0 0,1-2 0 0 0,2-3 0 0 0,3-1 0 0 0,2-1 0 0 0,1 1 0 0 0,1 1 0 0 0,-3 2 0 0 0,0 1 0 0 0,1 3-64 0 0,-3 1 64 0 0,1 2 0 0 0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8:58.78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142 148 3209 0 0,'-51'9'897'0'0,"45"-7"-438"0"0,0-1 1 0 0,0 1-1 0 0,0-1 1 0 0,0 0-1 0 0,-1-1 1 0 0,1 1-1 0 0,0-1 1 0 0,0 0 0 0 0,-1-1-1 0 0,-9-1 1 0 0,16 2-333 0 0,-1 0 0 0 0,1 0 0 0 0,-1 0 0 0 0,1-1 0 0 0,-1 1 0 0 0,0 0 0 0 0,1 0 0 0 0,-1-1 1 0 0,1 1-1 0 0,-1 0 0 0 0,1 0 0 0 0,-1-1 0 0 0,1 1 0 0 0,-1-1 0 0 0,1 1 0 0 0,-1 0 0 0 0,1-1 0 0 0,0 1 1 0 0,-1-1-1 0 0,1 1 0 0 0,0-1 0 0 0,-1 1 0 0 0,1-1 0 0 0,0 1 0 0 0,0-1 0 0 0,-1 0 0 0 0,1 1 0 0 0,0-1 1 0 0,0 1-1 0 0,0-1 0 0 0,0 1 0 0 0,0-1 0 0 0,0 0 0 0 0,0 0 0 0 0,0-1 86 0 0,1 1 0 0 0,0-1 0 0 0,0 1 0 0 0,-1-1 0 0 0,1 0 0 0 0,0 1 0 0 0,0-1-1 0 0,0 1 1 0 0,1 0 0 0 0,-1-1 0 0 0,2-1 0 0 0,38-26 1716 0 0,10-4-1373 0 0,-34 21 56 0 0,1 1 0 0 0,36-18 0 0 0,-49 26-548 0 0,0 1 1 0 0,0 1-1 0 0,0-1 1 0 0,0 1-1 0 0,0 0 0 0 0,1 0 1 0 0,-1 0-1 0 0,0 1 1 0 0,1 0-1 0 0,-1 0 1 0 0,1 0-1 0 0,-1 1 1 0 0,0 0-1 0 0,1 0 1 0 0,-1 0-1 0 0,6 2 1 0 0,-8-1-61 0 0,0-1 0 0 0,0 1 0 0 0,0-1 0 0 0,0 1 0 0 0,0 0 0 0 0,0 0 0 0 0,-1 0 0 0 0,1 0 0 0 0,-1 0 0 0 0,0 1 0 0 0,1-1 0 0 0,-1 1 0 0 0,0 0 0 0 0,0-1 0 0 0,-1 1 0 0 0,4 6 0 0 0,-3-3 12 0 0,-1-1 0 0 0,0 1 0 0 0,1-1 0 0 0,-2 1 0 0 0,1 0 0 0 0,0-1 0 0 0,-1 1 0 0 0,0 0-1 0 0,-2 7 1 0 0,0 2 29 0 0,-1-1-1 0 0,-1 1 0 0 0,0-1 0 0 0,-1 0 1 0 0,-1 0-1 0 0,-13 24 0 0 0,-31 35 214 0 0,37-57-187 0 0,0 2 1 0 0,1-1-1 0 0,1 2 0 0 0,-12 27 1 0 0,23-46-72 0 0,0 1 1 0 0,0 0-1 0 0,0 0 1 0 0,-1 0-1 0 0,1 0 1 0 0,0 0-1 0 0,1 0 0 0 0,-1-1 1 0 0,0 1-1 0 0,0 0 1 0 0,0 0-1 0 0,0 0 1 0 0,1 0-1 0 0,-1 0 1 0 0,0-1-1 0 0,1 1 1 0 0,-1 0-1 0 0,1 0 0 0 0,-1-1 1 0 0,1 1-1 0 0,-1 0 1 0 0,1 0-1 0 0,-1-1 1 0 0,1 1-1 0 0,0-1 1 0 0,-1 1-1 0 0,1-1 1 0 0,0 1-1 0 0,0-1 0 0 0,-1 1 1 0 0,1-1-1 0 0,0 1 1 0 0,0-1-1 0 0,0 0 1 0 0,-1 0-1 0 0,1 1 1 0 0,0-1-1 0 0,0 0 1 0 0,0 0-1 0 0,0 0 0 0 0,1 0 1 0 0,38 3 48 0 0,140-28 600 0 0,-46 4-3347 0 0,-109 18-4787 0 0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8:59.62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48 24 10138 0 0,'0'-2'192'0'0,"0"1"0"0"0,0 0-1 0 0,0 0 1 0 0,-1 0 0 0 0,1 0 0 0 0,0 0-1 0 0,0 0 1 0 0,-1 0 0 0 0,1 0 0 0 0,-1 0-1 0 0,1 0 1 0 0,-1 0 0 0 0,1 0-1 0 0,-1 0 1 0 0,0 0 0 0 0,1 1 0 0 0,-1-1-1 0 0,0 0 1 0 0,0 0 0 0 0,1 1 0 0 0,-1-1-1 0 0,0 0 1 0 0,-1 0 0 0 0,1 1-76 0 0,0 0 0 0 0,1 0 1 0 0,-1 0-1 0 0,1 0 0 0 0,-1-1 0 0 0,0 1 1 0 0,1 0-1 0 0,-1 1 0 0 0,0-1 0 0 0,1 0 1 0 0,-1 0-1 0 0,0 0 0 0 0,1 0 1 0 0,-1 0-1 0 0,0 1 0 0 0,1-1 0 0 0,-1 0 1 0 0,1 1-1 0 0,-1-1 0 0 0,1 0 0 0 0,-1 1 1 0 0,1-1-1 0 0,-1 0 0 0 0,1 1 0 0 0,-1-1 1 0 0,1 1-1 0 0,-1-1 0 0 0,1 1 0 0 0,-1-1 1 0 0,1 1-1 0 0,0 0 0 0 0,0-1 0 0 0,-1 1 1 0 0,1-1-1 0 0,0 1 0 0 0,0 0 1 0 0,-1-1-1 0 0,1 1 0 0 0,0 0 0 0 0,0-1 1 0 0,0 2-1 0 0,-4 17 388 0 0,0 1-1 0 0,1 0 1 0 0,1 0 0 0 0,1 35 0 0 0,13 80-231 0 0,-9-114-237 0 0,1 0-1 0 0,1 0 0 0 0,2 0 0 0 0,-1-1 0 0 0,2 0 0 0 0,1 0 0 0 0,16 26 0 0 0,-21-40-37 0 0,0 0-1 0 0,0 0 1 0 0,1-1-1 0 0,0 1 1 0 0,0-1-1 0 0,1 0 1 0 0,-1-1-1 0 0,1 1 1 0 0,0-1-1 0 0,0 0 1 0 0,8 3-1 0 0,-9-5 3 0 0,0 0-1 0 0,1-1 0 0 0,-1 1 0 0 0,1-1 0 0 0,-1-1 1 0 0,1 1-1 0 0,-1-1 0 0 0,1 0 0 0 0,0 0 0 0 0,-1 0 1 0 0,1-1-1 0 0,-1 0 0 0 0,1 0 0 0 0,-1 0 0 0 0,0-1 1 0 0,8-2-1 0 0,-9 2 13 0 0,0 1 0 0 0,-1-1-1 0 0,1 0 1 0 0,0 0 0 0 0,-1-1 0 0 0,1 1 0 0 0,-1-1 0 0 0,1 1-1 0 0,-1-1 1 0 0,0 0 0 0 0,0 0 0 0 0,-1-1 0 0 0,1 1 0 0 0,-1-1-1 0 0,1 1 1 0 0,-1-1 0 0 0,0 0 0 0 0,-1 1 0 0 0,1-1 0 0 0,0 0 0 0 0,-1 0-1 0 0,0 0 1 0 0,0-1 0 0 0,0 1 0 0 0,-1 0 0 0 0,0 0 0 0 0,1 0-1 0 0,-1-1 1 0 0,-1 1 0 0 0,1 0 0 0 0,0 0 0 0 0,-1-1 0 0 0,0 1 0 0 0,0 0-1 0 0,-1 0 1 0 0,1 0 0 0 0,-1 0 0 0 0,1 0 0 0 0,-1 1 0 0 0,0-1-1 0 0,-1 0 1 0 0,1 1 0 0 0,-1 0 0 0 0,0-1 0 0 0,1 1 0 0 0,-1 0-1 0 0,-1 0 1 0 0,1 1 0 0 0,-5-4 0 0 0,5 4-13 0 0,0 0 1 0 0,1 1 0 0 0,-1-1-1 0 0,0 1 1 0 0,0 0-1 0 0,0 0 1 0 0,0 0-1 0 0,-1 0 1 0 0,1 0-1 0 0,0 1 1 0 0,0-1-1 0 0,0 1 1 0 0,-1 0-1 0 0,1 0 1 0 0,-6 1-1 0 0,3 0 4 0 0,-1 1-1 0 0,1 0 0 0 0,0 0 1 0 0,0 0-1 0 0,0 1 1 0 0,0 0-1 0 0,-7 5 0 0 0,-5 4-37 0 0,1 1-1 0 0,1 1 1 0 0,-25 26-1 0 0,17-14-1133 0 0,3 1-4119 0 0,2 1-1871 0 0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9:00.75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26 44 3681 0 0,'-16'-43'14324'0'0,"15"43"-13986"0"0,0 0 0 0 0,-1-1 0 0 0,1 6 38 0 0,-1-1 0 0 0,2 1 0 0 0,-1 0-1 0 0,0-1 1 0 0,1 1 0 0 0,0 0 0 0 0,0-1 0 0 0,1 8 0 0 0,6 70-227 0 0,22 97 0 0 0,31 79-148 0 0,13 68-9 0 0,18 144 224 0 0,-43-141 434 0 0,-45-299-636 0 0,3 4 110 0 0,0 0 1 0 0,3-1-1 0 0,1 1 0 0 0,14 32 1 0 0,-20-61-627 0 0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9:03.77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58 48 6449 0 0,'-8'-6'1874'0'0,"-1"-1"0"0"0,1 1 0 0 0,-1 1 0 0 0,-15-17 5194 0 0,24 22-7027 0 0,0 0 1 0 0,0 0 0 0 0,0 0-1 0 0,0 0 1 0 0,0 0 0 0 0,0 0-1 0 0,0 0 1 0 0,0 0 0 0 0,0-1 0 0 0,0 1-1 0 0,0 0 1 0 0,0 0 0 0 0,0 0-1 0 0,0 0 1 0 0,0 0 0 0 0,0 0-1 0 0,0 0 1 0 0,0-1 42 0 0,0 1-43 0 0,0 0 1 0 0,2 2-248 0 0,11 8 555 0 0,0-12-3095 0 0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9:04.57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0 192 3681 0 0,'1'9'21896'0'0,"10"1"-24836"0"0,37 42 3080 0 0,3-1 0 0 0,2-3 0 0 0,108 75 0 0 0,-113-94-213 0 0,-45-27 82 0 0,1 0 1 0 0,0-1-1 0 0,-1 1 1 0 0,1-1-1 0 0,0 1 1 0 0,0-1 0 0 0,0 0-1 0 0,0-1 1 0 0,1 1-1 0 0,-1-1 1 0 0,5 0-1 0 0,-8 0 2 0 0,-1 0 0 0 0,1-1 0 0 0,0 1-1 0 0,0-1 1 0 0,0 1 0 0 0,0-1-1 0 0,0 1 1 0 0,-1-1 0 0 0,1 1 0 0 0,0-1-1 0 0,0 0 1 0 0,-1 0 0 0 0,1 1 0 0 0,0-1-1 0 0,-1 0 1 0 0,1 0 0 0 0,-1 0 0 0 0,1 0-1 0 0,-1 1 1 0 0,0-1 0 0 0,1 0 0 0 0,-1 0-1 0 0,0 0 1 0 0,0 0 0 0 0,1 0 0 0 0,-1-2-1 0 0,2-32 35 0 0,-2 20 6 0 0,6-27-46 0 0,2 1 0 0 0,1 0 0 0 0,2 0 0 0 0,3 1 0 0 0,18-40 0 0 0,18-57-518 0 0,-41 103-745 0 0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9:06.67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164 41 5985 0 0,'-5'-1'410'0'0,"-1"1"0"0"0,0-1-1 0 0,0 1 1 0 0,0 0-1 0 0,1 1 1 0 0,-1 0 0 0 0,0 0-1 0 0,0 0 1 0 0,1 0 0 0 0,-1 1-1 0 0,1 0 1 0 0,-1 0-1 0 0,1 0 1 0 0,0 1 0 0 0,0 0-1 0 0,0 0 1 0 0,0 0 0 0 0,0 0-1 0 0,-4 6 1 0 0,4-6-213 0 0,1 1 1 0 0,0 0 0 0 0,0 0-1 0 0,1 0 1 0 0,-1 0-1 0 0,1 1 1 0 0,0 0-1 0 0,0-1 1 0 0,0 1-1 0 0,1 0 1 0 0,-1 0 0 0 0,1 1-1 0 0,1-1 1 0 0,-1 0-1 0 0,1 1 1 0 0,0-1-1 0 0,0 1 1 0 0,0-1-1 0 0,1 1 1 0 0,0 6 0 0 0,1-6-185 0 0,1 0 1 0 0,0-1-1 0 0,0 1 1 0 0,0-1 0 0 0,1 1-1 0 0,0-1 1 0 0,0 0-1 0 0,0 0 1 0 0,1 0 0 0 0,6 6-1 0 0,2 2-36 0 0,0-1 0 0 0,19 15 0 0 0,-28-25 21 0 0,-1 0 0 0 0,1 0 1 0 0,0 0-1 0 0,0 0 0 0 0,0 0 0 0 0,0-1 1 0 0,0 1-1 0 0,1-1 0 0 0,-1 0 1 0 0,0 0-1 0 0,1-1 0 0 0,-1 1 1 0 0,0 0-1 0 0,1-1 0 0 0,-1 0 1 0 0,1 0-1 0 0,-1 0 0 0 0,1 0 1 0 0,-1-1-1 0 0,5 0 0 0 0,-3-1-4 0 0,0 0 0 0 0,0 0 0 0 0,-1-1 0 0 0,1 1 0 0 0,-1-1 0 0 0,1 0 0 0 0,-1 0 0 0 0,0-1 0 0 0,0 1 0 0 0,-1-1 0 0 0,1 0 0 0 0,4-6 0 0 0,-2 2 40 0 0,0-1 0 0 0,-1 0 0 0 0,0 0 0 0 0,0 0 0 0 0,-1 0 0 0 0,-1-1 0 0 0,1 0 0 0 0,-1 1 0 0 0,-1-1 0 0 0,0-1 0 0 0,0 1 0 0 0,-1 0 0 0 0,0-16 0 0 0,-2 20-28 0 0,0 0-1 0 0,-1 0 1 0 0,0 0-1 0 0,0 0 1 0 0,0 0-1 0 0,0 0 0 0 0,-1 1 1 0 0,0-1-1 0 0,0 1 1 0 0,-1 0-1 0 0,1-1 1 0 0,-1 2-1 0 0,0-1 0 0 0,0 0 1 0 0,-1 1-1 0 0,0 0 1 0 0,1 0-1 0 0,-1 0 1 0 0,-1 1-1 0 0,1-1 0 0 0,0 1 1 0 0,-1 1-1 0 0,0-1 1 0 0,1 1-1 0 0,-1 0 1 0 0,-7-2-1 0 0,11 4 6 0 0,0-1 0 0 0,-1 0-1 0 0,1 1 1 0 0,-1 0 0 0 0,1-1-1 0 0,-1 1 1 0 0,0 0 0 0 0,1 0 0 0 0,-1 1-1 0 0,1-1 1 0 0,-1 0 0 0 0,1 1 0 0 0,0 0-1 0 0,-1-1 1 0 0,1 1 0 0 0,-1 0 0 0 0,1 0-1 0 0,0 1 1 0 0,0-1 0 0 0,0 0 0 0 0,-2 2-1 0 0,0 1 37 0 0,0-1 0 0 0,1 1 0 0 0,0 0 0 0 0,0 0 0 0 0,0 0 0 0 0,0 0 0 0 0,0 1 0 0 0,1-1 0 0 0,0 1 0 0 0,-2 6 0 0 0,1-4-22 0 0,1 0-1 0 0,0 0 1 0 0,0 1-1 0 0,1-1 1 0 0,0 1-1 0 0,0 0 1 0 0,1-1-1 0 0,-1 1 0 0 0,2 0 1 0 0,-1-1-1 0 0,1 1 1 0 0,1-1-1 0 0,-1 1 1 0 0,4 8-1 0 0,-4-14-65 0 0,1 1-1 0 0,-1-1 0 0 0,1 1 0 0 0,0-1 1 0 0,0 0-1 0 0,-1 0 0 0 0,1 0 0 0 0,1 0 1 0 0,-1 0-1 0 0,0-1 0 0 0,0 1 0 0 0,1-1 1 0 0,-1 1-1 0 0,1-1 0 0 0,-1 0 1 0 0,1 0-1 0 0,0 0 0 0 0,-1 0 0 0 0,1-1 1 0 0,0 1-1 0 0,0-1 0 0 0,-1 1 0 0 0,1-1 1 0 0,0 0-1 0 0,0 0 0 0 0,0 0 0 0 0,0 0 1 0 0,-1-1-1 0 0,1 1 0 0 0,0-1 1 0 0,0 0-1 0 0,-1 0 0 0 0,4-1 0 0 0,-3 1 64 0 0,1-1-1 0 0,-1 1 1 0 0,1-1 0 0 0,-1 1-1 0 0,0-1 1 0 0,0 0-1 0 0,0 0 1 0 0,0-1-1 0 0,0 1 1 0 0,-1-1-1 0 0,1 1 1 0 0,-1-1-1 0 0,1 0 1 0 0,-1 0-1 0 0,0 0 1 0 0,0 0 0 0 0,-1 0-1 0 0,1 0 1 0 0,0-1-1 0 0,-1 1 1 0 0,0-1-1 0 0,0 1 1 0 0,0-1-1 0 0,0 1 1 0 0,0-5-1 0 0,-1 3 54 0 0,0 0 0 0 0,-1 1 0 0 0,1-1-1 0 0,-1 0 1 0 0,0 1 0 0 0,0-1-1 0 0,0 1 1 0 0,-1-1 0 0 0,0 1-1 0 0,0 0 1 0 0,0-1 0 0 0,0 1-1 0 0,-1 0 1 0 0,1 1 0 0 0,-1-1-1 0 0,-3-4 1 0 0,4 7-60 0 0,0-1 1 0 0,0 1-1 0 0,0-1 0 0 0,0 1 0 0 0,0 0 0 0 0,-1 0 1 0 0,1 0-1 0 0,0 0 0 0 0,0 0 0 0 0,-1 1 0 0 0,1-1 1 0 0,-1 1-1 0 0,1-1 0 0 0,0 1 0 0 0,-1 0 0 0 0,1 0 1 0 0,-1 0-1 0 0,1 0 0 0 0,-1 0 0 0 0,1 1 1 0 0,-1-1-1 0 0,1 1 0 0 0,0-1 0 0 0,-1 1 0 0 0,1 0 1 0 0,0 0-1 0 0,0 0 0 0 0,-1 0 0 0 0,1 1 0 0 0,0-1 1 0 0,-3 3-1 0 0,-2 2-183 0 0,0-1 1 0 0,0 2-1 0 0,0-1 0 0 0,1 1 1 0 0,0 0-1 0 0,0 0 0 0 0,-6 11 1 0 0,7-9-595 0 0,0 0-1 0 0,1 0 1 0 0,0 0 0 0 0,0 0 0 0 0,1 1 0 0 0,-4 16 0 0 0,7-25 578 0 0,0 1 0 0 0,0-1 0 0 0,0 0 0 0 0,0 0 0 0 0,0 0 1 0 0,0 1-1 0 0,0-1 0 0 0,0 0 0 0 0,0 0 0 0 0,0 1 0 0 0,1-1 1 0 0,-1 0-1 0 0,0 0 0 0 0,1 0 0 0 0,-1 0 0 0 0,1 0 0 0 0,-1 1 0 0 0,1-1 1 0 0,0 0-1 0 0,-1 0 0 0 0,1 0 0 0 0,0-1 0 0 0,0 1 0 0 0,0 0 1 0 0,0 0-1 0 0,0 0 0 0 0,0-1 0 0 0,0 1 0 0 0,0 0 0 0 0,0-1 0 0 0,0 1 1 0 0,0-1-1 0 0,0 1 0 0 0,0-1 0 0 0,1 1 0 0 0,-1-1 0 0 0,0 0 1 0 0,0 0-1 0 0,0 0 0 0 0,1 0 0 0 0,-1 0 0 0 0,2 0 0 0 0,6 0-141 0 0,0 0 0 0 0,-1 0 0 0 0,1-1 0 0 0,12-3-1 0 0,-6 1 273 0 0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9:06.83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48 2 5985 0 0,'-12'-1'536'0'0,"7"1"-432"0"0,-1 0-104 0 0,2 0 0 0 0,2 0 465 0 0,1 0 71 0 0,-1 0 8 0 0,0 0 8 0 0,-1 1-232 0 0,-1 0-56 0 0,-1 1-8 0 0,4-2 0 0 0,1 1-320 0 0,3 1-72 0 0,1-1-16 0 0,2 0 0 0 0,1 1 152 0 0,1-1 88 0 0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9:07.55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35 159 7370 0 0,'-8'-35'2208'0'0,"-11"-42"1680"0"0,12 30 4638 0 0,35 95-7770 0 0,0 31-527 0 0,36 161 1 0 0,-47-160-787 0 0,4 0 1 0 0,36 87 0 0 0,-47-144-794 0 0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9:07.76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11 230 6913 0 0,'-1'-1'107'0'0,"0"0"-1"0"0,1 0 0 0 0,-1 0 0 0 0,0 0 0 0 0,0 0 0 0 0,0 0 0 0 0,1 0 0 0 0,-1 0 0 0 0,0-1 0 0 0,1 1 0 0 0,-1 0 0 0 0,1 0 0 0 0,-1 0 0 0 0,1-1 0 0 0,0 1 0 0 0,0 0 1 0 0,-1-1-1 0 0,1 1 0 0 0,0 0 0 0 0,0-1 0 0 0,1-2 0 0 0,-1 0 292 0 0,1 0 0 0 0,1-1 0 0 0,-1 1 0 0 0,0 0 0 0 0,1 0 0 0 0,4-7 0 0 0,3-4 1284 0 0,0 1 0 0 0,19-21 1 0 0,-16 22-714 0 0,0-1 0 0 0,29-21 0 0 0,-31 28-2413 0 0,0 1-1 0 0,0-1 1 0 0,12-4 0 0 0,-2 4-4660 0 0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9:08.40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7 127 11058 0 0,'-7'-9'9088'0'0,"33"76"-7814"0"0,-20-49-1177 0 0,0-1 0 0 0,1 1 0 0 0,0-2 0 0 0,2 1 0 0 0,0-1 0 0 0,19 26 0 0 0,-28-41-121 0 0,1-1 0 0 0,-1 1 0 0 0,1 0-1 0 0,0 0 1 0 0,-1 0 0 0 0,1 0 0 0 0,0-1-1 0 0,0 1 1 0 0,0 0 0 0 0,-1-1 0 0 0,1 1-1 0 0,0 0 1 0 0,0-1 0 0 0,0 1 0 0 0,0-1-1 0 0,0 0 1 0 0,0 1 0 0 0,0-1 0 0 0,0 0 0 0 0,0 1-1 0 0,2-1 1 0 0,-2-1-16 0 0,-1 1 0 0 0,1-1 0 0 0,-1 0-1 0 0,1 1 1 0 0,-1-1 0 0 0,0 0 0 0 0,1 0 0 0 0,-1 1-1 0 0,0-1 1 0 0,0 0 0 0 0,1 0 0 0 0,-1 0 0 0 0,0 1 0 0 0,0-1-1 0 0,0 0 1 0 0,0 0 0 0 0,0 0 0 0 0,0 1 0 0 0,0-1 0 0 0,-1-2-1 0 0,-10-50-802 0 0,11 52 880 0 0,-3-11-67 0 0,2-1-1 0 0,-1 1 1 0 0,2 0 0 0 0,0-1-1 0 0,0 1 1 0 0,1 0-1 0 0,1-1 1 0 0,0 1 0 0 0,0 0-1 0 0,1 0 1 0 0,1 0-1 0 0,0 0 1 0 0,1 1 0 0 0,0-1-1 0 0,0 1 1 0 0,1 1-1 0 0,1-1 1 0 0,0 1 0 0 0,14-16-1 0 0,-19 24 35 0 0,0 1 1 0 0,0-1-1 0 0,0 0 0 0 0,1 0 1 0 0,-1 1-1 0 0,0 0 0 0 0,1-1 1 0 0,0 1-1 0 0,-1 0 0 0 0,1 0 1 0 0,0 0-1 0 0,-1 1 0 0 0,1-1 1 0 0,0 0-1 0 0,0 1 0 0 0,0 0 1 0 0,0 0-1 0 0,-1 0 0 0 0,1 0 1 0 0,0 0-1 0 0,0 1 0 0 0,0-1 1 0 0,-1 1-1 0 0,1 0 0 0 0,0 0 1 0 0,0 0-1 0 0,-1 0 0 0 0,1 0 1 0 0,-1 0-1 0 0,4 3 0 0 0,7 5 151 0 0,0 1 0 0 0,0 0 1 0 0,-1 1-1 0 0,15 17 0 0 0,10 8 773 0 0,-30-30-891 0 0,20 15-374 0 0,-1 2-1 0 0,24 28 1 0 0,-33-30-6895 0 0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9:09.47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65 240 7370 0 0,'-1'-1'325'0'0,"0"0"1"0"0,0 0 0 0 0,0 0 0 0 0,0 0 0 0 0,0 0-1 0 0,-1 0 1 0 0,1 1 0 0 0,0-1 0 0 0,0 1 0 0 0,-1-1-1 0 0,1 1 1 0 0,0-1 0 0 0,-1 1 0 0 0,1-1 0 0 0,-1 1 0 0 0,1 0-1 0 0,-1 0 1 0 0,1 0 0 0 0,0 0 0 0 0,-1 0 0 0 0,1 0-1 0 0,-1 0 1 0 0,1 1 0 0 0,0-1 0 0 0,-1 0 0 0 0,1 1-1 0 0,0-1 1 0 0,-1 1 0 0 0,1 0 0 0 0,-2 0 0 0 0,2 0-157 0 0,-1 0 1 0 0,0 1-1 0 0,1-1 1 0 0,-1 0-1 0 0,1 1 1 0 0,-1-1-1 0 0,1 1 1 0 0,0-1 0 0 0,-1 1-1 0 0,1 0 1 0 0,0 0-1 0 0,0 0 1 0 0,0-1-1 0 0,1 1 1 0 0,-1 0-1 0 0,0 0 1 0 0,1 0-1 0 0,-1 0 1 0 0,0 4-1 0 0,1 20-113 0 0,1-1 0 0 0,1 0 0 0 0,2 0-1 0 0,7 29 1 0 0,32 95-78 0 0,-40-139 18 0 0,0-1 0 0 0,1 0 1 0 0,1 1-1 0 0,-1-2 1 0 0,1 1-1 0 0,1 0 0 0 0,0-1 1 0 0,0 0-1 0 0,0-1 1 0 0,1 1-1 0 0,0-1 1 0 0,15 11-1 0 0,-16-14-1 0 0,0-1 1 0 0,0 1 0 0 0,0-1-1 0 0,0-1 1 0 0,1 1-1 0 0,-1-1 1 0 0,1 0-1 0 0,0-1 1 0 0,-1 0-1 0 0,1 0 1 0 0,0 0-1 0 0,0-1 1 0 0,0 1-1 0 0,0-2 1 0 0,-1 1-1 0 0,1-1 1 0 0,0 0-1 0 0,0-1 1 0 0,11-3-1 0 0,-7 1-8 0 0,0-1-1 0 0,-1-1 0 0 0,1 0 0 0 0,-1 0 0 0 0,0-1 0 0 0,-1 0 0 0 0,0-1 0 0 0,0 0 0 0 0,0-1 0 0 0,-1 1 0 0 0,0-1 0 0 0,-1-1 1 0 0,0 0-1 0 0,7-14 0 0 0,-3 5-56 0 0,-1-1 1 0 0,-1 0-1 0 0,0-1 1 0 0,-2 0 0 0 0,-1 0-1 0 0,8-43 1 0 0,-13 46 204 0 0,0 1 0 0 0,-1 0 0 0 0,-1 0-1 0 0,0 0 1 0 0,-1 0 0 0 0,-1 0 0 0 0,-1 0 0 0 0,0 0 0 0 0,-2 1 0 0 0,1 0 0 0 0,-10-18 0 0 0,8 20-60 0 0,0 1 0 0 0,-1-1 0 0 0,-1 2 0 0 0,1-1 0 0 0,-2 1 0 0 0,0 1 0 0 0,0 0 0 0 0,-1 0 0 0 0,-1 1 0 0 0,0 0 0 0 0,0 1 0 0 0,-24-14 0 0 0,31 21-102 0 0,0-1 1 0 0,0 1 0 0 0,-1 0 0 0 0,1 0 0 0 0,0 1 0 0 0,-1-1 0 0 0,1 1 0 0 0,-1 1 0 0 0,0-1-1 0 0,1 1 1 0 0,-1 0 0 0 0,1 0 0 0 0,-1 0 0 0 0,0 1 0 0 0,1 0 0 0 0,-1 0 0 0 0,1 0-1 0 0,0 1 1 0 0,-1 0 0 0 0,1 0 0 0 0,0 0 0 0 0,0 1 0 0 0,0-1 0 0 0,0 1 0 0 0,1 1 0 0 0,-1-1-1 0 0,1 0 1 0 0,-5 5 0 0 0,6-3-562 0 0,-1-1-1 0 0,1 1 1 0 0,0 0-1 0 0,0 0 1 0 0,0 0-1 0 0,1 0 1 0 0,-1 0-1 0 0,1 0 1 0 0,0 1-1 0 0,1-1 1 0 0,-2 7 0 0 0,1 11-5903 0 0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9:09.98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10 102 3225 0 0,'-10'0'19464'0'0,"17"10"-22175"0"0,12 25 2919 0 0,-8-13 122 0 0,2 0 0 0 0,22 30 1 0 0,-32-48-297 0 0,1 0 1 0 0,-1 0-1 0 0,1 0 1 0 0,0 0-1 0 0,0 0 0 0 0,0-1 1 0 0,0 0-1 0 0,1 0 1 0 0,-1 0-1 0 0,1-1 1 0 0,0 1-1 0 0,0-1 0 0 0,0 0 1 0 0,0-1-1 0 0,0 1 1 0 0,0-1-1 0 0,7 1 1 0 0,-9-2-77 0 0,1-1 0 0 0,0 1-1 0 0,-1-1 1 0 0,0 0 0 0 0,1 0 0 0 0,-1-1 0 0 0,1 1 0 0 0,-1-1 0 0 0,0 1 0 0 0,0-1 0 0 0,0 0 0 0 0,0 0 0 0 0,0-1 0 0 0,0 1-1 0 0,-1-1 1 0 0,1 1 0 0 0,-1-1 0 0 0,0 0 0 0 0,1 0 0 0 0,-1 1 0 0 0,-1-2 0 0 0,1 1 0 0 0,3-6 0 0 0,3-8-250 0 0,-1 1 0 0 0,-1-1 0 0 0,6-23 0 0 0,-1-15-167 0 0,-10 41 632 0 0,2 0 1 0 0,0 0 0 0 0,0 0 0 0 0,7-14-1 0 0,-10 27-130 0 0,0 1 0 0 0,0-1 0 0 0,0 1 0 0 0,1-1 0 0 0,-1 0-1 0 0,0 1 1 0 0,1-1 0 0 0,-1 1 0 0 0,1-1 0 0 0,-1 1 0 0 0,0-1-1 0 0,1 1 1 0 0,-1-1 0 0 0,1 1 0 0 0,-1-1 0 0 0,1 1 0 0 0,-1 0 0 0 0,1-1-1 0 0,0 1 1 0 0,-1 0 0 0 0,1 0 0 0 0,-1-1 0 0 0,1 1 0 0 0,0 0-1 0 0,-1 0 1 0 0,1 0 0 0 0,0 0 0 0 0,-1-1 0 0 0,2 1 0 0 0,0 1 9 0 0,-1-1 0 0 0,1 1 0 0 0,-1-1 0 0 0,0 1 0 0 0,1 0 0 0 0,-1 0 0 0 0,1-1 0 0 0,-1 1 0 0 0,0 0 0 0 0,0 0 0 0 0,0 0 0 0 0,2 2 0 0 0,30 41 343 0 0,-30-38-347 0 0,41 66-324 0 0,-24-36 927 0 0,36 46-1 0 0,-47-71-1232 0 0,1 0 0 0 0,18 15 0 0 0,-20-19-488 0 0,0-1 1 0 0,0-1 0 0 0,1 0 0 0 0,15 8 0 0 0,-6-6-5967 0 0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9:10.25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6 56 6913 0 0,'-2'-19'799'0'0,"-1"-18"13918"0"0,16 93-14494 0 0,3 0 0 0 0,35 81 0 0 0,61 102 279 0 0,-94-202-489 0 0,4 8-761 0 0,2-1 0 0 0,1-1 0 0 0,3-1 0 0 0,47 54 1 0 0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9:10.44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36 146 6913 0 0,'-36'-3'13269'0'0,"49"-10"-11800"0"0,90-87-1578 0 0,-71 71-7558 0 0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0:35.026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0 274 456 0 0,'13'-273'8623'0'0,"-8"290"-6889"0"0,16 324 1930 0 0,3 21-3026 0 0,-20-329-603 0 0,43 472 314 0 0,-48-417-221 0 0,0-33-121 0 0,2 0-1 0 0,11 73 1 0 0,-12-127-11 0 0,0 0 0 0 0,0 1-1 0 0,0-1 1 0 0,0 0 0 0 0,0 0-1 0 0,1 1 1 0 0,-1-1 0 0 0,0 0-1 0 0,1 0 1 0 0,-1 1 0 0 0,1-1-1 0 0,-1 0 1 0 0,1 0 0 0 0,0 0-1 0 0,0 0 1 0 0,-1 0 0 0 0,1 0-1 0 0,2 1 1 0 0,-3-2 2 0 0,1 0-1 0 0,0 0 1 0 0,-1-1-1 0 0,1 1 0 0 0,-1-1 1 0 0,1 1-1 0 0,0 0 1 0 0,-1-1-1 0 0,1 1 1 0 0,-1-1-1 0 0,1 0 1 0 0,-1 1-1 0 0,1-1 1 0 0,-1 1-1 0 0,0-1 1 0 0,1 0-1 0 0,-1 1 0 0 0,0-1 1 0 0,0 0-1 0 0,1 1 1 0 0,-1-1-1 0 0,0-1 1 0 0,16-54 33 0 0,-16 54-18 0 0,57-423 113 0 0,-37 233-112 0 0,-11 112-10 0 0,4-42 18 0 0,40-164 0 0 0,-51 279-22 0 0,0 0 0 0 0,0 0 0 0 0,1 0 0 0 0,-1 1 0 0 0,7-10 0 0 0,-9 57 158 0 0,-11 96 243 0 0,-6 169 414 0 0,-2 199-804 0 0,4-172-11 0 0,15-252-36 0 0,4 0 0 0 0,4 0 0 0 0,33 144 0 0 0,-34-183-46 0 0,-5-29-166 0 0,0 0 0 0 0,1 0 0 0 0,5 15 0 0 0,-8-28 214 0 0,0 1 0 0 0,0-1 0 0 0,0 0 0 0 0,0 1 0 0 0,0-1 0 0 0,0 0 0 0 0,0 0 0 0 0,0 1-1 0 0,0-1 1 0 0,0 0 0 0 0,0 1 0 0 0,0-1 0 0 0,1 0 0 0 0,-1 0 0 0 0,0 1 0 0 0,0-1 0 0 0,0 0 0 0 0,3 2-307 0 0,-3-2 307 0 0,0 0 0 0 0,0 0 0 0 0,1 0 0 0 0,-1 0 0 0 0,0 1 0 0 0,1-1 0 0 0,-1 0 0 0 0,0 0 0 0 0,1 0-1 0 0,-1 0 1 0 0,1 0 0 0 0,6-13-665 0 0,0-19 123 0 0,-3-45 667 0 0,-9-138 0 0 0,-29-74 460 0 0,3 21-269 0 0,27 215-282 0 0,3-1 0 0 0,3 1 0 0 0,15-99 0 0 0,-16 147 13 0 0,0-1 0 0 0,1 0 0 0 0,0 1 0 0 0,0-1 0 0 0,0 1 0 0 0,5-8 0 0 0,-7 12-9 0 0,1 1-1 0 0,-1-1 1 0 0,1 0-1 0 0,0 0 1 0 0,-1 1-1 0 0,1-1 0 0 0,0 0 1 0 0,-1 1-1 0 0,1-1 1 0 0,0 0-1 0 0,0 1 0 0 0,0-1 1 0 0,-1 1-1 0 0,1 0 1 0 0,0-1-1 0 0,0 1 1 0 0,0 0-1 0 0,0-1 0 0 0,1 1 1 0 0,-1 0-2 0 0,0 0 0 0 0,0 1 0 0 0,0-1 0 0 0,0 0 0 0 0,0 1 0 0 0,0-1-1 0 0,0 0 1 0 0,0 1 0 0 0,0 0 0 0 0,0-1 0 0 0,0 1 0 0 0,0 0 0 0 0,-1-1 0 0 0,1 1 0 0 0,0 0 0 0 0,0 0 0 0 0,-1-1 0 0 0,1 1 0 0 0,-1 0 0 0 0,1 0 0 0 0,0 2 0 0 0,6 9 193 0 0,-1 0 0 0 0,0 0 1 0 0,-1 1-1 0 0,0 0 0 0 0,-1 0 0 0 0,3 19 1 0 0,9 85 691 0 0,-14-94-735 0 0,44 646 527 0 0,-4-47-254 0 0,26 41-369 0 0,-67-650-115 0 0,-1-7 50 0 0,0 0-1 0 0,0 0 0 0 0,1 0 0 0 0,0-1 0 0 0,0 1 0 0 0,1 0 0 0 0,-1-1 0 0 0,1 1 0 0 0,4 7 0 0 0,-3-38-488 0 0,-41-519-529 0 0,13 228 1110 0 0,8 146-83 0 0,-3-95 0 0 0,23 237 0 0 0,-2 28 0 0 0,-1 0 0 0 0,0 0 0 0 0,1 0 0 0 0,-1 0 0 0 0,0 0 0 0 0,0 0 0 0 0,1 0 0 0 0,-1 0 0 0 0,0 0 0 0 0,1 0 0 0 0,-1 0 0 0 0,0 0 0 0 0,1 0 0 0 0,-1 0 0 0 0,0 0 0 0 0,0 0 0 0 0,1 1 0 0 0,-1-1 0 0 0,0 0 0 0 0,0 0 0 0 0,1 0 0 0 0,-1 0 0 0 0,0 1 0 0 0,0-1 0 0 0,1 0 0 0 0,-1 0 0 0 0,0 0 0 0 0,0 1 0 0 0,0-1 0 0 0,1 0 0 0 0,-1 0 0 0 0,0 1 0 0 0,0-1 0 0 0,0 0 0 0 0,0 1 0 0 0,0-1 0 0 0,0 0 0 0 0,0 0 0 0 0,0 1 0 0 0,1 0 0 0 0,20 51 0 0 0,-18-44 0 0 0,15 47 47 0 0,19 101 0 0 0,-4 64 81 0 0,-10-57-121 0 0,-18-134-3 0 0,113 634 259 0 0,-112-637-266 0 0,13 76-32 0 0,-18-90 31 0 0,0 0 0 0 0,0 1 1 0 0,-2-1-1 0 0,1 1 0 0 0,-1-1 0 0 0,-4 14 1 0 0,-12 10 7 0 0,16-34-7 0 0,1 0 0 0 0,-1-1 0 0 0,-1 1 0 0 0,1-1 0 0 0,0 1 0 0 0,0-1 0 0 0,0 0 0 0 0,-1 1 0 0 0,1-1 0 0 0,-1 0 0 0 0,1 0 0 0 0,-1 0 0 0 0,1 0 0 0 0,-1 0-1 0 0,0 0 1 0 0,0-1 0 0 0,1 1 0 0 0,-4 0 0 0 0,4-1-15 0 0,1 0 1 0 0,-1 0-1 0 0,0-1 0 0 0,0 1 0 0 0,0-1 1 0 0,1 1-1 0 0,-1 0 0 0 0,0-1 0 0 0,0 1 1 0 0,1-1-1 0 0,-1 0 0 0 0,0 1 0 0 0,1-1 1 0 0,-1 0-1 0 0,1 1 0 0 0,-1-1 0 0 0,1 0 1 0 0,-1 0-1 0 0,1 1 0 0 0,0-1 0 0 0,-1 0 1 0 0,1 0-1 0 0,0 0 0 0 0,-1-1 0 0 0,-6-25-467 0 0,6 21 370 0 0,-12-70-2328 0 0,-7-120 1 0 0,9 62 2049 0 0,4 68 370 0 0,1-2 1207 0 0,-29-132-1 0 0,35 199-1083 0 0,0 0 0 0 0,0 0 0 0 0,0 0 0 0 0,-1 0 0 0 0,1 0 0 0 0,0 0-1 0 0,0 0 1 0 0,-1 0 0 0 0,1 0 0 0 0,-1 0 0 0 0,1 0 0 0 0,-1 0 0 0 0,1 0 0 0 0,-1 1 0 0 0,1-1 0 0 0,-1 0 0 0 0,0 0 0 0 0,0 0-1 0 0,1 1 1 0 0,-1-1 0 0 0,0 1 0 0 0,0-1 0 0 0,-8 6 1186 0 0,9-4-1178 0 0,-1 0 0 0 0,1 0 0 0 0,-1 0-1 0 0,1-1 1 0 0,0 1 0 0 0,-1 0 0 0 0,1 0 0 0 0,0 1 0 0 0,-12 52 1321 0 0,-9 186-1100 0 0,-4 31-301 0 0,-10-53 119 0 0,35-217-147 0 0,-9 30-130 0 0,9-30 128 0 0,0-1-1 0 0,0 0 0 0 0,0 0 1 0 0,0 1-1 0 0,0-1 0 0 0,0 0 1 0 0,0 0-1 0 0,-1 1 1 0 0,1-1-1 0 0,0 0 0 0 0,0 0 1 0 0,0 0-1 0 0,0 1 0 0 0,-1-1 1 0 0,1 0-1 0 0,0 0 0 0 0,0 0 1 0 0,0 0-1 0 0,-1 0 1 0 0,1 1-1 0 0,0-1 0 0 0,0 0 1 0 0,-1 0-1 0 0,1 0 0 0 0,0 0 1 0 0,0 0-1 0 0,-1 0 0 0 0,1 0 1 0 0,0 0-1 0 0,0 0 0 0 0,-1 0 1 0 0,1 0-1 0 0,0 0 1 0 0,-9-14-48 0 0,-8-35-532 0 0,2-1 1 0 0,-8-51-1 0 0,16 59 522 0 0,-3 0 0 0 0,-1 1-1 0 0,-33-77 1 0 0,42 115 60 0 0,0 0 1 0 0,0 0-1 0 0,-1 0 0 0 0,1 0 1 0 0,0 0-1 0 0,-1 1 1 0 0,0-1-1 0 0,-5-3 0 0 0,8 6 1 0 0,0-1 0 0 0,-1 1 0 0 0,1 0 0 0 0,-1-1 0 0 0,1 1 0 0 0,-1 0 0 0 0,1 0 0 0 0,-1 0 0 0 0,1-1 0 0 0,-1 1 0 0 0,0 0 0 0 0,1 0 0 0 0,-1 0 0 0 0,1 0 0 0 0,-1 0 0 0 0,1 0 0 0 0,-1 0 0 0 0,1 0 0 0 0,-1 0 0 0 0,0 0 0 0 0,1 0 0 0 0,-1 0 0 0 0,1 1 0 0 0,-1-1-1 0 0,0 1 8 0 0,0 0 0 0 0,1 0 0 0 0,-1-1 0 0 0,0 1 0 0 0,1 0 0 0 0,0 0 0 0 0,-1 0 0 0 0,1 0 0 0 0,-1 0 0 0 0,1 0 0 0 0,0 0 0 0 0,0 0 0 0 0,-1 0 0 0 0,1 0 0 0 0,0 0 0 0 0,0 0 0 0 0,0 0 0 0 0,1 2 0 0 0,0 13 88 0 0,1-1-1 0 0,1 0 1 0 0,1 1 0 0 0,0-2 0 0 0,11 27 0 0 0,2 6 157 0 0,6 27-67 0 0,58 219 1388 0 0,-73-272-2973 0 0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0:37.719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83 0 6449 0 0,'0'0'499'0'0,"22"3"-316"0"0,189 13 3109 0 0,-37-5-1616 0 0,415-2 472 0 0,-425-13-1964 0 0,866 10 1676 0 0,-887-8-1641 0 0,55 1-51 0 0,-167 3-145 0 0,0 1 1 0 0,0 2 0 0 0,0 0-1 0 0,34 13 1 0 0,-64-18-24 0 0,0 0 0 0 0,1 0 0 0 0,-1 1 0 0 0,0-1 0 0 0,1 1 0 0 0,-1-1 0 0 0,0 1 0 0 0,0-1 0 0 0,0 1 0 0 0,0 0 0 0 0,1 0 0 0 0,-1 0 0 0 0,0-1 0 0 0,0 1 0 0 0,1 1 0 0 0,-3-1 0 0 0,1-1 0 0 0,0 1 0 0 0,0-1 0 0 0,-1 1 0 0 0,1-1 0 0 0,0 0 0 0 0,-1 1 0 0 0,1-1 0 0 0,-1 0 0 0 0,1 1 0 0 0,0-1-1 0 0,-1 0 1 0 0,1 0 0 0 0,-1 0 0 0 0,1 1 0 0 0,-1-1 0 0 0,1 0 0 0 0,0 0 0 0 0,-1 0 0 0 0,1 0 0 0 0,-1 0 0 0 0,1 1 0 0 0,-1-1 0 0 0,1 0 0 0 0,-2-1 0 0 0,-46 5 11 0 0,-348-22 18 0 0,-156 5-4 0 0,17 63 884 0 0,15-1 716 0 0,1-44-687 0 0,503-6-873 0 0,-19 0 18 0 0,0-1 0 0 0,1-3 0 0 0,-1 0 0 0 0,-50-16 0 0 0,154 21-172 0 0,689 62-166 0 0,-374-17 319 0 0,635-9 0 0 0,-943-39-40 0 0,273-3 88 0 0,-246 8 39 0 0,139 22 1 0 0,-168-9-129 0 0,0 2-1 0 0,-1 4 0 0 0,113 49 1 0 0,-236-70-88 0 0,-809-15 20 0 0,384 18 26 0 0,368-4-49 0 0,-528-3-150 0 0,2 36 259 0 0,468-18 15 0 0,-170 20-59 0 0,307-31 3 0 0,21-3 0 0 0,0 0 0 0 0,0 1 0 0 0,0 0 0 0 0,0 1 0 0 0,1-1 0 0 0,-1 1 0 0 0,-9 4 0 0 0,16-6 0 0 0,0 1 0 0 0,0-1 0 0 0,0 0 0 0 0,0 1 0 0 0,0-1 0 0 0,-1 0 0 0 0,1 1 0 0 0,0-1 0 0 0,0 0 0 0 0,0 1 0 0 0,0-1 0 0 0,1 0 0 0 0,-1 1 0 0 0,0-1 0 0 0,0 0 0 0 0,0 1 0 0 0,0-1 0 0 0,0 0 0 0 0,0 1 0 0 0,0-1 0 0 0,1 0 0 0 0,-1 1 0 0 0,0-1 0 0 0,0 0 0 0 0,0 0 0 0 0,1 1 0 0 0,-1-1 0 0 0,0 0 0 0 0,0 0 0 0 0,1 1 0 0 0,-1-1 0 0 0,0 0 0 0 0,1 0 0 0 0,-1 0 0 0 0,0 0 0 0 0,1 1 0 0 0,-1-1 0 0 0,0 0 0 0 0,1 0 0 0 0,-1 0 0 0 0,0 0 0 0 0,1 0 0 0 0,17 10 0 0 0,-17-10 0 0 0,26 12-35 0 0,0-1 0 0 0,1-1 0 0 0,0-2 0 0 0,38 7 0 0 0,122 10 23 0 0,-147-21-29 0 0,755 38 29 0 0,2-52 110 0 0,-397 2-4 0 0,-254 7-33 0 0,0 6-1 0 0,241 39 1 0 0,-380-42-58 0 0,90 21 84 0 0,-89-20-80 0 0,0 0 0 0 0,0 1 0 0 0,0 0 1 0 0,0 0-1 0 0,-1 1 0 0 0,1 0 0 0 0,-1 0 0 0 0,8 8 1 0 0,-15-12-9 0 0,0 0 1 0 0,0 0-1 0 0,0 0 1 0 0,0 0 0 0 0,0 0-1 0 0,0 1 1 0 0,0-1 0 0 0,0 0-1 0 0,-1 1 1 0 0,1-1-1 0 0,0 1 1 0 0,-1-1 0 0 0,1 1-1 0 0,-1-1 1 0 0,0 1 0 0 0,1-1-1 0 0,-1 1 1 0 0,0-1-1 0 0,0 1 1 0 0,0 0 0 0 0,0-1-1 0 0,0 1 1 0 0,-1 1 0 0 0,0 0-3 0 0,0 0 0 0 0,0 0 1 0 0,-1 0-1 0 0,1 0 1 0 0,-1 0-1 0 0,0 0 1 0 0,1-1-1 0 0,-1 1 1 0 0,-1-1-1 0 0,-3 5 0 0 0,-4 1-20 0 0,0 0-1 0 0,-1 0 0 0 0,0-1 0 0 0,-18 9 0 0 0,-1-1-148 0 0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0:41.863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</inkml:brush>
  </inkml:definitions>
  <inkml:trace contextRef="#ctx0" brushRef="#br0">2982 1 6913 0 0,'-36'5'5913'0'0,"33"-2"-5667"0"0,-30 30 1029 0 0,26-25-787 0 0,-53 56-240 0 0,-2-3 0 0 0,-2-3 0 0 0,-3-2 0 0 0,-109 68 0 0 0,-255 179-84 0 0,264-194 143 0 0,114-78-234 0 0,1 2 1 0 0,-70 60-1 0 0,119-89-278 0 0,6-4-6 0 0,16-9-199 0 0,26-17-152 0 0,64-45-74 0 0,6-2 1434 0 0,113-95 0 0 0,-139 95-125 0 0,3 3-1 0 0,119-67 1 0 0,-144 95-166 0 0,-43 25-223 0 0,2 2-1 0 0,0 0 0 0 0,28-11 0 0 0,-147 104 1383 0 0,-260 165-2446 0 0,193-138 188 0 0,-273 161-145 0 0,156-101 328 0 0,-459 312-3850 0 0,670-430 3622 0 0,3 4 1 0 0,2 1-1 0 0,-101 114 1 0 0,157-160 615 0 0,1-2 11 0 0,1-1 1 0 0,0 1-1 0 0,0 0 0 0 0,0 0 1 0 0,0 1-1 0 0,0-1 0 0 0,1 0 1 0 0,0 1-1 0 0,-3 9 0 0 0,5-14 3 0 0,0 1 0 0 0,0-1-1 0 0,0 1 1 0 0,0-1 0 0 0,0 1-1 0 0,0-1 1 0 0,1 1 0 0 0,-1-1-1 0 0,0 1 1 0 0,0-1-1 0 0,0 1 1 0 0,1-1 0 0 0,-1 0-1 0 0,0 1 1 0 0,1-1 0 0 0,-1 1-1 0 0,0-1 1 0 0,1 0 0 0 0,-1 1-1 0 0,0-1 1 0 0,1 0 0 0 0,-1 1-1 0 0,0-1 1 0 0,1 0 0 0 0,-1 0-1 0 0,1 0 1 0 0,-1 1 0 0 0,1-1-1 0 0,-1 0 1 0 0,1 0 0 0 0,-1 0-1 0 0,1 0 1 0 0,-1 0-1 0 0,1 0 1 0 0,-1 0 0 0 0,1 0-1 0 0,-1 0 1 0 0,1 0 0 0 0,-1 0-1 0 0,1 0 1 0 0,-1 0 0 0 0,0 0-1 0 0,1 0 1 0 0,-1 0 0 0 0,1-1-1 0 0,-1 1 1 0 0,1 0 0 0 0,-1 0-1 0 0,1-1 1 0 0,26-8-607 0 0,8-12-2 0 0,-1 0 0 0 0,-1-2 1 0 0,-1-2-1 0 0,46-45 0 0 0,-19 17 31 0 0,289-233-66 0 0,-201 168 747 0 0,676-521 3445 0 0,-581 448-2172 0 0,68-48 479 0 0,-157 132-1076 0 0,-147 104-426 0 0,-5 6-64 0 0,-13 15 127 0 0,-21 23 70 0 0,-185 176 490 0 0,56-62-991 0 0,-248 261-140 0 0,171-152 672 0 0,60-60-71 0 0,-140 159 107 0 0,176-196-385 0 0,-269 287-33 0 0,383-419-148 0 0,17-20-71 0 0,0-1-1 0 0,-1 0 0 0 0,-1 0 1 0 0,0-1-1 0 0,-21 14 1 0 0,66-85-1962 0 0,26-27 1313 0 0,3 3 1 0 0,137-145-1 0 0,-120 158 740 0 0,-52 49 0 0 0,-1-2 0 0 0,-1 0 0 0 0,-1-1 0 0 0,-1-2 0 0 0,21-30 0 0 0,-41 54 6 0 0,0 0 1 0 0,0-1-1 0 0,0 1 1 0 0,0 0-1 0 0,-1-1 0 0 0,1 1 1 0 0,0-1-1 0 0,-1 1 1 0 0,1 0-1 0 0,-1-1 1 0 0,1 0-1 0 0,-1 1 0 0 0,1-1 1 0 0,-1 1-1 0 0,0-1 1 0 0,0 1-1 0 0,0-1 1 0 0,0 0-1 0 0,0 1 0 0 0,0-1 1 0 0,-1 1-1 0 0,1-1 1 0 0,0 1-1 0 0,-1-1 0 0 0,1 1 1 0 0,-1-1-1 0 0,0 1 1 0 0,1-1-1 0 0,-1 1 1 0 0,-1-2-1 0 0,-1 1 16 0 0,0 0-1 0 0,1 0 1 0 0,-1 1 0 0 0,0-1-1 0 0,0 1 1 0 0,0 0 0 0 0,-1 0-1 0 0,1 0 1 0 0,0 0 0 0 0,0 1-1 0 0,0-1 1 0 0,-1 1 0 0 0,1 0-1 0 0,-4 0 1 0 0,-16 0 285 0 0,-1 1 1 0 0,1 2-1 0 0,0 0 1 0 0,0 2-1 0 0,0 0 1 0 0,-27 11-1 0 0,-1 3 83 0 0,-75 40 1 0 0,48-15-530 0 0,1 2 0 0 0,-136 112 1 0 0,186-136-12 0 0,2 0 0 0 0,0 3 0 0 0,2 0 1 0 0,1 1-1 0 0,0 1 0 0 0,-28 49 0 0 0,49-74 119 0 0,0 0-1 0 0,0 0 1 0 0,0 0-1 0 0,0 0 1 0 0,0 0-1 0 0,1 1 0 0 0,-1-1 1 0 0,1 0-1 0 0,0 1 1 0 0,-1 3-1 0 0,1-6 4 0 0,0 1 1 0 0,0 0-1 0 0,1-1 0 0 0,-1 1 0 0 0,0-1 0 0 0,0 1 0 0 0,0 0 1 0 0,1-1-1 0 0,-1 1 0 0 0,0-1 0 0 0,0 1 0 0 0,1-1 0 0 0,-1 1 1 0 0,1-1-1 0 0,-1 1 0 0 0,0-1 0 0 0,1 1 0 0 0,-1-1 0 0 0,1 0 1 0 0,-1 1-1 0 0,1-1 0 0 0,-1 0 0 0 0,1 1 0 0 0,0-1 0 0 0,0 1 1 0 0,3-1-54 0 0,-1 0 0 0 0,1 1 0 0 0,-1-1 1 0 0,1 0-1 0 0,-1-1 0 0 0,0 1 0 0 0,1 0 1 0 0,-1-1-1 0 0,1 0 0 0 0,-1 0 0 0 0,0 0 1 0 0,6-3-1 0 0,51-24-891 0 0,-21 8 264 0 0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0:43.367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</inkml:brush>
  </inkml:definitions>
  <inkml:trace contextRef="#ctx0" brushRef="#br0">320 50 11058 0 0,'-68'-17'1784'0'0,"0"4"0"0"0,-96-6 0 0 0,163 19-1771 0 0,1 0 0 0 0,-1-1 1 0 0,0 1-1 0 0,0 0 0 0 0,0 0 0 0 0,0 0 0 0 0,0 0 0 0 0,1 0 0 0 0,-1 0 1 0 0,0 0-1 0 0,0 1 0 0 0,0-1 0 0 0,0 0 0 0 0,0 0 0 0 0,1 1 0 0 0,-1-1 0 0 0,0 0 1 0 0,0 1-1 0 0,1-1 0 0 0,-1 1 0 0 0,0-1 0 0 0,-1 2 0 0 0,2-2 11 0 0,0 1 0 0 0,0 0-1 0 0,0 0 1 0 0,0-1-1 0 0,1 1 1 0 0,-1 0 0 0 0,0-1-1 0 0,0 1 1 0 0,0 0-1 0 0,0-1 1 0 0,1 1 0 0 0,-1 0-1 0 0,0-1 1 0 0,1 1-1 0 0,-1-1 1 0 0,0 1 0 0 0,1-1-1 0 0,-1 1 1 0 0,1 0-1 0 0,-1-1 1 0 0,2 1 0 0 0,34 30 802 0 0,-33-29-808 0 0,88 58 210 0 0,1-4 0 0 0,3-4 0 0 0,131 51 0 0 0,382 95 765 0 0,-263-96-722 0 0,-280-82 94 0 0,-2 3 0 0 0,0 3 1 0 0,111 62-1 0 0,-173-87-356 0 0,1 0 0 0 0,0 0 1 0 0,-1 0-1 0 0,1 0 1 0 0,-1 1-1 0 0,1-1 1 0 0,-1 0-1 0 0,1 1 0 0 0,-1-1 1 0 0,0 1-1 0 0,2 2 1 0 0,-7 2 32 0 0,-12-5-25 0 0,-4-3-94 0 0,0 0 1 0 0,0-2 0 0 0,1 0 0 0 0,-25-10 0 0 0,-75-34-522 0 0,90 36 508 0 0,-191-86-304 0 0,-252-153-1 0 0,423 221 502 0 0,-176-100 39 0 0,180 108-81 0 0,-1 1 1 0 0,-1 2 0 0 0,-54-14 0 0 0,32 12 339 0 0,76 25-343 0 0,0 0-1 0 0,0 0 1 0 0,-1 1-1 0 0,0 0 1 0 0,0 0-1 0 0,0 0 1 0 0,6 7-1 0 0,10 9-48 0 0,35 25-16 0 0,2-3 1 0 0,119 67 0 0 0,146 47 219 0 0,-109-56 130 0 0,610 371 176 0 0,-537-273-494 0 0,-42-26 89 0 0,-87-71-39 0 0,175 119 45 0 0,-228-144-41 0 0,100 94 0 0 0,-200-165-80 0 0,22 20 3 0 0,31 36 0 0 0,-52-55-6 0 0,-2 1-1 0 0,1-1 1 0 0,-1 1 0 0 0,0 0 0 0 0,-1 0-1 0 0,0 0 1 0 0,0 1 0 0 0,-1 0-1 0 0,0 0 1 0 0,4 17 0 0 0,-7-24-4 0 0,0-1-1 0 0,1 0 1 0 0,-1 1-1 0 0,0-1 1 0 0,0 0 0 0 0,0 1-1 0 0,0-1 1 0 0,0 1 0 0 0,-1-1-1 0 0,1 0 1 0 0,0 1-1 0 0,-1-1 1 0 0,1 1 0 0 0,0-1-1 0 0,-1 0 1 0 0,0 0 0 0 0,1 1-1 0 0,-1-1 1 0 0,0 0-1 0 0,0 0 1 0 0,0 0 0 0 0,1 0-1 0 0,-1 0 1 0 0,0 0 0 0 0,-2 2-1 0 0,0-2-12 0 0,1-1 0 0 0,0 1-1 0 0,0 0 1 0 0,0-1 0 0 0,-1 1 0 0 0,1-1 0 0 0,0 0-1 0 0,-1 0 1 0 0,1 0 0 0 0,0 0 0 0 0,-1 0 0 0 0,1 0-1 0 0,0-1 1 0 0,-3 0 0 0 0,-7-2-74 0 0,1-1 1 0 0,-1 0 0 0 0,1-1-1 0 0,-19-10 1 0 0,-1-5-88 0 0,0-2 1 0 0,2-1-1 0 0,-29-28 1 0 0,-76-87-465 0 0,133 136 641 0 0,-198-235-98 0 0,35 37-75 0 0,115 146 86 0 0,-87-74 0 0 0,-157-89-1427 0 0,140 108 479 0 0,-336-219 96 0 0,459 309 1256 0 0,-2 2 1 0 0,-58-24 0 0 0,75 35-13 0 0,-1 1 1 0 0,0 0 0 0 0,0 2 0 0 0,-1 0-1 0 0,1 0 1 0 0,-1 1 0 0 0,1 2 0 0 0,-20 0-1 0 0,36 0-302 0 0,0 0 0 0 0,0 0 0 0 0,-1 0 0 0 0,1 0 0 0 0,0 0-1 0 0,0 0 1 0 0,0 0 0 0 0,0 0 0 0 0,-1 0 0 0 0,1 0 0 0 0,0 0-1 0 0,0 0 1 0 0,0 0 0 0 0,0 0 0 0 0,-1 0 0 0 0,1 0 0 0 0,0 0-1 0 0,0 1 1 0 0,0-1 0 0 0,0 0 0 0 0,0 0 0 0 0,-1 0 0 0 0,1 0-1 0 0,0 0 1 0 0,0 0 0 0 0,0 1 0 0 0,0-1 0 0 0,0 0 0 0 0,0 0-1 0 0,0 0 1 0 0,0 0 0 0 0,0 0 0 0 0,0 1 0 0 0,-1-1 0 0 0,1 0-1 0 0,0 0 1 0 0,0 0 0 0 0,0 0 0 0 0,0 1 0 0 0,0-1 0 0 0,0 0-1 0 0,0 0 1 0 0,0 0 0 0 0,0 0 0 0 0,0 1 0 0 0,7 9 101 0 0,14 9 36 0 0,-19-17-138 0 0,256 184 54 0 0,16-23 58 0 0,104 70 2 0 0,261 183 45 0 0,-254-170 230 0 0,-179-120-132 0 0,6-9 1 0 0,237 93 0 0 0,-336-163 85 0 0,169 99 0 0 0,-268-138-305 0 0,0 1 0 0 0,-1 0 0 0 0,0 1 0 0 0,0 0 0 0 0,-1 1 0 0 0,0 0 0 0 0,-1 1 0 0 0,-1 0-1 0 0,13 19 1 0 0,-23-30-32 0 0,1 1-1 0 0,0-1 1 0 0,-1 0-1 0 0,1 1 1 0 0,-1-1-1 0 0,1 1 1 0 0,-1-1-1 0 0,0 1 0 0 0,0-1 1 0 0,0 1-1 0 0,0-1 1 0 0,0 1-1 0 0,0-1 1 0 0,0 0-1 0 0,0 1 1 0 0,0-1-1 0 0,-1 1 0 0 0,1-1 1 0 0,0 1-1 0 0,-1-1 1 0 0,0 0-1 0 0,1 1 1 0 0,-1-1-1 0 0,0 0 1 0 0,1 1-1 0 0,-1-1 1 0 0,0 0-1 0 0,0 0 0 0 0,0 0 1 0 0,0 0-1 0 0,0 0 1 0 0,0 0-1 0 0,-1 0 1 0 0,0 1-1 0 0,-3 1-12 0 0,0 0 0 0 0,0-1 0 0 0,0 1 1 0 0,0-1-1 0 0,-1 0 0 0 0,1 0 0 0 0,-9 2 0 0 0,-11-1-178 0 0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0:47.862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</inkml:brush>
  </inkml:definitions>
  <inkml:trace contextRef="#ctx0" brushRef="#br0">97 318 3225 0 0,'-32'-74'-1097'0'0,"-17"-42"1788"0"0,45 103-498 0 0,1 1-1 0 0,0-1 1 0 0,0 0 0 0 0,1 0 0 0 0,1-1-1 0 0,22-36 5695 0 0,-20 52-5735 0 0,22 36 1806 0 0,-7 5-1005 0 0,-1 2 1 0 0,10 54-1 0 0,-6-18-471 0 0,260 1100 884 0 0,-274-1154-1353 0 0,28 123 126 0 0,61 176 1 0 0,-76-271-140 0 0,-11-33-27 0 0,0 0 0 0 0,18 36 1 0 0,-25-57 1 0 0,1-1 1 0 0,-1 1 0 0 0,0 0 0 0 0,1 0 0 0 0,-1 0 0 0 0,0 0-1 0 0,1 0 1 0 0,-1-1 0 0 0,1 1 0 0 0,-1 0 0 0 0,1 0-1 0 0,0-1 1 0 0,-1 1 0 0 0,1 0 0 0 0,0-1 0 0 0,-1 1 0 0 0,1-1-1 0 0,0 1 1 0 0,0-1 0 0 0,0 1 0 0 0,-1-1 0 0 0,1 0-1 0 0,0 1 1 0 0,0-1 0 0 0,0 0 0 0 0,0 0 0 0 0,0 1 0 0 0,0-1-1 0 0,1 0 1 0 0,0-1-61 0 0,-1 0-1 0 0,0 0 0 0 0,0 0 1 0 0,0 0-1 0 0,0 0 0 0 0,0 0 1 0 0,0 0-1 0 0,0-1 1 0 0,-1 1-1 0 0,1 0 0 0 0,0-1 1 0 0,-1 1-1 0 0,1 0 1 0 0,-1-1-1 0 0,1-2 0 0 0,3-10-584 0 0,-1 0-1 0 0,2-21 0 0 0,-1-75-102 0 0,-13-137-1 0 0,4 156 735 0 0,-28-356-111 0 0,-3-84 312 0 0,34 501 82 0 0,2-1 0 0 0,1 0 0 0 0,1 1 0 0 0,9-43-1 0 0,-13 93 452 0 0,0 1-1 0 0,2 0 1 0 0,0 0-1 0 0,2 0 1 0 0,5 32-1 0 0,-2-10-190 0 0,90 640 264 0 0,-65-487-840 0 0,88 352-407 0 0,-97-461 164 0 0,-20-86 311 0 0,27 135-1235 0 0,-25-118 719 0 0,-1 0-1 0 0,-1-1 1 0 0,-1 1-1 0 0,0 0 1 0 0,-6 30-1 0 0,7-46 220 0 0,-1-2 271 0 0,0 0 0 0 0,0 1 0 0 0,0-1 0 0 0,0 0 0 0 0,0 0 0 0 0,0 1-31 0 0,-14-13-1887 0 0,1-32 1089 0 0,12 40 742 0 0,-70-328-1812 0 0,12 47 1768 0 0,-71-304-184 0 0,38-9 387 0 0,82 491 79 0 0,6 44 281 0 0,-3-1 1 0 0,-2 1 0 0 0,-29-98-1 0 0,35 153 43 0 0,0 1-1 0 0,-1-1 0 0 0,0 1 0 0 0,-10-14 1 0 0,14 20-320 0 0,-1 0 1 0 0,0 0-1 0 0,0 0 1 0 0,0 0-1 0 0,0 0 1 0 0,0 1-1 0 0,0-1 1 0 0,0 0-1 0 0,0 0 1 0 0,0 1 0 0 0,0-1-1 0 0,0 0 1 0 0,0 1-1 0 0,-1-1 1 0 0,1 1-1 0 0,-2-1 1 0 0,2 1-30 0 0,0 1 0 0 0,0-1 0 0 0,0 0 0 0 0,0 1 0 0 0,0-1 0 0 0,0 0 0 0 0,0 1 0 0 0,0-1 1 0 0,0 1-1 0 0,1 0 0 0 0,-1-1 0 0 0,0 1 0 0 0,0 0 0 0 0,1-1 0 0 0,-1 1 0 0 0,0 0 0 0 0,1 0 0 0 0,-1 0 0 0 0,1-1 0 0 0,-1 1 1 0 0,1 0-1 0 0,-1 0 0 0 0,1 0 0 0 0,0 0 0 0 0,-1 2 0 0 0,-1 5 137 0 0,0 0 1 0 0,1 1-1 0 0,0-1 1 0 0,0 0-1 0 0,1 1 1 0 0,0-1-1 0 0,1 1 1 0 0,1 9-1 0 0,-1 0-122 0 0,9 84 185 0 0,25 106-1 0 0,38 99-545 0 0,-26-116 107 0 0,147 633-1978 0 0,-163-718 1998 0 0,-19-71 108 0 0,-2 1 0 0 0,-1 0 0 0 0,8 72-1 0 0,-20-79-838 0 0,-3-24 187 0 0,-2-17 196 0 0,-21-69-1114 0 0,-28-120-1 0 0,30 94 1534 0 0,-47-163 138 0 0,-89-333 274 0 0,70 289-257 0 0,8 29 18 0 0,68 233-52 0 0,11 38 76 0 0,2 0 0 0 0,-1 0-1 0 0,2 0 1 0 0,0 0 0 0 0,-2-23 0 0 0,16 65 1399 0 0,-4-10-1157 0 0,28 112 938 0 0,24 182-1 0 0,-4-10-40 0 0,78 236-1772 0 0,-52-215 118 0 0,-41-158 36 0 0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0:52.200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</inkml:brush>
  </inkml:definitions>
  <inkml:trace contextRef="#ctx0" brushRef="#br0">43 1 920 0 0,'-3'0'250'0'0,"1"0"-1"0"0,0 0 1 0 0,0 0 0 0 0,0 0-1 0 0,-1 0 1 0 0,1 1-1 0 0,0-1 1 0 0,0 0 0 0 0,0 1-1 0 0,0 0 1 0 0,0 0 0 0 0,0-1-1 0 0,0 1 1 0 0,0 0-1 0 0,-2 2 1 0 0,3-2-137 0 0,0 1 0 0 0,0-1 1 0 0,1 1-1 0 0,-1-1 0 0 0,0 1 0 0 0,1 0 1 0 0,-1-1-1 0 0,1 1 0 0 0,0 0 0 0 0,-1-1 1 0 0,1 1-1 0 0,0 0 0 0 0,0 0 0 0 0,0-1 1 0 0,0 1-1 0 0,1 0 0 0 0,-1-1 0 0 0,0 1 1 0 0,1 0-1 0 0,0 3 0 0 0,48 159 1851 0 0,-7-26-692 0 0,51 270-715 0 0,-79-325-440 0 0,-4 0-1 0 0,-1 168 0 0 0,-9-250-121 0 0,0 1-1 0 0,0-1 1 0 0,0 1-1 0 0,0-1 0 0 0,0 0 1 0 0,0 1-1 0 0,0-1 0 0 0,-1 1 1 0 0,1-1-1 0 0,0 1 0 0 0,-1-1 1 0 0,1 0-1 0 0,-1 1 1 0 0,0-1-1 0 0,1 0 0 0 0,-3 3 1 0 0,3-4-4 0 0,-1-1 0 0 0,0 1 0 0 0,1 0 0 0 0,-1 0 1 0 0,1-1-1 0 0,-1 1 0 0 0,1 0 0 0 0,-1-1 0 0 0,0 1 1 0 0,1 0-1 0 0,-1-1 0 0 0,1 1 0 0 0,0-1 0 0 0,-1 1 0 0 0,1-1 1 0 0,-1 1-1 0 0,1-1 0 0 0,0 1 0 0 0,-1-1 0 0 0,1 1 1 0 0,0-1-1 0 0,-1 1 0 0 0,1-1 0 0 0,0-1 0 0 0,-21-51-403 0 0,-27-157-92 0 0,-2-114 352 0 0,32 204 136 0 0,6 40 34 0 0,-17-195 3264 0 0,38 298-2352 0 0,11 35 97 0 0,98 466 847 0 0,-48-178-2049 0 0,-68-337 173 0 0,13 44-112 0 0,-15-50 87 0 0,2 0 1 0 0,-1 0 0 0 0,0-1 0 0 0,0 1 0 0 0,1 0 0 0 0,-1-1 0 0 0,1 1 0 0 0,0-1 0 0 0,0 1 0 0 0,0-1 0 0 0,0 0-1 0 0,0 0 1 0 0,1 0 0 0 0,2 2 0 0 0,-5-4-1 0 0,1 0 0 0 0,-1 1 0 0 0,1-1 0 0 0,-1 0 0 0 0,1 0 0 0 0,-1 1 0 0 0,1-1 0 0 0,-1 0 0 0 0,1 0 0 0 0,-1 0 0 0 0,1 0 0 0 0,-1 0 0 0 0,1 0 0 0 0,0 0 0 0 0,-1 0 0 0 0,1 0 0 0 0,-1 0 0 0 0,1 0 0 0 0,-1 0-1 0 0,1-1 1 0 0,-1 1 0 0 0,1 0 0 0 0,-1 0 0 0 0,1 0 0 0 0,-1-1 0 0 0,1 1 0 0 0,-1 0 0 0 0,0-1 0 0 0,1 1 0 0 0,-1 0 0 0 0,1-1 0 0 0,7-20-962 0 0,-5-26-720 0 0,-3 46 1631 0 0,-6-93-1293 0 0,-32-176-1 0 0,-48-90 1617 0 0,37 162-135 0 0,46 186-17 0 0,0-1-1 0 0,2 1 1 0 0,-1-20 0 0 0,3 44 618 0 0,1 1 1 0 0,7 23 0 0 0,0 0-287 0 0,101 631 1527 0 0,-53-286-1237 0 0,53 236-715 0 0,36-4 0 0 0,-134-573-11 0 0,147 480-1287 0 0,-137-455 391 0 0,64 163-4214 0 0,-74-211 3358 0 0,-10-30 361 0 0,-8-31 174 0 0,-33-95 600 0 0,-104-246 0 0 0,27 86 982 0 0,85 218-98 0 0,15 42-14 0 0,2-1 0 0 0,-13-58 0 0 0,79 363 5842 0 0,7 6-3989 0 0,83 441-723 0 0,-108-488-1031 0 0,32 184-248 0 0,23 171-2430 0 0,-77-410 945 0 0,-19-219 657 0 0,-2-1 0 0 0,-28-92 0 0 0,9 44 681 0 0,-3-34-5 0 0,-48-157 199 0 0,70 273-35 0 0,7 32 122 0 0,8 42 764 0 0,-5-51-698 0 0,184 1059 3631 0 0,-144-840-3924 0 0,12 43 0 0 0,-50-254 35 0 0,1 0 0 0 0,1-1 0 0 0,0 1 0 0 0,0-1 0 0 0,2 0 0 0 0,11 19 0 0 0,-18-32-42 0 0,0 0 0 0 0,0 0-1 0 0,0 1 1 0 0,1-1-1 0 0,-1 0 1 0 0,0 0-1 0 0,0 0 1 0 0,0 1-1 0 0,0-1 1 0 0,0 0 0 0 0,0 0-1 0 0,1 0 1 0 0,-1 1-1 0 0,0-1 1 0 0,0 0-1 0 0,0 0 1 0 0,1 0 0 0 0,-1 0-1 0 0,0 0 1 0 0,0 1-1 0 0,0-1 1 0 0,1 0-1 0 0,-1 0 1 0 0,0 0-1 0 0,0 0 1 0 0,1 0 0 0 0,-1 0-1 0 0,0 0 1 0 0,0 0-1 0 0,1 0 1 0 0,-1 0-1 0 0,0 0 1 0 0,0 0 0 0 0,1 0-1 0 0,-1 0 1 0 0,0 0-1 0 0,0 0 1 0 0,0 0-1 0 0,1 0 1 0 0,-1 0 0 0 0,0 0-1 0 0,0 0 1 0 0,1-1-1 0 0,1-12-226 0 0,-5-17 6 0 0,-34-118 360 0 0,9 41 0 0 0,28 108-131 0 0,-1-1 0 0 0,1 0 0 0 0,0 1 1 0 0,0-1-1 0 0,0 1 0 0 0,0-1 0 0 0,-1 1 0 0 0,1-1 0 0 0,0 0 0 0 0,0 1 1 0 0,-1-1-1 0 0,1 1 0 0 0,0-1 0 0 0,0 0 0 0 0,-1 1 0 0 0,1-1 0 0 0,-1 0 1 0 0,1 0-1 0 0,0 1 0 0 0,-1-1 0 0 0,1 0 0 0 0,-1 0 0 0 0,1 0 1 0 0,0 1-1 0 0,-1-1 0 0 0,1 0 0 0 0,-1 0 0 0 0,1 0 0 0 0,-1 0 0 0 0,1 0 1 0 0,-1 0-1 0 0,1 0 0 0 0,-1 0 0 0 0,1 0 0 0 0,0 0 0 0 0,-1 0 0 0 0,1 0 1 0 0,-1 0-1 0 0,1 0 0 0 0,-1-1 0 0 0,1 1 0 0 0,-1 0 0 0 0,1 0 0 0 0,0 0 1 0 0,-1-1-1 0 0,1 1 0 0 0,-1 0 0 0 0,1 0 0 0 0,0-1 0 0 0,-1 1 1 0 0,1 0-1 0 0,0-1 0 0 0,0 1 0 0 0,-1-1 0 0 0,1 1 0 0 0,0 0 0 0 0,0-1 1 0 0,-1 1-1 0 0,1-1 0 0 0,0 1 0 0 0,0 0 0 0 0,0-1 0 0 0,0 1 0 0 0,-1-2 1 0 0,1 5 51 0 0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0:56.454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</inkml:brush>
  </inkml:definitions>
  <inkml:trace contextRef="#ctx0" brushRef="#br0">1107 2 13363 0 0,'-56'-1'710'0'0,"-80"7"1"0"0,70-2-590 0 0,-254 21 1124 0 0,219-12-466 0 0,-117 30 0 0 0,210-41-723 0 0,-25 7 180 0 0,32-9-231 0 0,-1 1 1 0 0,1-1-1 0 0,-1 1 1 0 0,1 0-1 0 0,-1-1 0 0 0,1 1 1 0 0,0 0-1 0 0,0 0 1 0 0,-1 0-1 0 0,1 0 0 0 0,0 0 1 0 0,0 0-1 0 0,0 0 1 0 0,0 0-1 0 0,0 1 0 0 0,-1 1 1 0 0,2-2-10 0 0,0 0 1 0 0,0-1-1 0 0,0 1 1 0 0,0 0-1 0 0,0 0 1 0 0,0-1 0 0 0,1 1-1 0 0,-1 0 1 0 0,0-1-1 0 0,1 1 1 0 0,-1 0-1 0 0,0-1 1 0 0,1 1-1 0 0,-1 0 1 0 0,1-1-1 0 0,-1 1 1 0 0,1-1-1 0 0,-1 1 1 0 0,1-1-1 0 0,-1 1 1 0 0,1-1-1 0 0,-1 1 1 0 0,1-1-1 0 0,0 1 1 0 0,-1-1 0 0 0,1 0-1 0 0,0 1 1 0 0,1-1-1 0 0,26 11-308 0 0,-24-9 251 0 0,49 12-116 0 0,1-2-1 0 0,0-2 1 0 0,0-3-1 0 0,60 1 1 0 0,-76-6 210 0 0,1087 13 966 0 0,-831-18-769 0 0,15-1 28 0 0,758 4 757 0 0,-5 73-749 0 0,-1025-69-270 0 0,-7-1 40 0 0,-1 1 0 0 0,0 1-1 0 0,32 11 1 0 0,-68-17 57 0 0,1 0 0 0 0,-1 0 0 0 0,0 1 0 0 0,-11 0 0 0 0,-11 0 39 0 0,-1234-34-1666 0 0,-3 34 25 0 0,954 1 1636 0 0,-442 9 468 0 0,4 38 585 0 0,717-45-1151 0 0,-6 0 3 0 0,-69 16 0 0 0,106-16-32 0 0,9 0 0 0 0,13 2 0 0 0,70 5-1260 0 0,175-2 1 0 0,-165-9 804 0 0,934 15-94 0 0,518 45 4144 0 0,-679 10-1893 0 0,-590-32-992 0 0,294 77-1 0 0,-553-108-711 0 0,71 20-22 0 0,-85-22 19 0 0,0 0 1 0 0,0 0-1 0 0,-1 1 0 0 0,1 0 0 0 0,-1 1 0 0 0,14 11 0 0 0,-22-17-12 0 0,0 1 0 0 0,-1-1-1 0 0,1 1 1 0 0,0-1 0 0 0,0 1 0 0 0,0 0 0 0 0,0 0 0 0 0,-1-1 0 0 0,1 1 0 0 0,0 0-1 0 0,-1 0 1 0 0,1 0 0 0 0,0 0 0 0 0,-1 0 0 0 0,1 0 0 0 0,-1 0 0 0 0,0 0 0 0 0,1 0 0 0 0,-1 0-1 0 0,0 0 1 0 0,1 0 0 0 0,-1 0 0 0 0,0 0 0 0 0,0 0 0 0 0,0 0 0 0 0,0 0 0 0 0,0 0-1 0 0,0 0 1 0 0,0 0 0 0 0,-1 0 0 0 0,1 1 0 0 0,0-1 0 0 0,0 0 0 0 0,-1 0 0 0 0,1 0 0 0 0,-1 0-1 0 0,1-1 1 0 0,-1 1 0 0 0,1 0 0 0 0,-1 0 0 0 0,0 0 0 0 0,1 0 0 0 0,-1 0 0 0 0,0-1-1 0 0,0 1 1 0 0,-1 1 0 0 0,-3 1-174 0 0,-1 0 1 0 0,1 0-1 0 0,-1 0 0 0 0,0 0 0 0 0,0-1 0 0 0,-11 3 0 0 0,-104 20-1084 0 0,-218 16-1 0 0,251-33 1168 0 0,-536 38 113 0 0,26-3 169 0 0,-562 80 1498 0 0,186 29-432 0 0,899-135-2097 0 0,150-19-1486 0 0,473-48 1288 0 0,-65 5 1626 0 0,657 13 1017 0 0,-241 56-964 0 0,-799-22-873 0 0,128-13-1 0 0,-209 6-332 0 0,-24 0-58 0 0,-33-4 153 0 0,-26 1 395 0 0,-86 1 0 0 0,68 5 238 0 0,-357-13 165 0 0,-160-7-916 0 0,527 19 490 0 0,-947-45 1063 0 0,-2 29 1870 0 0,908 20-2657 0 0,-455-9-1138 0 0,551 7 767 0 0,13 2 109 0 0,-1-1-1 0 0,0 0 0 0 0,0 0 1 0 0,1 0-1 0 0,-1-1 1 0 0,0 0-1 0 0,1 0 1 0 0,-1 0-1 0 0,1 0 0 0 0,-9-4 1 0 0,13 4 77 0 0,1 0 1 0 0,-1 1-1 0 0,1-1 1 0 0,0 1-1 0 0,-1-1 0 0 0,1 1 1 0 0,0-1-1 0 0,0 1 1 0 0,-1-1-1 0 0,1 1 0 0 0,0 0 1 0 0,0-1-1 0 0,0 1 1 0 0,-1 0-1 0 0,1 0 1 0 0,0-1-1 0 0,0 1 0 0 0,0 0 1 0 0,0 0-1 0 0,0 0 1 0 0,0 0-1 0 0,397-47-2054 0 0,-335 41 1882 0 0,893-45-687 0 0,5 44 2802 0 0,-30 0-818 0 0,-623 9-1093 0 0,-798-9 1560 0 0,208 7-1416 0 0,89-3-370 0 0,-666-3-141 0 0,3 47-129 0 0,831-39 407 0 0,-32 4-563 0 0,-71 14-1 0 0,127-20 603 0 0,0 0-1 0 0,0 0 1 0 0,0 1 0 0 0,0-1-1 0 0,0 0 1 0 0,0 0 0 0 0,0 1-1 0 0,0-1 1 0 0,0 1 0 0 0,0-1-1 0 0,0 1 1 0 0,0-1 0 0 0,0 1-1 0 0,0-1 1 0 0,0 1 0 0 0,1 0-1 0 0,-1-1 1 0 0,0 1 0 0 0,-1 1-1 0 0,3-1 26 0 0,-1-1 0 0 0,0 1-1 0 0,0 0 1 0 0,0-1 0 0 0,0 1 0 0 0,1-1-1 0 0,-1 1 1 0 0,0-1 0 0 0,1 1 0 0 0,-1-1-1 0 0,0 1 1 0 0,1-1 0 0 0,-1 0 0 0 0,0 1-1 0 0,1-1 1 0 0,-1 1 0 0 0,1-1 0 0 0,-1 0-1 0 0,1 1 1 0 0,-1-1 0 0 0,1 0 0 0 0,-1 0-1 0 0,1 1 1 0 0,0-1 0 0 0,44 16-248 0 0,-44-16 260 0 0,55 14-71 0 0,2-3 0 0 0,65 5 1 0 0,123-2 223 0 0,-157-11 55 0 0,499 21 1312 0 0,1055 60 708 0 0,-961-1-1854 0 0,-649-77-378 0 0,7 0-164 0 0,-1 2 0 0 0,0 2 0 0 0,-1 1 0 0 0,68 29 1 0 0,-105-39 118 0 0,0-1 0 0 0,0 0 0 0 0,0 1 1 0 0,-1-1-1 0 0,1 1 0 0 0,0-1 0 0 0,0 1 0 0 0,0-1 1 0 0,0 1-1 0 0,-1 0 0 0 0,1-1 0 0 0,0 1 1 0 0,-1 0-1 0 0,1 0 0 0 0,0-1 0 0 0,-1 1 0 0 0,1 0 1 0 0,-1 0-1 0 0,1 0 0 0 0,-1 0 0 0 0,1 0 1 0 0,-1 0-1 0 0,0 1 0 0 0,0-1-20 0 0,0 0 0 0 0,-1 0 0 0 0,1-1 0 0 0,0 1 0 0 0,-1 0 0 0 0,1 0 0 0 0,-1-1 0 0 0,0 1 0 0 0,1 0 0 0 0,-1-1 0 0 0,1 1 0 0 0,-1-1 0 0 0,0 1 0 0 0,0 0 0 0 0,1-1 0 0 0,-1 0 0 0 0,0 1 0 0 0,0-1 0 0 0,0 1 0 0 0,0-1 0 0 0,-10 4-439 0 0,1-1-1 0 0,-1 0 1 0 0,-11 2-1 0 0,19-5 494 0 0,-344 41-2593 0 0,-5-29 2663 0 0,-644-28 1595 0 0,129-2 3585 0 0,815 18-4715 0 0,-15-1 412 0 0,0 3-1 0 0,-125 20 1 0 0,173-14-667 0 0,19-8-259 0 0,0 0 1 0 0,0 0 0 0 0,0 0 0 0 0,-1 1 0 0 0,1-1 0 0 0,0 0 0 0 0,0 0 0 0 0,0 0-1 0 0,0 1 1 0 0,0-1 0 0 0,0 0 0 0 0,0 0 0 0 0,0 0 0 0 0,0 1 0 0 0,0-1 0 0 0,0 0 0 0 0,0 0-1 0 0,0 0 1 0 0,0 1 0 0 0,0-1 0 0 0,0 0 0 0 0,0 0 0 0 0,0 0 0 0 0,0 1 0 0 0,0-1-1 0 0,0 0 1 0 0,0 0 0 0 0,0 0 0 0 0,1 1 0 0 0,-1-1 0 0 0,0 0 0 0 0,0 0 0 0 0,0 0-1 0 0,0 0 1 0 0,0 1 0 0 0,0-1 0 0 0,1 0 0 0 0,-1 0 0 0 0,0 0 0 0 0,0 0 0 0 0,0 0 0 0 0,1 1-1 0 0,36 12-3 0 0,45 1-1251 0 0,1-3 1 0 0,105 0 0 0 0,-43-6-5314 0 0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1:03.1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86 6913 0 0,'5'-4'230'0'0,"0"1"-1"0"0,1 1 0 0 0,-1-1 0 0 0,1 1 1 0 0,0 0-1 0 0,0 0 0 0 0,0 1 0 0 0,8-2 1 0 0,-2 1 656 0 0,87-22 3378 0 0,105-12 0 0 0,-197 36-4227 0 0,-1-1 0 0 0,1 1 0 0 0,-1 0 0 0 0,1 0 0 0 0,10 3 1 0 0,-15-3-291 0 0,0 1 0 0 0,0-1 0 0 0,0 1 0 0 0,0 0 0 0 0,0 0 1 0 0,0 0-1 0 0,0 0 0 0 0,0 0 0 0 0,-1 0 0 0 0,1 0 0 0 0,0 1 1 0 0,-1-1-1 0 0,1 0 0 0 0,-1 1 0 0 0,0 0 0 0 0,1-1 1 0 0,-1 1-1 0 0,0 0 0 0 0,0 0 0 0 0,2 3 0 0 0,0 2-2010 0 0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1:03.3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52 11522 0 0,'0'0'887'0'0,"20"1"1091"0"0,8-3-977 0 0,-1-1 0 0 0,0-1 0 0 0,0-1 1 0 0,32-11-1 0 0,17-3-2986 0 0,-60 16-4309 0 0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1:05.1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1 161 2304 0 0,'10'-48'1904'0'0,"0"4"1988"0"0,-6-2 4095 0 0,8 23-2075 0 0,-13 32-5298 0 0,1-8-454 0 0,-1 4-88 0 0,-2 11-35 0 0,1 1-1 0 0,0-1 1 0 0,1 0 0 0 0,0 1 0 0 0,2-1 0 0 0,0 0 0 0 0,1 1-1 0 0,0-1 1 0 0,8 24 0 0 0,7 18-39 0 0,-2 1 1 0 0,7 67-1 0 0,4 122 58 0 0,-26-244-54 0 0,1 3 23 0 0,-1 1 0 0 0,0-1 0 0 0,0 0 0 0 0,-1 0 0 0 0,0-1 0 0 0,0 1 0 0 0,0 0 0 0 0,-1 0 0 0 0,-4 9 0 0 0,-1-2-957 0 0,0-1 0 0 0,-1 0 0 0 0,-12 15 0 0 0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1:05.4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177 167 2304 0 0,'-6'-7'206'0'0,"0"2"0"0"0,0-1-1 0 0,0 1 1 0 0,-1 0-1 0 0,0 0 1 0 0,0 1-1 0 0,-1 0 1 0 0,1 0-1 0 0,-1 1 1 0 0,0 0-1 0 0,-15-4 1 0 0,16 5 611 0 0,0 1 1 0 0,0 0 0 0 0,-1 0-1 0 0,1 1 1 0 0,0 0-1 0 0,0 0 1 0 0,0 1 0 0 0,-14 2-1 0 0,66-16 4611 0 0,28-13-3063 0 0,43-13-1668 0 0,-88 30-764 0 0,-13 4-226 0 0,0 1-1 0 0,0 0 0 0 0,1 1 0 0 0,27-2 0 0 0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1:05.8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10 144 5985 0 0,'-1'-1'96'0'0,"0"0"-1"0"0,0 0 1 0 0,1 0-1 0 0,-1 0 1 0 0,0 0-1 0 0,1 0 0 0 0,-1 0 1 0 0,0 0-1 0 0,1 0 1 0 0,-1 0-1 0 0,1 0 1 0 0,0 0-1 0 0,-1 0 1 0 0,1 0-1 0 0,0-1 1 0 0,0 1-1 0 0,-1 0 1 0 0,1 0-1 0 0,0 0 0 0 0,0-1 1 0 0,0 1-1 0 0,1 0 1 0 0,-1 0-1 0 0,0 0 1 0 0,0 0-1 0 0,1-1 1 0 0,-1 1-1 0 0,0 0 1 0 0,1 0-1 0 0,-1 0 0 0 0,1 0 1 0 0,0 0-1 0 0,-1 0 1 0 0,1 0-1 0 0,0 0 1 0 0,0 0-1 0 0,-1 0 1 0 0,3-1-1 0 0,1-3 372 0 0,0 1 0 0 0,0-1 0 0 0,0 1 0 0 0,1 0-1 0 0,-1 0 1 0 0,10-5 0 0 0,8 0 198 0 0,1 1 1 0 0,-1 1-1 0 0,2 1 0 0 0,-1 1 0 0 0,0 1 0 0 0,40-2 1 0 0,20-4-742 0 0,-58 5-243 0 0,1 0-83 0 0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1:06.1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9218 0 0,'0'10'8691'0'0,"0"8"-4377"0"0,4 98-3775 0 0,-2-92-517 0 0,2 1 0 0 0,1-1-1 0 0,1 0 1 0 0,0-1 0 0 0,2 1 0 0 0,18 36-1 0 0,-14-33-274 0 0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1:17.3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155 65 3225 0 0,'0'0'14'0'0,"-1"0"1"0"0,1-1 0 0 0,0 1 0 0 0,-1 0-1 0 0,1 0 1 0 0,0-1 0 0 0,-1 1 0 0 0,1 0 0 0 0,0 0-1 0 0,0-1 1 0 0,-1 1 0 0 0,1 0 0 0 0,0-1-1 0 0,0 1 1 0 0,0 0 0 0 0,-1-1 0 0 0,1 1-1 0 0,0 0 1 0 0,0-1 0 0 0,0 1 0 0 0,0 0-1 0 0,0-1 1 0 0,0 1 0 0 0,0-1 0 0 0,0 1-1 0 0,0 0 1 0 0,0-1 0 0 0,0 1 0 0 0,0 0-1 0 0,0-1 1 0 0,0 1 0 0 0,0-1 0 0 0,0 1-1 0 0,1-1 1 0 0,9-15 381 0 0,18-8 1950 0 0,-24 21-2038 0 0,0 2 1 0 0,1-1 0 0 0,-1 0 0 0 0,1 1-1 0 0,0 0 1 0 0,-1 0 0 0 0,1 0 0 0 0,0 1-1 0 0,-1 0 1 0 0,1 0 0 0 0,0 0 0 0 0,0 0-1 0 0,6 2 1 0 0,8 2 1406 0 0,-1 0 1 0 0,19 8-1 0 0,-23-7-1471 0 0,-10-4-205 0 0,0 0-1 0 0,-1 1 1 0 0,1-1-1 0 0,-1 1 1 0 0,0 0-1 0 0,0-1 0 0 0,1 2 1 0 0,-1-1-1 0 0,0 0 1 0 0,-1 0-1 0 0,1 1 1 0 0,0 0-1 0 0,-1-1 0 0 0,1 1 1 0 0,-1 0-1 0 0,0 0 1 0 0,0 1-1 0 0,0-1 1 0 0,-1 0-1 0 0,1 0 0 0 0,-1 1 1 0 0,1-1-1 0 0,-1 1 1 0 0,0 0-1 0 0,-1-1 1 0 0,1 1-1 0 0,0 0 1 0 0,-1-1-1 0 0,0 1 0 0 0,0 0 1 0 0,0 0-1 0 0,-2 6 1 0 0,-2 10 313 0 0,0 0 1 0 0,-2-1-1 0 0,0 0 1 0 0,-18 36-1 0 0,10-24-186 0 0,8-18 103 0 0,-1 0-1 0 0,0-1 1 0 0,-1 0-1 0 0,0-1 1 0 0,-1 1-1 0 0,-1-2 1 0 0,1 1-1 0 0,-15 10 1 0 0,-93 68 1222 0 0,110-85-1466 0 0,-9 6 18 0 0,0-1-1 0 0,-26 10 1 0 0,-12 6-564 0 0,42-17 98 0 0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1:11.6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54 5985 0 0,'4'-9'2396'0'0,"0"0"-1"0"0,1 1 1 0 0,1 0-1 0 0,8-12 1 0 0,-15 38 2691 0 0,9 27-5701 0 0,-6-33 1031 0 0,1 0-417 0 0,25 134 0 0 0,16 226 0 0 0,-43-338 0 0 0,1 0 0 0 0,-1 0 0 0 0,-8 68 0 0 0,-2-78-962 0 0,4-21-21 0 0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1:11.9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4 176 2304 0 0,'0'-1'185'0'0,"-1"-1"-1"0"0,1 1 0 0 0,-1 0 0 0 0,1 0 0 0 0,-1 0 0 0 0,1 0 0 0 0,0-1 0 0 0,0 1 0 0 0,0 0 0 0 0,0 0 0 0 0,0 0 0 0 0,0-1 0 0 0,0 1 0 0 0,0 0 0 0 0,0 0 0 0 0,0 0 0 0 0,1-1 0 0 0,-1 1 0 0 0,0 0 0 0 0,1 0 0 0 0,-1 0 0 0 0,1 0 0 0 0,-1 0 0 0 0,1 0 0 0 0,0 0 0 0 0,-1 0 0 0 0,1 0 0 0 0,0 0 0 0 0,1-1 0 0 0,28-28 3379 0 0,-6 13-2431 0 0,1 2 0 0 0,1 1 0 0 0,0 1 0 0 0,1 1 0 0 0,0 1 0 0 0,1 2 0 0 0,29-6 0 0 0,-55 14-1232 0 0,1 0-1 0 0,0 0 0 0 0,-1 1 0 0 0,1-1 0 0 0,0 1 0 0 0,0-1 0 0 0,-1 1 1 0 0,1 0-1 0 0,0 0 0 0 0,0 1 0 0 0,-1-1 0 0 0,1 1 0 0 0,0-1 0 0 0,-1 1 1 0 0,1 0-1 0 0,0 0 0 0 0,-1 0 0 0 0,1 0 0 0 0,-1 0 0 0 0,0 0 0 0 0,1 1 1 0 0,-1-1-1 0 0,4 4 0 0 0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1:12.1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81 6913 0 0,'-9'0'5250'0'0,"23"-12"-2660"0"0,26-15-1033 0 0,36-9-2834 0 0,-60 30-4154 0 0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1:12.6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8 126 3681 0 0,'-1'-4'474'0'0,"-1"1"0"0"0,1-1 0 0 0,0 0 0 0 0,0 0 0 0 0,1 1 0 0 0,-1-1 0 0 0,1 0 0 0 0,0 0 0 0 0,0 0 0 0 0,0 0 0 0 0,0 1 0 0 0,1-1 0 0 0,-1 0 0 0 0,1 0 0 0 0,0 0 0 0 0,0 1 0 0 0,1-1 0 0 0,-1 0 0 0 0,1 1 0 0 0,0-1 0 0 0,2-3 0 0 0,-1 3-267 0 0,0 1-1 0 0,1 0 1 0 0,-1 0 0 0 0,1 0-1 0 0,0 0 1 0 0,0 1 0 0 0,0-1-1 0 0,0 1 1 0 0,0 0 0 0 0,0 0-1 0 0,8-2 1 0 0,-10 3-174 0 0,0 0 0 0 0,1 0 0 0 0,-1 1 0 0 0,1-1 0 0 0,-1 0 0 0 0,1 1 0 0 0,-1 0 0 0 0,0 0 0 0 0,1 0 0 0 0,-1 0 0 0 0,1 0 0 0 0,-1 0 0 0 0,1 0 0 0 0,-1 1 0 0 0,1-1 0 0 0,-1 1 0 0 0,0 0 0 0 0,1 0 0 0 0,-1 0 0 0 0,0 0 0 0 0,0 0 0 0 0,1 0-1 0 0,-1 1 1 0 0,0-1 0 0 0,0 1 0 0 0,0-1 0 0 0,-1 1 0 0 0,3 2 0 0 0,-2 0 18 0 0,1 0-1 0 0,-2-1 0 0 0,1 1 0 0 0,0 0 0 0 0,-1 0 0 0 0,1 0 1 0 0,-1 0-1 0 0,0 1 0 0 0,0-1 0 0 0,-1 0 0 0 0,0 0 0 0 0,1 1 0 0 0,-1-1 1 0 0,0 0-1 0 0,-2 8 0 0 0,-5 20 138 0 0,-1 0 1 0 0,-2-1-1 0 0,-1 0 0 0 0,-1 0 0 0 0,-2-1 1 0 0,-23 38-1 0 0,14-25-26 0 0,23-43-158 0 0,-4 5 223 0 0,2 1-1 0 0,-1 0 1 0 0,1 0 0 0 0,0-1 0 0 0,-3 11 0 0 0,5-15-192 0 0,0 0 1 0 0,0 0 0 0 0,0 0-1 0 0,0 0 1 0 0,0 0 0 0 0,0 0 0 0 0,0 0-1 0 0,0 0 1 0 0,0 0 0 0 0,1 0-1 0 0,-1 0 1 0 0,0 0 0 0 0,1 0 0 0 0,-1 0-1 0 0,1 0 1 0 0,-1 0 0 0 0,1 0-1 0 0,-1 0 1 0 0,1 0 0 0 0,0 0 0 0 0,-1-1-1 0 0,1 1 1 0 0,0 0 0 0 0,0 0-1 0 0,-1-1 1 0 0,1 1 0 0 0,0-1 0 0 0,0 1-1 0 0,0-1 1 0 0,0 1 0 0 0,0-1-1 0 0,0 1 1 0 0,0-1 0 0 0,0 0 0 0 0,0 1-1 0 0,0-1 1 0 0,0 0 0 0 0,0 0-1 0 0,0 0 1 0 0,2 0 0 0 0,7 1 5 0 0,1-1 1 0 0,0 0-1 0 0,0-1 1 0 0,0 0-1 0 0,0-1 1 0 0,-1 0-1 0 0,21-7 1 0 0,72-33 251 0 0,-97 39-266 0 0,252-129-1682 0 0,-257 132 1584 0 0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1:13.0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52 9674 0 0,'66'-5'6231'0'0,"-6"1"-4488"0"0,-37 3-1312 0 0,145-12 1341 0 0,-142 9-2305 0 0,0-2-1 0 0,29-8 1 0 0,-45 10-1285 0 0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1:13.3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8754 0 0,'18'28'11193'0'0,"-4"15"-7078"0"0,11 60-5370 0 0,-12-47 2341 0 0,12 67-564 0 0,1 7-946 0 0,1-47-5937 0 0,-18-60-1211 0 0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1:18.4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8290 0 0,'1'8'9280'0'0,"12"26"-6580"0"0,6 12-2354 0 0,-13-16-101 0 0,0-1 0 0 0,-2 1 0 0 0,-1-1-1 0 0,-2 39 1 0 0,-15 119 75 0 0,7-126-331 0 0,3 1 0 0 0,5 85 0 0 0,1-127-226 0 0,0 0 0 0 0,2 1 0 0 0,9 28-1 0 0,6-5-3596 0 0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1:18.6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7 147 7370 0 0,'0'-1'79'0'0,"-1"1"1"0"0,1 0 0 0 0,-1-1 0 0 0,1 1 0 0 0,0 0 0 0 0,-1-1-1 0 0,1 1 1 0 0,-1-1 0 0 0,1 1 0 0 0,0-1 0 0 0,-1 1 0 0 0,1-1-1 0 0,0 1 1 0 0,0-1 0 0 0,-1 1 0 0 0,1-1 0 0 0,0 1-1 0 0,0-1 1 0 0,0 1 0 0 0,0-1 0 0 0,0 1 0 0 0,0-1 0 0 0,0 0-1 0 0,0 1 1 0 0,0-1 0 0 0,0 1 0 0 0,0-1 0 0 0,0 1 0 0 0,0-1-1 0 0,0 1 1 0 0,0-1 0 0 0,1 0 0 0 0,16-17 2109 0 0,36-11 582 0 0,-45 25-2481 0 0,26-13 239 0 0,1 1 0 0 0,1 2 0 0 0,56-14 0 0 0,-73 25-767 0 0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1:18.8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1 149 9674 0 0,'7'-3'424'0'0,"0"-1"96"0"0,2 1-416 0 0,-2 0-104 0 0,-2 0 0 0 0,1 0 0 0 0,1 1 352 0 0,6-6 56 0 0,7 0 9 0 0,6-5-1 0 0,3-1-416 0 0,0 0-96 0 0,-2 1-16 0 0,-1 1 0 0 0,-1 0 112 0 0,-2 1 0 0 0,-2 0 0 0 0,-1-1 0 0 0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1:19.4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71 5065 0 0,'-1'-1'143'0'0,"-1"0"0"0"0,1 0 0 0 0,-1 0-1 0 0,1 0 1 0 0,0 0 0 0 0,-1 0 0 0 0,1 0 0 0 0,0-1-1 0 0,0 1 1 0 0,0 0 0 0 0,0-1 0 0 0,0 1 0 0 0,0-1 0 0 0,0 1-1 0 0,0-1 1 0 0,1 1 0 0 0,-1-1 0 0 0,0 0 0 0 0,0-3 0 0 0,2 4 13 0 0,-1 0 1 0 0,0 0 0 0 0,1-1 0 0 0,-1 1-1 0 0,1 0 1 0 0,0 0 0 0 0,-1-1 0 0 0,1 1 0 0 0,0 0-1 0 0,0 0 1 0 0,0 0 0 0 0,-1 0 0 0 0,1 0-1 0 0,0 0 1 0 0,0 0 0 0 0,0 1 0 0 0,1-1 0 0 0,-1 0-1 0 0,0 1 1 0 0,0-1 0 0 0,0 0 0 0 0,1 1-1 0 0,-1-1 1 0 0,0 1 0 0 0,0 0 0 0 0,3-1 0 0 0,11-3 396 0 0,0 0 0 0 0,0 1 0 0 0,0 1 1 0 0,0 0-1 0 0,1 1 0 0 0,19 1 0 0 0,-29 0-499 0 0,1 0 1 0 0,0 1-1 0 0,0 0 0 0 0,0 0 0 0 0,0 1 0 0 0,-1 0 0 0 0,1 0 0 0 0,0 0 1 0 0,-1 1-1 0 0,0 0 0 0 0,0 0 0 0 0,0 1 0 0 0,0-1 0 0 0,0 1 0 0 0,-1 1 0 0 0,7 5 1 0 0,-10-7-39 0 0,0 0 0 0 0,0 0 0 0 0,0 1 0 0 0,0-1 0 0 0,0 0 0 0 0,-1 1 0 0 0,0 0 0 0 0,0-1 0 0 0,0 1 0 0 0,0 0 0 0 0,0-1 0 0 0,-1 1 0 0 0,1 0 0 0 0,-1 0 0 0 0,0 0 0 0 0,0-1 0 0 0,-1 1 0 0 0,0 6 0 0 0,-3 6 284 0 0,0-1 0 0 0,-1 0 0 0 0,-9 19 0 0 0,-1 4 259 0 0,14-37-559 0 0,1-1-1 0 0,0 1 1 0 0,0 0 0 0 0,0-1 0 0 0,0 1-1 0 0,0 0 1 0 0,0-1 0 0 0,0 1 0 0 0,0 0-1 0 0,0-1 1 0 0,0 1 0 0 0,1-1 0 0 0,-1 1 0 0 0,0 0-1 0 0,0-1 1 0 0,1 1 0 0 0,-1 0 0 0 0,0-1-1 0 0,1 1 1 0 0,-1-1 0 0 0,0 1 0 0 0,1-1 0 0 0,-1 1-1 0 0,1-1 1 0 0,-1 1 0 0 0,1-1 0 0 0,-1 1-1 0 0,1-1 1 0 0,-1 0 0 0 0,1 1 0 0 0,0-1-1 0 0,-1 0 1 0 0,1 1 0 0 0,-1-1 0 0 0,1 0 0 0 0,0 0-1 0 0,-1 0 1 0 0,1 0 0 0 0,0 1 0 0 0,-1-1-1 0 0,1 0 1 0 0,1 0 0 0 0,40 2-46 0 0,-20-1 31 0 0,-12 1 18 0 0,0 0-1 0 0,0 0 1 0 0,-1 2 0 0 0,1-1-1 0 0,-1 1 1 0 0,0 0 0 0 0,0 1-1 0 0,0 0 1 0 0,-1 0 0 0 0,1 1-1 0 0,14 13 1 0 0,-20-16-1 0 0,-1-1-1 0 0,1 1 1 0 0,-1 0-1 0 0,0 0 1 0 0,0 0-1 0 0,0 0 1 0 0,0 1 0 0 0,0-1-1 0 0,-1 0 1 0 0,1 1-1 0 0,-1-1 1 0 0,0 1-1 0 0,0-1 1 0 0,0 1-1 0 0,-1 0 1 0 0,1-1 0 0 0,-1 1-1 0 0,0 0 1 0 0,0 0-1 0 0,0-1 1 0 0,-1 1-1 0 0,1 0 1 0 0,-1-1-1 0 0,0 1 1 0 0,0 0 0 0 0,0-1-1 0 0,0 1 1 0 0,-1-1-1 0 0,1 0 1 0 0,-1 1-1 0 0,0-1 1 0 0,0 0-1 0 0,0 0 1 0 0,-1 0 0 0 0,-2 3-1 0 0,-2 2 159 0 0,-1 0 0 0 0,1 0 0 0 0,-2-1 0 0 0,1 0 0 0 0,-1-1 0 0 0,0 0 0 0 0,0 0 0 0 0,-1-1 0 0 0,0 0 0 0 0,0-1-1 0 0,0 0 1 0 0,0 0 0 0 0,0-1 0 0 0,-1 0 0 0 0,-16 1 0 0 0,15-3-829 0 0,0 0 0 0 0,0-1 0 0 0,1 0 0 0 0,-1-1 0 0 0,-12-2 0 0 0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1:19.9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60 6449 0 0,'-29'11'3953'0'0,"45"-9"-1452"0"0,62-7 385 0 0,0-3 0 0 0,94-22 0 0 0,-127 22-2530 0 0,-32 6-388 0 0,-8 1-37 0 0,1 1 0 0 0,-1-1 0 0 0,0 0 0 0 0,1 0 0 0 0,-1 0-1 0 0,0-1 1 0 0,0 0 0 0 0,0 0 0 0 0,0 0 0 0 0,6-5 0 0 0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1:20.1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5065 0 0,'10'2'13322'0'0,"-3"6"-13150"0"0,-1 0 1 0 0,0 1-1 0 0,0 0 1 0 0,-1 0-1 0 0,0 0 1 0 0,-1 1-1 0 0,0-1 1 0 0,0 1-1 0 0,-1 0 1 0 0,0 0-1 0 0,-1 0 1 0 0,0 1-1 0 0,-1-1 1 0 0,1 14-1 0 0,-1 23 1173 0 0,-10 90 0 0 0,5-97-1196 0 0,-4 73-225 0 0,7-79-304 0 0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1:22.4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47 6913 0 0,'26'-6'1501'0'0,"52"-10"4561"0"0,41-7-2673 0 0,-110 22-3266 0 0,0 1 0 0 0,0 0 0 0 0,0 0 1 0 0,0 1-1 0 0,-1 0 0 0 0,1 0 0 0 0,0 1 0 0 0,-1 1 0 0 0,1-1 0 0 0,-1 1 0 0 0,1 1 0 0 0,-1-1 1 0 0,0 2-1 0 0,-1-1 0 0 0,12 9 0 0 0,-18-12-76 0 0,0 0 0 0 0,0 1 1 0 0,0-1-1 0 0,0 0 0 0 0,0 1 1 0 0,-1-1-1 0 0,1 1 0 0 0,0 0 1 0 0,-1-1-1 0 0,1 1 0 0 0,-1-1 0 0 0,0 1 1 0 0,1 0-1 0 0,-1-1 0 0 0,0 1 1 0 0,0 0-1 0 0,0 0 0 0 0,0-1 0 0 0,0 1 1 0 0,-1 0-1 0 0,1-1 0 0 0,0 1 1 0 0,-1-1-1 0 0,-1 4 0 0 0,-22 41 335 0 0,11-25-320 0 0,3 2-52 0 0,1 1 0 0 0,0 0 0 0 0,2 0 0 0 0,1 1 0 0 0,1 0 1 0 0,1 0-1 0 0,0 35 0 0 0,3-2 11 0 0,2 1 0 0 0,11 62 0 0 0,8 5-21 0 0,-11-80 0 0 0,-1 1 0 0 0,-3 0 0 0 0,-2 0 0 0 0,-4 77 0 0 0,-11-48-280 0 0,10-66-33 0 0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1:22.6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0 100 7370 0 0,'9'-5'5990'0'0,"43"-20"-689"0"0,26-10-3053 0 0,-26 12-3916 0 0,-26 12-5234 0 0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1:23.2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33 7834 0 0,'90'-5'6193'0'0,"1"-6"-4008"0"0,-33 3-2522 0 0,65 0 0 0 0,-112 8-54 0 0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1:23.5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1 1840 0 0,'-4'2'788'0'0,"0"0"-1"0"0,0 0 0 0 0,0 1 0 0 0,1 0 1 0 0,-1 0-1 0 0,1 0 0 0 0,-1 0 0 0 0,1 0 1 0 0,0 0-1 0 0,0 1 0 0 0,1 0 0 0 0,-4 4 1 0 0,5-4-504 0 0,-1 0 0 0 0,0 0-1 0 0,1 0 1 0 0,0 0 0 0 0,0 0 0 0 0,0 0 0 0 0,0 0 0 0 0,1 0 0 0 0,-1 1 0 0 0,1-1 0 0 0,1 6 0 0 0,-1-4-231 0 0,2 0-1 0 0,-1 0 0 0 0,1 0 1 0 0,-1 0-1 0 0,2 0 0 0 0,-1 0 1 0 0,1-1-1 0 0,0 1 0 0 0,0-1 1 0 0,0 1-1 0 0,1-1 1 0 0,-1 0-1 0 0,1-1 0 0 0,1 1 1 0 0,-1-1-1 0 0,1 0 0 0 0,7 6 1 0 0,13 7 105 0 0,-6-5 26 0 0,-2 0 0 0 0,25 23 0 0 0,-38-32-40 0 0,-1 1 1 0 0,1-1-1 0 0,-1 1 1 0 0,0 0-1 0 0,0 0 0 0 0,0 0 1 0 0,-1 0-1 0 0,0 1 0 0 0,1-1 1 0 0,-1 1-1 0 0,-1 0 1 0 0,1-1-1 0 0,-1 1 0 0 0,0 0 1 0 0,0 0-1 0 0,0 7 1 0 0,-1-9-43 0 0,-1 1 1 0 0,0 0 0 0 0,0-1 0 0 0,0 1 0 0 0,0 0 0 0 0,-1-1 0 0 0,1 0 0 0 0,-1 1 0 0 0,0-1 0 0 0,0 0-1 0 0,0 0 1 0 0,-1 0 0 0 0,1 0 0 0 0,-1 0 0 0 0,0-1 0 0 0,1 1 0 0 0,-1-1 0 0 0,0 1 0 0 0,0-1 0 0 0,-1 0-1 0 0,1 0 1 0 0,0-1 0 0 0,-1 1 0 0 0,-3 1 0 0 0,-3 1-100 0 0,1-1 0 0 0,-1 1 0 0 0,0-2 0 0 0,0 1 0 0 0,0-1 0 0 0,0-1 0 0 0,-19 1 0 0 0,25-2-41 0 0,0 0 0 0 0,0 0 0 0 0,-1-1 0 0 0,1 0-1 0 0,0 1 1 0 0,0-2 0 0 0,0 1 0 0 0,1 0 0 0 0,-6-3 0 0 0,0-3 38 0 0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9:18.5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91 163 4145 0 0,'-27'-57'1181'0'0,"21"42"535"0"0,-1-1 0 0 0,-1 1 0 0 0,0 0 0 0 0,-26-29 3973 0 0,35 53-3554 0 0,8 15-1078 0 0,14 25-860 0 0,-3 1-1 0 0,-2 1 1 0 0,-2 1-1 0 0,11 65 1 0 0,19 219-126 0 0,-7-30-71 0 0,-30-266-368 0 0,5 38 793 0 0,-14-28-6740 0 0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9:18.8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45 138 2304 0 0,'-6'-6'134'0'0,"1"-1"-1"0"0,-1 1 1 0 0,1-1-1 0 0,-7-13 1 0 0,11 17 99 0 0,-1 1 1 0 0,1-1-1 0 0,0 0 1 0 0,0 1-1 0 0,0-1 1 0 0,0 0-1 0 0,0 0 1 0 0,1 0-1 0 0,-1 0 1 0 0,1 0-1 0 0,0 0 1 0 0,0 0-1 0 0,0 0 1 0 0,0 0-1 0 0,0 0 1 0 0,2-5-1 0 0,-1 7-36 0 0,0 0-1 0 0,0 0 1 0 0,0-1-1 0 0,0 1 1 0 0,0 0-1 0 0,0 1 1 0 0,0-1-1 0 0,0 0 0 0 0,0 0 1 0 0,0 0-1 0 0,0 1 1 0 0,1-1-1 0 0,-1 0 1 0 0,0 1-1 0 0,1-1 0 0 0,-1 1 1 0 0,0 0-1 0 0,1-1 1 0 0,2 1-1 0 0,31-3 1250 0 0,-26 2-906 0 0,76-7 2399 0 0,63-3-591 0 0,-130 11-2536 0 0,1 1 1 0 0,-1 1-1 0 0,0 1 0 0 0,0 0 0 0 0,0 1 1 0 0,18 7-1 0 0,-9 0-5839 0 0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9:19.1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1 148 14283 0 0,'0'-3'98'0'0,"0"1"0"0"0,1 0 1 0 0,0-1-1 0 0,-1 1 0 0 0,1 0 0 0 0,0 0 0 0 0,0 0 0 0 0,0 0 0 0 0,1-1 1 0 0,-1 1-1 0 0,0 1 0 0 0,1-1 0 0 0,-1 0 0 0 0,4-3 0 0 0,32-26 515 0 0,-17 14 1023 0 0,-13 11-1409 0 0,1 0 0 0 0,0 0 1 0 0,0 0-1 0 0,0 1 0 0 0,1 0 1 0 0,18-7-1 0 0,31-4-6439 0 0,-40 14 447 0 0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9:19.4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 33 8754 0 0,'-3'-32'11414'0'0,"3"35"-11268"0"0,1 1 0 0 0,-1 0 0 0 0,1-1 0 0 0,0 1-1 0 0,0-1 1 0 0,1 1 0 0 0,-1-1 0 0 0,3 4 0 0 0,6 20 207 0 0,19 131 723 0 0,-24-113-1591 0 0,3 0 1 0 0,18 60-1 0 0,-16-79-7136 0 0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9:20.0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146 16 3681 0 0,'-5'-14'10540'0'0,"4"13"-10150"0"0,-14 6 2115 0 0,-11 25-1811 0 0,14-8-547 0 0,0 1 0 0 0,2 0 0 0 0,1 1 0 0 0,1 0 0 0 0,1 1 0 0 0,-6 42-1 0 0,-7 155 548 0 0,18-194-693 0 0,-3 235 49 0 0,6-214-44 0 0,3 0 0 0 0,2 0 0 0 0,16 63 0 0 0,-17-95-11 0 0,1 1 0 0 0,0-1 0 0 0,2 0-1 0 0,0-1 1 0 0,0 0 0 0 0,2 0 0 0 0,0-1 0 0 0,1 0 0 0 0,0-1 0 0 0,23 22 0 0 0,-13-17-24 0 0,1-1 0 0 0,1-2 0 0 0,0 0 0 0 0,1-1 0 0 0,1-1 0 0 0,33 12 0 0 0,32 12-1487 0 0,-42-20-4882 0 0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9:20.5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33 50 10594 0 0,'-26'-22'915'0'0,"25"22"-872"0"0,1-1 0 0 0,-1 1 0 0 0,1-1 0 0 0,-1 1-1 0 0,1-1 1 0 0,-1 1 0 0 0,1-1 0 0 0,0 1 0 0 0,-1-1-1 0 0,1 1 1 0 0,0-1 0 0 0,-1 1 0 0 0,1-1-1 0 0,0 0 1 0 0,0 1 0 0 0,0-1 0 0 0,0 1 0 0 0,-1-1-1 0 0,1 0 1 0 0,0 1 0 0 0,0-1 0 0 0,0 1 0 0 0,0-1-1 0 0,0 0 1 0 0,1 1 0 0 0,-1-1 0 0 0,0 0 0 0 0,0 1-1 0 0,0-1 1 0 0,0 1 0 0 0,1-1 0 0 0,-1 1 0 0 0,0-1-1 0 0,1 0 1 0 0,-1 1 0 0 0,0-1 0 0 0,1 1 0 0 0,-1-1-1 0 0,0 1 1 0 0,1 0 0 0 0,-1-1 0 0 0,1 1 0 0 0,-1-1-1 0 0,1 1 1 0 0,-1 0 0 0 0,1-1 0 0 0,0 1 0 0 0,-1 0-1 0 0,1 0 1 0 0,-1-1 0 0 0,1 1 0 0 0,0 0 0 0 0,2-1 181 0 0,0 1 1 0 0,-1 0 0 0 0,1-1 0 0 0,0 1 0 0 0,0 0 0 0 0,0 1-1 0 0,-1-1 1 0 0,1 0 0 0 0,0 1 0 0 0,0 0 0 0 0,-1-1-1 0 0,1 1 1 0 0,-1 0 0 0 0,6 3 0 0 0,34 20 997 0 0,-23-9-905 0 0,0 0 1 0 0,-1 1-1 0 0,-1 2 1 0 0,0-1-1 0 0,-1 2 1 0 0,-2 0-1 0 0,24 39 1 0 0,-9-6-71 0 0,-3 2 0 0 0,21 58 0 0 0,-25-49-481 0 0,-4 1 0 0 0,-2 1 0 0 0,-4 0 1 0 0,-2 1-1 0 0,-3 0 0 0 0,-3 1 1 0 0,-4 66-1 0 0,-3-59-6890 0 0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9:21.60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25 118 5985 0 0,'-3'-6'42'0'0,"-2"-5"373"0"0,1 1 0 0 0,-6-24 1 0 0,10 32-165 0 0,-1 0 1 0 0,1 0 0 0 0,-1 0 0 0 0,1-1 0 0 0,0 1 0 0 0,0 0 0 0 0,0-1 0 0 0,0 1 0 0 0,0 0 0 0 0,1 0 0 0 0,-1 0 0 0 0,1-1 0 0 0,-1 1-1 0 0,1 0 1 0 0,0 0 0 0 0,0 0 0 0 0,0 0 0 0 0,0 0 0 0 0,0 0 0 0 0,0 0 0 0 0,1 0 0 0 0,1-2 0 0 0,-1 3-104 0 0,-1 0 1 0 0,1 1-1 0 0,-1-1 1 0 0,1 0-1 0 0,0 1 1 0 0,-1-1-1 0 0,1 1 1 0 0,0 0-1 0 0,0 0 1 0 0,-1-1-1 0 0,1 1 0 0 0,0 0 1 0 0,0 0-1 0 0,-1 1 1 0 0,1-1-1 0 0,0 0 1 0 0,-1 0-1 0 0,1 1 1 0 0,0-1-1 0 0,-1 1 1 0 0,1 0-1 0 0,0-1 1 0 0,-1 1-1 0 0,1 0 1 0 0,1 1-1 0 0,37 27 1176 0 0,-21-11-1006 0 0,0 2 0 0 0,-1 0 0 0 0,-2 1 1 0 0,0 1-1 0 0,-1 0 0 0 0,-1 1 1 0 0,15 34-1 0 0,-7-6-88 0 0,-3 1 1 0 0,21 85 0 0 0,-29-88-236 0 0,-3 0 0 0 0,-1 1 0 0 0,-3 0 0 0 0,-2 0 1 0 0,-2 1-1 0 0,-10 70 0 0 0,4-81-993 0 0,-2-1 0 0 0,-19 56 0 0 0,7-41-5740 0 0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9:21.1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 2 6913 0 0,'-1'0'180'0'0,"1"0"-1"0"0,-1-1 0 0 0,1 1 0 0 0,-1 0 1 0 0,1 0-1 0 0,-1 0 0 0 0,1 0 0 0 0,-1-1 0 0 0,1 1 1 0 0,-1 0-1 0 0,1 0 0 0 0,-1 0 0 0 0,1 0 0 0 0,-1 0 1 0 0,1 0-1 0 0,-1 0 0 0 0,1 1 0 0 0,-1-1 1 0 0,1 0-1 0 0,-1 0 0 0 0,1 0 0 0 0,-1 0 0 0 0,-3 4 1614 0 0,4-4-1614 0 0,-1 1 0 0 0,-8 25 1966 0 0,6 33-1402 0 0,3-56-474 0 0,1 37 78 0 0,3 0 0 0 0,1 0 0 0 0,2-1-1 0 0,2 0 1 0 0,24 66 0 0 0,0-19-41 0 0,63 112 0 0 0,-73-156-161 0 0,2-2-1 0 0,1-1 1 0 0,3-1 0 0 0,39 41 0 0 0,-44-55-388 0 0,1-1 0 0 0,38 28 0 0 0,-43-38-1008 0 0,1 0 0 0 0,0-1 1 0 0,44 18-1 0 0,-15-14-4775 0 0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9:22.1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1 11979 0 0,'-1'0'211'0'0,"1"1"1"0"0,0-1 0 0 0,0 1 0 0 0,-1-1 0 0 0,1 1 0 0 0,0 0 0 0 0,0-1 0 0 0,0 1 0 0 0,0-1 0 0 0,0 1-1 0 0,0-1 1 0 0,0 1 0 0 0,4 8 3602 0 0,-3-9-3602 0 0,14 27 706 0 0,-12-21-367 0 0,54 94 279 0 0,-5 2-1 0 0,40 110 1 0 0,-73-164-914 0 0,3-1 0 0 0,38 62 0 0 0,-7-27-2821 0 0,-46-71 1925 0 0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9:22.4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8 310 14283 0 0,'0'0'56'0'0,"-1"-1"0"0"0,0 0 0 0 0,1 0 0 0 0,-1 1 0 0 0,0-1 0 0 0,1 0 0 0 0,-1 0-1 0 0,1 0 1 0 0,-1 0 0 0 0,1 1 0 0 0,0-1 0 0 0,-1 0 0 0 0,1 0 0 0 0,0 0 0 0 0,0 0 0 0 0,0 0 0 0 0,-1 0 0 0 0,1 0 0 0 0,0 0 0 0 0,0 0 0 0 0,0 0-1 0 0,1 0 1 0 0,-1 0 0 0 0,0 0 0 0 0,0 0 0 0 0,0 0 0 0 0,1 0 0 0 0,-1 0 0 0 0,1 1 0 0 0,-1-1 0 0 0,0 0 0 0 0,2-1 0 0 0,19-33 21 0 0,-14 26 170 0 0,10-14 273 0 0,0 1 0 0 0,2 1 0 0 0,0 1 0 0 0,1 1 0 0 0,1 0 0 0 0,1 1 0 0 0,1 2 0 0 0,0 0 0 0 0,1 2 0 0 0,51-23 0 0 0,-72 35-847 0 0,-1 1 0 0 0,1 0 1 0 0,-1-1-1 0 0,1 1 0 0 0,0 0 1 0 0,-1 1-1 0 0,1-1 0 0 0,0 1 1 0 0,-1-1-1 0 0,1 1 0 0 0,0 0 1 0 0,0 0-1 0 0,0 0 0 0 0,-1 0 1 0 0,1 0-1 0 0,0 1 0 0 0,0-1 1 0 0,0 1-1 0 0,-1 0 0 0 0,1 0 1 0 0,4 2-1 0 0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9:22.59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96 14283 0 0,'0'1'-9'0'0,"0"-1"-1"0"0,0 1 0 0 0,0-1 1 0 0,0 0-1 0 0,0 1 1 0 0,0-1-1 0 0,0 1 1 0 0,0-1-1 0 0,0 1 1 0 0,0-1-1 0 0,0 0 1 0 0,0 1-1 0 0,0-1 0 0 0,0 1 1 0 0,1-1-1 0 0,-1 0 1 0 0,0 1-1 0 0,0-1 1 0 0,0 1-1 0 0,1-1 1 0 0,-1 0-1 0 0,0 1 1 0 0,1-1-1 0 0,-1 0 1 0 0,0 0-1 0 0,1 1 0 0 0,-1-1 1 0 0,0 0-1 0 0,1 0 1 0 0,-1 1-1 0 0,1-1 1 0 0,-1 0-1 0 0,0 0 1 0 0,1 0-1 0 0,-1 0 1 0 0,1 0-1 0 0,-1 1 1 0 0,0-1-1 0 0,1 0 0 0 0,0 0 1 0 0,22-9-890 0 0,29-28 1618 0 0,-47 32 271 0 0,7-4-398 0 0,1 0 0 0 0,19-10 0 0 0,-26 15-769 0 0,1 1-1 0 0,0 1 0 0 0,-1-1 0 0 0,1 1 0 0 0,0 0 0 0 0,1 1 1 0 0,-1-1-1 0 0,0 2 0 0 0,0-1 0 0 0,0 1 0 0 0,13 1 0 0 0,-7 0 157 0 0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9:23.2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3 170 3225 0 0,'-1'-6'509'0'0,"0"0"1"0"0,1-1 0 0 0,0 1 0 0 0,0-1 0 0 0,0 1-1 0 0,1-1 1 0 0,0 1 0 0 0,0 0 0 0 0,0-1-1 0 0,1 1 1 0 0,0 0 0 0 0,0 0 0 0 0,1 0 0 0 0,0 0-1 0 0,0 1 1 0 0,5-9 0 0 0,-5 10-304 0 0,-1 0 1 0 0,1 0-1 0 0,0 0 1 0 0,0 1-1 0 0,0-1 1 0 0,0 1-1 0 0,0 0 1 0 0,1 0-1 0 0,-1 0 1 0 0,1 0-1 0 0,0 1 1 0 0,0-1-1 0 0,0 1 1 0 0,0 0-1 0 0,1 0 0 0 0,-1 1 1 0 0,0-1-1 0 0,1 1 1 0 0,-1 0-1 0 0,1 0 1 0 0,0 1-1 0 0,-1-1 1 0 0,8 1-1 0 0,-9 1-174 0 0,0 0-1 0 0,0 0 1 0 0,0 0-1 0 0,0 0 1 0 0,0 1-1 0 0,0-1 1 0 0,0 1-1 0 0,-1 0 1 0 0,1-1-1 0 0,0 1 1 0 0,-1 1-1 0 0,0-1 1 0 0,1 0-1 0 0,-1 1 0 0 0,0-1 1 0 0,0 1-1 0 0,-1-1 1 0 0,1 1-1 0 0,0 0 1 0 0,-1 0-1 0 0,0 0 1 0 0,1 0-1 0 0,-1 0 1 0 0,1 6-1 0 0,2 7-48 0 0,-1 1-1 0 0,0-1 0 0 0,0 23 0 0 0,-3-37 28 0 0,1 44-304 0 0,-3 0 1 0 0,-11 73-1 0 0,1-21 103 0 0,12-97 251 0 0,0 0 1 0 0,-1 0-1 0 0,1 1 1 0 0,0-1-1 0 0,0 0 1 0 0,0 0 0 0 0,0 0-1 0 0,0 0 1 0 0,0 0-1 0 0,1 0 1 0 0,-1 0 0 0 0,0 0-1 0 0,0 0 1 0 0,1 0-1 0 0,-1 0 1 0 0,1 0 0 0 0,-1 0-1 0 0,1 0 1 0 0,-1 0-1 0 0,1 0 1 0 0,0 0-1 0 0,0 1 1 0 0,0-2 14 0 0,0 0-1 0 0,0 1 1 0 0,0-1-1 0 0,0 0 1 0 0,0 0-1 0 0,0 0 1 0 0,0 1-1 0 0,0-1 1 0 0,0 0-1 0 0,0-1 1 0 0,0 1 0 0 0,0 0-1 0 0,0 0 1 0 0,0 0-1 0 0,0 0 1 0 0,0-1-1 0 0,0 1 1 0 0,0-1-1 0 0,1 0 1 0 0,8-3 360 0 0,-1-2 0 0 0,0 1 1 0 0,13-12-1 0 0,-17 13-468 0 0,28-22 350 0 0,2 3 0 0 0,0 0 0 0 0,63-28-1 0 0,-75 41-702 0 0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9:24.0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 90 5985 0 0,'4'-89'9521'0'0,"-8"101"-4519"0"0,-6 23-4231 0 0,0 30-548 0 0,4 0 0 0 0,2 121-1 0 0,7-139-192 0 0,2 0 1 0 0,2-1-1 0 0,2 0 0 0 0,26 79 0 0 0,-26-103 11 0 0,1 0-1 0 0,1-1 1 0 0,1-1-1 0 0,1 0 1 0 0,1 0-1 0 0,1-1 1 0 0,0-1-1 0 0,1-1 1 0 0,1 0-1 0 0,1-1 1 0 0,0-1-1 0 0,1 0 1 0 0,1-2-1 0 0,40 22 1 0 0,-29-20-156 0 0,0-1 1 0 0,0-2-1 0 0,1-1 0 0 0,1-1 1 0 0,-1-2-1 0 0,2-1 0 0 0,-1-2 1 0 0,1-1-1 0 0,-1-2 0 0 0,36-1 1 0 0,-11-6-7528 0 0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9:27.00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45 5065 0 0,'0'-1'328'0'0,"0"0"1"0"0,-1 0-1 0 0,1 0 1 0 0,0 0-1 0 0,0 0 0 0 0,0 0 1 0 0,0 0-1 0 0,0 1 0 0 0,0-1 1 0 0,0 0-1 0 0,0 0 0 0 0,0 0 1 0 0,1 0-1 0 0,-1 0 1 0 0,0 0-1 0 0,0 0 0 0 0,1 0 1 0 0,-1 0-1 0 0,1 0 0 0 0,-1 0 1 0 0,1 1-1 0 0,0-2 0 0 0,1 0 65 0 0,0 0 0 0 0,-1 1 0 0 0,1-1 0 0 0,0 1 0 0 0,0 0 0 0 0,0-1-1 0 0,0 1 1 0 0,0 0 0 0 0,3-1 0 0 0,0 0-60 0 0,-1 1 0 0 0,1 0 0 0 0,-1-1 0 0 0,1 2-1 0 0,0-1 1 0 0,0 0 0 0 0,-1 1 0 0 0,1 0 0 0 0,7 1 0 0 0,-5 1-145 0 0,0 0 1 0 0,0 1-1 0 0,-1-1 1 0 0,1 2-1 0 0,-1-1 1 0 0,1 1-1 0 0,-1 0 1 0 0,0 0-1 0 0,-1 0 1 0 0,8 8-1 0 0,7 8 101 0 0,22 29 0 0 0,-35-41-261 0 0,38 50 75 0 0,-3 2-1 0 0,-3 2 0 0 0,-3 1 1 0 0,-2 2-1 0 0,-3 1 0 0 0,-3 2 1 0 0,21 75-1 0 0,-17-23-560 0 0,-6 2 0 0 0,-4 0 0 0 0,7 171 0 0 0,-27-247-7256 0 0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9:26.67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152 148 4145 0 0,'1'-32'248'0'0,"1"24"425"0"0,-2 0-1 0 0,1 0 1 0 0,-1 1 0 0 0,0-1 0 0 0,-1 0-1 0 0,0 0 1 0 0,0 0 0 0 0,-1 1-1 0 0,1-1 1 0 0,-2 0 0 0 0,-3-9-1 0 0,5 16-553 0 0,1 0 0 0 0,-1 0 0 0 0,0 0 0 0 0,1 1 0 0 0,-1-1 0 0 0,1 0 0 0 0,-1 1 0 0 0,0-1 0 0 0,0 0 0 0 0,1 1 0 0 0,-1-1 0 0 0,0 1-1 0 0,0-1 1 0 0,0 1 0 0 0,0 0 0 0 0,1-1 0 0 0,-1 1 0 0 0,0 0 0 0 0,0-1 0 0 0,0 1 0 0 0,0 0 0 0 0,0 0 0 0 0,0 0 0 0 0,0 0 0 0 0,0 0 0 0 0,0 0 0 0 0,0 0 0 0 0,0 0-1 0 0,0 0 1 0 0,0 1 0 0 0,1-1 0 0 0,-1 0 0 0 0,0 1 0 0 0,0-1 0 0 0,0 0 0 0 0,0 1 0 0 0,0-1 0 0 0,1 1 0 0 0,-1 0 0 0 0,0-1 0 0 0,0 1 0 0 0,1-1 0 0 0,-1 1-1 0 0,0 0 1 0 0,1 0 0 0 0,-1-1 0 0 0,0 2 0 0 0,-4 4 212 0 0,0 0-1 0 0,1 0 1 0 0,0 0-1 0 0,-6 11 1 0 0,-3 11-86 0 0,1 1 0 0 0,2 1 0 0 0,1 0 0 0 0,1 0 0 0 0,2 1 0 0 0,-4 41 0 0 0,4 7-172 0 0,6 105 1 0 0,7-54-5 0 0,6 1 1 0 0,51 216 0 0 0,-59-325-67 0 0,2-1 1 0 0,0-1-1 0 0,1 1 0 0 0,1-1 1 0 0,1 0-1 0 0,1-1 0 0 0,0-1 1 0 0,2 1-1 0 0,0-2 0 0 0,1 0 1 0 0,0 0-1 0 0,2-2 0 0 0,0 0 1 0 0,0 0-1 0 0,26 16 0 0 0,-11-13 7 0 0,0-1 0 0 0,0-2 0 0 0,2 0-1 0 0,0-3 1 0 0,0 0 0 0 0,1-3 0 0 0,70 12-1 0 0,-23-13-20 0 0,0-3 0 0 0,110-6-1 0 0,-108-3-250 0 0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9:27.7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26 7834 0 0,'1'-26'14905'0'0,"4"42"-14859"0"0,79 212 1055 0 0,25 76-734 0 0,-86-221-356 0 0,-6-19-66 0 0,2-1 0 0 0,42 91 1 0 0,-54-141-349 0 0,-4-2-105 0 0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9:28.02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0 113 9674 0 0,'0'-1'101'0'0,"0"1"0"0"0,0-1 0 0 0,0 0 0 0 0,0 1 0 0 0,0-1 0 0 0,0 1 0 0 0,0-1 0 0 0,1 1 0 0 0,-1-1 0 0 0,0 1 0 0 0,0-1 0 0 0,0 1 0 0 0,0-1 0 0 0,1 1 0 0 0,-1-1 0 0 0,0 1 0 0 0,1-1 0 0 0,-1 1 0 0 0,0 0 0 0 0,1-1 0 0 0,-1 1 0 0 0,1-1 0 0 0,-1 1 0 0 0,0 0-1 0 0,1-1 1 0 0,-1 1 0 0 0,1 0 0 0 0,-1 0 0 0 0,1-1 0 0 0,-1 1 0 0 0,1 0 0 0 0,-1 0 0 0 0,2 0 0 0 0,22-13 1633 0 0,-20 11-1257 0 0,6-3 110 0 0,22-11 883 0 0,0 1 0 0 0,1 1 0 0 0,41-11 1 0 0,-62 22-1634 0 0,-1 1 1 0 0,1 1 0 0 0,0-1 0 0 0,0 2-1 0 0,19 1 1 0 0,-23 0-399 0 0,1 0-1 0 0,-1 1 1 0 0,0 0 0 0 0,0 0 0 0 0,0 1-1 0 0,0 0 1 0 0,0 1 0 0 0,13 7 0 0 0,3 6-1453 0 0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9:28.2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0 168 11058 0 0,'21'-19'1695'0'0,"0"2"0"0"0,26-17-1 0 0,14-10-80 0 0,-52 36-1788 0 0,1 1 0 0 0,1 0 1 0 0,-1 1-1 0 0,1 0 0 0 0,0 1 0 0 0,15-6 1 0 0,-15 8-20 0 0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9:28.4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 0 6449 0 0,'0'1'181'0'0,"-1"-1"0"0"0,1 0 0 0 0,-1 0 0 0 0,1 0 0 0 0,-1 1 0 0 0,1-1 0 0 0,-1 0-1 0 0,1 1 1 0 0,-1-1 0 0 0,1 0 0 0 0,-1 1 0 0 0,1-1 0 0 0,-1 1 0 0 0,1-1 0 0 0,0 1-1 0 0,-1-1 1 0 0,1 1 0 0 0,0-1 0 0 0,-1 1 0 0 0,1-1 0 0 0,0 1 0 0 0,0-1 0 0 0,-1 1 0 0 0,1 0-1 0 0,0-1 1 0 0,0 1 0 0 0,0-1 0 0 0,0 1 0 0 0,0-1 0 0 0,0 1 0 0 0,0 0 0 0 0,0 0-1 0 0,6 11 4508 0 0,1-3-4312 0 0,0-2-114 0 0,0 0 0 0 0,1 0 0 0 0,-1-1 0 0 0,1 0 0 0 0,0 0-1 0 0,1-1 1 0 0,0 0 0 0 0,-1-1 0 0 0,1 1 0 0 0,14 3 0 0 0,-3-2 330 0 0,1 0 1 0 0,-1-2-1 0 0,41 5 1 0 0,-49-9-978 0 0,-1 0 0 0 0,1 0-1 0 0,17-4 1 0 0,-17 2-828 0 0,0-1 1 0 0,0 0-1 0 0,14-7 0 0 0,-6 1-5806 0 0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9:28.7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33 0 3225 0 0,'-2'1'561'0'0,"0"0"-1"0"0,1 0 1 0 0,-1 0 0 0 0,0 0 0 0 0,1 0 0 0 0,-1 0 0 0 0,0 1 0 0 0,1-1-1 0 0,0 0 1 0 0,-1 1 0 0 0,1 0 0 0 0,0-1 0 0 0,0 1 0 0 0,-1-1 0 0 0,1 1-1 0 0,-1 3 1 0 0,1-1 85 0 0,-1 0-1 0 0,1 0 1 0 0,1 1-1 0 0,-1-1 1 0 0,0 0-1 0 0,1 0 1 0 0,0 8-1 0 0,2 5 297 0 0,0 1-1 0 0,2 0 1 0 0,5 17 0 0 0,-5-19-235 0 0,62 295 2112 0 0,-39-171-4125 0 0,-20-107-7225 0 0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9:29.8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62 88 9218 0 0,'2'-7'618'0'0,"1"-1"0"0"0,-1 1 0 0 0,-1-1 0 0 0,1 1 0 0 0,-1-1 0 0 0,-1 0 0 0 0,1 0 0 0 0,-2-13 0 0 0,1 21-576 0 0,0 0-1 0 0,0-1 0 0 0,0 1 0 0 0,0 0 0 0 0,0 0 0 0 0,0-1 0 0 0,0 1 0 0 0,0 0 0 0 0,0 0 0 0 0,0 0 0 0 0,0-1 1 0 0,0 1-1 0 0,-1 0 0 0 0,1 0 0 0 0,0 0 0 0 0,0-1 0 0 0,0 1 0 0 0,0 0 0 0 0,0 0 0 0 0,0 0 0 0 0,-1 0 0 0 0,1 0 0 0 0,0-1 1 0 0,0 1-1 0 0,0 0 0 0 0,0 0 0 0 0,-1 0 0 0 0,1 0 0 0 0,0 0 0 0 0,0 0 0 0 0,0 0 0 0 0,-1-1 0 0 0,1 1 0 0 0,0 0 0 0 0,0 0 1 0 0,0 0-1 0 0,-1 0 0 0 0,1 0 0 0 0,0 0 0 0 0,0 0 0 0 0,0 0 0 0 0,-1 0 0 0 0,1 0 0 0 0,0 0 0 0 0,0 0 0 0 0,0 0 0 0 0,-1 1 1 0 0,1-1-1 0 0,-11 11 1011 0 0,-5 17 66 0 0,7 2-839 0 0,0 0 0 0 0,2 0-1 0 0,2 1 1 0 0,0 0 0 0 0,2 0 0 0 0,3 60-1 0 0,4-19-21 0 0,26 130 0 0 0,-18-154-189 0 0,1 0 0 0 0,3-1 0 0 0,1-1 0 0 0,3-1 0 0 0,2 0 0 0 0,1-2 0 0 0,2 0 0 0 0,3-2 0 0 0,56 67 0 0 0,-71-93-412 0 0,0-1 0 0 0,1-1 0 0 0,1 0-1 0 0,25 17 1 0 0,11-1-6969 0 0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9:30.1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 13251 0 0,'1'-1'51'0'0,"0"1"0"0"0,-1 0 0 0 0,1-1 0 0 0,-1 1 1 0 0,1 0-1 0 0,0 0 0 0 0,0-1 0 0 0,-1 1 0 0 0,1 0 0 0 0,0 0 1 0 0,-1 0-1 0 0,1 0 0 0 0,0 0 0 0 0,0 0 0 0 0,-1 0 0 0 0,1 0 0 0 0,0 0 1 0 0,-1 0-1 0 0,1 1 0 0 0,0-1 0 0 0,0 0 0 0 0,-1 0 0 0 0,1 1 1 0 0,0-1-1 0 0,-1 0 0 0 0,1 1 0 0 0,-1-1 0 0 0,1 0 0 0 0,0 1 1 0 0,0 0-1 0 0,21 19 189 0 0,-15-14 356 0 0,16 18-41 0 0,0 0 1 0 0,-1 2-1 0 0,-2 1 0 0 0,0 0 1 0 0,-2 2-1 0 0,-2 0 1 0 0,0 1-1 0 0,-2 0 0 0 0,-1 1 1 0 0,9 35-1 0 0,-2 5-557 0 0,-3 0-1 0 0,-3 1 0 0 0,6 113 0 0 0,-17-124-1649 0 0,-2 2-5592 0 0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9:30.5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14283 0 0,'6'11'1349'0'0,"-2"0"0"0"0,0 0 0 0 0,4 13 1 0 0,1 3-200 0 0,68 172 1185 0 0,39 116-1415 0 0,-80-188-924 0 0,33 222 0 0 0,-64-315-1069 0 0,-3-26 514 0 0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9:30.7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44 114 9218 0 0,'-5'-3'302'0'0,"0"1"-1"0"0,0-1 1 0 0,0 0-1 0 0,1-1 1 0 0,-1 1-1 0 0,-4-5 1 0 0,9 7-135 0 0,-1 0 0 0 0,1 1 1 0 0,-1-1-1 0 0,1 1 0 0 0,-1-1 0 0 0,1 0 1 0 0,-1 0-1 0 0,1 1 0 0 0,0-1 0 0 0,-1 0 1 0 0,1 0-1 0 0,0 0 0 0 0,0 1 0 0 0,0-1 1 0 0,0 0-1 0 0,-1 0 0 0 0,1 0 0 0 0,0 1 1 0 0,0-1-1 0 0,1-1 0 0 0,-1 1 28 0 0,1-1-1 0 0,-1 1 1 0 0,1 0 0 0 0,0 0-1 0 0,0 0 1 0 0,-1 0 0 0 0,1 0 0 0 0,0 0-1 0 0,0 0 1 0 0,0 1 0 0 0,0-1-1 0 0,0 0 1 0 0,0 0 0 0 0,0 1-1 0 0,0-1 1 0 0,1 1 0 0 0,-1-1-1 0 0,1 0 1 0 0,35-12 1144 0 0,0 1 1 0 0,60-12-1 0 0,-87 22-1348 0 0,0 1-1 0 0,0 0 1 0 0,18 0 0 0 0,10 8-6182 0 0,-15 2-825 0 0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9:30.9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1 224 12443 0 0,'4'-1'383'0'0,"1"1"0"0"0,-1-1 0 0 0,1 0 0 0 0,-1 0 1 0 0,1-1-1 0 0,-1 1 0 0 0,0-1 0 0 0,0 0 0 0 0,8-5 1 0 0,35-27 1294 0 0,-39 27-1499 0 0,77-69 479 0 0,5-4-2455 0 0,-78 71 1744 0 0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9:31.2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0 208 11979 0 0,'1'-2'395'0'0,"1"0"1"0"0,-1 0 0 0 0,1 0 0 0 0,0 0 0 0 0,-1 0-1 0 0,1 0 1 0 0,0 1 0 0 0,0-1 0 0 0,0 1 0 0 0,4-3-1 0 0,2-1 125 0 0,91-68 3666 0 0,27-22-4376 0 0,-112 82-686 0 0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9:31.4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 1 5065 0 0,'-2'6'395'0'0,"1"0"-1"0"0,0 0 1 0 0,0 0-1 0 0,0 0 1 0 0,1 0 0 0 0,0 0-1 0 0,0 0 1 0 0,0 0-1 0 0,1 0 1 0 0,0 0-1 0 0,0 0 1 0 0,3 7 0 0 0,-1-4 298 0 0,-1-1 1 0 0,2 0-1 0 0,-1 0 1 0 0,1 0 0 0 0,0 0-1 0 0,1-1 1 0 0,10 14-1 0 0,-6-13-93 0 0,0 0-1 0 0,1-1 1 0 0,-1 0-1 0 0,2-1 1 0 0,-1 0-1 0 0,21 8 1 0 0,31 19 919 0 0,-57-30-1465 0 0,-1 0 1 0 0,0 0-1 0 0,1 1 1 0 0,-1 0-1 0 0,0 0 1 0 0,-1 0-1 0 0,1 1 0 0 0,-1-1 1 0 0,6 10-1 0 0,-8-12-44 0 0,0 0-1 0 0,-1 0 0 0 0,1 0 0 0 0,-1 0 0 0 0,1 0 0 0 0,-1 0 1 0 0,1 0-1 0 0,-1 0 0 0 0,0 0 0 0 0,0 0 0 0 0,0 0 0 0 0,0 0 1 0 0,-1 0-1 0 0,1 0 0 0 0,0 0 0 0 0,-1 0 0 0 0,1 0 0 0 0,-2 2 1 0 0,0 0 40 0 0,0 1 0 0 0,0-1 0 0 0,-1-1 0 0 0,0 1 0 0 0,1 0 0 0 0,-1-1 0 0 0,-7 7 0 0 0,1-3-288 0 0,0 1 0 0 0,-1-1-1 0 0,0 0 1 0 0,-1-1 0 0 0,-14 7 0 0 0,-1-4-7300 0 0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9:32.0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14547 0 0,'0'0'1456'0'0,"11"18"928"0"0,-5 1-1591 0 0,-1 0 0 0 0,0 0 1 0 0,-2 0-1 0 0,2 28 0 0 0,-2 82-464 0 0,-3-80-21 0 0,-2 171-167 0 0,-1-51 4 0 0,22 187 0 0 0,-15-319-145 0 0,2 0 1 0 0,2-1-1 0 0,1 0 1 0 0,2-1-1 0 0,27 59 1 0 0,-29-75-2 0 0,1-1-1 0 0,1-1 1 0 0,0 0 0 0 0,2 0 0 0 0,0-1 0 0 0,0-1 0 0 0,2 0 0 0 0,-1-1 0 0 0,2 0 0 0 0,0-2-1 0 0,33 21 1 0 0,-22-19 59 0 0,1 0 0 0 0,1-2 0 0 0,0-1 0 0 0,1-2 0 0 0,0 0 1 0 0,49 6-1 0 0,-50-12-426 0 0,0-1 1 0 0,48-2-1 0 0,-53-2-1164 0 0,0-1 0 0 0,-1-1 0 0 0,37-12 0 0 0,-1-5-5596 0 0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9:32.37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 0 14747 0 0,'0'1'141'0'0,"-1"-1"1"0"0,1 0-1 0 0,-1 1 0 0 0,1-1 0 0 0,0 1 1 0 0,-1-1-1 0 0,1 1 0 0 0,0 0 0 0 0,0-1 0 0 0,-1 1 1 0 0,1-1-1 0 0,0 1 0 0 0,0-1 0 0 0,0 1 1 0 0,0 0-1 0 0,0-1 0 0 0,0 1 0 0 0,0-1 0 0 0,0 1 1 0 0,0 0-1 0 0,0-1 0 0 0,0 1 0 0 0,0-1 1 0 0,0 1-1 0 0,0-1 0 0 0,1 1 0 0 0,-1 0 0 0 0,0-1 1 0 0,0 1-1 0 0,1-1 0 0 0,-1 1 0 0 0,0-1 1 0 0,1 1-1 0 0,0 0 0 0 0,14 36 834 0 0,-8-23-445 0 0,96 218 133 0 0,-33-78 598 0 0,52 171 1 0 0,-106-272-1071 0 0,-2 1 0 0 0,-3 0 0 0 0,-2 1 0 0 0,-2 0 0 0 0,-3 1 0 0 0,-2-1 0 0 0,-8 73 1 0 0,-2-68-952 0 0,-2 0 0 0 0,-24 74 0 0 0,16-80-7723 0 0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9:32.70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1 177 15347 0 0,'3'1'144'0'0,"0"0"1"0"0,0 0-1 0 0,0-1 0 0 0,0 1 0 0 0,1-1 0 0 0,-1 0 0 0 0,0 0 0 0 0,0 0 0 0 0,1 0 0 0 0,-1 0 1 0 0,0-1-1 0 0,7-1 0 0 0,43-15 667 0 0,-33 10 190 0 0,24-9 134 0 0,-1-1-1 0 0,55-30 1 0 0,-40 12-2932 0 0,-3-4-3512 0 0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9:33.1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 0 10594 0 0,'0'0'819'0'0,"-7"21"3158"0"0,0 5-2122 0 0,2 0 1 0 0,-4 39-1 0 0,8 58 76 0 0,28 119-1273 0 0,-24-218-358 0 0,26 138 499 0 0,-14-90-1080 0 0,-3 1-1 0 0,3 103 1 0 0,-17-139-1484 0 0,0-21 855 0 0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9:33.38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9 201 11522 0 0,'-9'-1'4415'0'0,"17"-7"-1464"0"0,27-15 59 0 0,-25 16-2284 0 0,111-94 448 0 0,-78 62-7675 0 0,-19 18-938 0 0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9:34.5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148 66 3681 0 0,'0'-5'1007'0'0,"-1"0"1"0"0,1 0-1 0 0,-1 0 0 0 0,1 1 1 0 0,-1-1-1 0 0,-1 0 0 0 0,1 1 1 0 0,-1-1-1 0 0,-3-7 1 0 0,4 11-746 0 0,1 0 0 0 0,-1 1 0 0 0,1-1 1 0 0,-1 0-1 0 0,1 1 0 0 0,-1-1 0 0 0,0 0 1 0 0,1 1-1 0 0,-1-1 0 0 0,0 1 0 0 0,0-1 1 0 0,1 1-1 0 0,-1-1 0 0 0,0 1 0 0 0,0 0 0 0 0,0-1 1 0 0,1 1-1 0 0,-1 0 0 0 0,0 0 0 0 0,0-1 1 0 0,0 1-1 0 0,-1 0 0 0 0,0 0-131 0 0,1 1 0 0 0,-1-1 0 0 0,0 1 0 0 0,1 0 1 0 0,-1-1-1 0 0,0 1 0 0 0,1 0 0 0 0,-1 0 0 0 0,1 0 0 0 0,-1 0 0 0 0,1 0 0 0 0,0 0 0 0 0,-1 0 0 0 0,1 1 0 0 0,-2 1 0 0 0,-4 6-70 0 0,1 0 1 0 0,-1 1-1 0 0,2-1 0 0 0,-1 1 0 0 0,2 0 0 0 0,-1 0 0 0 0,1 1 0 0 0,-3 13 0 0 0,-16 89 365 0 0,22-107-424 0 0,-5 29-2 0 0,1 0 0 0 0,2 0 0 0 0,1 0 0 0 0,5 55 0 0 0,-1-78 0 0 0,0 0 0 0 0,0 0 0 0 0,1 1 0 0 0,1-2 0 0 0,0 1 0 0 0,1 0 0 0 0,0-1 0 0 0,1 0 0 0 0,0 0 0 0 0,1 0 0 0 0,0-1 0 0 0,0 0 0 0 0,1-1 0 0 0,1 1 0 0 0,-1-1 0 0 0,15 10 0 0 0,-17-14-23 0 0,0 0 0 0 0,1-1 1 0 0,-1 0-1 0 0,1-1 0 0 0,0 1 0 0 0,0-1 1 0 0,0-1-1 0 0,0 1 0 0 0,1-1 0 0 0,-1 0 1 0 0,1-1-1 0 0,-1 0 0 0 0,1 0 0 0 0,-1-1 1 0 0,13 0-1 0 0,-14-1 5 0 0,-1 0 1 0 0,1 0 0 0 0,0 0-1 0 0,-1-1 1 0 0,1 0 0 0 0,-1 0-1 0 0,1-1 1 0 0,-1 0 0 0 0,0 1-1 0 0,0-2 1 0 0,0 1 0 0 0,0 0-1 0 0,-1-1 1 0 0,1 0 0 0 0,-1 0-1 0 0,0-1 1 0 0,0 1 0 0 0,-1-1-1 0 0,1 1 1 0 0,4-11 0 0 0,-6 12 28 0 0,0 0 1 0 0,-1-1-1 0 0,0 1 1 0 0,1 0-1 0 0,-1-1 0 0 0,0 1 1 0 0,-1 0-1 0 0,1-1 1 0 0,-1 1-1 0 0,1-1 1 0 0,-1 1-1 0 0,0-1 1 0 0,0 1-1 0 0,-1-1 1 0 0,1 1-1 0 0,-1-1 0 0 0,0 1 1 0 0,1-1-1 0 0,-2 1 1 0 0,1 0-1 0 0,0-1 1 0 0,-1 1-1 0 0,1 0 1 0 0,-1 0-1 0 0,0 0 1 0 0,0 0-1 0 0,0 0 0 0 0,0 1 1 0 0,-1-1-1 0 0,1 1 1 0 0,-1-1-1 0 0,0 1 1 0 0,1 0-1 0 0,-1 0 1 0 0,0 0-1 0 0,0 0 0 0 0,0 1 1 0 0,-1-1-1 0 0,1 1 1 0 0,0 0-1 0 0,-1 0 1 0 0,1 0-1 0 0,0 0 1 0 0,-1 0-1 0 0,1 1 1 0 0,-1 0-1 0 0,1 0 0 0 0,-1 0 1 0 0,1 0-1 0 0,-5 1 1 0 0,-4 0-138 0 0,-1 2 0 0 0,1 0 0 0 0,-1 0 0 0 0,1 1 0 0 0,0 1 0 0 0,0 0 0 0 0,1 1 0 0 0,-1 0 0 0 0,1 0 0 0 0,-14 12 0 0 0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9:39.6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9674 0 0,'2'13'8294'0'0,"12"30"-8003"0"0,-10-31 654 0 0,26 93-75 0 0,-5 2 1 0 0,18 166-1 0 0,-12-64-248 0 0,-26-177-2040 0 0,2 0 0 0 0,1-1 0 0 0,2 0 0 0 0,17 41 0 0 0,-15-50-5191 0 0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9:39.9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0 252 10594 0 0,'3'-4'50'0'0,"1"-1"0"0"0,0 1-1 0 0,-1-1 1 0 0,1 1 0 0 0,1 0 0 0 0,-1 1-1 0 0,1-1 1 0 0,-1 1 0 0 0,1 0-1 0 0,0 0 1 0 0,0 0 0 0 0,7-2 0 0 0,9-7 540 0 0,49-33 462 0 0,-22 12 693 0 0,1 3-1 0 0,103-47 0 0 0,-139 73-1744 0 0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9:41.24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45 58 9674 0 0,'-45'4'4988'0'0,"79"-20"-1214"0"0,-28 14-3640 0 0,128-36 777 0 0,-105 32-1108 0 0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9:41.7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10594 0 0,'1'12'4973'0'0,"10"31"-2538"0"0,-5-22-1489 0 0,26 124 1630 0 0,-9-34-2956 0 0,7-1-4147 0 0,-25-90 2358 0 0,-2-5-20 0 0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9:42.0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 26 14283 0 0,'-7'-11'632'0'0,"4"5"136"0"0,2 2-616 0 0,-1 1-152 0 0,2 2 0 0 0,2 2 0 0 0,-1 0 0 0 0,3 4 0 0 0,3 5 0 0 0,2 7 0 0 0,2 9-1568 0 0,1 3-256 0 0,0 0-65 0 0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9:46.4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19 2304 0 0,'1'-1'21'0'0,"0"-1"0"0"0,0 1 0 0 0,0 0 0 0 0,0 0 0 0 0,0 0 0 0 0,0 0-1 0 0,0 0 1 0 0,0 0 0 0 0,0 0 0 0 0,0 0 0 0 0,1 1 0 0 0,-1-1-1 0 0,0 0 1 0 0,1 1 0 0 0,-1-1 0 0 0,1 1 0 0 0,-1 0 0 0 0,0-1 0 0 0,1 1-1 0 0,-1 0 1 0 0,1 0 0 0 0,-1 0 0 0 0,1 0 0 0 0,-1 0 0 0 0,1 0-1 0 0,2 1 1 0 0,0-1-50 0 0,0 1 0 0 0,0 0 0 0 0,0 0 0 0 0,0 0 0 0 0,0 1 0 0 0,0-1 0 0 0,0 1 0 0 0,3 2 0 0 0,-6-3 25 0 0,0-1 0 0 0,1 1-1 0 0,-1-1 1 0 0,0 0 0 0 0,0 1 0 0 0,0-1 0 0 0,0 0 0 0 0,0 0 0 0 0,0 0-1 0 0,0 0 1 0 0,1 0 0 0 0,-1 0 0 0 0,0 0 0 0 0,0 0 0 0 0,0 0-1 0 0,0-1 1 0 0,0 1 0 0 0,0 0 0 0 0,0-1 0 0 0,0 1 0 0 0,0-1 0 0 0,0 1-1 0 0,0-1 1 0 0,0 0 0 0 0,0 1 0 0 0,0-1 0 0 0,0 0 0 0 0,0 1-1 0 0,0-1 1 0 0,-1 0 0 0 0,1 0 0 0 0,0 0 0 0 0,-1 0 0 0 0,2-1 0 0 0,1-4-56 0 0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9:47.0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29 249 1376 0 0,'-4'-7'706'0'0,"0"0"0"0"0,1 0-1 0 0,-1-1 1 0 0,2 1 0 0 0,-1-1 0 0 0,1 0-1 0 0,0 0 1 0 0,1 0 0 0 0,0 0 0 0 0,-1-16-1 0 0,2 23-504 0 0,0 1 0 0 0,0-1-1 0 0,0 1 1 0 0,0-1-1 0 0,0 0 1 0 0,0 1 0 0 0,0-1-1 0 0,0 0 1 0 0,0 1 0 0 0,0-1-1 0 0,0 0 1 0 0,0 1-1 0 0,0-1 1 0 0,1 0 0 0 0,-1 1-1 0 0,0-1 1 0 0,0 1 0 0 0,1-1-1 0 0,-1 1 1 0 0,0-1-1 0 0,1 1 1 0 0,-1-1 0 0 0,1 1-1 0 0,-1-1 1 0 0,1 1 0 0 0,-1-1-1 0 0,1 1 1 0 0,0-1-1 0 0,0 1-62 0 0,0 0 0 0 0,-1 0 0 0 0,1 1-1 0 0,0-1 1 0 0,0 0 0 0 0,0 0-1 0 0,0 1 1 0 0,0-1 0 0 0,0 0-1 0 0,-1 1 1 0 0,1-1 0 0 0,0 1-1 0 0,0-1 1 0 0,-1 1 0 0 0,1 0 0 0 0,1 1-1 0 0,30 36 383 0 0,-30-35-281 0 0,16 21-185 0 0,4 4 169 0 0,25 43 0 0 0,-42-62-193 0 0,0 0 1 0 0,-1 0-1 0 0,0 0 0 0 0,-1 1 1 0 0,0 0-1 0 0,0-1 0 0 0,-1 1 0 0 0,0 0 1 0 0,0 17-1 0 0,0-74 114 0 0,14-91 0 0 0,-12 115-84 0 0,1 1 0 0 0,1-1 0 0 0,1 1 0 0 0,1 0 0 0 0,0 1 0 0 0,2 0 0 0 0,14-22 0 0 0,-23 40 8 0 0,1 1-1 0 0,-1 0 0 0 0,1-1 1 0 0,0 1-1 0 0,0 0 0 0 0,0 0 1 0 0,0 0-1 0 0,0 0 0 0 0,1 0 1 0 0,-1 1-1 0 0,1-1 0 0 0,-1 1 1 0 0,1 0-1 0 0,-1-1 0 0 0,1 1 1 0 0,0 0-1 0 0,-1 0 0 0 0,7 0 1 0 0,-7 1-49 0 0,0 0 1 0 0,1 1 0 0 0,-1-1-1 0 0,0 1 1 0 0,1-1 0 0 0,-1 1 0 0 0,0 0-1 0 0,0 0 1 0 0,0 0 0 0 0,0 0-1 0 0,0 0 1 0 0,0 1 0 0 0,0-1 0 0 0,0 0-1 0 0,0 1 1 0 0,0 0 0 0 0,-1-1-1 0 0,1 1 1 0 0,-1 0 0 0 0,1 0-1 0 0,-1 0 1 0 0,0 0 0 0 0,2 2 0 0 0,11 23 115 0 0,0 1 1 0 0,11 34-1 0 0,-16-36-20 0 0,2-1-1 0 0,0-1 0 0 0,22 35 1 0 0,-20-41-324 0 0,1-1 0 0 0,0 0 0 0 0,1-1 1 0 0,1-1-1 0 0,0 0 0 0 0,23 14 0 0 0,-5-7-7235 0 0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0:04.3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 73 13827 0 0,'-6'-12'1322'0'0,"4"9"-851"0"0,0-1 0 0 0,1 0-1 0 0,-1 0 1 0 0,0 0-1 0 0,1 0 1 0 0,0 0 0 0 0,0 0-1 0 0,0 0 1 0 0,1 0-1 0 0,-1 0 1 0 0,1 0 0 0 0,0-6-1 0 0,1 10-442 0 0,-1 0 1 0 0,0-1-1 0 0,1 1 0 0 0,-1 0 0 0 0,0 0 0 0 0,1-1 1 0 0,-1 1-1 0 0,0 0 0 0 0,1 0 0 0 0,-1 0 0 0 0,0-1 0 0 0,1 1 1 0 0,-1 0-1 0 0,1 0 0 0 0,-1 0 0 0 0,1 0 0 0 0,-1 0 1 0 0,0 0-1 0 0,1 0 0 0 0,-1 0 0 0 0,1 0 0 0 0,-1 0 1 0 0,1 0-1 0 0,-1 0 0 0 0,0 0 0 0 0,1 0 0 0 0,-1 0 0 0 0,1 0 1 0 0,-1 1-1 0 0,0-1 0 0 0,1 0 0 0 0,-1 0 0 0 0,1 0 1 0 0,-1 1-1 0 0,0-1 0 0 0,1 0 0 0 0,-1 0 0 0 0,0 1 0 0 0,0-1 1 0 0,1 0-1 0 0,-1 1 0 0 0,17 13 201 0 0,-1 3-141 0 0,0 1 0 0 0,-1 1 0 0 0,-1 0 0 0 0,-1 1 0 0 0,0 1 0 0 0,12 28 0 0 0,47 138 349 0 0,16 150 490 0 0,-33-106-2306 0 0,-6-80-4401 0 0,-38-120-1743 0 0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0:04.5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83 74 11058 0 0,'-30'14'883'0'0,"20"-9"308"0"0,0-1 1 0 0,-1 1 0 0 0,-11 2 0 0 0,45-27 3462 0 0,-8 7-4385 0 0,-9 8-428 0 0,9-8 643 0 0,2 1-1 0 0,31-17 1 0 0,-42 26-688 0 0,1 0 0 0 0,-1 0 0 0 0,1 1 0 0 0,12-2 1 0 0,-14 3-508 0 0,0 1 1 0 0,0-1 0 0 0,0 1 0 0 0,0 0 0 0 0,0 1 0 0 0,0-1-1 0 0,9 3 1 0 0,5 4-6262 0 0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0:04.8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1840 0 0,'13'1'15612'0'0,"-5"8"-14971"0"0,0 1 1 0 0,-1 0-1 0 0,0 1 0 0 0,-1 0 1 0 0,0 0-1 0 0,0 0 0 0 0,4 18 1 0 0,-3-10-812 0 0,-1 0 0 0 0,-1 0 1 0 0,-1 1-1 0 0,1 25 0 0 0,-5-44 161 0 0,1 0 10 0 0,-1 0 1 0 0,0 0-1 0 0,0-1 1 0 0,0 1 0 0 0,0 0-1 0 0,0 0 1 0 0,0 0-1 0 0,0 0 1 0 0,0 0 0 0 0,0 0-1 0 0,-1 0 1 0 0,1 0-1 0 0,0 0 1 0 0,0 0 0 0 0,-1 0-1 0 0,1 0 1 0 0,-1 0-1 0 0,1-1 1 0 0,-2 2 0 0 0,0-2 62 0 0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0:05.0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15 170 11522 0 0,'-4'-21'257'0'0,"-6"-54"1648"0"0,9 71-1568 0 0,1-1 1 0 0,0 0 0 0 0,1 1 0 0 0,-1-1-1 0 0,1 1 1 0 0,-1-1 0 0 0,2 1 0 0 0,-1-1-1 0 0,0 1 1 0 0,1-1 0 0 0,0 1-1 0 0,0 0 1 0 0,3-5 0 0 0,-5 8-328 0 0,0 1 1 0 0,1 0-1 0 0,-1-1 1 0 0,0 1-1 0 0,1-1 0 0 0,-1 1 1 0 0,0 0-1 0 0,1-1 1 0 0,-1 1-1 0 0,0 0 0 0 0,1 0 1 0 0,-1-1-1 0 0,1 1 1 0 0,-1 0-1 0 0,1 0 0 0 0,-1 0 1 0 0,1-1-1 0 0,-1 1 1 0 0,0 0-1 0 0,1 0 0 0 0,-1 0 1 0 0,1 0-1 0 0,-1 0 1 0 0,1 0-1 0 0,-1 0 0 0 0,1 0 1 0 0,-1 0-1 0 0,1 0 1 0 0,-1 0-1 0 0,1 0 0 0 0,-1 1 1 0 0,1-1-1 0 0,-1 0 1 0 0,1 0-1 0 0,-1 0 0 0 0,0 1 1 0 0,1-1-1 0 0,0 0 1 0 0,15 17-3877 0 0,-9-8 526 0 0,7 2-854 0 0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0:05.3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92 9218 0 0,'-1'2'179'0'0,"1"-1"-1"0"0,-1 0 1 0 0,1 1-1 0 0,0-1 1 0 0,-1 1-1 0 0,1-1 1 0 0,0 1-1 0 0,0-1 1 0 0,0 1 0 0 0,1-1-1 0 0,-1 1 1 0 0,0-1-1 0 0,0 1 1 0 0,1-1-1 0 0,-1 0 1 0 0,1 1-1 0 0,0 1 1 0 0,12 31 1306 0 0,-10-30-1023 0 0,0 5-260 0 0,2 0-1 0 0,-1-1 1 0 0,2 0 0 0 0,8 12-1 0 0,-13-18-208 0 0,0 0-1 0 0,1-1 0 0 0,-1 1 0 0 0,0 0 0 0 0,1-1 1 0 0,0 1-1 0 0,-1-1 0 0 0,1 0 0 0 0,0 0 0 0 0,-1 1 1 0 0,1-1-1 0 0,0 0 0 0 0,0 0 0 0 0,0-1 0 0 0,0 1 0 0 0,0 0 1 0 0,0-1-1 0 0,0 1 0 0 0,1-1 0 0 0,-1 1 0 0 0,0-1 1 0 0,0 0-1 0 0,0 0 0 0 0,0 0 0 0 0,1 0 0 0 0,1-1 1 0 0,-2 0 5 0 0,0 0 0 0 0,-1 0 0 0 0,1 0 0 0 0,-1-1 0 0 0,1 1 0 0 0,-1 0 0 0 0,0-1 0 0 0,1 1 0 0 0,-1-1 0 0 0,0 1 0 0 0,0-1 0 0 0,0 1 0 0 0,0-1 0 0 0,0 0 0 0 0,-1 0 1 0 0,2-2-1 0 0,9-37 183 0 0,-5 21-63 0 0,0 0 87 0 0,1 0 0 0 0,13-23 0 0 0,-18 38-154 0 0,1 0 0 0 0,0 1 0 0 0,0-1 1 0 0,0 1-1 0 0,0-1 0 0 0,1 1 0 0 0,-1 0 1 0 0,1 1-1 0 0,0-1 0 0 0,0 0 0 0 0,1 1 1 0 0,-1 0-1 0 0,1 0 0 0 0,6-3 0 0 0,-10 6-15 0 0,1 0-1 0 0,0-1 0 0 0,-1 1 1 0 0,1 0-1 0 0,0 0 0 0 0,-1 0 1 0 0,1 0-1 0 0,0 0 0 0 0,-1 0 1 0 0,1 0-1 0 0,-1 1 0 0 0,1-1 1 0 0,0 1-1 0 0,-1-1 0 0 0,1 1 1 0 0,-1-1-1 0 0,1 1 1 0 0,-1 0-1 0 0,1 0 0 0 0,-1 0 1 0 0,0 0-1 0 0,1 0 0 0 0,-1 0 1 0 0,0 0-1 0 0,0 0 0 0 0,0 1 1 0 0,0-1-1 0 0,0 0 0 0 0,0 1 1 0 0,0-1-1 0 0,0 0 0 0 0,-1 1 1 0 0,2 2-1 0 0,3 7 311 0 0,-1 0-1 0 0,0-1 1 0 0,4 20 0 0 0,-6-22-185 0 0,30 108-556 0 0,-25-94-6459 0 0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0:05.6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62 5985 0 0,'10'-8'4835'0'0,"2"-2"-3454"0"0,1 1 0 0 0,18-11 0 0 0,-28 18-1503 0 0,0 0 0 0 0,0 0-1 0 0,0 1 1 0 0,0 0 0 0 0,0-1 0 0 0,0 1-1 0 0,1 0 1 0 0,-1 1 0 0 0,0-1 0 0 0,1 0-1 0 0,-1 1 1 0 0,0 0 0 0 0,1 0-1 0 0,-1 0 1 0 0,1 0 0 0 0,-1 0 0 0 0,0 1-1 0 0,7 1 1 0 0,-2 4-715 0 0,-3 2 540 0 0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0:05.7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1 110 1840 0 0,'12'-1'160'0'0,"-5"-2"-160"0"0,2 2 0 0 0,-2-2 0 0 0,0 1 521 0 0,-1 0 71 0 0,2-3 16 0 0,8-2 0 0 0,11-3-424 0 0,5-4-88 0 0,4-1-8 0 0,-4 1-8 0 0,-2 2-80 0 0,-3 1 0 0 0,0 1 0 0 0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0:06.0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33 58 6913 0 0,'-11'-25'635'0'0,"-9"-7"11955"0"0,18 60-10774 0 0,31 216-415 0 0,-16-158-1186 0 0,3 38-131 0 0,15 99 40 0 0,-23-188-211 0 0,1 0 1 0 0,1 0-1 0 0,2-1 0 0 0,17 36 0 0 0,-4-27-3445 0 0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0:06.2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1 139 8290 0 0,'0'-3'285'0'0,"-1"0"0"0"0,2 0 1 0 0,-1 0-1 0 0,0 0 0 0 0,1 0 0 0 0,-1 0 1 0 0,1 0-1 0 0,0 0 0 0 0,0 0 0 0 0,0 0 1 0 0,0 0-1 0 0,0 1 0 0 0,1-1 0 0 0,-1 1 1 0 0,1-1-1 0 0,0 1 0 0 0,0-1 1 0 0,0 1-1 0 0,3-3 0 0 0,1-1 213 0 0,1 0-1 0 0,-1 0 0 0 0,1 1 1 0 0,0 0-1 0 0,13-7 1 0 0,-4 5-166 0 0,0 0-1 0 0,0 2 1 0 0,1-1 0 0 0,0 2 0 0 0,0 0 0 0 0,0 1 0 0 0,18 0 0 0 0,-27 2-529 0 0,0 0 0 0 0,-1 1 1 0 0,1 1-1 0 0,-1-1 1 0 0,1 1-1 0 0,-1 0 1 0 0,1 1-1 0 0,-1 0 0 0 0,0 0 1 0 0,1 0-1 0 0,-1 1 1 0 0,0 0-1 0 0,-1 1 0 0 0,1-1 1 0 0,-1 1-1 0 0,1 1 1 0 0,-1-1-1 0 0,8 8 0 0 0,2 10-1051 0 0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0:06.4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2 316 7834 0 0,'0'-1'24'0'0,"0"1"0"0"0,0 0 1 0 0,0 0-1 0 0,0 0 1 0 0,0 0-1 0 0,0 0 0 0 0,0 0 1 0 0,0 0-1 0 0,0 0 0 0 0,0 0 1 0 0,0 0-1 0 0,1 0 1 0 0,-1 0-1 0 0,0 0 0 0 0,0-1 1 0 0,0 1-1 0 0,0 0 0 0 0,0 0 1 0 0,0 0-1 0 0,0 0 1 0 0,0 0-1 0 0,0 0 0 0 0,0 0 1 0 0,0 0-1 0 0,0 0 0 0 0,0 0 1 0 0,0-1-1 0 0,0 1 0 0 0,0 0 1 0 0,0 0-1 0 0,0 0 1 0 0,0 0-1 0 0,0 0 0 0 0,0 0 1 0 0,-1 0-1 0 0,1 0 0 0 0,0 0 1 0 0,0 0-1 0 0,0 0 1 0 0,0-1-1 0 0,0 1 0 0 0,0 0 1 0 0,0 0-1 0 0,0 0 0 0 0,0 0 1 0 0,0 0-1 0 0,0 0 1 0 0,0 0-1 0 0,0 0 0 0 0,0 0 1 0 0,-1 0-1 0 0,1 0 0 0 0,0 0 1 0 0,0 0-1 0 0,0 0 1 0 0,0 0-1 0 0,0 0 0 0 0,0 0 1 0 0,0 0-1 0 0,0 0 0 0 0,0 0 1 0 0,-1 0-1 0 0,1 0 1 0 0,0 0-1 0 0,7-14 1542 0 0,11-13 395 0 0,15-12-75 0 0,1 2 0 0 0,50-42-1 0 0,-63 62-2067 0 0,0 1-1 0 0,1 0 1 0 0,1 2-1 0 0,0 1 1 0 0,0 1-1 0 0,30-11 1 0 0,-37 18-6069 0 0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0:07.1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55 20 9674 0 0,'-1'-1'366'0'0,"-1"-1"-1"0"0,1 1 1 0 0,0-1 0 0 0,0 1-1 0 0,-1-1 1 0 0,1 1 0 0 0,-1 0-1 0 0,1 0 1 0 0,-1 0-1 0 0,1 0 1 0 0,-1 0 0 0 0,0 0-1 0 0,0 0 1 0 0,1 0 0 0 0,-1 1-1 0 0,-4-2 1 0 0,5 2-243 0 0,0 0 0 0 0,0 1 0 0 0,0-1 1 0 0,0 0-1 0 0,0 1 0 0 0,0-1 0 0 0,0 0 1 0 0,1 1-1 0 0,-1-1 0 0 0,0 1 0 0 0,0-1 0 0 0,0 1 1 0 0,0 0-1 0 0,1-1 0 0 0,-1 1 0 0 0,0 0 0 0 0,0 0 1 0 0,1-1-1 0 0,-1 1 0 0 0,1 0 0 0 0,-1 0 0 0 0,1 0 1 0 0,-1 0-1 0 0,1 0 0 0 0,-1 0 0 0 0,1 0 0 0 0,0 0 1 0 0,0 0-1 0 0,-1 0 0 0 0,1 0 0 0 0,0 0 1 0 0,0 0-1 0 0,0 1 0 0 0,-2 18-17 0 0,1 0-1 0 0,1 0 1 0 0,1 0-1 0 0,0 0 1 0 0,2 0-1 0 0,0 0 1 0 0,1 0-1 0 0,1-1 1 0 0,1 1 0 0 0,1-1-1 0 0,0-1 1 0 0,1 0-1 0 0,2 0 1 0 0,-1 0-1 0 0,2-1 1 0 0,0 0 0 0 0,2-1-1 0 0,18 20 1 0 0,-25-31-108 0 0,0 1 0 0 0,0-1 1 0 0,1 0-1 0 0,0-1 0 0 0,-1 0 1 0 0,12 5-1 0 0,-17-8-6 0 0,1 0 0 0 0,-1 0 0 0 0,1-1 1 0 0,0 1-1 0 0,-1-1 0 0 0,1 0 0 0 0,0 1 0 0 0,0-1 0 0 0,-1 0 1 0 0,1 0-1 0 0,0 0 0 0 0,-1 0 0 0 0,1 0 0 0 0,0 0 0 0 0,0-1 1 0 0,-1 1-1 0 0,1 0 0 0 0,-1-1 0 0 0,1 1 0 0 0,0-1 1 0 0,-1 0-1 0 0,1 0 0 0 0,-1 1 0 0 0,1-1 0 0 0,-1 0 0 0 0,1 0 1 0 0,-1-1-1 0 0,0 1 0 0 0,0 0 0 0 0,0 0 0 0 0,1-1 0 0 0,-1 1 1 0 0,0 0-1 0 0,0-1 0 0 0,-1 1 0 0 0,2-3 0 0 0,2-6-23 0 0,0-1 0 0 0,-1 1-1 0 0,0 0 1 0 0,-1-1 0 0 0,0 0 0 0 0,-1 0-1 0 0,0 1 1 0 0,0-1 0 0 0,-1 0-1 0 0,-1 0 1 0 0,-3-18 0 0 0,1 10 35 0 0,-1 0 1 0 0,-1 0 0 0 0,-1 0 0 0 0,-1 1 0 0 0,-15-30 0 0 0,15 36-177 0 0,0-1 1 0 0,-1 1 0 0 0,-1 1-1 0 0,-11-13 1 0 0,-9-1-5906 0 0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0:07.5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15667 0 0,'0'0'1418'0'0,"6"27"1827"0"0,0 20-3000 0 0,-2-19-17 0 0,0-1 0 0 0,2 0 0 0 0,0 0 0 0 0,12 29 0 0 0,-16-51-203 0 0,0 0 1 0 0,0 0-1 0 0,1 0 0 0 0,0 0 0 0 0,0 0 1 0 0,0-1-1 0 0,0 1 0 0 0,0-1 0 0 0,1 0 1 0 0,0 0-1 0 0,0 0 0 0 0,0-1 0 0 0,0 1 1 0 0,1-1-1 0 0,-1 0 0 0 0,1 0 0 0 0,0-1 1 0 0,0 1-1 0 0,0-1 0 0 0,0 0 0 0 0,0-1 1 0 0,1 1-1 0 0,-1-1 0 0 0,0 0 0 0 0,1 0 1 0 0,8 0-1 0 0,-9-1-47 0 0,0-1 0 0 0,-1 0 0 0 0,1 0 1 0 0,0 0-1 0 0,-1 0 0 0 0,1 0 0 0 0,-1-1 1 0 0,1 0-1 0 0,-1 0 0 0 0,0-1 0 0 0,0 1 0 0 0,0-1 1 0 0,0 1-1 0 0,0-1 0 0 0,-1-1 0 0 0,1 1 0 0 0,-1 0 1 0 0,0-1-1 0 0,0 0 0 0 0,0 1 0 0 0,4-9 1 0 0,4-7-135 0 0,-1-1-1 0 0,-1 0 1 0 0,9-31 0 0 0,-11 30 121 0 0,2-8 13 0 0,-7 20 112 0 0,1 1-1 0 0,-1 0 1 0 0,1 0-1 0 0,1 0 1 0 0,-1 0-1 0 0,1 0 1 0 0,1 1-1 0 0,-1 0 1 0 0,1 0-1 0 0,8-9 1 0 0,-13 16-72 0 0,1-1 1 0 0,-1 1 0 0 0,1-1-1 0 0,-1 1 1 0 0,1 0 0 0 0,-1-1-1 0 0,1 1 1 0 0,-1 0 0 0 0,1-1-1 0 0,-1 1 1 0 0,1 0 0 0 0,0 0-1 0 0,-1 0 1 0 0,1-1-1 0 0,0 1 1 0 0,-1 0 0 0 0,1 0-1 0 0,-1 0 1 0 0,1 0 0 0 0,0 0-1 0 0,-1 0 1 0 0,1 0 0 0 0,0 0-1 0 0,-1 0 1 0 0,1 1 0 0 0,-1-1-1 0 0,1 0 1 0 0,1 1-1 0 0,11 15 244 0 0,1 26-85 0 0,-14-42-175 0 0,6 25-93 0 0,-3-9-336 0 0,1-1 1 0 0,0 0-1 0 0,1 0 0 0 0,7 15 1 0 0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0:07.8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22 7834 0 0,'0'-1'102'0'0,"0"0"1"0"0,-1 0 0 0 0,1-1-1 0 0,0 1 1 0 0,0 0 0 0 0,0 0-1 0 0,0 0 1 0 0,1 0 0 0 0,-1 0-1 0 0,0 0 1 0 0,0 0 0 0 0,1 0-1 0 0,-1 0 1 0 0,0 0 0 0 0,1 0-1 0 0,-1 0 1 0 0,1 0 0 0 0,1-2-1 0 0,-2 4 86 0 0,1-1 0 0 0,0 0-1 0 0,-1 0 1 0 0,1 0 0 0 0,-1 1 0 0 0,1-1-1 0 0,-1 0 1 0 0,1 1 0 0 0,0-1-1 0 0,-1 1 1 0 0,1-1 0 0 0,-1 1-1 0 0,0-1 1 0 0,1 1 0 0 0,-1-1-1 0 0,1 1 1 0 0,-1-1 0 0 0,0 1 0 0 0,1-1-1 0 0,-1 1 1 0 0,1 1 0 0 0,21 46 5891 0 0,-20-44-6253 0 0,20 62 804 0 0,-2 0 0 0 0,-3 2 0 0 0,9 80 0 0 0,-15-76-51 0 0,3-1 1 0 0,41 121-1 0 0,-48-176-949 0 0,0 0-1 0 0,1 0 0 0 0,0 0 1 0 0,1-1-1 0 0,1 0 1 0 0,17 19-1 0 0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0:08.0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0 170 16131 0 0,'104'-27'3959'0'0,"73"-21"-1947"0"0,175-38-2659 0 0,-294 77-92 0 0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0:11.4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223 169 6913 0 0,'1'-9'369'0'0,"-1"1"0"0"0,0-1 0 0 0,0 1 0 0 0,-1-1 0 0 0,0 1 0 0 0,0-1 0 0 0,-1 1 0 0 0,0 0-1 0 0,0 0 1 0 0,-1 0 0 0 0,0 0 0 0 0,-1 0 0 0 0,0 1 0 0 0,-5-9 0 0 0,7 14-147 0 0,1 0 1 0 0,-1 0-1 0 0,0 0 1 0 0,1 0 0 0 0,-1 1-1 0 0,0-1 1 0 0,0 1-1 0 0,0 0 1 0 0,-1-1-1 0 0,1 1 1 0 0,0 0 0 0 0,0 0-1 0 0,-1 0 1 0 0,1 0-1 0 0,0 1 1 0 0,-1-1-1 0 0,1 1 1 0 0,-1-1 0 0 0,-2 1-1 0 0,1 0 15 0 0,0 0 0 0 0,0 1 0 0 0,-1-1 0 0 0,1 1 0 0 0,0 0 0 0 0,0 1 0 0 0,0-1 0 0 0,0 1 0 0 0,0-1 0 0 0,-5 4 0 0 0,2-1-77 0 0,0 1-1 0 0,0-1 1 0 0,1 1-1 0 0,0 0 1 0 0,0 1-1 0 0,0 0 1 0 0,1 0-1 0 0,0 0 1 0 0,0 0-1 0 0,1 1 1 0 0,-7 10-1 0 0,7-4-142 0 0,0 0 0 0 0,0 0 0 0 0,1 0 0 0 0,0 0 0 0 0,2 0 0 0 0,-1 1 0 0 0,2-1-1 0 0,-1 1 1 0 0,2-1 0 0 0,0 0 0 0 0,1 1 0 0 0,4 20 0 0 0,-4-29-13 0 0,-1 1 1 0 0,1-1-1 0 0,-1 0 0 0 0,2 0 0 0 0,-1-1 1 0 0,0 1-1 0 0,1 0 0 0 0,0-1 0 0 0,0 1 1 0 0,0-1-1 0 0,1 0 0 0 0,-1 0 1 0 0,1 0-1 0 0,0-1 0 0 0,0 1 0 0 0,0-1 1 0 0,1 0-1 0 0,-1 0 0 0 0,1-1 1 0 0,-1 1-1 0 0,1-1 0 0 0,0 0 0 0 0,0 0 1 0 0,0 0-1 0 0,1-1 0 0 0,-1 0 0 0 0,0 0 1 0 0,0 0-1 0 0,1-1 0 0 0,-1 0 1 0 0,0 0-1 0 0,1 0 0 0 0,-1 0 0 0 0,6-2 1 0 0,-1 0-9 0 0,-1-1 1 0 0,0 1 0 0 0,1-2 0 0 0,-1 1-1 0 0,0-1 1 0 0,-1-1 0 0 0,1 0-1 0 0,-1 0 1 0 0,0 0 0 0 0,8-8 0 0 0,2-2-9 0 0,0-2 0 0 0,29-35 0 0 0,-44 48 20 0 0,1 0 0 0 0,-1-1 0 0 0,0 1 1 0 0,0-1-1 0 0,0 0 0 0 0,-1 0 1 0 0,1 0-1 0 0,-1 0 0 0 0,-1 0 0 0 0,1-1 1 0 0,-1 1-1 0 0,0 0 0 0 0,0-1 0 0 0,0-7 1 0 0,-1 8 0 0 0,-1-1 0 0 0,0 1 0 0 0,0 0 1 0 0,-1 0-1 0 0,1 0 0 0 0,-1 0 0 0 0,0 0 1 0 0,-1 0-1 0 0,1 1 0 0 0,-1-1 0 0 0,0 1 1 0 0,0 0-1 0 0,0-1 0 0 0,-1 1 0 0 0,-3-3 1 0 0,-2-2 55 0 0,1 0 1 0 0,-1 1-1 0 0,-1 0 1 0 0,1 0 0 0 0,-1 1-1 0 0,-1 0 1 0 0,1 1 0 0 0,-16-6-1 0 0,22 10-42 0 0,-1 1 0 0 0,1 0 0 0 0,0 0-1 0 0,-1 0 1 0 0,0 0 0 0 0,1 1 0 0 0,-1 0 0 0 0,1 0 0 0 0,-1 0 0 0 0,1 0-1 0 0,-1 1 1 0 0,1 0 0 0 0,-1 0 0 0 0,1 0 0 0 0,-1 0 0 0 0,1 1-1 0 0,0-1 1 0 0,0 1 0 0 0,-1 1 0 0 0,2-1 0 0 0,-1 0 0 0 0,0 1-1 0 0,0 0 1 0 0,1 0 0 0 0,-5 4 0 0 0,2 0-14 0 0,0 0 0 0 0,0 0 0 0 0,0 0 0 0 0,1 1 0 0 0,0 0-1 0 0,1 0 1 0 0,0 0 0 0 0,0 1 0 0 0,1-1 0 0 0,0 1 0 0 0,0 0 0 0 0,1 0 0 0 0,0 0 0 0 0,1 0 0 0 0,0 1 0 0 0,0 8-1 0 0,1-12-8 0 0,0 0 0 0 0,0 0 0 0 0,1 0-1 0 0,0 0 1 0 0,0 0 0 0 0,1 0 0 0 0,-1-1-1 0 0,1 1 1 0 0,0-1 0 0 0,1 1-1 0 0,-1-1 1 0 0,1 0 0 0 0,0 0 0 0 0,1 0-1 0 0,-1 0 1 0 0,1 0 0 0 0,0-1-1 0 0,0 1 1 0 0,0-1 0 0 0,1 0 0 0 0,-1-1-1 0 0,1 1 1 0 0,0-1 0 0 0,0 0 0 0 0,0 0-1 0 0,7 2 1 0 0,-9-3 4 0 0,0-1 0 0 0,1 0 1 0 0,-1 0-1 0 0,0 0 0 0 0,0-1 0 0 0,1 1 1 0 0,-1-1-1 0 0,1 0 0 0 0,-1 0 0 0 0,0 0 1 0 0,1 0-1 0 0,-1-1 0 0 0,0 1 1 0 0,1-1-1 0 0,-1 0 0 0 0,0 0 0 0 0,0 0 1 0 0,5-2-1 0 0,-3 0-5 0 0,-1 0 0 0 0,1-1 1 0 0,0 1-1 0 0,-1-1 0 0 0,0 0 0 0 0,0 0 1 0 0,0 0-1 0 0,0 0 0 0 0,-1-1 0 0 0,5-6 1 0 0,-4 3-11 0 0,1-1 0 0 0,-1 1 0 0 0,0-1 1 0 0,0 0-1 0 0,-1 0 0 0 0,-1-1 1 0 0,1 1-1 0 0,-2 0 0 0 0,1-1 0 0 0,-1 1 1 0 0,-1-1-1 0 0,0-18 0 0 0,-3 16 9 0 0,1 1-1 0 0,-2 0 0 0 0,1 0 0 0 0,-2 0 0 0 0,-7-15 1 0 0,10 21 2 0 0,-1 0 0 0 0,0 1 0 0 0,0-1 1 0 0,-1 0-1 0 0,1 1 0 0 0,-1 0 0 0 0,0 0 1 0 0,0 0-1 0 0,0 0 0 0 0,-1 1 0 0 0,1 0 0 0 0,-1 0 1 0 0,-6-3-1 0 0,10 5 0 0 0,0 0 0 0 0,-1 1 0 0 0,1 0 0 0 0,-1-1 0 0 0,1 1 0 0 0,-1 0 0 0 0,1 0 0 0 0,-1-1 0 0 0,1 1 0 0 0,-1 1 0 0 0,1-1 0 0 0,-1 0 0 0 0,1 0 0 0 0,-1 0 0 0 0,1 1 0 0 0,-1-1 0 0 0,1 1 0 0 0,-1-1 0 0 0,1 1 0 0 0,0 0 0 0 0,-1-1 0 0 0,-1 2 0 0 0,1 1 0 0 0,-1-1 0 0 0,0 1 0 0 0,1-1 0 0 0,0 1 0 0 0,-1 0 0 0 0,1 0 0 0 0,0 0 0 0 0,1 0 0 0 0,-3 4 0 0 0,-1 4 0 0 0,1 1 0 0 0,1-1 0 0 0,-1 1 0 0 0,-2 19 0 0 0,6-20 0 0 0,-1 0 0 0 0,1 0 0 0 0,1 0 0 0 0,0 0 0 0 0,0 0 0 0 0,1-1 0 0 0,1 1 0 0 0,0 0 0 0 0,0-1 0 0 0,1 0 0 0 0,5 12 0 0 0,-7-18 0 0 0,0-1 0 0 0,0 1 0 0 0,0-1 0 0 0,0 0 0 0 0,0 0 0 0 0,1 1 0 0 0,-1-1 0 0 0,1-1 0 0 0,0 1 0 0 0,0 0 0 0 0,0-1 0 0 0,0 1 0 0 0,1-1 0 0 0,-1 0 0 0 0,0 0 0 0 0,1-1 0 0 0,0 1 0 0 0,-1 0 0 0 0,1-1 0 0 0,0 0 0 0 0,0 0 0 0 0,0 0 0 0 0,0-1 0 0 0,0 1 0 0 0,0-1 0 0 0,0 0 0 0 0,-1 0 0 0 0,1 0 0 0 0,0-1 0 0 0,0 1 0 0 0,0-1 0 0 0,0 0 0 0 0,7-3 0 0 0,-9 4-2 0 0,0-1 0 0 0,1 0 0 0 0,-1 0 1 0 0,0 0-1 0 0,1 0 0 0 0,-1-1 0 0 0,0 1 0 0 0,0 0 0 0 0,0-1 1 0 0,0 0-1 0 0,0 1 0 0 0,-1-1 0 0 0,1 0 0 0 0,0 0 0 0 0,-1 0 1 0 0,1 0-1 0 0,-1 0 0 0 0,0 0 0 0 0,0 0 0 0 0,1-1 0 0 0,-2 1 1 0 0,2-3-1 0 0,-1 1-5 0 0,-1 0 0 0 0,0 0 0 0 0,0 0 0 0 0,0 0 0 0 0,0 0 0 0 0,-1 0 0 0 0,1 0 0 0 0,-1 0 0 0 0,0 0 0 0 0,0 0 0 0 0,-1 0 0 0 0,-2-5 0 0 0,-1-2-6 0 0,-1 0 0 0 0,-1 1-1 0 0,0 0 1 0 0,0 0 0 0 0,-1 0 0 0 0,0 1 0 0 0,0 1 0 0 0,-12-10 0 0 0,18 16 14 0 0,0 1 0 0 0,0-1 0 0 0,0 1-1 0 0,-1-1 1 0 0,1 1 0 0 0,0 0 0 0 0,0 0 0 0 0,-1 0-1 0 0,1 0 1 0 0,-1 0 0 0 0,1 0 0 0 0,-1 1-1 0 0,0-1 1 0 0,1 1 0 0 0,-1 0 0 0 0,-3 0 0 0 0,5 0-2 0 0,-1 1 1 0 0,1 0 0 0 0,0 0 0 0 0,-1-1 0 0 0,1 1 0 0 0,0 0 0 0 0,0 0 0 0 0,-1 0 0 0 0,1 0 0 0 0,0 1 0 0 0,0-1-1 0 0,0 0 1 0 0,0 0 0 0 0,0 1 0 0 0,1-1 0 0 0,-1 0 0 0 0,0 1 0 0 0,1-1 0 0 0,-1 1 0 0 0,1-1 0 0 0,-1 1 0 0 0,1-1-1 0 0,0 1 1 0 0,-1-1 0 0 0,1 1 0 0 0,0-1 0 0 0,0 1 0 0 0,0 1 0 0 0,0 3-3 0 0,-1 0 0 0 0,1 0 1 0 0,0 0-1 0 0,0 0 0 0 0,1 0 0 0 0,-1-1 0 0 0,1 1 1 0 0,1 0-1 0 0,-1 0 0 0 0,1 0 0 0 0,0-1 0 0 0,0 1 1 0 0,1-1-1 0 0,0 0 0 0 0,0 0 0 0 0,5 7 1 0 0,-5-8 0 0 0,0-1 1 0 0,0 0 0 0 0,1 0 0 0 0,0-1 0 0 0,-1 1-1 0 0,1-1 1 0 0,0 1 0 0 0,0-1 0 0 0,0-1 0 0 0,1 1-1 0 0,-1 0 1 0 0,0-1 0 0 0,1 0 0 0 0,-1 0 0 0 0,1 0 0 0 0,-1-1-1 0 0,1 0 1 0 0,-1 1 0 0 0,1-2 0 0 0,-1 1 0 0 0,1 0-1 0 0,4-2 1 0 0,-1 1 2 0 0,1-1-1 0 0,-1 0 0 0 0,0-1 1 0 0,0 0-1 0 0,0 0 0 0 0,-1 0 1 0 0,1-1-1 0 0,-1 0 0 0 0,12-9 0 0 0,-17 11 11 0 0,0 1-1 0 0,-1 0 0 0 0,1-1 0 0 0,-1 1 0 0 0,1-1 0 0 0,-1 0 0 0 0,1 0 1 0 0,-1 1-1 0 0,0-1 0 0 0,0 0 0 0 0,0 0 0 0 0,0 0 0 0 0,0 0 0 0 0,0 0 0 0 0,-1 0 1 0 0,1-1-1 0 0,-1 1 0 0 0,1 0 0 0 0,-1 0 0 0 0,0 0 0 0 0,0-1 0 0 0,0 1 1 0 0,0 0-1 0 0,0 0 0 0 0,0 0 0 0 0,-1-1 0 0 0,1 1 0 0 0,-1 0 0 0 0,1 0 1 0 0,-1 0-1 0 0,0 0 0 0 0,0 0 0 0 0,0 0 0 0 0,0 0 0 0 0,0 0 0 0 0,-1 0 0 0 0,1 0 1 0 0,0 1-1 0 0,-1-1 0 0 0,-2-2 0 0 0,1 2 11 0 0,1-1 0 0 0,-1 1 0 0 0,1 0 1 0 0,-1 0-1 0 0,0 0 0 0 0,0 0 0 0 0,0 0 0 0 0,0 1 0 0 0,0 0 1 0 0,0-1-1 0 0,-1 1 0 0 0,1 0 0 0 0,0 0 0 0 0,-1 1 0 0 0,1-1 1 0 0,0 1-1 0 0,-1 0 0 0 0,1 0 0 0 0,-1 0 0 0 0,1 0 0 0 0,-1 0 1 0 0,1 1-1 0 0,0-1 0 0 0,-1 1 0 0 0,1 0 0 0 0,0 0 0 0 0,0 1 1 0 0,-6 2-1 0 0,3-1-35 0 0,-1 0 0 0 0,1 1 1 0 0,1 0-1 0 0,-1 0 1 0 0,1 1-1 0 0,-1-1 0 0 0,1 1 1 0 0,1 0-1 0 0,-1 1 0 0 0,1-1 1 0 0,0 1-1 0 0,0 0 0 0 0,-5 9 1 0 0,6-10-298 0 0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0:11.9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43 5 14283 0 0,'-23'-4'2113'0'0,"23"4"-1948"0"0,-1 0 0 0 0,0 0 1 0 0,0-1-1 0 0,0 1 0 0 0,0 0 0 0 0,0 0 1 0 0,0 0-1 0 0,0 0 0 0 0,0 0 1 0 0,0 0-1 0 0,0 1 0 0 0,0-1 0 0 0,0 0 1 0 0,1 0-1 0 0,-1 1 0 0 0,0-1 1 0 0,0 0-1 0 0,0 1 0 0 0,-1 0 1 0 0,4 1 16 0 0,0 0 1 0 0,-1 0 0 0 0,1 0-1 0 0,1-1 1 0 0,-1 1 0 0 0,0-1 0 0 0,0 1-1 0 0,1-1 1 0 0,-1 0 0 0 0,0 0-1 0 0,4 1 1 0 0,-4-1-24 0 0,32 16 139 0 0,-1 2 0 0 0,0 0 0 0 0,-2 3 0 0 0,30 25 0 0 0,107 109 795 0 0,-118-105-885 0 0,1-3 1 0 0,3-2-1 0 0,80 52 0 0 0,-82-70-195 0 0,-36-20-17 0 0,-1 0 1 0 0,1 1 0 0 0,-1 0-1 0 0,-1 2 1 0 0,23 19-1 0 0,-35-28-34 0 0,-1 0-1 0 0,1 0 1 0 0,-1 0-1 0 0,1 0 1 0 0,-1 0-1 0 0,0 0 1 0 0,0 0-1 0 0,0 0 1 0 0,0 1-1 0 0,0-1 1 0 0,0 0-1 0 0,-1 1 1 0 0,1-1-1 0 0,-1 1 1 0 0,1-1-1 0 0,-1 0 0 0 0,0 3 1 0 0,-1 2-485 0 0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0:12.3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465 109 6449 0 0,'1'-5'290'0'0,"0"-1"0"0"0,0 1-1 0 0,-1-1 1 0 0,0 1 0 0 0,0-1 0 0 0,0 1-1 0 0,0-1 1 0 0,-1 1 0 0 0,0-1-1 0 0,0 1 1 0 0,-1-1 0 0 0,1 1-1 0 0,-4-6 1 0 0,4 9-26 0 0,0 0 0 0 0,0 1 0 0 0,0-1 0 0 0,0 0 0 0 0,0 1-1 0 0,0-1 1 0 0,-1 1 0 0 0,1-1 0 0 0,0 1 0 0 0,-1 0 0 0 0,0 0 0 0 0,1 0 0 0 0,-1 0 0 0 0,1 0-1 0 0,-1 0 1 0 0,0 0 0 0 0,0 0 0 0 0,0 0 0 0 0,1 1 0 0 0,-1-1 0 0 0,0 1 0 0 0,0 0-1 0 0,0-1 1 0 0,0 1 0 0 0,0 0 0 0 0,0 0 0 0 0,0 0 0 0 0,0 0 0 0 0,0 1 0 0 0,0-1 0 0 0,0 0-1 0 0,1 1 1 0 0,-1 0 0 0 0,0-1 0 0 0,0 1 0 0 0,0 0 0 0 0,1 0 0 0 0,-1 0 0 0 0,-3 2 0 0 0,-9 6-171 0 0,0 0 1 0 0,0 2-1 0 0,1-1 1 0 0,1 2-1 0 0,0-1 0 0 0,0 2 1 0 0,1 0-1 0 0,1 0 1 0 0,-15 25 0 0 0,-5 14 357 0 0,-31 77 1 0 0,41-83-394 0 0,-14 27-9 0 0,-58 144 278 0 0,89-208 9 0 0,0 0 0 0 0,1 1 0 0 0,0-1 0 0 0,-1 17 0 0 0,11-29 99 0 0,0-1-3116 0 0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2:07.6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2358 551 13827 0 0,'-87'-88'1797'0'0,"7"5"-179"0"0,-117-94 1 0 0,166 154-1436 0 0,0 1 0 0 0,-2 1 0 0 0,0 2 0 0 0,-1 2 0 0 0,-1 0 0 0 0,0 3-1 0 0,-73-20 1 0 0,50 22-255 0 0,-1 2-1 0 0,0 3 0 0 0,0 2 1 0 0,0 3-1 0 0,-1 3 1 0 0,1 2-1 0 0,-70 13 0 0 0,78-6-114 0 0,1 2 0 0 0,0 2 0 0 0,1 3 0 0 0,0 1 0 0 0,1 3 0 0 0,2 1 0 0 0,0 3 0 0 0,-63 45 0 0 0,64-37 280 0 0,3 1 1 0 0,0 2-1 0 0,3 2 1 0 0,1 1-1 0 0,1 2 1 0 0,3 2-1 0 0,1 1 1 0 0,-31 58-1 0 0,24-26-103 0 0,4 2-1 0 0,4 1 1 0 0,3 2-1 0 0,3 1 1 0 0,5 1-1 0 0,2 1 0 0 0,5 0 1 0 0,-6 120-1 0 0,18-129-34 0 0,3-1 0 0 0,3 1 0 0 0,3-1 0 0 0,4 0 0 0 0,3 0 0 0 0,3-2 0 0 0,3 0 0 0 0,4-1 0 0 0,61 130 0 0 0,-53-141 30 0 0,3-2-1 0 0,2-2 1 0 0,3-1-1 0 0,1-1 1 0 0,4-3-1 0 0,1-2 1 0 0,2-1 0 0 0,64 47-1 0 0,-46-44 183 0 0,1-3 0 0 0,3-2 0 0 0,1-4 0 0 0,143 62 0 0 0,-136-76 66 0 0,2-3 0 0 0,0-3-1 0 0,1-4 1 0 0,1-4 0 0 0,1-3-1 0 0,0-4 1 0 0,0-3 0 0 0,0-4 0 0 0,1-4-1 0 0,-2-3 1 0 0,155-34 0 0 0,-182 25-75 0 0,0-2 0 0 0,-1-3 1 0 0,-1-2-1 0 0,-1-2 0 0 0,67-45 0 0 0,-60 30 1 0 0,-1-3 0 0 0,-3-2-1 0 0,98-103 1 0 0,-111 99-132 0 0,-3-1 0 0 0,-2-3 0 0 0,-2-1 0 0 0,50-106 1 0 0,-53 87 21 0 0,-4 0 1 0 0,-3-2 0 0 0,25-122 0 0 0,-39 125-45 0 0,-2-1 1 0 0,-4 0-1 0 0,-3-1 0 0 0,-3 1 1 0 0,-3-1-1 0 0,-4 1 1 0 0,-3 1-1 0 0,-3 0 1 0 0,-3 0-1 0 0,-3 2 0 0 0,-3 0 1 0 0,-3 1-1 0 0,-56-103 1 0 0,50 112-51 0 0,-3 1 0 0 0,-2 2 0 0 0,-2 1 0 0 0,-79-83 1 0 0,94 115 37 0 0,0 1 0 0 0,-2 1 0 0 0,-1 2 0 0 0,0 1 0 0 0,-1 0 0 0 0,-2 3 0 0 0,1 0 1 0 0,-2 2-1 0 0,0 1 0 0 0,0 1 0 0 0,-50-11 0 0 0,15 12-4 0 0,0 3 0 0 0,0 3 0 0 0,-1 3 0 0 0,0 3 1 0 0,-131 18-1 0 0,117-3-658 0 0,1 2 1 0 0,1 5-1 0 0,-110 46 1 0 0,126-42-6835 0 0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2:08.1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203 2699 10594 0 0,'-18'9'973'0'0,"0"-1"0"0"0,-31 8-1 0 0,43-14-723 0 0,-1 0 0 0 0,1-1 0 0 0,-1 0 0 0 0,1 0 1 0 0,-1 0-1 0 0,0-1 0 0 0,1 0 0 0 0,-1-1 0 0 0,1 1 0 0 0,-1-1 0 0 0,-9-3 0 0 0,14 3-170 0 0,0 0-1 0 0,0 0 1 0 0,1 0 0 0 0,-1 0-1 0 0,0-1 1 0 0,0 1-1 0 0,1-1 1 0 0,-1 1 0 0 0,1-1-1 0 0,-1 1 1 0 0,1-1 0 0 0,0 0-1 0 0,0 0 1 0 0,0 0 0 0 0,0 0-1 0 0,0 0 1 0 0,0 0 0 0 0,0 0-1 0 0,1 0 1 0 0,-1 0 0 0 0,1 0-1 0 0,-1 0 1 0 0,1 0 0 0 0,0-1-1 0 0,0 1 1 0 0,0-3 0 0 0,0-6 153 0 0,1 0 1 0 0,0-1-1 0 0,6-20 1 0 0,12-35 461 0 0,3 0 0 0 0,57-119 0 0 0,86-119 70 0 0,-82 158-576 0 0,19-36-30 0 0,9 4 0 0 0,220-273 1 0 0,-195 286-90 0 0,150-163 43 0 0,80-31-37 0 0,-333 326-47 0 0,-13 11-140 0 0,1 1 0 0 0,1 2 1 0 0,2 0-1 0 0,44-30 0 0 0,-67 50-63 0 0,15-7 26 0 0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2:08.5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532 49 2280 0 0,'-23'-2'144'0'0,"1"0"-1"0"0,-1 1 0 0 0,0 1 0 0 0,-34 5 0 0 0,-87 24 1725 0 0,-96 44 6361 0 0,315-99-3827 0 0,38-18-2261 0 0,18-7-1057 0 0,-113 45-1048 0 0,-1 0-1 0 0,1 1 1 0 0,0 1-1 0 0,0 1 0 0 0,1 0 1 0 0,-1 1-1 0 0,25 1 0 0 0,-37 1-28 0 0,1 1 0 0 0,0 0 0 0 0,0 0 0 0 0,0 1 0 0 0,0 0 0 0 0,-1 0 0 0 0,1 0 1 0 0,-1 1-1 0 0,1 0 0 0 0,-1 0 0 0 0,0 0 0 0 0,0 1 0 0 0,0 0 0 0 0,-1 0 0 0 0,1 1 0 0 0,-1-1 0 0 0,0 1 0 0 0,-1 1 0 0 0,1-1 0 0 0,-1 0 0 0 0,0 1 0 0 0,4 7 0 0 0,0 4 36 0 0,-1 0 0 0 0,-1 0 0 0 0,0 0 1 0 0,-1 1-1 0 0,-1 0 0 0 0,-1 0 1 0 0,-1 0-1 0 0,1 26 0 0 0,-11 149 450 0 0,6-170-474 0 0,-8 77-19 0 0,-5 61 510 0 0,15-133-1088 0 0,0-1-1 0 0,2 0 0 0 0,9 51 1 0 0,-3-48-6721 0 0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2:08.9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 35 16131 0 0,'-8'-24'1719'0'0,"10"14"-1119"0"0,-2 10-553 0 0,1-1 1 0 0,-1 1-1 0 0,1 0 1 0 0,-1 0 0 0 0,1 0-1 0 0,-1 0 1 0 0,1 0-1 0 0,-1 0 1 0 0,1 0-1 0 0,-1 0 1 0 0,1 0 0 0 0,-1 0-1 0 0,1 0 1 0 0,-1 1-1 0 0,1-1 1 0 0,-1 0-1 0 0,1 0 1 0 0,-1 0-1 0 0,1 1 1 0 0,-1-1 0 0 0,1 0-1 0 0,-1 0 1 0 0,0 1-1 0 0,1 0 1 0 0,2 1 76 0 0,-1 0-1 0 0,1 0 1 0 0,-1 0 0 0 0,0 1 0 0 0,1 0 0 0 0,-1-1-1 0 0,-1 1 1 0 0,1 0 0 0 0,0 0 0 0 0,-1 0 0 0 0,1 0-1 0 0,1 5 1 0 0,11 43 500 0 0,-12-43-499 0 0,25 136 612 0 0,-19-91-689 0 0,2-1-1 0 0,2-1 0 0 0,2 0 0 0 0,24 54 0 0 0,-32-91-61 0 0,2-1 0 0 0,0 1 0 0 0,14 17 0 0 0,-17-25-377 0 0,-1 0 0 0 0,1-1 0 0 0,1 0 0 0 0,-1 0-1 0 0,1-1 1 0 0,0 1 0 0 0,0-1 0 0 0,0 0 0 0 0,11 4 0 0 0,1-3-6585 0 0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2:09.3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1118 596 6913 0 0,'-1'-1'48'0'0,"-1"-8"130"0"0,0 0 0 0 0,-1 0 1 0 0,0 1-1 0 0,-1 0 1 0 0,0-1-1 0 0,0 1 0 0 0,-1 1 1 0 0,0-1-1 0 0,0 1 1 0 0,-1-1-1 0 0,0 2 0 0 0,0-1 1 0 0,-13-11-1 0 0,7 11 211 0 0,0 0 0 0 0,0 0 0 0 0,-1 1 0 0 0,0 1 0 0 0,0 0 0 0 0,0 1 0 0 0,0 0 0 0 0,-1 1 0 0 0,0 1 0 0 0,1 0-1 0 0,-1 0 1 0 0,0 2 0 0 0,0 0 0 0 0,0 0 0 0 0,0 1 0 0 0,-16 4 0 0 0,-10 3-36 0 0,1 2 0 0 0,-1 1 0 0 0,2 3 0 0 0,-48 22-1 0 0,49-17-340 0 0,2 1 0 0 0,0 1 0 0 0,2 3 0 0 0,0 0 0 0 0,2 2 0 0 0,1 1 0 0 0,1 2 0 0 0,1 0 0 0 0,2 2 0 0 0,1 1 0 0 0,1 1 0 0 0,-35 67 0 0 0,37-57-9 0 0,1 1 0 0 0,3 1-1 0 0,2 0 1 0 0,2 2 0 0 0,1 0-1 0 0,3 0 1 0 0,2 1 0 0 0,2 0-1 0 0,2 0 1 0 0,3 72 0 0 0,4-87 11 0 0,2 0 1 0 0,1-1-1 0 0,2 0 1 0 0,1-1-1 0 0,1 1 1 0 0,2-2-1 0 0,0 1 1 0 0,3-2-1 0 0,0 0 1 0 0,2-1-1 0 0,1 0 0 0 0,42 48 1 0 0,-30-43 12 0 0,2-1 0 0 0,2-1 0 0 0,0-2 0 0 0,2-1 0 0 0,1-2 1 0 0,1-2-1 0 0,1-1 0 0 0,79 33 0 0 0,-53-31 275 0 0,1-2 1 0 0,1-4-1 0 0,112 19 1 0 0,-148-34-56 0 0,0-1 0 0 0,-1-1 0 0 0,1-2 1 0 0,0-1-1 0 0,0-1 0 0 0,-1-2 0 0 0,1-1 0 0 0,-1-1 0 0 0,0-2 1 0 0,48-19-1 0 0,-53 14-123 0 0,-2 0 0 0 0,1-2 0 0 0,-2-1 0 0 0,0-1 1 0 0,-1 0-1 0 0,0-2 0 0 0,-2 0 0 0 0,0-2 0 0 0,-1 0 0 0 0,-2-1 1 0 0,26-42-1 0 0,-13 12 23 0 0,-2-2 1 0 0,-3 0 0 0 0,-2-1 0 0 0,21-83-1 0 0,-26 65-103 0 0,-4-2 0 0 0,-2 1 0 0 0,-5-2-1 0 0,-2 1 1 0 0,-4 0 0 0 0,-2-1 0 0 0,-5 1 0 0 0,-2 0-1 0 0,-4 1 1 0 0,-3 0 0 0 0,-3 1 0 0 0,-29-71 0 0 0,26 90-114 0 0,-3 1 0 0 0,-2 1 0 0 0,-2 1 0 0 0,-3 2 0 0 0,-1 1 0 0 0,-3 1 1 0 0,-2 2-1 0 0,-1 2 0 0 0,-65-54 0 0 0,90 85-47 0 0,-1 0-1 0 0,-1 1 1 0 0,0 1-1 0 0,-1 1 1 0 0,0 0 0 0 0,0 1-1 0 0,-24-7 1 0 0,27 11-1441 0 0,0 1-1 0 0,-1 0 1 0 0,-17-1 0 0 0,-25 4-5884 0 0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2:10.2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 83 6913 0 0,'12'-19'3974'0'0,"-12"19"-3817"0"0,0 0 0 0 0,1-1 0 0 0,-1 1-1 0 0,1 0 1 0 0,-1 0 0 0 0,0 0 0 0 0,1 0-1 0 0,-1 0 1 0 0,1 0 0 0 0,-1 0 0 0 0,1 0 0 0 0,-1 0-1 0 0,0 0 1 0 0,1 0 0 0 0,-1 0 0 0 0,1 0-1 0 0,-1 0 1 0 0,0 0 0 0 0,1 0 0 0 0,-1 1 0 0 0,1-1-1 0 0,1 1 165 0 0,0 1 0 0 0,0 0 0 0 0,0 0 0 0 0,0 0-1 0 0,-1 0 1 0 0,1 0 0 0 0,-1 0 0 0 0,1 0 0 0 0,-1 0-1 0 0,2 5 1 0 0,20 19 214 0 0,-23-25-518 0 0,0-1 0 0 0,0 1 0 0 0,1-1 0 0 0,-1 1-1 0 0,0-1 1 0 0,1 0 0 0 0,-1 1 0 0 0,0-1 0 0 0,1 0 0 0 0,-1 0-1 0 0,1 1 1 0 0,-1-1 0 0 0,1 0 0 0 0,-1 0 0 0 0,0 1 0 0 0,1-1-1 0 0,-1 0 1 0 0,1 0 0 0 0,-1 0 0 0 0,1 0 0 0 0,-1 0 0 0 0,1 0-1 0 0,-1 0 1 0 0,1 0 0 0 0,-1 0 0 0 0,1 0 0 0 0,-1 0 0 0 0,1 0-1 0 0,-1 0 1 0 0,1 0 0 0 0,-1 0 0 0 0,1 0 0 0 0,-1-1 0 0 0,1 1-1 0 0,-1 0 1 0 0,1 0 0 0 0,-1-1 0 0 0,0 1 0 0 0,1 0 0 0 0,-1 0-1 0 0,1-1 1 0 0,-1 1 0 0 0,0-1 0 0 0,1 1 0 0 0,-1 0 0 0 0,0-1-1 0 0,0 1 1 0 0,1-1 0 0 0,-1 1 0 0 0,0-1 0 0 0,0 1 0 0 0,0 0-1 0 0,1-1 1 0 0,-1 1 0 0 0,0-1 0 0 0,0 1 0 0 0,0-1 0 0 0,0 1-1 0 0,0-1 1 0 0,0 1 0 0 0,0-1 0 0 0,0 1 0 0 0,0-2 0 0 0,-1-3 116 0 0,0-1 0 0 0,0 0 0 0 0,-1 1 0 0 0,1-1 0 0 0,-1 1 0 0 0,0-1 0 0 0,-1 1 0 0 0,1 0 0 0 0,-1 0 0 0 0,0 0 0 0 0,0 0 0 0 0,-1 1 0 0 0,0-1 0 0 0,1 1 0 0 0,-1 0 0 0 0,-1 0 0 0 0,1 0 1 0 0,0 1-1 0 0,-1-1 0 0 0,0 1 0 0 0,-7-3 0 0 0,11 5-207 0 0,-1 1 1 0 0,1-1-1 0 0,0 1 1 0 0,-1 0-1 0 0,1 0 1 0 0,0 0-1 0 0,-1 0 1 0 0,1 0-1 0 0,-1 0 1 0 0,1 0-1 0 0,0 0 1 0 0,-1 1-1 0 0,1-1 1 0 0,0 0-1 0 0,-1 1 1 0 0,1-1-1 0 0,0 1 1 0 0,0-1-1 0 0,-1 1 1 0 0,1 0-1 0 0,0 0 1 0 0,0-1-1 0 0,0 1 1 0 0,0 0-1 0 0,-2 2 1 0 0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2:10.8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1897 589 2761 0 0,'-3'-16'284'0'0,"-1"-1"-1"0"0,-1 1 1 0 0,-1 0 0 0 0,0 1 0 0 0,-1-1 0 0 0,-1 1 0 0 0,0 0 0 0 0,-1 1 0 0 0,-18-23 0 0 0,14 23 235 0 0,0 1 0 0 0,-1 0 1 0 0,-1 1-1 0 0,0 0 0 0 0,0 1 0 0 0,-1 1 0 0 0,-1 0 1 0 0,1 1-1 0 0,-1 1 0 0 0,-1 1 0 0 0,-30-9 1 0 0,24 11-148 0 0,1 0 0 0 0,-1 2 0 0 0,0 1 0 0 0,1 1 1 0 0,-1 0-1 0 0,0 2 0 0 0,0 1 0 0 0,0 1 0 0 0,-24 6 1 0 0,-25 12 547 0 0,0 4 0 0 0,-106 51 0 0 0,113-47-473 0 0,12-3-53 0 0,1 2 0 0 0,2 2 0 0 0,0 3 0 0 0,-83 71 0 0 0,68-44-255 0 0,3 3-1 0 0,-88 114 1 0 0,109-117-161 0 0,2 2 0 0 0,3 1 0 0 0,3 2 0 0 0,2 2 0 0 0,4 1 0 0 0,2 1 0 0 0,-26 117 0 0 0,43-148-86 0 0,1 1 1 0 0,3 0-1 0 0,1 0 1 0 0,1 1-1 0 0,3-1 1 0 0,1 0-1 0 0,2 1 1 0 0,1-1-1 0 0,3 0 1 0 0,1-1-1 0 0,1 1 1 0 0,3-2-1 0 0,1 1 0 0 0,1-2 1 0 0,34 61-1 0 0,-26-61-157 0 0,0-2 0 0 0,2-1 1 0 0,2 0-1 0 0,1-2 0 0 0,1-1 0 0 0,2-2 0 0 0,1 0 0 0 0,1-3 0 0 0,1 0 0 0 0,1-2 0 0 0,1-1 0 0 0,67 29 0 0 0,-46-29 212 0 0,2-2 1 0 0,0-2-1 0 0,1-4 1 0 0,0-1-1 0 0,1-4 1 0 0,1-2-1 0 0,67-1 1 0 0,-45-7 139 0 0,0-4 1 0 0,0-3-1 0 0,0-4 1 0 0,130-36-1 0 0,-158 30 434 0 0,-1-2 0 0 0,-1-3 0 0 0,0-2 0 0 0,-2-2 0 0 0,-1-2 0 0 0,-1-3 0 0 0,-2-1 0 0 0,-2-3 0 0 0,0-2 0 0 0,57-63 0 0 0,-62 56-267 0 0,-2-2 0 0 0,-2-1-1 0 0,-2-2 1 0 0,-2-2 0 0 0,-2-1 0 0 0,-3-1-1 0 0,-3-1 1 0 0,-1-1 0 0 0,28-114-1 0 0,-41 115-175 0 0,-3 1-1 0 0,-2-1 0 0 0,-3 0 0 0 0,-2 0 0 0 0,-2 0 0 0 0,-3 1 1 0 0,-12-58-1 0 0,-11-18 82 0 0,-79-218 1 0 0,89 298-171 0 0,-3 0 1 0 0,-1 2-1 0 0,-3 1 1 0 0,-2 1 0 0 0,-45-60-1 0 0,49 77-19 0 0,-2 1-1 0 0,-1 1 1 0 0,-1 1 0 0 0,-2 1-1 0 0,0 1 1 0 0,-1 2-1 0 0,-2 1 1 0 0,-48-24 0 0 0,38 24-81 0 0,-1 3 1 0 0,-1 1-1 0 0,0 2 1 0 0,-1 2-1 0 0,-1 2 1 0 0,-76-8-1 0 0,54 16-1 0 0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2:12.0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68 146 6913 0 0,'-4'-1'299'0'0,"0"0"-1"0"0,1 0 1 0 0,-1 0-1 0 0,1-1 1 0 0,-1 0-1 0 0,1 1 0 0 0,0-1 1 0 0,0 0-1 0 0,0 0 1 0 0,0-1-1 0 0,0 1 1 0 0,0-1-1 0 0,1 1 1 0 0,-1-1-1 0 0,1 0 0 0 0,0 0 1 0 0,-1 0-1 0 0,1 0 1 0 0,1 0-1 0 0,-1-1 1 0 0,-2-5-1 0 0,3 7-133 0 0,1-1-1 0 0,-1 1 1 0 0,1-1 0 0 0,-1 1 0 0 0,1-1 0 0 0,0 1-1 0 0,0-1 1 0 0,0 0 0 0 0,0 1 0 0 0,1-1-1 0 0,-1 1 1 0 0,1-1 0 0 0,-1 1 0 0 0,1-1-1 0 0,0 1 1 0 0,0 0 0 0 0,0-1 0 0 0,0 1-1 0 0,0 0 1 0 0,1 0 0 0 0,-1 0 0 0 0,1-1-1 0 0,0 2 1 0 0,-1-1 0 0 0,1 0 0 0 0,0 0-1 0 0,0 0 1 0 0,0 1 0 0 0,0-1 0 0 0,0 1 0 0 0,0 0-1 0 0,4-2 1 0 0,-1 1-120 0 0,-1-1 0 0 0,1 1 0 0 0,-1 0-1 0 0,1 1 1 0 0,0-1 0 0 0,0 1 0 0 0,0 0 0 0 0,0 0 0 0 0,0 0 0 0 0,0 1-1 0 0,0 0 1 0 0,0 0 0 0 0,0 0 0 0 0,0 1 0 0 0,0-1 0 0 0,0 1 0 0 0,0 0-1 0 0,0 1 1 0 0,0-1 0 0 0,0 1 0 0 0,-1 0 0 0 0,1 0 0 0 0,0 1 0 0 0,-1-1-1 0 0,0 1 1 0 0,0 0 0 0 0,0 0 0 0 0,0 0 0 0 0,0 1 0 0 0,-1 0 0 0 0,6 5-1 0 0,-1 2-60 0 0,0 0 0 0 0,0 1 0 0 0,-2 0 0 0 0,1 0 0 0 0,-1 0-1 0 0,-1 1 1 0 0,0 0 0 0 0,-1 0 0 0 0,0 0 0 0 0,3 23 0 0 0,-3 3-156 0 0,-2 0 0 0 0,-1 1 0 0 0,-7 49 0 0 0,-24 118-787 0 0,16-121 820 0 0,14-85 144 0 0,-1-1 1 0 0,1 1-1 0 0,0 0 0 0 0,0 0 1 0 0,0 0-1 0 0,0-1 0 0 0,0 1 1 0 0,0 0-1 0 0,0 0 0 0 0,0 0 1 0 0,1-1-1 0 0,-1 1 0 0 0,0 0 1 0 0,0 0-1 0 0,1 0 0 0 0,-1-1 1 0 0,0 1-1 0 0,1 0 0 0 0,-1-1 1 0 0,1 1-1 0 0,-1 0 1 0 0,1-1-1 0 0,-1 1 0 0 0,1 0 1 0 0,-1-1-1 0 0,2 2 0 0 0,0-2 24 0 0,-1 1 0 0 0,1 0 0 0 0,0-1 0 0 0,0 1 0 0 0,-1-1 0 0 0,1 0-1 0 0,0 1 1 0 0,0-1 0 0 0,0 0 0 0 0,-1 0 0 0 0,5-1 0 0 0,6 0 232 0 0,1-2 1 0 0,23-7 0 0 0,-24 6-126 0 0,115-33 1391 0 0,-44 11-1437 0 0,134-23 0 0 0,-179 44-448 0 0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2:12.5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1049 75 8290 0 0,'-5'-5'136'0'0,"0"0"0"0"0,0 0 0 0 0,-1 0 0 0 0,1 1 0 0 0,-1-1 0 0 0,0 1 0 0 0,0 1 0 0 0,-1-1 0 0 0,1 1 0 0 0,-1 0 0 0 0,1 1 0 0 0,-1 0 0 0 0,0 0 0 0 0,0 0 0 0 0,0 1 0 0 0,0 0 0 0 0,0 0 0 0 0,-10 0 0 0 0,-13 2 320 0 0,1 0 0 0 0,0 2 0 0 0,0 0-1 0 0,0 3 1 0 0,0 0 0 0 0,1 2 0 0 0,0 1 0 0 0,-30 14-1 0 0,26-8-97 0 0,1 2-1 0 0,0 1 1 0 0,2 1-1 0 0,0 2 1 0 0,2 1-1 0 0,-39 39 0 0 0,37-30-236 0 0,1 1 0 0 0,2 2-1 0 0,1 0 1 0 0,1 2-1 0 0,-29 61 1 0 0,26-36 11 0 0,3 2-1 0 0,-30 117 1 0 0,-24 235-102 0 0,67-314-50 0 0,5 0 0 0 0,7 115 0 0 0,1-172-9 0 0,3 0 1 0 0,1 0-1 0 0,3-1 1 0 0,15 51-1 0 0,-17-74-68 0 0,1-1-1 0 0,0 0 1 0 0,2 0 0 0 0,0-1-1 0 0,1 0 1 0 0,0-1 0 0 0,2 0-1 0 0,0-1 1 0 0,0-1-1 0 0,32 28 1 0 0,-20-24-132 0 0,1-2 0 0 0,1 0 0 0 0,1-2-1 0 0,0-1 1 0 0,0-1 0 0 0,2-1 0 0 0,-1-2 0 0 0,1-1 0 0 0,1-2-1 0 0,0 0 1 0 0,0-2 0 0 0,37 1 0 0 0,3-4 85 0 0,0-3-1 0 0,0-4 1 0 0,0-2 0 0 0,88-21-1 0 0,-86 12 674 0 0,0-4 0 0 0,-2-3 1 0 0,0-2-1 0 0,118-63 0 0 0,-142 61 37 0 0,0-2 0 0 0,-2-2 0 0 0,-1-1 0 0 0,-2-3 0 0 0,-1-2 0 0 0,-2-1 0 0 0,42-54 0 0 0,-51 53-163 0 0,-1-1 1 0 0,-3-2-1 0 0,37-76 0 0 0,-50 86-307 0 0,0 0-1 0 0,-3-2 1 0 0,0 1-1 0 0,-3-1 1 0 0,0-1-1 0 0,1-37 1 0 0,-6 11 31 0 0,-2 1 1 0 0,-10-68 0 0 0,-28-121 370 0 0,28 191-383 0 0,-2 0 1 0 0,-3 1-1 0 0,-3 0 0 0 0,-2 2 0 0 0,-37-74 0 0 0,45 105-97 0 0,-2 1-1 0 0,-1 1 0 0 0,0 1 0 0 0,-1 0 0 0 0,-2 1 1 0 0,0 0-1 0 0,-1 2 0 0 0,-1 0 0 0 0,0 2 1 0 0,-2 0-1 0 0,0 1 0 0 0,0 1 0 0 0,-1 1 0 0 0,-38-15 1 0 0,25 16-47 0 0,1 2 0 0 0,-1 2 0 0 0,0 1 0 0 0,-1 2 0 0 0,0 2 0 0 0,0 1 1 0 0,0 2-1 0 0,0 1 0 0 0,-38 7 0 0 0,-42 10-313 0 0,-165 49-1 0 0,176-37-884 0 0,-142 61-1 0 0,176-59-6503 0 0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9:24.4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49 40 10594 0 0,'-10'-5'671'0'0,"-18"-10"-298"0"0,17 4 3678 0 0,11 10-3950 0 0,0 1 1 0 0,0-1 0 0 0,0 1 0 0 0,1-1 0 0 0,-1 1 0 0 0,0 0-1 0 0,0-1 1 0 0,0 1 0 0 0,0 0 0 0 0,1-1 0 0 0,-1 1-1 0 0,0 0 1 0 0,0-1 0 0 0,1 1 0 0 0,-1 0 0 0 0,0-1-1 0 0,1 1 1 0 0,-1 0 0 0 0,0 0 0 0 0,1 0 0 0 0,-1-1-1 0 0,0 1 1 0 0,1 0 0 0 0,-1 0 0 0 0,1 0 0 0 0,-1 0-1 0 0,0 0 1 0 0,1-1 0 0 0,-1 1 0 0 0,1 0 0 0 0,-1 0-1 0 0,1 0 1 0 0,-1 0 0 0 0,0 0 0 0 0,1 0 0 0 0,-1 0-1 0 0,1 1 1 0 0,-1-1 0 0 0,19 1 885 0 0,-8 2-858 0 0,-1 0 1 0 0,0 1 0 0 0,0 0-1 0 0,-1 1 1 0 0,1 0-1 0 0,-1 0 1 0 0,0 1 0 0 0,0 0-1 0 0,-1 1 1 0 0,1 0 0 0 0,9 11-1 0 0,10 13 105 0 0,38 55-1 0 0,-50-64-164 0 0,53 77-62 0 0,-4 4 0 0 0,-5 2 0 0 0,-4 3 1 0 0,50 141-1 0 0,-90-207-1 0 0,-2 1 0 0 0,-2 1-1 0 0,-2 1 1 0 0,-2-1 0 0 0,3 56 0 0 0,-10-74-2 0 0,-2-1-1 0 0,0 1 0 0 0,-2 0 1 0 0,0-1-1 0 0,-2 0 1 0 0,-1 0-1 0 0,-1 0 1 0 0,-1 0-1 0 0,-1-1 1 0 0,-20 38-1 0 0,7-23-661 0 0,-28 37 0 0 0,38-60-1621 0 0,-1 0 1 0 0,-21 18 0 0 0,20-23-470 0 0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9:24.8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 27 12899 0 0,'0'0'62'0'0,"-1"-1"0"0"0,1 1 0 0 0,-1-1-1 0 0,1 1 1 0 0,0-1 0 0 0,-1 1 0 0 0,1-1 0 0 0,0 1 0 0 0,0-1 0 0 0,-1 0 0 0 0,1 1 0 0 0,0-1 0 0 0,0 1 0 0 0,0-1 0 0 0,0 0 0 0 0,0 1 0 0 0,0-1 0 0 0,0 1-1 0 0,0-1 1 0 0,0 0 0 0 0,0 1 0 0 0,0-1 0 0 0,0 0 0 0 0,0 1 0 0 0,0-1 0 0 0,1 1 0 0 0,-1-1 0 0 0,0 1 0 0 0,0-1 0 0 0,1 0 0 0 0,-1 1 0 0 0,0-1 0 0 0,1 1-1 0 0,-1-1 1 0 0,1 1 0 0 0,-1 0 0 0 0,0-1 0 0 0,1 1 0 0 0,-1-1 0 0 0,1 1 0 0 0,-1 0 0 0 0,1-1 0 0 0,0 1 0 0 0,-1 0 0 0 0,1 0 0 0 0,-1-1 0 0 0,1 1-1 0 0,0 0 1 0 0,-1 0 0 0 0,1 0 0 0 0,0 0 0 0 0,1-1 156 0 0,0 1-1 0 0,0-1 0 0 0,-1 1 1 0 0,1 0-1 0 0,0 0 1 0 0,-1 0-1 0 0,1 0 0 0 0,0 0 1 0 0,0 0-1 0 0,-1 1 1 0 0,1-1-1 0 0,0 0 0 0 0,-1 1 1 0 0,1 0-1 0 0,0-1 0 0 0,-1 1 1 0 0,1 0-1 0 0,-1 0 1 0 0,3 1-1 0 0,5 9 65 0 0,-2 0 1 0 0,1 1-1 0 0,-2-1 0 0 0,1 1 1 0 0,-2 1-1 0 0,1-1 1 0 0,6 26-1 0 0,1-1-147 0 0,148 428 993 0 0,-153-436-1279 0 0,1 4-449 0 0,2 0 0 0 0,1 0 1 0 0,26 49-1 0 0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9:25.0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20 227 9218 0 0,'-1'0'100'0'0,"0"0"-1"0"0,1 0 1 0 0,-1 1 0 0 0,0-1-1 0 0,1 0 1 0 0,-1 0 0 0 0,0 0-1 0 0,1-1 1 0 0,-1 1-1 0 0,1 0 1 0 0,-1 0 0 0 0,0 0-1 0 0,1 0 1 0 0,-1-1 0 0 0,0 1-1 0 0,1 0 1 0 0,-1 0 0 0 0,1-1-1 0 0,-1 1 1 0 0,1-1 0 0 0,-1 1-1 0 0,1 0 1 0 0,-1-1 0 0 0,1 1-1 0 0,-1-1 1 0 0,1 1-1 0 0,0-1 1 0 0,-1 1 0 0 0,1-1-1 0 0,0 0 1 0 0,-1 1 0 0 0,1-1-1 0 0,0 1 1 0 0,0-1 0 0 0,-1 0-1 0 0,1 1 1 0 0,0-1 0 0 0,0 1-1 0 0,0-1 1 0 0,0 0 0 0 0,0 1-1 0 0,0-1 1 0 0,0 0-1 0 0,0 1 1 0 0,0-1 0 0 0,0 0-1 0 0,0 1 1 0 0,1-1 0 0 0,-1 0-1 0 0,0 1 1 0 0,0-1 0 0 0,1 1-1 0 0,-1-1 1 0 0,1 0 0 0 0,1-4 392 0 0,0 1 0 0 0,1 0 1 0 0,-1 0-1 0 0,1 1 0 0 0,0-1 1 0 0,0 1-1 0 0,6-7 0 0 0,22-15 1307 0 0,55-34-1 0 0,-50 38-2196 0 0,57-24-1 0 0,-69 35-4768 0 0,0 4-1813 0 0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9:25.2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0 210 7834 0 0,'7'1'344'0'0,"-1"-2"72"0"0,1 2-328 0 0,-1-2-88 0 0,0-1 0 0 0,-1-1 0 0 0,5 1 1056 0 0,3-4 192 0 0,8-4 33 0 0,7-4 15 0 0,3-6-368 0 0,1-1-64 0 0,-4 0-24 0 0,-3-3 1 0 0,-2 1-1866 0 0,-2 2-383 0 0,2-1-64 0 0,-3 1-25 0 0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9:25.67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36 7834 0 0,'0'0'72'0'0,"0"-1"1"0"0,0 0-1 0 0,0 1 1 0 0,1-1 0 0 0,-1 0-1 0 0,0 1 1 0 0,1-1-1 0 0,-1 1 1 0 0,0-1 0 0 0,1 1-1 0 0,-1-1 1 0 0,1 1-1 0 0,-1-1 1 0 0,1 1 0 0 0,-1-1-1 0 0,1 1 1 0 0,-1-1-1 0 0,1 1 1 0 0,-1 0 0 0 0,1-1-1 0 0,0 1 1 0 0,-1 0-1 0 0,1 0 1 0 0,0 0 0 0 0,-1-1-1 0 0,1 1 1 0 0,0 0-1 0 0,-1 0 1 0 0,1 0 0 0 0,0 0-1 0 0,26-9 1983 0 0,-26 9-2005 0 0,10-4 777 0 0,0 1 1 0 0,1 1-1 0 0,-1 0 0 0 0,1 0 0 0 0,0 1 0 0 0,-1 0 1 0 0,19 2-1 0 0,-25 0-749 0 0,0 0 0 0 0,0 0 1 0 0,-1 1-1 0 0,1-1 0 0 0,-1 1 0 0 0,1 0 1 0 0,-1 0-1 0 0,0 0 0 0 0,1 1 0 0 0,-1 0 1 0 0,0-1-1 0 0,-1 1 0 0 0,1 1 0 0 0,-1-1 1 0 0,1 1-1 0 0,-1-1 0 0 0,0 1 0 0 0,0 0 1 0 0,0 0-1 0 0,-1 0 0 0 0,3 5 0 0 0,2 7-79 0 0,0 0 0 0 0,-2 1-1 0 0,1-1 1 0 0,-2 1 0 0 0,0 0 0 0 0,-1 1-1 0 0,-1-1 1 0 0,0 23 0 0 0,-3-3 172 0 0,-1-1 0 0 0,-13 70 0 0 0,10-88 86 0 0,3-15-124 0 0,1 0-1 0 0,0-1 0 0 0,0 1 1 0 0,0 0-1 0 0,1 0 1 0 0,-1 0-1 0 0,1 0 1 0 0,-1 0-1 0 0,1 5 0 0 0,1-8-125 0 0,-1 0-1 0 0,1 0 0 0 0,0 0 0 0 0,-1 0 0 0 0,1 0 0 0 0,0 0 0 0 0,-1 0 0 0 0,1 0 1 0 0,-1 0-1 0 0,1 0 0 0 0,0 0 0 0 0,-1 0 0 0 0,1 0 0 0 0,-1-1 0 0 0,1 1 0 0 0,-1 0 1 0 0,1 0-1 0 0,-1-1 0 0 0,1 1 0 0 0,-1 0 0 0 0,1-1 0 0 0,-1 1 0 0 0,1-1 0 0 0,-1 1 1 0 0,1-1-1 0 0,15-11 219 0 0,62-62 706 0 0,-47 42-1056 0 0,2 2 1 0 0,1 0-1 0 0,1 2 1 0 0,2 2-1 0 0,41-22 1 0 0,-46 32-571 0 0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2:13.7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166 663 5585 0 0,'18'-4'316'0'0,"-17"3"-278"0"0,-1 1 1 0 0,0 0-1 0 0,0 0 0 0 0,1 0 0 0 0,-1-1 1 0 0,0 1-1 0 0,0 0 0 0 0,0 0 1 0 0,0-1-1 0 0,1 1 0 0 0,-1 0 0 0 0,0 0 1 0 0,0-1-1 0 0,0 1 0 0 0,0 0 1 0 0,0-1-1 0 0,0 1 0 0 0,0 0 0 0 0,0-1 1 0 0,0 1-1 0 0,0 0 0 0 0,0 0 1 0 0,0-1-1 0 0,0 1 0 0 0,0 0 0 0 0,0-1 1 0 0,0 1-1 0 0,0 0 0 0 0,0-1 1 0 0,0 1-1 0 0,-1 0 0 0 0,1-1 0 0 0,-1 0 119 0 0,0 0 0 0 0,0 0 0 0 0,0 0 0 0 0,0 0 0 0 0,0 1 0 0 0,0-1 0 0 0,0 0 0 0 0,0 0-1 0 0,-1 1 1 0 0,1-1 0 0 0,0 1 0 0 0,0-1 0 0 0,-1 1 0 0 0,1-1 0 0 0,0 1 0 0 0,-1 0 0 0 0,1-1-1 0 0,0 1 1 0 0,-1 0 0 0 0,1 0 0 0 0,-1 0 0 0 0,-1 1 0 0 0,-13 2 537 0 0,0 1 1 0 0,0 1-1 0 0,1 0 0 0 0,-1 1 1 0 0,1 1-1 0 0,1 0 1 0 0,-1 2-1 0 0,-17 20 5347 0 0,39-29-6043 0 0,0 0 1 0 0,1 0-1 0 0,-1-1 1 0 0,0 0-1 0 0,0 0 1 0 0,1-1-1 0 0,-1 0 0 0 0,0 0 1 0 0,10-6-1 0 0,71-37 44 0 0,-38 17 64 0 0,349-133 285 0 0,-158 70-230 0 0,78-28-161 0 0,-62 25 0 0 0,-19-2-752 0 0,-215 85-332 0 0,-1-1 1 0 0,21-14 0 0 0,-24 14-5853 0 0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2:14.41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 1 5985 0 0,'0'0'158'0'0,"0"0"0"0"0,-1 0 0 0 0,1 0 0 0 0,-1 0 0 0 0,1 0 1 0 0,-1 0-1 0 0,1 0 0 0 0,-1 0 0 0 0,1 0 0 0 0,0 0 0 0 0,-1 0 0 0 0,1 0 0 0 0,-1 0 0 0 0,-4 4 2212 0 0,4-4-2212 0 0,1 0 1 0 0,0 1-1 0 0,0 0 0 0 0,7 11 2199 0 0,19 9-496 0 0,5-5-1378 0 0,-1 2-1 0 0,0 1 0 0 0,-2 1 1 0 0,0 2-1 0 0,-2 1 1 0 0,33 35-1 0 0,-50-48-339 0 0,-1 0-1 0 0,-1 0 1 0 0,0 1-1 0 0,0 0 1 0 0,-1 0-1 0 0,0 0 1 0 0,-1 1-1 0 0,0 0 1 0 0,-1 0-1 0 0,-1 1 1 0 0,0-1-1 0 0,0 1 1 0 0,-1-1-1 0 0,-1 1 1 0 0,0 0-1 0 0,-1 0 1 0 0,0-1-1 0 0,-1 1 1 0 0,0 0-1 0 0,-6 20 1 0 0,0-8-544 0 0,-2 0-1 0 0,0-1 1 0 0,-16 28 0 0 0,12-25-6828 0 0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2:15.02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94 172 6913 0 0,'-12'-5'1290'0'0,"0"-2"0"0"0,0 1-1 0 0,0-2 1 0 0,1 1 0 0 0,-18-18-1 0 0,28 25-1190 0 0,0-1 0 0 0,1 0 0 0 0,-1 0 0 0 0,1 0 0 0 0,-1 0 0 0 0,1 0 0 0 0,0 0 1 0 0,-1 0-1 0 0,1 1 0 0 0,0-1 0 0 0,0 0 0 0 0,0 0 0 0 0,-1 0 0 0 0,1 0 0 0 0,0 0 0 0 0,0 0 0 0 0,1 0 0 0 0,-1 0 0 0 0,0 0 0 0 0,0 0 0 0 0,0 0 0 0 0,1 0 0 0 0,-1 0 0 0 0,0 0 0 0 0,1 0 0 0 0,-1 0 0 0 0,1 0 0 0 0,-1 0 1 0 0,1 1-1 0 0,-1-1 0 0 0,1 0 0 0 0,-1 0 0 0 0,1 1 0 0 0,0-1 0 0 0,0 0 0 0 0,-1 1 0 0 0,1-1 0 0 0,0 0 0 0 0,1 0 0 0 0,37-23 1429 0 0,-35 22-1289 0 0,13-6-94 0 0,0 0 0 0 0,1 0-1 0 0,-1 2 1 0 0,1 0 0 0 0,1 1 0 0 0,-1 1-1 0 0,1 1 1 0 0,19-1 0 0 0,-32 3-115 0 0,0 1 1 0 0,0 0 0 0 0,-1 1 0 0 0,1-1 0 0 0,0 1-1 0 0,-1 0 1 0 0,1 0 0 0 0,0 1 0 0 0,-1 0-1 0 0,0 0 1 0 0,1 0 0 0 0,-1 1 0 0 0,0 0 0 0 0,0 0-1 0 0,0 0 1 0 0,0 0 0 0 0,-1 1 0 0 0,0 0-1 0 0,1-1 1 0 0,-1 2 0 0 0,-1-1 0 0 0,1 0 0 0 0,0 1-1 0 0,-1 0 1 0 0,0 0 0 0 0,0 0 0 0 0,-1 0 0 0 0,1 0-1 0 0,-1 1 1 0 0,2 7 0 0 0,-1 0-34 0 0,0 1 1 0 0,0 0 0 0 0,-1 0-1 0 0,-1 0 1 0 0,0 1 0 0 0,-1-1-1 0 0,-1 0 1 0 0,0 0-1 0 0,-4 17 1 0 0,-5 12-17 0 0,-25 67 0 0 0,6-20 9 0 0,27-84 10 0 0,0-1 0 0 0,1 0 0 0 0,0 1 0 0 0,0-1 0 0 0,1 1 0 0 0,-1 0 0 0 0,1-1 0 0 0,1 1 0 0 0,-1-1 0 0 0,1 1 0 0 0,1 5 0 0 0,-1-9 0 0 0,0 1 0 0 0,0-1 0 0 0,0 0 0 0 0,0 1 0 0 0,1-1 0 0 0,-1 0 0 0 0,1 0 0 0 0,0 0 0 0 0,-1 0 0 0 0,1 0 0 0 0,0 0 0 0 0,0-1 0 0 0,0 1 0 0 0,0-1 0 0 0,1 1 0 0 0,-1-1 0 0 0,0 0 0 0 0,1 0 0 0 0,-1 0 0 0 0,0 0 0 0 0,1 0 0 0 0,-1-1 0 0 0,1 1 0 0 0,-1-1 0 0 0,5 1 0 0 0,10 1 0 0 0,0 1 0 0 0,0 0 0 0 0,0 1 0 0 0,-1 1 0 0 0,31 13 0 0 0,-43-16 0 0 0,1 1 0 0 0,-1-1 0 0 0,0 1 0 0 0,0 0 0 0 0,0 0 0 0 0,0 1 0 0 0,-1-1 0 0 0,1 1 0 0 0,-1 0 0 0 0,0 0 0 0 0,0 0 0 0 0,0 0 0 0 0,-1 0 0 0 0,1 1 0 0 0,-1-1 0 0 0,0 1 0 0 0,0 0 0 0 0,-1 0 0 0 0,1-1 0 0 0,-1 1 0 0 0,0 0 0 0 0,-1 0 0 0 0,1 0 0 0 0,-1 9 0 0 0,-1-1 10 0 0,-1 1 0 0 0,0-1 0 0 0,-1 1 0 0 0,0-1-1 0 0,-1 0 1 0 0,-1 0 0 0 0,0 0 0 0 0,-1 0 0 0 0,0-1 0 0 0,-1 0 0 0 0,0-1 0 0 0,-1 1 0 0 0,-14 15 0 0 0,2-5-241 0 0,-1 0 1 0 0,0-2-1 0 0,-2 0 1 0 0,0-1-1 0 0,-32 19 1 0 0,30-24-4956 0 0,3-1-1755 0 0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2:15.5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1226 290 8290 0 0,'1'-8'79'0'0,"1"-8"144"0"0,0-1 0 0 0,-1 1 1 0 0,-2-29-1 0 0,0 39-4 0 0,0 0-1 0 0,-1 0 1 0 0,1 0-1 0 0,-1 1 1 0 0,0-1-1 0 0,0 0 1 0 0,-1 1-1 0 0,0 0 1 0 0,0 0-1 0 0,0 0 1 0 0,0 0-1 0 0,-1 0 1 0 0,0 1-1 0 0,-6-6 1 0 0,3 3 99 0 0,-1 0 0 0 0,0 1 1 0 0,-1 0-1 0 0,1 1 0 0 0,-1 0 0 0 0,0 0 0 0 0,0 1 0 0 0,-1 0 1 0 0,1 0-1 0 0,-19-3 0 0 0,13 4 8 0 0,1 1 0 0 0,-1 1 0 0 0,0 1 0 0 0,0 0 0 0 0,0 0 0 0 0,-25 6 0 0 0,4 2 7 0 0,0 3 0 0 0,1 0-1 0 0,0 2 1 0 0,1 2-1 0 0,-38 22 1 0 0,23-8-301 0 0,1 3 0 0 0,1 1 1 0 0,2 2-1 0 0,1 3 1 0 0,2 1-1 0 0,2 2 0 0 0,2 1 1 0 0,2 3-1 0 0,1 0 1 0 0,3 3-1 0 0,2 0 0 0 0,1 2 1 0 0,3 1-1 0 0,3 2 1 0 0,1 0-1 0 0,-21 84 0 0 0,23-63-42 0 0,4 1-1 0 0,3 1 0 0 0,3 0 1 0 0,4 1-1 0 0,5 132 0 0 0,3-180 3 0 0,2-1 0 0 0,1 1 0 0 0,1-1 0 0 0,1 0 0 0 0,2 0 0 0 0,1-1 0 0 0,1-1 0 0 0,1 1 0 0 0,1-2 0 0 0,1 0 0 0 0,2 0 0 0 0,0-2 0 0 0,2 0 0 0 0,0 0 0 0 0,2-2 0 0 0,0-1 0 0 0,46 36 0 0 0,-9-15 168 0 0,2-3 0 0 0,1-2 0 0 0,2-3 0 0 0,2-3 0 0 0,1-2 0 0 0,1-3 0 0 0,0-3 0 0 0,2-4 0 0 0,1-2 0 0 0,0-3 0 0 0,1-3 0 0 0,122 2 0 0 0,-144-15-36 0 0,0-1 1 0 0,0-3-1 0 0,0-1 1 0 0,-1-3-1 0 0,-1-2 1 0 0,0-2-1 0 0,44-20 1 0 0,22-18 297 0 0,160-102 1 0 0,-224 125-365 0 0,-2-2 0 0 0,-1-2 0 0 0,-1-2 0 0 0,-3-2 0 0 0,62-70 0 0 0,-80 78-32 0 0,-1 0 0 0 0,-1-2 0 0 0,-2 0 0 0 0,-1-1 0 0 0,-2-1 0 0 0,-1 0 0 0 0,-1-2 0 0 0,-2 1 0 0 0,10-55 0 0 0,-13 30-47 0 0,-2 0-1 0 0,-3 0 1 0 0,-3-1-1 0 0,-2 0 1 0 0,-3 1-1 0 0,-21-110 1 0 0,9 101-10 0 0,-2 0 1 0 0,-4 2-1 0 0,-2 0 0 0 0,-3 2 0 0 0,-56-96 1 0 0,68 135-22 0 0,-2 0 1 0 0,-1 2 0 0 0,-1 0-1 0 0,-1 1 1 0 0,-1 1 0 0 0,-1 1-1 0 0,0 1 1 0 0,-2 1 0 0 0,0 1-1 0 0,-2 1 1 0 0,0 1 0 0 0,0 1-1 0 0,-1 1 1 0 0,-1 2-1 0 0,-50-15 1 0 0,47 18-407 0 0,-1 1-1 0 0,0 2 0 0 0,0 1 1 0 0,-55-1-1 0 0,56 6-2163 0 0,0 2 1 0 0,-50 9-1 0 0,21 3-2379 0 0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2:16.5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168 105 7370 0 0,'7'10'1326'0'0,"1"0"0"0"0,0-1 0 0 0,1 0 1 0 0,0 0-1 0 0,18 14 0 0 0,-25-21-1264 0 0,0-1-1 0 0,-1 0 1 0 0,1 1-1 0 0,0-1 0 0 0,0 0 1 0 0,0 0-1 0 0,-1 0 1 0 0,1 0-1 0 0,0 0 0 0 0,1-1 1 0 0,-1 1-1 0 0,0 0 1 0 0,0-1-1 0 0,0 0 1 0 0,0 1-1 0 0,0-1 0 0 0,0 0 1 0 0,1 0-1 0 0,-1 0 1 0 0,0 0-1 0 0,0-1 0 0 0,0 1 1 0 0,0-1-1 0 0,1 1 1 0 0,-1-1-1 0 0,0 0 1 0 0,0 0-1 0 0,0 0 0 0 0,-1 0 1 0 0,1 0-1 0 0,0 0 1 0 0,0 0-1 0 0,0-1 0 0 0,-1 1 1 0 0,1 0-1 0 0,-1-1 1 0 0,1 0-1 0 0,-1 1 1 0 0,1-1-1 0 0,-1 0 0 0 0,0 0 1 0 0,0 0-1 0 0,1-2 1 0 0,2-3 1 0 0,-1 1 1 0 0,0 0 0 0 0,0-1 0 0 0,-1 0 0 0 0,1 0 0 0 0,-1 0 0 0 0,-1 0 0 0 0,0 0 0 0 0,0 0-1 0 0,0 0 1 0 0,-1-1 0 0 0,0-7 0 0 0,0 12-58 0 0,-1 0 0 0 0,1 0 0 0 0,-1 0 0 0 0,0 0 0 0 0,0 0 0 0 0,0 0 0 0 0,0 0 0 0 0,0 1 0 0 0,0-1 0 0 0,-1 0 0 0 0,0 1 0 0 0,1-1 0 0 0,-1 1 0 0 0,0 0-1 0 0,0-1 1 0 0,0 1 0 0 0,0 0 0 0 0,-1 0 0 0 0,1 0 0 0 0,-1 1 0 0 0,1-1 0 0 0,-4-1 0 0 0,3 2-37 0 0,1 1 1 0 0,0-1-1 0 0,-1 1 0 0 0,1-1 0 0 0,-1 1 1 0 0,1 0-1 0 0,-1 0 0 0 0,1 0 0 0 0,-1 1 1 0 0,1-1-1 0 0,-1 1 0 0 0,1-1 0 0 0,0 1 1 0 0,-1 0-1 0 0,1 0 0 0 0,0 0 0 0 0,0 0 0 0 0,-1 0 1 0 0,1 0-1 0 0,0 1 0 0 0,0-1 0 0 0,0 1 1 0 0,0-1-1 0 0,1 1 0 0 0,-1 0 0 0 0,0 0 1 0 0,-1 2-1 0 0,-10 12-311 0 0,1 1 1 0 0,-20 34-1 0 0,28-44 338 0 0,0 0 0 0 0,1 0-1 0 0,0 1 1 0 0,0-1-1 0 0,1 1 1 0 0,0 0-1 0 0,0 0 1 0 0,1 0-1 0 0,0 0 1 0 0,0 12-1 0 0,1-19 48 0 0,0 0 0 0 0,0 0-1 0 0,0 0 1 0 0,0 0 0 0 0,1 0-1 0 0,-1 0 1 0 0,0 0-1 0 0,1 1 1 0 0,-1-1 0 0 0,1 0-1 0 0,-1 0 1 0 0,1 0 0 0 0,0-1-1 0 0,-1 1 1 0 0,1 0 0 0 0,0 0-1 0 0,0 0 1 0 0,-1 0 0 0 0,1-1-1 0 0,0 1 1 0 0,0 0-1 0 0,0-1 1 0 0,0 1 0 0 0,0 0-1 0 0,0-1 1 0 0,0 1 0 0 0,0-1-1 0 0,0 0 1 0 0,0 1 0 0 0,0-1-1 0 0,1 0 1 0 0,-1 0-1 0 0,0 0 1 0 0,0 0 0 0 0,0 0-1 0 0,0 0 1 0 0,0 0 0 0 0,1 0-1 0 0,-1 0 1 0 0,0 0 0 0 0,0-1-1 0 0,0 1 1 0 0,0 0 0 0 0,0-1-1 0 0,2 0 1 0 0,1 0 57 0 0,-1 0 1 0 0,0-1 0 0 0,0 1-1 0 0,0-1 1 0 0,0 0-1 0 0,0 1 1 0 0,0-1-1 0 0,0-1 1 0 0,0 1 0 0 0,-1 0-1 0 0,1-1 1 0 0,-1 1-1 0 0,0-1 1 0 0,3-4-1 0 0,-3 2-55 0 0,0 0 0 0 0,0 0 0 0 0,-1-1 0 0 0,0 1 0 0 0,0-1 0 0 0,0 1 0 0 0,-1-1 0 0 0,0 1 0 0 0,0-1 0 0 0,0 1 0 0 0,-1-1 0 0 0,0 1 0 0 0,0-1 0 0 0,0 1 0 0 0,-1 0 0 0 0,1-1 0 0 0,-1 1 0 0 0,-1 0 0 0 0,1 0 0 0 0,-5-7 0 0 0,5 9-40 0 0,0 0 0 0 0,0 0 1 0 0,0 1-1 0 0,-1-1 0 0 0,1 0 0 0 0,-1 1 0 0 0,1-1 0 0 0,-1 1 0 0 0,0 0 0 0 0,0 0 0 0 0,0 0 0 0 0,0 0 0 0 0,-1 1 0 0 0,1-1 0 0 0,0 1 0 0 0,-1 0 1 0 0,1 0-1 0 0,0 0 0 0 0,-1 0 0 0 0,0 1 0 0 0,1 0 0 0 0,-1-1 0 0 0,1 1 0 0 0,-1 0 0 0 0,1 1 0 0 0,-1-1 0 0 0,0 0 0 0 0,1 1 0 0 0,-1 0 0 0 0,1 0 1 0 0,0 0-1 0 0,-4 2 0 0 0,-4 2 69 0 0,0 1 1 0 0,1 0-1 0 0,0 1 1 0 0,0 0-1 0 0,1 1 1 0 0,0 0 0 0 0,0 0-1 0 0,0 1 1 0 0,1 0-1 0 0,1 0 1 0 0,-8 13-1 0 0,14-21-108 0 0,0 0-1 0 0,1 0 0 0 0,0 0 0 0 0,-1 0 0 0 0,1-1 0 0 0,-1 1 1 0 0,1 0-1 0 0,0 0 0 0 0,0 0 0 0 0,-1 0 0 0 0,1 0 0 0 0,0 0 0 0 0,0 0 1 0 0,0 0-1 0 0,0 0 0 0 0,0 0 0 0 0,0 0 0 0 0,1 0 0 0 0,-1 0 1 0 0,0 0-1 0 0,0 0 0 0 0,1-1 0 0 0,-1 1 0 0 0,0 0 0 0 0,1 0 0 0 0,-1 0 1 0 0,1 0-1 0 0,-1 0 0 0 0,1-1 0 0 0,0 1 0 0 0,-1 0 0 0 0,1 0 0 0 0,0-1 1 0 0,-1 1-1 0 0,1-1 0 0 0,0 1 0 0 0,1 0 0 0 0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9:36.4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61 101 6913 0 0,'-7'-8'1320'0'0,"0"1"-1"0"0,0-1 0 0 0,1 0 0 0 0,1-1 1 0 0,-1 1-1 0 0,1-1 0 0 0,0 0 0 0 0,1-1 0 0 0,-5-15 1 0 0,21 33 2084 0 0,3 7-3430 0 0,-3 2 115 0 0,-1 1 1 0 0,0 0 0 0 0,-2 0-1 0 0,0 1 1 0 0,-1 1 0 0 0,-1-1-1 0 0,4 23 1 0 0,-1-11-14 0 0,18 75 58 0 0,25 179-1 0 0,-14-58 16 0 0,-34-199-382 0 0,1-1 0 0 0,1 0 0 0 0,2-1-1 0 0,1 1 1 0 0,1-2 0 0 0,1 1 0 0 0,25 39 0 0 0,-36-64 96 0 0,-1-1 1 0 0,0 0-1 0 0,0 1 1 0 0,0-1 0 0 0,1 0-1 0 0,4 4-2181 0 0,-5-4 2181 0 0,1 0 1 0 0,-1 0 0 0 0,0 0-1 0 0,1 0 1 0 0,-1 0-1 0 0,1 0 1 0 0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9:36.7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14 176 14283 0 0,'-1'0'53'0'0,"1"1"0"0"0,0-1-1 0 0,-1 0 1 0 0,1 0 0 0 0,-1 0 0 0 0,1 0 0 0 0,0 0-1 0 0,-1 0 1 0 0,1 0 0 0 0,-1 0 0 0 0,1 0-1 0 0,-1 0 1 0 0,1 0 0 0 0,0 0 0 0 0,-1 0 0 0 0,1 0-1 0 0,-1 0 1 0 0,1-1 0 0 0,0 1 0 0 0,-1 0 0 0 0,1 0-1 0 0,0 0 1 0 0,-1-1 0 0 0,1 1 0 0 0,-1 0-1 0 0,1 0 1 0 0,0-1 0 0 0,0 1 0 0 0,-1 0 0 0 0,1 0-1 0 0,0-1 1 0 0,0 1 0 0 0,-1-1 0 0 0,1 1-1 0 0,0 0 1 0 0,0-1 0 0 0,0-19 1105 0 0,1 14-850 0 0,1 1 1 0 0,0 0-1 0 0,0 0 0 0 0,0-1 1 0 0,5-7-1 0 0,-3 9-173 0 0,0 1 0 0 0,0-1 0 0 0,0 0 0 0 0,1 1 0 0 0,-1 0 0 0 0,1 0 0 0 0,0 1 0 0 0,8-4 0 0 0,26-18 130 0 0,-10-4-3120 0 0,-20 19 88 0 0,8-8-3717 0 0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9:37.1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64 7 6913 0 0,'-23'-3'3594'0'0,"-3"-1"654"0"0,26 4-4312 0 0,-1 1 1 0 0,0-1-1 0 0,0 0 1 0 0,1 1-1 0 0,-1-1 1 0 0,0 0-1 0 0,0 1 1 0 0,1-1-1 0 0,-1 1 1 0 0,0-1-1 0 0,1 1 1 0 0,-1-1-1 0 0,0 1 1 0 0,1 0-1 0 0,-1-1 1 0 0,1 1-1 0 0,-1 0 0 0 0,1-1 1 0 0,0 1-1 0 0,-1 0 1 0 0,1 0-1 0 0,0-1 1 0 0,-1 1-1 0 0,1 0 1 0 0,0 0-1 0 0,0 0 1 0 0,0-1-1 0 0,0 1 1 0 0,-1 2-1 0 0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9:37.8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122 32 6449 0 0,'-1'-3'437'0'0,"0"1"-1"0"0,-1 0 0 0 0,1 0 1 0 0,0 0-1 0 0,-1 0 0 0 0,1 0 1 0 0,-1 1-1 0 0,0-1 0 0 0,0 0 1 0 0,1 1-1 0 0,-1-1 1 0 0,0 1-1 0 0,0 0 0 0 0,0 0 1 0 0,-1 0-1 0 0,1 0 0 0 0,0 0 1 0 0,0 0-1 0 0,-3-1 0 0 0,3 2-145 0 0,1 0 1 0 0,0 1-1 0 0,0-1 0 0 0,0 0 0 0 0,-1 0 0 0 0,1 0 0 0 0,0 1 0 0 0,0-1 1 0 0,0 1-1 0 0,0-1 0 0 0,0 1 0 0 0,0-1 0 0 0,0 1 0 0 0,0 0 0 0 0,0-1 1 0 0,0 1-1 0 0,0 0 0 0 0,0 0 0 0 0,-1 1 0 0 0,-11 20-21 0 0,3 5-173 0 0,1 1 0 0 0,1 0 1 0 0,2 0-1 0 0,0 1 0 0 0,2 0 1 0 0,1 0-1 0 0,2 0 0 0 0,1 0 1 0 0,1 1-1 0 0,1-1 0 0 0,8 40 1 0 0,-8-63-98 0 0,0 1 0 0 0,0-1 0 0 0,0 1 0 0 0,1-1 0 0 0,0 0 0 0 0,0 0 0 0 0,0 0 0 0 0,1 0 0 0 0,0-1 0 0 0,0 1 0 0 0,1-1 0 0 0,9 9 0 0 0,-11-12 0 0 0,1 1 0 0 0,-1-1 0 0 0,1 0 0 0 0,0 0 0 0 0,-1-1 0 0 0,1 1 0 0 0,0-1 0 0 0,0 0 0 0 0,0 0 0 0 0,0 0 0 0 0,0 0 0 0 0,1-1 0 0 0,-1 0 0 0 0,0 0 0 0 0,0 0 0 0 0,0 0 0 0 0,0-1 0 0 0,1 1 0 0 0,-1-1 0 0 0,0 0 0 0 0,0 0 0 0 0,4-2 0 0 0,2-2-21 0 0,-1 0 1 0 0,0 0-1 0 0,0-1 1 0 0,-1 0 0 0 0,1 0-1 0 0,-2-1 1 0 0,1 0-1 0 0,0 0 1 0 0,-1-1-1 0 0,-1 0 1 0 0,1 0 0 0 0,-1-1-1 0 0,6-12 1 0 0,-2 3-34 0 0,0-1 0 0 0,-1 0 1 0 0,-1-1-1 0 0,-1 0 0 0 0,7-34 1 0 0,-12 42 42 0 0,-1 0-1 0 0,0 1 1 0 0,-1-1 0 0 0,0 0 0 0 0,-1 1 0 0 0,0-1 0 0 0,-1 0 0 0 0,0 1 0 0 0,-1 0-1 0 0,0-1 1 0 0,-1 1 0 0 0,-9-20 0 0 0,11 27-10 0 0,-1-1-1 0 0,1 1 1 0 0,-1 0 0 0 0,0 0-1 0 0,0 0 1 0 0,0 0 0 0 0,-1 0-1 0 0,1 1 1 0 0,-1 0 0 0 0,0-1-1 0 0,0 1 1 0 0,0 1-1 0 0,0-1 1 0 0,-1 1 0 0 0,1-1-1 0 0,-1 1 1 0 0,1 1 0 0 0,-1-1-1 0 0,0 0 1 0 0,0 1 0 0 0,0 0-1 0 0,1 0 1 0 0,-1 1-1 0 0,0-1 1 0 0,0 1 0 0 0,0 0-1 0 0,0 1 1 0 0,0-1 0 0 0,0 1-1 0 0,0 0 1 0 0,0 0-1 0 0,-6 3 1 0 0,6-3-288 0 0,0 1 1 0 0,0 0-1 0 0,0 0 0 0 0,1 0 0 0 0,-1 1 1 0 0,1 0-1 0 0,-1 0 0 0 0,1 0 1 0 0,-7 7-1 0 0,-2 5-843 0 0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9:38.1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4609 0 0,'3'9'9389'0'0,"-1"20"-7633"0"0,-1-20-540 0 0,2 23-814 0 0,2 0 0 0 0,1 0 0 0 0,14 41 0 0 0,-18-65-349 0 0,1 1-1 0 0,0-1 1 0 0,1 0 0 0 0,0 0-1 0 0,0-1 1 0 0,0 1-1 0 0,1-1 1 0 0,0 0-1 0 0,1 0 1 0 0,0 0-1 0 0,0-1 1 0 0,0 0-1 0 0,0 0 1 0 0,1-1 0 0 0,0 1-1 0 0,1-2 1 0 0,10 7-1 0 0,-15-10-92 0 0,1 1-1 0 0,-1-1 1 0 0,0 0 0 0 0,1-1-1 0 0,-1 1 1 0 0,1 0-1 0 0,-1-1 1 0 0,1 0 0 0 0,-1 0-1 0 0,1 0 1 0 0,0 0-1 0 0,-1-1 1 0 0,1 1 0 0 0,-1-1-1 0 0,1 0 1 0 0,-1 0 0 0 0,6-3-1 0 0,-4 2-106 0 0,0-1 1 0 0,0-1-1 0 0,-1 1 1 0 0,1-1-1 0 0,-1 0 0 0 0,0 0 1 0 0,0 0-1 0 0,0 0 1 0 0,-1-1-1 0 0,4-5 0 0 0,5-10-347 0 0,-1-2-1 0 0,-2 1 0 0 0,0-1 1 0 0,7-27-1 0 0,-14 44 490 0 0,-1 1-230 0 0,1-2 599 0 0,0 0-1 0 0,0-1 1 0 0,1 1 0 0 0,0 0-1 0 0,5-8 1 0 0,-7 13-241 0 0,-1 1 1 0 0,1-1-1 0 0,-1 0 1 0 0,1 1 0 0 0,-1-1-1 0 0,1 1 1 0 0,0-1-1 0 0,-1 1 1 0 0,1-1-1 0 0,0 1 1 0 0,0-1-1 0 0,-1 1 1 0 0,1 0-1 0 0,0-1 1 0 0,0 1-1 0 0,0 0 1 0 0,-1 0-1 0 0,1-1 1 0 0,0 1-1 0 0,1 0 1 0 0,-1 1 2 0 0,1-1 1 0 0,-1 0-1 0 0,0 1 0 0 0,1-1 1 0 0,-1 1-1 0 0,0-1 1 0 0,0 1-1 0 0,1 0 0 0 0,-1 0 1 0 0,0 0-1 0 0,0-1 0 0 0,0 1 1 0 0,0 0-1 0 0,0 0 1 0 0,0 0-1 0 0,1 2 0 0 0,8 11 217 0 0,-1 0-1 0 0,14 27 1 0 0,-16-26-237 0 0,1-1-1 0 0,0 0 1 0 0,15 18 0 0 0,-20-28-598 0 0,1 0 0 0 0,0-1 0 0 0,0 1 0 0 0,0-1 0 0 0,8 5-1 0 0,-8-6-338 0 0,0 0-1 0 0,0 0 1 0 0,0 0-1 0 0,0-1 1 0 0,0 0-1 0 0,0 0 1 0 0,9 1 0 0 0,10-1-3945 0 0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9:38.4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1 9218 0 0,'0'33'8955'0'0,"-1"13"-5786"0"0,3 70-1615 0 0,5-32-1494 0 0,4 0 0 0 0,4-1 0 0 0,3-1 0 0 0,4-1 1 0 0,62 149-1 0 0,-73-205-664 0 0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49:38.5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5 210 10594 0 0,'-1'-2'163'0'0,"1"1"0"0"0,-1-1-1 0 0,0 0 1 0 0,1 0 0 0 0,0 1-1 0 0,-1-1 1 0 0,1 0 0 0 0,0 0-1 0 0,0 0 1 0 0,0 0 0 0 0,0 0-1 0 0,0 1 1 0 0,0-1 0 0 0,1 0 0 0 0,-1 0-1 0 0,0 0 1 0 0,2-1 0 0 0,0 0 290 0 0,0 0 1 0 0,0 1 0 0 0,1-1 0 0 0,-1 1-1 0 0,1 0 1 0 0,-1-1 0 0 0,1 1 0 0 0,6-3-1 0 0,14-7 602 0 0,0 0 0 0 0,1 1 0 0 0,0 1 0 0 0,32-8 0 0 0,-29 11-1213 0 0,-1-2 0 0 0,0-1 1 0 0,47-27-1 0 0,-35 13-295 0 0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2:17.3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49 44 10594 0 0,'-6'-44'8010'0'0,"-6"82"-4688"0"0,2 7-3235 0 0,2 2 0 0 0,1-1 0 0 0,3 1-1 0 0,2 0 1 0 0,2 0 0 0 0,2 0 0 0 0,16 90 0 0 0,-16-129-83 0 0,0 0 1 0 0,1 0-1 0 0,0-1 1 0 0,1 1-1 0 0,0 0 0 0 0,0-1 1 0 0,0 0-1 0 0,1 0 1 0 0,0 0-1 0 0,0-1 1 0 0,1 0-1 0 0,0 0 0 0 0,0 0 1 0 0,0-1-1 0 0,1 1 1 0 0,0-2-1 0 0,0 1 1 0 0,0-1-1 0 0,0 0 1 0 0,1 0-1 0 0,8 2 0 0 0,-6-2 10 0 0,1-1-1 0 0,0 0 1 0 0,0-1-1 0 0,0 0 0 0 0,0-1 1 0 0,0 0-1 0 0,0 0 1 0 0,0-2-1 0 0,0 1 0 0 0,0-1 1 0 0,0-1-1 0 0,0 0 1 0 0,0 0-1 0 0,0-1 1 0 0,13-6-1 0 0,-5 0-27 0 0,0-1 0 0 0,-1-1 1 0 0,-1 0-1 0 0,25-21 0 0 0,56-61-759 0 0,-4 5-4845 0 0,-73 69-565 0 0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2:17.5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61 1 10594 0 0,'-5'1'-47'0'0,"0"0"626"0"0,1-1 1 0 0,-1 2 0 0 0,1-1 0 0 0,0 0-1 0 0,0 1 1 0 0,0 0 0 0 0,0 0 0 0 0,-6 4 0 0 0,9-5-341 0 0,0 1 0 0 0,0-1 1 0 0,0 1-1 0 0,0 0 0 0 0,0 0 1 0 0,0-1-1 0 0,0 1 0 0 0,0 0 1 0 0,1 0-1 0 0,-1 0 1 0 0,1 0-1 0 0,-1 0 0 0 0,1 0 1 0 0,0 0-1 0 0,0 0 0 0 0,0 0 1 0 0,0 0-1 0 0,0 0 0 0 0,0 0 1 0 0,0 0-1 0 0,1 0 1 0 0,0 3-1 0 0,44 176 1610 0 0,-10-47-1378 0 0,-7 13-222 0 0,-21-93-612 0 0,4-1 0 0 0,1 0 0 0 0,28 74 0 0 0,-27-99-187 0 0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2:18.1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1405 367 6913 0 0,'-6'-18'651'0'0,"-1"-1"-1"0"0,-1 1 1 0 0,0 0-1 0 0,-1 1 0 0 0,-1 0 1 0 0,-1 0-1 0 0,0 1 0 0 0,-2 1 1 0 0,-25-27-1 0 0,18 23 53 0 0,-1 0 1 0 0,-1 2-1 0 0,-1 0 1 0 0,0 1-1 0 0,-1 2 1 0 0,-35-17-1 0 0,39 23-551 0 0,0 2-1 0 0,-1 0 1 0 0,1 1-1 0 0,-1 1 1 0 0,0 0-1 0 0,0 2 1 0 0,-1 1-1 0 0,1 0 1 0 0,0 2-1 0 0,-24 3 1 0 0,7 2 15 0 0,1 1 0 0 0,0 2 0 0 0,0 1 0 0 0,-63 29 0 0 0,70-25-147 0 0,2 2 1 0 0,0 1-1 0 0,1 1 0 0 0,1 1 0 0 0,1 1 0 0 0,0 2 0 0 0,2 0 1 0 0,-34 42-1 0 0,13-6 26 0 0,2 2 1 0 0,-59 114 0 0 0,78-129-47 0 0,2 2 1 0 0,3 0-1 0 0,1 1 1 0 0,3 0-1 0 0,1 2 1 0 0,-9 82 0 0 0,18-94-3 0 0,2 0 0 0 0,2 1 0 0 0,2-1 0 0 0,1 0 0 0 0,2 0 0 0 0,1-1 0 0 0,2 1 0 0 0,2-1 0 0 0,21 53 0 0 0,-3-28-24 0 0,2-1 1 0 0,3-1 0 0 0,2-2 0 0 0,3-1 0 0 0,3-2 0 0 0,1-2 0 0 0,3-2 0 0 0,3-1 0 0 0,1-3 0 0 0,2-2 0 0 0,3-3 0 0 0,1-2 0 0 0,1-2-1 0 0,103 50 1 0 0,-86-54 128 0 0,2-4-1 0 0,1-4 0 0 0,91 20 1 0 0,-123-37-36 0 0,1-1 0 0 0,-1-3 1 0 0,1-2-1 0 0,0-1 0 0 0,0-3 1 0 0,0-1-1 0 0,54-11 1 0 0,-70 7 45 0 0,0-2 1 0 0,-1-1 0 0 0,0-1-1 0 0,0-1 1 0 0,-1-1 0 0 0,-1-2 0 0 0,0 0-1 0 0,-1-2 1 0 0,39-31 0 0 0,-38 23-54 0 0,0-2 0 0 0,-1 0 1 0 0,-1-1-1 0 0,-2-1 1 0 0,-1-1-1 0 0,-1-2 1 0 0,26-52-1 0 0,-22 27-5 0 0,-2 0 0 0 0,-3-2 1 0 0,-2 0-1 0 0,-3-1 0 0 0,-3 0 0 0 0,-1-1 0 0 0,-4 0 1 0 0,-2 0-1 0 0,-5-67 0 0 0,-7 4 71 0 0,-5 1 0 0 0,-6 1 0 0 0,-51-176 0 0 0,1 79-107 0 0,51 174-8 0 0,-1 1 1 0 0,-45-73 0 0 0,54 100-11 0 0,-1 2 1 0 0,-1-1 0 0 0,0 2-1 0 0,-1-1 1 0 0,0 2 0 0 0,-1 0-1 0 0,0 0 1 0 0,-1 1 0 0 0,-1 1-1 0 0,1 1 1 0 0,-1 0 0 0 0,-1 1-1 0 0,-28-10 1 0 0,25 12-20 0 0,0 1-1 0 0,-1 1 1 0 0,1 1-1 0 0,-1 1 1 0 0,0 0 0 0 0,0 2-1 0 0,1 0 1 0 0,-1 1-1 0 0,0 2 1 0 0,0 0 0 0 0,-35 10-1 0 0,-5 7-299 0 0,0 3 0 0 0,-89 47 0 0 0,42-7-5948 0 0,32-11-1061 0 0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7:41.3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44 118 2761 0 0,'-2'-6'973'0'0,"1"2"319"0"0,0 0 0 0 0,-1 0 0 0 0,1 0 0 0 0,-1 0-1 0 0,0 0 1 0 0,0 0 0 0 0,0 1 0 0 0,-6-7 0 0 0,3 13 1372 0 0,-3 16-2392 0 0,6-13-243 0 0,0 0 0 0 0,1 0 0 0 0,0 0 0 0 0,0 0 0 0 0,1 0 0 0 0,-1 0 0 0 0,1 0 0 0 0,0 0 0 0 0,1 0 0 0 0,0 1 0 0 0,0-1 0 0 0,0 0 0 0 0,3 8 0 0 0,5 10 192 0 0,0-2-1 0 0,13 24 1 0 0,0-2 361 0 0,-14-25-342 0 0,31 64 121 0 0,-35-76-349 0 0,0 0-1 0 0,1 0 1 0 0,0 0-1 0 0,0-1 0 0 0,0 0 1 0 0,1 0-1 0 0,0-1 1 0 0,13 10-1 0 0,-18-14 20 0 0,0-1 0 0 0,0 1 1 0 0,0-1-1 0 0,0 1 0 0 0,0-1 0 0 0,0 1 0 0 0,0-1 1 0 0,0 0-1 0 0,0 1 0 0 0,0-1 0 0 0,0 0 0 0 0,0 0 1 0 0,0 0-1 0 0,0 0 0 0 0,0 0 0 0 0,0 0 0 0 0,0 0 0 0 0,0 0 1 0 0,0 0-1 0 0,0-1 0 0 0,0 1 0 0 0,0 0 0 0 0,0-1 1 0 0,0 1-1 0 0,0 0 0 0 0,0-1 0 0 0,0 0 0 0 0,0 1 1 0 0,0-1-1 0 0,0 1 0 0 0,-1-1 0 0 0,1 0 0 0 0,0 0 0 0 0,0 1 1 0 0,-1-1-1 0 0,1 0 0 0 0,0 0 0 0 0,-1 0 0 0 0,1 0 1 0 0,-1 0-1 0 0,1 0 0 0 0,0-2 0 0 0,2-6 125 0 0,1 0-1 0 0,-1-1 0 0 0,3-18 1 0 0,-1 7-16 0 0,12-41 80 0 0,11-89-1 0 0,-27 147-223 0 0,2-15-17 0 0,0-1 0 0 0,2 1 0 0 0,0 0 0 0 0,1 1 0 0 0,0-1 0 0 0,2 1 0 0 0,19-33 0 0 0,-26 51-98 0 0,-1 0 1 0 0,1 0-1 0 0,-1 0 0 0 0,0 0 1 0 0,1 0-1 0 0,-1 0 0 0 0,1 1 1 0 0,-1-1-1 0 0,1 0 0 0 0,-1 0 1 0 0,1 0-1 0 0,-1 1 0 0 0,0-1 1 0 0,1 0-1 0 0,-1 1 0 0 0,1-1 1 0 0,-1 0-1 0 0,0 0 0 0 0,1 1 1 0 0,-1-1-1 0 0,0 1 0 0 0,1-1 1 0 0,-1 0-1 0 0,0 1 0 0 0,0-1 1 0 0,0 1-1 0 0,1-1 0 0 0,-1 1 1 0 0,0-1-1 0 0,0 1 0 0 0,1 0-524 0 0,3 6-6245 0 0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6:41.0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0 154 3681 0 0,'7'-65'393'0'0,"-7"51"-396"0"0,2-1 1 0 0,-1 1-1 0 0,5-16 1 0 0,-6 29 79 0 0,0 1 1 0 0,0-1 0 0 0,0 0 0 0 0,0 1 0 0 0,0-1 0 0 0,1 0 0 0 0,-1 1-1 0 0,0-1 1 0 0,1 0 0 0 0,-1 1 0 0 0,0-1 0 0 0,1 1 0 0 0,-1-1 0 0 0,0 1 0 0 0,1-1-1 0 0,-1 1 1 0 0,1-1 0 0 0,-1 1 0 0 0,1-1 0 0 0,-1 1 0 0 0,1-1 0 0 0,0 1-1 0 0,-1 0 1 0 0,1-1 0 0 0,-1 1 0 0 0,1 0 0 0 0,0 0 0 0 0,-1-1 0 0 0,1 1-1 0 0,0 0 1 0 0,1 0 0 0 0,-1 0 158 0 0,1 1 0 0 0,0-1-1 0 0,0 1 1 0 0,-1-1-1 0 0,1 1 1 0 0,-1 0 0 0 0,1 0-1 0 0,-1 0 1 0 0,1 0 0 0 0,-1 0-1 0 0,1 0 1 0 0,0 2 0 0 0,4 2 455 0 0,-1 1 1 0 0,0-1-1 0 0,0 1 1 0 0,7 13-1 0 0,-5-4-327 0 0,-1-1-1 0 0,-1 2 1 0 0,-1-1-1 0 0,0 0 1 0 0,-1 1-1 0 0,0 0 1 0 0,-2 0-1 0 0,1 17 1 0 0,-13 133 1192 0 0,3-70-931 0 0,1 49 302 0 0,6 1-1 0 0,37 278 1 0 0,-32-395-604 0 0,2 43 0 0 0,-6-61-816 0 0,0-1 0 0 0,-1 1 1 0 0,0 0-1 0 0,-1 0 0 0 0,0-1 0 0 0,-1 0 0 0 0,-5 15 0 0 0,1-9-755 0 0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6:41.6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108 1 6073 0 0,'-12'0'496'0'0,"-1"0"0"0"0,0 1-1 0 0,1 0 1 0 0,-1 1 0 0 0,0 0 0 0 0,-18 7-1 0 0,71-6 291 0 0,100-4 2101 0 0,260 8 765 0 0,-294 1-3602 0 0,1-5 1 0 0,152-15 0 0 0,-253 12-302 0 0,-1-1 1 0 0,1 1-1 0 0,-1-1 1 0 0,0 0 0 0 0,1-1-1 0 0,-1 1 1 0 0,0-1 0 0 0,0 0-1 0 0,0 0 1 0 0,0-1-1 0 0,8-5 1 0 0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6:42.2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 15 12899 0 0,'0'0'70'0'0,"0"0"1"0"0,0 0-1 0 0,0 0 1 0 0,-1 0-1 0 0,1 0 1 0 0,0 0-1 0 0,0 0 1 0 0,0 1-1 0 0,-1-1 1 0 0,1 0-1 0 0,0 0 1 0 0,0 0 0 0 0,0 0-1 0 0,-1 0 1 0 0,1 1-1 0 0,0-1 1 0 0,0 0-1 0 0,0 0 1 0 0,0 0-1 0 0,0 1 1 0 0,0-1-1 0 0,0 0 1 0 0,-1 0-1 0 0,1 0 1 0 0,0 1-1 0 0,0-1 1 0 0,0 0-1 0 0,0 0 1 0 0,0 1-1 0 0,0-1 1 0 0,0 0-1 0 0,0 0 1 0 0,0 0-1 0 0,0 1 1 0 0,0-1-1 0 0,0 0 1 0 0,0 0 0 0 0,1 1-1 0 0,7 7 1190 0 0,17 1-503 0 0,2-8-602 0 0,0-2-1 0 0,0-1 0 0 0,-1-1 0 0 0,50-11 0 0 0,-51 7-672 0 0,0 2 1 0 0,1 2-1 0 0,0 0 0 0 0,-1 1 1 0 0,37 3-1 0 0,-43 3-2246 0 0,-10-2-1929 0 0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6:42.8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5985 0 0,'-1'9'7925'0'0,"11"36"-4671"0"0,1 10-1074 0 0,23 208 98 0 0,10 131-1575 0 0,-40-189-176 0 0,6 79 181 0 0,-1-66-967 0 0,-14-125-3056 0 0,4-82-3924 0 0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6:43.9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76 16 5985 0 0,'-3'-1'191'0'0,"-1"0"-1"0"0,1 1 0 0 0,0-1 0 0 0,0 1 0 0 0,0-1 1 0 0,-1 1-1 0 0,1 0 0 0 0,0 0 0 0 0,0 1 1 0 0,-6 0-1 0 0,-25 0 1145 0 0,34-1-1331 0 0,0 0 1 0 0,0 0-1 0 0,0 0 1 0 0,0 0-1 0 0,0 0 1 0 0,0 0-1 0 0,0 0 1 0 0,0 0-1 0 0,0-1 1 0 0,0 1-1 0 0,0 0 1 0 0,1 0-1 0 0,-1 0 1 0 0,0 0-1 0 0,0 0 1 0 0,0 0-1 0 0,0 0 1 0 0,0 0-1 0 0,0 0 1 0 0,0 0-1 0 0,0 0 1 0 0,0 0-1 0 0,0 0 1 0 0,0 0-1 0 0,0 0 1 0 0,0 0-1 0 0,0 0 1 0 0,0 0-1 0 0,0-1 1 0 0,0 1-1 0 0,0 0 1 0 0,0 0-1 0 0,0 0 1 0 0,0 0-1 0 0,0 0 1 0 0,0 0-1 0 0,0 0 1 0 0,0 0-1 0 0,0 0 1 0 0,0 0-1 0 0,0 0 1 0 0,0 0-1 0 0,0 0 1 0 0,0 0-1 0 0,0-1 1 0 0,0 1-1 0 0,0 0 1 0 0,0 0-1 0 0,0 0 1 0 0,0 0-1 0 0,0 0 1 0 0,0 0-1 0 0,0 0 1 0 0,0 0-1 0 0,0 0 1 0 0,0 0-1 0 0,-1 0 1 0 0,1 0-1 0 0,0 0 1 0 0,0 0-1 0 0,0 0 1 0 0,0 0-1 0 0,10-4 114 0 0,12-2 37 0 0,16 5 408 0 0,0 1 0 0 0,0 2 0 0 0,45 8 0 0 0,-6 0 333 0 0,53 3 484 0 0,495 32 1895 0 0,-209-49-3448 0 0,146 4 674 0 0,-524 3-124 0 0,67 11 0 0 0,-91-11-736 0 0,-1 0 1 0 0,1 1 0 0 0,-1 1-1 0 0,0 0 1 0 0,0 1 0 0 0,-1 0-1 0 0,1 1 1 0 0,13 10 0 0 0,-18-10-1763 0 0,-4-2-2977 0 0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6:44.8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1 316 11522 0 0,'0'-1'61'0'0,"1"0"0"0"0,-1 0 0 0 0,1 0 0 0 0,0 0 0 0 0,-1 1 0 0 0,1-1 0 0 0,0 0 0 0 0,0 1 0 0 0,-1-1 0 0 0,1 0 0 0 0,0 1 0 0 0,0-1 0 0 0,0 1 0 0 0,0-1 0 0 0,0 1 0 0 0,0-1 0 0 0,0 1 0 0 0,0 0 0 0 0,0-1 0 0 0,0 1 0 0 0,0 0 0 0 0,2 0 0 0 0,29 5 489 0 0,-23-1-417 0 0,1 0-1 0 0,-1 0 1 0 0,0 1 0 0 0,11 7 0 0 0,-18-10-96 0 0,-1-1 1 0 0,0 0-1 0 0,1 0 1 0 0,-1 0-1 0 0,0 0 1 0 0,1 0-1 0 0,-1-1 1 0 0,1 1-1 0 0,0 0 1 0 0,-1-1-1 0 0,1 1 0 0 0,-1-1 1 0 0,1 1-1 0 0,0-1 1 0 0,-1 0-1 0 0,1 0 1 0 0,2 0-1 0 0,-3 0-6 0 0,0-1-1 0 0,0 0 0 0 0,1 0 1 0 0,-1 0-1 0 0,0 0 0 0 0,0 0 1 0 0,-1 0-1 0 0,1-1 1 0 0,0 1-1 0 0,0 0 0 0 0,-1 0 1 0 0,1-1-1 0 0,0 1 1 0 0,-1 0-1 0 0,1-1 0 0 0,-1 1 1 0 0,0-1-1 0 0,1 1 1 0 0,-1 0-1 0 0,0-3 0 0 0,9-37 65 0 0,27-154 927 0 0,-36 210-766 0 0,0-1 0 0 0,1 1 0 0 0,0-1 1 0 0,1 1-1 0 0,1-1 0 0 0,0 0 0 0 0,1 0 1 0 0,9 21-1 0 0,59 122 174 0 0,-67-146-383 0 0,-5-10-48 0 0,0-1 1 0 0,0 1 0 0 0,0-1-1 0 0,0 0 1 0 0,1 1 0 0 0,-1-1-1 0 0,0 0 1 0 0,0 1 0 0 0,0-1-1 0 0,0 1 1 0 0,0-1-1 0 0,1 0 1 0 0,-1 1 0 0 0,0-1-1 0 0,0 0 1 0 0,0 0 0 0 0,1 1-1 0 0,-1-1 1 0 0,0 0 0 0 0,1 1-1 0 0,-1-1 1 0 0,0 0 0 0 0,1 0-1 0 0,-1 0 1 0 0,0 1-1 0 0,1-1 1 0 0,-1 0 0 0 0,0 0-1 0 0,1 0 1 0 0,-1 0 0 0 0,0 0-1 0 0,1 0 1 0 0,-1 1 0 0 0,1-1-1 0 0,-1 0 1 0 0,1 0-1 0 0,5-15 59 0 0,-2 3 63 0 0,32-91 187 0 0,15-35-588 0 0,-42 117-36 0 0,2 1 0 0 0,0 0-1 0 0,1 0 1 0 0,23-26 0 0 0,-34 44 329 0 0,0 1 0 0 0,0-1 0 0 0,0 1 0 0 0,0 0 1 0 0,0 0-1 0 0,0 0 0 0 0,1 0 0 0 0,-1 0 1 0 0,0 0-1 0 0,1 0 0 0 0,-1 0 0 0 0,1 0 0 0 0,-1 0 1 0 0,1 1-1 0 0,-1-1 0 0 0,1 1 0 0 0,0-1 1 0 0,-1 1-1 0 0,3 0 0 0 0,-3 0 30 0 0,0 0 0 0 0,1 0-1 0 0,-1 1 1 0 0,0-1 0 0 0,0 1 0 0 0,0-1 0 0 0,0 1-1 0 0,0 0 1 0 0,0-1 0 0 0,1 1 0 0 0,-1 0 0 0 0,-1 0-1 0 0,1 0 1 0 0,0 0 0 0 0,0 0 0 0 0,0-1 0 0 0,0 2-1 0 0,-1-1 1 0 0,2 2 0 0 0,3 7 280 0 0,0 1 1 0 0,-1 1-1 0 0,0-1 1 0 0,3 18-1 0 0,-2-7-368 0 0,10 19 72 0 0,2-2 1 0 0,2 0-1 0 0,31 50 0 0 0,-38-65-27 0 0,-10-18 0 0 0,1 1 0 0 0,0-1 0 0 0,1 0 0 0 0,-1-1 0 0 0,1 1 0 0 0,0-1 0 0 0,6 7 0 0 0,-9-12 5 0 0,-1 0 0 0 0,1 0 0 0 0,0 0 0 0 0,-1 0 0 0 0,1 0 0 0 0,-1 0 0 0 0,1 0 0 0 0,0 0-1 0 0,-1 0 1 0 0,1-1 0 0 0,-1 1 0 0 0,1 0 0 0 0,-1 0 0 0 0,1 0 0 0 0,-1-1 0 0 0,1 1-1 0 0,-1 0 1 0 0,1-1 0 0 0,-1 1 0 0 0,1 0 0 0 0,-1-1 0 0 0,1 1 0 0 0,-1-1 0 0 0,0 1 0 0 0,1-1-1 0 0,-1 1 1 0 0,0-1 0 0 0,1 1 0 0 0,-1-1 0 0 0,0 1 0 0 0,0-1 0 0 0,1 1 0 0 0,-1-1 0 0 0,0 1-1 0 0,0-1 1 0 0,0 0 0 0 0,0 0 0 0 0,11-30 16 0 0,-9 26-13 0 0,21-78 138 0 0,10-26-793 0 0,-28 96 433 0 0,0 0-1 0 0,1 0 0 0 0,1 1 0 0 0,0 0 0 0 0,17-21 0 0 0,-24 32 227 0 0,1 0-1 0 0,-1 0 0 0 0,1 0 0 0 0,0 0 0 0 0,-1 1 0 0 0,1-1 1 0 0,0 0-1 0 0,-1 1 0 0 0,1-1 0 0 0,0 0 0 0 0,0 1 1 0 0,0-1-1 0 0,0 1 0 0 0,-1-1 0 0 0,1 1 0 0 0,0 0 0 0 0,0-1 1 0 0,0 1-1 0 0,0 0 0 0 0,0 0 0 0 0,0 0 0 0 0,0-1 0 0 0,0 1 1 0 0,0 0-1 0 0,0 0 0 0 0,0 0 0 0 0,0 1 0 0 0,0-1 0 0 0,0 0 1 0 0,0 0-1 0 0,0 0 0 0 0,0 1 0 0 0,0-1 0 0 0,0 1 0 0 0,0-1 1 0 0,0 0-1 0 0,0 1 0 0 0,-1 0 0 0 0,1-1 0 0 0,0 1 1 0 0,0-1-1 0 0,-1 1 0 0 0,1 0 0 0 0,1 1 0 0 0,3 4 55 0 0,-1 1-1 0 0,1 0 1 0 0,-1 0-1 0 0,6 13 1 0 0,-1-1-64 0 0,13 21-356 0 0,-2 0 0 0 0,-2 2 0 0 0,-2 0 0 0 0,15 58 0 0 0,-30-97 162 0 0,11 39-1897 0 0,-2-16-4081 0 0,-6-18 1906 0 0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6:45.3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67 106 8290 0 0,'-3'0'143'0'0,"1"0"0"0"0,0 0 0 0 0,0 0 1 0 0,0 0-1 0 0,0 0 0 0 0,0 1 0 0 0,-1-1 1 0 0,1 1-1 0 0,0 0 0 0 0,0-1 0 0 0,0 1 1 0 0,0 0-1 0 0,-2 2 0 0 0,3-2-188 0 0,0-1-1 0 0,0 1 0 0 0,0 0 1 0 0,-1 0-1 0 0,1-1 1 0 0,0 1-1 0 0,-1-1 1 0 0,1 1-1 0 0,0-1 1 0 0,-1 1-1 0 0,1-1 1 0 0,-1 0-1 0 0,1 0 0 0 0,0 0 1 0 0,-1 0-1 0 0,1 0 1 0 0,-1 0-1 0 0,1 0 1 0 0,-1 0-1 0 0,1 0 1 0 0,0-1-1 0 0,-1 1 1 0 0,-1-2-1 0 0,3 2 39 0 0,0 0 1 0 0,0-1-1 0 0,0 1 1 0 0,0-1-1 0 0,0 1 0 0 0,0-1 1 0 0,0 1-1 0 0,1 0 1 0 0,-1-1-1 0 0,0 1 0 0 0,0-1 1 0 0,0 1-1 0 0,1 0 0 0 0,-1-1 1 0 0,0 1-1 0 0,1 0 1 0 0,-1-1-1 0 0,0 1 0 0 0,1 0 1 0 0,-1-1-1 0 0,0 1 1 0 0,1 0-1 0 0,-1 0 0 0 0,0-1 1 0 0,1 1-1 0 0,-1 0 1 0 0,1 0-1 0 0,-1 0 0 0 0,1 0 1 0 0,-1 0-1 0 0,0 0 1 0 0,1-1-1 0 0,-1 1 0 0 0,1 0 1 0 0,-1 0-1 0 0,1 1 1 0 0,19-6 466 0 0,34 3 2671 0 0,68 9 0 0 0,33-1-704 0 0,381-59-693 0 0,-182 12-1755 0 0,-278 36 26 0 0,-38 4-150 0 0,60-10 0 0 0,-86 8-214 0 0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6:45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43 5 9674 0 0,'-8'-4'800'0'0,"6"6"-658"0"0,-2 2-3075 0 0,3 17 3745 0 0,3 23 1958 0 0,-6 69 0 0 0,-21 256 702 0 0,25-268-3196 0 0,20 167 1 0 0,3 25 366 0 0,-19-183 1182 0 0,25 140 0 0 0,-24-220-2102 0 0,11 44 413 0 0,-14-66-485 0 0,0-1 0 0 0,1 0 0 0 0,0 0 0 0 0,0-1 0 0 0,0 1 0 0 0,1 0 0 0 0,7 9 0 0 0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6:46.6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 50 7834 0 0,'-1'0'36'0'0,"0"0"0"0"0,0 0 0 0 0,1 0 0 0 0,-1 0 0 0 0,0 0 0 0 0,0 0 0 0 0,0 0 1 0 0,0-1-1 0 0,0 1 0 0 0,1 0 0 0 0,-1 0 0 0 0,0-1 0 0 0,0 1 0 0 0,0-1 0 0 0,1 1 0 0 0,-1 0 1 0 0,0-1-1 0 0,0 1 0 0 0,1-1 0 0 0,-1 0 0 0 0,1 1 0 0 0,-1-1 0 0 0,0 0 0 0 0,1 1 0 0 0,-1-1 1 0 0,1 0-1 0 0,-1 1 0 0 0,1-1 0 0 0,-1-2 0 0 0,1 3 59 0 0,0-1 1 0 0,0 0-1 0 0,0 0 1 0 0,1 0-1 0 0,-1 0 1 0 0,0 0-1 0 0,0 0 1 0 0,0 0-1 0 0,1 1 0 0 0,-1-1 1 0 0,1 0-1 0 0,-1 0 1 0 0,1 0-1 0 0,-1 1 1 0 0,1-1-1 0 0,-1 0 1 0 0,1 1-1 0 0,-1-1 0 0 0,1 0 1 0 0,0 1-1 0 0,0-1 1 0 0,-1 1-1 0 0,1-1 1 0 0,0 1-1 0 0,0-1 1 0 0,-1 1-1 0 0,1 0 1 0 0,0-1-1 0 0,0 1 0 0 0,1-1 1 0 0,14-2 81 0 0,0-1 1 0 0,-1 2 0 0 0,1 0-1 0 0,0 1 1 0 0,0 0 0 0 0,18 3-1 0 0,11-2-64 0 0,-23-1-407 0 0,0 0 451 0 0,0 0-1 0 0,-1 1 1 0 0,1 2 0 0 0,0 0 0 0 0,-1 1-1 0 0,25 7 1 0 0,-45-10-162 0 0,-1 0 0 0 0,1 0 0 0 0,0 0 0 0 0,-1 0 0 0 0,1 1 0 0 0,-1-1 0 0 0,1 0 0 0 0,0 0-1 0 0,-1 1 1 0 0,1-1 0 0 0,-1 0 0 0 0,1 1 0 0 0,-1-1 0 0 0,1 0 0 0 0,-1 1 0 0 0,1-1 0 0 0,-1 1 0 0 0,1-1 0 0 0,-1 1 0 0 0,0-1 0 0 0,1 1 0 0 0,-1-1 0 0 0,0 1 0 0 0,1-1-1 0 0,-1 1 1 0 0,0 0 0 0 0,0-1 0 0 0,0 1 0 0 0,1-1 0 0 0,-1 1 0 0 0,0 0 0 0 0,0-1 0 0 0,0 1 0 0 0,0 0 0 0 0,0-1 0 0 0,0 1 0 0 0,0 0 0 0 0,-1 1-128 0 0,-1 0 0 0 0,1 0 0 0 0,0 0 0 0 0,0 0 0 0 0,-1 0 1 0 0,1 0-1 0 0,-1-1 0 0 0,0 1 0 0 0,1-1 0 0 0,-4 3 0 0 0,-50 28-2210 0 0,19-16 1974 0 0,-40 10 0 0 0,52-19 1032 0 0,1 1 0 0 0,0 1 0 0 0,0 0 1 0 0,1 2-1 0 0,-39 25 0 0 0,60-35-572 0 0,0 0 0 0 0,0 0 0 0 0,0 0 0 0 0,0 0 0 0 0,0-1 0 0 0,0 2 1 0 0,0-1-1 0 0,0 0 0 0 0,0 0 0 0 0,0 0 0 0 0,0 0 0 0 0,0 0 0 0 0,1 1 0 0 0,-1-1 0 0 0,1 0 1 0 0,-1 1-1 0 0,1-1 0 0 0,-1 0 0 0 0,1 2 0 0 0,0-2-69 0 0,0 0-1 0 0,0 0 1 0 0,1-1 0 0 0,-1 1 0 0 0,1 0-1 0 0,-1 0 1 0 0,0-1 0 0 0,1 1-1 0 0,-1 0 1 0 0,1-1 0 0 0,0 1 0 0 0,-1 0-1 0 0,1-1 1 0 0,-1 1 0 0 0,1-1-1 0 0,0 1 1 0 0,-1-1 0 0 0,1 0 0 0 0,0 1-1 0 0,0-1 1 0 0,-1 1 0 0 0,1-1-1 0 0,1 0 1 0 0,8 3-149 0 0,1 0 0 0 0,-1-1 0 0 0,21 1 0 0 0,-17-2 128 0 0,-1 1-150 0 0,0 1-1 0 0,0 0 0 0 0,0 1 1 0 0,24 11-1 0 0,-32-12 97 0 0,1 0 0 0 0,0 0-1 0 0,0 0 1 0 0,-1 1 0 0 0,0 0 0 0 0,0 0-1 0 0,0 0 1 0 0,0 1 0 0 0,-1 0 0 0 0,1 0-1 0 0,-1 0 1 0 0,3 6 0 0 0,-6-9 79 0 0,0 0 0 0 0,-1 0 1 0 0,1 1-1 0 0,-1-1 0 0 0,0 0 1 0 0,1 0-1 0 0,-1 0 0 0 0,0 1 0 0 0,0-1 1 0 0,0 0-1 0 0,-1 0 0 0 0,1 1 0 0 0,-1-1 1 0 0,1 0-1 0 0,-1 0 0 0 0,0 0 0 0 0,1 0 1 0 0,-1 0-1 0 0,0 0 0 0 0,0 0 0 0 0,-1 0 1 0 0,1 0-1 0 0,0 0 0 0 0,-1-1 1 0 0,1 1-1 0 0,-1 0 0 0 0,1-1 0 0 0,-1 1 1 0 0,0-1-1 0 0,-2 2 0 0 0,-8 7 266 0 0,-1-1 1 0 0,0 0-1 0 0,-16 7 0 0 0,20-11-188 0 0,-2 1 215 0 0,-31 19 1436 0 0,41-24-1688 0 0,-1 0 0 0 0,0 1 1 0 0,0-1-1 0 0,1 0 0 0 0,-1 1 1 0 0,1-1-1 0 0,-1 1 0 0 0,1-1 1 0 0,0 1-1 0 0,0 0 1 0 0,0-1-1 0 0,0 1 0 0 0,0 0 1 0 0,0 0-1 0 0,0 0 0 0 0,0 0 1 0 0,0 4-1 0 0,1-5-126 0 0,0 1 0 0 0,1 0 0 0 0,-1 0-1 0 0,1-1 1 0 0,0 1 0 0 0,-1-1 0 0 0,1 1 0 0 0,0-1 0 0 0,0 1 0 0 0,0-1-1 0 0,0 1 1 0 0,0-1 0 0 0,0 0 0 0 0,0 1 0 0 0,1-1 0 0 0,-1 0-1 0 0,0 0 1 0 0,1 0 0 0 0,-1 0 0 0 0,1 0 0 0 0,-1 0 0 0 0,1-1-1 0 0,0 1 1 0 0,2 1 0 0 0,46 12-1510 0 0,-41-12 1420 0 0,3 1-76 0 0,6 1 112 0 0,-1 0 1 0 0,0 1-1 0 0,0 1 0 0 0,32 15 0 0 0,-44-12-3556 0 0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6:47.1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16131 0 0,'14'17'1999'0'0,"-10"-14"-2109"0"0,-1 0 0 0 0,0 0 0 0 0,0 1 0 0 0,0-1 0 0 0,0 1-1 0 0,0 0 1 0 0,3 6 0 0 0,-5 0 172 0 0,-1 0-1 0 0,0 0 1 0 0,0 0-1 0 0,-1 1 1 0 0,-1-1 0 0 0,-3 14-1 0 0,-2 32 1092 0 0,8 3 119 0 0,4 0-1 0 0,21 109 1 0 0,-5-47-1059 0 0,-9-39 39 0 0,-1 3-11 0 0,37 143-1 0 0,-33-184-791 0 0,-4-9 1244 0 0,9 40 1 0 0,-15-20-2445 0 0,-5-46 542 0 0,-1 0-1 0 0,0 0 1 0 0,0 0-1 0 0,-3 10 1 0 0,1-9-5949 0 0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6:47.7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 1 7370 0 0,'-1'0'66'0'0,"1"-1"1"0"0,-1 1 0 0 0,0 0-1 0 0,0 0 1 0 0,0 0 0 0 0,0 0 0 0 0,0 0-1 0 0,0 0 1 0 0,0 0 0 0 0,0 1-1 0 0,0-1 1 0 0,0 0 0 0 0,0 0 0 0 0,0 1-1 0 0,0-1 1 0 0,1 0 0 0 0,-1 1-1 0 0,0-1 1 0 0,0 1 0 0 0,0 0 0 0 0,1-1-1 0 0,-1 1 1 0 0,0-1 0 0 0,0 1-1 0 0,1 0 1 0 0,-1 0 0 0 0,1-1 0 0 0,-1 1-1 0 0,1 0 1 0 0,-1 0 0 0 0,1 0-1 0 0,-1 0 1 0 0,1-1 0 0 0,0 1 0 0 0,-1 0-1 0 0,1 0 1 0 0,0 1 0 0 0,0 3 220 0 0,1-1 0 0 0,-1 1 0 0 0,1-1 1 0 0,0 1-1 0 0,0-1 0 0 0,4 8 0 0 0,1 8 41 0 0,2 19 479 0 0,-3 1 0 0 0,2 46 0 0 0,6 50-156 0 0,-10-123-929 0 0,0 0-1 0 0,1-1 0 0 0,0 1 0 0 0,12 22 1 0 0,-7-16-4738 0 0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6:48.5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7 317 456 0 0,'-6'2'4585'0'0,"20"-9"-3905"0"0,25-10-1191 0 0,35-1 4398 0 0,148-15-1 0 0,120 12 620 0 0,172 15-3106 0 0,53-2-501 0 0,240-15 358 0 0,-551 18-977 0 0,366-23 522 0 0,-380 1-704 0 0,-62 6-102 0 0,-95 12 8 0 0,281-17 45 0 0,14-2 295 0 0,-255 13-144 0 0,194 2-1 0 0,-305 14-176 0 0,-4 0-28 0 0,-1-1-1 0 0,0 1 1 0 0,0-2-1 0 0,0 1 0 0 0,0-1 1 0 0,1-1-1 0 0,13-3 1 0 0,-16-3-1917 0 0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6:49.6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31 233 1376 0 0,'-9'-9'956'0'0,"-6"-12"4937"0"0,8-3-1423 0 0,13 11-6045 0 0,-6 13 1632 0 0,1 0 1 0 0,-1 0 0 0 0,1 1 0 0 0,-1-1 0 0 0,1 0-1 0 0,-1 0 1 0 0,1 0 0 0 0,-1 1 0 0 0,1-1-1 0 0,-1 0 1 0 0,0 1 0 0 0,1-1 0 0 0,-1 0-1 0 0,1 1 1 0 0,-1-1 0 0 0,0 0 0 0 0,1 1-1 0 0,-1-1 1 0 0,0 1 0 0 0,1-1 0 0 0,-1 1 0 0 0,0-1-1 0 0,0 1 1 0 0,1-1 0 0 0,-1 1 0 0 0,0-1-1 0 0,0 1 1 0 0,0-1 0 0 0,0 1 0 0 0,0 0-1 0 0,9 21 822 0 0,-9-21-806 0 0,16 47 740 0 0,2-1 0 0 0,3-1 0 0 0,1 0 1 0 0,42 61-1 0 0,-15-31-689 0 0,-45-119 1257 0 0,3-49-77 0 0,13-156 280 0 0,2 82-5342 0 0,-18 149 1616 0 0,-2 13 924 0 0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6:50.0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 6913 0 0,'0'-3'779'0'0,"7"5"539"0"0,-5-2-1190 0 0,-1 1 0 0 0,0-1 0 0 0,1 1 0 0 0,-1 0 0 0 0,0 0 0 0 0,0 0 0 0 0,0-1 0 0 0,1 1 0 0 0,-1 0 0 0 0,0 1 0 0 0,0-1 0 0 0,0 0 0 0 0,1 2 0 0 0,4 14 31 0 0,0 1-1 0 0,-1 0 0 0 0,3 18 1 0 0,7 25 441 0 0,22 60 2641 0 0,-11-34-3740 0 0,-25-86 253 0 0,-1 0 1 0 0,0 1-1 0 0,1-1 1 0 0,-1 0-1 0 0,1 1 1 0 0,0-1-1 0 0,-1 0 0 0 0,1 0 1 0 0,0 0-1 0 0,0 1 1 0 0,0-1-1 0 0,0 0 1 0 0,0 0-1 0 0,0 0 1 0 0,0-1-1 0 0,1 2 1 0 0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6:50.7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 28 12443 0 0,'0'0'-6'0'0,"-1"0"1"0"0,1 0-1 0 0,0 0 0 0 0,0 0 1 0 0,0 0-1 0 0,-1 0 1 0 0,1 0-1 0 0,0 0 0 0 0,0 0 1 0 0,0-1-1 0 0,-1 1 1 0 0,1 0-1 0 0,0 0 1 0 0,0 0-1 0 0,0 0 0 0 0,0 0 1 0 0,0-1-1 0 0,-1 1 1 0 0,1 0-1 0 0,0 0 1 0 0,0 0-1 0 0,0 0 0 0 0,0-1 1 0 0,0 1-1 0 0,0 0 1 0 0,0 0-1 0 0,0 0 1 0 0,0-1-1 0 0,-1 1 0 0 0,1 0 1 0 0,0 0-1 0 0,0 0 1 0 0,0-1-1 0 0,0 1 0 0 0,0 0 1 0 0,0 0-1 0 0,0-1 1 0 0,1 1-1 0 0,-1 0 1 0 0,0 0-1 0 0,0 0 0 0 0,0-1 1 0 0,0 1-1 0 0,0 0 1 0 0,0 0-1 0 0,0 0 1 0 0,0 0-1 0 0,0-1 0 0 0,1 1 1 0 0,-1 0-1 0 0,0 0 1 0 0,0 0-1 0 0,0 0 1 0 0,0-1-1 0 0,1 1 0 0 0,-1 0 1 0 0,0 0-1 0 0,0 0 1 0 0,0 0-1 0 0,1 0 1 0 0,21-9-1327 0 0,-13 6 1025 0 0,0 1 0 0 0,1 0 0 0 0,16-1 0 0 0,-13 5 458 0 0,0 0-1 0 0,1 1 0 0 0,-1 1 1 0 0,0 0-1 0 0,0 0 1 0 0,-1 2-1 0 0,1-1 0 0 0,-1 2 1 0 0,-1-1-1 0 0,1 1 0 0 0,-1 1 1 0 0,0 0-1 0 0,-1 1 0 0 0,0 0 1 0 0,0 1-1 0 0,-1 0 1 0 0,0 0-1 0 0,-1 1 0 0 0,8 13 1 0 0,-10-11-707 0 0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6:51.1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5 145 13827 0 0,'-3'-1'1224'0'0,"2"0"-976"0"0,2 1-248 0 0,2-2 0 0 0,2 1 312 0 0,0 0 8 0 0,3-2 8 0 0,4-2 1 0 0,9 0-465 0 0,7-5-97 0 0,6-3-23 0 0,4-3 0 0 0,-1 1-312 0 0,-2-2-64 0 0,2 0-8 0 0,9-3-3145 0 0,-8 2-632 0 0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6:51.6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9 17052 0 0,'0'-1'13'0'0,"1"1"0"0"0,-1-1 1 0 0,0 1-1 0 0,0-1 0 0 0,0 1 1 0 0,1-1-1 0 0,-1 1 0 0 0,0 0 1 0 0,1-1-1 0 0,-1 1 0 0 0,0 0 1 0 0,1-1-1 0 0,-1 1 0 0 0,0 0 1 0 0,1-1-1 0 0,-1 1 0 0 0,1 0 1 0 0,-1 0-1 0 0,0-1 0 0 0,1 1 1 0 0,-1 0-1 0 0,1 0 0 0 0,-1 0 1 0 0,1 0-1 0 0,-1-1 1 0 0,1 1-1 0 0,-1 0 0 0 0,1 0 1 0 0,-1 0-1 0 0,1 0 0 0 0,-1 0 1 0 0,1 0-1 0 0,-1 0 0 0 0,1 1 1 0 0,-1-1-1 0 0,1 0 0 0 0,-1 0 1 0 0,1 1-1 0 0,0-1-89 0 0,1 0 1 0 0,-1 0-1 0 0,0 0 1 0 0,0 1-1 0 0,0-1 1 0 0,0 1-1 0 0,0-1 1 0 0,0 0-1 0 0,0 1 1 0 0,-1 0-1 0 0,1-1 1 0 0,0 1-1 0 0,0 0 1 0 0,0-1-1 0 0,0 1 1 0 0,-1 0-1 0 0,1 0 1 0 0,0 0-1 0 0,-1-1 1 0 0,2 3-1 0 0,0 9-285 0 0,0 0-1 0 0,-1 0 0 0 0,0 1 1 0 0,0-1-1 0 0,-4 24 1 0 0,2 12-37 0 0,1-21-158 0 0,-1 0 0 0 0,-6 40 1 0 0,-5-17-3553 0 0,7-34 801 0 0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6:52.0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0 124 4145 0 0,'2'-5'204'0'0,"1"0"1"0"0,0-1-1 0 0,0 1 1 0 0,0 0 0 0 0,1 1-1 0 0,-1-1 1 0 0,1 0-1 0 0,0 1 1 0 0,1 0-1 0 0,-1 0 1 0 0,1 0-1 0 0,5-3 1 0 0,6-4 202 0 0,1 1 0 0 0,24-12 1 0 0,-33 19-265 0 0,-1 0 1 0 0,1 0-1 0 0,0 1 1 0 0,0 0-1 0 0,0 0 1 0 0,0 1 0 0 0,0 0-1 0 0,0 0 1 0 0,14 2-1 0 0,-20-1-118 0 0,0 0 0 0 0,0 0 0 0 0,0 1 0 0 0,-1-1 0 0 0,1 1 0 0 0,0-1 0 0 0,0 1 0 0 0,0 0 0 0 0,-1 0 0 0 0,1 0 0 0 0,0 0 0 0 0,-1 0 0 0 0,1 0 0 0 0,-1 0 0 0 0,0 0 0 0 0,1 1 0 0 0,-1-1 0 0 0,2 3 0 0 0,-2-1-26 0 0,0-1 0 0 0,0 0 0 0 0,0 1 0 0 0,-1-1 0 0 0,1 1 0 0 0,-1-1 0 0 0,0 1 0 0 0,0-1 0 0 0,0 1 0 0 0,0 0 0 0 0,0-1 1 0 0,0 1-1 0 0,-1-1 0 0 0,1 1 0 0 0,-1-1 0 0 0,1 1 0 0 0,-1-1 0 0 0,-1 3 0 0 0,-6 17 325 0 0,-1 0-1 0 0,-1 0 1 0 0,-1-1 0 0 0,-1-1-1 0 0,0 1 1 0 0,-2-2 0 0 0,0 0-1 0 0,-1-1 1 0 0,-26 25 0 0 0,47-46 222 0 0,0 0 1 0 0,0 0-1 0 0,0 1 1 0 0,0 0 0 0 0,13-2-1 0 0,47-9-2866 0 0,-51 10 1053 0 0,-2 1-2038 0 0,0 0-828 0 0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6:52.3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 0 9218 0 0,'2'0'951'0'0,"1"1"710"0"0,-1 12-1182 0 0,-2 9 433 0 0,-1-1-1 0 0,-2 0 0 0 0,-4 22 1 0 0,3-21-932 0 0,1 1 0 0 0,-1 25 0 0 0,4-11-4611 0 0,1-21-216 0 0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6:52.7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14 13827 0 0,'0'-1'48'0'0,"0"1"1"0"0,1-1-1 0 0,-1 1 0 0 0,0-1 1 0 0,0 1-1 0 0,0-1 0 0 0,0 1 1 0 0,1-1-1 0 0,-1 1 0 0 0,0-1 1 0 0,1 1-1 0 0,-1 0 0 0 0,0-1 1 0 0,1 1-1 0 0,-1-1 0 0 0,0 1 1 0 0,1 0-1 0 0,-1-1 0 0 0,1 1 1 0 0,-1 0-1 0 0,0 0 0 0 0,1-1 1 0 0,-1 1-1 0 0,1 0 0 0 0,-1 0 0 0 0,1 0 1 0 0,-1-1-1 0 0,2 1 0 0 0,21-2 38 0 0,-16 2-222 0 0,0 0 0 0 0,0 1 0 0 0,-1 0 0 0 0,12 4 0 0 0,-15-4 101 0 0,0 1 0 0 0,-1 0 0 0 0,1 0 0 0 0,-1 0 0 0 0,1 1 0 0 0,-1-1 0 0 0,0 1 0 0 0,0-1 0 0 0,0 1 0 0 0,0 0 0 0 0,0 0 0 0 0,-1 0 0 0 0,1 0 0 0 0,-1 0 0 0 0,0 0 0 0 0,0 0 0 0 0,0 0 0 0 0,0 0 0 0 0,0 1 0 0 0,-1-1 0 0 0,1 4 0 0 0,1 12 270 0 0,-1 0 1 0 0,-2 27 0 0 0,1-36 100 0 0,-1 10-331 0 0,1 0 0 0 0,2 0 0 0 0,5 35 0 0 0,-3-39-905 0 0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6:53.6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64 12 1376 0 0,'-4'-12'907'0'0,"-4"18"416"0"0,7-4-945 0 0,-1 0-1 0 0,1 0 1 0 0,-1 1-1 0 0,1-1 0 0 0,0 0 1 0 0,0 1-1 0 0,0-1 0 0 0,0 1 1 0 0,0 2-1 0 0,-2 83 6072 0 0,4-59-6201 0 0,-2 1 0 0 0,-2-1 1 0 0,0 1-1 0 0,-8 30 0 0 0,3-42-1460 0 0,1-11-2821 0 0,2-3-207 0 0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6:54.1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1 124 7834 0 0,'3'-6'-3'0'0,"1"1"0"0"0,0-1 0 0 0,0 1 0 0 0,0 1 1 0 0,0-1-1 0 0,1 0 0 0 0,10-7 0 0 0,4-4-486 0 0,-12 9 540 0 0,0 1 0 0 0,1-1 1 0 0,0 1-1 0 0,0 1 0 0 0,1 0 1 0 0,-1 0-1 0 0,1 0 0 0 0,10-2 1 0 0,-17 6 187 0 0,1-1-1 0 0,0 2 1 0 0,0-1 0 0 0,0 0 0 0 0,0 0 0 0 0,0 1 0 0 0,0 0 0 0 0,1-1 0 0 0,-1 1 0 0 0,0 1 0 0 0,0-1 0 0 0,0 0 0 0 0,0 1 0 0 0,0-1 0 0 0,0 1 0 0 0,0 0 0 0 0,0 0 0 0 0,0 0 0 0 0,-1 0 0 0 0,1 1 0 0 0,0-1 0 0 0,0 1 0 0 0,-1 0 0 0 0,1 0 0 0 0,-1 0 0 0 0,0 0 0 0 0,0 0 0 0 0,1 0 0 0 0,2 5 0 0 0,-3-3-212 0 0,0 0 0 0 0,0 0 0 0 0,-1 1 1 0 0,0-1-1 0 0,0 0 0 0 0,0 1 0 0 0,0-1 1 0 0,-1 1-1 0 0,1-1 0 0 0,-1 1 0 0 0,0-1 1 0 0,-1 1-1 0 0,1-1 0 0 0,-1 0 1 0 0,0 1-1 0 0,0-1 0 0 0,0 0 0 0 0,0 1 1 0 0,-1-1-1 0 0,0 0 0 0 0,-3 5 0 0 0,-3 8-656 0 0,-1 0 0 0 0,-1-1-1 0 0,-19 24 1 0 0,-3-5 214 0 0,30-33 546 0 0,0 0 0 0 0,0 0 0 0 0,-1-1-1 0 0,1 1 1 0 0,-1 0 0 0 0,1-1 0 0 0,-1 1-1 0 0,1-1 1 0 0,-1 0 0 0 0,0 0 0 0 0,1 0 0 0 0,-1 0-1 0 0,-4 0 1 0 0,7-1-115 0 0,0 0 0 0 0,0 0 0 0 0,-1 0 0 0 0,1 0 0 0 0,0 0 0 0 0,0 0-1 0 0,0 0 1 0 0,0 0 0 0 0,0 0 0 0 0,0 0 0 0 0,0 0 0 0 0,0 0 0 0 0,0 0 0 0 0,-1 0 0 0 0,1 0 0 0 0,0 0 0 0 0,0 0 0 0 0,0 0-1 0 0,0 0 1 0 0,0 0 0 0 0,0 0 0 0 0,0 0 0 0 0,0 0 0 0 0,0 0 0 0 0,0 0 0 0 0,0 0 0 0 0,0 0 0 0 0,0-1 0 0 0,-1 1-1 0 0,1 0 1 0 0,0 0 0 0 0,0 0 0 0 0,0 0 0 0 0,0 0 0 0 0,0 0 0 0 0,0 0 0 0 0,0 0 0 0 0,0 0 0 0 0,0 0 0 0 0,0-1 0 0 0,0 1-1 0 0,0 0 1 0 0,0 0 0 0 0,0 0 0 0 0,0 0 0 0 0,0 0 0 0 0,0 0 0 0 0,0 0 0 0 0,0 0 0 0 0,0 0 0 0 0,0-1 0 0 0,0 1-1 0 0,0 0 1 0 0,0 0 0 0 0,0 0 0 0 0,1 0 0 0 0,-1 0 0 0 0,0 0 0 0 0,0 0 0 0 0,0 0 0 0 0,0 0 0 0 0,0 0 0 0 0,0 0-1 0 0,7-9 348 0 0,10-4-460 0 0,-3 4-244 0 0,1 2-1 0 0,-1 0 0 0 0,1 0 1 0 0,0 1-1 0 0,1 1 0 0 0,-1 1 0 0 0,1 0 1 0 0,18-1-1 0 0,-26 3 306 0 0,0 1-1 0 0,0 1 1 0 0,0 0 0 0 0,0 0 0 0 0,0 0-1 0 0,0 1 1 0 0,0 0 0 0 0,-1 1-1 0 0,1 0 1 0 0,0 0 0 0 0,-1 0 0 0 0,1 1-1 0 0,-1 0 1 0 0,0 1 0 0 0,0 0-1 0 0,0 0 1 0 0,-1 0 0 0 0,10 9 0 0 0,-13-11 121 0 0,-1 0 1 0 0,0 0-1 0 0,0 0 1 0 0,0 1-1 0 0,0-1 1 0 0,-1 1-1 0 0,1-1 1 0 0,0 1-1 0 0,-1 0 1 0 0,0 0-1 0 0,0 0 1 0 0,0 0-1 0 0,0 0 1 0 0,0 0-1 0 0,-1 0 1 0 0,1 0-1 0 0,-1 0 1 0 0,0 0-1 0 0,0 0 1 0 0,0 3-1 0 0,-1-2 115 0 0,0 1 1 0 0,0-1-1 0 0,-1 0 0 0 0,1 0 0 0 0,-1 0 0 0 0,0 0 1 0 0,0-1-1 0 0,-1 1 0 0 0,1 0 0 0 0,-1-1 0 0 0,0 0 1 0 0,-5 6-1 0 0,-5 2 215 0 0,-1 0 1 0 0,0-1-1 0 0,0-1 0 0 0,-1 0 1 0 0,-30 13-1 0 0,22-12-801 0 0,-1-1-221 0 0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6:54.8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18436 0 0,'3'2'145'0'0,"-1"0"1"0"0,0 0-1 0 0,0 0 1 0 0,0 1-1 0 0,0-1 0 0 0,0 0 1 0 0,0 1-1 0 0,-1-1 0 0 0,1 1 1 0 0,1 5-1 0 0,18 35-440 0 0,-15-24 411 0 0,-1 1-1 0 0,0 0 1 0 0,-2 0-1 0 0,0 0 1 0 0,-1 0-1 0 0,-2 32 1 0 0,-1-34-2098 0 0,-1 0 0 0 0,-4 19 0 0 0,2-24-4299 0 0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6:55.4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 93 10594 0 0,'0'0'34'0'0,"-1"-1"0"0"0,1 1 1 0 0,-1 0-1 0 0,1-1 0 0 0,0 0 0 0 0,-1 1 0 0 0,1-1 0 0 0,-1 1 0 0 0,1-1 0 0 0,0 0 0 0 0,0 1 1 0 0,-1-1-1 0 0,1 1 0 0 0,0-1 0 0 0,0 0 0 0 0,0 1 0 0 0,0-1 0 0 0,-1 0 0 0 0,1 0 0 0 0,0 1 0 0 0,0-1 1 0 0,1 0-1 0 0,-1 1 0 0 0,0-1 0 0 0,0 0 0 0 0,0 1 0 0 0,0-1 0 0 0,0 0 0 0 0,1 1 0 0 0,-1-1 1 0 0,1 0-1 0 0,19-26-91 0 0,-14 21-56 0 0,1 0 1 0 0,0 0 0 0 0,1 1-1 0 0,-1 0 1 0 0,13-6-1 0 0,-18 10 105 0 0,1 0 0 0 0,0 0 0 0 0,0 0-1 0 0,0 0 1 0 0,0 1 0 0 0,0-1 0 0 0,0 1 0 0 0,0 0-1 0 0,0 0 1 0 0,0 0 0 0 0,-1 0 0 0 0,1 0 0 0 0,0 1-1 0 0,0 0 1 0 0,0-1 0 0 0,0 1 0 0 0,0 0 0 0 0,4 2-1 0 0,-6-2 11 0 0,1 0 0 0 0,-1 1 1 0 0,1-1-1 0 0,-1 0 0 0 0,0 1 0 0 0,0-1 0 0 0,1 1 0 0 0,-1 0 0 0 0,0-1 0 0 0,0 1 0 0 0,0 0 0 0 0,-1 0 0 0 0,1-1 0 0 0,0 1 0 0 0,-1 0 0 0 0,1 0 0 0 0,-1 0 1 0 0,0 0-1 0 0,1 0 0 0 0,-1 0 0 0 0,0 0 0 0 0,0 0 0 0 0,0 0 0 0 0,-1 0 0 0 0,1 0 0 0 0,0 0 0 0 0,-1 0 0 0 0,-1 3 0 0 0,-2 11 92 0 0,-2 0 0 0 0,0-1 0 0 0,0 0 0 0 0,-2 0 0 0 0,0-1-1 0 0,-1 0 1 0 0,0 0 0 0 0,-18 20 0 0 0,13-18 837 0 0,-1-1-1 0 0,-1-1 1 0 0,-24 19 0 0 0,49-37-216 0 0,0 1 1 0 0,0 0-1 0 0,1 1 1 0 0,-1 0-1 0 0,1 0 1 0 0,0 1-1 0 0,14 0 1 0 0,37 2-2551 0 0,-53-1 596 0 0,-1 2 0 0 0,1-1 0 0 0,-1 1 0 0 0,14 4 0 0 0,-12-1-3695 0 0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6:55.8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182 78 1840 0 0,'20'-26'1352'0'0,"-18"23"-949"0"0,1 0-1 0 0,0 0 0 0 0,-1 0 1 0 0,1-1-1 0 0,-1 1 1 0 0,0-1-1 0 0,0 1 1 0 0,-1-1-1 0 0,1 0 1 0 0,1-3-1 0 0,-3 6-339 0 0,0 1 0 0 0,0 0-1 0 0,0-1 1 0 0,0 1 0 0 0,0 0 0 0 0,0-1 0 0 0,0 1-1 0 0,0 0 1 0 0,0-1 0 0 0,0 1 0 0 0,0 0 0 0 0,0-1-1 0 0,0 1 1 0 0,0 0 0 0 0,0-1 0 0 0,0 1 0 0 0,-1 0-1 0 0,1-1 1 0 0,0 1 0 0 0,0 0 0 0 0,0-1 0 0 0,0 1-1 0 0,-1 0 1 0 0,1 0 0 0 0,0-1 0 0 0,0 1 0 0 0,-1 0-1 0 0,1 0 1 0 0,0-1 0 0 0,0 1 0 0 0,-1 0 0 0 0,1 0 0 0 0,0 0-1 0 0,-1-1 1 0 0,-14 2 1436 0 0,-12 11 124 0 0,3 5-580 0 0,1 2 0 0 0,-40 40 0 0 0,55-51-839 0 0,1 0 0 0 0,0 1 0 0 0,1 0 0 0 0,0 0 0 0 0,0 0 1 0 0,1 1-1 0 0,0-1 0 0 0,1 1 0 0 0,0 1 0 0 0,0-1 0 0 0,-2 14 0 0 0,5-21-104 0 0,1 0-1 0 0,-1 0 1 0 0,1 0-1 0 0,0 0 0 0 0,0 0 1 0 0,0 0-1 0 0,0 0 1 0 0,1 0-1 0 0,-1 0 0 0 0,1 0 1 0 0,0 0-1 0 0,0 0 1 0 0,0 0-1 0 0,0 0 0 0 0,0 0 1 0 0,0-1-1 0 0,1 1 1 0 0,-1 0-1 0 0,1-1 0 0 0,0 1 1 0 0,0-1-1 0 0,0 0 1 0 0,0 0-1 0 0,0 1 0 0 0,1-1 1 0 0,-1-1-1 0 0,1 1 1 0 0,-1 0-1 0 0,1-1 0 0 0,0 1 1 0 0,-1-1-1 0 0,1 0 1 0 0,0 0-1 0 0,0 0 0 0 0,5 1 1 0 0,-1 0-51 0 0,0-1 1 0 0,1 0-1 0 0,-1-1 1 0 0,1 0-1 0 0,0 0 1 0 0,-1-1-1 0 0,1 0 1 0 0,-1 0-1 0 0,0 0 1 0 0,1-1-1 0 0,-1 0 1 0 0,0-1-1 0 0,10-4 1 0 0,28-18-1574 0 0,-23 12-6098 0 0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7:01.3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57 14283 0 0,'37'-6'1218'0'0,"51"-12"-877"0"0,159-11 0 0 0,-214 29-728 0 0,0 1-1409 0 0,-2-5-3373 0 0,-26 3 1779 0 0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7:01.6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 1 14283 0 0,'0'0'18'0'0,"0"0"1"0"0,-1 0-1 0 0,1 0 0 0 0,0 0 1 0 0,0 0-1 0 0,0 0 0 0 0,0 0 1 0 0,0 0-1 0 0,0 0 0 0 0,0 0 1 0 0,-1 0-1 0 0,1 0 0 0 0,0 0 1 0 0,0 0-1 0 0,0 0 0 0 0,0 0 1 0 0,0 0-1 0 0,0 0 0 0 0,-1 0 1 0 0,1 0-1 0 0,0 0 0 0 0,0 0 1 0 0,0 0-1 0 0,0 0 0 0 0,0 0 1 0 0,0 0-1 0 0,0 0 0 0 0,-1 0 1 0 0,1 1-1 0 0,0-1 0 0 0,0 0 1 0 0,0 0-1 0 0,0 0 0 0 0,0 0 1 0 0,0 0-1 0 0,0 0 0 0 0,0 0 1 0 0,0 0-1 0 0,0 1 0 0 0,0-1 1 0 0,0 0-1 0 0,-1 0 0 0 0,1 0 1 0 0,0 0-1 0 0,0 0 0 0 0,0 0 1 0 0,0 0-1 0 0,0 1 0 0 0,0-1 1 0 0,0 0-1 0 0,0 0 0 0 0,0 0 1 0 0,0 0-1 0 0,0 0 0 0 0,0 0 1 0 0,1 1-1 0 0,-1-1 0 0 0,0 0 1 0 0,0 0-1 0 0,0 0 0 0 0,0 0 1 0 0,0 0-1 0 0,0 0 0 0 0,0 0 1 0 0,0 1-1 0 0,0-1 0 0 0,0 0 1 0 0,8 15-936 0 0,14 16-1013 0 0,-13-22 1725 0 0,0 1-1 0 0,-1 0 1 0 0,-1 1 0 0 0,0 0 0 0 0,0 0 0 0 0,-1 1 0 0 0,-1-1-1 0 0,0 1 1 0 0,0 1 0 0 0,-1-1 0 0 0,4 23 0 0 0,-2 0-3495 0 0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7:02.1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16 12443 0 0,'138'-4'6017'0'0,"15"-3"-7189"0"0,-78 3-893 0 0,-62 3 1117 0 0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7:02.8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60 207 10594 0 0,'-12'-14'1273'0'0,"0"0"0"0"0,-16-26 0 0 0,20 28-739 0 0,42 68 4775 0 0,-24-38-4909 0 0,-2 1-1 0 0,13 39 1 0 0,-10-11-123 0 0,-10-35-244 0 0,1 0 0 0 0,1-1 0 0 0,0 1 0 0 0,0-1 0 0 0,1 0-1 0 0,1 0 1 0 0,0 0 0 0 0,0-1 0 0 0,10 14 0 0 0,-14-23-15 0 0,-1 0-1 0 0,1 0 1 0 0,-1-1 0 0 0,1 1 0 0 0,0 0 0 0 0,-1-1 0 0 0,1 1-1 0 0,0-1 1 0 0,0 1 0 0 0,0-1 0 0 0,-1 1 0 0 0,1-1 0 0 0,0 1 0 0 0,0-1-1 0 0,0 0 1 0 0,0 1 0 0 0,0-1 0 0 0,0 0 0 0 0,0 0 0 0 0,0 0-1 0 0,-1 0 1 0 0,1 0 0 0 0,0 0 0 0 0,0 0 0 0 0,0 0 0 0 0,0 0 0 0 0,0 0-1 0 0,2-1 1 0 0,-1 0 8 0 0,0-1 0 0 0,-1 1 0 0 0,1 0 1 0 0,0-1-1 0 0,-1 1 0 0 0,1-1 0 0 0,-1 0 0 0 0,1 1 0 0 0,-1-1 0 0 0,0 0 0 0 0,0 0 0 0 0,1-2 0 0 0,5-10 101 0 0,-1-1 1 0 0,7-27-1 0 0,-12 35-77 0 0,8-30-14 0 0,-1 0-1 0 0,-2 0 1 0 0,-2-1-1 0 0,-1-51 1 0 0,-7-15-2993 0 0,4 95 823 0 0,1 3-4644 0 0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7:03.4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79 10 5985 0 0,'-1'-1'463'0'0,"0"0"0"0"0,0 0 0 0 0,0 0 0 0 0,0 1 0 0 0,0-1 0 0 0,0 0 0 0 0,-1 1 0 0 0,1-1 0 0 0,0 1 0 0 0,0-1 0 0 0,-1 1-1 0 0,1 0 1 0 0,0-1 0 0 0,0 1 0 0 0,-1 0 0 0 0,1 0 0 0 0,0 0 0 0 0,-1 0 0 0 0,-1 0 0 0 0,1 1-302 0 0,1 1 0 0 0,0-1 0 0 0,-1 0 0 0 0,1 0-1 0 0,0 1 1 0 0,0-1 0 0 0,0 1 0 0 0,0-1 0 0 0,0 1 0 0 0,0-1 0 0 0,1 1 0 0 0,-1 0 0 0 0,0-1 0 0 0,1 1 0 0 0,-1 3-1 0 0,-8 18 280 0 0,2 1 1 0 0,1 0-1 0 0,1 1 0 0 0,-4 35 0 0 0,9-55-340 0 0,-1 1 1 0 0,1 0 0 0 0,1 0 0 0 0,-1 0 0 0 0,1 0 0 0 0,0-1 0 0 0,0 1 0 0 0,0 0 0 0 0,1-1 0 0 0,0 1 0 0 0,0-1 0 0 0,1 1 0 0 0,-1-1 0 0 0,1 0 0 0 0,0 0 0 0 0,1 0 0 0 0,-1-1 0 0 0,1 1 0 0 0,0-1 0 0 0,0 0 0 0 0,0 0 0 0 0,1 0 0 0 0,-1 0 0 0 0,1-1 0 0 0,7 4 0 0 0,-8-5-75 0 0,1 0 1 0 0,-1 0-1 0 0,1-1 1 0 0,0 0 0 0 0,0 0-1 0 0,0 0 1 0 0,-1 0-1 0 0,1-1 1 0 0,0 0 0 0 0,0 0-1 0 0,0 0 1 0 0,0-1-1 0 0,0 1 1 0 0,0-1 0 0 0,0 0-1 0 0,-1-1 1 0 0,1 1 0 0 0,0-1-1 0 0,-1 0 1 0 0,1 0-1 0 0,-1 0 1 0 0,6-4 0 0 0,2-2-302 0 0,-1 0 0 0 0,0-1 0 0 0,0 0 0 0 0,-1-1 0 0 0,0 0 0 0 0,14-19 0 0 0,-12 11-7373 0 0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6:58.1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6 159 6913 0 0,'-2'-5'698'0'0,"1"0"-1"0"0,0 0 0 0 0,1-1 0 0 0,-1 1 0 0 0,1 0 0 0 0,0-9 0 0 0,0 13-515 0 0,0-1-1 0 0,1 0 1 0 0,-1 1-1 0 0,0-1 1 0 0,0 1-1 0 0,1-1 0 0 0,-1 1 1 0 0,1-1-1 0 0,-1 1 1 0 0,1 0-1 0 0,0-1 1 0 0,0 1-1 0 0,-1 0 1 0 0,1-1-1 0 0,0 1 1 0 0,0 0-1 0 0,0 0 1 0 0,1 0-1 0 0,-1 0 1 0 0,0 0-1 0 0,0 0 0 0 0,0 0 1 0 0,1 0-1 0 0,-1 0 1 0 0,0 0-1 0 0,1 1 1 0 0,1-1-1 0 0,-2 1-144 0 0,0 0-1 0 0,1 0 0 0 0,-1 0 1 0 0,0 0-1 0 0,0 0 0 0 0,0 1 1 0 0,0-1-1 0 0,0 0 0 0 0,0 1 0 0 0,0-1 1 0 0,0 1-1 0 0,0-1 0 0 0,0 1 1 0 0,0 0-1 0 0,0-1 0 0 0,0 1 1 0 0,0 0-1 0 0,-1 0 0 0 0,1-1 1 0 0,0 1-1 0 0,0 0 0 0 0,-1 0 1 0 0,1 0-1 0 0,-1 0 0 0 0,1 0 1 0 0,-1 0-1 0 0,1 2 0 0 0,15 34 193 0 0,-13-29-118 0 0,26 66 895 0 0,39 70 1 0 0,-54-117-817 0 0,-2-3 90 0 0,19 30 1 0 0,-27-49-236 0 0,0 0 0 0 0,0 1 0 0 0,0-1 0 0 0,1-1 0 0 0,-1 1 0 0 0,1-1 0 0 0,0 0 0 0 0,1 0 0 0 0,-1 0 0 0 0,11 5 0 0 0,-13-8-16 0 0,0 0-1 0 0,0 0 1 0 0,1 0-1 0 0,-1 0 1 0 0,0 0-1 0 0,1-1 1 0 0,-1 0 0 0 0,0 0-1 0 0,1 0 1 0 0,-1 0-1 0 0,0 0 1 0 0,1-1-1 0 0,-1 1 1 0 0,0-1 0 0 0,1 0-1 0 0,-1 0 1 0 0,0 0-1 0 0,0-1 1 0 0,0 1 0 0 0,0-1-1 0 0,0 1 1 0 0,0-1-1 0 0,0 0 1 0 0,-1 0-1 0 0,1 0 1 0 0,-1-1 0 0 0,1 1-1 0 0,-1-1 1 0 0,0 1-1 0 0,0-1 1 0 0,0 0-1 0 0,2-3 1 0 0,3-6 41 0 0,-1 1 1 0 0,0-1-1 0 0,-1 0 0 0 0,0 0 0 0 0,-1-1 1 0 0,6-25-1 0 0,1-24-28 0 0,0-2-83 0 0,3 0 0 0 0,32-93 1 0 0,-45 154-204 0 0,0 1 0 0 0,1-1 0 0 0,-1 1 0 0 0,0 0 0 0 0,1-1 0 0 0,-1 1 0 0 0,1 0 0 0 0,0 0 0 0 0,0 0 0 0 0,0 0 1 0 0,2-1-1 0 0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6:58.5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10594 0 0,'3'2'921'0'0,"-1"-1"-859"0"0,1 1-1 0 0,-1 0 1 0 0,0 0 0 0 0,0 0 0 0 0,0 0 0 0 0,0 0-1 0 0,0 0 1 0 0,0 1 0 0 0,0-1 0 0 0,1 4 0 0 0,1 9 345 0 0,0-1 1 0 0,-1 1 0 0 0,-1 0 0 0 0,0 0 0 0 0,-1 28 0 0 0,2 19 985 0 0,0-44-1369 0 0,1 25 569 0 0,-6-15-6041 0 0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6:59.0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 82 1376 0 0,'-1'-2'142'0'0,"0"0"-1"0"0,0 1 1 0 0,0-1-1 0 0,0 0 1 0 0,0 0-1 0 0,1 0 0 0 0,-1 1 1 0 0,1-1-1 0 0,0 0 1 0 0,-1 0-1 0 0,1 0 1 0 0,0 0-1 0 0,0 0 0 0 0,0 0 1 0 0,0 0-1 0 0,1 0 1 0 0,-1 0-1 0 0,0 1 1 0 0,1-1-1 0 0,-1 0 1 0 0,1 0-1 0 0,0 0 0 0 0,0 0 1 0 0,1-1-1 0 0,0 1 61 0 0,0-1-1 0 0,0 1 0 0 0,1 0 1 0 0,-1 0-1 0 0,1 0 0 0 0,0 0 1 0 0,-1 1-1 0 0,1-1 0 0 0,0 1 1 0 0,0-1-1 0 0,0 1 0 0 0,0 0 1 0 0,4-1-1 0 0,9-1 590 0 0,0 0 0 0 0,1 1 0 0 0,-1 1 0 0 0,26 1 0 0 0,-32 0-656 0 0,61 6 1704 0 0,-65-6-1707 0 0,-1 2 0 0 0,1-1 0 0 0,0 0-1 0 0,-1 1 1 0 0,1 0 0 0 0,-1 0 0 0 0,0 1 0 0 0,0-1 0 0 0,9 7 0 0 0,-13-8-146 0 0,0 0-1 0 0,0 1 0 0 0,0-1 0 0 0,0 0 1 0 0,0 1-1 0 0,0-1 0 0 0,-1 1 1 0 0,1-1-1 0 0,0 1 0 0 0,-1 0 1 0 0,1-1-1 0 0,-1 1 0 0 0,0 0 1 0 0,1-1-1 0 0,-1 1 0 0 0,0 0 1 0 0,0 0-1 0 0,0-1 0 0 0,0 1 1 0 0,0 0-1 0 0,-1-1 0 0 0,1 1 0 0 0,0 0 1 0 0,-1-1-1 0 0,1 1 0 0 0,-1 0 1 0 0,0-1-1 0 0,1 1 0 0 0,-1-1 1 0 0,0 1-1 0 0,0-1 0 0 0,-1 2 1 0 0,-6 8-135 0 0,1 0 1 0 0,-2 0 0 0 0,-10 10 0 0 0,10-10 138 0 0,0 0 242 0 0,6-7 30 0 0,0 1 0 0 0,-1-1 1 0 0,0 0-1 0 0,0 0 1 0 0,0 0-1 0 0,-6 4 1 0 0,9-8-189 0 0,3-1-181 0 0,-2 1 39 0 0,0-1 0 0 0,1 1 0 0 0,-1 0 0 0 0,0-1 0 0 0,1 1 0 0 0,-1 0 0 0 0,0-1 0 0 0,1 1 0 0 0,-1 0 0 0 0,1-1 0 0 0,-1 1 0 0 0,1 0 0 0 0,-1 0 0 0 0,1 0 0 0 0,-1-1 0 0 0,1 1 0 0 0,-1 0 0 0 0,1 0 0 0 0,-1 0 0 0 0,1 0 0 0 0,-1 0 0 0 0,1 0 0 0 0,-1 0-1 0 0,1 0 1 0 0,-1 0 0 0 0,1 0 0 0 0,-1 0 0 0 0,1 0 0 0 0,-1 0 0 0 0,1 1 0 0 0,-1-1 0 0 0,1 0 0 0 0,-1 0 0 0 0,0 0 0 0 0,1 1 0 0 0,-1-1 0 0 0,1 0 0 0 0,0 1 0 0 0,-1 8 146 0 0,0 0-1 0 0,-1-1 1 0 0,1 1 0 0 0,-2 0-1 0 0,1-1 1 0 0,-1 1 0 0 0,-1-1 0 0 0,0 0-1 0 0,-4 10 1 0 0,-10 40 1457 0 0,14-47-2998 0 0,2-6-3635 0 0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6:59.6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 74 10594 0 0,'-7'-6'943'0'0,"11"6"-1588"0"0,12 2 735 0 0,35-5 995 0 0,0-3-1 0 0,0-2 0 0 0,61-18 1 0 0,-33 8-1090 0 0,-54 12-1406 0 0,-14 3-3603 0 0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7:00.0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29 5 13363 0 0,'-1'0'71'0'0,"0"-1"0"0"0,1 1 0 0 0,-1-1 1 0 0,0 1-1 0 0,1 0 0 0 0,-1-1 0 0 0,0 1 0 0 0,1 0 0 0 0,-1 0 1 0 0,0-1-1 0 0,1 1 0 0 0,-1 0 0 0 0,0 0 0 0 0,0 0 0 0 0,1 0 1 0 0,-1 0-1 0 0,0 0 0 0 0,0 0 0 0 0,1 0 0 0 0,-1 0 0 0 0,0 0 1 0 0,0 1-1 0 0,1-1 0 0 0,-1 0 0 0 0,0 0 0 0 0,1 1 0 0 0,-1-1 1 0 0,0 0-1 0 0,1 1 0 0 0,-1-1 0 0 0,1 1 0 0 0,-1-1 1 0 0,0 1-1 0 0,1-1 0 0 0,-1 1 0 0 0,1-1 0 0 0,-1 1 0 0 0,1 0 1 0 0,0-1-1 0 0,-1 1 0 0 0,1 0 0 0 0,0-1 0 0 0,-1 1 0 0 0,1 0 1 0 0,0-1-1 0 0,0 1 0 0 0,-1 1 0 0 0,1 2-58 0 0,0 0 0 0 0,0 0 0 0 0,1 0 0 0 0,-1 0 1 0 0,1 0-1 0 0,0 1 0 0 0,0-1 0 0 0,2 4 0 0 0,3 7-395 0 0,1 0 1 0 0,16 25 0 0 0,-15-28 75 0 0,-1 1 1 0 0,0-1 0 0 0,-1 1 0 0 0,7 22 0 0 0,-1 12-2057 0 0,-7-24-2045 0 0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7:00.4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57 16131 0 0,'4'2'212'0'0,"1"-2"0"0"0,0 1 0 0 0,-1 0-1 0 0,1-1 1 0 0,-1 0 0 0 0,1 0 0 0 0,0 0 0 0 0,-1-1-1 0 0,1 1 1 0 0,4-2 0 0 0,13-1 22 0 0,32-3 521 0 0,77-19 0 0 0,-32 5-1991 0 0,-98 20 1175 0 0,3-1-183 0 0,-1 0 0 0 0,1 1 1 0 0,-1-1-1 0 0,1 1 0 0 0,-1 0 0 0 0,1 0 1 0 0,-1 0-1 0 0,1 0 0 0 0,0 1 1 0 0,-1 0-1 0 0,0-1 0 0 0,5 2 0 0 0,-3 2-524 0 0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7:23.3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35 27 2304 0 0,'23'-22'848'0'0,"-16"17"2149"0"0,-22 19 1264 0 0,-7 0-1815 0 0,21-13-2351 0 0,1-1 0 0 0,-1 0 0 0 0,1 1 0 0 0,-1-1 0 0 0,1 0 0 0 0,-1 0 0 0 0,0 0 0 0 0,1 0 0 0 0,-1 1 0 0 0,0-1 0 0 0,1 0 0 0 0,-1 0 0 0 0,1 0 0 0 0,-1 0 0 0 0,0 0 0 0 0,1-1 0 0 0,-1 1 0 0 0,0 0 0 0 0,1 0 0 0 0,-1 0 0 0 0,1 0 0 0 0,-1-1 0 0 0,1 1 0 0 0,-1 0 1 0 0,0 0-1 0 0,1-1 0 0 0,-1 1 0 0 0,1-1 0 0 0,-1 1 0 0 0,1 0 0 0 0,0-1 0 0 0,-1 1 0 0 0,1-1 0 0 0,-1 1 0 0 0,0-2 0 0 0,1 2-45 0 0,0 0 0 0 0,0-1 1 0 0,0 1-1 0 0,0 0 0 0 0,0 0 1 0 0,0 0-1 0 0,0 0 0 0 0,0-1 1 0 0,0 1-1 0 0,0 0 0 0 0,0 0 1 0 0,1 0-1 0 0,-1-1 0 0 0,0 1 1 0 0,0 0-1 0 0,0 0 0 0 0,0 0 1 0 0,0 0-1 0 0,0-1 0 0 0,0 1 1 0 0,0 0-1 0 0,1 0 0 0 0,-1 0 1 0 0,0 0-1 0 0,0 0 0 0 0,0 0 1 0 0,0-1-1 0 0,1 1 0 0 0,-1 0 1 0 0,0 0-1 0 0,0 0 0 0 0,0 0 1 0 0,0 0-1 0 0,1 0 0 0 0,-1 0 1 0 0,0 0-1 0 0,0 0 0 0 0,0 0 1 0 0,1 0-1 0 0,-1 0 0 0 0,0 0 1 0 0,0 0-1 0 0,0 0 0 0 0,1 0 1 0 0,-1 0-1 0 0,34-2 111 0 0,-23 1-59 0 0,0 1 0 0 0,0 0 0 0 0,0 0 0 0 0,-1 1 1 0 0,1 0-1 0 0,14 4 0 0 0,-1 0-78 0 0,36 4 0 0 0,-33-5-80 0 0,36 8 1 0 0,-56-10 46 0 0,0 1 0 0 0,0-1 0 0 0,-1 1 1 0 0,1 0-1 0 0,-1 0 0 0 0,1 1 0 0 0,-1 0 0 0 0,0 0 0 0 0,10 9 0 0 0,-16-13 10 0 0,0 1 0 0 0,1-1 0 0 0,-1 1 0 0 0,1-1 0 0 0,-1 1 0 0 0,0-1 0 0 0,1 1 0 0 0,-1-1 0 0 0,0 1 0 0 0,0 0 0 0 0,0-1-1 0 0,1 1 1 0 0,-1-1 0 0 0,0 1 0 0 0,0-1 0 0 0,0 1 0 0 0,0 0 0 0 0,0-1 0 0 0,0 1 0 0 0,0 0 0 0 0,0-1 0 0 0,0 1 0 0 0,0-1 0 0 0,0 1 0 0 0,0 0 0 0 0,-1-1 0 0 0,1 1 0 0 0,-14 17 40 0 0,-26 8 89 0 0,37-25-112 0 0,-28 15-407 0 0,-1-2 0 0 0,0-2 0 0 0,-36 10 0 0 0,-10 3 46 0 0,61-18 578 0 0,0 1 0 0 0,1 0-1 0 0,-24 17 1 0 0,77-31-198 0 0,42-17 367 0 0,-62 17-270 0 0,1 0 0 0 0,-1 1 0 0 0,1 1 0 0 0,-1 1 1 0 0,1 0-1 0 0,0 1 0 0 0,0 1 0 0 0,23 2 0 0 0,-29 1-101 0 0,-1 1-1 0 0,1 0 0 0 0,-1 0 0 0 0,0 2 1 0 0,0-1-1 0 0,-1 1 0 0 0,13 8 0 0 0,-20-11-22 0 0,0-1 0 0 0,-1 1 0 0 0,1 0 0 0 0,0 0-1 0 0,-1 0 1 0 0,1 0 0 0 0,-1 0 0 0 0,0 1 0 0 0,0-1-1 0 0,1 1 1 0 0,-2-1 0 0 0,1 1 0 0 0,0 0 0 0 0,0 0-1 0 0,-1 0 1 0 0,0 0 0 0 0,0 0 0 0 0,0 0 0 0 0,0 0-1 0 0,0 0 1 0 0,0 1 0 0 0,-1-1 0 0 0,1 0 0 0 0,-1 0-1 0 0,0 1 1 0 0,0-1 0 0 0,-1 0 0 0 0,1 1 0 0 0,-2 5-1 0 0,0-5 40 0 0,0 1-1 0 0,-1-1 1 0 0,0 0-1 0 0,1 0 0 0 0,-2 0 1 0 0,1 0-1 0 0,0 0 0 0 0,-1-1 1 0 0,1 1-1 0 0,-1-1 1 0 0,0 0-1 0 0,0 0 0 0 0,-1-1 1 0 0,-6 4-1 0 0,5-3-37 0 0,0 0 0 0 0,0 0 0 0 0,0-1 1 0 0,0 0-1 0 0,-1 0 0 0 0,1 0 0 0 0,-1-1 0 0 0,1 0 0 0 0,-1 0 0 0 0,-10-1 1 0 0,8-1-18 0 0,1 0 25 0 0,-1 0-1 0 0,0 0 1 0 0,0 1-1 0 0,0 0 0 0 0,0 1 1 0 0,0 0-1 0 0,1 0 0 0 0,-14 4 1 0 0,-21 7 197 0 0,21-6-240 0 0,0 1 1 0 0,-29 13-1 0 0,44-14-2414 0 0,7 0-2668 0 0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7:23.7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52 1840 0 0,'2'-5'122'0'0,"0"1"0"0"0,1 0 0 0 0,-1-1 0 0 0,1 2 0 0 0,0-1 0 0 0,3-4 0 0 0,-4 6-75 0 0,-1 1-1 0 0,0 0 0 0 0,0-1 0 0 0,0 1 0 0 0,1 0 0 0 0,-1 0 0 0 0,0 0 0 0 0,1 0 0 0 0,0 0 0 0 0,-1 0 0 0 0,1 0 0 0 0,-1 0 0 0 0,1 1 0 0 0,0-1 0 0 0,-1 0 0 0 0,1 1 0 0 0,0 0 0 0 0,0-1 0 0 0,1 1 0 0 0,-1 1 180 0 0,-1-1 0 0 0,0 1 0 0 0,0 0 0 0 0,-1 0 0 0 0,1 0 0 0 0,0-1 0 0 0,0 1 0 0 0,0 0 0 0 0,0 0 1 0 0,-1 0-1 0 0,1 1 0 0 0,0-1 0 0 0,-1 0 0 0 0,1 0 0 0 0,-1 0 0 0 0,0 0 0 0 0,1 0 0 0 0,-1 1 0 0 0,0-1 0 0 0,1 0 0 0 0,-1 0 0 0 0,0 1 0 0 0,0 0 0 0 0,2 33 3118 0 0,-2-34-3193 0 0,-3 56 2259 0 0,-4-1-3639 0 0,3-32-3709 0 0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8:01.6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7 112 1376 0 0,'-2'-8'76'0'0,"0"0"0"0"0,1-1 1 0 0,0 1-1 0 0,1 0 0 0 0,0-11 0 0 0,0 16-15 0 0,0 1 1 0 0,0-1-1 0 0,0 0 1 0 0,1 1 0 0 0,-1-1-1 0 0,1 1 1 0 0,-1-1-1 0 0,1 1 1 0 0,0-1 0 0 0,0 1-1 0 0,0 0 1 0 0,0-1-1 0 0,1 1 1 0 0,-1 0-1 0 0,1 0 1 0 0,-1 0 0 0 0,1 0-1 0 0,0 0 1 0 0,0 0-1 0 0,4-3 1 0 0,-6 6-32 0 0,1-1 1 0 0,-1 1-1 0 0,1-1 1 0 0,-1 1-1 0 0,1-1 1 0 0,-1 1-1 0 0,1-1 1 0 0,-1 1-1 0 0,1 0 1 0 0,-1-1-1 0 0,0 1 1 0 0,1 0-1 0 0,-1-1 1 0 0,0 1-1 0 0,0 0 1 0 0,1-1-1 0 0,-1 1 1 0 0,0 0-1 0 0,0 0 1 0 0,0-1-1 0 0,0 1 0 0 0,0 0 1 0 0,0 1-1 0 0,3 20 938 0 0,8 152 3881 0 0,-6-138-4536 0 0,41 477 1471 0 0,-46-356-1494 0 0,11 231 285 0 0,-1-219 909 0 0,-14 212-1 0 0,8-267-768 0 0,-2-83-815 0 0,0-1-1 0 0,-2 0 0 0 0,-5 35 0 0 0,2-50-2865 0 0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8:02.4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82 240 1376 0 0,'-3'-2'131'0'0,"-43"-21"920"0"0,24 20-573 0 0,21 3-468 0 0,0 0 1 0 0,1 1-1 0 0,-1-1 1 0 0,1 0-1 0 0,-1 1 0 0 0,1-1 1 0 0,-1 0-1 0 0,1 1 1 0 0,-1-1-1 0 0,1 0 0 0 0,-1 1 1 0 0,1-1-1 0 0,0 1 0 0 0,-1-1 1 0 0,1 1-1 0 0,0-1 1 0 0,-1 1-1 0 0,1-1 0 0 0,0 1 1 0 0,0 0-1 0 0,-1-1 1 0 0,1 1-1 0 0,0-1 0 0 0,0 1 1 0 0,0-1-1 0 0,0 1 1 0 0,0 0-1 0 0,0-1 0 0 0,0 1 1 0 0,0 1-1 0 0,0-1-8 0 0,0 0 1 0 0,0 1-1 0 0,0-1 1 0 0,1 0-1 0 0,-1 1 0 0 0,0-1 1 0 0,1 0-1 0 0,-1 0 1 0 0,1 0-1 0 0,-1 1 0 0 0,1-1 1 0 0,0 0-1 0 0,-1 0 1 0 0,1 0-1 0 0,0 0 0 0 0,0 0 1 0 0,0 0-1 0 0,0 0 1 0 0,0 0-1 0 0,0 0 0 0 0,0 0 1 0 0,0-1-1 0 0,0 1 1 0 0,0 0-1 0 0,1-1 0 0 0,-1 1 1 0 0,0-1-1 0 0,0 1 1 0 0,0-1-1 0 0,1 0 1 0 0,-1 1-1 0 0,0-1 0 0 0,1 0 1 0 0,-1 0-1 0 0,0 0 1 0 0,1 0-1 0 0,-1 0 0 0 0,0 0 1 0 0,1 0-1 0 0,-1-1 1 0 0,2 0-1 0 0,9 0 172 0 0,-1-1 0 0 0,1-1 0 0 0,17-6 0 0 0,-22 7 35 0 0,67-20 1192 0 0,1 3 0 0 0,1 4-1 0 0,109-9 1 0 0,722-34-1494 0 0,-255 20 32 0 0,216-22 2227 0 0,-726 57-2020 0 0,-122 4-135 0 0,0 1-1 0 0,0 1 0 0 0,0 0 0 0 0,-1 2 0 0 0,21 7 1 0 0,-36-11 2 0 0,-1 1 1 0 0,1-1 0 0 0,-1 1-1 0 0,0 0 1 0 0,1 0 0 0 0,-1 0-1 0 0,0 0 1 0 0,-1 1-1 0 0,1-1 1 0 0,0 1 0 0 0,-1 0-1 0 0,1 0 1 0 0,-1 0 0 0 0,0 0-1 0 0,0 0 1 0 0,2 4 0 0 0,-3-4-170 0 0,0-1 1 0 0,0 1 0 0 0,0 0-1 0 0,-1 0 1 0 0,1-1 0 0 0,-1 1 0 0 0,0 0-1 0 0,0 0 1 0 0,0 0 0 0 0,0-1-1 0 0,0 1 1 0 0,-1 0 0 0 0,1 0-1 0 0,-1 0 1 0 0,0-1 0 0 0,0 1-1 0 0,0 0 1 0 0,0-1 0 0 0,0 1 0 0 0,0-1-1 0 0,-3 5 1 0 0,-4 3-1013 0 0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8:03.0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 12 6913 0 0,'-12'-11'596'0'0,"12"11"-595"0"0,0 0 0 0 0,0 0 0 0 0,-1 0 1 0 0,1 0-1 0 0,0 0 0 0 0,0 0 0 0 0,0 0 0 0 0,0 0 0 0 0,-1 0 0 0 0,1 0 0 0 0,0 0 1 0 0,0 0-1 0 0,0 0 0 0 0,-1 0 0 0 0,1 0 0 0 0,0 0 0 0 0,0 0 0 0 0,0 0 0 0 0,0 0 1 0 0,-1 1-1 0 0,1-1 0 0 0,0 0 0 0 0,0 0 0 0 0,0 0 0 0 0,0 0 0 0 0,0 0 0 0 0,0 1 1 0 0,0-1-1 0 0,-1 0 0 0 0,1 0 0 0 0,0 0 0 0 0,0 0 0 0 0,0 1 0 0 0,0-1 0 0 0,0 0 1 0 0,0 0-1 0 0,0 0 0 0 0,0 0 0 0 0,0 1 0 0 0,0-1 0 0 0,0 32-618 0 0,1-23 480 0 0,36 282 5257 0 0,0-18-3798 0 0,-2 466 846 0 0,-40-417-248 0 0,4-263-1501 0 0,2 66-11 0 0,1-69-121 0 0,-9 95 0 0 0,-18-36-1937 0 0,19-97-549 0 0,2-10 615 0 0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8:04.0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 1 2761 0 0,'-2'0'147'0'0,"1"0"-1"0"0,0 0 1 0 0,0 0 0 0 0,-1 0 0 0 0,1 0 0 0 0,0 0 0 0 0,0 1 0 0 0,-1-1 0 0 0,1 0 0 0 0,0 1 0 0 0,0-1 0 0 0,0 1 0 0 0,0-1 0 0 0,0 1 0 0 0,0 0 0 0 0,0-1 0 0 0,0 1 0 0 0,0 0 0 0 0,-2 1-1 0 0,5 6 2263 0 0,15-2-2173 0 0,128 10 684 0 0,4 0 29 0 0,107 31 539 0 0,96 16-183 0 0,-236-48-1057 0 0,122 1 1 0 0,-218-16-232 0 0,-1-1-1 0 0,1-1 1 0 0,0-1 0 0 0,-1 0 0 0 0,0-2 0 0 0,0 0-1 0 0,0-1 1 0 0,0-1 0 0 0,-1-1 0 0 0,0 0-1 0 0,16-12 1 0 0,-17 12-337 0 0,-10 5 3 0 0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8:05.2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67 56 1376 0 0,'1'-2'-13'0'0,"0"0"0"0"0,0-1-1 0 0,0 1 1 0 0,-1-1 0 0 0,1 1 0 0 0,-1-1-1 0 0,0 1 1 0 0,1-1 0 0 0,-1 1 0 0 0,0-1-1 0 0,-1 1 1 0 0,0-6 0 0 0,1 7 13 0 0,0 1 0 0 0,0-1-1 0 0,0 0 1 0 0,-1 0 0 0 0,1 0 0 0 0,0 0 0 0 0,-1 0 0 0 0,1 1 0 0 0,-1-1 0 0 0,1 0 0 0 0,-1 0 0 0 0,1 1 0 0 0,-1-1-1 0 0,0 0 1 0 0,1 0 0 0 0,-1 1 0 0 0,0-1 0 0 0,1 1 0 0 0,-1-1 0 0 0,0 1 0 0 0,0-1 0 0 0,0 1 0 0 0,1-1-1 0 0,-1 1 1 0 0,0 0 0 0 0,0 0 0 0 0,0-1 0 0 0,0 1 0 0 0,0 0 0 0 0,0 0 0 0 0,0 0 0 0 0,0 0 0 0 0,1 0 0 0 0,-1 0-1 0 0,0 0 1 0 0,-1 0 0 0 0,0 1 297 0 0,1-1-1 0 0,-1 1 1 0 0,1-1 0 0 0,-1 1-1 0 0,1-1 1 0 0,-1 1 0 0 0,1 0-1 0 0,0 0 1 0 0,-1 0-1 0 0,1 0 1 0 0,0 0 0 0 0,0 0-1 0 0,0 0 1 0 0,0 0 0 0 0,0 0-1 0 0,0 1 1 0 0,0-1-1 0 0,-1 2 1 0 0,-1 2 71 0 0,1 0-1 0 0,0 0 1 0 0,0 0 0 0 0,1 0 0 0 0,-3 9-1 0 0,1 8-141 0 0,-1 44 0 0 0,4-56 10 0 0,12 629 4989 0 0,2-288-4233 0 0,22 246 3225 0 0,-34-582-4374 0 0,0-7-65 0 0,-1-1 0 0 0,0 1 0 0 0,0 0-1 0 0,-1 0 1 0 0,0 0 0 0 0,0 0 0 0 0,-1-1-1 0 0,0 1 1 0 0,-1 0 0 0 0,-3 11-1 0 0,-1-12-1954 0 0,4-6 715 0 0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8:05.9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0 271 6913 0 0,'5'-4'-375'0'0,"0"0"-1"0"0,1 0 0 0 0,-1 1 0 0 0,1-1 0 0 0,-1 1 1 0 0,1 0-1 0 0,0 1 0 0 0,0 0 0 0 0,8-2 0 0 0,-4 0 674 0 0,35-11-126 0 0,1 2 0 0 0,0 1 0 0 0,69-6 0 0 0,147-1 3164 0 0,32-3-681 0 0,299-63 312 0 0,-267 51-2341 0 0,-216 25-460 0 0,-45 4 459 0 0,78 4 0 0 0,-111 2-401 0 0,1 3 0 0 0,-1 0-1 0 0,0 2 1 0 0,43 14-1 0 0,-68-17-263 0 0,0-1 0 0 0,-1 1 0 0 0,1 1-1 0 0,-1-1 1 0 0,0 1 0 0 0,0 0 0 0 0,0 1-1 0 0,8 7 1 0 0,-10-7-310 0 0,0-1 0 0 0,-1 1 1 0 0,1-1-1 0 0,-1 1 0 0 0,0 0 0 0 0,0 0 0 0 0,0 1 0 0 0,-1-1 0 0 0,0 1 0 0 0,0-1 1 0 0,0 1-1 0 0,-1 0 0 0 0,0-1 0 0 0,0 1 0 0 0,0 0 0 0 0,-1 0 0 0 0,0 7 0 0 0,-1 0 305 0 0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8:07.3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938 1 10594 0 0,'19'16'-1643'0'0,"-16"-13"1511"0"0,1 0-1 0 0,0 0 1 0 0,-1 0-1 0 0,0 1 0 0 0,1-1 1 0 0,-2 1-1 0 0,1 0 1 0 0,0 0-1 0 0,-1 0 1 0 0,1 0-1 0 0,-1 0 0 0 0,0 0 1 0 0,-1 1-1 0 0,3 5 1 0 0,-3-1 554 0 0,0-1 0 0 0,0 0 0 0 0,-1 1 1 0 0,0 11-1 0 0,0 24 1667 0 0,11 88 0 0 0,2 17 870 0 0,-23 68-2932 0 0,3-118-4 0 0,7 110-1 0 0,7-140-40 0 0,2-1 0 0 0,19 69-1 0 0,53 128-75 0 0,-62-201 669 0 0,-3 0-1 0 0,-2 0 1 0 0,6 74-1 0 0,-1 199-2546 0 0,-12-176 1777 0 0,3 181 252 0 0,-9-333-45 0 0,0-1 0 0 0,0 1 0 0 0,0 0 1 0 0,1 0-1 0 0,1-1 0 0 0,-1 1 0 0 0,1-1 0 0 0,1 0 0 0 0,0 0 0 0 0,0 0 0 0 0,9 13 1 0 0,-11-19 15 0 0,0 0 0 0 0,0-1 0 0 0,-1 1 0 0 0,1 0 1 0 0,-1 0-1 0 0,0 0 0 0 0,1 0 0 0 0,-1 0 0 0 0,0 0 1 0 0,0 1-1 0 0,0-1 0 0 0,0 0 0 0 0,-1 1 0 0 0,1-1 1 0 0,0 3-1 0 0,1 6-159 0 0,-1-9 111 0 0,-1-1 0 0 0,0 0 0 0 0,1 0 0 0 0,-1 0 1 0 0,1 0-1 0 0,-1 0 0 0 0,1 0 0 0 0,0-1 0 0 0,-1 1 0 0 0,1 0 1 0 0,0 0-1 0 0,0 0 0 0 0,-1 0 0 0 0,1-1 0 0 0,0 1 1 0 0,0 0-1 0 0,0-1 0 0 0,2 2 0 0 0,6 4-469 0 0,-28 0 1716 0 0,-26 0-1792 0 0,0-2 0 0 0,0-2 1 0 0,-89-7-1 0 0,121 4 419 0 0,-40-4 23 0 0,1 2 0 0 0,-1 3-1 0 0,-83 9 1 0 0,66 2 1467 0 0,-102 1-1 0 0,132-12-1277 0 0,1-2-1 0 0,-1-2 1 0 0,1-1 0 0 0,-45-13-1 0 0,9 1-1114 0 0,-81-7 1 0 0,143 22-558 0 0,12 3 974 0 0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8:09.0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44 13363 0 0,'43'-12'2984'0'0,"-9"1"-3020"0"0,-24 7-198 0 0,0 0-1 0 0,1 1 0 0 0,-1 0 0 0 0,1 1 1 0 0,-1 0-1 0 0,1 1 0 0 0,0 0 1 0 0,20 1-1 0 0,-23 1-4874 0 0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7:49.5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12899 0 0,'1'0'54'0'0,"-1"0"1"0"0,0 0 0 0 0,1 0-1 0 0,-1 0 1 0 0,0 0 0 0 0,1 0-1 0 0,-1 0 1 0 0,1 0 0 0 0,-1 0-1 0 0,0 0 1 0 0,1 0-1 0 0,-1 1 1 0 0,0-1 0 0 0,1 0-1 0 0,-1 0 1 0 0,0 0 0 0 0,1 0-1 0 0,-1 0 1 0 0,0 1 0 0 0,1-1-1 0 0,-1 0 1 0 0,0 0 0 0 0,1 1-1 0 0,-1-1 1 0 0,0 0-1 0 0,0 0 1 0 0,1 1 0 0 0,-1-1-1 0 0,0 0 1 0 0,0 1 0 0 0,0-1-1 0 0,0 0 1 0 0,1 1 0 0 0,-1-1-1 0 0,0 0 1 0 0,0 1 0 0 0,0 0-1 0 0,2 28 713 0 0,-1 0 0 0 0,-6 52 0 0 0,2-47-224 0 0,1 1-1 0 0,4 36 0 0 0,1-42-656 0 0,2 30-623 0 0,-5-54 129 0 0,-1 0 0 0 0,1 0 0 0 0,-1 0 0 0 0,0-1 0 0 0,0 1 0 0 0,-3 4 0 0 0,-1 2-4570 0 0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7:49.9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55 1840 0 0,'44'-23'695'0'0,"5"-4"-717"0"0,-49 27 21 0 0,0 0 0 0 0,0 0 0 0 0,0 0 0 0 0,0 0 0 0 0,0 0 0 0 0,0 0 0 0 0,0 0 0 0 0,-1 0 0 0 0,1 0 0 0 0,0 0 0 0 0,0 0 0 0 0,0 0 0 0 0,0 0 0 0 0,0 0 0 0 0,0 0 0 0 0,0 0 0 0 0,0 0 0 0 0,-1 0 0 0 0,1 0 0 0 0,0 0 0 0 0,0 0 1 0 0,0 0-1 0 0,0 0 0 0 0,0 0 0 0 0,0 0 0 0 0,0 0 0 0 0,0-1 0 0 0,0 1 0 0 0,-1 0 0 0 0,1 0 0 0 0,0 0 0 0 0,0 0 0 0 0,0 0 0 0 0,0 0 0 0 0,0 0 0 0 0,0 0 0 0 0,0 0 0 0 0,0 0 0 0 0,0-1 0 0 0,0 1 0 0 0,0 0 0 0 0,0 0 0 0 0,0 0 0 0 0,0 0 1 0 0,0 0-1 0 0,0 0 0 0 0,0 0 0 0 0,0 0 0 0 0,0 0 0 0 0,0-1 0 0 0,0 1 0 0 0,0 0 0 0 0,0 0 0 0 0,0 0 0 0 0,0 0 0 0 0,0 0 0 0 0,0 0 0 0 0,0 0 0 0 0,0 0 0 0 0,0-1 0 0 0,0 1 0 0 0,0 0 0 0 0,0 0 0 0 0,0 0 0 0 0,0 0 0 0 0,1 0 1 0 0,-6 0 0 0 0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7:50.3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21 10138 0 0,'10'-5'-168'0'0,"0"1"0"0"0,0 0 0 0 0,15-3 0 0 0,-22 6 315 0 0,0 1 1 0 0,0 0-1 0 0,1 0 0 0 0,-1 0 1 0 0,0 1-1 0 0,0-1 0 0 0,0 1 0 0 0,0 0 1 0 0,0 0-1 0 0,0 0 0 0 0,0 0 1 0 0,0 0-1 0 0,0 1 0 0 0,0-1 0 0 0,0 1 1 0 0,-1 0-1 0 0,1 0 0 0 0,-1 0 1 0 0,1 0-1 0 0,-1 0 0 0 0,0 1 1 0 0,0-1-1 0 0,0 1 0 0 0,0-1 0 0 0,0 1 1 0 0,1 3-1 0 0,5 10 990 0 0,0-1 0 0 0,-2 1 1 0 0,9 30-1 0 0,-4-13-1267 0 0,-8-26 146 0 0,5 13 56 0 0,0 0-1 0 0,-2 0 1 0 0,0 0-1 0 0,-1 1 1 0 0,-1 0-1 0 0,-1 0 0 0 0,-1 0 1 0 0,0 24-1 0 0,-2-44-60 0 0,-1 0 0 0 0,1 0 0 0 0,0 0 0 0 0,0 1 1 0 0,0-1-1 0 0,0 0 0 0 0,0 0 0 0 0,1 1 0 0 0,-1-1 0 0 0,0 0 0 0 0,0 0 0 0 0,1 0 0 0 0,-1 1 0 0 0,1-1 0 0 0,-1 0 0 0 0,2 1 0 0 0,4 5-2374 0 0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7:50.7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44 10138 0 0,'0'-1'40'0'0,"0"0"-1"0"0,0 1 1 0 0,1-1 0 0 0,-1 0-1 0 0,0 1 1 0 0,0-1 0 0 0,1 0-1 0 0,-1 1 1 0 0,1-1 0 0 0,-1 1-1 0 0,0-1 1 0 0,1 0-1 0 0,-1 1 1 0 0,1-1 0 0 0,-1 1-1 0 0,1 0 1 0 0,-1-1 0 0 0,1 1-1 0 0,0-1 1 0 0,-1 1-1 0 0,1 0 1 0 0,0-1 0 0 0,-1 1-1 0 0,1 0 1 0 0,0 0 0 0 0,-1-1-1 0 0,1 1 1 0 0,0 0 0 0 0,0 0-1 0 0,34-9-192 0 0,-20 5 305 0 0,1-1-77 0 0,1 2-1 0 0,-1 0 1 0 0,1 0-1 0 0,0 2 1 0 0,0 0 0 0 0,0 1-1 0 0,30 3 1 0 0,-35-1-275 0 0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7:51.2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25 7114 0 0,'43'-12'2028'0'0,"-21"7"-1567"0"0,0 2-1 0 0,0 0 1 0 0,31 1 0 0 0,-41 2-4388 0 0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7:51.6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22 3681 0 0,'49'-9'5053'0'0,"57"-2"1"0"0,-40 9-3559 0 0,-61 2-1863 0 0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8:29.9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26 7370 0 0,'1'-2'247'0'0,"0"0"1"0"0,0 0 0 0 0,0 1 0 0 0,0-1-1 0 0,0 0 1 0 0,0 1 0 0 0,0-1 0 0 0,1 0-1 0 0,-1 1 1 0 0,1 0 0 0 0,-1-1 0 0 0,3-1-1 0 0,8 0 1766 0 0,-12 4-1890 0 0,0-1-1 0 0,1 1 1 0 0,-1-1 0 0 0,1 1-1 0 0,-1 0 1 0 0,0-1 0 0 0,1 1-1 0 0,-1-1 1 0 0,0 1 0 0 0,0 0-1 0 0,0-1 1 0 0,1 1 0 0 0,-1 0-1 0 0,0-1 1 0 0,0 1 0 0 0,0 0 0 0 0,0-1-1 0 0,0 1 1 0 0,0-1 0 0 0,0 1-1 0 0,0 0 1 0 0,-1-1 0 0 0,1 2-1 0 0,-2 13 394 0 0,-4 43 407 0 0,0 60 1 0 0,7-98-809 0 0,0 1 0 0 0,1-2 0 0 0,1 1 1 0 0,1 0-1 0 0,1-1 0 0 0,14 36 0 0 0,31 95 1077 0 0,-41-120-582 0 0,-2-16 163 0 0,-1-17 362 0 0,3-25 385 0 0,-6 17-1917 0 0,45-107 700 0 0,-32 84-270 0 0,21-67-1 0 0,26-140-1695 0 0,-61 236 670 0 0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8:30.4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10594 0 0,'2'6'797'0'0,"1"1"1"0"0,-1-1-1 0 0,0 0 0 0 0,0 1 0 0 0,-1 0 0 0 0,0-1 1 0 0,0 1-1 0 0,0 9 0 0 0,3 70 750 0 0,-11 25-1260 0 0,1-1-5786 0 0,6-95 221 0 0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8:30.9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 57 4425 0 0,'-9'-2'4743'0'0,"17"-4"-2159"0"0,20-6-1460 0 0,-28 12-1127 0 0,27-10 836 0 0,1 2 0 0 0,28-5-1 0 0,-45 11-487 0 0,1 1-1 0 0,-1-1 0 0 0,1 2 1 0 0,0 0-1 0 0,0 0 1 0 0,-1 1-1 0 0,21 4 1 0 0,-30-5-355 0 0,0 0 0 0 0,0 1 0 0 0,-1 0 0 0 0,1-1 0 0 0,0 1 0 0 0,0 0 0 0 0,0 0 0 0 0,-1 0 0 0 0,1 0 0 0 0,0 0 0 0 0,-1 0 1 0 0,1 1-1 0 0,-1-1 0 0 0,0 0 0 0 0,1 1 0 0 0,-1-1 0 0 0,0 1 0 0 0,0-1 0 0 0,0 1 0 0 0,0 0 0 0 0,0 0 0 0 0,0-1 1 0 0,0 1-1 0 0,-1 0 0 0 0,1 0 0 0 0,-1 0 0 0 0,1 0 0 0 0,-1 0 0 0 0,0 0 0 0 0,0 0 0 0 0,1 0 0 0 0,-1 0 0 0 0,-1 0 0 0 0,1 0 1 0 0,0-1-1 0 0,0 1 0 0 0,-1 0 0 0 0,1 0 0 0 0,-1 0 0 0 0,-1 3 0 0 0,-3 8-72 0 0,-1 0-1 0 0,0 1 1 0 0,-1-2 0 0 0,-13 19-1 0 0,8-13 404 0 0,12-18-312 0 0,0 0 0 0 0,0 1 0 0 0,-1-1 0 0 0,1 0-1 0 0,0 1 1 0 0,0-1 0 0 0,-1 0 0 0 0,1 1 0 0 0,0-1 0 0 0,0 0 0 0 0,0 1 0 0 0,0-1 0 0 0,0 1-1 0 0,-1-1 1 0 0,1 0 0 0 0,0 1 0 0 0,0-1 0 0 0,0 1 0 0 0,0-1 0 0 0,0 1 0 0 0,0-1-1 0 0,0 0 1 0 0,1 1 0 0 0,-1-1 0 0 0,0 1 0 0 0,0-1 0 0 0,0 0 0 0 0,0 1 0 0 0,0-1-1 0 0,1 1 1 0 0,12 1-318 0 0,24-12-768 0 0,-31 8 938 0 0,3 0 38 0 0,0 0 0 0 0,0 0-1 0 0,0 1 1 0 0,1 0-1 0 0,-1 1 1 0 0,0 0 0 0 0,1 1-1 0 0,16 2 1 0 0,-23-2 126 0 0,-1-1 1 0 0,0 1-1 0 0,0-1 0 0 0,0 1 1 0 0,0 0-1 0 0,1 0 1 0 0,-1 0-1 0 0,0 0 0 0 0,0 1 1 0 0,-1-1-1 0 0,1 0 0 0 0,0 1 1 0 0,0-1-1 0 0,-1 1 1 0 0,1 0-1 0 0,-1-1 0 0 0,1 1 1 0 0,-1 0-1 0 0,0 0 1 0 0,0 0-1 0 0,0 0 0 0 0,0 0 1 0 0,0 0-1 0 0,0 1 0 0 0,0-1 1 0 0,-1 0-1 0 0,1 0 1 0 0,-1 0-1 0 0,0 1 0 0 0,1-1 1 0 0,-1 0-1 0 0,0 1 0 0 0,0-1 1 0 0,-1 0-1 0 0,1 1 1 0 0,0-1-1 0 0,-1 0 0 0 0,1 0 1 0 0,-1 0-1 0 0,-2 5 1 0 0,-1 2 214 0 0,0 1 1 0 0,-1 0 0 0 0,0-1 0 0 0,0 0 0 0 0,-1 0-1 0 0,0-1 1 0 0,-1 0 0 0 0,0 0 0 0 0,0 0 0 0 0,-1-1-1 0 0,-14 10 1 0 0,3-2-880 0 0,-1-1 1 0 0,-1-1-1 0 0,-43 19 0 0 0,58-29 322 0 0,2-2-208 0 0,1 1 0 0 0,-1-1 0 0 0,1 1 0 0 0,-1-1 0 0 0,0 0-1 0 0,-6 1 1 0 0,4-3-4250 0 0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8:31.3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 18 2761 0 0,'-15'6'644'0'0,"20"-1"2215"0"0,26 1 1150 0 0,114-12 2564 0 0,1-7-4596 0 0,4-1-3587 0 0,-125 13-4577 0 0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8:31.7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14283 0 0,'7'3'31'0'0,"-1"1"1"0"0,1-1-1 0 0,-1 1 1 0 0,0 0-1 0 0,0 1 1 0 0,-1 0-1 0 0,0 0 0 0 0,8 8 1 0 0,-7-5 293 0 0,0 0 0 0 0,0 0-1 0 0,-1 0 1 0 0,0 1 0 0 0,-1-1 0 0 0,1 1 0 0 0,-2 0 0 0 0,1 1 0 0 0,-2-1 0 0 0,1 0-1 0 0,-1 1 1 0 0,2 19 0 0 0,-2 9-394 0 0,-2 0 0 0 0,-4 40 0 0 0,1-16-3042 0 0,2-41-2614 0 0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8:32.1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 68 13363 0 0,'-2'-2'99'0'0,"-17"-28"2017"0"0,19 29-2068 0 0,0 0 0 0 0,0 0 1 0 0,-1 0-1 0 0,1 1 0 0 0,0-1 0 0 0,0 0 1 0 0,0 0-1 0 0,0 0 0 0 0,0 1 0 0 0,0-1 1 0 0,0 0-1 0 0,0 0 0 0 0,0 0 0 0 0,0 0 0 0 0,0 1 1 0 0,1-1-1 0 0,-1 0 0 0 0,0 0 0 0 0,0 1 1 0 0,1-1-1 0 0,-1 0 0 0 0,1 0 0 0 0,-1 1 1 0 0,1-1-1 0 0,-1 0 0 0 0,1 1 0 0 0,-1-1 1 0 0,1 1-1 0 0,-1-1 0 0 0,1 0 0 0 0,0 1 1 0 0,-1-1-1 0 0,1 1 0 0 0,0 0 0 0 0,0-1 1 0 0,-1 1-1 0 0,1 0 0 0 0,0-1 0 0 0,0 1 0 0 0,1 0 1 0 0,-2 0-41 0 0,1 0 0 0 0,0 0 0 0 0,0 0 0 0 0,0 0 0 0 0,0 0-1 0 0,-1 1 1 0 0,1-1 0 0 0,0 0 0 0 0,0 1 0 0 0,-1-1 0 0 0,1 0 0 0 0,0 1 0 0 0,0-1 0 0 0,-1 1 0 0 0,1-1 0 0 0,0 1 0 0 0,-1 0 0 0 0,1-1 0 0 0,-1 1 0 0 0,1-1 0 0 0,-1 1 0 0 0,1 0 0 0 0,-1 0 0 0 0,1-1 0 0 0,-1 1-1 0 0,0 0 1 0 0,1 0 0 0 0,11 27 363 0 0,-10-25-315 0 0,33 89 1759 0 0,-15-38-1265 0 0,2-1-1 0 0,30 52 1 0 0,-43-89-458 0 0,17 28 11 0 0,-24-41-97 0 0,0 0-1 0 0,1 0 1 0 0,-1 0-1 0 0,0-1 1 0 0,1 1-1 0 0,0-1 1 0 0,-1 0-1 0 0,1 1 1 0 0,0-1-1 0 0,6 3 1 0 0,-9-5 1 0 0,1 0 0 0 0,0 0 0 0 0,0 0 0 0 0,0-1 0 0 0,-1 1 0 0 0,1 0 0 0 0,0 0 0 0 0,0 0 0 0 0,-1 0 0 0 0,1-1 0 0 0,0 1 1 0 0,0 0-1 0 0,-1-1 0 0 0,1 1 0 0 0,0-1 0 0 0,-1 1 0 0 0,1-1 0 0 0,-1 1 0 0 0,1-1 0 0 0,0 1 0 0 0,-1-1 0 0 0,1 1 0 0 0,-1-1 0 0 0,0 0 1 0 0,1 1-1 0 0,-1-1 0 0 0,1 0 0 0 0,-1 1 0 0 0,0-1 0 0 0,0 0 0 0 0,1 0 0 0 0,-1 1 0 0 0,0-1 0 0 0,0 0 0 0 0,0 0 0 0 0,0-1 0 0 0,8-35 402 0 0,-7 30-378 0 0,27-210 364 0 0,-12 83-2969 0 0,-11 101-4806 0 0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8:32.8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185 23 7834 0 0,'0'-1'31'0'0,"1"0"1"0"0,-1 1 0 0 0,0-1-1 0 0,0 0 1 0 0,0 0-1 0 0,0 0 1 0 0,0 1 0 0 0,0-1-1 0 0,0 0 1 0 0,-1 0-1 0 0,1 0 1 0 0,0 1 0 0 0,0-1-1 0 0,0 0 1 0 0,-1 0 0 0 0,1 1-1 0 0,-1-1 1 0 0,1 0-1 0 0,0 1 1 0 0,-1-1 0 0 0,1 0-1 0 0,-1 1 1 0 0,1-1 0 0 0,-1 1-1 0 0,0-1 1 0 0,1 0-1 0 0,-1 1 1 0 0,0 0 0 0 0,1-1-1 0 0,-1 1 1 0 0,0-1-1 0 0,-1 1 1 0 0,0 0 32 0 0,0 0-1 0 0,0 0 1 0 0,0 0 0 0 0,0 1-1 0 0,0-1 1 0 0,0 1 0 0 0,0-1-1 0 0,1 1 1 0 0,-1 0 0 0 0,0 0-1 0 0,0-1 1 0 0,-3 4 0 0 0,-5 3 242 0 0,0 0 0 0 0,0 1 1 0 0,-11 12-1 0 0,10-8 84 0 0,2 0-1 0 0,-1 0 0 0 0,2 1 1 0 0,-1 0-1 0 0,2 1 0 0 0,0 0 1 0 0,0 0-1 0 0,2 0 0 0 0,0 1 0 0 0,-5 22 1 0 0,8-30-231 0 0,1-1 0 0 0,0 0 1 0 0,0 0-1 0 0,1 1 0 0 0,0-1 0 0 0,0 0 1 0 0,0 1-1 0 0,1-1 0 0 0,0 0 0 0 0,0 0 0 0 0,0 0 1 0 0,1 1-1 0 0,0-2 0 0 0,0 1 0 0 0,1 0 1 0 0,0 0-1 0 0,0-1 0 0 0,0 1 0 0 0,1-1 1 0 0,-1 0-1 0 0,1 0 0 0 0,0 0 0 0 0,1-1 1 0 0,-1 1-1 0 0,1-1 0 0 0,0 0 0 0 0,0 0 1 0 0,7 3-1 0 0,-5-3-72 0 0,1-1 0 0 0,-1 0 0 0 0,1-1-1 0 0,0 1 1 0 0,0-1 0 0 0,-1-1 0 0 0,2 1 0 0 0,-1-2 0 0 0,0 1 0 0 0,0-1 0 0 0,0 0-1 0 0,0-1 1 0 0,0 0 0 0 0,0 0 0 0 0,0 0 0 0 0,0-1 0 0 0,8-3 0 0 0,3-2-480 0 0,-1-1 0 0 0,1 0 1 0 0,-2-1-1 0 0,1-1 0 0 0,27-21 1 0 0,-30 20-6484 0 0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8:41.4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 26 8754 0 0,'-16'-5'839'0'0,"15"5"-831"0"0,1 0 0 0 0,0 0 0 0 0,0 0 0 0 0,0 0 0 0 0,0 0 1 0 0,0 0-1 0 0,0 0 0 0 0,0 0 0 0 0,0 0 0 0 0,0 0 0 0 0,-1 0 1 0 0,1-1-1 0 0,0 1 0 0 0,0 0 0 0 0,0 0 0 0 0,0 0 0 0 0,0 0 1 0 0,0 0-1 0 0,0 0 0 0 0,0 0 0 0 0,0 0 0 0 0,0 0 0 0 0,0 0 1 0 0,-1 0-1 0 0,1 0 0 0 0,0 0 0 0 0,0-1 0 0 0,0 1 1 0 0,0 0-1 0 0,0 0 0 0 0,0 0 0 0 0,0 0 0 0 0,0 0 0 0 0,0 0 1 0 0,0 0-1 0 0,0 0 0 0 0,0 0 0 0 0,0-1 0 0 0,0 1 0 0 0,0 0 1 0 0,0 0-1 0 0,0 0 0 0 0,0 0 0 0 0,0 0 0 0 0,0 0 0 0 0,0 0 1 0 0,0 0-1 0 0,0 0 0 0 0,0-1 0 0 0,0 1 0 0 0,1 0 0 0 0,-1 0 1 0 0,0 0-1 0 0,0 0 0 0 0,0 0 0 0 0,0 0 0 0 0,0 0 0 0 0,0 0 1 0 0,0 0-1 0 0,31-6 655 0 0,200-5 3097 0 0,-131 15-6074 0 0,-88-3-2148 0 0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8:41.8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 0 11979 0 0,'-1'1'35'0'0,"1"-1"1"0"0,-1 0 0 0 0,1 0 0 0 0,0 0 0 0 0,-1 1-1 0 0,1-1 1 0 0,-1 0 0 0 0,1 1 0 0 0,-1-1 0 0 0,1 0-1 0 0,0 1 1 0 0,-1-1 0 0 0,1 0 0 0 0,0 1 0 0 0,-1-1-1 0 0,1 1 1 0 0,0-1 0 0 0,-1 1 0 0 0,1-1 0 0 0,0 1 0 0 0,0-1-1 0 0,0 1 1 0 0,0-1 0 0 0,-1 1 0 0 0,1-1 0 0 0,0 1-1 0 0,0-1 1 0 0,0 1 0 0 0,0-1 0 0 0,0 1 0 0 0,0-1-1 0 0,0 1 1 0 0,0-1 0 0 0,0 1 0 0 0,1-1 0 0 0,-1 1-1 0 0,0 0 1 0 0,3 33-297 0 0,-2-22 403 0 0,2 39 330 0 0,17 438 3384 0 0,-21-437-4833 0 0,-16 98 0 0 0,13-129-342 0 0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8:40.5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 21 11522 0 0,'-4'-18'1663'0'0,"3"15"-343"0"0,0 14-411 0 0,1-8-849 0 0,-8 254 1990 0 0,7-177-1960 0 0,4 61 277 0 0,39 249 0 0 0,-12-232 869 0 0,-16-94-1283 0 0,-2 0 1 0 0,4 86-1 0 0,-16-138-679 0 0,-1 1 1 0 0,0-1-1 0 0,0 1 0 0 0,-4 12 0 0 0,-1-5-5119 0 0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8:41.0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 28 5065 0 0,'-22'0'2092'0'0,"41"-2"-1340"0"0,9-1-378 0 0,108-10 2814 0 0,184 6-1 0 0,-98 5-1931 0 0,35 2-1309 0 0,-148 3-3157 0 0,-93-3-1471 0 0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8:42.4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 25 6913 0 0,'-7'-6'543'0'0,"-3"-4"-747"0"0,10 9 175 0 0,0 1 1 0 0,0 0-1 0 0,1-1 0 0 0,-1 1 1 0 0,0 0-1 0 0,1-1 0 0 0,-1 1 0 0 0,0 0 1 0 0,1-1-1 0 0,-1 1 0 0 0,1 0 1 0 0,-1 0-1 0 0,0-1 0 0 0,1 1 1 0 0,-1 0-1 0 0,1 0 0 0 0,-1 0 1 0 0,1 0-1 0 0,-1 0 0 0 0,1 0 1 0 0,-1 0-1 0 0,1-1 0 0 0,-1 1 1 0 0,1 0-1 0 0,-1 1 0 0 0,1-1 0 0 0,-1 0 1 0 0,0 0-1 0 0,1 0 0 0 0,-1 0 1 0 0,1 0-1 0 0,0 1 0 0 0,38 0 692 0 0,58 11 1 0 0,28 2 1234 0 0,602-26 720 0 0,-702 11-2589 0 0,690-18 790 0 0,207 69 2739 0 0,-708-38-3475 0 0,66 7-44 0 0,-236-16-44 0 0,-31-3-11 0 0,0 1 1 0 0,0 0 0 0 0,0 1-1 0 0,0 0 1 0 0,0 1 0 0 0,24 9 0 0 0,-35-11-172 0 0,0 1 0 0 0,0-1 0 0 0,0 1 0 0 0,0-1 0 0 0,0 1 0 0 0,-1 0 0 0 0,1-1 0 0 0,0 1 0 0 0,1 3 0 0 0,1 3-5121 0 0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8:43.2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39 6913 0 0,'0'-1'188'0'0,"-1"1"-1"0"0,1-1 1 0 0,0 1-1 0 0,0-1 0 0 0,0 0 1 0 0,-1 1-1 0 0,1-1 0 0 0,0 0 1 0 0,0 1-1 0 0,0-1 1 0 0,0 0-1 0 0,0 1 0 0 0,0-1 1 0 0,0 0-1 0 0,0 1 0 0 0,1-1 1 0 0,-1 0-1 0 0,0 1 1 0 0,0-1-1 0 0,0 1 0 0 0,1-1 1 0 0,-1 0-1 0 0,0 1 0 0 0,1-1 1 0 0,-1 1-1 0 0,0-1 1 0 0,1 1-1 0 0,-1-1 0 0 0,1 1 1 0 0,-1-1-1 0 0,1 1 0 0 0,-1-1 1 0 0,1 1-1 0 0,-1 0 1 0 0,1-1-1 0 0,0 1 0 0 0,-1 0 1 0 0,1-1-1 0 0,-1 1 0 0 0,1 0 1 0 0,0 0-1 0 0,-1 0 1 0 0,1 0-1 0 0,0-1 0 0 0,-1 1 1 0 0,1 0-1 0 0,0 0 0 0 0,18-9 2690 0 0,0 3-13843 0 0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8:44.1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6737 0 0,'1'14'772'0'0,"1"1"-1"0"0,1-1 1 0 0,0 0-1 0 0,5 14 1 0 0,8 40 1833 0 0,-3 100 416 0 0,-1-10-2398 0 0,-9-100-1002 0 0,-9-19-3371 0 0,3-33-963 0 0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8:44.8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182 9 9562 0 0,'0'-8'797'0'0,"-6"15"-1118"0"0,-67 27-1345 0 0,47-24 994 0 0,2 2 1 0 0,-29 17-1 0 0,54-29 742 0 0,0 1 1 0 0,0 0-1 0 0,-1-1 0 0 0,1 1 0 0 0,0-1 0 0 0,0 1 0 0 0,0-1 0 0 0,0 1 0 0 0,-1-1 1 0 0,1 1-1 0 0,0-1 0 0 0,0 0 0 0 0,0 0 0 0 0,0 1 0 0 0,0-1 0 0 0,0 0 0 0 0,0 0 0 0 0,0 0 1 0 0,0 0-1 0 0,0 0 0 0 0,1 0 0 0 0,32 4 788 0 0,31-2-158 0 0,75-7 0 0 0,-52 1-712 0 0,-83 3 4 0 0,1 2 0 0 0,-1-1 0 0 0,1 0 0 0 0,-1 1 0 0 0,0 0 0 0 0,1 0 0 0 0,-1 1 0 0 0,5 2 0 0 0,-9-4 6 0 0,0 0 0 0 0,-1 1 0 0 0,1-1 0 0 0,0 0 0 0 0,-1 1 0 0 0,1-1 0 0 0,-1 1 0 0 0,1-1 0 0 0,0 0 0 0 0,-1 1 0 0 0,1 0 0 0 0,-1-1 0 0 0,0 1 0 0 0,1-1 0 0 0,-1 1 0 0 0,1 0 0 0 0,-1-1 1 0 0,0 1-1 0 0,1-1 0 0 0,-1 1 0 0 0,0 0 0 0 0,0 0 0 0 0,0-1 0 0 0,1 2 0 0 0,-2 0 0 0 0,1-1 1 0 0,-1 1 0 0 0,1-1-1 0 0,-1 1 1 0 0,0-1 0 0 0,0 1-1 0 0,1-1 1 0 0,-1 0 0 0 0,0 0-1 0 0,0 1 1 0 0,0-1 0 0 0,0 0-1 0 0,-1 0 1 0 0,1 0 0 0 0,0 0-1 0 0,-3 1 1 0 0,-170 118 3098 0 0,171-117-3112 0 0,-11 10-431 0 0,14-12 435 0 0,1-1 0 0 0,-1 1 0 0 0,0-1-1 0 0,1 1 1 0 0,-1-1 0 0 0,1 1 0 0 0,-1-1 0 0 0,1 1 0 0 0,-1-1-1 0 0,1 0 1 0 0,-1 1 0 0 0,1-1 0 0 0,-1 0 0 0 0,1 1-1 0 0,0-1 1 0 0,-1 0 0 0 0,1 0 0 0 0,-1 0 0 0 0,1 0-1 0 0,0 1 1 0 0,-1-1 0 0 0,1 0 0 0 0,0 0 0 0 0,-1 0 0 0 0,1 0-1 0 0,-1 0 1 0 0,1 0 0 0 0,0-1 0 0 0,0 1 0 0 0,26 1 421 0 0,-20-1-285 0 0,1 0 0 0 0,-1 1 1 0 0,0-1-1 0 0,0 1 0 0 0,0 1 0 0 0,0-1 1 0 0,9 4-1 0 0,-16-4-125 0 0,1-1 1 0 0,-1 0-1 0 0,0 0 1 0 0,0 0-1 0 0,0 0 1 0 0,1 0-1 0 0,-1 0 0 0 0,0 1 1 0 0,0-1-1 0 0,0 0 1 0 0,0 0-1 0 0,1 0 1 0 0,-1 1-1 0 0,0-1 1 0 0,0 0-1 0 0,0 0 0 0 0,0 0 1 0 0,0 1-1 0 0,0-1 1 0 0,1 0-1 0 0,-1 0 1 0 0,0 1-1 0 0,0-1 1 0 0,0 0-1 0 0,0 0 0 0 0,0 1 1 0 0,0-1-1 0 0,0 0 1 0 0,0 0-1 0 0,0 1 1 0 0,0-1-1 0 0,0 0 0 0 0,0 0 1 0 0,0 1-1 0 0,-1-1 1 0 0,1 0-1 0 0,0 0 1 0 0,0 0-1 0 0,0 1 1 0 0,0-1-1 0 0,0 0 0 0 0,0 0 1 0 0,-1 1-1 0 0,-11 11-8 0 0,-20 8 87 0 0,30-20-61 0 0,-29 16 70 0 0,21-12 187 0 0,0 1-1 0 0,0 0 1 0 0,1 0-1 0 0,-1 1 1 0 0,1 0-1 0 0,1 1 1 0 0,-1 0 0 0 0,-7 9-1 0 0,16-16-260 0 0,-1 0 0 0 0,1 1 0 0 0,0-1 0 0 0,0 1 0 0 0,0-1 0 0 0,0 1 0 0 0,0-1 0 0 0,0 1 0 0 0,0 0-1 0 0,0-1 1 0 0,1 0 0 0 0,-1 1 0 0 0,0-1 0 0 0,0 1 0 0 0,0-1 0 0 0,0 1 0 0 0,1-1 0 0 0,-1 1 0 0 0,0-1 0 0 0,1 1 0 0 0,-1-1 0 0 0,0 0 0 0 0,0 1 0 0 0,1-1-1 0 0,-1 0 1 0 0,1 1 0 0 0,-1-1 0 0 0,0 0 0 0 0,1 1 0 0 0,-1-1 0 0 0,1 0 0 0 0,-1 0 0 0 0,1 1 0 0 0,-1-1 0 0 0,1 0 0 0 0,-1 0 0 0 0,1 0 0 0 0,-1 0 0 0 0,1 0-1 0 0,-1 0 1 0 0,1 0 0 0 0,-1 0 0 0 0,1 0 0 0 0,0 0 0 0 0,25 5 127 0 0,-15-5-322 0 0,47 2-3777 0 0,-50-1-883 0 0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8:45.3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 21 1840 0 0,'10'-20'3585'0'0,"-13"33"-1759"0"0,3-12-1339 0 0,-9 27 1290 0 0,4-13-1065 0 0,1 1 0 0 0,1 0-1 0 0,0 0 1 0 0,1 0 0 0 0,1 0-1 0 0,1 0 1 0 0,1 21 0 0 0,5 8 147 0 0,13 54 0 0 0,-10-62-788 0 0,-2-1 1 0 0,-2 1-1 0 0,1 39 0 0 0,-6-75-123 0 0,1 4-95 0 0,-1-1 1 0 0,0 0-1 0 0,0 1 1 0 0,-1-1 0 0 0,1 1-1 0 0,-1-1 1 0 0,0 1 0 0 0,0-1-1 0 0,-1 0 1 0 0,1 0 0 0 0,-4 6-1 0 0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8:45.9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 0 6449 0 0,'1'1'57'0'0,"-1"-1"0"0"0,0 1 0 0 0,1-1-1 0 0,-1 1 1 0 0,0 0 0 0 0,0-1 0 0 0,0 1-1 0 0,0 0 1 0 0,1 0 0 0 0,-1-1-1 0 0,0 1 1 0 0,0 0 0 0 0,0-1 0 0 0,-1 1-1 0 0,1 0 1 0 0,0-1 0 0 0,0 1 0 0 0,0 0-1 0 0,0-1 1 0 0,-1 1 0 0 0,1 0 0 0 0,0-1-1 0 0,-1 1 1 0 0,-9 7 172 0 0,-5 3 100 0 0,19-9-477 0 0,13-5-385 0 0,6-2 58 0 0,-11 1 466 0 0,0 1 0 0 0,0 1-1 0 0,0 0 1 0 0,0 0 0 0 0,1 1-1 0 0,-1 1 1 0 0,0 0 0 0 0,24 3 0 0 0,-35-3 48 0 0,0 0 1 0 0,0 1-1 0 0,0-1 1 0 0,0 0-1 0 0,0 0 1 0 0,0 1-1 0 0,0-1 1 0 0,0 0-1 0 0,0 1 1 0 0,0-1-1 0 0,0 1 1 0 0,-1-1-1 0 0,1 1 1 0 0,0-1-1 0 0,0 1 1 0 0,0 0-1 0 0,-1-1 1 0 0,1 1-1 0 0,0 0 1 0 0,-1 0-1 0 0,1 0 1 0 0,-1-1-1 0 0,1 1 1 0 0,-1 0-1 0 0,1 0 1 0 0,-1 0-1 0 0,0 0 1 0 0,0 0-1 0 0,1 1 1 0 0,-1 0-9 0 0,-1 0-1 0 0,1 0 1 0 0,-1 0 0 0 0,1-1-1 0 0,-1 1 1 0 0,0 0 0 0 0,0 0-1 0 0,1-1 1 0 0,-1 1-1 0 0,0-1 1 0 0,-1 1 0 0 0,1-1-1 0 0,0 1 1 0 0,-2 1 0 0 0,-7 6-4 0 0,0 0-1 0 0,0 0 1 0 0,-13 7 0 0 0,22-15-19 0 0,-5 3 6 0 0,-34 26 120 0 0,38-28 8 0 0,0-1 1 0 0,0 1 0 0 0,0 0 0 0 0,0 0 0 0 0,1 0-1 0 0,-1 0 1 0 0,1 0 0 0 0,-1 0 0 0 0,1 0 0 0 0,0 1-1 0 0,0-1 1 0 0,0 0 0 0 0,0 1 0 0 0,0-1 0 0 0,0 5-1 0 0,0-6-62 0 0,1 0 0 0 0,0 0 0 0 0,1-1 0 0 0,-1 1 0 0 0,0 0 0 0 0,0 0-1 0 0,0-1 1 0 0,0 1 0 0 0,1 0 0 0 0,-1 0 0 0 0,0-1 0 0 0,1 1 0 0 0,-1 0-1 0 0,0-1 1 0 0,1 1 0 0 0,-1 0 0 0 0,1-1 0 0 0,-1 1 0 0 0,1-1-1 0 0,-1 1 1 0 0,1-1 0 0 0,-1 1 0 0 0,1-1 0 0 0,0 1 0 0 0,-1-1 0 0 0,1 0-1 0 0,0 1 1 0 0,-1-1 0 0 0,1 0 0 0 0,0 1 0 0 0,0-1 0 0 0,0 0 0 0 0,31 1 1062 0 0,-30-1-1080 0 0,0-1 0 0 0,0 1 0 0 0,0 0 0 0 0,0 0 0 0 0,0-1 0 0 0,0 2 0 0 0,0-1 0 0 0,0 0 0 0 0,0 0 0 0 0,-1 0 0 0 0,1 1 0 0 0,0-1 0 0 0,0 1 0 0 0,0 0 0 0 0,0-1 0 0 0,-1 1 0 0 0,1 0 0 0 0,0 0 0 0 0,1 1-1 0 0,-2 0-60 0 0,-1 0 0 0 0,0 0-1 0 0,0 0 1 0 0,-1 0 0 0 0,1 0-1 0 0,0 0 1 0 0,-1 0 0 0 0,1 0-1 0 0,-1 0 1 0 0,1 0 0 0 0,-1 0-1 0 0,0 0 1 0 0,0-1-1 0 0,0 1 1 0 0,0 0 0 0 0,0-1-1 0 0,0 1 1 0 0,-1-1 0 0 0,1 1-1 0 0,-3 1 1 0 0,-7 15-15 0 0,11-17 13 0 0,1-1 0 0 0,-1 1 0 0 0,1-1-1 0 0,-1 1 1 0 0,1-1 0 0 0,-1 0 0 0 0,1 1-1 0 0,0-1 1 0 0,-1 0 0 0 0,1 0-1 0 0,-1 0 1 0 0,1 1 0 0 0,0-1 0 0 0,-1 0-1 0 0,1 0 1 0 0,0 0 0 0 0,-1 0-1 0 0,1 0 1 0 0,0 0 0 0 0,-1 0 0 0 0,1 0-1 0 0,-1 0 1 0 0,1 0 0 0 0,0-1-1 0 0,19 0-30 0 0,4-3-38 0 0,-18 2-77 0 0,0 1 0 0 0,0-1 0 0 0,1 2 0 0 0,-1-1 0 0 0,0 1-1 0 0,1 0 1 0 0,-1 0 0 0 0,0 0 0 0 0,10 3 0 0 0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8:46.3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5065 0 0,'0'0'108'0'0,"6"20"1208"0"0,0 9 461 0 0,-1 0 0 0 0,-1 1-1 0 0,-1 30 1 0 0,5 38-500 0 0,4 4-2012 0 0,-12-91 64 0 0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8:46.9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87 4 6913 0 0,'-6'0'209'0'0,"1"0"-1"0"0,-1 0 0 0 0,1 0 0 0 0,-1 1 0 0 0,0 0 0 0 0,1 0 0 0 0,-1 1 0 0 0,1-1 0 0 0,0 1 0 0 0,-1 0 0 0 0,1 1 0 0 0,0-1 0 0 0,-9 7 0 0 0,14-9-183 0 0,0 0 0 0 0,0 0 0 0 0,0 0-1 0 0,0 0 1 0 0,0 0 0 0 0,0 0 0 0 0,0 0 0 0 0,0 0 0 0 0,-1 0-1 0 0,1 0 1 0 0,0 0 0 0 0,0 1 0 0 0,0-1 0 0 0,0 0 0 0 0,0 0-1 0 0,0 0 1 0 0,0 0 0 0 0,0 0 0 0 0,0 0 0 0 0,0 0 0 0 0,0 0-1 0 0,0 0 1 0 0,0 0 0 0 0,0 0 0 0 0,0 0 0 0 0,0 1-1 0 0,0-1 1 0 0,0 0 0 0 0,-1 0 0 0 0,1 0 0 0 0,0 0 0 0 0,0 0-1 0 0,0 0 1 0 0,0 0 0 0 0,0 0 0 0 0,0 0 0 0 0,1 1 0 0 0,-1-1-1 0 0,0 0 1 0 0,0 0 0 0 0,0 0 0 0 0,0 0 0 0 0,0 0 0 0 0,0 0-1 0 0,0 0 1 0 0,0 0 0 0 0,0 0 0 0 0,0 0 0 0 0,0 0 0 0 0,0 1-1 0 0,0-1 1 0 0,0 0 0 0 0,0 0 0 0 0,0 0 0 0 0,0 0 0 0 0,0 0-1 0 0,1 0 1 0 0,-1 0 0 0 0,0 0 0 0 0,0 0 0 0 0,0 0 0 0 0,0 0-1 0 0,0 0 1 0 0,0 0 0 0 0,0 0 0 0 0,0 0 0 0 0,1 0 0 0 0,10 2 623 0 0,13-2-419 0 0,48-15 283 0 0,-55 10-168 0 0,0 1 1 0 0,0 1-1 0 0,0 1 0 0 0,0 0 1 0 0,24 1-1 0 0,-41 0-336 0 0,1 1 1 0 0,-1 0-1 0 0,1 0 0 0 0,0 0 1 0 0,-1 0-1 0 0,1 0 1 0 0,-1 0-1 0 0,1 0 0 0 0,-1 0 1 0 0,1 0-1 0 0,-1 0 0 0 0,1 0 1 0 0,0 0-1 0 0,-1 0 1 0 0,1 1-1 0 0,-1-1 0 0 0,1 0 1 0 0,-1 0-1 0 0,1 0 1 0 0,-1 1-1 0 0,1-1 0 0 0,-1 0 1 0 0,0 1-1 0 0,1-1 1 0 0,-1 1-1 0 0,1-1 0 0 0,-1 0 1 0 0,0 1-1 0 0,1-1 0 0 0,-1 1 1 0 0,0-1-1 0 0,1 1 1 0 0,-1-1-1 0 0,0 1 0 0 0,0-1 1 0 0,0 1-1 0 0,1-1 1 0 0,-1 1-1 0 0,0-1 0 0 0,0 1 1 0 0,0-1-1 0 0,0 1 0 0 0,0 0 1 0 0,0-1-1 0 0,0 1 1 0 0,0-1-1 0 0,0 1 0 0 0,0-1 1 0 0,0 1-1 0 0,-1-1 1 0 0,1 1-1 0 0,0-1 0 0 0,0 1 1 0 0,0-1-1 0 0,-1 1 0 0 0,1-1 1 0 0,0 1-1 0 0,-1-1 1 0 0,1 1-1 0 0,0-1 0 0 0,-1 1 1 0 0,1-1-1 0 0,-1 1 1 0 0,-34 33-603 0 0,22-22 220 0 0,12-11 403 0 0,1-1 0 0 0,-1 1-1 0 0,0 0 1 0 0,1 0 0 0 0,-1 0-1 0 0,1-1 1 0 0,-1 1 0 0 0,1 0 0 0 0,-1 0-1 0 0,1 0 1 0 0,0 0 0 0 0,0 0 0 0 0,-1 0-1 0 0,1 0 1 0 0,0 0 0 0 0,0 0 0 0 0,0 0-1 0 0,0 0 1 0 0,0 0 0 0 0,0 0-1 0 0,0 0 1 0 0,0 0 0 0 0,0 0 0 0 0,1 0-1 0 0,-1 0 1 0 0,0 0 0 0 0,1 0 0 0 0,-1 0-1 0 0,1 0 1 0 0,0 1 0 0 0,27 26 948 0 0,-25-26-854 0 0,0 1 0 0 0,0-1 0 0 0,-1 1 0 0 0,1-1 0 0 0,0 1 0 0 0,-1 0 0 0 0,0 0 0 0 0,1 0 0 0 0,-1 0 0 0 0,2 5 0 0 0,-3-3-102 0 0,-1 0 1 0 0,0 0-1 0 0,0 0 1 0 0,0 0-1 0 0,0 0 1 0 0,-1 0-1 0 0,0-1 1 0 0,0 1-1 0 0,0 0 1 0 0,-1 0-1 0 0,0 0 1 0 0,1-1-1 0 0,-2 1 1 0 0,1-1-1 0 0,-4 6 1 0 0,3-4-24 0 0,0-1-1 0 0,0 1 1 0 0,0 0 0 0 0,1 0 0 0 0,0 0 0 0 0,1 0-1 0 0,-1 1 1 0 0,0 10 0 0 0,2-16-5 0 0,0 0 0 0 0,0 0 1 0 0,0 0-1 0 0,0 0 0 0 0,0 0 0 0 0,0 0 0 0 0,1 0 1 0 0,-1 0-1 0 0,0 0 0 0 0,1 0 0 0 0,-1 0 1 0 0,1 0-1 0 0,-1 0 0 0 0,1 0 0 0 0,-1 0 1 0 0,1-1-1 0 0,0 1 0 0 0,-1 0 0 0 0,1 0 0 0 0,0-1 1 0 0,0 1-1 0 0,0 0 0 0 0,-1-1 0 0 0,1 1 1 0 0,0-1-1 0 0,0 1 0 0 0,0-1 0 0 0,0 1 1 0 0,0-1-1 0 0,0 0 0 0 0,0 0 0 0 0,0 1 0 0 0,0-1 1 0 0,0 0-1 0 0,0 0 0 0 0,0 0 0 0 0,0 0 1 0 0,0 0-1 0 0,0 0 0 0 0,0 0 0 0 0,0-1 1 0 0,1 1-1 0 0,-1 0 0 0 0,-1 0 0 0 0,3-2 1 0 0,7 0-756 0 0,0-1 1 0 0,-1 0 0 0 0,15-8 0 0 0,-20 9 167 0 0,5-3-817 0 0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8:48.1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36 6913 0 0,'3'-1'37'0'0,"1"0"0"0"0,-1 1-1 0 0,0 0 1 0 0,0-1 0 0 0,1 1-1 0 0,-1 1 1 0 0,0-1 0 0 0,4 1-1 0 0,-4-1-40 0 0,0 1 1 0 0,0-1-1 0 0,0 0 0 0 0,0 1 0 0 0,0-1 0 0 0,0-1 1 0 0,0 1-1 0 0,0 0 0 0 0,0-1 0 0 0,0 0 0 0 0,0 0 0 0 0,4-2 1 0 0,13-11-119 0 0,-18 12 350 0 0,0 0 0 0 0,0 1 0 0 0,0-1 0 0 0,0 1 0 0 0,0-1 0 0 0,0 1 0 0 0,0 0 0 0 0,0 0 0 0 0,5-1 0 0 0,-6 2-75 0 0,0 0 1 0 0,0 0 0 0 0,0 0-1 0 0,0 0 1 0 0,0 1-1 0 0,0-1 1 0 0,0 0 0 0 0,1 1-1 0 0,-1-1 1 0 0,0 1 0 0 0,0-1-1 0 0,-1 1 1 0 0,1-1 0 0 0,0 1-1 0 0,0 0 1 0 0,0 0 0 0 0,0-1-1 0 0,0 1 1 0 0,-1 0-1 0 0,1 0 1 0 0,0 0 0 0 0,-1 0-1 0 0,1 0 1 0 0,-1 0 0 0 0,1 0-1 0 0,-1 0 1 0 0,1 1 0 0 0,4 10 643 0 0,-1-1 1 0 0,0 1 0 0 0,0 0 0 0 0,-2 1 0 0 0,1-1 0 0 0,-2 0 0 0 0,1 26 0 0 0,-1-18-681 0 0,1 0 0 0 0,5 21 0 0 0,3-9-147 0 0,2 1 0 0 0,30 58-1 0 0,-23-53 277 0 0,17 48-1 0 0,-31-64-129 0 0,-1 0 0 0 0,0 0 0 0 0,-2 1 0 0 0,0-1 0 0 0,-3 41-1 0 0,0-21-81 0 0,1-41-7 0 0,0 0 0 0 0,0 0-1 0 0,0 1 1 0 0,0-1 0 0 0,0 0 0 0 0,0 0 0 0 0,0 0 0 0 0,0 1 0 0 0,0-1 0 0 0,1 0 0 0 0,-1 0 0 0 0,0 0 0 0 0,1 0 0 0 0,-1 0 0 0 0,2 3 0 0 0,-1-4 0 0 0,1 0 1 0 0,-1 0-1 0 0,0 0 0 0 0,1 0 1 0 0,-1 0-1 0 0,0 0 0 0 0,1-1 1 0 0,-1 1-1 0 0,0 0 0 0 0,1-1 1 0 0,-1 1-1 0 0,0-1 0 0 0,3 0 1 0 0,3-2-146 0 0,37-10 133 0 0,0 2 0 0 0,1 2 0 0 0,84-6 0 0 0,140 12 92 0 0,-32 2-58 0 0,6-3 138 0 0,63-5 154 0 0,-113-3-365 0 0,101-9 171 0 0,-166 9 259 0 0,407-49-346 0 0,-411 41-352 0 0,202-21 554 0 0,-318 41-304 0 0,-2-1 26 0 0,1 0 0 0 0,-1 1 1 0 0,1 0-1 0 0,0 0 0 0 0,-1 1 0 0 0,1-1 0 0 0,-1 1 0 0 0,12 4 1 0 0,-18-5-23 0 0,0 0 1 0 0,0 0-1 0 0,0 1 1 0 0,1-1-1 0 0,-1 0 1 0 0,0 0-1 0 0,0 0 1 0 0,0 0 0 0 0,0 0-1 0 0,0 1 1 0 0,0-1-1 0 0,1 0 1 0 0,-1 0-1 0 0,0 0 1 0 0,0 0-1 0 0,0 1 1 0 0,0-1-1 0 0,0 0 1 0 0,0 0 0 0 0,0 0-1 0 0,0 1 1 0 0,0-1-1 0 0,0 0 1 0 0,0 0-1 0 0,0 0 1 0 0,0 1-1 0 0,0-1 1 0 0,0 0-1 0 0,0 0 1 0 0,0 0 0 0 0,0 1-1 0 0,0-1 1 0 0,0 0-1 0 0,0 0 1 0 0,0 0-1 0 0,-1 1 1 0 0,1-1-1 0 0,0 0 1 0 0,0 0-1 0 0,0 0 1 0 0,0 0 0 0 0,0 0-1 0 0,-1 1 1 0 0,1-1-1 0 0,0 0 1 0 0,0 0-1 0 0,-6 8-7690 0 0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8:49.8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73 233 7834 0 0,'-4'-1'670'0'0,"-1"-1"0"0"0,1 1 0 0 0,-1 0 1 0 0,0 0-1 0 0,1 0 0 0 0,-1 1 0 0 0,0 0 1 0 0,0 0-1 0 0,1 0 0 0 0,-1 0 0 0 0,0 1 1 0 0,0 0-1 0 0,-7 2 0 0 0,49 11 2591 0 0,-28-11-3154 0 0,0 1 1 0 0,0 0 0 0 0,0 0-1 0 0,-1 1 1 0 0,0 0 0 0 0,0 1-1 0 0,0 0 1 0 0,0 0 0 0 0,9 11-1 0 0,0 2 155 0 0,-2 1 0 0 0,17 27-1 0 0,22 29 53 0 0,-53-74-308 0 0,1-1 0 0 0,-1 1 0 0 0,1 0 0 0 0,0-1 0 0 0,0 1 0 0 0,0-1 0 0 0,0 0 0 0 0,0 0 1 0 0,0 1-1 0 0,0-1 0 0 0,0-1 0 0 0,0 1 0 0 0,0 0 0 0 0,0 0 0 0 0,1-1 0 0 0,-1 1 0 0 0,0-1 0 0 0,1 0 0 0 0,-1 0 0 0 0,0 0 0 0 0,3 0 1 0 0,-4 0-7 0 0,0 0 1 0 0,-1 0 0 0 0,1-1-1 0 0,0 1 1 0 0,0 0 0 0 0,-1 0-1 0 0,1-1 1 0 0,0 1 0 0 0,-1-1-1 0 0,1 1 1 0 0,0-1 0 0 0,-1 1 0 0 0,1-1-1 0 0,-1 1 1 0 0,1-1 0 0 0,-1 1-1 0 0,1-1 1 0 0,-1 0 0 0 0,1 1-1 0 0,-1-1 1 0 0,0 0 0 0 0,1 1-1 0 0,0-2 1 0 0,-1 0-1 0 0,0 0-1 0 0,0 0 1 0 0,0 0-1 0 0,0 1 1 0 0,0-1 0 0 0,0 0-1 0 0,0 0 1 0 0,-1 0-1 0 0,1 1 1 0 0,-1-1 0 0 0,1 0-1 0 0,-1 0 1 0 0,1 1-1 0 0,-3-4 1 0 0,-9-18 19 0 0,-2 0 1 0 0,-18-23-1 0 0,14 22 11 0 0,-19-37-1 0 0,23 31-29 0 0,1-2 1 0 0,3 0-1 0 0,-13-54 0 0 0,4 8-321 0 0,14 68-930 0 0,9 24-1113 0 0,2-1 1285 0 0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8:50.5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 18 7370 0 0,'-20'-13'800'0'0,"10"9"310"0"0,9 4-1060 0 0,1 0 0 0 0,0 0 0 0 0,0 0 0 0 0,0 0 0 0 0,0 0-1 0 0,0 0 1 0 0,0 0 0 0 0,0 0 0 0 0,0 0 0 0 0,0 0 0 0 0,-1 0 0 0 0,1 0-1 0 0,0 0 1 0 0,0 0 0 0 0,0 0 0 0 0,0 0 0 0 0,0 0 0 0 0,0 0 0 0 0,0 0-1 0 0,0 0 1 0 0,0 0 0 0 0,-1 0 0 0 0,1 0 0 0 0,0 0 0 0 0,0 0 0 0 0,0 0 0 0 0,0 0-1 0 0,0 0 1 0 0,0 0 0 0 0,0 0 0 0 0,0 1 0 0 0,0-1 0 0 0,0 0 0 0 0,0 0-1 0 0,0 0 1 0 0,0 0 0 0 0,-1 0 0 0 0,1 0 0 0 0,0 0 0 0 0,0 0 0 0 0,0 0-1 0 0,0 0 1 0 0,0 1 0 0 0,0-1 0 0 0,0 0 0 0 0,0 0 0 0 0,0 0 0 0 0,0 0 0 0 0,0 0-1 0 0,0 0 1 0 0,0 0 0 0 0,0 0 0 0 0,0 0 0 0 0,0 1 0 0 0,0-1 0 0 0,0 0-1 0 0,0 0 1 0 0,1 0 0 0 0,-1 0 0 0 0,0 0 0 0 0,0 0 0 0 0,0 0 0 0 0,0 0-1 0 0,0 0 1 0 0,14 44 1700 0 0,10 51-1 0 0,-16-57-1035 0 0,2 0-1 0 0,28 70 0 0 0,-21-81-2227 0 0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8:50.9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17 3225 0 0,'1'-1'89'0'0,"-1"0"0"0"0,1 0 0 0 0,-1 0 0 0 0,1 0 0 0 0,-1 1 0 0 0,1-1 0 0 0,-1 0 0 0 0,1 0 0 0 0,0 0 0 0 0,0 0 0 0 0,-1 1 1 0 0,1-1-1 0 0,0 0 0 0 0,0 1 0 0 0,0-1 0 0 0,0 1 0 0 0,0-1 0 0 0,0 1 0 0 0,0-1 0 0 0,0 1 0 0 0,0-1 0 0 0,0 1 0 0 0,0 0 0 0 0,2-1 1 0 0,0 1 115 0 0,0 1 0 0 0,-1-1 1 0 0,1 0-1 0 0,0 1 0 0 0,0-1 1 0 0,0 1-1 0 0,0 0 0 0 0,-1 0 1 0 0,5 1-1 0 0,6 5 794 0 0,-1 0-1 0 0,23 17 1 0 0,-31-21-826 0 0,128 101-167 0 0,-121-98-3853 0 0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8:51.3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21 199 9218 0 0,'-1'0'72'0'0,"1"0"0"0"0,-1 0 0 0 0,0 0 0 0 0,0 0 0 0 0,0 0 0 0 0,0 0 0 0 0,1 0 0 0 0,-1-1 0 0 0,0 1 0 0 0,0 0 0 0 0,0 0 0 0 0,1-1 0 0 0,-1 1 0 0 0,0-1 0 0 0,0 1 0 0 0,1 0 0 0 0,-1-1 0 0 0,0 0 0 0 0,1 1 0 0 0,-1-1 0 0 0,1 1 0 0 0,-1-1 0 0 0,0 0 0 0 0,1 1 0 0 0,0-1 0 0 0,-1 0 0 0 0,1 1 0 0 0,-1-3 0 0 0,1 1 110 0 0,1 0 1 0 0,0 0 0 0 0,0 0-1 0 0,0 0 1 0 0,0 0 0 0 0,0 1-1 0 0,0-1 1 0 0,1 0 0 0 0,-1 0-1 0 0,4-2 1 0 0,7-11-126 0 0,2 0 1 0 0,0 2-1 0 0,0-1 1 0 0,1 2-1 0 0,1 0 1 0 0,0 1-1 0 0,1 0 1 0 0,0 1-1 0 0,1 1 1 0 0,36-13-1 0 0,-34 14-121 0 0,-4-2 64 0 0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8:51.8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0 210 7834 0 0,'7'0'1380'0'0,"-3"0"-1024"0"0,0 0 0 0 0,0 0 0 0 0,1 0 0 0 0,-1 1 0 0 0,0-1 0 0 0,0 1 0 0 0,0 0 0 0 0,-1 0 0 0 0,1 0 0 0 0,6 3-1 0 0,23 13 747 0 0,-1 1 0 0 0,0 1 0 0 0,-2 1 0 0 0,0 2-1 0 0,48 46 1 0 0,-71-61-946 0 0,0 1 0 0 0,-1 0 0 0 0,0 0 0 0 0,-1 0 0 0 0,0 1 0 0 0,0 0 0 0 0,4 10 0 0 0,-12-65 352 0 0,2 18-367 0 0,-4-44 85 0 0,3 20-414 0 0,-3 0 1 0 0,-2 0-1 0 0,-16-57 1 0 0,18 94-731 0 0,0-1-1062 0 0,3 6-2843 0 0,0 3-959 0 0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8:52.4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14 8754 0 0,'0'-1'103'0'0,"-1"1"1"0"0,1 0-1 0 0,0-1 0 0 0,0 1 1 0 0,0 0-1 0 0,0-1 1 0 0,0 1-1 0 0,-1 0 0 0 0,1-1 1 0 0,0 1-1 0 0,0-1 0 0 0,0 1 1 0 0,0 0-1 0 0,0-1 1 0 0,0 1-1 0 0,0-1 0 0 0,1 1 1 0 0,-1 0-1 0 0,0-1 0 0 0,0 1 1 0 0,0 0-1 0 0,0-1 1 0 0,0 1-1 0 0,0 0 0 0 0,1-1 1 0 0,-1 1-1 0 0,0 0 0 0 0,0-1 1 0 0,1 1-1 0 0,-1 0 1 0 0,0 0-1 0 0,0-1 0 0 0,1 1 1 0 0,-1 0-1 0 0,0 0 0 0 0,1-1 1 0 0,-1 1-1 0 0,0 0 1 0 0,1 0-1 0 0,-1 0 0 0 0,0 0 1 0 0,1 0-1 0 0,-1-1 0 0 0,0 1 1 0 0,1 0-1 0 0,-1 0 1 0 0,1 0-1 0 0,-1 0 0 0 0,0 0 1 0 0,1 0-1 0 0,-1 0 0 0 0,1 0 1 0 0,-1 0-1 0 0,0 0 1 0 0,1 1-1 0 0,-1-1 0 0 0,0 0 1 0 0,1 0-1 0 0,-1 0 0 0 0,0 0 1 0 0,1 1-1 0 0,-1-1 1 0 0,1 0-1 0 0,20 22 630 0 0,31 40 1 0 0,-39-43-1050 0 0,1-1 0 0 0,1-1 0 0 0,1-1 0 0 0,0 0 0 0 0,26 18 0 0 0,-37-31-5079 0 0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8:52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10 117 6233 0 0,'0'0'138'0'0,"-1"-1"0"0"0,0 1-1 0 0,1-1 1 0 0,-1 1-1 0 0,0-1 1 0 0,1 1 0 0 0,-1-1-1 0 0,0 0 1 0 0,1 1-1 0 0,-1-1 1 0 0,1 0 0 0 0,0 0-1 0 0,-1 1 1 0 0,1-1-1 0 0,-1 0 1 0 0,1 0 0 0 0,0 0-1 0 0,0 1 1 0 0,0-1-1 0 0,-1 0 1 0 0,1 0 0 0 0,0 0-1 0 0,0 0 1 0 0,0 0-1 0 0,0 0 1 0 0,0 1 0 0 0,0-1-1 0 0,1 0 1 0 0,-1-1-1 0 0,1-1 100 0 0,1 0 0 0 0,-1 0 0 0 0,1 0 1 0 0,-1 0-1 0 0,1 1 0 0 0,0-1 0 0 0,0 0 0 0 0,4-3 0 0 0,3-3 304 0 0,1 1 1 0 0,0 0 0 0 0,16-10 0 0 0,-20 15-264 0 0,0 0-1 0 0,0 0 1 0 0,1 0 0 0 0,-1 1-1 0 0,1 0 1 0 0,10-2 0 0 0,-16 3-258 0 0,1 1 1 0 0,-1 0-1 0 0,0 0 0 0 0,1-1 1 0 0,-1 1-1 0 0,0 0 0 0 0,1 0 1 0 0,-1 1-1 0 0,0-1 1 0 0,0 0-1 0 0,1 0 0 0 0,-1 1 1 0 0,0-1-1 0 0,1 0 0 0 0,-1 1 1 0 0,0-1-1 0 0,0 1 1 0 0,0 0-1 0 0,1-1 0 0 0,-1 1 1 0 0,0 0-1 0 0,0 0 0 0 0,0 0 1 0 0,0 0-1 0 0,0 0 0 0 0,-1 0 1 0 0,1 0-1 0 0,0 0 1 0 0,0 0-1 0 0,-1 0 0 0 0,1 0 1 0 0,0 0-1 0 0,-1 1 0 0 0,1-1 1 0 0,-1 0-1 0 0,0 0 1 0 0,1 1-1 0 0,-1-1 0 0 0,0 0 1 0 0,0 2-1 0 0,1 10 14 0 0,-1 0 0 0 0,-1 1 1 0 0,0-1-1 0 0,-1 0 0 0 0,-6 23 0 0 0,-3 23 604 0 0,11-59-641 0 0,0 1 1 0 0,0 0-1 0 0,0-1 1 0 0,0 1-1 0 0,0-1 0 0 0,0 1 1 0 0,0 0-1 0 0,0-1 0 0 0,0 1 1 0 0,0-1-1 0 0,1 1 1 0 0,-1 0-1 0 0,0-1 0 0 0,0 1 1 0 0,1-1-1 0 0,-1 1 1 0 0,0-1-1 0 0,1 1 0 0 0,-1-1 1 0 0,1 0-1 0 0,-1 1 1 0 0,1-1-1 0 0,-1 1 0 0 0,1-1 1 0 0,-1 0-1 0 0,1 1 1 0 0,-1-1-1 0 0,1 0 0 0 0,-1 0 1 0 0,1 1-1 0 0,-1-1 1 0 0,1 0-1 0 0,0 0 0 0 0,-1 0 1 0 0,1 0-1 0 0,-1 0 1 0 0,1 0-1 0 0,0 0 0 0 0,-1 0 1 0 0,1 0-1 0 0,-1 0 1 0 0,1 0-1 0 0,0 0 0 0 0,-1 0 1 0 0,1 0-1 0 0,-1 0 1 0 0,1-1-1 0 0,-1 1 0 0 0,2-1 1 0 0,36-11-384 0 0,-30 8 324 0 0,2 1-21 0 0,1-1-1 0 0,-1 1 0 0 0,1 1 1 0 0,0 0-1 0 0,-1 0 0 0 0,14 1 0 0 0,-21 1 79 0 0,-1 0 0 0 0,1 0 0 0 0,-1 0 0 0 0,0 0 0 0 0,1 1-1 0 0,-1 0 1 0 0,0-1 0 0 0,1 1 0 0 0,-1 0 0 0 0,0 0 0 0 0,0 0-1 0 0,0 0 1 0 0,1 0 0 0 0,-1 1 0 0 0,-1-1 0 0 0,1 1 0 0 0,0-1-1 0 0,0 1 1 0 0,0 0 0 0 0,-1 0 0 0 0,1 0 0 0 0,-1 0 0 0 0,0 0-1 0 0,1 0 1 0 0,-1 0 0 0 0,0 0 0 0 0,0 0 0 0 0,0 0 0 0 0,-1 1-1 0 0,1-1 1 0 0,0 0 0 0 0,-1 1 0 0 0,0-1 0 0 0,1 3 0 0 0,0 74 349 0 0,-1-71-584 0 0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8:53.4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1 150 4609 0 0,'9'-1'2569'0'0,"6"6"-592"0"0,-2 4-423 0 0,-2 1-1 0 0,21 22 1 0 0,-27-26-1297 0 0,1 1 1 0 0,0-1 0 0 0,0 0-1 0 0,1 0 1 0 0,-1 0-1 0 0,1-1 1 0 0,1 0 0 0 0,-1-1-1 0 0,1 0 1 0 0,0 0 0 0 0,0 0-1 0 0,0-1 1 0 0,10 3-1 0 0,-13-5-142 0 0,0 0 0 0 0,0-1 0 0 0,1 1-1 0 0,-1-1 1 0 0,0 0 0 0 0,0 0-1 0 0,1-1 1 0 0,-1 1 0 0 0,0-1 0 0 0,0 0-1 0 0,0-1 1 0 0,9-3 0 0 0,-11 4-1 0 0,0-1 1 0 0,0 0 0 0 0,0 0 0 0 0,-1 0 0 0 0,1 0-1 0 0,-1 0 1 0 0,1-1 0 0 0,-1 1 0 0 0,0-1 0 0 0,0 0-1 0 0,0 1 1 0 0,0-1 0 0 0,-1 0 0 0 0,1 0 0 0 0,-1 0-1 0 0,0 0 1 0 0,1-1 0 0 0,-1 1 0 0 0,-1 0 0 0 0,1 0-1 0 0,0-4 1 0 0,1-17-84 0 0,-1 1-1 0 0,-1 0 0 0 0,-2-1 1 0 0,-4-30-1 0 0,0 6-3257 0 0,5 36-3511 0 0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8:53.8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7 6505 0 0,'5'-4'577'0'0,"-4"1"-457"0"0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8:54.2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100 98 456 0 0,'-2'-4'170'0'0,"1"0"0"0"0,0 0 0 0 0,0 0-1 0 0,0 0 1 0 0,1 0 0 0 0,0 0 0 0 0,-1-1 0 0 0,1 1 0 0 0,1-6 0 0 0,-1 7 55 0 0,1-1 0 0 0,-1 1 0 0 0,0-1 0 0 0,0 0 0 0 0,-1 1 0 0 0,1-1 0 0 0,-1 1 0 0 0,0-1 0 0 0,0 1 1 0 0,0 0-1 0 0,-2-6 0 0 0,3 9-158 0 0,0 0 1 0 0,0-1-1 0 0,-1 1 1 0 0,1 0-1 0 0,0 0 1 0 0,0 0-1 0 0,0-1 1 0 0,-1 1 0 0 0,1 0-1 0 0,0 0 1 0 0,0 0-1 0 0,-1-1 1 0 0,1 1-1 0 0,0 0 1 0 0,0 0-1 0 0,-1 0 1 0 0,1 0-1 0 0,0 0 1 0 0,-1-1 0 0 0,1 1-1 0 0,0 0 1 0 0,-1 0-1 0 0,1 0 1 0 0,0 0-1 0 0,0 0 1 0 0,-1 0-1 0 0,1 0 1 0 0,0 0-1 0 0,-1 0 1 0 0,1 0-1 0 0,0 0 1 0 0,-1 1 0 0 0,1-1-1 0 0,0 0 1 0 0,-1 0-1 0 0,-11 11 1605 0 0,-8 21 133 0 0,18-28-1580 0 0,-3 4 79 0 0,-22 41 1132 0 0,26-45-1181 0 0,-1-1 0 0 0,0 1-1 0 0,1 0 1 0 0,0 0-1 0 0,0 0 1 0 0,0 0 0 0 0,1 0-1 0 0,-1 1 1 0 0,1-1-1 0 0,0 6 1 0 0,0-9-163 0 0,0 0 0 0 0,1 0 1 0 0,-1 0-1 0 0,0 0 0 0 0,1 1 0 0 0,-1-1 0 0 0,1 0 1 0 0,-1-1-1 0 0,1 1 0 0 0,-1 0 0 0 0,1 0 0 0 0,0 0 1 0 0,-1 0-1 0 0,1 0 0 0 0,0 0 0 0 0,0-1 0 0 0,-1 1 0 0 0,1 0 1 0 0,0-1-1 0 0,0 1 0 0 0,0-1 0 0 0,0 1 0 0 0,1 0 1 0 0,1 0-6 0 0,0-1 1 0 0,-1 1-1 0 0,1-1 1 0 0,0 0 0 0 0,-1 1-1 0 0,1-1 1 0 0,0 0-1 0 0,-1-1 1 0 0,5 0-1 0 0,2-1 12 0 0,1 0-1 0 0,-1-1 1 0 0,0 0-1 0 0,13-6 1 0 0,23-20-1422 0 0,-30 17-5047 0 0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8:55.3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6 153 920 0 0,'19'-24'12916'0'0,"-10"14"-12411"0"0,-8 9-991 0 0,-8-1 1970 0 0,-17-16-375 0 0,21 12 1829 0 0,3 5-2925 0 0,0 0-1 0 0,0 0 1 0 0,-1-1-1 0 0,1 1 1 0 0,0 0-1 0 0,0 0 1 0 0,0 0-1 0 0,0 0 1 0 0,0-1-1 0 0,1 1 1 0 0,-1 0-1 0 0,0 0 1 0 0,0 0-1 0 0,1 0 1 0 0,-1 0-1 0 0,3-2 2623 0 0,-1 7-2605 0 0,1 1 1 0 0,0-1 0 0 0,0 1-1 0 0,0-1 1 0 0,0 0-1 0 0,1-1 1 0 0,0 1 0 0 0,0-1-1 0 0,6 5 1 0 0,5 6 1 0 0,113 132 270 0 0,-52-58-34 0 0,-76-87-262 0 0,1 0 0 0 0,0 0 0 0 0,0 1 1 0 0,0-1-1 0 0,0 0 0 0 0,0 0 0 0 0,0 0 0 0 0,0 0 1 0 0,1 0-1 0 0,-1 0 0 0 0,0-1 0 0 0,1 1 0 0 0,-1 0 1 0 0,0-1-1 0 0,1 1 0 0 0,-1-1 0 0 0,1 1 0 0 0,-1-1 0 0 0,3 1 1 0 0,-3-2 7 0 0,0 0 0 0 0,0 1 0 0 0,0-1 0 0 0,-1 0 0 0 0,1 0 1 0 0,0 0-1 0 0,-1 0 0 0 0,1 0 0 0 0,0 0 0 0 0,-1 0 0 0 0,1-1 0 0 0,-1 1 1 0 0,0 0-1 0 0,1 0 0 0 0,-1 0 0 0 0,0 0 0 0 0,0-1 0 0 0,0 1 0 0 0,0 0 1 0 0,0 0-1 0 0,0 0 0 0 0,0-1 0 0 0,0 1 0 0 0,-1-1 0 0 0,-10-285-650 0 0,9 234-3451 0 0,0 42-2865 0 0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8:55.7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 27 3681 0 0,'-3'-6'3574'0'0,"-6"-11"4077"0"0,10 13-4468 0 0,7 10-1373 0 0,-1 2-1495 0 0,0 0-1 0 0,-1 0 1 0 0,1 1 0 0 0,-2 0 0 0 0,1 0 0 0 0,6 18-1 0 0,15 21-78 0 0,-12-29-139 0 0,0 0 0 0 0,1-2 1 0 0,20 18-1 0 0,24 25-3455 0 0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8:56.6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46 50 456 0 0,'-2'1'293'0'0,"-1"0"0"0"0,0 0 0 0 0,0 0 0 0 0,1-1-1 0 0,-1 1 1 0 0,0-1 0 0 0,0 1 0 0 0,0-1 0 0 0,0 0 0 0 0,0 0 0 0 0,-3-1-1 0 0,-2 1 1395 0 0,25-5 9529 0 0,13-12-7810 0 0,-24 12-3403 0 0,0 1 1 0 0,0 1 0 0 0,0-1 0 0 0,14-4 0 0 0,4 4 202 0 0,-1 2 1 0 0,1 0-1 0 0,0 1 1 0 0,41 5-1 0 0,-39-3 85 0 0,-23-1-265 0 0,0 0 0 0 0,-1 1 1 0 0,1-1-1 0 0,0 1 1 0 0,0 0-1 0 0,-1-1 1 0 0,1 1-1 0 0,0 1 1 0 0,-1-1-1 0 0,1 0 0 0 0,-1 0 1 0 0,0 1-1 0 0,1 0 1 0 0,-1-1-1 0 0,0 1 1 0 0,0 0-1 0 0,2 2 0 0 0,-1 0 4 0 0,0 0-1 0 0,0 0 0 0 0,-1 0 0 0 0,0 1 0 0 0,0-1 1 0 0,0 1-1 0 0,0-1 0 0 0,-1 1 0 0 0,2 6 0 0 0,0 10 52 0 0,-1 0 0 0 0,-1 0 0 0 0,-2 37 0 0 0,0-35-7 0 0,0-4 24 0 0,0-1 0 0 0,0 1 0 0 0,-2-1 0 0 0,-8 32 0 0 0,8-43-168 0 0,1 0 1 0 0,-1-1 0 0 0,-1 1-1 0 0,1-1 1 0 0,-1 1 0 0 0,0-1-1 0 0,-1 0 1 0 0,1 0 0 0 0,-1-1-1 0 0,0 1 1 0 0,-1-1 0 0 0,1-1-1 0 0,-1 1 1 0 0,-10 6-1 0 0,8-6-1763 0 0,-1 1-5550 0 0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8:58.1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 6913 0 0,'2'-1'140'0'0,"0"1"-1"0"0,0 0 1 0 0,-1 0-1 0 0,1 0 1 0 0,0-1-1 0 0,-1 2 1 0 0,1-1-1 0 0,0 0 0 0 0,0 0 1 0 0,-1 0-1 0 0,1 1 1 0 0,0-1-1 0 0,-1 1 1 0 0,1-1-1 0 0,-1 1 0 0 0,1 0 1 0 0,-1 0-1 0 0,1 0 1 0 0,-1 0-1 0 0,1 0 1 0 0,-1 0-1 0 0,0 0 1 0 0,1 0-1 0 0,-1 0 0 0 0,0 0 1 0 0,0 1-1 0 0,1 1 1 0 0,32 43 2313 0 0,-30-40-2257 0 0,51 89 1647 0 0,-39-65-1639 0 0,0-1 0 0 0,2-1 1 0 0,1-1-1 0 0,23 26 0 0 0,-29-41-202 0 0,10 12-602 0 0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8:58.5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0 159 2737 0 0,'3'-8'274'0'0,"1"-1"1"0"0,0 1 0 0 0,0 0 0 0 0,1 0-1 0 0,0 0 1 0 0,1 1 0 0 0,-1-1 0 0 0,1 2-1 0 0,1-1 1 0 0,-1 0 0 0 0,11-7 0 0 0,-7 6 290 0 0,1 0 0 0 0,0 1 1 0 0,0 1-1 0 0,0-1 1 0 0,1 2-1 0 0,0-1 0 0 0,20-5 1 0 0,-31 11-511 0 0,1-1 0 0 0,-1 1 0 0 0,1 0-1 0 0,-1-1 1 0 0,1 1 0 0 0,-1 0 0 0 0,1 0 0 0 0,-1 0 0 0 0,1 0 0 0 0,-1 0 0 0 0,0 0 0 0 0,1 0-1 0 0,-1 1 1 0 0,1-1 0 0 0,-1 0 0 0 0,1 1 0 0 0,-1-1 0 0 0,0 1 0 0 0,1 0 0 0 0,-1-1 0 0 0,0 1-1 0 0,1 0 1 0 0,1 1 0 0 0,-2 0 20 0 0,0 0 1 0 0,0 0-1 0 0,0 0 0 0 0,0 0 0 0 0,0 0 0 0 0,0 0 1 0 0,-1 0-1 0 0,1 0 0 0 0,-1 0 0 0 0,1 0 0 0 0,-1 0 0 0 0,0 0 1 0 0,0 1-1 0 0,0 2 0 0 0,-1 9 466 0 0,-1 0 0 0 0,0 0 0 0 0,-8 26 0 0 0,8-32-210 0 0,-3 8 146 0 0,0-4-350 0 0,2 0 0 0 0,0 0 0 0 0,-3 17 0 0 0,6-28-84 0 0,0 1 0 0 0,-1-1 1 0 0,1 0-1 0 0,0 1 0 0 0,0-1 0 0 0,0 1 0 0 0,0-1 1 0 0,0 0-1 0 0,0 1 0 0 0,0-1 0 0 0,0 1 0 0 0,1-1 1 0 0,-1 0-1 0 0,1 1 0 0 0,-1-1 0 0 0,1 0 0 0 0,-1 1 1 0 0,1-1-1 0 0,0 0 0 0 0,0 0 0 0 0,-1 0 1 0 0,1 0-1 0 0,0 1 0 0 0,0-1 0 0 0,0 0 0 0 0,0-1 1 0 0,0 1-1 0 0,0 0 0 0 0,1 0 0 0 0,-1 0 0 0 0,0-1 1 0 0,0 1-1 0 0,1 0 0 0 0,-1-1 0 0 0,0 1 0 0 0,1-1 1 0 0,1 1-1 0 0,2-2 77 0 0,0 0 0 0 0,0-1 0 0 0,-1 1 0 0 0,1-1 0 0 0,0 0 0 0 0,-1 0 0 0 0,1 0 0 0 0,-1-1 0 0 0,0 1 0 0 0,0-1 0 0 0,0 0 0 0 0,7-7 0 0 0,12-6 176 0 0,-7 6-229 0 0,1 2 0 0 0,0-1 0 0 0,19-5 0 0 0,-29 12-541 0 0,-1 0-1 0 0,1 0 1 0 0,0 1 0 0 0,0 0-1 0 0,-1 0 1 0 0,1 1-1 0 0,0-1 1 0 0,0 2-1 0 0,0-1 1 0 0,0 1 0 0 0,12 3-1 0 0,-8-1-1157 0 0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8:58.9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 0 5065 0 0,'0'0'60'0'0,"0"0"-1"0"0,0 1 1 0 0,0-1-1 0 0,0 0 1 0 0,0 0-1 0 0,0 0 1 0 0,0 0-1 0 0,0 0 1 0 0,0 0-1 0 0,0 0 1 0 0,0 0-1 0 0,0 1 1 0 0,0-1-1 0 0,-1 0 1 0 0,1 0-1 0 0,0 0 1 0 0,0 0 0 0 0,0 0-1 0 0,0 0 1 0 0,0 0-1 0 0,0 0 1 0 0,0 0-1 0 0,0 0 1 0 0,0 1-1 0 0,0-1 1 0 0,-1 0-1 0 0,1 0 1 0 0,0 0-1 0 0,0 0 1 0 0,0 0-1 0 0,0 0 1 0 0,0 0-1 0 0,0 0 1 0 0,0 0-1 0 0,0 0 1 0 0,-1 0-1 0 0,1 0 1 0 0,0 0 0 0 0,0 0-1 0 0,0 0 1 0 0,0 0-1 0 0,0 0 1 0 0,0 0-1 0 0,0 0 1 0 0,-1 0-1 0 0,1 0 1 0 0,0 0-1 0 0,0 0 1 0 0,0-1-1 0 0,0 1 1 0 0,0 0-1 0 0,0 0 1 0 0,0 0-1 0 0,0 0 1 0 0,-1 0-1 0 0,1 0 1 0 0,0 0-1 0 0,8 16 1193 0 0,16 19-115 0 0,-13-20-955 0 0,1-1 0 0 0,1 0-1 0 0,1 0 1 0 0,0-2-1 0 0,17 13 1 0 0,-31-24-229 0 0,1-1 1 0 0,-1 0-1 0 0,1 1 1 0 0,-1-1 0 0 0,0 0-1 0 0,1 0 1 0 0,-1 0-1 0 0,1 1 1 0 0,-1-1-1 0 0,1 0 1 0 0,-1 0-1 0 0,0 0 1 0 0,1 0-1 0 0,-1 0 1 0 0,1 0-1 0 0,-1 0 1 0 0,1 0-1 0 0,-1 0 1 0 0,1 0-1 0 0,-1 0 1 0 0,1 0-1 0 0,-1 0 1 0 0,1 0-1 0 0,-1-1 1 0 0,0 1-1 0 0,2 0 1 0 0,-1-3-853 0 0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8:59.2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2 124 4121 0 0,'-1'-7'417'0'0,"1"0"0"0"0,-1 0 0 0 0,1 1 0 0 0,0-1 0 0 0,1 0 0 0 0,0 0 0 0 0,0 1 0 0 0,0-1 0 0 0,4-10 0 0 0,-5 15-297 0 0,1-1-1 0 0,0 1 1 0 0,0 0-1 0 0,0-1 1 0 0,0 1-1 0 0,1-1 1 0 0,-1 1-1 0 0,1 0 1 0 0,-1 0-1 0 0,1 0 1 0 0,0 0-1 0 0,-1 0 1 0 0,1 0-1 0 0,0 1 1 0 0,1-1-1 0 0,-1 0 1 0 0,0 1-1 0 0,0 0 1 0 0,0 0-1 0 0,1-1 1 0 0,-1 1-1 0 0,1 0 1 0 0,-1 1-1 0 0,1-1 1 0 0,-1 0-1 0 0,1 1 1 0 0,3-1-1 0 0,-5 2-67 0 0,1-1-1 0 0,-1 0 0 0 0,0 1 1 0 0,0-1-1 0 0,0 1 1 0 0,0-1-1 0 0,0 1 0 0 0,0 0 1 0 0,0-1-1 0 0,-1 1 1 0 0,1 0-1 0 0,0 0 0 0 0,0-1 1 0 0,0 1-1 0 0,-1 0 1 0 0,1 0-1 0 0,0 0 0 0 0,-1 0 1 0 0,1 0-1 0 0,-1 0 1 0 0,1 0-1 0 0,-1 0 0 0 0,0 1 1 0 0,1-1-1 0 0,-1 0 1 0 0,0 0-1 0 0,0 0 0 0 0,0 0 1 0 0,1 0-1 0 0,-1 0 1 0 0,-1 1-1 0 0,1 1 0 0 0,-2 41 828 0 0,2-42-837 0 0,-5 33 728 0 0,-2 27 839 0 0,7-62-1602 0 0,0 1 0 0 0,1-1 0 0 0,-1 0 0 0 0,1 0 0 0 0,-1 0 1 0 0,0 1-1 0 0,1-1 0 0 0,-1 0 0 0 0,1 0 0 0 0,-1 0 0 0 0,1 0 0 0 0,-1 0 0 0 0,0 0 0 0 0,1 0 1 0 0,-1 0-1 0 0,1 0 0 0 0,-1 0 0 0 0,1 0 0 0 0,-1 0 0 0 0,1 0 0 0 0,-1-1 0 0 0,0 1 0 0 0,1 0 1 0 0,-1 0-1 0 0,1 0 0 0 0,-1-1 0 0 0,0 1 0 0 0,1 0 0 0 0,-1 0 0 0 0,0-1 0 0 0,1 1 1 0 0,-1 0-1 0 0,0-1 0 0 0,1 1 0 0 0,22-15 264 0 0,-18 12-236 0 0,0 1-35 0 0,-1-1 0 0 0,1 1 0 0 0,0 0 0 0 0,1 0 0 0 0,-1 0 0 0 0,0 1 0 0 0,0 0 0 0 0,1 0 0 0 0,-1 0 0 0 0,1 1 0 0 0,-1 0 0 0 0,1 0 0 0 0,6 1 0 0 0,-10-1 0 0 0,0 1 0 0 0,-1-1 0 0 0,1 1 0 0 0,0-1 0 0 0,0 1 0 0 0,-1 0 0 0 0,1 0 0 0 0,0 0 0 0 0,-1 0 0 0 0,1 0 0 0 0,-1 0 0 0 0,1 0 0 0 0,-1 0 0 0 0,0 1 0 0 0,1-1 0 0 0,1 4 0 0 0,-2-3 0 0 0,0 0 0 0 0,0 1 0 0 0,0-1 0 0 0,0 1 0 0 0,0-1 0 0 0,-1 1 0 0 0,1 0 0 0 0,-1-1 0 0 0,0 1 0 0 0,0-1 0 0 0,0 1 0 0 0,0 0 0 0 0,0-1 0 0 0,-1 1 0 0 0,0 3 0 0 0,-5 14 150 0 0,0 0 1 0 0,-13 27 0 0 0,13-31-998 0 0,1-4-5176 0 0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8:59.8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 54 3225 0 0,'-2'-3'-614'0'0,"-16"-21"3406"0"0,18 23-2576 0 0,-1 0 0 0 0,1 1 0 0 0,0-1 0 0 0,-1 0 0 0 0,1 0 0 0 0,0 0-1 0 0,0 0 1 0 0,-1 0 0 0 0,1 0 0 0 0,0 0 0 0 0,0 0 0 0 0,0 0 0 0 0,0 0 0 0 0,0 0 0 0 0,1 1 0 0 0,-1-1 0 0 0,0 0 0 0 0,0 0 0 0 0,1 0 0 0 0,-1 0 0 0 0,0 0 0 0 0,1 0 0 0 0,-1 0-1 0 0,1 1 1 0 0,-1-1 0 0 0,1 0 0 0 0,-1 0 0 0 0,2 0 0 0 0,-1 1-94 0 0,-1 0 1 0 0,1 0-1 0 0,-1 0 0 0 0,1 0 0 0 0,0 0 0 0 0,-1 0 0 0 0,1 0 1 0 0,-1 1-1 0 0,1-1 0 0 0,-1 0 0 0 0,1 0 0 0 0,-1 1 1 0 0,1-1-1 0 0,-1 0 0 0 0,1 1 0 0 0,-1-1 0 0 0,1 0 0 0 0,-1 1 1 0 0,0-1-1 0 0,1 1 0 0 0,-1-1 0 0 0,1 1 0 0 0,-1-1 1 0 0,0 1-1 0 0,0-1 0 0 0,1 1 0 0 0,-1-1 0 0 0,0 1 0 0 0,0 0 1 0 0,13 21 662 0 0,-12-20-563 0 0,35 69 1438 0 0,-13-24-1591 0 0,2 0-1 0 0,58 80 1 0 0,-77-117-1568 0 0,-5-7 61 0 0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9:00.2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9 181 920 0 0,'-1'-2'147'0'0,"0"0"0"0"0,0 0 0 0 0,0-1 0 0 0,0 1 0 0 0,0 0 0 0 0,0-1 0 0 0,1 1 0 0 0,-1-1 0 0 0,1 1 0 0 0,-1-1 0 0 0,1 1 0 0 0,0-1 0 0 0,0 1 0 0 0,0-3 0 0 0,5-37 1361 0 0,-4 34-1084 0 0,2-1-1 0 0,-1 1 1 0 0,1 0-1 0 0,0 0 1 0 0,1 0-1 0 0,5-9 1 0 0,-8 15-254 0 0,0-1 0 0 0,1 1 0 0 0,-1 0 0 0 0,0 0 1 0 0,1 0-1 0 0,0 0 0 0 0,-1 0 0 0 0,1 1 0 0 0,0-1 1 0 0,0 0-1 0 0,0 1 0 0 0,0-1 0 0 0,0 1 1 0 0,0 0-1 0 0,0 0 0 0 0,1 0 0 0 0,-1 0 0 0 0,0 0 1 0 0,1 0-1 0 0,-1 1 0 0 0,0-1 0 0 0,1 1 0 0 0,-1-1 1 0 0,1 1-1 0 0,-1 0 0 0 0,4 0 0 0 0,-4 1-114 0 0,0 0 0 0 0,-1 0 0 0 0,1 0 1 0 0,0 0-1 0 0,-1 0 0 0 0,1 0 0 0 0,-1 0 0 0 0,1 1 0 0 0,-1-1 0 0 0,0 1 0 0 0,1-1 0 0 0,-1 1 0 0 0,0-1 0 0 0,0 1 0 0 0,0 0 0 0 0,0 0 0 0 0,0-1 0 0 0,-1 1 1 0 0,1 0-1 0 0,0 0 0 0 0,-1 0 0 0 0,1 0 0 0 0,-1 2 0 0 0,6 46 448 0 0,-5-31-240 0 0,-2 0-1 0 0,0 0 1 0 0,-4 20-1 0 0,4-32-29 0 0,-1 0 1 0 0,0 0-1 0 0,0 0 0 0 0,0 0 0 0 0,-1-1 0 0 0,0 1 1 0 0,0-1-1 0 0,-1 0 0 0 0,1 0 0 0 0,-1 0 1 0 0,-7 7-1 0 0,49-36 1990 0 0,-13 9-2010 0 0,-20 11-292 0 0,0-1 0 0 0,1 1-1 0 0,-1 0 1 0 0,1 0 0 0 0,0 0 0 0 0,-1 1 0 0 0,1 0 0 0 0,0 0 0 0 0,0 1 0 0 0,1-1 0 0 0,-1 1 0 0 0,0 1 0 0 0,0-1 0 0 0,1 1 0 0 0,-1 0-1 0 0,0 0 1 0 0,0 1 0 0 0,1 0 0 0 0,-1 0 0 0 0,0 1 0 0 0,10 3 0 0 0,6 3-3117 0 0,-12-2-2548 0 0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9:00.5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62 44 1376 0 0,'0'-2'363'0'0,"1"1"0"0"0,-1-1 0 0 0,0 0 0 0 0,0 0 0 0 0,0 0 0 0 0,0 0 0 0 0,0 1 0 0 0,0-1 0 0 0,0 0 0 0 0,0 0 0 0 0,-1 0-1 0 0,1 1 1 0 0,-1-1 0 0 0,1 0 0 0 0,-1 0 0 0 0,0 1 0 0 0,0-1 0 0 0,0 0 0 0 0,1 1 0 0 0,-2-1 0 0 0,0-1 0 0 0,2 3-194 0 0,-1-1 0 0 0,1 1 0 0 0,-1 0 0 0 0,1 0 0 0 0,-1-1-1 0 0,1 1 1 0 0,-1 0 0 0 0,1-1 0 0 0,-1 1 0 0 0,1 0 0 0 0,-1 0 0 0 0,1 0 0 0 0,-1 0 0 0 0,0 0 0 0 0,1 0 0 0 0,-1 0 0 0 0,1 0 0 0 0,-1 0 0 0 0,1 0 0 0 0,-1 0 0 0 0,0 0-1 0 0,1 0 1 0 0,-1 0 0 0 0,1 0 0 0 0,-1 1 0 0 0,-1 0-131 0 0,1-1-1 0 0,0 1 0 0 0,-1 0 1 0 0,1 0-1 0 0,0 1 0 0 0,0-1 1 0 0,0 0-1 0 0,0 0 1 0 0,0 1-1 0 0,0-1 0 0 0,0 0 1 0 0,0 1-1 0 0,-1 1 0 0 0,-1 5 204 0 0,-1-1-1 0 0,1 1 0 0 0,1 0 1 0 0,-1 0-1 0 0,1 0 0 0 0,1 0 0 0 0,-1 0 1 0 0,1 0-1 0 0,1 0 0 0 0,0 0 1 0 0,1 13-1 0 0,-1-18-132 0 0,1 0 1 0 0,-1 1-1 0 0,1-1 1 0 0,0 0-1 0 0,1 0 0 0 0,-1 0 1 0 0,0 1-1 0 0,1-1 1 0 0,0 0-1 0 0,0-1 1 0 0,0 1-1 0 0,0 0 0 0 0,0-1 1 0 0,0 1-1 0 0,1-1 1 0 0,-1 1-1 0 0,1-1 0 0 0,0 0 1 0 0,-1 0-1 0 0,1 0 1 0 0,0-1-1 0 0,0 1 0 0 0,0-1 1 0 0,0 1-1 0 0,1-1 1 0 0,-1 0-1 0 0,0 0 1 0 0,1-1-1 0 0,6 1 0 0 0,-2 0-260 0 0,1-1-1 0 0,0 0 0 0 0,-1-1 0 0 0,1 0 0 0 0,0 0 1 0 0,-1-1-1 0 0,0 0 0 0 0,1-1 0 0 0,-1 0 0 0 0,0 0 1 0 0,0-1-1 0 0,0 0 0 0 0,12-8 0 0 0,-12 7 132 0 0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9:00.9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13 6913 0 0,'2'-13'6374'0'0,"2"21"-5625"0"0,0 1 1 0 0,1-2-1 0 0,0 1 0 0 0,0 0 0 0 0,9 9 1 0 0,-1 0 192 0 0,5 8-458 0 0,-2 0-412 0 0,1-2 0 0 0,2 0 0 0 0,0-1 0 0 0,28 25 1 0 0,-30-36-1335 0 0,-15-10 278 0 0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9:01.3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17 158 2761 0 0,'-2'-3'223'0'0,"0"0"1"0"0,0 0-1 0 0,0-1 1 0 0,1 1-1 0 0,-1 0 1 0 0,1-1-1 0 0,0 0 1 0 0,0 1 0 0 0,0-1-1 0 0,0 0 1 0 0,1 1-1 0 0,-1-1 1 0 0,1 0-1 0 0,0 0 1 0 0,0 1-1 0 0,1-1 1 0 0,-1 0-1 0 0,1 1 1 0 0,0-1 0 0 0,0 0-1 0 0,2-6 1 0 0,-1 5 197 0 0,-1 1 1 0 0,1-1 0 0 0,0 0 0 0 0,0 1-1 0 0,0 0 1 0 0,1-1 0 0 0,-1 1 0 0 0,1 0-1 0 0,0 0 1 0 0,0 1 0 0 0,1-1 0 0 0,-1 1-1 0 0,1-1 1 0 0,-1 1 0 0 0,1 0 0 0 0,7-4 0 0 0,-10 7-351 0 0,1 0 0 0 0,-1-1 0 0 0,0 1 0 0 0,0 0 0 0 0,0 0 0 0 0,1 0 0 0 0,-1 0 0 0 0,0 0 0 0 0,0 0 0 0 0,0 0 0 0 0,1 0 0 0 0,-1 0 0 0 0,0 1 0 0 0,0-1 0 0 0,0 0 0 0 0,1 1 0 0 0,-1-1 0 0 0,0 1 0 0 0,0-1 0 0 0,0 1 0 0 0,0 0 0 0 0,0-1 0 0 0,0 1 0 0 0,0 0 0 0 0,0 0 0 0 0,-1 0 0 0 0,1 0 0 0 0,0-1 0 0 0,0 1 0 0 0,-1 0 0 0 0,1 1 0 0 0,0-1 0 0 0,-1 0 0 0 0,1 0 0 0 0,-1 0 0 0 0,1 0 0 0 0,-1 0 0 0 0,0 0 0 0 0,1 2 0 0 0,2 7-3 0 0,-1 0 0 0 0,0 0 0 0 0,1 16 0 0 0,-2-21 27 0 0,-1 8 2 0 0,0 1 0 0 0,-1-1-1 0 0,0 0 1 0 0,-1 1 0 0 0,0-1 0 0 0,-5 14 0 0 0,2-8 541 0 0,-4 36 1 0 0,9-53-606 0 0,0-1 0 0 0,0 1-1 0 0,0-1 1 0 0,0 1 0 0 0,0 0 0 0 0,0-1-1 0 0,0 1 1 0 0,0-1 0 0 0,0 1 0 0 0,1-1 0 0 0,-1 1-1 0 0,1-1 1 0 0,-1 1 0 0 0,1-1 0 0 0,0 0-1 0 0,-1 1 1 0 0,1-1 0 0 0,0 0 0 0 0,0 1 0 0 0,0-1-1 0 0,1 2 1 0 0,0-3-18 0 0,-1 1 0 0 0,0-1 1 0 0,1 1-1 0 0,-1-1 0 0 0,1 1 0 0 0,-1-1 0 0 0,1 0 1 0 0,-1 1-1 0 0,1-1 0 0 0,-1 0 0 0 0,1 0 0 0 0,-1 0 0 0 0,1 0 1 0 0,-1-1-1 0 0,1 1 0 0 0,-1 0 0 0 0,3-1 0 0 0,8-4 21 0 0,0 0 1 0 0,-1 0-1 0 0,0-1 0 0 0,13-9 0 0 0,-12 8 119 0 0,3-2-194 0 0,-6 3-324 0 0,2 0 0 0 0,-1 1 0 0 0,0-1 0 0 0,1 2-1 0 0,0 0 1 0 0,21-5 0 0 0,-19 7-6442 0 0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9:01.7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 0 8290 0 0,'-1'2'182'0'0,"0"-1"0"0"0,0 1 1 0 0,1 0-1 0 0,-1 0 1 0 0,0 0-1 0 0,1-1 0 0 0,-1 1 1 0 0,1 0-1 0 0,0 0 0 0 0,-1 0 1 0 0,1 0-1 0 0,0 0 0 0 0,0 0 1 0 0,0 0-1 0 0,0 0 1 0 0,1 0-1 0 0,-1-1 0 0 0,1 1 1 0 0,-1 0-1 0 0,1 0 0 0 0,-1 0 1 0 0,1 0-1 0 0,2 2 0 0 0,0 4 330 0 0,1 0 0 0 0,0-1-1 0 0,0 0 1 0 0,7 8 0 0 0,-3-6-339 0 0,1 0 0 0 0,0-1 0 0 0,0 0 0 0 0,11 7 1 0 0,8 7-296 0 0,-24-18-246 0 0,-4 0-3839 0 0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9:02.0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1 129 1376 0 0,'1'-7'517'0'0,"0"1"0"0"0,0 0 0 0 0,1 0 0 0 0,0 0 0 0 0,0 0 0 0 0,0 0 0 0 0,1 0 0 0 0,0 0 0 0 0,0 1 0 0 0,1 0 0 0 0,-1-1 0 0 0,7-5 0 0 0,-7 7-19 0 0,0 0 0 0 0,0 1 0 0 0,0-1 0 0 0,1 1 0 0 0,-1-1-1 0 0,1 1 1 0 0,0 1 0 0 0,0-1 0 0 0,0 0 0 0 0,0 1 0 0 0,1 0 0 0 0,-1 0-1 0 0,0 0 1 0 0,1 1 0 0 0,0-1 0 0 0,8 0 0 0 0,-11 2-365 0 0,-1 0 0 0 0,1 0 0 0 0,0 0 0 0 0,0 1 0 0 0,-1-1 0 0 0,1 0 0 0 0,0 1 0 0 0,-1 0 1 0 0,1-1-1 0 0,0 1 0 0 0,-1 0 0 0 0,1 0 0 0 0,-1 0 0 0 0,1 0 0 0 0,-1 0 0 0 0,0 0 0 0 0,1 0 0 0 0,-1 1 0 0 0,1 0 0 0 0,1 2-1 0 0,-1 0 1 0 0,0-1-1 0 0,1 1 0 0 0,-2 0 0 0 0,1 0 0 0 0,0 0 0 0 0,1 7 0 0 0,0 2-44 0 0,-1 0-1 0 0,0 0 1 0 0,-1 1-1 0 0,-1 15 0 0 0,-1-15-329 0 0,0-1-1 0 0,-1 0 0 0 0,-1 0 1 0 0,0 0-1 0 0,-6 16 0 0 0,2-11-6654 0 0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9:48.9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50 137 8290 0 0,'-5'-1'1000'0'0,"0"1"0"0"0,1-1 0 0 0,-1 0 0 0 0,0 0 0 0 0,1-1 0 0 0,-1 1 0 0 0,1-1 0 0 0,-9-4 0 0 0,15 13 2020 0 0,9 27-1972 0 0,6 0-653 0 0,1 0 0 0 0,2-1 0 0 0,26 33 0 0 0,81 87-174 0 0,-98-119-71 0 0,-7-13 27 0 0,-22-21-171 0 0,0 0 0 0 0,0 0 0 0 0,1 0-1 0 0,-1 0 1 0 0,0 0 0 0 0,0 0 0 0 0,1 0 0 0 0,-1 0 0 0 0,0 0 0 0 0,0 0 0 0 0,0 0 0 0 0,1 0 0 0 0,-1 0 0 0 0,0 0 0 0 0,0 0 0 0 0,1 0 0 0 0,-1 0 0 0 0,0-1 0 0 0,0 1 0 0 0,0 0-1 0 0,1 0 1 0 0,-1 0 0 0 0,0 0 0 0 0,0 0 0 0 0,0 0 0 0 0,0-1 0 0 0,1 1 0 0 0,-1 0 0 0 0,0 0 0 0 0,0 0 0 0 0,0-1 0 0 0,0 1 0 0 0,0 0 0 0 0,0 0 0 0 0,0 0 0 0 0,1-1 0 0 0,1-18 141 0 0,-5-80 183 0 0,0 48-287 0 0,7-80 0 0 0,-1 105-46 0 0,-2 2-168 0 0,2 1 0 0 0,0-1 1 0 0,2 1-1 0 0,0 0 0 0 0,2 0 0 0 0,9-22 0 0 0,-15 44-47 0 0,0-1-1 0 0,0 0 1 0 0,-1 1-1 0 0,1-1 1 0 0,0 1-1 0 0,1-1 1 0 0,-1 1-1 0 0,0 0 0 0 0,0 0 1 0 0,1-1-1 0 0,-1 1 1 0 0,0 0-1 0 0,1 0 1 0 0,3-1-1 0 0,2 1-6994 0 0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9:49.2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12899 0 0,'4'45'3002'0'0,"-7"59"-904"0"0,1 61 19 0 0,3-144-3137 0 0,2 0-1 0 0,0 0 1 0 0,1 0 0 0 0,1-1 0 0 0,13 35 0 0 0,-13-43-4997 0 0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9:49.6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3681 0 0,'13'8'5662'0'0,"28"45"1276"0"0,-26-37-6375 0 0,1 0 1 0 0,26 20 0 0 0,-34-31-559 0 0,0 1-142 0 0,0 0 1 0 0,-1 1-1 0 0,0-1 1 0 0,0 1-1 0 0,0 1 1 0 0,7 9-1 0 0,-9-7-777 0 0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9:50.0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1 133 4609 0 0,'12'-12'1380'0'0,"2"0"-1"0"0,0 1 1 0 0,0 1-1 0 0,26-14 1 0 0,66-25 689 0 0,-86 41-2313 0 0,-4 1-4478 0 0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9:50.4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1 143 8754 0 0,'18'-11'1426'0'0,"0"0"1"0"0,30-25 0 0 0,6-5 1124 0 0,-36 28-2376 0 0,17-11 360 0 0,-10 18-5662 0 0,-15 15-1968 0 0,-10-8 7095 0 0</inkml:trace>
  <inkml:trace contextRef="#ctx0" brushRef="#br0" timeOffset="1">139 224 5985 0 0,'7'-1'505'0'0,"-1"0"-1"0"0,0-1 1 0 0,0 0-1 0 0,0-1 1 0 0,0 1-1 0 0,0-1 1 0 0,5-4-1 0 0,5-1 713 0 0,37-13 2046 0 0,-2 2-3637 0 0,-44 16-4703 0 0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9:50.8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 16 6449 0 0,'0'0'112'0'0,"0"0"-1"0"0,-1 0 0 0 0,1 0 0 0 0,0 0 0 0 0,-1 0 1 0 0,1 0-1 0 0,0 0 0 0 0,-1 0 0 0 0,1 0 1 0 0,0 0-1 0 0,-1 0 0 0 0,1 0 0 0 0,0 1 0 0 0,-1-1 1 0 0,1 0-1 0 0,0 0 0 0 0,0 0 0 0 0,-1 1 1 0 0,1-1-1 0 0,0 0 0 0 0,-1 0 0 0 0,1 1 0 0 0,0-1 1 0 0,0 0-1 0 0,0 0 0 0 0,-1 1 0 0 0,1-1 0 0 0,0 0 1 0 0,0 1-1 0 0,0-1 0 0 0,0 0 0 0 0,0 1 1 0 0,-1-1-1 0 0,1 0 0 0 0,0 1 0 0 0,0-1 0 0 0,0 0 1 0 0,0 1-1 0 0,0 0 0 0 0,6 19 2861 0 0,15 17 122 0 0,15 9-874 0 0,74 77 1 0 0,-21-27-1469 0 0,-53-60-635 0 0,-34-34-102 0 0,1 0-1 0 0,-1 0 1 0 0,0 0 0 0 0,1-1 0 0 0,-1 1-1 0 0,1-1 1 0 0,-1 0 0 0 0,1 0 0 0 0,-1 0 0 0 0,1 0-1 0 0,0 0 1 0 0,0 0 0 0 0,0-1 0 0 0,-1 1-1 0 0,5-1 1 0 0,-6 0 3 0 0,0-1 0 0 0,0 1 0 0 0,0-1 0 0 0,0 1 1 0 0,1-1-1 0 0,-1 0 0 0 0,0 1 0 0 0,0-1 0 0 0,0 0 0 0 0,0 0 0 0 0,-1 0 0 0 0,1 0 0 0 0,0 0 0 0 0,0 0 0 0 0,0 0 1 0 0,-1 0-1 0 0,1 0 0 0 0,-1 0 0 0 0,1 0 0 0 0,-1 0 0 0 0,1-1 0 0 0,-1 1 0 0 0,1 0 0 0 0,-1 0 0 0 0,0-2 0 0 0,5-38 291 0 0,-4 32-238 0 0,1-32-303 0 0,-1 1 0 0 0,-2 0 1 0 0,-2 0-1 0 0,-2 0 1 0 0,-18-73-1 0 0,19 101-645 0 0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9:51.2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5985 0 0,'50'59'8967'0'0,"-6"10"-4475"0"0,-28-41-4456 0 0,-2 2-1 0 0,-2-1 1 0 0,0 1 0 0 0,-2 1 0 0 0,9 49 0 0 0,-17-67-4814 0 0,-2-2-1613 0 0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9:51.5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97 920 0 0,'22'-28'4389'0'0,"-17"22"-3582"0"0,0 0 0 0 0,0 0 0 0 0,0 0 1 0 0,8-6-1 0 0,-7 8-220 0 0,0 0 0 0 0,0 0 1 0 0,1 0-1 0 0,-1 1 0 0 0,1 0 0 0 0,0 0 1 0 0,8-2-1 0 0,-14 5-484 0 0,1-1 0 0 0,-1 1 0 0 0,0-1 0 0 0,0 1 0 0 0,1 0-1 0 0,-1 0 1 0 0,0 0 0 0 0,0 0 0 0 0,1 0 0 0 0,-1 0 0 0 0,0 0 0 0 0,0 0 0 0 0,1 0 0 0 0,-1 1-1 0 0,0-1 1 0 0,0 1 0 0 0,0-1 0 0 0,0 0 0 0 0,1 1 0 0 0,-1 0 0 0 0,0-1 0 0 0,0 1 0 0 0,0 0 0 0 0,0 0-1 0 0,0-1 1 0 0,0 1 0 0 0,0 0 0 0 0,-1 0 0 0 0,1 0 0 0 0,0 0 0 0 0,0 0 0 0 0,-1 0 0 0 0,1 0 0 0 0,-1 0-1 0 0,1 1 1 0 0,-1-1 0 0 0,1 0 0 0 0,-1 0 0 0 0,0 0 0 0 0,1 1 0 0 0,-1-1 0 0 0,0 0 0 0 0,0 0 0 0 0,0 1-1 0 0,0-1 1 0 0,0 0 0 0 0,0 0 0 0 0,0 1 0 0 0,-1-1 0 0 0,1 2 0 0 0,-2 6 62 0 0,0 0 1 0 0,0 1-1 0 0,-1-1 1 0 0,0 0 0 0 0,0 0-1 0 0,-6 10 1 0 0,5-12-125 0 0,1 0 1 0 0,0 1 0 0 0,0-1-1 0 0,1 1 1 0 0,-1 0-1 0 0,2 0 1 0 0,-1 0 0 0 0,1 0-1 0 0,0 8 1 0 0,1-14-43 0 0,0-1 0 0 0,0 0 1 0 0,1 1-1 0 0,-1-1 1 0 0,0 0-1 0 0,1 0 0 0 0,-1 1 1 0 0,1-1-1 0 0,0 0 0 0 0,-1 0 1 0 0,1 0-1 0 0,0 0 0 0 0,-1 0 1 0 0,1 0-1 0 0,0 0 0 0 0,0 0 1 0 0,0 0-1 0 0,0 0 0 0 0,0 0 1 0 0,0 0-1 0 0,0-1 0 0 0,0 1 1 0 0,1 0-1 0 0,-1-1 0 0 0,0 1 1 0 0,0-1-1 0 0,0 1 1 0 0,1-1-1 0 0,-1 0 0 0 0,2 1 1 0 0,6 0-33 0 0,-1 0 1 0 0,1-1 0 0 0,16-1 0 0 0,11 2-30 0 0,-33-1 63 0 0,-1 0 1 0 0,0 1-1 0 0,1-1 1 0 0,-1 1-1 0 0,0 0 0 0 0,1 0 1 0 0,-1-1-1 0 0,0 2 0 0 0,0-1 1 0 0,0 0-1 0 0,1 0 0 0 0,-1 1 1 0 0,-1-1-1 0 0,1 1 0 0 0,0-1 1 0 0,0 1-1 0 0,-1 0 1 0 0,1 0-1 0 0,0 0 0 0 0,-1 0 1 0 0,0 0-1 0 0,0 0 0 0 0,1 0 1 0 0,0 3-1 0 0,-2-1 20 0 0,1-1-1 0 0,-1 1 1 0 0,0 0 0 0 0,0-1 0 0 0,0 1-1 0 0,-1-1 1 0 0,1 1 0 0 0,-1 0-1 0 0,0-1 1 0 0,0 1 0 0 0,0-1 0 0 0,0 1-1 0 0,-1-1 1 0 0,1 0 0 0 0,-4 6-1 0 0,-63 99-453 0 0,65-101-1241 0 0,3-2-5164 0 0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9:51.9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92 10594 0 0,'28'-1'3454'0'0,"-1"-1"-1"0"0,48-9 1 0 0,-45 4-3219 0 0,-1-1 0 0 0,0-2 1 0 0,0-1-1 0 0,40-21 0 0 0,-61 27-2036 0 0,-2 0-5550 0 0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9:52.2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 1 3681 0 0,'0'1'161'0'0,"-1"0"0"0"0,1 0 0 0 0,-1 0 0 0 0,1 0 0 0 0,0 0 0 0 0,-1 0 0 0 0,1 0 0 0 0,0 1 0 0 0,0-1 0 0 0,0 0 1 0 0,0 0-1 0 0,0 0 0 0 0,0 0 0 0 0,0 0 0 0 0,0 0 0 0 0,1 0 0 0 0,-1 1 0 0 0,0-1 0 0 0,1 0 0 0 0,-1 0 0 0 0,1 0 0 0 0,-1 0 0 0 0,2 2 0 0 0,13 31 3913 0 0,-13-31-3490 0 0,55 122 6917 0 0,12 69-7943 0 0,-61-167-6466 0 0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9:52.6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0 111 2761 0 0,'22'12'6562'0'0,"29"25"418"0"0,-3 4-3771 0 0,-23-20-2638 0 0,0 0 0 0 0,1-2 0 0 0,45 26 1 0 0,-70-45-553 0 0,1 1 0 0 0,-1-1 0 0 0,0 1 0 0 0,1-1 0 0 0,-1 1 1 0 0,1-1-1 0 0,-1 1 0 0 0,0-1 0 0 0,1 0 0 0 0,-1 0 0 0 0,1 0 0 0 0,-1 0 1 0 0,1 0-1 0 0,-1 0 0 0 0,1 0 0 0 0,-1-1 0 0 0,0 1 0 0 0,1 0 0 0 0,-1-1 0 0 0,1 1 1 0 0,-1-1-1 0 0,0 0 0 0 0,1 1 0 0 0,-1-1 0 0 0,0 0 0 0 0,0 0 0 0 0,0 0 1 0 0,0 0-1 0 0,0 0 0 0 0,0 0 0 0 0,0 0 0 0 0,0 0 0 0 0,0 0 0 0 0,0 0 1 0 0,0-1-1 0 0,-1 1 0 0 0,1 0 0 0 0,0-1 0 0 0,-1 1 0 0 0,1 0 0 0 0,-1-1 1 0 0,1-2-1 0 0,3-9 238 0 0,-1 0 0 0 0,0-1 0 0 0,2-23 0 0 0,-3 19-164 0 0,8-68-1932 0 0,-5 0-3386 0 0,-6 72-1946 0 0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9:52.9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98 126 1376 0 0,'31'-18'4209'0'0,"-28"16"-3483"0"0,1 1-1 0 0,-1-1 1 0 0,0 0 0 0 0,0 1-1 0 0,0-2 1 0 0,0 1-1 0 0,0 0 1 0 0,0 0 0 0 0,4-6-1 0 0,-10 9 2265 0 0,-23 11-21 0 0,12-2-2709 0 0,0 1 1 0 0,1 1-1 0 0,1 0 1 0 0,0 0-1 0 0,1 1 1 0 0,0 1-1 0 0,-10 16 1 0 0,17-24-251 0 0,1 1 1 0 0,-1 0-1 0 0,1 0 1 0 0,0 0-1 0 0,1 1 1 0 0,0-1 0 0 0,0 1-1 0 0,-1 9 1 0 0,3-13 27 0 0,-1 0 0 0 0,1 0 0 0 0,1 0 1 0 0,-1 0-1 0 0,1 0 0 0 0,-1 0 0 0 0,1 0 1 0 0,0 0-1 0 0,1 0 0 0 0,-1 0 0 0 0,1 0 0 0 0,-1 0 1 0 0,1-1-1 0 0,1 1 0 0 0,-1-1 0 0 0,3 4 1 0 0,0-1-11 0 0,0-1 0 0 0,1-1 0 0 0,-1 1 0 0 0,1-1 0 0 0,0 0 0 0 0,0 0 0 0 0,1-1 0 0 0,-1 1 0 0 0,1-1 0 0 0,-1-1 0 0 0,1 0 0 0 0,9 3 1 0 0,-3-2-109 0 0,0-1 1 0 0,0 0 0 0 0,0-1 0 0 0,0 0 0 0 0,23-2 0 0 0,-9-2-452 0 0</inkml:trace>
  <inkml:trace contextRef="#ctx0" brushRef="#br0" timeOffset="1">458 72 2304 0 0,'0'0'85'0'0,"0"0"-1"0"0,0 0 0 0 0,0 0 0 0 0,0 0 0 0 0,-1 0 421 0 0,1 0-421 0 0,0 0 0 0 0,0 0 0 0 0,0 0 0 0 0,0 1 0 0 0,0-1 0 0 0,0 0 0 0 0,0 0 1 0 0,0 0-1 0 0,0 0 0 0 0,0 0 0 0 0,0 0 0 0 0,0 0 0 0 0,0 0 0 0 0,0 0 0 0 0,0 0 0 0 0,0 1 1 0 0,0-1-1 0 0,0 0 0 0 0,0 0 0 0 0,0 0 0 0 0,0 0 0 0 0,0 0 0 0 0,0 0 0 0 0,0 0 0 0 0,0 0 1 0 0,0 0-1 0 0,0 1 0 0 0,0-1 0 0 0,0 0 0 0 0,0 0 421 0 0,0 0-421 0 0,0 0 0 0 0,0 0 0 0 0,1 0 0 0 0,-1 0 0 0 0,0 0 0 0 0,0 0 0 0 0,0 0 1 0 0,0 1-1 0 0,0-1 0 0 0,0 0 0 0 0,0 0 0 0 0,0 0 0 0 0,0 0 0 0 0,0 0 0 0 0,1 0 0 0 0,-1 0 1 0 0,0 0-1 0 0,0 0 0 0 0,12 0 3502 0 0,16-5-589 0 0,123-16 3382 0 0,-93 15-7177 0 0,1-3 1 0 0,61-18-1 0 0,-98 19-5888 0 0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9:53.3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4145 0 0,'6'1'527'0'0,"-1"0"0"0"0,0 0 1 0 0,0 0-1 0 0,-1 1 0 0 0,1-1 1 0 0,0 1-1 0 0,0 0 0 0 0,-1 1 0 0 0,1-1 1 0 0,-1 1-1 0 0,0 0 0 0 0,0 0 0 0 0,0 0 1 0 0,0 0-1 0 0,0 1 0 0 0,-1 0 0 0 0,1-1 1 0 0,-1 1-1 0 0,0 1 0 0 0,0-1 1 0 0,-1 0-1 0 0,4 8 0 0 0,4 9 342 0 0,-1-1 1 0 0,0 1-1 0 0,9 38 1 0 0,0 33-195 0 0,-1-6-1220 0 0,0-32-4883 0 0,-12-42-790 0 0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9:53.7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0 165 10594 0 0,'9'0'639'0'0,"0"1"0"0"0,-1 0-1 0 0,1 0 1 0 0,-1 0 0 0 0,1 1 0 0 0,-1 1-1 0 0,0-1 1 0 0,0 1 0 0 0,0 1-1 0 0,0-1 1 0 0,0 1 0 0 0,-1 1-1 0 0,12 8 1 0 0,-2 2 28 0 0,0 2 0 0 0,0 0 0 0 0,21 29 0 0 0,9 12-262 0 0,-39-49-377 0 0,1 0 0 0 0,0 0 1 0 0,0-1-1 0 0,20 14 0 0 0,-27-21-22 0 0,-1 0-1 0 0,1 0 1 0 0,0 0 0 0 0,0 0 0 0 0,-1-1-1 0 0,1 1 1 0 0,0 0 0 0 0,0-1-1 0 0,0 1 1 0 0,0-1 0 0 0,0 1-1 0 0,0-1 1 0 0,0 0 0 0 0,-1 0 0 0 0,1 0-1 0 0,0 0 1 0 0,0 0 0 0 0,0-1-1 0 0,0 1 1 0 0,0-1 0 0 0,0 1 0 0 0,0-1-1 0 0,0 1 1 0 0,-1-1 0 0 0,1 0-1 0 0,0 0 1 0 0,0 0 0 0 0,-1 0-1 0 0,1 0 1 0 0,-1-1 0 0 0,1 1 0 0 0,-1 0-1 0 0,1-1 1 0 0,-1 1 0 0 0,0-1-1 0 0,0 1 1 0 0,0-1 0 0 0,0 1 0 0 0,2-4-1 0 0,6-14 33 0 0,-1-1-1 0 0,0 0 1 0 0,-1 0 0 0 0,7-41-1 0 0,5-12-314 0 0,40-100-5000 0 0,-55 159 4117 0 0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9:54.1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5065 0 0,'1'4'3098'0'0,"0"4"3126"0"0,3 68 366 0 0,10 45-4905 0 0,-1-14-1614 0 0,-2-52 102 0 0,1-28-1255 0 0,-11-25 621 0 0,1-1 1 0 0,-1 1-1 0 0,0 0 1 0 0,1-1-1 0 0,-1 1 1 0 0,1-1-1 0 0,-1 1 0 0 0,1-1 1 0 0,4 2-1 0 0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9:54.6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19 5065 0 0,'6'-2'1424'0'0,"1"1"0"0"0,0 0 0 0 0,0 0 0 0 0,0 1-1 0 0,10 0 1 0 0,51-7 831 0 0,-48 4-1600 0 0,0 1 1 0 0,-1 0-1 0 0,23 2 1 0 0,-37 1-508 0 0,0-1 0 0 0,1 1-1 0 0,-1 0 1 0 0,0 0 0 0 0,0 1 0 0 0,0-1 0 0 0,-1 1-1 0 0,1 0 1 0 0,0 1 0 0 0,-1-1 0 0 0,1 1 0 0 0,-1 0 0 0 0,0 0-1 0 0,0 0 1 0 0,0 0 0 0 0,6 7 0 0 0,-9-8-127 0 0,1-1 0 0 0,-1 1 0 0 0,0 1 0 0 0,0-1 0 0 0,1 0 0 0 0,-1 0 0 0 0,-1 0 0 0 0,1 1 0 0 0,0-1 0 0 0,0 0 0 0 0,-1 1 0 0 0,0-1 0 0 0,1 0 0 0 0,-1 1 0 0 0,0-1 0 0 0,0 1 0 0 0,0-1 0 0 0,0 0 0 0 0,-1 1 0 0 0,1-1 0 0 0,-2 4 0 0 0,-1 5 75 0 0,-2-1-1 0 0,1 0 1 0 0,-11 17-1 0 0,11-22-38 0 0,0 1 0 0 0,1 0 0 0 0,0 0 0 0 0,0 0 0 0 0,0 0 0 0 0,1 0 0 0 0,0 1 0 0 0,0-1 0 0 0,1 1 0 0 0,-2 12 0 0 0,5-3 10 0 0,0-1-1405 0 0,-5-4-3203 0 0,1-4 2759 0 0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37:41.3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44 118 2761 0 0,'-2'-6'973'0'0,"1"2"319"0"0,0 0 0 0 0,-1 0 0 0 0,1 0 0 0 0,-1 0-1 0 0,0 0 1 0 0,0 0 0 0 0,0 1 0 0 0,-6-7 0 0 0,3 13 1372 0 0,-3 16-2392 0 0,6-13-243 0 0,0 0 0 0 0,1 0 0 0 0,0 0 0 0 0,0 0 0 0 0,1 0 0 0 0,-1 0 0 0 0,1 0 0 0 0,0 0 0 0 0,1 0 0 0 0,0 1 0 0 0,0-1 0 0 0,0 0 0 0 0,3 8 0 0 0,5 10 192 0 0,0-2-1 0 0,13 24 1 0 0,0-2 361 0 0,-14-25-342 0 0,31 64 121 0 0,-35-76-349 0 0,0 0-1 0 0,1 0 1 0 0,0 0-1 0 0,0-1 0 0 0,0 0 1 0 0,1 0-1 0 0,0-1 1 0 0,13 10-1 0 0,-18-14 20 0 0,0-1 0 0 0,0 1 1 0 0,0-1-1 0 0,0 1 0 0 0,0-1 0 0 0,0 1 0 0 0,0-1 1 0 0,0 0-1 0 0,0 1 0 0 0,0-1 0 0 0,0 0 0 0 0,0 0 1 0 0,0 0-1 0 0,0 0 0 0 0,0 0 0 0 0,0 0 0 0 0,0 0 0 0 0,0 0 1 0 0,0 0-1 0 0,0-1 0 0 0,0 1 0 0 0,0 0 0 0 0,0-1 1 0 0,0 1-1 0 0,0 0 0 0 0,0-1 0 0 0,0 0 0 0 0,0 1 1 0 0,0-1-1 0 0,0 1 0 0 0,-1-1 0 0 0,1 0 0 0 0,0 0 0 0 0,0 1 1 0 0,-1-1-1 0 0,1 0 0 0 0,0 0 0 0 0,-1 0 0 0 0,1 0 1 0 0,-1 0-1 0 0,1 0 0 0 0,0-2 0 0 0,2-6 125 0 0,1 0-1 0 0,-1-1 0 0 0,3-18 1 0 0,-1 7-16 0 0,12-41 80 0 0,11-89-1 0 0,-27 147-223 0 0,2-15-17 0 0,0-1 0 0 0,2 1 0 0 0,0 0 0 0 0,1 1 0 0 0,0-1 0 0 0,2 1 0 0 0,19-33 0 0 0,-26 51-98 0 0,-1 0 1 0 0,1 0-1 0 0,-1 0 0 0 0,0 0 1 0 0,1 0-1 0 0,-1 0 0 0 0,1 1 1 0 0,-1-1-1 0 0,1 0 0 0 0,-1 0 1 0 0,1 0-1 0 0,-1 1 0 0 0,0-1 1 0 0,1 0-1 0 0,-1 1 0 0 0,1-1 1 0 0,-1 0-1 0 0,0 0 0 0 0,1 1 1 0 0,-1-1-1 0 0,0 1 0 0 0,1-1 1 0 0,-1 0-1 0 0,0 1 0 0 0,0-1 1 0 0,0 1-1 0 0,1-1 0 0 0,-1 1 1 0 0,0-1-1 0 0,0 1 0 0 0,1 0-524 0 0,3 6-6245 0 0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4:16.5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66 227 4609 0 0,'0'-12'742'0'0,"0"0"0"0"0,1-1 0 0 0,0 1 1 0 0,0 0-1 0 0,7-21 0 0 0,-5 23 143 0 0,-1 1 0 0 0,0-1 0 0 0,0 0 0 0 0,-1 0 1 0 0,-1 0-1 0 0,1 0 0 0 0,-2 0 0 0 0,1 0 0 0 0,-4-15 0 0 0,4 24-789 0 0,0 0 1 0 0,0 0-1 0 0,0 0 0 0 0,0 1 0 0 0,0-1 0 0 0,-1 0 1 0 0,1 1-1 0 0,0-1 0 0 0,0 0 0 0 0,-1 0 0 0 0,1 1 1 0 0,-1-1-1 0 0,1 0 0 0 0,0 1 0 0 0,-1-1 0 0 0,1 1 1 0 0,-1-1-1 0 0,1 1 0 0 0,-1-1 0 0 0,0 1 0 0 0,1-1 1 0 0,-1 1-1 0 0,0-1 0 0 0,1 1 0 0 0,-1-1 0 0 0,0 1 1 0 0,1 0-1 0 0,-1 0 0 0 0,0-1 0 0 0,1 1 0 0 0,-1 0 1 0 0,-1 0-1 0 0,1 0-6 0 0,-1 1 0 0 0,1 0 0 0 0,-1-1 0 0 0,1 1 0 0 0,0 0 0 0 0,0 0 0 0 0,-1 0 0 0 0,1 0 0 0 0,0 0 0 0 0,0 0 0 0 0,0 1 0 0 0,0-1 0 0 0,0 0 0 0 0,-1 2 0 0 0,-25 48 322 0 0,22-37-365 0 0,1 0 1 0 0,1 0-1 0 0,0 1 0 0 0,0-1 0 0 0,2 1 0 0 0,-1 26 1 0 0,13 91 261 0 0,-5-78-250 0 0,4 59 70 0 0,62 527 750 0 0,-67-610-929 0 0,-1-6-103 0 0,0 0 0 0 0,-2 1 1 0 0,0-1-1 0 0,-2 0 0 0 0,-5 47 0 0 0,4-68-472 0 0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4:17.7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161 66 4681 0 0,'1'-2'191'0'0,"0"0"1"0"0,-1 1-1 0 0,1-1 1 0 0,0 0-1 0 0,-1 0 1 0 0,1 0-1 0 0,-1 0 1 0 0,0 0-1 0 0,1 0 1 0 0,-1 0-1 0 0,0 1 1 0 0,0-1-1 0 0,0 0 1 0 0,-1 0-1 0 0,1 0 0 0 0,0 0 1 0 0,-1 0-1 0 0,1 0 1 0 0,-1 0-1 0 0,0 0 1 0 0,1 1-1 0 0,-1-1 1 0 0,-2-3-1 0 0,1 4 202 0 0,0-1 0 0 0,0 0 1 0 0,0 1-1 0 0,0-1 0 0 0,-1 1 0 0 0,1 0 0 0 0,0 0 0 0 0,-1 0 1 0 0,1 0-1 0 0,-1 0 0 0 0,1 0 0 0 0,-1 0 0 0 0,1 1 0 0 0,-1 0 0 0 0,-3-1 1 0 0,-3 1 640 0 0,0 0-1 0 0,-1 0 1 0 0,1 1 0 0 0,0 0 0 0 0,-11 3 0 0 0,-14 7 250 0 0,33-11-1259 0 0,0 1 1 0 0,0-1-1 0 0,0 0 0 0 0,0 1 0 0 0,0-1 0 0 0,0 1 0 0 0,0-1 0 0 0,1 1 0 0 0,-1 0 1 0 0,0-1-1 0 0,0 1 0 0 0,1 0 0 0 0,-1-1 0 0 0,0 1 0 0 0,1 0 0 0 0,-1 0 0 0 0,1 0 1 0 0,-1 0-1 0 0,1 0 0 0 0,-1-1 0 0 0,1 1 0 0 0,0 0 0 0 0,-1 0 0 0 0,1 2 0 0 0,0-2-26 0 0,0 0 0 0 0,1 0-1 0 0,-1 0 1 0 0,1 0-1 0 0,-1-1 1 0 0,1 1 0 0 0,-1 0-1 0 0,1 0 1 0 0,-1 0 0 0 0,1 0-1 0 0,0 0 1 0 0,-1-1 0 0 0,1 1-1 0 0,0 0 1 0 0,0-1-1 0 0,0 1 1 0 0,0 0 0 0 0,1 0-1 0 0,4 2-38 0 0,0 0-1 0 0,0 0 0 0 0,0-1 1 0 0,1 0-1 0 0,-1 0 0 0 0,9 1 1 0 0,64 3-153 0 0,24 3 61 0 0,-91-7 73 0 0,0 0 0 0 0,0 1-1 0 0,-1 0 1 0 0,1 1-1 0 0,-1 0 1 0 0,13 8-1 0 0,-22-11 54 0 0,0 0-1 0 0,0 0 0 0 0,0 0 0 0 0,0 1 0 0 0,0-1 1 0 0,0 1-1 0 0,0-1 0 0 0,0 1 0 0 0,-1 0 0 0 0,1 0 0 0 0,-1-1 1 0 0,1 1-1 0 0,-1 0 0 0 0,0 1 0 0 0,0-1 0 0 0,1 0 0 0 0,-2 0 1 0 0,1 0-1 0 0,0 1 0 0 0,0-1 0 0 0,-1 0 0 0 0,1 1 0 0 0,-1-1 1 0 0,0 1-1 0 0,0-1 0 0 0,0 0 0 0 0,0 1 0 0 0,0-1 0 0 0,0 1 1 0 0,0-1-1 0 0,-1 0 0 0 0,0 1 0 0 0,1-1 0 0 0,-1 0 1 0 0,0 1-1 0 0,0-1 0 0 0,-2 4 0 0 0,-5 7-17 0 0,-1 0-1 0 0,0 0 1 0 0,0-1 0 0 0,-21 21-1 0 0,16-19 14 0 0,0 0 9 0 0,-2 0-1 0 0,0-1 0 0 0,-34 21 0 0 0,-16 12 4 0 0,65-45-2 0 0,1-1 1 0 0,0 0 0 0 0,0 0 0 0 0,-1 0-1 0 0,1 1 1 0 0,0-1 0 0 0,0 0 0 0 0,-1 0-1 0 0,1 1 1 0 0,0-1 0 0 0,0 0 0 0 0,0 0-1 0 0,-1 1 1 0 0,1-1 0 0 0,0 0 0 0 0,0 1-1 0 0,0-1 1 0 0,0 0 0 0 0,0 1 0 0 0,0-1-1 0 0,-1 0 1 0 0,1 1 0 0 0,0-1 0 0 0,0 0-1 0 0,0 1 1 0 0,0-1 0 0 0,0 0 0 0 0,0 1-1 0 0,1-1 1 0 0,-1 0 0 0 0,0 1 0 0 0,0 0-1 0 0,11 6-22 0 0,25 2-46 0 0,-26-7 42 0 0,-3 0 5 0 0,-1 0 0 0 0,0 1 0 0 0,0 0-1 0 0,0 0 1 0 0,0 0 0 0 0,0 1 0 0 0,0 0 0 0 0,-1 0 0 0 0,0 0 0 0 0,0 1 0 0 0,0 0 0 0 0,0 0 0 0 0,-1 0 0 0 0,0 0 0 0 0,5 9 0 0 0,-7-10 2 0 0,0 0 0 0 0,1 1 1 0 0,-2-1-1 0 0,1 1 1 0 0,0-1-1 0 0,-1 1 1 0 0,0 0-1 0 0,0 0 0 0 0,0 0 1 0 0,-1-1-1 0 0,0 1 1 0 0,0 0-1 0 0,0 0 0 0 0,0 0 1 0 0,-1 0-1 0 0,0 0 1 0 0,0-1-1 0 0,0 1 0 0 0,0 0 1 0 0,-1 0-1 0 0,-3 6 1 0 0,-7 8-82 0 0,-1 0 0 0 0,-1-1 0 0 0,0-1 0 0 0,-1-1 0 0 0,-1 0 1 0 0,-18 14-1 0 0,12-10 85 0 0,1 0 1 0 0,-30 38-1 0 0,50-57-44 0 0,1-1 0 0 0,-1 1-1 0 0,1 0 1 0 0,-1-1 0 0 0,0 1-1 0 0,1 0 1 0 0,-1-1 0 0 0,1 1-1 0 0,-1 0 1 0 0,1 0 0 0 0,0-1-1 0 0,-1 1 1 0 0,1 0 0 0 0,0 0-1 0 0,0 0 1 0 0,-1 0 0 0 0,1-1-1 0 0,0 1 1 0 0,0 0 0 0 0,0 0-1 0 0,0 0 1 0 0,0 0 0 0 0,0 0-1 0 0,0-1 1 0 0,1 1 0 0 0,-1 0-1 0 0,0 0 1 0 0,0 0 0 0 0,1 0-1 0 0,-1-1 1 0 0,0 1 0 0 0,1 1-1 0 0,1-1-176 0 0,-1 0-1 0 0,1-1 0 0 0,0 1 0 0 0,-1 0 1 0 0,1 0-1 0 0,0-1 0 0 0,0 0 1 0 0,-1 1-1 0 0,1-1 0 0 0,0 0 1 0 0,0 0-1 0 0,0 1 0 0 0,-1-1 1 0 0,3-1-1 0 0,11 0-1521 0 0,0-1 0 0 0,22-5 0 0 0,7-8 185 0 0,-31 9 1051 0 0,-1 2 0 0 0,1 0-1 0 0,1 0 1 0 0,15-1-1 0 0,-25 4 410 0 0,-1 1 0 0 0,0 0-1 0 0,0 0 1 0 0,0 0-1 0 0,0 0 1 0 0,0 1 0 0 0,0-1-1 0 0,0 1 1 0 0,0 0 0 0 0,0 0-1 0 0,0 0 1 0 0,0 0-1 0 0,0 0 1 0 0,0 1 0 0 0,-1-1-1 0 0,1 1 1 0 0,-1 0 0 0 0,1 0-1 0 0,-1 0 1 0 0,0 0-1 0 0,1 0 1 0 0,-1 1 0 0 0,2 2-1 0 0,-3-3 113 0 0,0-1 0 0 0,0 1-1 0 0,-1-1 1 0 0,1 0 0 0 0,-1 1-1 0 0,1-1 1 0 0,-1 1 0 0 0,0-1-1 0 0,1 1 1 0 0,-1 0 0 0 0,0-1-1 0 0,0 1 1 0 0,0-1 0 0 0,0 1-1 0 0,0-1 1 0 0,-1 1 0 0 0,1 0-1 0 0,0-1 1 0 0,-1 1 0 0 0,1-1-1 0 0,-1 1 1 0 0,1-1 0 0 0,-1 0-1 0 0,-1 3 1 0 0,-18 37 12272 0 0,22-38-11928 0 0,0-1-1 0 0,-1 1 1 0 0,1 0 0 0 0,-1 0-1 0 0,0 0 1 0 0,1 0 0 0 0,-1 0-1 0 0,-1 0 1 0 0,1 0-1 0 0,0 0 1 0 0,-1 0 0 0 0,1 0-1 0 0,-1 4 1 0 0,-2 50 2430 0 0,1-21-2616 0 0,28 280 584 0 0,-10-178-561 0 0,6 27 200 0 0,5 60 520 0 0,-26-188-857 0 0,-1 0 0 0 0,-3 0 0 0 0,0 0 0 0 0,-9 40 0 0 0,2-52-2820 0 0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4:18.4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149 3 4145 0 0,'-7'2'534'0'0,"0"1"0"0"0,0-1-1 0 0,0-1 1 0 0,0 1 0 0 0,-10 0 0 0 0,-28 7 2256 0 0,37-6-2057 0 0,5-3-450 0 0,0 1 1 0 0,0 0-1 0 0,0 0 0 0 0,1 0 0 0 0,-1 0 1 0 0,0 1-1 0 0,1-1 0 0 0,-1 1 0 0 0,1 0 1 0 0,-1-1-1 0 0,1 1 0 0 0,0 0 0 0 0,0 0 1 0 0,0 1-1 0 0,-4 3 0 0 0,7-5-229 0 0,-1-1-1 0 0,0 1 0 0 0,1 0 1 0 0,-1-1-1 0 0,1 1 0 0 0,-1-1 1 0 0,1 1-1 0 0,-1-1 1 0 0,1 1-1 0 0,-1-1 0 0 0,1 1 1 0 0,-1-1-1 0 0,1 1 0 0 0,-1-1 1 0 0,1 0-1 0 0,0 1 0 0 0,-1-1 1 0 0,1 0-1 0 0,0 0 0 0 0,-1 1 1 0 0,1-1-1 0 0,0 0 1 0 0,0 0-1 0 0,20 6 308 0 0,6-6 72 0 0,1 0 1 0 0,0-2-1 0 0,30-6 0 0 0,24-2 1 0 0,466-10 1455 0 0,-163 0-420 0 0,-320 15-1319 0 0,-49 3-133 0 0,-9 1 2 0 0,-1 0 1 0 0,0 0 0 0 0,1 0 0 0 0,0 1 0 0 0,-1 0 0 0 0,1 1 0 0 0,-1-1 0 0 0,1 1 0 0 0,9 3 0 0 0,-16-4-18 0 0,0 0 1 0 0,0 0 0 0 0,0 0 0 0 0,1 0 0 0 0,-1 0 0 0 0,0 1 0 0 0,0-1-1 0 0,0 0 1 0 0,0 0 0 0 0,1 0 0 0 0,-1 0 0 0 0,0 1 0 0 0,0-1 0 0 0,0 0-1 0 0,0 0 1 0 0,0 0 0 0 0,0 1 0 0 0,1-1 0 0 0,-1 0 0 0 0,0 0 0 0 0,0 0-1 0 0,0 1 1 0 0,0-1 0 0 0,0 0 0 0 0,0 0 0 0 0,0 1 0 0 0,0-1 0 0 0,0 0-1 0 0,0 0 1 0 0,0 0 0 0 0,0 1 0 0 0,0-1 0 0 0,0 0 0 0 0,0 0 0 0 0,0 1-1 0 0,-1-1 1 0 0,1 0 0 0 0,0 0 0 0 0,0 0 0 0 0,0 1 0 0 0,0-1 0 0 0,0 0 0 0 0,0 0-1 0 0,-1 0 1 0 0,1 0 0 0 0,0 1 0 0 0,-15 9 25 0 0,-16 3-803 0 0,26-11 441 0 0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4:19.7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1 225 920 0 0,'22'-10'12434'0'0,"-17"9"-11304"0"0,18 3 5774 0 0,-17 6-5274 0 0,2-1-2349 0 0,-7-7 735 0 0,0 0 1 0 0,0 0-1 0 0,0-1 1 0 0,-1 1-1 0 0,1 0 1 0 0,0-1-1 0 0,0 1 1 0 0,-1-1-1 0 0,1 1 1 0 0,0-1 0 0 0,-1 1-1 0 0,1-1 1 0 0,-1 0-1 0 0,1 1 1 0 0,0-1-1 0 0,-1 0 1 0 0,1 1-1 0 0,0-2 1 0 0,2-3-9 0 0,0-1 0 0 0,0 1-1 0 0,0 0 1 0 0,0-1 0 0 0,-1 1 0 0 0,0-1 0 0 0,0 0 0 0 0,-1 1-1 0 0,2-12 1 0 0,-1-55 109 0 0,-2 56 27 0 0,0-1 1 0 0,4-30 0 0 0,-3 45-78 0 0,6 21 146 0 0,3 28-217 0 0,-3-13 19 0 0,15 49 0 0 0,-19-74-29 0 0,0-1 0 0 0,0 0 0 0 0,1 0-1 0 0,0-1 1 0 0,1 1 0 0 0,-1-1 0 0 0,2 1 0 0 0,-1-2 0 0 0,1 1 0 0 0,0 0-1 0 0,8 6 1 0 0,-12-12-7 0 0,-1 0 0 0 0,1 0 0 0 0,-1-1 0 0 0,1 1 0 0 0,-1 0 0 0 0,1-1 0 0 0,0 1 0 0 0,-1-1 0 0 0,1 1 0 0 0,0-1 0 0 0,-1 0 0 0 0,1 0 0 0 0,0 0 0 0 0,-1 0-1 0 0,1 0 1 0 0,0 0 0 0 0,0 0 0 0 0,-1 0 0 0 0,1-1 0 0 0,0 1 0 0 0,-1-1 0 0 0,1 1 0 0 0,-1-1 0 0 0,1 0 0 0 0,-1 0 0 0 0,1 0 0 0 0,-1 0 0 0 0,1 0 0 0 0,-1 0 0 0 0,0 0 0 0 0,1 0-1 0 0,-1 0 1 0 0,0 0 0 0 0,2-3 0 0 0,5-6 3 0 0,1-1-1 0 0,-2 1 0 0 0,11-21 0 0 0,-7 13 2 0 0,14-26 13 0 0,-20 34 67 0 0,0-1 0 0 0,0 1-1 0 0,1 1 1 0 0,1-1-1 0 0,0 1 1 0 0,0 0 0 0 0,0 1-1 0 0,15-13 1 0 0,-21 21-49 0 0,0-1 0 0 0,0 1-1 0 0,-1 0 1 0 0,1 0 0 0 0,0 0 0 0 0,0-1 0 0 0,0 1 0 0 0,0 0 0 0 0,-1 0-1 0 0,1 0 1 0 0,0 0 0 0 0,0 1 0 0 0,0-1 0 0 0,-1 0 0 0 0,1 0 0 0 0,0 0-1 0 0,0 1 1 0 0,0-1 0 0 0,-1 0 0 0 0,1 1 0 0 0,0-1 0 0 0,-1 1 0 0 0,1-1-1 0 0,0 1 1 0 0,-1-1 0 0 0,1 1 0 0 0,0-1 0 0 0,-1 1 0 0 0,1 0-1 0 0,-1-1 1 0 0,1 1 0 0 0,-1 0 0 0 0,1-1 0 0 0,0 3 0 0 0,15 26 71 0 0,-15-27-68 0 0,35 100 68 0 0,-27-69-85 0 0,29 62-1 0 0,-34-87-49 0 0,1 1 1 0 0,0 0-1 0 0,1-1 0 0 0,0 0 0 0 0,0-1 0 0 0,1 1 0 0 0,-1-1 1 0 0,2 0-1 0 0,-1-1 0 0 0,1 1 0 0 0,10 5 0 0 0,-16-11 45 0 0,-1 0 1 0 0,0 0-1 0 0,1-1 0 0 0,-1 1 0 0 0,0 0 0 0 0,1-1 1 0 0,-1 1-1 0 0,0-1 0 0 0,1 0 0 0 0,-1 0 0 0 0,1 1 1 0 0,-1-1-1 0 0,1 0 0 0 0,-1 0 0 0 0,1 0 0 0 0,-1 0 0 0 0,1-1 1 0 0,-1 1-1 0 0,0 0 0 0 0,1-1 0 0 0,-1 1 0 0 0,1-1 1 0 0,-1 1-1 0 0,0-1 0 0 0,1 1 0 0 0,-1-1 0 0 0,0 0 0 0 0,0 0 1 0 0,0 0-1 0 0,1 0 0 0 0,-1 0 0 0 0,0 0 0 0 0,0 0 1 0 0,0 0-1 0 0,-1 0 0 0 0,1 0 0 0 0,0-1 0 0 0,0 1 0 0 0,-1 0 1 0 0,1 0-1 0 0,0-2 0 0 0,4-8-45 0 0,-1 0 1 0 0,0 1-1 0 0,-1-2 1 0 0,2-14-1 0 0,-1 10 27 0 0,6-24 55 0 0,23-77 276 0 0,-28 104-271 0 0,0 1 0 0 0,1-1 0 0 0,0 1 0 0 0,1 0 1 0 0,0 0-1 0 0,14-16 0 0 0,-20 27-26 0 0,-1 1 1 0 0,0-1 0 0 0,1 1-1 0 0,-1-1 1 0 0,1 1-1 0 0,-1 0 1 0 0,1-1-1 0 0,-1 1 1 0 0,1 0-1 0 0,-1-1 1 0 0,1 1-1 0 0,-1 0 1 0 0,1-1-1 0 0,-1 1 1 0 0,1 0-1 0 0,-1 0 1 0 0,1 0-1 0 0,0 0 1 0 0,-1 0-1 0 0,1-1 1 0 0,-1 1-1 0 0,1 0 1 0 0,0 0-1 0 0,-1 0 1 0 0,1 1-1 0 0,-1-1 1 0 0,1 0-1 0 0,1 0 1 0 0,12 15 163 0 0,5 31-32 0 0,-16-39-102 0 0,10 30-32 0 0,4 10-8 0 0,39 76 0 0 0,-36-85-239 0 0,-1 1 0 0 0,14 43 1 0 0,-32-74-602 0 0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4:20.1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12 224 920 0 0,'0'0'67'0'0,"-1"0"0"0"0,0 0-1 0 0,1 0 1 0 0,-1 0 0 0 0,1-1-1 0 0,-1 1 1 0 0,1 0 0 0 0,-1 0 0 0 0,1-1-1 0 0,-1 1 1 0 0,1-1 0 0 0,-1 1-1 0 0,1 0 1 0 0,-1-1 0 0 0,1 1-1 0 0,0-1 1 0 0,-1 1 0 0 0,1-1 0 0 0,-1 1-1 0 0,1-1 1 0 0,0 1 0 0 0,0-1-1 0 0,-1 1 1 0 0,1-1 0 0 0,0 1 0 0 0,0-1-1 0 0,0 0 1 0 0,0 1 0 0 0,0-1-1 0 0,-1 1 1 0 0,1-1 0 0 0,0 1-1 0 0,0-1 1 0 0,1-1 0 0 0,-1 0 451 0 0,1 0 1 0 0,0 0-1 0 0,0 0 1 0 0,0-1 0 0 0,0 1-1 0 0,0 0 1 0 0,1 0-1 0 0,-1 1 1 0 0,3-4-1 0 0,3-2 1485 0 0,0 0-1 0 0,0 1 1 0 0,14-11-1 0 0,12-2-663 0 0,1 2 0 0 0,0 1 1 0 0,41-14-1 0 0,-31 17-1136 0 0,1 1 0 0 0,0 3 1 0 0,1 1-1 0 0,58-1 1 0 0,-13 4-71 0 0,38-4 2 0 0,239 16 1 0 0,-281-1 12 0 0,126-6 1 0 0,-23 4-2449 0 0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4:20.6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15 4609 0 0,'10'-14'16599'0'0,"-9"14"-16194"0"0,9 2 3267 0 0,-6 1-5315 0 0,-3-3 1664 0 0,-1 0 1 0 0,1 1-1 0 0,-1-1 1 0 0,1 1-1 0 0,-1-1 1 0 0,0 1-1 0 0,1 0 1 0 0,-1-1-1 0 0,0 1 1 0 0,1-1-1 0 0,-1 1 1 0 0,0 0-1 0 0,0-1 1 0 0,0 1-1 0 0,0-1 1 0 0,0 1-1 0 0,1 0 1 0 0,-1-1-1 0 0,0 1 1 0 0,0 0-1 0 0,-1-1 1 0 0,1 2-1 0 0,-2 20 10 0 0,1-17 41 0 0,1 56-46 0 0,2 0 0 0 0,3 0 1 0 0,3-1-1 0 0,2 0 1 0 0,30 97-1 0 0,20 19-90 0 0,7 27-16 0 0,-46-123 118 0 0,11 86 0 0 0,-27-128-23 0 0,-2 0 1 0 0,-1 0-1 0 0,-3 0 0 0 0,-7 60 0 0 0,-2-29-2146 0 0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4:21.54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196 2 6913 0 0,'-4'-1'387'0'0,"0"1"0"0"0,0 0-1 0 0,0 0 1 0 0,0 0-1 0 0,0 0 1 0 0,-1 1-1 0 0,1-1 1 0 0,0 1-1 0 0,0 1 1 0 0,0-1-1 0 0,1 0 1 0 0,-1 1-1 0 0,0 0 1 0 0,-4 2-1 0 0,-53 37 4690 0 0,49-32-4156 0 0,10-7-683 0 0,-29 23 1428 0 0,29-24-1550 0 0,0 1 0 0 0,0-1 1 0 0,1 1-1 0 0,-1 0 0 0 0,1-1 0 0 0,-1 1 0 0 0,1 0 0 0 0,0 0 0 0 0,-1 0 0 0 0,1 0 0 0 0,0 0 1 0 0,0 0-1 0 0,-1 5 0 0 0,3-6-93 0 0,-1 0 0 0 0,0 0 0 0 0,1 0 1 0 0,-1 0-1 0 0,1 0 0 0 0,-1-1 0 0 0,1 1 1 0 0,0 0-1 0 0,-1 0 0 0 0,1 0 0 0 0,0-1 0 0 0,0 1 1 0 0,-1 0-1 0 0,1 0 0 0 0,0-1 0 0 0,0 1 1 0 0,0-1-1 0 0,0 1 0 0 0,0-1 0 0 0,0 1 1 0 0,0-1-1 0 0,0 0 0 0 0,0 1 0 0 0,2-1 0 0 0,29 7 101 0 0,-28-6-57 0 0,18 2 68 0 0,0-2 0 0 0,30-1 1 0 0,-35-1-137 0 0,-1 1 0 0 0,0 1 0 0 0,1 0 1 0 0,-1 1-1 0 0,29 7 0 0 0,-44-9-12 0 0,0 0 0 0 0,0 1-1 0 0,1-1 1 0 0,-1 0 0 0 0,0 1 0 0 0,0-1 0 0 0,0 1-1 0 0,0-1 1 0 0,-1 1 0 0 0,1 0 0 0 0,0-1 0 0 0,0 1-1 0 0,0 0 1 0 0,0 0 0 0 0,-1-1 0 0 0,1 1 0 0 0,0 0-1 0 0,-1 0 1 0 0,1 0 0 0 0,0 0 0 0 0,-1 0 0 0 0,1 0-1 0 0,-1 0 1 0 0,0 0 0 0 0,1 2 0 0 0,-1-2-5 0 0,0 1 0 0 0,0 0 1 0 0,-1 0-1 0 0,1-1 0 0 0,-1 1 1 0 0,1 0-1 0 0,-1 0 0 0 0,1-1 0 0 0,-1 1 1 0 0,0-1-1 0 0,0 1 0 0 0,0 0 1 0 0,0-1-1 0 0,-2 2 0 0 0,-6 7-51 0 0,0 0 0 0 0,-1 0 1 0 0,-16 10-1 0 0,19-14 61 0 0,-72 52-87 0 0,46-34 79 0 0,0 1-1 0 0,-43 43 1 0 0,75-67 10 0 0,0-1 1 0 0,0 1-1 0 0,0 0 0 0 0,0 0 0 0 0,1 0 0 0 0,-1 0 0 0 0,0-1 0 0 0,0 1 0 0 0,1 0 0 0 0,-1 1 0 0 0,1-1 0 0 0,-1 0 0 0 0,1 0 0 0 0,-1 0 0 0 0,1 0 0 0 0,0 0 0 0 0,-1 0 0 0 0,1 1 0 0 0,0-1 0 0 0,0 0 0 0 0,0 0 0 0 0,0 0 0 0 0,0 0 0 0 0,0 1 1 0 0,1 1-1 0 0,0-2-15 0 0,0 0 1 0 0,-1 0-1 0 0,2 0 1 0 0,-1 0-1 0 0,0 0 1 0 0,0 0-1 0 0,0 0 1 0 0,0-1-1 0 0,1 1 1 0 0,-1 0-1 0 0,0-1 1 0 0,1 1-1 0 0,-1-1 1 0 0,0 1-1 0 0,1-1 1 0 0,-1 1 0 0 0,3-1-1 0 0,10 2-137 0 0,0-1 1 0 0,0 0-1 0 0,18-2 1 0 0,-27 1 148 0 0,27-1 70 0 0,-9-1 89 0 0,-1 1 0 0 0,1 1 0 0 0,-1 1-1 0 0,1 1 1 0 0,43 9 0 0 0,-65-10-143 0 0,1-1 0 0 0,-1 0 0 0 0,0 0 0 0 0,0 1 0 0 0,0-1 0 0 0,0 1 0 0 0,0-1 0 0 0,0 1 0 0 0,0-1 1 0 0,-1 1-1 0 0,1 0 0 0 0,0-1 0 0 0,0 1 0 0 0,0 0 0 0 0,0-1 0 0 0,-1 1 0 0 0,1 0 0 0 0,0 0 0 0 0,-1 0 0 0 0,1 0 0 0 0,-1 0 1 0 0,1 0-1 0 0,-1 0 0 0 0,1 0 0 0 0,-1 0 0 0 0,0 0 0 0 0,0 0 0 0 0,1 0 0 0 0,-1 0 0 0 0,0 0 0 0 0,0 0 0 0 0,0 0 0 0 0,0 1 1 0 0,0-1-1 0 0,0 0 0 0 0,0 0 0 0 0,-1 0 0 0 0,1 0 0 0 0,0 0 0 0 0,-1 0 0 0 0,1 0 0 0 0,0 0 0 0 0,-1 0 0 0 0,1 0 0 0 0,-1 0 1 0 0,0 0-1 0 0,1 0 0 0 0,-2 1 0 0 0,-4 7-16 0 0,-1-1 0 0 0,0 0 0 0 0,-1 0 0 0 0,-8 7 1 0 0,6-5 32 0 0,-5 4-33 0 0,-5 6-18 0 0,0 0-1 0 0,1 1 1 0 0,1 1-1 0 0,-25 41 1 0 0,41-61 27 0 0,1 0 0 0 0,0 0 1 0 0,0 0-1 0 0,0 0 0 0 0,1 0 1 0 0,-1 0-1 0 0,0 0 0 0 0,1 0 0 0 0,-1 0 1 0 0,1 1-1 0 0,0-1 0 0 0,0 0 1 0 0,0 0-1 0 0,0 1 0 0 0,0-1 1 0 0,1 3-1 0 0,-1-4-8 0 0,1 0 0 0 0,-1 0-1 0 0,1 1 1 0 0,0-1 0 0 0,0 0 0 0 0,-1 0 0 0 0,1 0-1 0 0,0 0 1 0 0,0 0 0 0 0,0-1 0 0 0,0 1 0 0 0,0 0-1 0 0,0 0 1 0 0,0 0 0 0 0,0-1 0 0 0,0 1 0 0 0,1-1-1 0 0,-1 1 1 0 0,0-1 0 0 0,2 1 0 0 0,3 0-235 0 0,0 0 0 0 0,1 0 0 0 0,-1-1 1 0 0,0 0-1 0 0,0 0 0 0 0,0 0 0 0 0,1-1 0 0 0,-1 0 0 0 0,11-3 0 0 0,7-4-1957 0 0,-11 3-607 0 0,0 2 1 0 0,0-1-1 0 0,0 1 1 0 0,26-2-1 0 0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4:21.9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5065 0 0,'0'3'659'0'0,"0"1"-1"0"0,0-1 1 0 0,0 0 0 0 0,0 0-1 0 0,1 1 1 0 0,-1-1 0 0 0,1 0-1 0 0,0 0 1 0 0,0 0 0 0 0,0 0-1 0 0,0 0 1 0 0,0 0 0 0 0,1 0-1 0 0,-1 0 1 0 0,1 0 0 0 0,3 3-1 0 0,4 12 1436 0 0,2 16-1020 0 0,-2-1 0 0 0,-2 2 0 0 0,4 42-1 0 0,6 27-410 0 0,-7-57-626 0 0,-3 1-1 0 0,-1 1 1 0 0,-3-1-1 0 0,-2 1 1 0 0,-8 79-1 0 0,6-114-89 0 0,1-1-1 0 0,1 1 1 0 0,0-1-1 0 0,1 0 0 0 0,0 0 1 0 0,1 1-1 0 0,1-1 1 0 0,6 14-1 0 0,10 50-156 0 0,-17-20-288 0 0,-3-53 194 0 0,0 0 0 0 0,0 0 1 0 0,-1 0-1 0 0,0 0 0 0 0,0 0 1 0 0,0 0-1 0 0,0 0 0 0 0,-1 0 1 0 0,1 0-1 0 0,-1 0 0 0 0,-3 5 1 0 0,2-6-600 0 0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4:23.2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4309 0 6913 0 0,'-10'32'14540'0'0,"-20"-31"-14356"0"0,0 1 0 0 0,0 1 0 0 0,-43 10 0 0 0,42-6-28 0 0,0-2 0 0 0,-1-1 0 0 0,-50 0 0 0 0,45-5-83 0 0,0 2 0 0 0,-62 9 0 0 0,-73 24 398 0 0,85-16-302 0 0,-15-3-120 0 0,0-5 1 0 0,-133-3 0 0 0,-16 0 6 0 0,-72-11-198 0 0,5 0 4 0 0,214 7 234 0 0,-182-18 0 0 0,-20 2-96 0 0,150 10 0 0 0,-140 8-127 0 0,238-3 118 0 0,-357 39 69 0 0,365-34 30 0 0,-1-2 0 0 0,0-3 0 0 0,0-2 0 0 0,-85-10-1 0 0,97 3 74 0 0,30 4-86 0 0,-1 1 0 0 0,1 0 1 0 0,-1 1-1 0 0,0 0 1 0 0,1 1-1 0 0,-16 0 1 0 0,17 1-39 0 0,1 0 0 0 0,-1 0 0 0 0,1 1 0 0 0,-1 0 0 0 0,1 0 0 0 0,0 1 0 0 0,0 0 0 0 0,0 0 0 0 0,-10 6 0 0 0,-8 0 163 0 0,17-8-2495 0 0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4:26.7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60 437 10138 0 0,'-1'0'230'0'0,"-16"-8"4867"0"0,14 7-4730 0 0,1 0-1 0 0,0 0 0 0 0,0 1 1 0 0,0 0-1 0 0,0-1 0 0 0,-1 1 1 0 0,1 0-1 0 0,0 0 0 0 0,0 0 0 0 0,-1 0 1 0 0,1 0-1 0 0,0 1 0 0 0,-4 0 1 0 0,-1-1 983 0 0,17 2-89 0 0,4 4-1211 0 0,1 1 0 0 0,-1 0-1 0 0,0 1 1 0 0,0 0 0 0 0,20 18 0 0 0,62 61-156 0 0,-70-61 78 0 0,0-2 0 0 0,2 0-1 0 0,42 27 1 0 0,-62-46 34 0 0,21 11-19 0 0,-28-15 17 0 0,1 0 1 0 0,-1-1-1 0 0,1 1 0 0 0,-1-1 0 0 0,1 1 1 0 0,-1-1-1 0 0,1 0 0 0 0,-1 1 0 0 0,1-1 1 0 0,-1 0-1 0 0,1 0 0 0 0,-1 0 0 0 0,1 0 0 0 0,-1 0 1 0 0,1-1-1 0 0,-1 1 0 0 0,2-1 0 0 0,-1-1 70 0 0,-1-1-1 0 0,0 0 0 0 0,0 1 0 0 0,0-1 1 0 0,0 0-1 0 0,0 0 0 0 0,-1 1 0 0 0,1-1 1 0 0,-1 0-1 0 0,0-4 0 0 0,1-2 84 0 0,32-199 734 0 0,-16 91-1048 0 0,34-120-1 0 0,-45 213-419 0 0,12-36 359 0 0,-1 23-6935 0 0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4:27.1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7370 0 0,'0'0'568'0'0,"2"36"11262"0"0,6 27-9420 0 0,2 11-2665 0 0,-3 9 376 0 0,1-13-369 0 0,-3 0 0 0 0,-3 0 0 0 0,-10 96 1 0 0,-1-121-1621 0 0,-1-18-2142 0 0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4:27.4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4 129 4145 0 0,'-2'-34'867'0'0,"1"-12"2510"0"0,7 5 3545 0 0,-6 40-6743 0 0,1 1-1 0 0,-1-1 1 0 0,1 0 0 0 0,0 1-1 0 0,-1-1 1 0 0,1 1-1 0 0,0-1 1 0 0,-1 1-1 0 0,1 0 1 0 0,0-1-1 0 0,0 1 1 0 0,0 0 0 0 0,-1-1-1 0 0,1 1 1 0 0,0 0-1 0 0,0 0 1 0 0,0 0-1 0 0,0 0 1 0 0,-1 0-1 0 0,1 0 1 0 0,0 0 0 0 0,0 0-1 0 0,0 0 1 0 0,0 0-1 0 0,-1 0 1 0 0,1 0-1 0 0,0 1 1 0 0,0-1 0 0 0,0 0-1 0 0,-1 1 1 0 0,1-1-1 0 0,0 0 1 0 0,0 1-1 0 0,-1-1 1 0 0,1 1-1 0 0,1 0 1 0 0,28 18 635 0 0,-12-6-692 0 0,-1 2 1 0 0,-1 0 0 0 0,-1 1 0 0 0,18 23 0 0 0,50 79-293 0 0,-42-56-298 0 0,-3-6-3456 0 0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4:27.59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0 166 3681 0 0,'2'-2'328'0'0,"-1"1"-264"0"0,0-1-64 0 0,7-3 2640 0 0,-1 0-1167 0 0,3-3 15 0 0,4-2 216 0 0,1-3 49 0 0,2-1 7 0 0,0 1 1 0 0,-1 1-1073 0 0,1-1-208 0 0,-2-1-48 0 0,8-5-3609 0 0,1 1-728 0 0,1 1-135 0 0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4:28.43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65 297 8290 0 0,'-20'-1'1528'0'0,"17"0"-730"0"0,-1 1-1 0 0,1-1 0 0 0,-1 1 0 0 0,1-1 1 0 0,-1 0-1 0 0,1-1 0 0 0,0 1 0 0 0,-1-1 1 0 0,1 1-1 0 0,0-1 0 0 0,-5-3 0 0 0,10 2 136 0 0,6 6 1167 0 0,23 22-2022 0 0,0 2 0 0 0,36 43-1 0 0,-40-42-79 0 0,-2 1 4 0 0,-2 1 0 0 0,33 55 0 0 0,-32-48-7 0 0,39 49 0 0 0,-63-86 6 0 0,0 1 0 0 0,0-1 0 0 0,1 1 0 0 0,-1-1 0 0 0,0 0 0 0 0,0 1 1 0 0,1-1-1 0 0,-1 0 0 0 0,0 1 0 0 0,1-1 0 0 0,-1 0 0 0 0,1 1 0 0 0,-1-1 0 0 0,0 0 0 0 0,1 0 1 0 0,-1 1-1 0 0,1-1 0 0 0,-1 0 0 0 0,1 0 0 0 0,-1 0 0 0 0,0 0 0 0 0,1 0 0 0 0,-1 1 0 0 0,1-1 0 0 0,-1 0 1 0 0,1 0-1 0 0,-1 0 0 0 0,1 0 0 0 0,-1 0 0 0 0,1-1 0 0 0,-1 1 0 0 0,1 0 0 0 0,-1 0 0 0 0,1 0 1 0 0,0 0-1 0 0,7-19 96 0 0,-2-39 135 0 0,-6 46-182 0 0,4-42 177 0 0,22-214 497 0 0,-19 216-819 0 0,4 0 0 0 0,1 0 0 0 0,20-51 1 0 0,-30 98-428 0 0,10-22 671 0 0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4:28.7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7834 0 0,'3'10'7613'0'0,"12"11"-3736"0"0,-7-9-2571 0 0,2 9-887 0 0,-1 0 1 0 0,-1 1 0 0 0,-2 0 0 0 0,9 40-1 0 0,5 97-1825 0 0,-15-115 104 0 0,-3-19-3653 0 0,1-3-1532 0 0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4:29.2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39 172 6449 0 0,'-13'-26'1082'0'0,"9"17"49"0"0,-1 1 1 0 0,2-1-1 0 0,-1 0 1 0 0,1 0-1 0 0,-3-14 0 0 0,6 20-892 0 0,0 1-1 0 0,0-1 0 0 0,0 0 1 0 0,0 1-1 0 0,0-1 0 0 0,0 1 1 0 0,1-1-1 0 0,-1 1 0 0 0,1-1 1 0 0,0 1-1 0 0,0 0 0 0 0,0-1 1 0 0,0 1-1 0 0,0 0 1 0 0,0 0-1 0 0,1-1 0 0 0,-1 1 1 0 0,1 0-1 0 0,-1 0 0 0 0,1 1 1 0 0,0-1-1 0 0,0 0 0 0 0,0 0 1 0 0,0 1-1 0 0,3-3 0 0 0,-1 2-135 0 0,-1 0 0 0 0,0 0 0 0 0,1 0 0 0 0,0 0 0 0 0,-1 0 0 0 0,1 1-1 0 0,0 0 1 0 0,0 0 0 0 0,0 0 0 0 0,0 0 0 0 0,0 0 0 0 0,0 1 0 0 0,0 0 0 0 0,0-1-1 0 0,0 2 1 0 0,0-1 0 0 0,4 1 0 0 0,-5 0-117 0 0,-1 0 0 0 0,0 0-1 0 0,0 0 1 0 0,1 0 0 0 0,-1 1 0 0 0,0-1 0 0 0,0 1 0 0 0,0-1-1 0 0,0 1 1 0 0,-1 0 0 0 0,1 0 0 0 0,0-1 0 0 0,-1 1-1 0 0,1 0 1 0 0,-1 1 0 0 0,0-1 0 0 0,0 0 0 0 0,0 0 0 0 0,0 1-1 0 0,0-1 1 0 0,0 0 0 0 0,0 1 0 0 0,-1-1 0 0 0,0 1-1 0 0,1-1 1 0 0,-1 1 0 0 0,0-1 0 0 0,0 5 0 0 0,-1 7-114 0 0,0 1 0 0 0,0-1 0 0 0,-1 1 0 0 0,-1-1 0 0 0,-1 0 0 0 0,-7 19 0 0 0,-8 40-113 0 0,19-73 239 0 0,0 0-1 0 0,0 1 0 0 0,1-1 0 0 0,-1 0 0 0 0,0 1 0 0 0,0-1 1 0 0,0 0-1 0 0,1 1 0 0 0,-1-1 0 0 0,0 0 0 0 0,0 0 0 0 0,1 1 1 0 0,-1-1-1 0 0,0 0 0 0 0,1 0 0 0 0,-1 0 0 0 0,0 1 1 0 0,1-1-1 0 0,-1 0 0 0 0,0 0 0 0 0,1 0 0 0 0,-1 0 0 0 0,1 0 1 0 0,-1 0-1 0 0,0 0 0 0 0,1 0 0 0 0,-1 0 0 0 0,0 0 0 0 0,1 0 1 0 0,-1 0-1 0 0,0 0 0 0 0,1 0 0 0 0,-1 0 0 0 0,1 0 0 0 0,-1 0 1 0 0,0 0-1 0 0,1-1 0 0 0,-1 1 0 0 0,0 0 0 0 0,1 0 0 0 0,-1 0 1 0 0,0-1-1 0 0,1 1 0 0 0,25-9-189 0 0,-18 6 156 0 0,6 0 58 0 0,0 1-1 0 0,-1 1 0 0 0,1 1 0 0 0,0 0 0 0 0,0 0 0 0 0,0 2 0 0 0,0-1 1 0 0,0 2-1 0 0,-1 0 0 0 0,1 0 0 0 0,-1 2 0 0 0,0-1 0 0 0,24 13 0 0 0,-35-16 10 0 0,0 0 0 0 0,0 0-1 0 0,-1 0 1 0 0,1 0 0 0 0,0 1 0 0 0,0-1-1 0 0,0 0 1 0 0,-1 1 0 0 0,1-1-1 0 0,-1 1 1 0 0,1 0 0 0 0,-1-1-1 0 0,0 1 1 0 0,1 0 0 0 0,-1 0-1 0 0,0 0 1 0 0,0 0 0 0 0,0 0-1 0 0,-1 0 1 0 0,1 0 0 0 0,0 0-1 0 0,0 4 1 0 0,-1-2 20 0 0,-1-1-1 0 0,1 0 0 0 0,-1 0 1 0 0,0 1-1 0 0,1-1 1 0 0,-1 0-1 0 0,-1 0 0 0 0,1 0 1 0 0,0 0-1 0 0,-1 0 0 0 0,1-1 1 0 0,-1 1-1 0 0,-4 4 1 0 0,-3 4 19 0 0,0-2 1 0 0,-1 1-1 0 0,0-1 0 0 0,-1-1 1 0 0,0 0-1 0 0,-14 8 1 0 0,-26 7-2500 0 0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4:30.5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24 116 7370 0 0,'-24'-1'13230'0'0,"31"18"-11801"0"0,58 129-396 0 0,22 42-890 0 0,-73-164-171 0 0,0 0 1 0 0,2 0-1 0 0,1-2 1 0 0,1 0-1 0 0,24 24 1 0 0,-39-43 27 0 0,0 0 1 0 0,1 0 0 0 0,-1 0 0 0 0,0-1 0 0 0,1 0 0 0 0,0 1 0 0 0,-1-1 0 0 0,1-1 0 0 0,0 1 0 0 0,6 1-1 0 0,-9-3 19 0 0,0 1-1 0 0,1-1 0 0 0,-1 0 0 0 0,0-1 0 0 0,0 1 0 0 0,1 0 0 0 0,-1 0 0 0 0,0 0 0 0 0,0-1 1 0 0,1 1-1 0 0,-1-1 0 0 0,0 1 0 0 0,0-1 0 0 0,0 1 0 0 0,0-1 0 0 0,1 0 0 0 0,-1 0 1 0 0,0 1-1 0 0,0-1 0 0 0,0 0 0 0 0,-1 0 0 0 0,1 0 0 0 0,0 0 0 0 0,0 0 0 0 0,0 0 0 0 0,-1 0 1 0 0,1 0-1 0 0,-1-1 0 0 0,1 1 0 0 0,-1 0 0 0 0,1 0 0 0 0,-1-1 0 0 0,1 1 0 0 0,-1 0 0 0 0,0 0 1 0 0,0-3-1 0 0,62-282 1651 0 0,-45 211-1670 0 0,-5 18-594 0 0,3 0 0 0 0,34-87-1 0 0,-46 138-1395 0 0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4:31.3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216 22 6913 0 0,'-8'-10'13005'0'0,"4"8"-12919"0"0,-1 0 0 0 0,0 1 0 0 0,1-1 0 0 0,-1 1 0 0 0,0 0 0 0 0,0 0 0 0 0,1 0 0 0 0,-1 1 0 0 0,0-1 0 0 0,0 1 0 0 0,0 1 0 0 0,0-1 1 0 0,0 1-1 0 0,0-1 0 0 0,1 1 0 0 0,-1 1 0 0 0,0-1 0 0 0,0 1 0 0 0,1 0 0 0 0,-1 0 0 0 0,1 0 0 0 0,0 0 0 0 0,0 1 0 0 0,0 0 0 0 0,0 0 1 0 0,0 0-1 0 0,0 0 0 0 0,1 1 0 0 0,-1-1 0 0 0,1 1 0 0 0,0 0 0 0 0,0 0 0 0 0,1 0 0 0 0,-3 5 0 0 0,-4 8-84 0 0,0 0 0 0 0,2 0 0 0 0,0 0 0 0 0,1 1 0 0 0,-7 36 0 0 0,11-43-2 0 0,0 0 0 0 0,1-1 0 0 0,0 1 0 0 0,1 0-1 0 0,0 0 1 0 0,1-1 0 0 0,0 1 0 0 0,1 0 0 0 0,0-1 0 0 0,1 1 0 0 0,6 18 0 0 0,-5-23 14 0 0,-1 0 0 0 0,1 0 0 0 0,0 0 0 0 0,1-1 0 0 0,-1 0 0 0 0,1 1 0 0 0,0-1 0 0 0,0-1 0 0 0,1 1 0 0 0,-1-1 0 0 0,1 0 0 0 0,0 0 0 0 0,0-1 1 0 0,1 0-1 0 0,-1 0 0 0 0,1 0 0 0 0,-1-1 0 0 0,1 0 0 0 0,0 0 0 0 0,0 0 0 0 0,0-1 0 0 0,0 0 0 0 0,0-1 0 0 0,9 0 0 0 0,0 0-162 0 0,0-1 0 0 0,0-1-1 0 0,0 0 1 0 0,0-1 0 0 0,0-1 0 0 0,0 0 0 0 0,-1-1-1 0 0,0-1 1 0 0,22-12 0 0 0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4:52.3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93 154 5065 0 0,'-7'-11'1261'0'0,"1"-1"-1"0"0,0-1 0 0 0,-8-24 1 0 0,10 24 563 0 0,0 0 1 0 0,-2 0-1 0 0,-12-23 1 0 0,17 36-1731 0 0,1-1-1 0 0,0 1 1 0 0,0 0-1 0 0,0-1 1 0 0,0 1 0 0 0,-1 0-1 0 0,1 0 1 0 0,0-1 0 0 0,0 1-1 0 0,0 0 1 0 0,-1 0-1 0 0,1-1 1 0 0,0 1 0 0 0,0 0-1 0 0,-1 0 1 0 0,1 0-1 0 0,0-1 1 0 0,-1 1 0 0 0,1 0-1 0 0,0 0 1 0 0,-1 0-1 0 0,1 0 1 0 0,0 0 0 0 0,-1 0-1 0 0,1 0 1 0 0,0-1-1 0 0,-1 1 1 0 0,1 0 0 0 0,0 0-1 0 0,-1 0 1 0 0,1 0-1 0 0,0 1 1 0 0,-1-1 0 0 0,1 0-1 0 0,0 0 1 0 0,-1 0-1 0 0,1 0 1 0 0,-9 13 980 0 0,2 17-1031 0 0,18 345 827 0 0,-5-334-870 0 0,16 64 0 0 0,4 21 0 0 0,-12 5 88 0 0,-10-71 48 0 0,3 0 0 0 0,3 0 0 0 0,27 93 0 0 0,30 82 295 0 0,-5-15-174 0 0,-58-208-293 0 0,0 0 0 0 0,1 0 0 0 0,10 17 0 0 0,-15-29-45 0 0,1 0 0 0 0,0 0 0 0 0,-1 0 0 0 0,1-1 0 0 0,-1 1 0 0 0,1 0 1 0 0,-1 0-1 0 0,1 0 0 0 0,-1-1 0 0 0,1 1 0 0 0,0 0 0 0 0,-1 0 0 0 0,0-1 0 0 0,1 1 0 0 0,-1 0 0 0 0,1-1 0 0 0,-1 1 0 0 0,1-1 0 0 0,-1 1 0 0 0,0 0 0 0 0,1-1 0 0 0,-1 1 0 0 0,0-1 0 0 0,1 1 0 0 0,-1-1 0 0 0,0 1 1 0 0,0-1-1 0 0,1 0 0 0 0,-1 1 0 0 0,0-1 0 0 0,0 1 0 0 0,0-2 0 0 0,11-19-2762 0 0,25-74-7222 0 0,-31 78 9897 0 0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4:53.0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269 215 6913 0 0,'-35'2'2976'0'0,"1"1"-1"0"0,-58 14 1 0 0,-6 1 1372 0 0,91-19-3698 0 0,5 1-221 0 0,6-1 405 0 0,-4 1-757 0 0,4 0-21 0 0,10-3-51 0 0,70-11 130 0 0,96-31 0 0 0,-76 10-84 0 0,142-40 157 0 0,-176 58-188 0 0,156-31 114 0 0,-189 42-91 0 0,1 2 1 0 0,0 2-1 0 0,0 1 0 0 0,40 5 0 0 0,-68-3 118 0 0,0-1 0 0 0,-1-1 0 0 0,20-2-1 0 0,-2-1-1560 0 0,1 4-6138 0 0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4:53.4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89 1584 0 0,'23'-9'1357'0'0,"78"-15"6958"0"0,35-10-2343 0 0,-117 29-6180 0 0,1 1 0 0 0,25-2 1 0 0,-3 1-2732 0 0,-33 4 1892 0 0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4:53.8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 1 2761 0 0,'-14'26'14376'0'0,"13"-22"-13234"0"0,3 8 1932 0 0,12 61-1247 0 0,4 15-1698 0 0,8 21 65 0 0,21 216-1 0 0,-34-217-95 0 0,-8-67-23 0 0,-1 1-1 0 0,-3 79 0 0 0,-5-105-2489 0 0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4:54.5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14 113 5529 0 0,'-1'1'428'0'0,"-9"5"1716"0"0,10-6-2093 0 0,-1 0 0 0 0,1 0 1 0 0,0 0-1 0 0,0 0 104 0 0,0 1-104 0 0,0-1 1 0 0,-1 0-1 0 0,1 0 0 0 0,0 0 1 0 0,0 0-1 0 0,0 0 1 0 0,0 1-1 0 0,0-1 1 0 0,0 0-1 0 0,0 0 1 0 0,0 0-1 0 0,0 0 0 0 0,0 1 1 0 0,0-1-1 0 0,0 0 1 0 0,0 0-1 0 0,0 0 1 0 0,0 0-1 0 0,0 0 1 0 0,0 1-1 0 0,0-1 0 0 0,0 0 1 0 0,0 0-1 0 0,0 0 1 0 0,0 0-1 0 0,0 1 1 0 0,0-1-1 0 0,0 0 1 0 0,0 0-1 0 0,0 0 0 0 0,1 0 1 0 0,-1 0-1 0 0,0 1 104 0 0,0-1-104 0 0,0 0 1 0 0,0 0-1 0 0,0 0 0 0 0,1 0 1 0 0,-1 0-1 0 0,0 0 1 0 0,0 0-1 0 0,0 1 1 0 0,0-1-1 0 0,1 0 1 0 0,-1 0-1 0 0,0 0 1 0 0,0 0-1 0 0,0 0 0 0 0,0 0 1 0 0,0 0-1 0 0,1 0 1 0 0,-1 0-1 0 0,0 0 1 0 0,0 0-1 0 0,17 2 567 0 0,-1 0-1 0 0,0-1 0 0 0,1-1 1 0 0,-1 0-1 0 0,1-1 1 0 0,-1-1-1 0 0,32-7 1 0 0,35-4 775 0 0,119 3-453 0 0,96-9 592 0 0,-235 11-1048 0 0,0-2-1 0 0,102-31 1 0 0,-150 36-307 0 0,1 1 0 0 0,27-4 0 0 0,-40 7-165 0 0,1 1 0 0 0,-1-1 1 0 0,1 1-1 0 0,0 0 0 0 0,-1 0 0 0 0,1 1 1 0 0,-1-1-1 0 0,1 1 0 0 0,0-1 1 0 0,-1 1-1 0 0,0 1 0 0 0,1-1 0 0 0,-1 0 1 0 0,1 1-1 0 0,-1-1 0 0 0,0 1 0 0 0,0 0 1 0 0,4 3-1 0 0,-7-4-110 0 0,1 0 0 0 0,-1 0 0 0 0,0 0 1 0 0,1 0-1 0 0,-1 0 0 0 0,0 0 0 0 0,0 0 0 0 0,0 0 0 0 0,0 0 1 0 0,0 0-1 0 0,0 0 0 0 0,0 0 0 0 0,0 0 0 0 0,0 0 1 0 0,-1 0-1 0 0,1 0 0 0 0,0 0 0 0 0,0 0 0 0 0,-1 0 1 0 0,1 0-1 0 0,-1 0 0 0 0,1 0 0 0 0,-1 0 0 0 0,1 0 0 0 0,-1-1 1 0 0,0 1-1 0 0,1 0 0 0 0,-3 1 0 0 0,0 2-1274 0 0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4:55.8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0 387 6913 0 0,'6'1'1030'0'0,"-1"0"0"0"0,1 1 0 0 0,0 0 0 0 0,-1 1-1 0 0,0-1 1 0 0,0 1 0 0 0,1 0 0 0 0,-2 0-1 0 0,1 0 1 0 0,0 1 0 0 0,-1 0 0 0 0,8 7-1 0 0,-10-8-992 0 0,0 0-1 0 0,1 0 0 0 0,-1-1 1 0 0,1 1-1 0 0,0-1 0 0 0,0 1 1 0 0,0-1-1 0 0,0 0 0 0 0,0 0 1 0 0,0-1-1 0 0,0 1 0 0 0,1-1 0 0 0,3 2 1 0 0,-6-3-17 0 0,1 0 1 0 0,0 0-1 0 0,0 0 1 0 0,0-1-1 0 0,0 1 1 0 0,-1 0-1 0 0,1-1 1 0 0,0 0-1 0 0,0 1 1 0 0,-1-1-1 0 0,1 0 1 0 0,-1 0-1 0 0,1 1 1 0 0,0-1-1 0 0,-1 0 1 0 0,1-1-1 0 0,-1 1 1 0 0,0 0-1 0 0,1 0 1 0 0,-1-1-1 0 0,0 1 1 0 0,0-1-1 0 0,0 1 1 0 0,0-1-1 0 0,0 1 1 0 0,0-1-1 0 0,-1 0 1 0 0,2-1-1 0 0,7-17 78 0 0,-2 0 1 0 0,0 0-1 0 0,-1 0 0 0 0,-1-1 0 0 0,3-28 0 0 0,-2 19 36 0 0,11-41-1 0 0,-14 63-107 0 0,11-31 231 0 0,-13 37-245 0 0,-1 0 0 0 0,1 0 1 0 0,0 0-1 0 0,0 0 0 0 0,1 1 0 0 0,-1-1 0 0 0,0 0 1 0 0,1 0-1 0 0,-1 1 0 0 0,1-1 0 0 0,-1 1 0 0 0,1-1 0 0 0,0 1 1 0 0,2-2-1 0 0,11 45 839 0 0,-2-14-893 0 0,1 0 1 0 0,1-1 0 0 0,1 0-1 0 0,2-2 1 0 0,0 0 0 0 0,2-1-1 0 0,24 23 1 0 0,-44-46 38 0 0,0-1-1 0 0,0 0 1 0 0,1 1 0 0 0,-1-1-1 0 0,0 0 1 0 0,0 0 0 0 0,1 1-1 0 0,-1-1 1 0 0,0 0 0 0 0,1 0-1 0 0,-1 0 1 0 0,0 1 0 0 0,1-1-1 0 0,-1 0 1 0 0,0 0 0 0 0,1 0-1 0 0,-1 0 1 0 0,1 0 0 0 0,-1 0-1 0 0,0 0 1 0 0,1 1 0 0 0,-1-1-1 0 0,0 0 1 0 0,1-1 0 0 0,-1 1-1 0 0,1 0 1 0 0,-1 0 0 0 0,0 0-1 0 0,1 0 1 0 0,-1 0 0 0 0,0 0-1 0 0,1 0 1 0 0,-1 0 0 0 0,0-1-1 0 0,1 1 1 0 0,-1 0 0 0 0,0 0-1 0 0,1 0 1 0 0,-1-1 0 0 0,0 1-1 0 0,1-1 1 0 0,8-19-349 0 0,-1-27 102 0 0,-6 27 271 0 0,1-10 280 0 0,12-54 0 0 0,-13 77-267 0 0,0 0 1 0 0,0 0 0 0 0,0 0 0 0 0,1 1 0 0 0,0-1 0 0 0,1 1-1 0 0,0-1 1 0 0,0 1 0 0 0,0 0 0 0 0,0 0 0 0 0,1 1-1 0 0,0 0 1 0 0,6-6 0 0 0,-10 11-32 0 0,0-1-1 0 0,0 1 1 0 0,-1 0-1 0 0,1 0 1 0 0,0 0 0 0 0,0 0-1 0 0,0-1 1 0 0,0 1 0 0 0,-1 0-1 0 0,1 0 1 0 0,0 1-1 0 0,0-1 1 0 0,0 0 0 0 0,0 0-1 0 0,-1 0 1 0 0,1 0-1 0 0,0 1 1 0 0,0-1 0 0 0,0 0-1 0 0,-1 1 1 0 0,1-1-1 0 0,0 1 1 0 0,0-1 0 0 0,-1 1-1 0 0,1-1 1 0 0,-1 1 0 0 0,1-1-1 0 0,0 1 1 0 0,-1 0-1 0 0,1-1 1 0 0,-1 1 0 0 0,1 0-1 0 0,-1-1 1 0 0,0 1-1 0 0,1 0 1 0 0,-1 0 0 0 0,1 1-1 0 0,19 39 153 0 0,-14-29-126 0 0,-6-11-28 0 0,17 34-92 0 0,2 0 1 0 0,45 64 0 0 0,-63-98 83 0 0,0 0 1 0 0,0 0-1 0 0,0 1 0 0 0,0-1 0 0 0,0 0 0 0 0,0 0 0 0 0,0 0 0 0 0,0 0 0 0 0,1 0 0 0 0,-1 0 0 0 0,0 0 0 0 0,1-1 0 0 0,-1 1 0 0 0,0 0 0 0 0,1-1 0 0 0,-1 1 1 0 0,1-1-1 0 0,-1 0 0 0 0,1 1 0 0 0,-1-1 0 0 0,3 0 0 0 0,-2 0-10 0 0,-1-1 0 0 0,0 1 1 0 0,1-1-1 0 0,-1 1 0 0 0,0-1 0 0 0,1 0 1 0 0,-1 0-1 0 0,0 0 0 0 0,0 0 0 0 0,0 0 1 0 0,0 0-1 0 0,0 0 0 0 0,0 0 0 0 0,0 0 1 0 0,0 0-1 0 0,0 0 0 0 0,0-1 0 0 0,0 0 1 0 0,5-10-104 0 0,-1 0 1 0 0,-1 0 0 0 0,0-1 0 0 0,2-13 0 0 0,-2 11 76 0 0,1-4 53 0 0,6-19 139 0 0,15-37-1 0 0,-22 66-122 0 0,0-1 0 0 0,0 1-1 0 0,1 1 1 0 0,0-1 0 0 0,1 1 0 0 0,0 0 0 0 0,1 0 0 0 0,-1 0-1 0 0,12-9 1 0 0,-17 17-10 0 0,-1-1-1 0 0,1 1 1 0 0,0-1-1 0 0,0 1 0 0 0,-1-1 1 0 0,1 1-1 0 0,0-1 1 0 0,0 1-1 0 0,0 0 1 0 0,0-1-1 0 0,0 1 1 0 0,-1 0-1 0 0,1 0 0 0 0,0 0 1 0 0,0 0-1 0 0,0 0 1 0 0,0 0-1 0 0,0 0 1 0 0,0 0-1 0 0,0 0 1 0 0,0 0-1 0 0,-1 0 0 0 0,1 1 1 0 0,1-1-1 0 0,0 1 1 0 0,0 1 0 0 0,0-1 0 0 0,0 0 0 0 0,-1 1 0 0 0,1-1 0 0 0,0 1-1 0 0,-1-1 1 0 0,0 1 0 0 0,1 0 0 0 0,1 2 0 0 0,3 7 10 0 0,0 1 1 0 0,9 24-1 0 0,-9-20 30 0 0,28 62-7 0 0,-17-35-702 0 0,2-1 0 0 0,26 40 1 0 0,-20-52-3516 0 0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4:56.2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40 61 968 0 0,'-26'25'1323'0'0,"25"-24"-913"0"0,0 0 0 0 0,-1 0 0 0 0,1 1 0 0 0,0-1 0 0 0,0 0 0 0 0,0 1 0 0 0,1-1 0 0 0,-1 1 0 0 0,0-1 0 0 0,0 1 0 0 0,1-1 0 0 0,-1 1 0 0 0,1 0 0 0 0,0-1-1 0 0,-1 1 1 0 0,1-1 0 0 0,0 1 0 0 0,0 0 0 0 0,0 1 0 0 0,0-2-246 0 0,1-1 0 0 0,-1 1-1 0 0,1-1 1 0 0,-1 0 0 0 0,0 1 0 0 0,1-1-1 0 0,-1 0 1 0 0,1 0 0 0 0,0 1-1 0 0,-1-1 1 0 0,1 0 0 0 0,-1 0 0 0 0,1 0-1 0 0,-1 1 1 0 0,1-1 0 0 0,0 0-1 0 0,-1 0 1 0 0,1 0 0 0 0,-1 0 0 0 0,1 0-1 0 0,-1 0 1 0 0,1 0 0 0 0,0 0-1 0 0,-1 0 1 0 0,1-1 0 0 0,-1 1 0 0 0,1 0-1 0 0,-1 0 1 0 0,1 0 0 0 0,0-1 0 0 0,22-8 1699 0 0,-20 7-1311 0 0,38-15 74 0 0,0 1 0 0 0,1 2 0 0 0,0 2 0 0 0,1 2 0 0 0,0 1 0 0 0,1 3 0 0 0,54-2 0 0 0,634-6-210 0 0,-706 16-629 0 0,-22-1 124 0 0,0 0 0 0 0,0 0 0 0 0,0-1 0 0 0,0 0 1 0 0,0 0-1 0 0,0 0 0 0 0,0 0 0 0 0,0-1 0 0 0,4 0 0 0 0,-7-5-1562 0 0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4:56.8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 0 5065 0 0,'-8'9'16126'0'0,"40"116"-15584"0"0,-14-49 70 0 0,48 132 0 0 0,-30-113-613 0 0,24 105 1 0 0,-37-117-14 0 0,-11-33-86 0 0,6 58 0 0 0,1 10 19 0 0,-16-106 85 0 0,24 108 58 0 0,15 158 0 0 0,-42-277-407 0 0,3 20 704 0 0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4:57.5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197 0 5529 0 0,'-11'1'1278'0'0,"-1"0"0"0"0,1 0-1 0 0,-1 1 1 0 0,1 1 0 0 0,0 0 0 0 0,-1 0-1 0 0,2 1 1 0 0,-17 8 0 0 0,22-9-997 0 0,-1 0-1 0 0,0 0 1 0 0,1 1 0 0 0,-1-1 0 0 0,1 1 0 0 0,0 1 0 0 0,1-1 0 0 0,-1 1-1 0 0,1-1 1 0 0,-1 1 0 0 0,1 1 0 0 0,1-1 0 0 0,-1 0 0 0 0,1 1 0 0 0,0 0-1 0 0,-3 9 1 0 0,6-14-282 0 0,0 0 0 0 0,0 0-1 0 0,0 0 1 0 0,0 0-1 0 0,0 1 1 0 0,0-1 0 0 0,0 0-1 0 0,0 0 1 0 0,1 0-1 0 0,-1 0 1 0 0,0 0 0 0 0,1 0-1 0 0,-1 0 1 0 0,1-1-1 0 0,-1 1 1 0 0,1 0 0 0 0,0 0-1 0 0,-1 0 1 0 0,1 0 0 0 0,0-1-1 0 0,0 1 1 0 0,-1 0-1 0 0,1-1 1 0 0,0 1 0 0 0,0 0-1 0 0,0-1 1 0 0,0 1-1 0 0,0-1 1 0 0,0 1 0 0 0,0-1-1 0 0,0 0 1 0 0,0 1-1 0 0,1-1 1 0 0,40 11 176 0 0,-38-10-87 0 0,79 13-398 0 0,61 13 348 0 0,-143-27-39 0 0,1 0-1 0 0,-1 0 0 0 0,1 1 1 0 0,0-1-1 0 0,-1 0 0 0 0,1 1 1 0 0,-1 0-1 0 0,1-1 1 0 0,-1 1-1 0 0,1 0 0 0 0,-1-1 1 0 0,1 1-1 0 0,-1 0 0 0 0,0 0 1 0 0,0 0-1 0 0,1 0 0 0 0,-1 1 1 0 0,0-1-1 0 0,0 0 1 0 0,0 0-1 0 0,0 1 0 0 0,0-1 1 0 0,0 1-1 0 0,-1-1 0 0 0,1 1 1 0 0,0-1-1 0 0,-1 1 0 0 0,1-1 1 0 0,-1 1-1 0 0,0-1 1 0 0,1 4-1 0 0,-2 0-8 0 0,0 0 0 0 0,0 0 0 0 0,0 0 1 0 0,-1-1-1 0 0,0 1 0 0 0,0 0 0 0 0,0-1 0 0 0,-1 0 0 0 0,-3 7 1 0 0,-25 37-137 0 0,15-26-17 0 0,1 2 0 0 0,1 0 0 0 0,2 0 0 0 0,-14 37 0 0 0,25-60 161 0 0,0 0-1 0 0,1 1 1 0 0,-1-1-1 0 0,1 0 1 0 0,-1 1-1 0 0,1-1 1 0 0,0 1-1 0 0,0-1 0 0 0,0 1 1 0 0,0-1-1 0 0,0 1 1 0 0,0-1-1 0 0,0 1 1 0 0,0-1-1 0 0,0 1 1 0 0,0-1-1 0 0,1 0 1 0 0,-1 1-1 0 0,1-1 0 0 0,-1 1 1 0 0,1-1-1 0 0,0 0 1 0 0,-1 1-1 0 0,1-1 1 0 0,0 0-1 0 0,0 0 1 0 0,0 0-1 0 0,0 0 0 0 0,0 0 1 0 0,0 0-1 0 0,0 0 1 0 0,0 0-1 0 0,1 0 1 0 0,-1 0-1 0 0,0 0 1 0 0,0-1-1 0 0,1 1 1 0 0,-1 0-1 0 0,1-1 0 0 0,-1 1 1 0 0,0-1-1 0 0,1 0 1 0 0,-1 1-1 0 0,1-1 1 0 0,2 0-1 0 0,8 1-19 0 0,0-1 0 0 0,0 0 0 0 0,0-1 0 0 0,20-3-1 0 0,-16 2 39 0 0,14-3 238 0 0,-16 3-169 0 0,0-1 0 0 0,0 2 0 0 0,0 0 1 0 0,0 0-1 0 0,0 1 0 0 0,0 1 0 0 0,0 0 0 0 0,14 4 1 0 0,-27-5-86 0 0,0 1 0 0 0,0-1 0 0 0,0 0 0 0 0,0 1 0 0 0,0-1 0 0 0,0 1 0 0 0,0-1 0 0 0,0 1 0 0 0,-1-1 0 0 0,1 1 0 0 0,0 0 0 0 0,0-1 0 0 0,-1 1 0 0 0,1 0 0 0 0,0 0 0 0 0,-1 0 0 0 0,1-1 0 0 0,0 1 0 0 0,-1 0 0 0 0,0 0 0 0 0,1 0 0 0 0,-1 0 0 0 0,1 0 0 0 0,-1 0 0 0 0,0 0 0 0 0,0 0 0 0 0,0 0 0 0 0,1 0 0 0 0,-1 0 0 0 0,0 0 0 0 0,0 0 0 0 0,0 0 0 0 0,0 0 0 0 0,-1 0 0 0 0,1 0 0 0 0,0 0 0 0 0,0 0 0 0 0,-1 0 0 0 0,1 0 0 0 0,0 0 0 0 0,-1 0 0 0 0,1 0 0 0 0,-1-1 0 0 0,1 1 0 0 0,-1 0 0 0 0,-1 1 0 0 0,-3 6 0 0 0,-2 1 0 0 0,1-1 0 0 0,-15 13 0 0 0,9-8 0 0 0,-26 31-421 0 0,-38 56 0 0 0,38-32-2958 0 0,35-59 1437 0 0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4:58.81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3412 0 2304 0 0,'2'25'9868'0'0,"4"-2"-3867"0"0,5 5-2609 0 0,10 12-2796 0 0,5 13 128 0 0,23 81-439 0 0,-26-66 8 0 0,59 118 1 0 0,-70-162-266 0 0,-2 1 0 0 0,0 0 0 0 0,-2 0 0 0 0,-1 1 0 0 0,-1 0 0 0 0,4 29 0 0 0,-3-36-375 0 0,-6-17 373 0 0,0 0 0 0 0,1 1 1 0 0,-1-1-1 0 0,0 1 0 0 0,-1 0 0 0 0,1-1 0 0 0,0 1 1 0 0,0 5-1 0 0,-2-7-15 0 0,1 0 0 0 0,0 0 0 0 0,-1-1 0 0 0,1 1 0 0 0,-1 0 0 0 0,1 0 0 0 0,-1-1 0 0 0,1 1 0 0 0,-1 0 1 0 0,1-1-1 0 0,-1 1 0 0 0,0 0 0 0 0,1-1 0 0 0,-1 1 0 0 0,0-1 0 0 0,1 1 0 0 0,-1-1 0 0 0,0 1 0 0 0,0-1 0 0 0,0 0 0 0 0,1 1 0 0 0,-1-1 0 0 0,0 0 0 0 0,0 0 1 0 0,0 0-1 0 0,0 1 0 0 0,0-1 0 0 0,0 0 0 0 0,1 0 0 0 0,-1 0 0 0 0,0 0 0 0 0,0 0 0 0 0,0-1 0 0 0,-1 1 0 0 0,-16 1-11 0 0,1 2 0 0 0,0 0 0 0 0,0 0 0 0 0,1 2 0 0 0,-28 11 0 0 0,-17 4 0 0 0,-14 1-105 0 0,0-4-1 0 0,-2-2 1 0 0,1-4 0 0 0,-94 1-1 0 0,102-12-126 0 0,0 3 0 0 0,0 3-1 0 0,-88 19 1 0 0,80-13 55 0 0,1-2 0 0 0,-1-4 1 0 0,-78-4-1 0 0,-58 4-128 0 0,32-1 372 0 0,-6-1 22 0 0,-182 57-89 0 0,300-47 0 0 0,-25 1-222 0 0,-117 3 1 0 0,28-4-40 0 0,100-5 358 0 0,0-4 1 0 0,-119-6 0 0 0,96-14-13 0 0,-25 0-139 0 0,112 14 51 0 0,1 2 0 0 0,0 0 0 0 0,-1 0 0 0 0,1 2 0 0 0,-28 7 0 0 0,32-7 70 0 0,12-3-62 0 0,-1 0 0 0 0,1 0 1 0 0,-1 1-1 0 0,1-1 0 0 0,0 0 1 0 0,-1 1-1 0 0,1-1 1 0 0,-1 1-1 0 0,1-1 0 0 0,0 1 1 0 0,0 0-1 0 0,-1 0 0 0 0,1-1 1 0 0,0 1-1 0 0,0 0 0 0 0,0 0 1 0 0,0 0-1 0 0,0 0 0 0 0,0 0 1 0 0,0 1-1 0 0,0-1 0 0 0,-1 2 1 0 0,2-2 98 0 0,-1 2-147 0 0,0 0-583 0 0,-5 10 951 0 0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4:59.1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33 0 920 0 0,'-26'6'13401'0'0,"20"9"-7395"0"0,9 3-4616 0 0,3 11-752 0 0,-1 1 0 0 0,-1 0 1 0 0,-1 53-1 0 0,-1-16-143 0 0,5-40-2371 0 0,-7-25 1514 0 0,1-1 1 0 0,0 1 0 0 0,0-1-1 0 0,0 1 1 0 0,0-1-1 0 0,0 1 1 0 0,0-1 0 0 0,0 0-1 0 0,1 0 1 0 0,-1 0-1 0 0,0 0 1 0 0,1 0 0 0 0,-1 0-1 0 0,3 2 1 0 0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5:00.1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21 388 6913 0 0,'-20'-31'10146'0'0,"20"30"-9771"0"0,6 10 3416 0 0,4-1-2918 0 0,7 6-1070 0 0,131 141-42 0 0,-122-132 164 0 0,0-1-1 0 0,2-2 1 0 0,1-1-1 0 0,37 19 1 0 0,-30-17-1 0 0,-35-20 81 0 0,1 0 1 0 0,-1 0-1 0 0,1 1 0 0 0,-1-1 0 0 0,1 0 1 0 0,-1 1-1 0 0,0-1 0 0 0,0 1 0 0 0,0 0 0 0 0,0-1 1 0 0,0 1-1 0 0,0 0 0 0 0,0-1 0 0 0,-1 1 1 0 0,1 0-1 0 0,0 0 0 0 0,-1 0 0 0 0,1 3 1 0 0,-1-5 91 0 0,5-36 982 0 0,9-214-275 0 0,-3 17-520 0 0,-8 183-288 0 0,-3 37-189 0 0,0 1 0 0 0,1 0 0 0 0,0-1 0 0 0,1 1 0 0 0,1 0 0 0 0,0 0 0 0 0,0 1 0 0 0,1-1 0 0 0,7-13 0 0 0,-11 24 27 0 0,1 0 0 0 0,-1 0-1 0 0,1 0 1 0 0,-1 1 0 0 0,1-1-1 0 0,0 0 1 0 0,-1 0-1 0 0,1 0 1 0 0,0 1 0 0 0,0-1-1 0 0,-1 0 1 0 0,1 1 0 0 0,0-1-1 0 0,0 1 1 0 0,0-1 0 0 0,0 1-1 0 0,0-1 1 0 0,0 1 0 0 0,0 0-1 0 0,0-1 1 0 0,0 1 0 0 0,0 0-1 0 0,0 0 1 0 0,0 0-1 0 0,0 0 1 0 0,0 0 0 0 0,0 0-1 0 0,1 0 1 0 0,1 1-411 0 0,-1 0-1 0 0,0 0 1 0 0,0 0 0 0 0,0 0 0 0 0,0 0-1 0 0,0 0 1 0 0,0 1 0 0 0,0-1-1 0 0,0 1 1 0 0,0-1 0 0 0,2 4-1 0 0,7 9-2420 0 0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5:00.7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54 36 9674 0 0,'0'-2'-202'0'0,"-28"-32"10626"0"0,28 35-10273 0 0,-11 18 1809 0 0,7-5-1854 0 0,1 0 0 0 0,0 0-1 0 0,1 1 1 0 0,0-1 0 0 0,1 19-1 0 0,8 77 710 0 0,-2-39-578 0 0,-1 6-296 0 0,0 173-386 0 0,-12-203-3145 0 0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5:00.9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1 149 1840 0 0,'3'-14'274'0'0,"-1"0"0"0"0,1-26 0 0 0,-4-5 4419 0 0,1 10 4129 0 0,0 35-8615 0 0,1 0 0 0 0,-1-1 0 0 0,1 1 0 0 0,0 0 0 0 0,-1 0 0 0 0,1 0 0 0 0,-1 0 0 0 0,1 0 0 0 0,-1 0 0 0 0,1 0 0 0 0,0 0 0 0 0,-1 0 0 0 0,1 1 0 0 0,-1-1 0 0 0,1 0 0 0 0,5 4 2277 0 0,-6-3-2277 0 0,20 12-266 0 0,-19-13 311 0 0,24 23 126 0 0,29 31 1 0 0,9 9-23 0 0,-25-31-480 0 0,-13-13 450 0 0,25 27 1 0 0,-44-40-894 0 0,-1 0 0 0 0,1 0 1 0 0,-1 1-1 0 0,-1 0 0 0 0,1 0 1 0 0,-1 1-1 0 0,0-1 0 0 0,-1 1 1 0 0,4 10-1 0 0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5:01.2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92 920 0 0,'4'4'23507'0'0,"-1"-6"-22966"0"0,14-9-3928 0 0,-5 2 3714 0 0,0-1-1 0 0,11-11 0 0 0,3-2-505 0 0,-2 3 43 0 0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5:02.1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47 299 10594 0 0,'-2'-4'463'0'0,"0"1"0"0"0,-1-1-1 0 0,0 1 1 0 0,1 0 0 0 0,-1 0 0 0 0,0 0-1 0 0,-1 0 1 0 0,-6-4 0 0 0,-5 2 4598 0 0,43 9-2094 0 0,-25-3-2964 0 0,0 1 1 0 0,0-1-1 0 0,0 1 1 0 0,0 0-1 0 0,0 1 0 0 0,0-1 1 0 0,0 0-1 0 0,-1 1 1 0 0,1-1-1 0 0,-1 1 1 0 0,0 0-1 0 0,0 0 1 0 0,0 0-1 0 0,0 0 1 0 0,2 5-1 0 0,33 61-34 0 0,-18-33-79 0 0,40 59 1 0 0,-51-83 93 0 0,2-1-1 0 0,-1-1 1 0 0,1 0 0 0 0,1 0-1 0 0,0-1 1 0 0,0 0 0 0 0,0-1-1 0 0,25 13 1 0 0,-22-13 20 0 0,-10-5 4 0 0,1 0 1 0 0,-1 0 0 0 0,1-1 0 0 0,0 0 0 0 0,0 0-1 0 0,0 0 1 0 0,0 0 0 0 0,0-1 0 0 0,0 1 0 0 0,0-1-1 0 0,10 0 1 0 0,-14-2 35 0 0,0 0 1 0 0,-1 0-1 0 0,1 0 0 0 0,0 0 1 0 0,-1 0-1 0 0,1 0 0 0 0,0 0 1 0 0,-1 0-1 0 0,1 0 0 0 0,-1 0 1 0 0,0 0-1 0 0,1-1 0 0 0,-1 1 1 0 0,0 0-1 0 0,0 0 0 0 0,0 0 1 0 0,0-1-1 0 0,0 1 0 0 0,0-2 1 0 0,-1-31 212 0 0,1 28-150 0 0,0-55-19 0 0,2 1 1 0 0,3 0-1 0 0,2 0 0 0 0,3 0 1 0 0,3 1-1 0 0,2 1 1 0 0,34-85-1 0 0,-45 135-123 0 0,0 1-1197 0 0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5:02.4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 12443 0 0,'0'-4'3396'0'0,"0"4"-3335"0"0,12 8 4339 0 0,-1 8-3936 0 0,0 0 0 0 0,0 0 0 0 0,-2 1 0 0 0,0 0 0 0 0,8 23 0 0 0,27 98-200 0 0,-15-42-910 0 0,-9-47-1938 0 0,-9-29-4731 0 0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5:03.02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27 128 2745 0 0,'-1'2'47'0'0,"0"-1"1"0"0,0 0 0 0 0,-1-1 0 0 0,1 1 0 0 0,0 0 0 0 0,-1 0-1 0 0,1 0 1 0 0,0-1 0 0 0,-1 1 0 0 0,1-1 0 0 0,-1 1 0 0 0,1-1-1 0 0,-1 0 1 0 0,1 1 0 0 0,-3-1 0 0 0,2-6 1597 0 0,10-9 1228 0 0,1 3-1400 0 0,1 0 0 0 0,1 1-1 0 0,0 0 1 0 0,1 1 0 0 0,23-17-1 0 0,-29 23-1166 0 0,1-1 0 0 0,-1 2 0 0 0,1-1 0 0 0,0 1 0 0 0,0 0 0 0 0,0 0 0 0 0,0 1 0 0 0,1-1 0 0 0,-1 2 0 0 0,1-1 0 0 0,-1 1 0 0 0,1 1 0 0 0,14-1 1 0 0,-20 1-301 0 0,-1 1 0 0 0,1-1 0 0 0,0 1 0 0 0,0-1 0 0 0,0 1 0 0 0,0-1 0 0 0,-1 1 0 0 0,1 0 0 0 0,0 0 0 0 0,-1 0 0 0 0,1 0 0 0 0,0 0 0 0 0,-1 0 0 0 0,0 1 0 0 0,1-1 0 0 0,-1 0 0 0 0,0 1 0 0 0,1-1 1 0 0,1 4-1 0 0,-2-2-37 0 0,1 0 0 0 0,-1 1 1 0 0,0-1-1 0 0,0 1 1 0 0,0-1-1 0 0,0 1 0 0 0,-1-1 1 0 0,1 1-1 0 0,-1 6 1 0 0,-1 3-225 0 0,0 0 1 0 0,0 0-1 0 0,-2-1 0 0 0,-6 22 1 0 0,0-9-265 0 0,-2 0-1 0 0,-22 40 1 0 0,-11 22 1405 0 0,44-86-913 0 0,0-1 1 0 0,1 0-1 0 0,-1 0 1 0 0,1 1-1 0 0,-1-1 1 0 0,0 0-1 0 0,1 0 1 0 0,-1 0-1 0 0,1 0 1 0 0,-1 0-1 0 0,1 0 1 0 0,-1 0-1 0 0,1 1 0 0 0,-1-1 1 0 0,0 0-1 0 0,1 0 1 0 0,-1-1-1 0 0,1 1 1 0 0,-1 0-1 0 0,1 0 1 0 0,-1 0-1 0 0,1 0 1 0 0,-1 0-1 0 0,1 0 1 0 0,-1-1-1 0 0,0 1 1 0 0,1 0-1 0 0,-1 0 1 0 0,1-1-1 0 0,-1 1 1 0 0,1-1-1 0 0,17-6-489 0 0,-10 3 571 0 0,1 1 0 0 0,-1 0-1 0 0,1 1 1 0 0,-1 0-1 0 0,1 0 1 0 0,0 1-1 0 0,-1 0 1 0 0,1 0-1 0 0,0 1 1 0 0,0 0-1 0 0,0 1 1 0 0,0 0-1 0 0,-1 0 1 0 0,1 1-1 0 0,0 0 1 0 0,-1 1 0 0 0,13 5-1 0 0,-13-5 57 0 0,0 0 0 0 0,0 1 0 0 0,-1 0-1 0 0,0 0 1 0 0,0 1 0 0 0,0 0 0 0 0,0 0 0 0 0,-1 1 0 0 0,1-1-1 0 0,-2 1 1 0 0,1 1 0 0 0,-1-1 0 0 0,0 1 0 0 0,0 0-1 0 0,0 0 1 0 0,-1 1 0 0 0,0-1 0 0 0,4 14 0 0 0,-7-16-2 0 0,-1 0 1 0 0,1 0 0 0 0,-1 0-1 0 0,0 0 1 0 0,0 0 0 0 0,-1 1-1 0 0,0-1 1 0 0,0 0 0 0 0,0 0-1 0 0,0 0 1 0 0,-1-1 0 0 0,0 1-1 0 0,0 0 1 0 0,0 0-1 0 0,-1-1 1 0 0,1 0 0 0 0,-1 1-1 0 0,0-1 1 0 0,-4 4 0 0 0,-10 12 218 0 0,0-1-1 0 0,-31 25 1 0 0,33-31-162 0 0,-7 8-183 0 0,-44 38 744 0 0,20-23-3031 0 0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5:04.1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169 410 1376 0 0,'-12'-7'1066'0'0,"1"-1"-1"0"0,1 0 1 0 0,0 0-1 0 0,0-1 1 0 0,-12-13-1 0 0,-23-21 5069 0 0,-2 9 2800 0 0,46 33-8888 0 0,3 5 1764 0 0,22 33-1645 0 0,5 8-246 0 0,58 69 0 0 0,-77-102 15 0 0,1-1 0 0 0,0-1 0 0 0,1 1 0 0 0,0-2 1 0 0,0 1-1 0 0,1-2 0 0 0,0 0 0 0 0,1 0 0 0 0,0-1 1 0 0,23 8-1 0 0,-36-15 57 0 0,0 1 0 0 0,0-1 1 0 0,0 0-1 0 0,0 1 0 0 0,1-1 0 0 0,-1 0 1 0 0,0 0-1 0 0,0 1 0 0 0,0-1 1 0 0,0 0-1 0 0,0 0 0 0 0,0 0 0 0 0,0 0 1 0 0,0 0-1 0 0,0-1 0 0 0,1 1 1 0 0,-1 0-1 0 0,0 0 0 0 0,0-1 0 0 0,0 1 1 0 0,0-1-1 0 0,0 1 0 0 0,0-1 1 0 0,0 1-1 0 0,0-1 0 0 0,-1 0 0 0 0,1 1 1 0 0,0-1-1 0 0,0 0 0 0 0,0 0 1 0 0,-1 0-1 0 0,1 1 0 0 0,0-1 0 0 0,-1 0 1 0 0,1 0-1 0 0,-1 0 0 0 0,1 0 1 0 0,-1 0-1 0 0,1 0 0 0 0,-1 0 0 0 0,0 0 1 0 0,1-2-1 0 0,0-6 47 0 0,-1 1 0 0 0,1 0 0 0 0,-2 0 0 0 0,1-1 0 0 0,-2-7 0 0 0,0-7 153 0 0,0-28-42 0 0,0-13 394 0 0,7-93 0 0 0,-3 137-983 0 0,1 0-1 0 0,1 0 1 0 0,1 1-1 0 0,0 0 1 0 0,2 0 0 0 0,0 0-1 0 0,1 1 1 0 0,1 0-1 0 0,11-17 1 0 0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5:05.3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122 22 4609 0 0,'-10'-20'13912'0'0,"9"20"-13707"0"0,0-1-1 0 0,-1 1 1 0 0,1 0-1 0 0,-1 0 1 0 0,1-1-1 0 0,-1 1 1 0 0,0 0 0 0 0,1 0-1 0 0,-1 1 1 0 0,1-1-1 0 0,-1 0 1 0 0,1 0 0 0 0,-2 1-1 0 0,0 0-174 0 0,-1 0 0 0 0,1 1 0 0 0,0-1 0 0 0,0 1 0 0 0,0-1 0 0 0,0 1 0 0 0,0 0-1 0 0,0 0 1 0 0,0 0 0 0 0,0 1 0 0 0,1-1 0 0 0,-4 4 0 0 0,-1 6 33 0 0,1 1-1 0 0,0 0 1 0 0,0 0 0 0 0,1 0-1 0 0,1 1 1 0 0,1 0 0 0 0,-1 0-1 0 0,0 17 1 0 0,3-23-138 0 0,0-1 0 0 0,1 1 0 0 0,0-1 0 0 0,0 1 0 0 0,1-1 0 0 0,0 1 0 0 0,0-1 0 0 0,1 0 0 0 0,0 1 0 0 0,0-1 0 0 0,1 0 0 0 0,0 0 0 0 0,0 0 0 0 0,0-1 0 0 0,1 1 0 0 0,0-1 0 0 0,7 8 0 0 0,-6-9 68 0 0,1 0 0 0 0,0 0 0 0 0,0-1-1 0 0,1 0 1 0 0,-1-1 0 0 0,1 1 0 0 0,0-1-1 0 0,0 0 1 0 0,0-1 0 0 0,0 0-1 0 0,1 0 1 0 0,-1-1 0 0 0,0 1 0 0 0,11-1-1 0 0,-8 0 155 0 0,0-1-1 0 0,-1 0 1 0 0,1 0-1 0 0,0-1 0 0 0,0-1 1 0 0,-1 1-1 0 0,1-2 1 0 0,-1 1-1 0 0,0-1 1 0 0,15-7-1 0 0,-13 2-172 0 0,-1 1-1 0 0,0-2 1 0 0,0 1 0 0 0,-1-1-1 0 0,0-1 1 0 0,-1 0 0 0 0,0 0-1 0 0,0-1 1 0 0,9-16 0 0 0,-11 16-706 0 0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5:51.968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</inkml:brush>
  </inkml:definitions>
  <inkml:trace contextRef="#ctx0" brushRef="#br0">515 209 3225 0 0,'-7'1'370'0'0,"0"0"0"0"0,0 0 0 0 0,0 1 0 0 0,0-1 0 0 0,0 2 1 0 0,0-1-1 0 0,0 1 0 0 0,1 0 0 0 0,0 0 0 0 0,-1 1 0 0 0,-9 7 1 0 0,6-3-76 0 0,0 0 0 0 0,0 0 1 0 0,1 1-1 0 0,1 0 1 0 0,-15 20-1 0 0,4 2 762 0 0,-25 56-1 0 0,3-5-221 0 0,-10 9-560 0 0,-112 222 834 0 0,155-293-970 0 0,0 0 0 0 0,-6 32-1 0 0,12-47-109 0 0,1 0-1 0 0,0 0 0 0 0,1 0 0 0 0,-1 0 0 0 0,1 0 0 0 0,0 1 0 0 0,0-1 1 0 0,1 0-1 0 0,-1 0 0 0 0,1 0 0 0 0,0 0 0 0 0,1 0 0 0 0,-1 0 0 0 0,1 0 1 0 0,0 0-1 0 0,2 5 0 0 0,-2-9-12 0 0,-1 0 0 0 0,1 1 1 0 0,-1-1-1 0 0,1 0 0 0 0,0 0 0 0 0,0 1 1 0 0,-1-1-1 0 0,1-1 0 0 0,0 1 0 0 0,0 0 1 0 0,0 0-1 0 0,0-1 0 0 0,0 1 0 0 0,0-1 1 0 0,0 1-1 0 0,0-1 0 0 0,0 0 0 0 0,0 0 1 0 0,0 0-1 0 0,0 0 0 0 0,0 0 0 0 0,0-1 1 0 0,0 1-1 0 0,0-1 0 0 0,0 1 0 0 0,0-1 1 0 0,0 1-1 0 0,0-1 0 0 0,2-2 1 0 0,8-2-11 0 0,-1 0 0 0 0,0-1 1 0 0,14-11-1 0 0,16-13 355 0 0,-1-2 0 0 0,67-72-1 0 0,56-88 851 0 0,-99 112-702 0 0,126-121-1 0 0,-55 75-419 0 0,-44 40 32 0 0,116-86 0 0 0,-192 161-109 0 0,-9 6-1 0 0,-1 1 0 0 0,1-1 1 0 0,1 1-1 0 0,-1 0 0 0 0,0 0 1 0 0,1 1-1 0 0,0-1 0 0 0,0 2 0 0 0,0-1 1 0 0,12-2-1 0 0,-19 5-8 0 0,0 1-1 0 0,0-1 1 0 0,1 1 0 0 0,-1-1-1 0 0,0 0 1 0 0,0 1 0 0 0,0-1-1 0 0,1 1 1 0 0,-1-1 0 0 0,0 1 0 0 0,0-1-1 0 0,0 0 1 0 0,0 1 0 0 0,0-1-1 0 0,0 1 1 0 0,0-1 0 0 0,0 1-1 0 0,0-1 1 0 0,0 1 0 0 0,0-1-1 0 0,0 1 1 0 0,0-1 0 0 0,0 1-1 0 0,-1-1 1 0 0,1 0 0 0 0,0 1-1 0 0,0-1 1 0 0,-1 1 0 0 0,1-1-1 0 0,0 0 1 0 0,0 1 0 0 0,-1-1-1 0 0,1 0 1 0 0,-1 1 0 0 0,-11 22 143 0 0,10-21-129 0 0,-162 252 378 0 0,23-41-407 0 0,31-35 76 0 0,-80 135 112 0 0,155-249-156 0 0,3 1 0 0 0,3 1 0 0 0,-30 99 0 0 0,56-154-93 0 0,0 1-1 0 0,0 0 1 0 0,2 0-1 0 0,-1 0 1 0 0,2 0 0 0 0,0 22-1 0 0,0-32 59 0 0,0 0-1 0 0,0 1 0 0 0,1-1 1 0 0,-1 1-1 0 0,1-1 1 0 0,-1 0-1 0 0,1 0 1 0 0,0 1-1 0 0,0-1 0 0 0,0 0 1 0 0,0 0-1 0 0,0 0 1 0 0,0 0-1 0 0,0 0 1 0 0,1 0-1 0 0,-1 0 0 0 0,1-1 1 0 0,0 1-1 0 0,-1 0 1 0 0,1-1-1 0 0,0 1 0 0 0,0-1 1 0 0,0 0-1 0 0,0 1 1 0 0,0-1-1 0 0,0 0 1 0 0,0 0-1 0 0,1-1 0 0 0,-1 1 1 0 0,0 0-1 0 0,1-1 1 0 0,-1 1-1 0 0,0-1 1 0 0,1 0-1 0 0,-1 0 0 0 0,0 0 1 0 0,1 0-1 0 0,-1 0 1 0 0,0 0-1 0 0,1-1 1 0 0,2 0-1 0 0,10-3-175 0 0,0 0-1 0 0,-1-1 1 0 0,1 0 0 0 0,-1-1-1 0 0,0-1 1 0 0,-1 0 0 0 0,0-1-1 0 0,23-18 1 0 0,-7 2-13 0 0,-1-1 0 0 0,36-42 0 0 0,62-103-49 0 0,-45 56 437 0 0,283-305 1230 0 0,-250 295-937 0 0,-103 103 1658 0 0,-22 29-1245 0 0,4 0-838 0 0,1 1 1 0 0,-1-1-1 0 0,1 1 1 0 0,1 0 0 0 0,-1 1-1 0 0,-3 10 1 0 0,-23 66-316 0 0,23-60 206 0 0,-59 149-515 0 0,-38 122 494 0 0,94-255-124 0 0,2 0-1 0 0,2 0 1 0 0,2 1-1 0 0,1 0 1 0 0,2 52-1 0 0,3-89 114 0 0,1 0-1 0 0,-1 0 1 0 0,1 0 0 0 0,0 0-1 0 0,1 0 1 0 0,-1-1-1 0 0,1 1 1 0 0,0-1 0 0 0,1 1-1 0 0,-1-1 1 0 0,1 0 0 0 0,0 0-1 0 0,5 7 1 0 0,-6-10 51 0 0,1 0 1 0 0,-1 0 0 0 0,1 0-1 0 0,-1 0 1 0 0,1 0-1 0 0,-1 0 1 0 0,1-1-1 0 0,0 1 1 0 0,0-1 0 0 0,0 0-1 0 0,0 0 1 0 0,0 0-1 0 0,0 0 1 0 0,0 0-1 0 0,0-1 1 0 0,1 1 0 0 0,-1-1-1 0 0,0 0 1 0 0,0 0-1 0 0,0 0 1 0 0,0 0-1 0 0,1-1 1 0 0,-1 1 0 0 0,0-1-1 0 0,5-2 1 0 0,1 0-31 0 0,-1 0 1 0 0,-1-1-1 0 0,1 0 1 0 0,-1-1 0 0 0,1 1-1 0 0,-1-1 1 0 0,-1-1-1 0 0,1 1 1 0 0,11-14-1 0 0,4-6 22 0 0,22-35-1 0 0,-29 38 159 0 0,37-52 113 0 0,109-140 540 0 0,-141 192-711 0 0,0 1 1 0 0,1 1-1 0 0,1 1 1 0 0,1 1-1 0 0,0 1 0 0 0,1 1 1 0 0,29-14-1 0 0,-49 28-30 0 0,-1 0 1 0 0,0 1-1 0 0,1 0 0 0 0,-1-1 0 0 0,1 1 0 0 0,-1 1 1 0 0,8-2-1 0 0,-11 2-12 0 0,0 0 1 0 0,1 0-1 0 0,-1 0 0 0 0,0 0 1 0 0,1 0-1 0 0,-1 0 0 0 0,0 0 1 0 0,1 0-1 0 0,-1 1 0 0 0,0-1 1 0 0,1 0-1 0 0,-1 0 0 0 0,0 0 1 0 0,0 0-1 0 0,1 1 1 0 0,-1-1-1 0 0,0 0 0 0 0,1 0 1 0 0,-1 1-1 0 0,0-1 0 0 0,0 0 1 0 0,0 0-1 0 0,1 1 0 0 0,-1-1 1 0 0,0 0-1 0 0,0 1 0 0 0,0-1 1 0 0,0 0-1 0 0,0 1 0 0 0,1-1 1 0 0,-5 20 462 0 0,-10 12-91 0 0,-2 0-1 0 0,-1-1 0 0 0,-25 34 0 0 0,-72 82-339 0 0,30-40-1046 0 0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5:55.459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</inkml:brush>
  </inkml:definitions>
  <inkml:trace contextRef="#ctx0" brushRef="#br0">671 268 1376 0 0,'13'-37'305'0'0,"-3"9"-144"0"0,8-32-1 0 0,-16 51-10 0 0,-1 1 0 0 0,0-1 0 0 0,0 1 0 0 0,0-1 1 0 0,-1 1-1 0 0,-1-1 0 0 0,0 1 0 0 0,-2-14 0 0 0,2 19-15 0 0,0 0 1 0 0,0 0-1 0 0,0 1 1 0 0,-1-1-1 0 0,1 0 1 0 0,-1 0-1 0 0,0 1 0 0 0,0-1 1 0 0,0 1-1 0 0,0-1 1 0 0,0 1-1 0 0,0 0 1 0 0,-1 0-1 0 0,1 0 1 0 0,-1 0-1 0 0,1 0 1 0 0,-1 1-1 0 0,0-1 1 0 0,0 1-1 0 0,1 0 0 0 0,-1-1 1 0 0,0 2-1 0 0,0-1 1 0 0,0 0-1 0 0,-1 0 1 0 0,1 1-1 0 0,0 0 1 0 0,0-1-1 0 0,0 1 1 0 0,0 0-1 0 0,-6 1 1 0 0,-2 0 39 0 0,1 1 0 0 0,-1-1 0 0 0,1 2 0 0 0,0-1 0 0 0,0 1 0 0 0,0 1 0 0 0,0 0 0 0 0,-11 6 0 0 0,-1 4-31 0 0,0 1 0 0 0,1 0 0 0 0,-27 28 0 0 0,-52 62 315 0 0,50-51-267 0 0,12-14 64 0 0,2 1-1 0 0,3 2 1 0 0,-35 56 0 0 0,55-76-81 0 0,0 0 0 0 0,2 1 0 0 0,1 1 0 0 0,0 0 1 0 0,2 0-1 0 0,1 1 0 0 0,1 0 0 0 0,-4 43 0 0 0,10-65-173 0 0,-1 0-1 0 0,1 0 0 0 0,0 1 0 0 0,0-1 0 0 0,0 0 1 0 0,1 0-1 0 0,-1 0 0 0 0,1 1 0 0 0,0-1 0 0 0,1 0 1 0 0,-1 0-1 0 0,1 0 0 0 0,-1 0 0 0 0,1 0 0 0 0,0-1 1 0 0,1 1-1 0 0,3 4 0 0 0,-4-6-60 0 0,1 0-1 0 0,0 0 1 0 0,0 0 0 0 0,0 0-1 0 0,0-1 1 0 0,0 0 0 0 0,0 1-1 0 0,0-1 1 0 0,0 0 0 0 0,0 0-1 0 0,0-1 1 0 0,1 1 0 0 0,-1-1-1 0 0,0 0 1 0 0,1 0 0 0 0,-1 0-1 0 0,0 0 1 0 0,1 0 0 0 0,-1-1-1 0 0,0 1 1 0 0,1-1 0 0 0,3-1 0 0 0,3-1-55 0 0,-1-1 0 0 0,0 0 0 0 0,0 0 0 0 0,-1-1 0 0 0,1 0 1 0 0,-1 0-1 0 0,0-1 0 0 0,13-11 0 0 0,56-64 516 0 0,-58 59-197 0 0,96-108 977 0 0,123-133 561 0 0,-144 155-920 0 0,-61 66-112 0 0,51-48 1 0 0,-70 80-371 0 0,-15 16-21 0 0,-22 30 260 0 0,13-21-284 0 0,-224 347-400 0 0,28-44-1578 0 0,190-293 1509 0 0,-77 138-125 0 0,81-138 232 0 0,0 1 0 0 0,2 0 0 0 0,1 1 0 0 0,-9 42 0 0 0,17-68 44 0 0,1-1-1 0 0,0 1 1 0 0,0-1 0 0 0,0 1 0 0 0,-1 0-1 0 0,1-1 1 0 0,0 1 0 0 0,0 0 0 0 0,0-1-1 0 0,0 1 1 0 0,0 0 0 0 0,0-1-1 0 0,0 1 1 0 0,0 0 0 0 0,0-1 0 0 0,1 1-1 0 0,-1 0 1 0 0,0-1 0 0 0,0 1 0 0 0,0-1-1 0 0,1 1 1 0 0,-1 0 0 0 0,0-1-1 0 0,1 1 1 0 0,-1-1 0 0 0,1 1 0 0 0,-1-1-1 0 0,0 1 1 0 0,1-1 0 0 0,-1 1 0 0 0,1-1-1 0 0,0 0 1 0 0,-1 1 0 0 0,1 0-1 0 0,1-1-33 0 0,0 0 0 0 0,0 0-1 0 0,-1 0 1 0 0,1-1-1 0 0,0 1 1 0 0,-1 0-1 0 0,1 0 1 0 0,0-1-1 0 0,-1 1 1 0 0,1-1-1 0 0,0 0 1 0 0,2-1-1 0 0,44-30-940 0 0,100-109 830 0 0,-45 38 758 0 0,142-154 1137 0 0,-244 256-1715 0 0,29-29 249 0 0,-29 29-254 0 0,0 0-1 0 0,0 0 1 0 0,0 0-1 0 0,0 0 0 0 0,1 0 1 0 0,-1 1-1 0 0,0-1 1 0 0,1 0-1 0 0,-1 1 1 0 0,0-1-1 0 0,1 1 0 0 0,-1 0 1 0 0,0-1-1 0 0,1 1 1 0 0,-1 0-1 0 0,1 0 1 0 0,-1 0-1 0 0,1 0 0 0 0,-1 0 1 0 0,1 0-1 0 0,-1 0 1 0 0,0 0-1 0 0,1 1 0 0 0,-1-1 1 0 0,3 2-1 0 0,-3-2 1 0 0,-1 1 0 0 0,1 0 0 0 0,-1 0 0 0 0,1-1 0 0 0,-1 1 0 0 0,1 0 0 0 0,-1 0 0 0 0,0 0 0 0 0,1 0 0 0 0,-1 0 0 0 0,0 0 0 0 0,0 0 0 0 0,1 0 0 0 0,-1 0 0 0 0,0 0 0 0 0,0 0 0 0 0,0 0 0 0 0,0 0 0 0 0,0-1-1 0 0,0 1 1 0 0,-1 2 0 0 0,-4 24 87 0 0,4-22-69 0 0,-19 68 2 0 0,-2-2 0 0 0,-50 106-1 0 0,22-55-398 0 0,20-53 52 0 0,15-36-274 0 0,2 1-1 0 0,0 0 1 0 0,-8 42 0 0 0,21-75 538 0 0,-1 0 0 0 0,1 0 1 0 0,0 0-1 0 0,-1 0 0 0 0,1 1 1 0 0,0-1-1 0 0,0 0 0 0 0,0 0 1 0 0,0 0-1 0 0,0 0 0 0 0,0 0 0 0 0,0 0 1 0 0,0 0-1 0 0,1 0 0 0 0,-1 0 1 0 0,0 0-1 0 0,0 0 0 0 0,1 0 1 0 0,-1 0-1 0 0,1 0 0 0 0,-1 0 1 0 0,1 0-1 0 0,-1 0 0 0 0,1-1 0 0 0,0 1 1 0 0,0 1-1 0 0,0-2 14 0 0,1 0 0 0 0,-1 1 1 0 0,0-1-1 0 0,0 0 0 0 0,1 0 0 0 0,-1 0 0 0 0,0 0 1 0 0,0 0-1 0 0,1 0 0 0 0,-1-1 0 0 0,0 1 0 0 0,0 0 0 0 0,1-1 1 0 0,-1 1-1 0 0,0 0 0 0 0,0-1 0 0 0,2-1 0 0 0,8-4-194 0 0,0-1-1 0 0,19-16 1 0 0,-29 22 191 0 0,51-47 165 0 0,-2-3 0 0 0,75-98 0 0 0,-75 85 1065 0 0,97-94 0 0 0,65-32 2831 0 0,-211 188-3993 0 0,1 1 1 0 0,0 0-1 0 0,-1 0 1 0 0,1 0-1 0 0,-1-1 1 0 0,1 1-1 0 0,0 1 1 0 0,0-1 0 0 0,0 0-1 0 0,0 0 1 0 0,0 1-1 0 0,0-1 1 0 0,2 0-1 0 0,3 7 208 0 0,-7 12-4 0 0,-21 66-411 0 0,-47 120 0 0 0,-6 23-115 0 0,72-223 335 0 0,1-1 1 0 0,1 0-1 0 0,-1 1 1 0 0,0-1-1 0 0,1 1 0 0 0,0-1 1 0 0,0 1-1 0 0,0-1 1 0 0,0 1-1 0 0,0-1 1 0 0,1 1-1 0 0,-1-1 1 0 0,1 1-1 0 0,0-1 1 0 0,0 0-1 0 0,0 1 1 0 0,1-1-1 0 0,-1 0 1 0 0,1 0-1 0 0,2 3 1 0 0,-2-3 3 0 0,1-1-1 0 0,0 0 1 0 0,-1 0 0 0 0,1-1 0 0 0,0 1-1 0 0,0 0 1 0 0,0-1 0 0 0,0 0 0 0 0,0 0 0 0 0,0 0-1 0 0,0 0 1 0 0,0 0 0 0 0,1-1 0 0 0,-1 1-1 0 0,0-1 1 0 0,0 0 0 0 0,1 0 0 0 0,-1 0 0 0 0,0 0-1 0 0,1 0 1 0 0,4-2 0 0 0,12-3-105 0 0,-1-1 0 0 0,0 0 0 0 0,0-2 1 0 0,-1 0-1 0 0,0 0 0 0 0,0-2 0 0 0,27-20 0 0 0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5:42.7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188 483 1840 0 0,'-33'-42'2204'0'0,"-4"-28"5700"0"0,-2 0-3993 0 0,35 63-3369 0 0,-1 1 0 0 0,0 0 0 0 0,0 0 1 0 0,-10-7-1 0 0,13 10-279 0 0,-1 1 0 0 0,0 0 0 0 0,1 0 0 0 0,-1 1 0 0 0,0-1 0 0 0,0 0 0 0 0,0 1 0 0 0,0 0 0 0 0,0 0 0 0 0,-1 0 0 0 0,1 0 0 0 0,-7-1 0 0 0,11 13 609 0 0,9 18-822 0 0,1 1 1 0 0,1-2-1 0 0,2 1 1 0 0,25 38-1 0 0,82 103-338 0 0,-25-40-74 0 0,-67-80 325 0 0,-22-36 24 0 0,1 0 1 0 0,18 25 0 0 0,-26-39 14 0 0,0 0 1 0 0,0 1-1 0 0,1-1 1 0 0,-1 1-1 0 0,0-1 1 0 0,1 0 0 0 0,-1 1-1 0 0,0-1 1 0 0,1 0-1 0 0,-1 0 1 0 0,0 1-1 0 0,1-1 1 0 0,-1 0-1 0 0,1 0 1 0 0,-1 0-1 0 0,0 1 1 0 0,1-1-1 0 0,-1 0 1 0 0,1 0 0 0 0,-1 0-1 0 0,1 0 1 0 0,-1 0-1 0 0,1 0 1 0 0,-1 0-1 0 0,0 0 1 0 0,1 0-1 0 0,-1 0 1 0 0,1 0-1 0 0,-1 0 1 0 0,1 0 0 0 0,-1 0-1 0 0,1 0 1 0 0,-1-1-1 0 0,0 1 1 0 0,1 0-1 0 0,0-1 1 0 0,12-17 213 0 0,3-31 189 0 0,-15 45-384 0 0,54-257 414 0 0,-37 159-352 0 0,40-128-1 0 0,-41 176-78 0 0,29-74-753 0 0,-46 128 711 0 0,0-1 1 0 0,0 1 0 0 0,0-1-1 0 0,0 1 1 0 0,0-1 0 0 0,1 1 0 0 0,-1 0-1 0 0,0-1 1 0 0,0 1 0 0 0,1-1-1 0 0,-1 1 1 0 0,0-1 0 0 0,1 1-1 0 0,-1 0 1 0 0,0-1 0 0 0,1 1 0 0 0,-1 0-1 0 0,0-1 1 0 0,1 1 0 0 0,-1 0-1 0 0,1 0 1 0 0,-1-1 0 0 0,1 1 0 0 0,-1 0-1 0 0,1 0 1 0 0,-1 0 0 0 0,1 0-1 0 0,8 11-3432 0 0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5:43.2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28 1 11979 0 0,'-3'10'7969'0'0,"4"21"-7137"0"0,0-22-267 0 0,-1 384 823 0 0,-10-237-1847 0 0,-7 207-2930 0 0,17-352-1314 0 0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5:43.5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54 920 0 0,'0'-3'492'0'0,"1"1"1"0"0,0-1-1 0 0,0 0 0 0 0,-1 0 0 0 0,2 0 0 0 0,-1 1 1 0 0,0-1-1 0 0,0 0 0 0 0,1 1 0 0 0,0-1 1 0 0,-1 1-1 0 0,1 0 0 0 0,0 0 0 0 0,0-1 0 0 0,0 1 1 0 0,0 0-1 0 0,1 1 0 0 0,-1-1 0 0 0,0 0 0 0 0,5-1 1 0 0,-4 2-137 0 0,0 0 0 0 0,0 1 0 0 0,1-1 0 0 0,-1 1 1 0 0,0 0-1 0 0,1 0 0 0 0,-1 0 0 0 0,0 1 0 0 0,0-1 0 0 0,1 1 1 0 0,-1 0-1 0 0,0 0 0 0 0,0 0 0 0 0,0 0 0 0 0,0 0 0 0 0,0 1 1 0 0,5 3-1 0 0,20 11 440 0 0,-2 2 1 0 0,0 1-1 0 0,-1 1 1 0 0,32 34 0 0 0,82 101 91 0 0,-129-142-886 0 0,-3-5-136 0 0,0 0 1 0 0,0 1-1 0 0,-1 0 0 0 0,8 17 1 0 0,-12-23-287 0 0,-1 0 0 0 0,0 1 0 0 0,0-1 0 0 0,0 1 0 0 0,0-1 0 0 0,-1 1 0 0 0,0 0 0 0 0,1-1 0 0 0,-1 1 0 0 0,0 0 0 0 0,-1-1 0 0 0,1 1 0 0 0,-1-1 0 0 0,1 1 1 0 0,-1 0-1 0 0,0-1 0 0 0,-2 5 0 0 0,1-2-1022 0 0,3-7 1069 0 0,1-5 373 0 0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5:43.8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0 155 8754 0 0,'17'-3'8299'0'0,"20"-3"-5513"0"0,33-12-92 0 0,150-30-1817 0 0,-187 43-1136 0 0,-1-2 0 0 0,46-15-1 0 0,12-15-3373 0 0,-71 29-3275 0 0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5:45.5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 0 2304 0 0,'-12'2'10139'0'0,"12"1"-9820"0"0,-1 0 0 0 0,1 0 0 0 0,0 0 0 0 0,1 0 1 0 0,-1 0-1 0 0,0 0 0 0 0,1-1 0 0 0,0 1 1 0 0,-1 0-1 0 0,1 0 0 0 0,0 0 0 0 0,1-1 0 0 0,-1 1 1 0 0,0-1-1 0 0,1 1 0 0 0,-1-1 0 0 0,1 1 0 0 0,3 3 1 0 0,0 1-192 0 0,17 32 290 0 0,-2 0-1 0 0,-3 1 1 0 0,26 83-1 0 0,-25-68 32 0 0,35 76 1 0 0,-46-98-2630 0 0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5:46.0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2 111 5065 0 0,'-2'11'6650'0'0,"3"-10"-6435"0"0,12-1 3278 0 0,21-14-1205 0 0,-31 13-1955 0 0,121-62 3106 0 0,-43 18-7706 0 0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5:46.3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0 101 2745 0 0,'2'2'509'0'0,"0"-1"0"0"0,-1 1 0 0 0,1 0 0 0 0,0-1 0 0 0,0 1 0 0 0,0-1 0 0 0,0 1 0 0 0,1-1 0 0 0,-1 0 0 0 0,0 0 0 0 0,0 0 1 0 0,1 0-1 0 0,-1 0 0 0 0,1-1 0 0 0,-1 1 0 0 0,1-1 0 0 0,4 1 0 0 0,46 0 5507 0 0,-28-6-5539 0 0,-1-1 1 0 0,0 0-1 0 0,0-2 0 0 0,-1-1 1 0 0,0-1-1 0 0,33-20 0 0 0,27-10-3723 0 0,-63 31-3323 0 0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6:01.9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98 582 6449 0 0,'-85'-149'10221'0'0,"81"143"-9288"0"0,-5-7 1773 0 0,13 17-1429 0 0,106 137-2309 0 0,94 159-1 0 0,-110-157 684 0 0,-93-141 352 0 0,9 13 276 0 0,1 0 0 0 0,16 18 0 0 0,-25-37-122 0 0,1 0 0 0 0,-1 1-1 0 0,0-1 1 0 0,0 0-1 0 0,0 0 1 0 0,0 0 0 0 0,0-5-1 0 0,-1 9-144 0 0,13-49 260 0 0,-1 0 1 0 0,11-93-1 0 0,-8-99-156 0 0,-10 101-69 0 0,40-235-1 0 0,-44 361-7 0 0,1-6-3348 0 0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6:02.5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 5 4609 0 0,'-9'-4'12283'0'0,"50"127"-10909"0"0,-4-14-532 0 0,16 101-1021 0 0,-44-162 13 0 0,-2-1 0 0 0,1 73 0 0 0,-9-104-839 0 0,-1-2-298 0 0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6:03.1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15 182 4145 0 0,'-2'-3'188'0'0,"0"0"0"0"0,0 0 0 0 0,1 0 0 0 0,0 0 0 0 0,-1 0-1 0 0,1-1 1 0 0,0 1 0 0 0,0 0 0 0 0,1-1 0 0 0,-1 1 0 0 0,1 0 0 0 0,-1-1 0 0 0,1 1 0 0 0,0-1 0 0 0,0 1 0 0 0,1-1 0 0 0,-1 1 0 0 0,2-6-1 0 0,-1 2 272 0 0,1 0 0 0 0,0 0-1 0 0,0 1 1 0 0,0-1-1 0 0,1 0 1 0 0,0 1-1 0 0,0-1 1 0 0,5-5 0 0 0,-4 7-186 0 0,-1 2 0 0 0,1-1 0 0 0,0 0 0 0 0,0 1 1 0 0,0-1-1 0 0,0 1 0 0 0,1 0 0 0 0,-1 1 1 0 0,1-1-1 0 0,0 1 0 0 0,0 0 0 0 0,0 0 0 0 0,0 0 1 0 0,0 1-1 0 0,0 0 0 0 0,11-1 0 0 0,-10 1-308 0 0,0 1-1 0 0,0 0 1 0 0,-1 0-1 0 0,1 1 1 0 0,0 0-1 0 0,0 0 1 0 0,0 0-1 0 0,0 1 1 0 0,-1-1-1 0 0,1 2 1 0 0,-1-1-1 0 0,1 0 1 0 0,-1 1-1 0 0,0 0 1 0 0,0 1-1 0 0,0-1 1 0 0,0 1-1 0 0,-1-1 1 0 0,1 2-1 0 0,-1-1 1 0 0,0 0-1 0 0,0 1 1 0 0,3 5-1 0 0,-4-4-89 0 0,1 1-1 0 0,-2 0 0 0 0,1 0 0 0 0,-1 0 0 0 0,0 0 1 0 0,0 0-1 0 0,-1 1 0 0 0,0-1 0 0 0,0 0 0 0 0,0 1 1 0 0,-1-1-1 0 0,-1 0 0 0 0,1 1 0 0 0,-1-1 0 0 0,0 0 1 0 0,-4 13-1 0 0,-4 8 312 0 0,-1-1 0 0 0,-26 50 1 0 0,29-63 13 0 0,1-3 66 0 0,2-3 837 0 0,15-16-674 0 0,3-3-422 0 0,-1 0-1 0 0,1 0 1 0 0,1 1-1 0 0,0 1 1 0 0,1 1-1 0 0,26-11 1 0 0,-33 16 5 0 0,1 0 1 0 0,-1 0 0 0 0,1 1 0 0 0,0 1-1 0 0,0 0 1 0 0,0 0 0 0 0,-1 1 0 0 0,1 0-1 0 0,0 0 1 0 0,0 2 0 0 0,0-1 0 0 0,0 1-1 0 0,13 4 1 0 0,-19-4-17 0 0,0 1-1 0 0,0-1 0 0 0,0 0 1 0 0,0 1-1 0 0,0 0 1 0 0,-1 0-1 0 0,0 0 0 0 0,1 1 1 0 0,-1-1-1 0 0,0 1 1 0 0,-1-1-1 0 0,1 1 0 0 0,-1 0 1 0 0,1 0-1 0 0,-1 0 1 0 0,0 1-1 0 0,-1-1 0 0 0,1 0 1 0 0,-1 1-1 0 0,0-1 1 0 0,0 1-1 0 0,1 8 0 0 0,0 4 141 0 0,0 0 0 0 0,-2 0-1 0 0,0 0 1 0 0,-4 32-1 0 0,1-32 148 0 0,0-1-1 0 0,-1 0 1 0 0,-1 1-1 0 0,-1-2 1 0 0,-1 1-1 0 0,0-1 1 0 0,-11 19-1 0 0,13-26-128 0 0,-1 1 0 0 0,0-1-1 0 0,0 0 1 0 0,-1 0-1 0 0,0-1 1 0 0,-1 0-1 0 0,1 0 1 0 0,-1 0 0 0 0,0-1-1 0 0,-1-1 1 0 0,0 1-1 0 0,0-1 1 0 0,-11 4 0 0 0,18-8-367 0 0,1 0 0 0 0,-1-1 0 0 0,0 1 0 0 0,1-1 0 0 0,-1 1 0 0 0,0-1 0 0 0,0 0 0 0 0,1 0 0 0 0,-1 0 0 0 0,0 0 0 0 0,0 0 0 0 0,1 0 0 0 0,-1 0 0 0 0,0 0 0 0 0,0-1 0 0 0,1 1 0 0 0,-1-1 0 0 0,0 1 0 0 0,1-1 0 0 0,-1 0 0 0 0,0 0 0 0 0,1 0 0 0 0,-1 0 0 0 0,1 0 0 0 0,0 0 0 0 0,-1 0 0 0 0,1 0 0 0 0,0 0 0 0 0,-1-1 0 0 0,0-1 0 0 0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6:03.5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1 179 5985 0 0,'26'-4'6664'0'0,"21"-11"-2987"0"0,-11 3-1575 0 0,139-43 1535 0 0,-89 19-5267 0 0,-61 24-1072 0 0,29-20 0 0 0,-37 20-2919 0 0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6:03.90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77 1 4609 0 0,'-39'-1'2563'0'0,"2"11"11955"0"0,44 19-14015 0 0,-6-24-39 0 0,111 520 65 0 0,-105-499-1130 0 0,0-3-179 0 0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6:04.57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19 361 5985 0 0,'-2'-1'307'0'0,"1"1"-1"0"0,0 0 0 0 0,0-1 0 0 0,0 0 0 0 0,0 1 1 0 0,0-1-1 0 0,0 0 0 0 0,1 1 0 0 0,-1-1 1 0 0,0 0-1 0 0,0 0 0 0 0,0 0 0 0 0,1 0 1 0 0,-1 1-1 0 0,0-1 0 0 0,1 0 0 0 0,-1 0 1 0 0,1-1-1 0 0,-1 1 0 0 0,1 0 0 0 0,-1 0 0 0 0,1 0 1 0 0,0-2-1 0 0,0 2-179 0 0,0 1 0 0 0,0-1 0 0 0,0 1 1 0 0,0-1-1 0 0,0 1 0 0 0,0-1 0 0 0,0 1 0 0 0,1-1 0 0 0,-1 1 1 0 0,0-1-1 0 0,0 1 0 0 0,1-1 0 0 0,-1 1 0 0 0,0-1 1 0 0,1 1-1 0 0,-1-1 0 0 0,0 1 0 0 0,1 0 0 0 0,-1-1 0 0 0,1 1 1 0 0,-1-1-1 0 0,0 1 0 0 0,1 0 0 0 0,-1 0 0 0 0,1-1 0 0 0,-1 1 1 0 0,1 0-1 0 0,-1 0 0 0 0,1 0 0 0 0,0-1 0 0 0,-1 1 0 0 0,1 0 1 0 0,-1 0-1 0 0,1 0 0 0 0,-1 0 0 0 0,1 0 0 0 0,-1 0 0 0 0,1 0 1 0 0,-1 0-1 0 0,1 0 0 0 0,0 1 0 0 0,-1-1 0 0 0,1 0 1 0 0,-1 0-1 0 0,1 0 0 0 0,-1 1 0 0 0,1-1 0 0 0,-1 0 0 0 0,1 1 1 0 0,7 3 65 0 0,-1 0 1 0 0,0 1 0 0 0,0 0 0 0 0,0 0 0 0 0,-1 0 0 0 0,1 1 0 0 0,-1 0-1 0 0,-1 0 1 0 0,1 1 0 0 0,5 8 0 0 0,-3-4-103 0 0,63 74-305 0 0,178 235-1373 0 0,-247-317 1595 0 0,14 16 599 0 0,-9-20-204 0 0,-1-13-147 0 0,0-19 31 0 0,-2 1-1 0 0,-1 0 1 0 0,-2-1-1 0 0,-3-37 1 0 0,2-30-181 0 0,5 18-284 0 0,3 0-1 0 0,5 1 1 0 0,25-94-1 0 0,-34 161-310 0 0,1 1 0 0 0,0 0-1 0 0,0 0 1 0 0,10-16-1 0 0,-3 11-1210 0 0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6:05.2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190 69 6449 0 0,'-16'-18'3304'0'0,"10"11"-2233"0"0,0 1-1 0 0,0 0 1 0 0,0 0-1 0 0,-1 0 1 0 0,-7-5 0 0 0,12 10-881 0 0,0 0 0 0 0,-1 0 0 0 0,1 0 0 0 0,0 0 0 0 0,-1 0 0 0 0,1 0 0 0 0,-1 0 0 0 0,1 1 0 0 0,-1 0 0 0 0,1-1 0 0 0,-1 1 1 0 0,1 0-1 0 0,-1 0 0 0 0,1 0 0 0 0,-1 1 0 0 0,1-1 0 0 0,-1 0 0 0 0,1 1 0 0 0,-1 0 0 0 0,1 0 0 0 0,0-1 0 0 0,-4 3 0 0 0,3-1-149 0 0,0 1 0 0 0,0-1 0 0 0,0 0 0 0 0,0 1 0 0 0,0 0-1 0 0,1-1 1 0 0,-1 1 0 0 0,1 0 0 0 0,0 0 0 0 0,0 1 0 0 0,0-1-1 0 0,0 0 1 0 0,1 1 0 0 0,-1-1 0 0 0,1 1 0 0 0,0-1 0 0 0,-1 5-1 0 0,-2 11 234 0 0,1 0 0 0 0,-1 23 0 0 0,1-16-174 0 0,0 0-112 0 0,-9 118-301 0 0,11-129 278 0 0,2-1-1 0 0,0 1 1 0 0,0 0-1 0 0,2 0 1 0 0,0-1 0 0 0,0 1-1 0 0,8 19 1 0 0,-9-29 30 0 0,0-1 0 0 0,0 0 1 0 0,0 0-1 0 0,1 0 0 0 0,-1 0 1 0 0,1-1-1 0 0,0 1 0 0 0,0-1 1 0 0,0 1-1 0 0,0-1 1 0 0,1 0-1 0 0,-1 0 0 0 0,1-1 1 0 0,0 1-1 0 0,0-1 0 0 0,0 0 1 0 0,0 0-1 0 0,5 2 0 0 0,-3-3 30 0 0,0 1 0 0 0,1-1 0 0 0,-1 0-1 0 0,1-1 1 0 0,0 0 0 0 0,-1 0 0 0 0,1 0 0 0 0,-1-1-1 0 0,1 1 1 0 0,-1-2 0 0 0,9-2 0 0 0,3-2 64 0 0,0-1 1 0 0,0 0 0 0 0,-1-2 0 0 0,0 0 0 0 0,-1-1 0 0 0,0 0 0 0 0,24-22 0 0 0,66-73 24 0 0,-64 57-6411 0 0,-19 20-723 0 0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6:32.43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79 167 4609 0 0,'-9'0'856'0'0,"1"0"0"0"0,-1 0 0 0 0,1-1 0 0 0,-1 0 0 0 0,0 0 0 0 0,1-1 0 0 0,-11-8 5641 0 0,47 2-5599 0 0,-2 1-581 0 0,70-13 627 0 0,-1-5-1 0 0,100-40 0 0 0,-185 61-1020 0 0,40-15-413 0 0,-46 18 190 0 0,0 0 0 0 0,0 1 0 0 0,-1-1 0 0 0,1 0-1 0 0,0 1 1 0 0,0 0 0 0 0,0 0 0 0 0,0 0 0 0 0,0 1 0 0 0,7 1-1 0 0,-11-2 131 0 0,1 0-1 0 0,0 1 1 0 0,-1-1-1 0 0,1 1 0 0 0,-1-1 1 0 0,1 1-1 0 0,-1-1 1 0 0,1 1-1 0 0,-1 0 0 0 0,0-1 1 0 0,1 1-1 0 0,-1-1 1 0 0,0 1-1 0 0,1 0 0 0 0,-1-1 1 0 0,0 1-1 0 0,0 0 1 0 0,1-1-1 0 0,-1 1 0 0 0,0 0 1 0 0,0 0-1 0 0,0-1 1 0 0,0 1-1 0 0,0 0 0 0 0,0 0 1 0 0,0-1-1 0 0,0 1 1 0 0,0 0-1 0 0,-1-1 0 0 0,1 1 1 0 0,0 0-1 0 0,0-1 1 0 0,-1 1-1 0 0,1 0 0 0 0,0-1 1 0 0,-1 2-1 0 0,0 1 117 0 0,0-1-1 0 0,0 1 0 0 0,-1-1 1 0 0,1 0-1 0 0,-1 1 0 0 0,1-1 1 0 0,-1 0-1 0 0,-3 4 0 0 0,-1-3-5 0 0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6:32.90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56 36 1840 0 0,'-7'-7'587'0'0,"-42"-21"17650"0"0,60 42-16765 0 0,-9-11-1523 0 0,4 11 109 0 0,0 1 0 0 0,-1 0 0 0 0,-1 0 0 0 0,0 1 0 0 0,-1-1 0 0 0,-1 1 0 0 0,0-1 1 0 0,-1 27-1 0 0,4 26 67 0 0,1-16-122 0 0,3 1 1 0 0,1-1-1 0 0,4-1 1 0 0,26 68-1 0 0,-22-89-1887 0 0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6:33.55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65 91 2761 0 0,'-64'34'13654'0'0,"79"-44"-11981"0"0,22-17-1356 0 0,-29 20-303 0 0,0 1 0 0 0,1 1 0 0 0,0-1 1 0 0,0 2-1 0 0,1-1 0 0 0,-1 1 0 0 0,1 0 0 0 0,0 1 0 0 0,14-3 0 0 0,16-1 132 0 0,41-3 0 0 0,-55 8 145 0 0,-5 0 55 0 0,-10 2 2 0 0,1-1 1 0 0,-1-1-1 0 0,0 0 0 0 0,1 0 0 0 0,19-8 1 0 0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6:38.96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106 1034 4145 0 0,'-3'1'256'0'0,"-1"0"0"0"0,1 0 0 0 0,0 0 0 0 0,0 0 1 0 0,0-1-1 0 0,-1 1 0 0 0,1-1 0 0 0,0 0 0 0 0,-1 0 0 0 0,1 0 0 0 0,0-1 1 0 0,0 1-1 0 0,-1-1 0 0 0,1 0 0 0 0,0 1 0 0 0,0-1 0 0 0,0-1 1 0 0,0 1-1 0 0,0 0 0 0 0,0-1 0 0 0,0 0 0 0 0,0 0 0 0 0,1 1 0 0 0,-1-2 1 0 0,1 1-1 0 0,-1 0 0 0 0,1 0 0 0 0,0-1 0 0 0,0 1 0 0 0,0-1 0 0 0,0 0 1 0 0,0 0-1 0 0,1 1 0 0 0,-1-1 0 0 0,1 0 0 0 0,0 0 0 0 0,-1-1 0 0 0,2 1 1 0 0,-1 0-1 0 0,0 0 0 0 0,1 0 0 0 0,-1-1 0 0 0,1-5 0 0 0,1-19 536 0 0,1 0 0 0 0,1-1-1 0 0,2 2 1 0 0,11-42-1 0 0,-6 38-798 0 0,1 1 0 0 0,1-1-1 0 0,2 2 1 0 0,1 0-1 0 0,1 1 1 0 0,1 0-1 0 0,2 1 1 0 0,1 1-1 0 0,0 1 1 0 0,2 1 0 0 0,35-30-1 0 0,-25 32 34 0 0,1 0 0 0 0,1 3 0 0 0,1 1 0 0 0,1 1 0 0 0,0 2 0 0 0,54-15-1 0 0,-33 15-158 0 0,1 1 0 0 0,78-6 0 0 0,120 2-473 0 0,-13 24-828 0 0,-1 0 876 0 0,228-37 622 0 0,-228 17 162 0 0,112-11 792 0 0,904-88-30 0 0,-557 86-988 0 0,-640 24 6 0 0,38-3 34 0 0,0 5 1 0 0,120 13 0 0 0,-155-4 0 0 0,229 39 798 0 0,-252-37-730 0 0,-2 1 1 0 0,1 3-1 0 0,-2 1 1 0 0,0 1-1 0 0,42 26 0 0 0,-65-33-58 0 0,0 1-1 0 0,0 1 0 0 0,-1 0 1 0 0,-1 1-1 0 0,0 0 1 0 0,0 1-1 0 0,-1 0 0 0 0,-1 1 1 0 0,0 1-1 0 0,-1 0 0 0 0,-1 0 1 0 0,0 1-1 0 0,-1 0 0 0 0,-1 0 1 0 0,0 1-1 0 0,4 21 1 0 0,192 559 746 0 0,-159-473-681 0 0,-5 1-1 0 0,24 138 1 0 0,62 221 187 0 0,-86-351-262 0 0,-20-51-12 0 0,14 142 1 0 0,-24-149-7 0 0,2 1 0 0 0,33 113 0 0 0,38 49 22 0 0,39 123 99 0 0,-96-271-122 0 0,-4 1 0 0 0,10 97 0 0 0,-17 20-113 0 0,1 6 23 0 0,2-31-60 0 0,6 55-98 0 0,-17-171 26 0 0,-4 87-1 0 0,-3-86 194 0 0,11 90 1 0 0,7-11-122 0 0,-5 1 0 0 0,-13 231 0 0 0,1-369 129 0 0,-3 52 155 0 0,-3-1 0 0 0,-24 109 0 0 0,10-64 83 0 0,16-77-239 0 0,-1-1 0 0 0,-14 45 0 0 0,15-63-16 0 0,0-1 1 0 0,0 1 0 0 0,-1-1 0 0 0,0 0 0 0 0,-1-1-1 0 0,0 1 1 0 0,0-1 0 0 0,-1 0 0 0 0,0 0 0 0 0,0-1-1 0 0,-10 7 1 0 0,-14 8 75 0 0,0-1 1 0 0,-1-2-1 0 0,-1-1 0 0 0,-1-1 1 0 0,-42 13-1 0 0,-185 47-147 0 0,139-44-23 0 0,-76 17 0 0 0,-3-8 0 0 0,-249 20 0 0 0,22 7 80 0 0,94-11 25 0 0,-43-22 8 0 0,187-21-243 0 0,-113 3 197 0 0,57-5 18 0 0,47 12 800 0 0,89-10-730 0 0,-27 13 86 0 0,130-28-137 0 0,0-1 0 0 0,0 0 1 0 0,0 0-1 0 0,0 0 0 0 0,0-1 1 0 0,0 0-1 0 0,0 0 0 0 0,-11-6 1 0 0,16 6-587 0 0,0 1-1 0 0,0-1 1 0 0,1 1 0 0 0,-1-1-1 0 0,1 0 1 0 0,-1 0 0 0 0,1 1-1 0 0,0-1 1 0 0,0 0 0 0 0,0 0 0 0 0,0 0-1 0 0,0 0 1 0 0,0-1 0 0 0,0-1-1 0 0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6:39.34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78 98 2304 0 0,'3'-51'1662'0'0,"-2"47"-1059"0"0,-1 0 0 0 0,1 1 0 0 0,0-1 0 0 0,0 1 0 0 0,0-1 0 0 0,0 0 0 0 0,1 1 0 0 0,-1 0 0 0 0,1-1 0 0 0,0 1 0 0 0,4-5 893 0 0,-10 20 3281 0 0,-6 6-3038 0 0,7-14-1770 0 0,-1 4 212 0 0,-13 25 242 0 0,1 1 0 0 0,-20 65 0 0 0,34-91-422 0 0,0 1 1 0 0,0-1 0 0 0,0 1-1 0 0,1 0 1 0 0,0 0 0 0 0,1 0 0 0 0,0 0-1 0 0,1 0 1 0 0,0-1 0 0 0,0 1-1 0 0,0 0 1 0 0,1 0 0 0 0,1-1-1 0 0,-1 1 1 0 0,2-1 0 0 0,-1 0 0 0 0,7 11-1 0 0,-6-13-1 0 0,0-1-1 0 0,0 0 0 0 0,1 1 1 0 0,0-1-1 0 0,0-1 0 0 0,0 1 1 0 0,0-1-1 0 0,1 0 0 0 0,0 0 1 0 0,0 0-1 0 0,0-1 0 0 0,8 3 1 0 0,-3-2 58 0 0,0 0 0 0 0,0-2 1 0 0,0 1-1 0 0,1-1 0 0 0,-1-1 1 0 0,20 1-1 0 0,7-5-45 0 0,0-1 0 0 0,0-1 0 0 0,51-15-1 0 0,-73 17-171 0 0,20-7-1005 0 0,-12 3-4128 0 0,-8 2-698 0 0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6:40.34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26 44 456 0 0,'-25'23'16636'0'0,"29"-23"-15573"0"0,24 2 168 0 0,1-1 1 0 0,0-2 0 0 0,48-7-1 0 0,91-25-1617 0 0,-144 28 433 0 0,28-9-594 0 0,-31 6-6003 0 0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6:40.78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8 26 4609 0 0,'-7'-25'16850'0'0,"13"30"-16712"0"0,1 1-1 0 0,-1 0 0 0 0,0 1 1 0 0,0-1-1 0 0,-1 1 1 0 0,0 0-1 0 0,0 1 0 0 0,0-1 1 0 0,-1 1-1 0 0,5 15 0 0 0,30 95-332 0 0,-33-95 233 0 0,6 31 31 0 0,-2 2 0 0 0,-3-1 0 0 0,-2 1 0 0 0,-3 77 0 0 0,-1-126-1805 0 0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6:41.24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0 116 6913 0 0,'0'0'529'0'0,"28"-7"2165"0"0,112-19 5030 0 0,-91 19-6692 0 0,-1-2 1 0 0,-1-2-1 0 0,59-22 0 0 0,-54 11-4065 0 0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6:41.92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75 134 7834 0 0,'-75'19'8798'0'0,"151"-36"-5475"0"0,106-38 1 0 0,-98 22-5436 0 0,-2-6-4066 0 0,-65 30-281 0 0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6:42.24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24 23 3225 0 0,'-23'-23'19656'0'0,"24"38"-19783"0"0,8 36 0 0 0,32 147 676 0 0,-31-163-2204 0 0,24 57 0 0 0,-24-72-5568 0 0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6:42.81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95 9218 0 0,'31'-1'2788'0'0,"-1"0"-1"0"0,0-3 1 0 0,51-11 0 0 0,-63 11-2778 0 0,-2-1 0 0 0,1-1 0 0 0,0-1 0 0 0,-1 0-1 0 0,-1-2 1 0 0,1 1 0 0 0,24-20 0 0 0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6:50.64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62 189 7834 0 0,'-4'-5'875'0'0,"0"0"1"0"0,0 0-1 0 0,0-1 0 0 0,1 1 1 0 0,-1-1-1 0 0,2 0 1 0 0,-1 0-1 0 0,0 0 1 0 0,1-1-1 0 0,0 1 0 0 0,-1-12 1 0 0,-11-31 2630 0 0,7 40-2658 0 0,4 11-458 0 0,5 11-239 0 0,3 1-158 0 0,1 1 0 0 0,1-1 0 0 0,0-1 0 0 0,0 1 0 0 0,2-1 0 0 0,0 0 0 0 0,12 14 0 0 0,-5-7 14 0 0,25 44 0 0 0,-24-25-10 0 0,-1 2 0 0 0,-2-1 1 0 0,16 86-1 0 0,15 45-13 0 0,-40-157 33 0 0,1 0 1 0 0,1-1-1 0 0,0 1 0 0 0,1-1 1 0 0,12 15-1 0 0,-14-20-7 0 0,0-1 1 0 0,0 0-1 0 0,1-1 1 0 0,0 1-1 0 0,0-2 0 0 0,0 1 1 0 0,1-1-1 0 0,0 0 1 0 0,15 8-1 0 0,-20-13-4 0 0,-1 1 0 0 0,0-1 0 0 0,0 1-1 0 0,1-1 1 0 0,-1 0 0 0 0,1 0 0 0 0,-1 0 0 0 0,0 0 0 0 0,1-1 0 0 0,-1 1 0 0 0,0 0-1 0 0,0-1 1 0 0,1 0 0 0 0,-1 0 0 0 0,0 1 0 0 0,0-1 0 0 0,0 0 0 0 0,0-1-1 0 0,0 1 1 0 0,0 0 0 0 0,0-1 0 0 0,0 1 0 0 0,0-1 0 0 0,-1 1 0 0 0,1-1 0 0 0,-1 0-1 0 0,3-2 1 0 0,5-8 88 0 0,0-1 0 0 0,-1 1 0 0 0,8-17 0 0 0,-8 15-57 0 0,30-62 387 0 0,53-146-1 0 0,-55 126-207 0 0,7-3-169 0 0,-25 62 10 0 0,-2-1-1 0 0,21-76 0 0 0,-35 109-103 0 0,-2 0-1 0 0,1-1 0 0 0,0 1 0 0 0,-1 0 0 0 0,-1-8 1 0 0,1 11-40 0 0,0 1 1 0 0,0-1-1 0 0,0 1 1 0 0,-1 0-1 0 0,1-1 1 0 0,-1 1-1 0 0,1 0 0 0 0,-1-1 1 0 0,1 1-1 0 0,-1 0 1 0 0,0-1-1 0 0,1 1 1 0 0,-1 0-1 0 0,0 0 1 0 0,0 0-1 0 0,0 0 1 0 0,0 0-1 0 0,0 0 1 0 0,0 0-1 0 0,0 0 1 0 0,0 0-1 0 0,-1 1 1 0 0,1-1-1 0 0,-3-1 1 0 0,0 2-619 0 0,1 2-5 0 0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6:51.18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61 76 9674 0 0,'-7'-25'1525'0'0,"5"17"-204"0"0,0 1-1 0 0,0 0 1 0 0,0 0 0 0 0,-1 0 0 0 0,-8-7 2740 0 0,11 14-4019 0 0,-3 14 717 0 0,1 11-949 0 0,2-25 296 0 0,-23 722 46 0 0,22-697-160 0 0,0-15 0 0 0,0 0 0 0 0,0 0 0 0 0,1 0 0 0 0,1 0 0 0 0,-1 0 0 0 0,2 0 0 0 0,-1 0 0 0 0,2 0 0 0 0,4 15 0 0 0,-7-24-9 0 0,1-1 0 0 0,-1 1 0 0 0,0 0 0 0 0,0-1 1 0 0,1 1-1 0 0,-1-1 0 0 0,0 1 0 0 0,1-1 0 0 0,-1 1 0 0 0,1-1 0 0 0,-1 1 1 0 0,1-1-1 0 0,-1 1 0 0 0,1-1 0 0 0,-1 0 0 0 0,1 1 0 0 0,-1-1 1 0 0,1 0-1 0 0,0 0 0 0 0,-1 1 0 0 0,1-1 0 0 0,-1 0 0 0 0,1 0 0 0 0,0 0 1 0 0,-1 0-1 0 0,1 1 0 0 0,0-1 0 0 0,-1 0 0 0 0,1 0 0 0 0,-1 0 0 0 0,1-1 1 0 0,0 1-1 0 0,1-1-102 0 0,0 1 1 0 0,-1-1 0 0 0,0 0-1 0 0,1 0 1 0 0,-1 0 0 0 0,1 0-1 0 0,-1-1 1 0 0,0 1-1 0 0,0 0 1 0 0,0-1 0 0 0,2-2-1 0 0,20-42-3825 0 0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6:51.58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26 95 3913 0 0,'-2'-1'176'0'0,"0"0"0"0"0,1 1 0 0 0,-1-2 0 0 0,1 1 0 0 0,-1 0 0 0 0,1 0 0 0 0,-1 0-1 0 0,1-1 1 0 0,0 1 0 0 0,-1-1 0 0 0,1 1 0 0 0,0-1 0 0 0,0 0 0 0 0,-1-2 0 0 0,1 2 250 0 0,0 0-1 0 0,1 0 1 0 0,0 0 0 0 0,-1 0-1 0 0,1 0 1 0 0,0 0-1 0 0,0 0 1 0 0,0 0 0 0 0,0 0-1 0 0,0 0 1 0 0,0 0 0 0 0,1-1-1 0 0,-1 1 1 0 0,1 1-1 0 0,0-1 1 0 0,-1 0 0 0 0,1 0-1 0 0,2-4 1 0 0,-2 4-5 0 0,1 0 0 0 0,0 0-1 0 0,-1-1 1 0 0,1 1 0 0 0,0 0 0 0 0,0 1-1 0 0,0-1 1 0 0,0 0 0 0 0,0 0 0 0 0,0 1 0 0 0,1 0-1 0 0,-1-1 1 0 0,0 1 0 0 0,1 0 0 0 0,3-1 0 0 0,-4 1-404 0 0,0 1 1 0 0,1-1 0 0 0,-1 1 0 0 0,0 0 0 0 0,1 0-1 0 0,-1 0 1 0 0,1 0 0 0 0,-1 0 0 0 0,0 0 0 0 0,1 1 0 0 0,-1-1-1 0 0,3 2 1 0 0,2 0 48 0 0,0 2-1 0 0,0-1 0 0 0,-1 1 0 0 0,1 0 1 0 0,-1 1-1 0 0,0-1 0 0 0,0 1 1 0 0,-1 0-1 0 0,1 1 0 0 0,-1-1 1 0 0,8 12-1 0 0,5 10-23 0 0,22 43 1 0 0,-15-24-38 0 0,32 45-357 0 0,81 100 0 0 0,-126-176 86 0 0,-3-6-379 0 0,-1 2-1 0 0,0-1 0 0 0,0 1 1 0 0,-1 0-1 0 0,-1 1 0 0 0,9 20 1 0 0,-16-23-2395 0 0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6:51.78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36 182 5065 0 0,'-1'0'155'0'0,"-1"1"0"0"0,1-1 1 0 0,-1 0-1 0 0,1 0 0 0 0,-1 0 0 0 0,1 0 0 0 0,-1 0 1 0 0,1 0-1 0 0,-1 0 0 0 0,1 0 0 0 0,-1 0 0 0 0,1-1 0 0 0,-1 1 1 0 0,1-1-1 0 0,-1 1 0 0 0,1-1 0 0 0,0 1 0 0 0,-1-1 0 0 0,1 0 1 0 0,0 0-1 0 0,-1 0 0 0 0,0-1 0 0 0,1 1 99 0 0,1-1-1 0 0,0 1 1 0 0,0 0 0 0 0,0 0-1 0 0,0-1 1 0 0,0 1 0 0 0,0 0-1 0 0,0-1 1 0 0,1 1-1 0 0,-1 0 1 0 0,0 0 0 0 0,1-1-1 0 0,-1 1 1 0 0,1 0 0 0 0,-1 0-1 0 0,1 0 1 0 0,0-1-1 0 0,-1 1 1 0 0,1 0 0 0 0,0 0-1 0 0,0 0 1 0 0,0 0-1 0 0,0 0 1 0 0,0 1 0 0 0,0-1-1 0 0,1-1 1 0 0,21-19 1601 0 0,38-28-1 0 0,31-10-4425 0 0,-68 47-3487 0 0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7:06.99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131 49 6913 0 0,'-22'6'363'0'0,"-51"13"330"0"0,38-20 9142 0 0,72-14-8129 0 0,22-2-408 0 0,67-12 0 0 0,-94 24-1129 0 0,1 1 0 0 0,-1 1-1 0 0,60 4 1 0 0,-29 10-949 0 0,-52-10-8 0 0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7:07.58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1 247 5529 0 0,'4'-34'4126'0'0,"0"0"6894"0"0,0 47-9516 0 0,22 48-1487 0 0,3 0-1 0 0,3-1 0 0 0,2-2 0 0 0,81 101 1 0 0,-98-138-58 0 0,2-1-1 0 0,1-1 1 0 0,0-1 0 0 0,1 0 0 0 0,1-2 0 0 0,40 23 0 0 0,-17-15-55 0 0,1-2 0 0 0,78 27 0 0 0,-119-48 139 0 0,-1 1 1 0 0,1-1 0 0 0,0 1-1 0 0,0-1 1 0 0,-1 0 0 0 0,1-1 0 0 0,0 1-1 0 0,0-1 1 0 0,0 0 0 0 0,-1-1-1 0 0,1 1 1 0 0,8-2 0 0 0,-10 0-14 0 0,0 1 1 0 0,0-1-1 0 0,0 1 1 0 0,-1-1-1 0 0,1 0 1 0 0,-1 0-1 0 0,1-1 1 0 0,-1 1-1 0 0,0 0 1 0 0,0-1-1 0 0,0 1 1 0 0,0-1-1 0 0,-1 0 1 0 0,1 1-1 0 0,0-1 0 0 0,-1 0 1 0 0,0 0-1 0 0,0 0 1 0 0,0 0-1 0 0,1-3 1 0 0,11-48 308 0 0,-1 0-1 0 0,4-61 1 0 0,-5 36-184 0 0,5-49-61 0 0,-9 60-260 0 0,3 0 1 0 0,27-99-1 0 0,-35 161 18 0 0,11-27-337 0 0,-12 32 377 0 0,-1-1 0 0 0,1 1 0 0 0,-1 0 0 0 0,1 0 0 0 0,0 0 1 0 0,-1 0-1 0 0,1 0 0 0 0,0 1 0 0 0,0-1 0 0 0,0 0 1 0 0,0 0-1 0 0,0 0 0 0 0,0 1 0 0 0,0-1 0 0 0,0 1 0 0 0,0-1 1 0 0,0 1-1 0 0,0-1 0 0 0,0 1 0 0 0,0-1 0 0 0,1 1 1 0 0,-1 0-1 0 0,0 0 0 0 0,0-1 0 0 0,2 1 0 0 0,5 2-1552 0 0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7:08.29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21 44 5529 0 0,'-21'-43'11763'0'0,"23"43"-11445"0"0,0 0 1 0 0,0 1 0 0 0,-1 0 0 0 0,1-1-1 0 0,0 1 1 0 0,-1 0 0 0 0,1 0 0 0 0,0 0-1 0 0,-1 0 1 0 0,1 0 0 0 0,-1 0 0 0 0,3 3-1 0 0,4 7-177 0 0,0 0 0 0 0,0 0 0 0 0,-1 0 0 0 0,-1 1 0 0 0,0 0 0 0 0,0 1 0 0 0,4 15 0 0 0,-1 4-180 0 0,10 59 0 0 0,28 216-3706 0 0,-43-287 2812 0 0,-2-9-811 0 0,0-1 0 0 0,0 0 0 0 0,-1 1 0 0 0,-1 19 0 0 0,-3-21 993 0 0,-2-6 561 0 0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7:09.18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1 110 920 0 0,'4'-8'3695'0'0,"-4"7"-3325"0"0,0 1-1 0 0,0-1 1 0 0,0 0-1 0 0,0 0 1 0 0,0 0-1 0 0,0 0 1 0 0,0 0-1 0 0,0 1 1 0 0,0-1-1 0 0,0 0 1 0 0,-1-1-1 0 0,1 1-231 0 0,0 0-1 0 0,0 0 1 0 0,-1 0-1 0 0,1 0 1 0 0,0 0-1 0 0,0 0 1 0 0,0 0 0 0 0,0 0-1 0 0,0 0 1 0 0,1 0-1 0 0,-1 0 1 0 0,0 0-1 0 0,0 0 1 0 0,1 0-1 0 0,-1 0 1 0 0,0 0-1 0 0,1 1 1 0 0,-1-1-1 0 0,1 0 1 0 0,-1 0 0 0 0,1 0-1 0 0,-1 0 1 0 0,1 1-1 0 0,0-1 1 0 0,-1 0-1 0 0,2 0 1 0 0,10-8 394 0 0,1 2 1 0 0,0-1 0 0 0,1 2-1 0 0,-1-1 1 0 0,1 2 0 0 0,0 0-1 0 0,0 1 1 0 0,1 0-1 0 0,0 1 1 0 0,16-2 0 0 0,-19 4-417 0 0,1 0 0 0 0,-1 0 0 0 0,0 1 1 0 0,0 1-1 0 0,0 0 0 0 0,0 1 0 0 0,0 0 0 0 0,0 1 1 0 0,-1 0-1 0 0,1 1 0 0 0,-1 0 0 0 0,21 11 0 0 0,-28-13-131 0 0,-1 0-1 0 0,0 0 1 0 0,0 1-1 0 0,0-1 1 0 0,-1 1-1 0 0,1 0 1 0 0,0 0-1 0 0,-1 0 1 0 0,0 0-1 0 0,0 0 1 0 0,0 1-1 0 0,0-1 1 0 0,0 0-1 0 0,-1 1 1 0 0,1-1-1 0 0,-1 1 1 0 0,1 5-1 0 0,-1-2-68 0 0,0-1 0 0 0,-1 1-1 0 0,0 0 1 0 0,-1-1-1 0 0,1 1 1 0 0,-1 0-1 0 0,0-1 1 0 0,-1 1-1 0 0,-2 8 1 0 0,-4 4-57 0 0,0-1 0 0 0,-1 0 0 0 0,0 0 1 0 0,-2-1-1 0 0,-21 28 0 0 0,-56 50 1102 0 0,83-90-802 0 0,11-9-111 0 0,0 0 0 0 0,1 0 0 0 0,-1 0-1 0 0,1 1 1 0 0,0 0 0 0 0,0 1 0 0 0,0 0 0 0 0,0 0-1 0 0,12-2 1 0 0,7-1 157 0 0,44-1 0 0 0,-47 5-205 0 0,0 2 0 0 0,0 0 0 0 0,-1 2 0 0 0,1 0 0 0 0,22 7 0 0 0,-35-7 0 0 0,1 0 0 0 0,-1 1 0 0 0,0 0 0 0 0,0 1 0 0 0,-1 0 0 0 0,1 0 0 0 0,-1 1 0 0 0,0 0 0 0 0,-1 1 0 0 0,1 0 0 0 0,-1 0 0 0 0,11 14 0 0 0,-17-19 19 0 0,0 1 0 0 0,0-1 0 0 0,-1 1-1 0 0,0-1 1 0 0,1 1 0 0 0,-1 0 0 0 0,0 0 0 0 0,0-1-1 0 0,0 1 1 0 0,-1 0 0 0 0,1 0 0 0 0,-1 0 0 0 0,1 0-1 0 0,-1 0 1 0 0,0 0 0 0 0,0 0 0 0 0,-1 4-1 0 0,0-2 59 0 0,0 0 0 0 0,-1 0-1 0 0,0-1 1 0 0,0 1 0 0 0,0 0-1 0 0,0-1 1 0 0,-1 1 0 0 0,0-1-1 0 0,-4 6 1 0 0,-7 5 256 0 0,-1 0 0 0 0,0 0 0 0 0,-33 22 0 0 0,39-30-300 0 0,-12 8 101 0 0,-1 0-1 0 0,0-1 0 0 0,-1-1 1 0 0,0-2-1 0 0,-1 0 0 0 0,0-1 1 0 0,-1-1-1 0 0,-38 8 0 0 0,61-17-132 0 0,1 0 0 0 0,-1 0-1 0 0,1 1 1 0 0,0-1 0 0 0,-1 0-1 0 0,1 0 1 0 0,-1 0 0 0 0,1-1-1 0 0,-1 1 1 0 0,1 0 0 0 0,-1-1-1 0 0,1 1 1 0 0,0 0 0 0 0,-1-1-1 0 0,1 0 1 0 0,0 1 0 0 0,-1-1-1 0 0,-1-1 1 0 0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7:16.941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1 21 5249 0 0,'3'-10'0'0'0,"-2"0"0"0"0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7:18.003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1113 340 10594 0 0,'-16'-5'-47'0'0,"-1"1"1"0"0,1 0-1 0 0,-1 2 0 0 0,1 0 0 0 0,-1 0 0 0 0,-24 2 0 0 0,-158 10-1644 0 0,-62 2 1440 0 0,230-20 3439 0 0,31 8-3151 0 0,20-6 1961 0 0,184-27 2577 0 0,37-9-4341 0 0,33-34-261 0 0,-213 55 272 0 0,0-3-1 0 0,78-42 1 0 0,-130 61-169 0 0,-4 3-20 0 0,-1 0 0 0 0,1 0-1 0 0,-1-1 1 0 0,0 0 0 0 0,0 1-1 0 0,0-1 1 0 0,0-1 0 0 0,0 1-1 0 0,-1-1 1 0 0,1 1 0 0 0,-1-1-1 0 0,3-4 1 0 0,-6 7-55 0 0,0 1 1 0 0,0-1-1 0 0,0 1 1 0 0,0-1-1 0 0,0 0 1 0 0,0 1 0 0 0,0-1-1 0 0,0 1 1 0 0,0-1-1 0 0,-1 1 1 0 0,1-1-1 0 0,0 1 1 0 0,0-1-1 0 0,-1 1 1 0 0,1-1-1 0 0,0 1 1 0 0,-1-1-1 0 0,1 1 1 0 0,0-1-1 0 0,-1 1 1 0 0,1 0-1 0 0,0-1 1 0 0,-1 1-1 0 0,1 0 1 0 0,-1-1-1 0 0,1 1 1 0 0,-1 0-1 0 0,1 0 1 0 0,-1-1-1 0 0,1 1 1 0 0,-1 0-1 0 0,1 0 1 0 0,-1 0-1 0 0,1 0 1 0 0,-1-1-1 0 0,1 1 1 0 0,-1 0-1 0 0,-1 0 1 0 0,-23-3-20 0 0,24 3 18 0 0,-19-1-127 0 0,0 2 0 0 0,0 0 0 0 0,0 2 0 0 0,-26 5 0 0 0,-80 27-945 0 0,104-28 934 0 0,-192 60-1430 0 0,-173 51 56 0 0,-83 43 1552 0 0,449-152 190 0 0,-1 1-1 0 0,-20 13 1 0 0,34-19-95 0 0,1 1 0 0 0,0 0 0 0 0,0 0 0 0 0,1 1 0 0 0,0 0 0 0 0,-1 0 0 0 0,2 1 1 0 0,-10 13-1 0 0,14-19-113 0 0,1 0 1 0 0,-1 0 0 0 0,0 1 0 0 0,1-1 0 0 0,-1 0-1 0 0,0 1 1 0 0,1-1 0 0 0,0 0 0 0 0,-1 1 0 0 0,1-1-1 0 0,0 1 1 0 0,0-1 0 0 0,0 1 0 0 0,0-1 0 0 0,0 1-1 0 0,0-1 1 0 0,0 1 0 0 0,1-1 0 0 0,-1 0-1 0 0,0 1 1 0 0,1-1 0 0 0,-1 1 0 0 0,2 1 0 0 0,-1-1-16 0 0,1 0 0 0 0,0 0 0 0 0,0 1 1 0 0,0-1-1 0 0,0 0 0 0 0,0-1 0 0 0,0 1 1 0 0,0 0-1 0 0,1-1 0 0 0,-1 1 0 0 0,4 1 1 0 0,6 2-57 0 0,0-1 0 0 0,1 0 1 0 0,-1 0-1 0 0,16 2 0 0 0,279 27 101 0 0,6-26-55 0 0,-6 0 4 0 0,-207-6 26 0 0,-66-2 127 0 0,0 1-1 0 0,0 2 0 0 0,50 8 0 0 0,-83-10-147 0 0,0 1-1 0 0,0-1 1 0 0,0 0 0 0 0,0 0-1 0 0,0 0 1 0 0,0 0 0 0 0,-1 1-1 0 0,1-1 1 0 0,0 1 0 0 0,0-1-1 0 0,0 0 1 0 0,0 1 0 0 0,0 0-1 0 0,0-1 1 0 0,-1 1 0 0 0,1-1-1 0 0,0 1 1 0 0,0 0 0 0 0,-1 0 0 0 0,1-1-1 0 0,-1 1 1 0 0,1 0 0 0 0,-1 0-1 0 0,1 0 1 0 0,-1 0 0 0 0,1 0-1 0 0,0 1 1 0 0,-2-1 11 0 0,1 1 0 0 0,0-1 0 0 0,0 1 0 0 0,-1-1 0 0 0,1 0 0 0 0,-1 1 0 0 0,1-1 0 0 0,-1 1 0 0 0,0-1 0 0 0,1 0 0 0 0,-1 1 0 0 0,0-1 0 0 0,0 0 0 0 0,0 0 0 0 0,-2 2 0 0 0,-7 7 90 0 0,0-1-1 0 0,-1 0 1 0 0,-12 7-1 0 0,19-13-99 0 0,-58 37-226 0 0,-2-3 1 0 0,-75 33-1 0 0,-143 45-867 0 0,102-44 774 0 0,39-5 229 0 0,124-57 47 0 0,0 2 0 0 0,0 0 0 0 0,1 0 0 0 0,0 2 0 0 0,-23 25 1 0 0,38-38 2 0 0,0 1 0 0 0,0-1 0 0 0,0 1 0 0 0,1 0 0 0 0,-1 0 0 0 0,0-1 0 0 0,1 1 1 0 0,-1 0-1 0 0,0 0 0 0 0,1 0 0 0 0,-1 0 0 0 0,1 0 0 0 0,0 0 0 0 0,-1 0 1 0 0,1 0-1 0 0,0 0 0 0 0,-1 0 0 0 0,1 0 0 0 0,0 0 0 0 0,0 0 0 0 0,0 0 1 0 0,0 0-1 0 0,0 0 0 0 0,0 0 0 0 0,0 0 0 0 0,0 0 0 0 0,1 0 0 0 0,-1 1 1 0 0,1-1-16 0 0,0 0 1 0 0,1 0-1 0 0,-1 0 1 0 0,0 0 0 0 0,1 0-1 0 0,-1 0 1 0 0,0 0 0 0 0,1-1-1 0 0,-1 1 1 0 0,1-1 0 0 0,-1 1-1 0 0,1-1 1 0 0,-1 0-1 0 0,1 1 1 0 0,-1-1 0 0 0,3 0-1 0 0,11 1-147 0 0,0-2-1 0 0,27-2 0 0 0,-40 3 222 0 0,282-44 1629 0 0,-149 20-678 0 0,258-11-1 0 0,-322 39-786 0 0,-65-4-181 0 0,-1 1 0 0 0,1 0 0 0 0,-1 1 0 0 0,1-1-1 0 0,-1 1 1 0 0,1 1 0 0 0,-1-1 0 0 0,0 1 0 0 0,0-1 0 0 0,6 6 0 0 0,-10-7-17 0 0,1 1 0 0 0,-1-1 0 0 0,0 1 0 0 0,0 0 0 0 0,0 0 0 0 0,0-1 0 0 0,0 1 0 0 0,0 0 0 0 0,0 0 0 0 0,-1 0 0 0 0,1 0 0 0 0,-1 0 1 0 0,0 0-1 0 0,1 0 0 0 0,-1 0 0 0 0,0 0 0 0 0,0 0 0 0 0,0 0 0 0 0,0 0 0 0 0,-1 1 0 0 0,1-1 0 0 0,0 0 0 0 0,-1 0 0 0 0,1 0 0 0 0,-1-1 0 0 0,0 1 0 0 0,0 0 0 0 0,0 0 0 0 0,0 0 0 0 0,-1 1 0 0 0,-4 8-41 0 0,0-1 0 0 0,-1 0-1 0 0,-14 16 1 0 0,-13 10-94 0 0,-2-1 1 0 0,-68 51 0 0 0,-92 46 229 0 0,72-57-175 0 0,66-44 23 0 0,3 4 1 0 0,0 1 0 0 0,-74 67-1 0 0,124-99-7 0 0,0 1 0 0 0,1 0 0 0 0,-1 0 0 0 0,1 1 0 0 0,1-1 0 0 0,-1 1 0 0 0,-3 6 0 0 0,7-12 41 0 0,0 1 0 0 0,0 0 0 0 0,-1-1 0 0 0,1 1 0 0 0,0 0 0 0 0,0 0 0 0 0,0-1 0 0 0,0 1 1 0 0,0 0-1 0 0,0-1 0 0 0,0 1 0 0 0,0 0 0 0 0,0 0 0 0 0,0-1 0 0 0,0 1 0 0 0,0 0 0 0 0,0-1 0 0 0,1 1 0 0 0,-1 0 0 0 0,0-1 0 0 0,0 1 0 0 0,1 0 0 0 0,-1-1 0 0 0,0 1 0 0 0,1-1 0 0 0,0 2 0 0 0,1-1-57 0 0,-1 0-1 0 0,1-1 0 0 0,0 1 0 0 0,0 0 0 0 0,-1-1 1 0 0,1 1-1 0 0,0-1 0 0 0,0 1 0 0 0,0-1 0 0 0,0 0 1 0 0,0 0-1 0 0,0 0 0 0 0,0 0 0 0 0,-1 0 0 0 0,4-1 1 0 0,48-5 28 0 0,-1-2 0 0 0,73-21-1 0 0,98-43 3284 0 0,-104 24-1743 0 0,12-4-254 0 0,-155 63-1670 0 0,-37 25 0 0 0,19-10 274 0 0,34-21 133 0 0,-248 155-110 0 0,244-150-1095 0 0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7:20.263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655 197 8290 0 0,'-4'-5'171'0'0,"0"1"1"0"0,0 0-1 0 0,-1 0 1 0 0,1 1-1 0 0,-1 0 1 0 0,0-1-1 0 0,1 1 1 0 0,-2 1-1 0 0,1-1 1 0 0,0 1-1 0 0,0 0 1 0 0,-1 0-1 0 0,1 0 1 0 0,-1 1-1 0 0,1 0 1 0 0,-1 0-1 0 0,0 1 1 0 0,0-1-1 0 0,1 1 1 0 0,-1 0-1 0 0,0 1 1 0 0,1-1-1 0 0,-9 3 1 0 0,-12 2-107 0 0,-1 2 0 0 0,1 0 0 0 0,-38 17 0 0 0,61-23-44 0 0,-59 24-123 0 0,0 2 0 0 0,2 3 1 0 0,2 2-1 0 0,-61 45 1 0 0,118-77 91 0 0,0 1 0 0 0,0-1 0 0 0,0 1 0 0 0,0 0 0 0 0,0 0 0 0 0,0 0 0 0 0,0 0 0 0 0,0 0 0 0 0,0 0 0 0 0,0 0 0 0 0,0 0 0 0 0,0 0 0 0 0,1 0 0 0 0,-1 0 0 0 0,0 2 0 0 0,15-2-739 0 0,34-18-183 0 0,462-176 351 0 0,-315 122 919 0 0,-188 68-309 0 0,232-77 911 0 0,-197 68-492 0 0,-1 3 0 0 0,2 1 0 0 0,78-4 0 0 0,-111 11-371 0 0,1 2 0 0 0,0-1 0 0 0,-1 1 0 0 0,1 1 0 0 0,-1 0 0 0 0,12 4 0 0 0,-19-6-71 0 0,-1 1 0 0 0,1 0 0 0 0,-1 0-1 0 0,1 0 1 0 0,-1 1 0 0 0,0-1 0 0 0,1 1 0 0 0,-1-1 0 0 0,0 1 0 0 0,0 0-1 0 0,0 0 1 0 0,0-1 0 0 0,0 2 0 0 0,-1-1 0 0 0,1 0 0 0 0,-1 0 0 0 0,1 0 0 0 0,-1 1-1 0 0,0-1 1 0 0,1 1 0 0 0,-1-1 0 0 0,-1 1 0 0 0,1-1 0 0 0,0 1 0 0 0,-1-1-1 0 0,1 1 1 0 0,-1 0 0 0 0,0 0 0 0 0,0 2 0 0 0,-1 7-64 0 0,-1 0 1 0 0,0 0-1 0 0,-1-1 0 0 0,-1 1 0 0 0,1-1 1 0 0,-2 0-1 0 0,0 0 0 0 0,0 0 1 0 0,-1-1-1 0 0,0 0 0 0 0,-12 15 1 0 0,-12 12-105 0 0,-51 49 1 0 0,70-75 152 0 0,-45 40-36 0 0,-94 66 0 0 0,92-75 18 0 0,-99 92 0 0 0,117-87-3 0 0,38-43 27 0 0,-1-1-1 0 0,1 1 0 0 0,-1 0 0 0 0,1 0 0 0 0,0 1 1 0 0,1-1-1 0 0,-1 0 0 0 0,1 1 0 0 0,0-1 1 0 0,0 0-1 0 0,-1 7 0 0 0,2-10-44 0 0,1 1 1 0 0,-1-1-1 0 0,0 0 0 0 0,1 1 1 0 0,-1-1-1 0 0,1 0 1 0 0,-1 1-1 0 0,1-1 0 0 0,0 0 1 0 0,0 0-1 0 0,-1 0 0 0 0,1 0 1 0 0,0 0-1 0 0,0 0 0 0 0,0 0 1 0 0,0 0-1 0 0,0 0 1 0 0,0 0-1 0 0,0 0 0 0 0,1-1 1 0 0,-1 1-1 0 0,0 0 0 0 0,0-1 1 0 0,0 1-1 0 0,1-1 0 0 0,-1 1 1 0 0,0-1-1 0 0,1 0 1 0 0,-1 1-1 0 0,3-1 0 0 0,44 4-1030 0 0,-44-4 1027 0 0,30-2-12 0 0,56-10 0 0 0,-61 7 81 0 0,-1 1 0 0 0,56 0 0 0 0,-83 4-18 0 0,0 0-1 0 0,-1 0 0 0 0,1 0 1 0 0,0 0-1 0 0,-1 0 1 0 0,1 0-1 0 0,-1 0 1 0 0,1 0-1 0 0,0 0 0 0 0,-1 0 1 0 0,1 0-1 0 0,-1 0 1 0 0,1 1-1 0 0,-1-1 1 0 0,1 0-1 0 0,0 0 1 0 0,-1 1-1 0 0,1-1 0 0 0,-1 0 1 0 0,1 1-1 0 0,-1-1 1 0 0,1 1-1 0 0,-1-1 1 0 0,0 1-1 0 0,1-1 1 0 0,-1 1-1 0 0,0-1 0 0 0,1 1 1 0 0,-1-1-1 0 0,1 2 1 0 0,-1-1-3 0 0,0 0 0 0 0,-1 0 0 0 0,1 0 0 0 0,0 0 0 0 0,0 1 0 0 0,-1-1 0 0 0,1 0 0 0 0,-1 0 0 0 0,1 0 0 0 0,-1 0 0 0 0,1 0 0 0 0,-1 0 0 0 0,0 0 0 0 0,-1 1 0 0 0,-31 30-120 0 0,-153 87-255 0 0,58-40 568 0 0,87-53-32 0 0,-121 87 1257 0 0,134-92-781 0 0,1 2 0 0 0,2 1 0 0 0,-36 42 0 0 0,58-63-572 0 0,1 0 0 0 0,0 0 0 0 0,0 0 1 0 0,0 0-1 0 0,0 0 0 0 0,0 1 0 0 0,1-1 1 0 0,-1 0-1 0 0,1 1 0 0 0,0-1 0 0 0,-1 6 1 0 0,2-8-74 0 0,0 0 0 0 0,1 1 0 0 0,-1-1 1 0 0,0 0-1 0 0,1 1 0 0 0,-1-1 1 0 0,1 0-1 0 0,-1 0 0 0 0,1 0 0 0 0,0 1 1 0 0,0-1-1 0 0,-1 0 0 0 0,1 0 1 0 0,0 0-1 0 0,0 0 0 0 0,0 0 0 0 0,0 0 1 0 0,0-1-1 0 0,0 1 0 0 0,0 0 1 0 0,0 0-1 0 0,0-1 0 0 0,1 1 0 0 0,-1-1 1 0 0,0 1-1 0 0,0-1 0 0 0,1 1 1 0 0,-1-1-1 0 0,0 0 0 0 0,1 0 0 0 0,-1 1 1 0 0,0-1-1 0 0,3 0 0 0 0,11 2-123 0 0,1-1 0 0 0,-1 0 0 0 0,1-1-1 0 0,0-1 1 0 0,-1 0 0 0 0,1-1 0 0 0,19-5-1 0 0,108-37 15 0 0,-107 31 350 0 0,42-13 306 0 0,-2-4 0 0 0,-1-4-1 0 0,139-83 1 0 0,-210 114-472 0 0,6-3-147 0 0,0-1 0 0 0,0 0 0 0 0,-1 0 0 0 0,1-1 0 0 0,-2 0-1 0 0,1-1 1 0 0,-1 0 0 0 0,10-15 0 0 0,-17 23 65 0 0,-1 1-1 0 0,0 0 0 0 0,1-1 1 0 0,-1 1-1 0 0,0-1 1 0 0,0 1-1 0 0,0-1 1 0 0,0 1-1 0 0,1-1 1 0 0,-1 1-1 0 0,0-1 1 0 0,0 1-1 0 0,0-1 1 0 0,0 1-1 0 0,0-1 1 0 0,0 1-1 0 0,0-1 1 0 0,0 1-1 0 0,0-1 1 0 0,-1 1-1 0 0,1-1 1 0 0,0 1-1 0 0,0-1 1 0 0,0 1-1 0 0,-1-1 1 0 0,1 1-1 0 0,0-1 1 0 0,0 1-1 0 0,-1-1 0 0 0,1 1 1 0 0,0 0-1 0 0,-1-1 1 0 0,-19-7-270 0 0,-24 7 231 0 0,-106 13 296 0 0,-83 2 315 0 0,215-14-508 0 0,-142-7 514 0 0,137 5-397 0 0,0-1 0 0 0,1-2 0 0 0,0 0 0 0 0,-42-16 0 0 0,61 20-147 0 0,-1 0 0 0 0,1-1 0 0 0,0 1 0 0 0,0-1 0 0 0,0 0 1 0 0,0 0-1 0 0,0 0 0 0 0,0 0 0 0 0,0-1 0 0 0,1 1 0 0 0,-1-1 1 0 0,1 1-1 0 0,-1-1 0 0 0,1 0 0 0 0,0 0 0 0 0,0 0 0 0 0,1 0 0 0 0,-1-1 1 0 0,1 1-1 0 0,-2-6 0 0 0,2 5-40 0 0,1 0 0 0 0,0-1-1 0 0,0 1 1 0 0,0 0 0 0 0,1-1 0 0 0,0 1 0 0 0,0 0-1 0 0,0 0 1 0 0,0-1 0 0 0,0 1 0 0 0,1 0 0 0 0,0 0-1 0 0,0 1 1 0 0,0-1 0 0 0,0 0 0 0 0,5-5 0 0 0,10-13-260 0 0,1 1 0 0 0,1 1 0 0 0,1 0 0 0 0,27-20 1 0 0,95-60 1147 0 0,-122 87-682 0 0,10-7 276 0 0,0 1 1 0 0,2 1 0 0 0,63-25-1 0 0,-95 43-466 0 0,0 0 1 0 0,0 0-9 0 0,0 0 8 0 0,0 0 0 0 0,-1 0 0 0 0,1 1 0 0 0,0-1 0 0 0,0 0 0 0 0,0 0 1 0 0,0 0-1 0 0,0 0 0 0 0,0 0 0 0 0,0 0 0 0 0,0 0 0 0 0,0 0 0 0 0,0 0 0 0 0,0 0 0 0 0,0 0 1 0 0,0 0-1 0 0,0 1 0 0 0,0-1 0 0 0,0 0 0 0 0,0 0 0 0 0,0 0 0 0 0,0 0 0 0 0,0 0 1 0 0,0 0-1 0 0,0 0 0 0 0,0 0 0 0 0,0 0 0 0 0,0 0 0 0 0,0 0 0 0 0,1 0 0 0 0,-1 1 0 0 0,0-1 1 0 0,0 0-1 0 0,0 0-8 0 0,-14 11-453 0 0,-27 18-433 0 0,34-24 773 0 0,-234 155-1517 0 0,188-130 1606 0 0,-1-1 0 0 0,-98 36 1 0 0,120-55-7 0 0,6-2 87 0 0,-36 17 0 0 0,163-63-704 0 0,-12 5 65 0 0,125-69 677 0 0,-126 58 303 0 0,2 3 0 0 0,103-32 1 0 0,-183 70-372 0 0,-1 0-9 0 0,0 0 0 0 0,0 0 0 0 0,0 1 0 0 0,1 0 0 0 0,-1 1 0 0 0,1 0 0 0 0,0 1 0 0 0,17 1 0 0 0,-26-1-2 0 0,-1 0 0 0 0,1 0 0 0 0,-1 0 0 0 0,1 1 0 0 0,-1-1 0 0 0,1 0 0 0 0,0 1 0 0 0,-1-1 0 0 0,1 0 0 0 0,-1 1 0 0 0,1-1 0 0 0,-1 0 0 0 0,0 1 0 0 0,1-1 0 0 0,-1 1 0 0 0,1-1 0 0 0,-1 1-1 0 0,0-1 1 0 0,1 1 0 0 0,-1-1 0 0 0,0 1 0 0 0,0 0 0 0 0,1-1 0 0 0,-1 1 0 0 0,0-1 0 0 0,0 1 0 0 0,0 0 0 0 0,0-1 0 0 0,0 1 0 0 0,0-1 0 0 0,0 1 0 0 0,0 0 0 0 0,0-1 0 0 0,0 1 0 0 0,0 0 0 0 0,0-1 0 0 0,0 1 0 0 0,-1-1 0 0 0,1 1 0 0 0,0-1 0 0 0,0 1 0 0 0,-1 0 0 0 0,1-1-1 0 0,0 1 1 0 0,-1-1 0 0 0,0 1 0 0 0,-20 29-320 0 0,19-27 309 0 0,-64 68 17 0 0,-2-2 1 0 0,-86 65-1 0 0,-15 15 186 0 0,128-109-210 0 0,-68 85 1 0 0,103-117-56 0 0,0 0-1 0 0,0 1 1 0 0,1-1 0 0 0,0 1 0 0 0,1 0 0 0 0,0 1-1 0 0,-5 18 1 0 0,8-25 59 0 0,1 0 0 0 0,-1 0 0 0 0,1 0 0 0 0,0 1 0 0 0,0-1 0 0 0,0 0 0 0 0,0 0 0 0 0,1 0 0 0 0,-1 1 0 0 0,1-1 0 0 0,0 0 0 0 0,0 0 0 0 0,0 0 0 0 0,0 0 0 0 0,0 0 0 0 0,1 0 0 0 0,0-1 0 0 0,-1 1 0 0 0,1 0 0 0 0,0-1 0 0 0,0 1 0 0 0,0-1 0 0 0,1 0 0 0 0,-1 0 0 0 0,0 1 0 0 0,1-2 0 0 0,0 1 0 0 0,3 2 0 0 0,4 1-242 0 0,-1 0 1 0 0,1-1 0 0 0,0 0 0 0 0,0-1 0 0 0,0 0-1 0 0,0-1 1 0 0,1 0 0 0 0,14 1 0 0 0,90-3-834 0 0,-81-1 989 0 0,475-38-113 0 0,-447 29 1146 0 0,-1 3 0 0 0,1 3-1 0 0,124 7 1 0 0,-178-2-726 0 0,0 0 1 0 0,-1 0-1 0 0,1 1 1 0 0,-1 0 0 0 0,1 1-1 0 0,-1 0 1 0 0,0 0-1 0 0,7 4 1 0 0,-12-6-172 0 0,0 0-1 0 0,0 1 1 0 0,-1-1 0 0 0,1 0 0 0 0,-1 1 0 0 0,1-1-1 0 0,-1 1 1 0 0,0 0 0 0 0,1-1 0 0 0,-1 1 0 0 0,0 0-1 0 0,0 0 1 0 0,0-1 0 0 0,-1 1 0 0 0,1 0-1 0 0,0 0 1 0 0,-1 0 0 0 0,1 0 0 0 0,-1 0 0 0 0,1 0-1 0 0,-1 0 1 0 0,0 0 0 0 0,0 1 0 0 0,0-1-1 0 0,0 0 1 0 0,0 0 0 0 0,-1 0 0 0 0,1 0 0 0 0,-1 0-1 0 0,1 0 1 0 0,-1 0 0 0 0,0 0 0 0 0,0 0-1 0 0,-1 2 1 0 0,-7 13 71 0 0,0 0 0 0 0,-2 0-1 0 0,0-1 1 0 0,-1 0-1 0 0,-19 19 1 0 0,-77 68 1139 0 0,69-69-1203 0 0,-9 8 98 0 0,27-25-157 0 0,0 1 0 0 0,1 0 0 0 0,2 2 0 0 0,-1 0 0 0 0,-21 33 0 0 0,39-53-21 0 0,1 1-1 0 0,-1 0 0 0 0,1-1 1 0 0,0 1-1 0 0,-1 0 1 0 0,1-1-1 0 0,0 1 1 0 0,-1 0-1 0 0,1 0 1 0 0,0 0-1 0 0,0-1 1 0 0,-1 1-1 0 0,1 0 1 0 0,0 0-1 0 0,0 0 1 0 0,0-1-1 0 0,0 1 1 0 0,0 0-1 0 0,0 0 1 0 0,0 0-1 0 0,0-1 1 0 0,1 1-1 0 0,-1 0 1 0 0,0 0-1 0 0,0-1 1 0 0,1 2-1 0 0,0-1-38 0 0,0 0 0 0 0,0-1 0 0 0,0 1 0 0 0,0 0 0 0 0,0-1 0 0 0,0 1 1 0 0,0-1-1 0 0,0 0 0 0 0,1 1 0 0 0,-1-1 0 0 0,0 0 0 0 0,0 0 0 0 0,0 1 0 0 0,0-1 0 0 0,0 0 0 0 0,2 0 0 0 0,8-1-414 0 0,0 0 0 0 0,-1-1 0 0 0,12-3 0 0 0,-17 4 412 0 0,94-27-1834 0 0,143-61-1 0 0,-93 32 1628 0 0,-112 42 246 0 0,-17 7 38 0 0,1 0 1 0 0,0 1-1 0 0,1 0 0 0 0,-1 2 1 0 0,1 1-1 0 0,23-2 1 0 0,-45 6 14 0 0,0 0 0 0 0,1 0 1 0 0,-1 0-1 0 0,0 0 0 0 0,1 0 1 0 0,-1 0-1 0 0,0 0 0 0 0,1 0 0 0 0,-1 0 1 0 0,0 0-1 0 0,1 0 0 0 0,-1 0 1 0 0,0 0-1 0 0,1 0 0 0 0,-1 0 0 0 0,0 0 1 0 0,1 0-1 0 0,-1 1 0 0 0,0-1 0 0 0,1 0 1 0 0,-1 0-1 0 0,0 0 0 0 0,1 0 1 0 0,-1 1-1 0 0,0-1 0 0 0,0 0 0 0 0,1 0 1 0 0,-1 1-1 0 0,0-1 0 0 0,0 0 1 0 0,0 0-1 0 0,1 1 0 0 0,-1-1 0 0 0,0 0 1 0 0,0 1-1 0 0,0-1 0 0 0,0 0 0 0 0,0 1 1 0 0,0-1-1 0 0,1 0 0 0 0,-1 1 1 0 0,-10 14 464 0 0,-24 15 518 0 0,33-29-887 0 0,-218 154 3738 0 0,122-96-3444 0 0,-160 73-1 0 0,170-95-412 0 0,3 3 1 0 0,-125 82-1 0 0,189-103-842 0 0,122-52-6062 0 0,26-36 6221 0 0,-37 19 1010 0 0,-14 12 531 0 0,94-53 806 0 0,-155 81-1374 0 0,0-1 1 0 0,-1 0-1 0 0,-1-2 1 0 0,0 1-1 0 0,-1-1 1 0 0,0-1-1 0 0,21-31 1 0 0,-32 43-173 0 0,0-1 1 0 0,-1 0-1 0 0,1 1 1 0 0,-1-1-1 0 0,1 0 0 0 0,-1 0 1 0 0,0 0-1 0 0,0 1 1 0 0,-1-1-1 0 0,1 0 1 0 0,-1 0-1 0 0,1 0 1 0 0,-1-1-1 0 0,0 1 1 0 0,0 0-1 0 0,0 0 1 0 0,-2-6-1 0 0,1 7 8 0 0,0 0 0 0 0,0-1 0 0 0,-1 1 0 0 0,1 0 0 0 0,-1 0 0 0 0,0 0 0 0 0,1 0 0 0 0,-1 0 0 0 0,0 0 0 0 0,0 0 0 0 0,0 1-1 0 0,-1-1 1 0 0,1 1 0 0 0,0-1 0 0 0,-1 1 0 0 0,1 0 0 0 0,-1 0 0 0 0,1 0 0 0 0,-1 0 0 0 0,-4 0 0 0 0,-11-3 228 0 0,0 0 0 0 0,0 2 1 0 0,0 0-1 0 0,0 1 0 0 0,-24 1 0 0 0,-94 15-457 0 0,104-11 47 0 0,-50 8-113 0 0,-175 17-281 0 0,220-27 335 0 0,-1-2-1 0 0,1-1 0 0 0,0-2 0 0 0,-67-15 0 0 0,95 16 62 0 0,1 0 0 0 0,0-1 1 0 0,-1 0-1 0 0,1-1 0 0 0,0 1 0 0 0,1-1 0 0 0,-1-1 0 0 0,-7-5 0 0 0,12 7-5 0 0,1 1 0 0 0,-1 0 1 0 0,1-1-1 0 0,0 0 0 0 0,-1 0 0 0 0,1 0 1 0 0,0 0-1 0 0,1 0 0 0 0,-1 0 1 0 0,0 0-1 0 0,1 0 0 0 0,0-1 0 0 0,0 1 1 0 0,0 0-1 0 0,0-1 0 0 0,0 1 0 0 0,1-1 1 0 0,0 0-1 0 0,-1 1 0 0 0,1-1 0 0 0,1 1 1 0 0,-1-5-1 0 0,3-6-188 0 0,0 1 0 0 0,1 0-1 0 0,0 0 1 0 0,1 0 0 0 0,1 1 0 0 0,0-1 0 0 0,0 1 0 0 0,1 1 0 0 0,1-1-1 0 0,0 1 1 0 0,0 0 0 0 0,1 1 0 0 0,18-16 0 0 0,12-8 220 0 0,1 3 0 0 0,57-35-1 0 0,-89 60 116 0 0,103-65 736 0 0,3 5-1 0 0,2 5 0 0 0,180-67 0 0 0,-276 121-711 0 0,15-6-64 0 0,-34 12-34 0 0,-5 2 11 0 0,-21 6 69 0 0,-37 11 387 0 0,-48 13 625 0 0,141-40-1860 0 0,0 0 0 0 0,31-16 1 0 0,41-12-791 0 0,-91 33 1336 0 0,-7 2 40 0 0,0 1 0 0 0,0-1 0 0 0,1 1 0 0 0,-1 0-1 0 0,0 0 1 0 0,0 0 0 0 0,1 1 0 0 0,-1 0 0 0 0,8 1-1 0 0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7:24.373"/>
    </inkml:context>
    <inkml:brush xml:id="br0">
      <inkml:brushProperty name="width" value="0.3" units="cm"/>
      <inkml:brushProperty name="height" value="0.6" units="cm"/>
      <inkml:brushProperty name="color" value="#A2D762"/>
      <inkml:brushProperty name="tip" value="rectangle"/>
      <inkml:brushProperty name="rasterOp" value="maskPen"/>
    </inkml:brush>
  </inkml:definitions>
  <inkml:trace contextRef="#ctx0" brushRef="#br0">1256 1 9218 0 0,'-16'4'934'0'0,"1"0"0"0"0,0 2 0 0 0,-26 12-1 0 0,-254 150-375 0 0,-113 53-2732 0 0,300-173 1409 0 0,8-3-436 0 0,-130 41 0 0 0,229-86 1182 0 0,-20 6-326 0 0,15-6-5 0 0,13-4-193 0 0,148-67 113 0 0,-74 37 904 0 0,579-220 5560 0 0,-658 253-6016 0 0,120-43 1503 0 0,231-52 0 0 0,-329 95-1712 0 0,-24 1 181 0 0,0 0 0 0 0,0 0 0 0 0,0 0 0 0 0,1 0 0 0 0,-1 0 0 0 0,0 0 0 0 0,0 0 0 0 0,0 0 0 0 0,1 0 0 0 0,-1 0 0 0 0,0 0 0 0 0,0 0 0 0 0,0 0 0 0 0,0 1 0 0 0,1-1 0 0 0,-1 0 0 0 0,0 0 0 0 0,0 0 0 0 0,0 0 1 0 0,0 0-1 0 0,0 1 0 0 0,0-1 0 0 0,1 0 0 0 0,-1 0 0 0 0,0 0 0 0 0,0 0 0 0 0,0 1 0 0 0,0-1 0 0 0,0 0 0 0 0,0 0 0 0 0,0 0 0 0 0,0 1 0 0 0,0-1 0 0 0,0 0 0 0 0,0 0 0 0 0,0 0 0 0 0,0 1 0 0 0,0-1 0 0 0,0 0 0 0 0,0 0 0 0 0,0 0 0 0 0,0 1 0 0 0,0-1 0 0 0,0 0 0 0 0,-3 4-104 0 0,1-1 0 0 0,-1 1 0 0 0,0-1 0 0 0,0 0 0 0 0,0 0 0 0 0,0-1 0 0 0,-5 4 0 0 0,-113 80-251 0 0,-145 78 0 0 0,63-43 1535 0 0,193-115-1146 0 0,6-4-69 0 0,0 0 1 0 0,0 0-1 0 0,1 0 0 0 0,-1 1 0 0 0,1-1 1 0 0,-1 1-1 0 0,1 0 0 0 0,0 0 1 0 0,0 0-1 0 0,-3 5 0 0 0,7-7-68 0 0,1 0 0 0 0,-1-1 0 0 0,1 0 0 0 0,-1 1 0 0 0,1-1 0 0 0,-1 0 0 0 0,1 0 0 0 0,-1 0 0 0 0,1 0 0 0 0,-1 0 0 0 0,1 0 0 0 0,0 0 0 0 0,2-1 0 0 0,52-9-1064 0 0,80-24 0 0 0,-20 3 1526 0 0,-1 3 31 0 0,60-13 172 0 0,-170 40-549 0 0,1 0 1 0 0,-1 1-1 0 0,1-1 0 0 0,-1 1 1 0 0,1 1-1 0 0,8 0 0 0 0,-13-1-10 0 0,-1 0 0 0 0,1 0 0 0 0,0 0 0 0 0,-1 1 0 0 0,1-1 0 0 0,0 0 0 0 0,-1 0 0 0 0,1 1 0 0 0,-1-1 0 0 0,1 0 1 0 0,0 1-1 0 0,-1-1 0 0 0,1 1 0 0 0,-1-1 0 0 0,1 1 0 0 0,-1-1 0 0 0,0 1 0 0 0,1-1 0 0 0,-1 1 0 0 0,1-1 0 0 0,-1 1 0 0 0,0-1 0 0 0,0 1 0 0 0,1 0 0 0 0,-1 1-16 0 0,0-1 0 0 0,0 1 0 0 0,0-1 0 0 0,-1 0 0 0 0,1 1 0 0 0,0-1 0 0 0,-1 0 0 0 0,1 1 0 0 0,-1-1 0 0 0,1 0 0 0 0,-1 0 0 0 0,0 1 0 0 0,1-1-1 0 0,-1 0 1 0 0,0 0 0 0 0,0 0 0 0 0,-1 1 0 0 0,-13 16 61 0 0,-2 0-1 0 0,0-1 1 0 0,-1-1-1 0 0,-31 22 1 0 0,-88 47 941 0 0,94-59-559 0 0,33-21-333 0 0,-653 359 4081 0 0,634-348-4351 0 0,29-16 173 0 0,0 0-1 0 0,0 0 0 0 0,-1 0 1 0 0,1 0-1 0 0,0 0 0 0 0,0 0 1 0 0,0 0-1 0 0,0 0 0 0 0,0 0 1 0 0,0 1-1 0 0,0-1 0 0 0,-1 0 1 0 0,1 0-1 0 0,0 0 1 0 0,0 0-1 0 0,0 0 0 0 0,0 0 1 0 0,0 0-1 0 0,0 0 0 0 0,0 0 1 0 0,0 0-1 0 0,0 0 0 0 0,0 1 1 0 0,-1-1-1 0 0,1 0 0 0 0,0 0 1 0 0,0 0-1 0 0,0 0 0 0 0,0 0 1 0 0,0 0-1 0 0,0 0 0 0 0,0 1 1 0 0,0-1-1 0 0,0 0 1 0 0,0 0-1 0 0,0 0 0 0 0,0 0 1 0 0,0 0-1 0 0,0 0 0 0 0,0 0 1 0 0,0 1-1 0 0,0-1 0 0 0,0 0 1 0 0,0 0-1 0 0,0 0 0 0 0,0 0 1 0 0,0 0-1 0 0,0 0 0 0 0,1 0 1 0 0,-1 1-1 0 0,0-1 1 0 0,0 0-1 0 0,0 0 0 0 0,0 0 1 0 0,0 0-1 0 0,0 0 0 0 0,18-1-800 0 0,30-8-528 0 0,0-2-1 0 0,55-22 1 0 0,90-44 1145 0 0,14-6 1857 0 0,-164 69-1312 0 0,0 2 0 0 0,85-14 0 0 0,-120 25-276 0 0,37-2 135 0 0,-43 3-219 0 0,0 0 0 0 0,0 0 0 0 0,0 0-1 0 0,0 0 1 0 0,0 1 0 0 0,0-1 0 0 0,0 1-1 0 0,0-1 1 0 0,0 1 0 0 0,0 0 0 0 0,0 0-1 0 0,0 0 1 0 0,0 0 0 0 0,0 0 0 0 0,-1 0-1 0 0,4 3 1 0 0,-4-4-3 0 0,-1 1 1 0 0,0 0-1 0 0,1 0 1 0 0,-1 0-1 0 0,0 0 0 0 0,1 0 1 0 0,-1 0-1 0 0,0 0 1 0 0,0-1-1 0 0,0 1 0 0 0,0 0 1 0 0,0 0-1 0 0,0 0 0 0 0,0 0 1 0 0,0 0-1 0 0,0 0 1 0 0,-1 0-1 0 0,1 0 0 0 0,0 0 1 0 0,0 0-1 0 0,-1-1 1 0 0,1 1-1 0 0,-1 0 0 0 0,1 0 1 0 0,-1 0-1 0 0,1 0 0 0 0,-1-1 1 0 0,1 1-1 0 0,-2 1 1 0 0,-22 21-246 0 0,23-22 246 0 0,-34 26 539 0 0,-2-1 0 0 0,0-1 0 0 0,-73 34 0 0 0,-133 42 1284 0 0,174-74-1593 0 0,48-19-180 0 0,-8 4-171 0 0,0-1 0 0 0,0-1 0 0 0,-49 8 0 0 0,113-25-2064 0 0,54-19 0 0 0,-45 13 1398 0 0,401-99 3629 0 0,-391 100-2520 0 0,40-7 69 0 0,-84 17-345 0 0,0 1 1 0 0,0 1 0 0 0,1 0-1 0 0,-1 0 1 0 0,0 1-1 0 0,18 3 1 0 0,-27-4-39 0 0,1 1-1 0 0,-1-1 1 0 0,1 0 0 0 0,-1 1 0 0 0,1-1-1 0 0,0 1 1 0 0,-1 0 0 0 0,0-1-1 0 0,1 1 1 0 0,-1 0 0 0 0,1 0-1 0 0,-1 0 1 0 0,0 0 0 0 0,0 0 0 0 0,0 0-1 0 0,1 0 1 0 0,-1 1 0 0 0,0-1-1 0 0,-1 0 1 0 0,1 1 0 0 0,0-1 0 0 0,0 1-1 0 0,0-1 1 0 0,-1 0 0 0 0,1 1-1 0 0,-1 0 1 0 0,1-1 0 0 0,-1 1-1 0 0,0-1 1 0 0,1 1 0 0 0,-1 0 0 0 0,0-1-1 0 0,0 1 1 0 0,0-1 0 0 0,0 1-1 0 0,-1 0 1 0 0,1-1 0 0 0,0 1-1 0 0,-1-1 1 0 0,1 1 0 0 0,-1-1 0 0 0,1 1-1 0 0,-2 1 1 0 0,-3 8 52 0 0,0-1 0 0 0,-1 1 1 0 0,0-1-1 0 0,-13 16 0 0 0,15-20-3 0 0,-47 57 1370 0 0,-83 78 0 0 0,-14 17-614 0 0,148-157-804 0 0,-4 3 18 0 0,0 1 0 0 0,0 0 0 0 0,1 0 0 0 0,0 0 1 0 0,-5 10-1 0 0,7-14-27 0 0,1 0 1 0 0,0 0 0 0 0,0-1-1 0 0,0 1 1 0 0,-1 0 0 0 0,1 0-1 0 0,0-1 1 0 0,0 1 0 0 0,0 0-1 0 0,0 0 1 0 0,0-1-1 0 0,1 1 1 0 0,-1 0 0 0 0,0 0-1 0 0,0-1 1 0 0,0 1 0 0 0,1 0-1 0 0,-1 0 1 0 0,0-1 0 0 0,1 1-1 0 0,0 0 1 0 0,0 0-39 0 0,0 0 0 0 0,0 0 1 0 0,1 0-1 0 0,-1 0 0 0 0,0 0 1 0 0,0-1-1 0 0,1 1 0 0 0,-1 0 1 0 0,1-1-1 0 0,-1 1 0 0 0,1-1 0 0 0,-1 0 1 0 0,1 1-1 0 0,-1-1 0 0 0,2 0 1 0 0,14 1-294 0 0,0 0 0 0 0,0-2 0 0 0,0 0 0 0 0,0 0 0 0 0,22-6 0 0 0,87-27-1104 0 0,-32 7 392 0 0,-85 25 971 0 0,19-5-580 0 0,55-6-1 0 0,-77 12 623 0 0,0 1 1 0 0,1 0-1 0 0,-1 0 1 0 0,0 0-1 0 0,1 1 1 0 0,-1 0-1 0 0,0 0 1 0 0,1 0-1 0 0,-1 1 1 0 0,0 0-1 0 0,0 0 1 0 0,0 1-1 0 0,-1 0 1 0 0,11 6-1 0 0,-14-7 122 0 0,0 1-1 0 0,1-1 1 0 0,-1 1-1 0 0,0 0 1 0 0,-1 0 0 0 0,1 0-1 0 0,0 0 1 0 0,-1 0-1 0 0,0 0 1 0 0,1 0-1 0 0,-1 0 1 0 0,0 0-1 0 0,-1 1 1 0 0,1-1-1 0 0,-1 0 1 0 0,1 1 0 0 0,-1-1-1 0 0,0 0 1 0 0,0 1-1 0 0,0-1 1 0 0,-1 1-1 0 0,1-1 1 0 0,-1 0-1 0 0,0 0 1 0 0,0 1-1 0 0,0-1 1 0 0,-2 4 0 0 0,-3 7 495 0 0,0 1 1 0 0,-1-1 0 0 0,-1 0 0 0 0,-14 19 0 0 0,-30 32 1613 0 0,-113 110 1 0 0,43-50-1383 0 0,120-123-813 0 0,0 0 1 0 0,-1 1-1 0 0,1-1 0 0 0,1 1 0 0 0,-1-1 0 0 0,0 1 1 0 0,1 0-1 0 0,-1 0 0 0 0,1-1 0 0 0,0 1 1 0 0,0 0-1 0 0,0 0 0 0 0,-1 5 0 0 0,2-7-89 0 0,1 1 1 0 0,-1-1-1 0 0,0 0 0 0 0,1 1 0 0 0,-1-1 0 0 0,1 0 0 0 0,0 0 0 0 0,-1 1 0 0 0,1-1 0 0 0,0 0 1 0 0,-1 0-1 0 0,1 0 0 0 0,0 0 0 0 0,0 0 0 0 0,0 0 0 0 0,0 0 0 0 0,0 0 0 0 0,0 0 0 0 0,1-1 0 0 0,-1 1 1 0 0,0 0-1 0 0,0-1 0 0 0,1 1 0 0 0,-1 0 0 0 0,0-1 0 0 0,0 0 0 0 0,1 1 0 0 0,-1-1 0 0 0,1 0 1 0 0,-1 0-1 0 0,2 0 0 0 0,45 4-2998 0 0,-42-4 2862 0 0,1 0-1 0 0,-1 0 0 0 0,1 0 1 0 0,-1 1-1 0 0,0 0 0 0 0,0 0 0 0 0,1 1 1 0 0,-1 0-1 0 0,9 4 0 0 0,-15-6 258 0 0,1 0-1 0 0,0 1 1 0 0,-1-1 0 0 0,1 1-1 0 0,0 0 1 0 0,-1-1-1 0 0,1 1 1 0 0,0 0 0 0 0,-1-1-1 0 0,1 1 1 0 0,-1 0-1 0 0,1 0 1 0 0,-1-1-1 0 0,0 1 1 0 0,1 0 0 0 0,-1 0-1 0 0,0 0 1 0 0,1 0-1 0 0,-1-1 1 0 0,0 1 0 0 0,0 0-1 0 0,0 0 1 0 0,0 0-1 0 0,0 1 1 0 0,-9 24 1043 0 0,-25 18 967 0 0,-6-6-973 0 0,-2-1 0 0 0,-1-2 0 0 0,-72 44 1 0 0,36-25-813 0 0,71-46-1206 0 0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7:24.526"/>
    </inkml:context>
    <inkml:brush xml:id="br0">
      <inkml:brushProperty name="width" value="0.3" units="cm"/>
      <inkml:brushProperty name="height" value="0.6" units="cm"/>
      <inkml:brushProperty name="color" value="#A2D762"/>
      <inkml:brushProperty name="tip" value="rectangle"/>
      <inkml:brushProperty name="rasterOp" value="maskPen"/>
    </inkml:brush>
  </inkml:definitions>
  <inkml:trace contextRef="#ctx0" brushRef="#br0">27 0 17052 0 0,'-10'7'752'0'0,"3"-4"160"0"0,2 0-728 0 0,2 0-184 0 0,1-2 0 0 0,2 1 0 0 0,0 1 360 0 0,0-1 40 0 0,2 4 8 0 0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7:28.49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48 7834 0 0,'21'0'8313'0'0,"14"0"-3448"0"0,49-5-4464 0 0,-3-3-24 0 0,-18 1-1120 0 0,77-17 0 0 0,-129 21-389 0 0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7:29.11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74 559 6913 0 0,'-10'-9'570'0'0,"1"0"0"0"0,1 0 0 0 0,-1-1 0 0 0,-8-14 0 0 0,14 20-59 0 0,1 0 0 0 0,-1-1 1 0 0,1 1-1 0 0,0-1 0 0 0,0 1 1 0 0,1-1-1 0 0,-1 0 0 0 0,1 0 0 0 0,0 0 1 0 0,0 0-1 0 0,0 0 0 0 0,1 0 1 0 0,0-9-1 0 0,0 14-412 0 0,0-1-1 0 0,0 1 1 0 0,0-1-1 0 0,0 1 1 0 0,0-1 0 0 0,0 1-1 0 0,0-1 1 0 0,0 1 0 0 0,1-1-1 0 0,-1 1 1 0 0,0-1-1 0 0,0 1 1 0 0,0-1 0 0 0,1 1-1 0 0,-1-1 1 0 0,0 1 0 0 0,0 0-1 0 0,1-1 1 0 0,-1 1 0 0 0,0-1-1 0 0,1 1 1 0 0,-1 0-1 0 0,0-1 1 0 0,1 1 0 0 0,-1 0-1 0 0,1 0 1 0 0,-1-1 0 0 0,1 1-1 0 0,-1 0 1 0 0,0 0-1 0 0,1 0 1 0 0,-1-1 0 0 0,1 1-1 0 0,-1 0 1 0 0,2 0 0 0 0,16 10 1375 0 0,11 24-1094 0 0,-20-18-343 0 0,15 26-14 0 0,1-1 0 0 0,2-2-1 0 0,2 0 1 0 0,57 58 0 0 0,150 110-11 0 0,-233-204 13 0 0,1 0 0 0 0,-1-1 0 0 0,1 1 0 0 0,0-1 0 0 0,0 1 0 0 0,8 2 0 0 0,-12-5-17 0 0,1 1 1 0 0,0-1 0 0 0,0 0 0 0 0,0 0 0 0 0,-1 0 0 0 0,1 0-1 0 0,0 0 1 0 0,0 0 0 0 0,0 0 0 0 0,0 0 0 0 0,-1 0-1 0 0,1-1 1 0 0,0 1 0 0 0,0 0 0 0 0,-1 0 0 0 0,1-1 0 0 0,0 1-1 0 0,0 0 1 0 0,-1-1 0 0 0,1 1 0 0 0,0-1 0 0 0,-1 1-1 0 0,1-1 1 0 0,0 0 0 0 0,-1 1 0 0 0,1-1 0 0 0,-1 1 0 0 0,1-1-1 0 0,-1 0 1 0 0,1 1 0 0 0,-1-1 0 0 0,0 0 0 0 0,1 0-1 0 0,-1 1 1 0 0,0-1 0 0 0,0 0 0 0 0,1 0 0 0 0,-1 0 0 0 0,0 1-1 0 0,0-1 1 0 0,0 0 0 0 0,0 0 0 0 0,0-1 0 0 0,36-298 1084 0 0,-19 125-958 0 0,24-236-931 0 0,-40 405 520 0 0,2-21 67 0 0,-3 26 83 0 0,0 0 1 0 0,0 0-1 0 0,0 1 1 0 0,0-1-1 0 0,1 0 1 0 0,-1 0-1 0 0,0 1 1 0 0,0-1-1 0 0,1 0 1 0 0,-1 1-1 0 0,0-1 1 0 0,1 1 0 0 0,-1-1-1 0 0,1 0 1 0 0,-1 1-1 0 0,1-1 1 0 0,-1 1-1 0 0,1-1 1 0 0,-1 1-1 0 0,1-1 1 0 0,0 1-1 0 0,-1-1 1 0 0,1 1 0 0 0,0 0-1 0 0,-1-1 1 0 0,1 1-1 0 0,0 0 1 0 0,-1 0-1 0 0,2-1 1 0 0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7:30.09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190 67 5529 0 0,'9'-28'6817'0'0,"-7"26"-6296"0"0,-1 0 1 0 0,0-1-1 0 0,0 1 1 0 0,0-1-1 0 0,0 1 0 0 0,0 0 1 0 0,-1-1-1 0 0,1-4 1 0 0,-1 6-450 0 0,0 1 0 0 0,-1-1 1 0 0,1 0-1 0 0,0 1 0 0 0,-1-1 1 0 0,1 0-1 0 0,0 1 0 0 0,-1-1 1 0 0,1 0-1 0 0,-1 1 0 0 0,0-1 1 0 0,1 1-1 0 0,-1-1 0 0 0,1 1 1 0 0,-1-1-1 0 0,0 1 0 0 0,1 0 1 0 0,-1-1-1 0 0,0 1 0 0 0,1 0 1 0 0,-1-1-1 0 0,0 1 0 0 0,0 0 1 0 0,1 0-1 0 0,-1 0 0 0 0,0 0 1 0 0,0 0-1 0 0,1 0 0 0 0,-1 0 1 0 0,0 0-1 0 0,0 0 0 0 0,1 0 1 0 0,-1 0-1 0 0,0 0 1 0 0,0 1-1 0 0,-3-1-21 0 0,0 1 1 0 0,1-1 0 0 0,-1 1-1 0 0,1 0 1 0 0,-1 0-1 0 0,1 0 1 0 0,-1 1-1 0 0,1 0 1 0 0,0-1 0 0 0,-1 1-1 0 0,1 0 1 0 0,0 0-1 0 0,1 1 1 0 0,-1-1-1 0 0,0 1 1 0 0,1-1 0 0 0,-1 1-1 0 0,1 0 1 0 0,-3 3-1 0 0,-5 10-130 0 0,0 0 0 0 0,-13 26 0 0 0,11-18 100 0 0,1-3-41 0 0,2 1 1 0 0,0 0 0 0 0,1 0-1 0 0,1 1 1 0 0,1 0 0 0 0,1 0-1 0 0,1 1 1 0 0,1-1 0 0 0,0 34-1 0 0,3-46 12 0 0,1 0-1 0 0,0 0 1 0 0,1 0-1 0 0,0 0 1 0 0,1 0-1 0 0,0 0 1 0 0,1 0-1 0 0,0-1 1 0 0,9 16-1 0 0,-8-19 1 0 0,0 1 0 0 0,0-1 1 0 0,1-1-1 0 0,-1 1 0 0 0,2-1 0 0 0,-1 0 0 0 0,1-1 0 0 0,-1 1 0 0 0,2-1 0 0 0,-1-1 0 0 0,0 1 0 0 0,1-1 0 0 0,14 5 0 0 0,-11-5 40 0 0,0-1 0 0 0,0 0 0 0 0,1 0-1 0 0,-1-1 1 0 0,1-1 0 0 0,0 0 0 0 0,-1-1 0 0 0,1 0-1 0 0,0 0 1 0 0,0-2 0 0 0,12-2 0 0 0,-17 3-7 0 0,0-1 0 0 0,-1 0 0 0 0,1 0 0 0 0,-1-1 0 0 0,1 0 0 0 0,-1 0 0 0 0,0 0 0 0 0,0-1 0 0 0,0 0 0 0 0,-1 0 0 0 0,1 0 0 0 0,-1-1 0 0 0,0 0 0 0 0,-1 0 0 0 0,1 0 0 0 0,-1-1 0 0 0,0 1 0 0 0,0-1 0 0 0,0 0 0 0 0,3-8 0 0 0,-6 9-209 0 0,1 0 0 0 0,0 0 0 0 0,-1-1 0 0 0,0 1 0 0 0,0-8 0 0 0,-1 4-667 0 0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7:31.05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92 6913 0 0,'0'0'715'0'0,"25"-7"4189"0"0,15-16-1718 0 0,-22 12-2011 0 0,33-22-66 0 0,-24 15-3060 0 0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7:31.27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83 2761 0 0,'3'3'7433'0'0,"24"-11"-4230"0"0,36-16-455 0 0,42-21-2986 0 0,-86 37 238 0 0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2:57:32.12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67 7 6449 0 0,'0'0'120'0'0,"0"-1"0"0"0,0 1 0 0 0,0-1 0 0 0,-1 1-1 0 0,1 0 1 0 0,0-1 0 0 0,0 1 0 0 0,-1 0 0 0 0,1-1 0 0 0,0 1-1 0 0,-1 0 1 0 0,1-1 0 0 0,0 1 0 0 0,-1 0 0 0 0,1 0-1 0 0,0-1 1 0 0,-1 1 0 0 0,1 0 0 0 0,-1 0 0 0 0,1 0 0 0 0,-1 0-1 0 0,1-1 1 0 0,0 1 0 0 0,-1 0 0 0 0,1 0 0 0 0,-1 0-1 0 0,1 0 1 0 0,-1 0 0 0 0,1 0 0 0 0,0 0 0 0 0,-1 0 0 0 0,1 0-1 0 0,-1 0 1 0 0,1 1 0 0 0,-1-1 0 0 0,1 0 0 0 0,0 0-1 0 0,-1 0 1 0 0,1 0 0 0 0,-1 1 0 0 0,1-1 0 0 0,0 0-1 0 0,-1 0 1 0 0,1 1 0 0 0,-19 8 1615 0 0,16-6-1577 0 0,1 0-1 0 0,-1 0 1 0 0,1 0 0 0 0,0 0-1 0 0,0 0 1 0 0,0 1 0 0 0,0 0-1 0 0,0-1 1 0 0,1 1-1 0 0,0 0 1 0 0,-1-1 0 0 0,2 1-1 0 0,-1 0 1 0 0,0 5 0 0 0,-2 63 371 0 0,2-32-19 0 0,-1 7-353 0 0,3 0 0 0 0,1 0 1 0 0,3 0-1 0 0,1 0 0 0 0,2-1 1 0 0,23 70-1 0 0,-27-105-122 0 0,1 0 0 0 0,-1 0 0 0 0,2 0 0 0 0,0-1 0 0 0,0 0 1 0 0,0 0-1 0 0,1-1 0 0 0,1 0 0 0 0,0 0 0 0 0,0 0 0 0 0,1-1 0 0 0,0-1 0 0 0,15 11 0 0 0,-19-14-4 0 0,1-1 0 0 0,-1-1 1 0 0,1 1-1 0 0,0-1 0 0 0,0 1 0 0 0,0-2 0 0 0,0 1 1 0 0,0-1-1 0 0,1 0 0 0 0,-1 0 0 0 0,0 0 1 0 0,1-1-1 0 0,-1 0 0 0 0,0-1 0 0 0,1 1 0 0 0,-1-1 1 0 0,0 0-1 0 0,0-1 0 0 0,0 0 0 0 0,0 0 1 0 0,0 0-1 0 0,0 0 0 0 0,0-1 0 0 0,-1 0 0 0 0,1 0 1 0 0,8-8-1 0 0,-1 1 87 0 0,0-2 0 0 0,-1 0 1 0 0,-1 0-1 0 0,0-1 0 0 0,0 0 1 0 0,-2-1-1 0 0,0 0 0 0 0,0-1 1 0 0,-1 0-1 0 0,-1 0 0 0 0,7-21 1 0 0,-9 22-33 0 0,-1 0 1 0 0,0 0 0 0 0,-1 0 0 0 0,-1 0 0 0 0,0 0 0 0 0,0-1-1 0 0,-2 1 1 0 0,0-1 0 0 0,0 1 0 0 0,-2 0 0 0 0,0-1-1 0 0,0 1 1 0 0,-7-21 0 0 0,3 20 1 0 0,0 0 1 0 0,-1 0-1 0 0,-1 0 1 0 0,-1 1-1 0 0,0 0 0 0 0,0 0 1 0 0,-1 1-1 0 0,-19-18 1 0 0,20 23-228 0 0,0 0-1 0 0,-1 1 1 0 0,0 0 0 0 0,0 1 0 0 0,0 0 0 0 0,-1 0 0 0 0,0 1 0 0 0,0 1 0 0 0,0 0 0 0 0,-1 0 0 0 0,1 1 0 0 0,-18-2 0 0 0,0 1-3458 0 0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00:20.843"/>
    </inkml:context>
    <inkml:brush xml:id="br0">
      <inkml:brushProperty name="width" value="0.3" units="cm"/>
      <inkml:brushProperty name="height" value="0.6" units="cm"/>
      <inkml:brushProperty name="color" value="#A2D762"/>
      <inkml:brushProperty name="tip" value="rectangle"/>
      <inkml:brushProperty name="rasterOp" value="maskPen"/>
    </inkml:brush>
  </inkml:definitions>
  <inkml:trace contextRef="#ctx0" brushRef="#br0">496 212 6913 0 0,'-35'11'-584'0'0,"1"1"0"0"0,-56 29-1 0 0,26-10 822 0 0,19-10-71 0 0,18-8 197 0 0,-1-1 1 0 0,-41 12-1 0 0,101-33 194 0 0,0-2 0 0 0,-1-1-1 0 0,55-30 1 0 0,87-65-1482 0 0,6-3 796 0 0,-150 94 124 0 0,-8 4-4 0 0,0 1 0 0 0,0 0 0 0 0,1 2 0 0 0,0 0 0 0 0,40-9 0 0 0,-62 26-1057 0 0,-15 3 617 0 0,-256 153-3374 0 0,-10-15 3704 0 0,184-104 820 0 0,51-26 240 0 0,-53 33 0 0 0,96-51-902 0 0,1 1-1 0 0,0-1 1 0 0,0 1-1 0 0,0-1 1 0 0,0 1-1 0 0,0 0 1 0 0,0 0-1 0 0,0 0 1 0 0,0 0-1 0 0,-2 4 1 0 0,4-6-41 0 0,0 0 0 0 0,0 1 0 0 0,0-1 0 0 0,0 0-1 0 0,0 0 1 0 0,0 1 0 0 0,0-1 0 0 0,0 0 0 0 0,0 0 0 0 0,0 0 0 0 0,0 1 0 0 0,0-1 0 0 0,0 0 0 0 0,0 0 0 0 0,0 1 0 0 0,0-1 0 0 0,0 0 0 0 0,0 0 0 0 0,0 0 0 0 0,1 1 0 0 0,-1-1 0 0 0,0 0 0 0 0,0 0 0 0 0,0 0-1 0 0,0 0 1 0 0,0 1 0 0 0,1-1 0 0 0,-1 0 0 0 0,0 0 0 0 0,0 0 0 0 0,0 0 0 0 0,0 0 0 0 0,1 0 0 0 0,-1 0 0 0 0,0 1 0 0 0,0-1 0 0 0,1 0 0 0 0,-1 0 0 0 0,0 0 0 0 0,21 0-555 0 0,43-13-110 0 0,0-2 0 0 0,120-47-1 0 0,-67 21 843 0 0,338-86 555 0 0,-424 119-562 0 0,66-15 711 0 0,-88 22-733 0 0,0-1-1 0 0,1 2 1 0 0,-1-1-1 0 0,0 1 1 0 0,1 1-1 0 0,-1 0 0 0 0,18 3 1 0 0,-27-4-135 0 0,1 0 0 0 0,0 1 0 0 0,-1-1 0 0 0,1 0 1 0 0,0 0-1 0 0,-1 0 0 0 0,1 1 0 0 0,-1-1 0 0 0,1 0 0 0 0,0 0 0 0 0,-1 1 0 0 0,1-1 1 0 0,-1 1-1 0 0,1-1 0 0 0,-1 0 0 0 0,1 1 0 0 0,-1-1 0 0 0,1 1 0 0 0,-1-1 0 0 0,0 1 1 0 0,1-1-1 0 0,-1 1 0 0 0,0 0 0 0 0,1-1 0 0 0,-1 1 0 0 0,0-1 0 0 0,0 1 0 0 0,0 0 1 0 0,1 0-1 0 0,-1 1-22 0 0,-1-1 1 0 0,1 0 0 0 0,-1 0-1 0 0,1 1 1 0 0,-1-1 0 0 0,1 0-1 0 0,-1 0 1 0 0,1 0 0 0 0,-1 0-1 0 0,0 1 1 0 0,0-1-1 0 0,0 0 1 0 0,-1 1 0 0 0,-39 29-415 0 0,38-29 450 0 0,-455 265 2630 0 0,304-181-1609 0 0,119-67-770 0 0,5-3-225 0 0,1 1 0 0 0,0 1-1 0 0,-30 26 1 0 0,58-43-57 0 0,1-1 1 0 0,-1 0 0 0 0,0 1-1 0 0,1-1 1 0 0,-1 1 0 0 0,0-1 0 0 0,1 1-1 0 0,-1-1 1 0 0,1 1 0 0 0,-1-1-1 0 0,1 1 1 0 0,-1 0 0 0 0,1-1-1 0 0,-1 1 1 0 0,1 0 0 0 0,0-1-1 0 0,-1 1 1 0 0,1 0 0 0 0,0 0-1 0 0,0-1 1 0 0,0 1 0 0 0,-1 0-1 0 0,1 0 1 0 0,0 0 0 0 0,0-1-1 0 0,0 1 1 0 0,0 1 0 0 0,1-1-22 0 0,0 0 1 0 0,0-1 0 0 0,0 1 0 0 0,0-1-1 0 0,0 1 1 0 0,0-1 0 0 0,0 0-1 0 0,0 1 1 0 0,0-1 0 0 0,0 0 0 0 0,0 0-1 0 0,0 0 1 0 0,0 0 0 0 0,0 0-1 0 0,0 0 1 0 0,0 0 0 0 0,1 0 0 0 0,51-8-1515 0 0,142-56-2420 0 0,21-4 2652 0 0,-178 58 1830 0 0,1 2-1 0 0,0 1 0 0 0,1 3 0 0 0,-1 1 0 0 0,1 1 0 0 0,54 6 0 0 0,-87-3-393 0 0,-1 0 0 0 0,1 1 0 0 0,-1-1 0 0 0,1 1 0 0 0,-1 1 0 0 0,0-1 0 0 0,0 1 0 0 0,0 0 0 0 0,5 4 0 0 0,-9-6-117 0 0,0 1-1 0 0,-1-1 1 0 0,1 0-1 0 0,-1 1 1 0 0,1-1-1 0 0,-1 1 1 0 0,0 0-1 0 0,0-1 1 0 0,0 1-1 0 0,0 0 1 0 0,0 0-1 0 0,0 0 1 0 0,0 0-1 0 0,0 0 1 0 0,-1 0-1 0 0,1 0 1 0 0,-1 0-1 0 0,1 0 1 0 0,-1 0-1 0 0,0 0 1 0 0,0 0-1 0 0,0 0 1 0 0,0 0-1 0 0,0 1 1 0 0,-1-1-1 0 0,1 0 1 0 0,-1 0-1 0 0,1 0 0 0 0,-1 0 1 0 0,0 0-1 0 0,-1 3 1 0 0,-4 7-111 0 0,-1-1 0 0 0,0 1-1 0 0,0-2 1 0 0,-1 1 0 0 0,0-1 0 0 0,-1 0 0 0 0,0 0-1 0 0,-15 11 1 0 0,-91 60-588 0 0,93-66 715 0 0,-68 39 686 0 0,-114 49 1 0 0,91-49 774 0 0,105-50-1412 0 0,6-3-40 0 0,-1 0 0 0 0,1 0 0 0 0,0 0 0 0 0,-1 0 0 0 0,1 0 0 0 0,0 1 0 0 0,0-1 0 0 0,0 1 0 0 0,0 0 0 0 0,0 0 0 0 0,0 0 0 0 0,0-1 0 0 0,0 2 0 0 0,-2 2 0 0 0,5-4-73 0 0,-1-1 0 0 0,0 1-1 0 0,0-1 1 0 0,0 1 0 0 0,0-1 0 0 0,1 0 0 0 0,-1 1 0 0 0,0-1 0 0 0,1 1 0 0 0,-1-1 0 0 0,0 1 0 0 0,1-1 0 0 0,-1 0-1 0 0,0 1 1 0 0,1-1 0 0 0,-1 0 0 0 0,0 1 0 0 0,1-1 0 0 0,-1 0 0 0 0,1 0 0 0 0,-1 0 0 0 0,1 1 0 0 0,-1-1 0 0 0,1 0-1 0 0,-1 0 1 0 0,1 0 0 0 0,-1 0 0 0 0,1 0 0 0 0,-1 0 0 0 0,1 0 0 0 0,-1 0 0 0 0,1 0 0 0 0,-1 0 0 0 0,1 0 0 0 0,-1 0-1 0 0,1 0 1 0 0,-1 0 0 0 0,1 0 0 0 0,0-1 0 0 0,24-1-811 0 0,165-45-1904 0 0,56-11 4692 0 0,-218 54-1762 0 0,1 1 0 0 0,1 1 1 0 0,-1 1-1 0 0,0 2 0 0 0,0 1 1 0 0,43 8-1 0 0,-65-9-175 0 0,-1 1 1 0 0,1 0-1 0 0,-1 0 1 0 0,0 1-1 0 0,0-1 0 0 0,0 1 1 0 0,9 6-1 0 0,-14-8-26 0 0,0 0 1 0 0,0 0-1 0 0,0 0 0 0 0,0 0 0 0 0,0 0 0 0 0,0 0 0 0 0,0 0 0 0 0,0 0 1 0 0,0 1-1 0 0,0-1 0 0 0,-1 0 0 0 0,1 1 0 0 0,0-1 0 0 0,-1 0 0 0 0,1 1 1 0 0,-1-1-1 0 0,0 1 0 0 0,1-1 0 0 0,-1 1 0 0 0,0-1 0 0 0,0 1 0 0 0,0-1 1 0 0,0 1-1 0 0,0-1 0 0 0,0 1 0 0 0,0-1 0 0 0,-1 1 0 0 0,1-1 0 0 0,0 0 1 0 0,-1 1-1 0 0,1-1 0 0 0,-1 1 0 0 0,0-1 0 0 0,1 0 0 0 0,-1 0 1 0 0,0 1-1 0 0,0-1 0 0 0,0 0 0 0 0,-2 2 0 0 0,-9 11 12 0 0,0 0-1 0 0,-1-1 0 0 0,-1 0 1 0 0,-1-1-1 0 0,-15 10 1 0 0,-87 50 1985 0 0,64-41-1317 0 0,-19 9 675 0 0,-141 56 0 0 0,348-147-3981 0 0,-119 44 2615 0 0,357-147-1019 0 0,-319 136 945 0 0,0 2 1 0 0,1 3-1 0 0,1 2 1 0 0,0 2-1 0 0,63 0 1 0 0,-112 9 108 0 0,46 1 0 0 0,-50 0 0 0 0,0-1 0 0 0,-1 0 0 0 0,1 1 0 0 0,0 0 0 0 0,-1-1 0 0 0,1 1 0 0 0,-1 0 0 0 0,1 1 0 0 0,-1-1 0 0 0,1 0 0 0 0,-1 1 0 0 0,1-1 0 0 0,-1 1 0 0 0,0 0 0 0 0,3 2 0 0 0,-4-3-4 0 0,-1 1 1 0 0,1-1-1 0 0,-1 0 0 0 0,1 0 1 0 0,-1 0-1 0 0,1 1 1 0 0,-1-1-1 0 0,0 0 1 0 0,0 1-1 0 0,0-1 1 0 0,1 0-1 0 0,-1 1 1 0 0,0-1-1 0 0,-1 0 1 0 0,1 0-1 0 0,0 1 1 0 0,0-1-1 0 0,0 0 1 0 0,-1 1-1 0 0,1-1 0 0 0,-1 0 1 0 0,1 0-1 0 0,-1 0 1 0 0,1 1-1 0 0,-1-1 1 0 0,0 0-1 0 0,-1 1 1 0 0,-25 29-161 0 0,26-30 156 0 0,-52 44 605 0 0,-2-2 0 0 0,-1-3 0 0 0,-68 36 0 0 0,81-50-169 0 0,-59 31 607 0 0,57-33-565 0 0,-76 52 1 0 0,119-75-485 0 0,0 1 1 0 0,0 0-1 0 0,0-1 1 0 0,0 1 0 0 0,0 0-1 0 0,1 0 1 0 0,-1 0-1 0 0,1 1 1 0 0,-1-1 0 0 0,-1 4-1 0 0,3-6 1 0 0,0 1 0 0 0,-1-1-1 0 0,1 0 1 0 0,0 1 0 0 0,0-1 0 0 0,0 0-1 0 0,0 0 1 0 0,0 1 0 0 0,0-1 0 0 0,0 0-1 0 0,0 1 1 0 0,0-1 0 0 0,0 0 0 0 0,1 0-1 0 0,-1 1 1 0 0,0-1 0 0 0,0 0 0 0 0,0 1-1 0 0,0-1 1 0 0,0 0 0 0 0,0 0-1 0 0,1 1 1 0 0,-1-1 0 0 0,0 0 0 0 0,0 0-1 0 0,0 0 1 0 0,1 1 0 0 0,-1-1 0 0 0,0 0-1 0 0,0 0 1 0 0,1 0 0 0 0,-1 1 0 0 0,20 0-980 0 0,16-9-285 0 0,-1-1 0 0 0,1-1 0 0 0,-2-3 0 0 0,48-22 0 0 0,59-22 693 0 0,-116 50 1018 0 0,-1 0-1 0 0,46-5 1 0 0,-64 11-254 0 0,1 0 0 0 0,-1 1 0 0 0,1 0 0 0 0,0 0 1 0 0,-1 1-1 0 0,1-1 0 0 0,0 1 0 0 0,-1 1 1 0 0,1-1-1 0 0,-1 1 0 0 0,0 1 0 0 0,0-1 0 0 0,0 1 1 0 0,0 0-1 0 0,11 7 0 0 0,-15-8-161 0 0,0 0 0 0 0,0 0 0 0 0,0 0 0 0 0,-1 1-1 0 0,1-1 1 0 0,-1 0 0 0 0,0 1 0 0 0,1-1 0 0 0,-1 1 0 0 0,0-1 0 0 0,0 1 0 0 0,0-1 0 0 0,-1 1-1 0 0,1 0 1 0 0,-1-1 0 0 0,0 1 0 0 0,1 0 0 0 0,-1 0 0 0 0,0-1 0 0 0,0 1 0 0 0,-1 0 0 0 0,1 0 0 0 0,-1-1-1 0 0,-1 6 1 0 0,-2 4-425 0 0,0 0 1 0 0,-1 0-1 0 0,-12 21 0 0 0,15-30 317 0 0,-28 42-1526 0 0,-3-5-72 0 0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09:49.31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120 826 6913 0 0,'-120'30'3987'0'0,"160"-46"646"0"0,7-3-3488 0 0,70-9-681 0 0,1 6 0 0 0,149-9 0 0 0,-141 19-374 0 0,303-15 44 0 0,-59 7 84 0 0,-170 0 101 0 0,115-10 871 0 0,-219 25-837 0 0,121 10 0 0 0,-208-5-305 0 0,45 7-15 0 0,-52-6-1 0 0,0-1 1 0 0,0 1-1 0 0,0-1 1 0 0,0 1 0 0 0,0 0-1 0 0,0 0 1 0 0,0 0 0 0 0,0 0-1 0 0,0 0 1 0 0,-1 0-1 0 0,1 1 1 0 0,0-1 0 0 0,0 0-1 0 0,-1 1 1 0 0,1-1-1 0 0,-1 1 1 0 0,0 0 0 0 0,1 0-1 0 0,-1-1 1 0 0,1 4 0 0 0,-2-3 4 0 0,0 1 0 0 0,0-1 1 0 0,0 0-1 0 0,-1 0 0 0 0,1 0 1 0 0,-1 0-1 0 0,0 0 0 0 0,1 0 1 0 0,-1 0-1 0 0,0 0 0 0 0,0 0 1 0 0,-1 0-1 0 0,1 0 0 0 0,0-1 1 0 0,0 1-1 0 0,-1 0 0 0 0,1-1 1 0 0,-1 1-1 0 0,0-1 0 0 0,1 0 1 0 0,-1 1-1 0 0,0-1 0 0 0,0 0 1 0 0,0 0-1 0 0,0 0 0 0 0,-2 1 1 0 0,50 6-38 0 0,-42-10 0 0 0,0 0 0 0 0,-1 0 0 0 0,0-1 0 0 0,0 0 0 0 0,0 0 0 0 0,0 1 0 0 0,3-5 0 0 0,-4 4 3 0 0,1 1 0 0 0,-1-1 0 0 0,0 0 0 0 0,0 0 0 0 0,-1 0 0 0 0,1 0-1 0 0,0 0 1 0 0,-1-1 0 0 0,0 1 0 0 0,0 0 0 0 0,0-1 0 0 0,0 1 0 0 0,-1-1 0 0 0,1 1 0 0 0,-1-7 0 0 0,-1-63 67 0 0,0 47-59 0 0,0 3-17 0 0,-1-183 218 0 0,4 163-153 0 0,2 0 1 0 0,17-75-1 0 0,-21 118-58 0 0,0 0 0 0 0,0 0-1 0 0,0 0 1 0 0,0 0 0 0 0,0 0 0 0 0,0 0 0 0 0,0 1 0 0 0,0-1 0 0 0,0 0 0 0 0,1 0-1 0 0,-1 0 1 0 0,0 0 0 0 0,0 0 0 0 0,0 0 0 0 0,0 0 0 0 0,0 0 0 0 0,0 0-1 0 0,0 0 1 0 0,0 0 0 0 0,0 0 0 0 0,1 0 0 0 0,-1 0 0 0 0,0 0 0 0 0,0 0-1 0 0,0 0 1 0 0,0 0 0 0 0,0 0 0 0 0,0 0 0 0 0,0 0 0 0 0,0 0 0 0 0,1 0-1 0 0,-1 0 1 0 0,0 0 0 0 0,0 0 0 0 0,0 0 0 0 0,0 0 0 0 0,0 0 0 0 0,0 0-1 0 0,0 0 1 0 0,0 0 0 0 0,0-1 0 0 0,0 1 0 0 0,1 0 0 0 0,-1 0 0 0 0,0 0-1 0 0,0 0 1 0 0,0 0 0 0 0,0 0 0 0 0,0 0 0 0 0,0 0 0 0 0,0 0 0 0 0,0 0-1 0 0,0-1 1 0 0,0 1 0 0 0,0 0 0 0 0,0 0 0 0 0,0 0 0 0 0,0 0 0 0 0,0 0-1 0 0,0 0 1 0 0,6 16 17 0 0,6 39-29 0 0,-7-31 16 0 0,6 22 16 0 0,1-1 1 0 0,20 44-1 0 0,-26-76-21 0 0,0 1 0 0 0,1-2 0 0 0,0 1 0 0 0,1-1 0 0 0,0 0 0 0 0,1 0 0 0 0,1-1 0 0 0,0 0 0 0 0,0-1 0 0 0,22 17 0 0 0,-32-27 0 0 0,1 1 0 0 0,-1 0 0 0 0,1-1 0 0 0,0 1 0 0 0,-1-1 0 0 0,1 1 0 0 0,0-1 0 0 0,0 0 0 0 0,-1 1 0 0 0,1-1 0 0 0,0 0 0 0 0,0 1 0 0 0,-1-1 0 0 0,1 0-1 0 0,0 0 1 0 0,0 0 0 0 0,0 1 0 0 0,-1-1 0 0 0,1 0 0 0 0,0 0 0 0 0,0 0 0 0 0,0-1 0 0 0,0 1 0 0 0,-1 0 0 0 0,1 0 0 0 0,0 0 0 0 0,0-1 0 0 0,0 1 0 0 0,-1 0 0 0 0,1-1 0 0 0,0 1 0 0 0,-1 0 0 0 0,1-1 0 0 0,0 1 0 0 0,-1-1 0 0 0,1 1 0 0 0,1-2 0 0 0,0-1 2 0 0,-1-1 0 0 0,1 1 0 0 0,0-1 0 0 0,-1 0 0 0 0,0 0 0 0 0,2-7 0 0 0,8-49 136 0 0,6-82 0 0 0,-13 91-29 0 0,2 0 0 0 0,21-83 0 0 0,-26 131-113 0 0,0 0 0 0 0,0 0 0 0 0,0-1 0 0 0,0 1 0 0 0,1 0 0 0 0,-1 0 0 0 0,1 1 0 0 0,0-1 0 0 0,0 0 0 0 0,2-2 0 0 0,-3 5 3 0 0,-1-1 0 0 0,0 1 0 0 0,1 0 0 0 0,-1 0 0 0 0,0 0 0 0 0,1-1 0 0 0,-1 1 0 0 0,0 0 0 0 0,1 0 0 0 0,-1 0 0 0 0,0 0 0 0 0,1 0 0 0 0,-1 0 0 0 0,1 0 0 0 0,-1 0 0 0 0,0 0 0 0 0,1 0 0 0 0,-1 0 0 0 0,1 0 0 0 0,-1 0 0 0 0,0 0 0 0 0,1 0 0 0 0,-1 0 0 0 0,1 0 0 0 0,-1 0 0 0 0,0 0 0 0 0,1 1 0 0 0,-1-1 0 0 0,1 0 0 0 0,12 20-13 0 0,0 15 40 0 0,12 57 1 0 0,-19-67-25 0 0,0 0-1 0 0,2 0 1 0 0,1-1 0 0 0,1 0 0 0 0,20 36 0 0 0,-23-48-7 0 0,24 33 15 0 0,-29-43-13 0 0,-1 0 0 0 0,1 0 0 0 0,0-1-1 0 0,0 1 1 0 0,0 0 0 0 0,0-1 0 0 0,0 1-1 0 0,0-1 1 0 0,0 1 0 0 0,0-1-1 0 0,1 0 1 0 0,-1 0 0 0 0,0 0 0 0 0,1 0-1 0 0,-1-1 1 0 0,1 1 0 0 0,2 0 0 0 0,-3-2 2 0 0,-1 1 1 0 0,0 0 0 0 0,1-1-1 0 0,-1 1 1 0 0,1-1-1 0 0,-1 0 1 0 0,0 0 0 0 0,1 1-1 0 0,-1-1 1 0 0,0 0-1 0 0,0 0 1 0 0,0 0 0 0 0,1 0-1 0 0,-1 0 1 0 0,0-1-1 0 0,0 1 1 0 0,-1 0 0 0 0,1 0-1 0 0,0-1 1 0 0,0 1-1 0 0,-1 0 1 0 0,1-1 0 0 0,0-1-1 0 0,13-38-31 0 0,-12 36 10 0 0,23-117 10 0 0,-22 95 12 0 0,2 1 1 0 0,0 0-1 0 0,2 0 0 0 0,1 0 0 0 0,1 0 0 0 0,18-33 0 0 0,-27 57 0 0 0,1 1 0 0 0,0-1 0 0 0,-1 1 0 0 0,1 0 0 0 0,0-1 0 0 0,0 1 0 0 0,0 0 0 0 0,0 0 0 0 0,0-1 0 0 0,0 1 0 0 0,1 0 0 0 0,-1 0 0 0 0,0 0 0 0 0,1 1 0 0 0,-1-1 0 0 0,0 0 0 0 0,1 0 0 0 0,-1 1 0 0 0,1-1 0 0 0,-1 1 0 0 0,1-1 0 0 0,2 0 0 0 0,-2 2 0 0 0,-1-1 0 0 0,1 1 0 0 0,-1-1 0 0 0,1 1 0 0 0,-1-1 0 0 0,1 1 0 0 0,-1 0 0 0 0,1 0 0 0 0,-1 0 0 0 0,0 0 0 0 0,0 0 0 0 0,1 0 0 0 0,-1 0 0 0 0,0 0 0 0 0,0 0 0 0 0,0 0 0 0 0,0 1 0 0 0,1 1 0 0 0,3 7 0 0 0,1 0 0 0 0,-1 0 0 0 0,-1 0 0 0 0,7 23 0 0 0,7 34 7 0 0,-7-18 8 0 0,3-2-1 0 0,2 0 1 0 0,1 0-1 0 0,30 54 1 0 0,-13-46-173 0 0,32 65-786 0 0,-57-100 126 0 0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09:50.44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132 564 4145 0 0,'-13'1'1191'0'0,"0"0"-1"0"0,1 1 1 0 0,-16 4 0 0 0,16-3 505 0 0,-1 0 0 0 0,1-1 0 0 0,-16 0-1 0 0,87-7 2861 0 0,38-14-3379 0 0,-4 1-780 0 0,567-55-32 0 0,384 61-354 0 0,-897 23 105 0 0,201 40 0 0 0,-343-50-116 0 0,24 7 0 0 0,-29-7 0 0 0,1-1 0 0 0,0 0 0 0 0,0 1 0 0 0,0-1 0 0 0,0 1 0 0 0,0-1 0 0 0,0 1 0 0 0,-1-1 0 0 0,1 1 0 0 0,0 0 0 0 0,-1-1 0 0 0,1 1 0 0 0,0 0 0 0 0,-1-1 0 0 0,1 1 0 0 0,-1 0 0 0 0,1 0 0 0 0,-1 0 0 0 0,1 0 0 0 0,-1 0 0 0 0,1-1 0 0 0,-1 1 0 0 0,0 0 0 0 0,0 0 0 0 0,1 1 0 0 0,-2 0 0 0 0,1-1 0 0 0,1-1 277 0 0,0-4-171 0 0,8-39 41 0 0,-1 0 0 0 0,-3-1 0 0 0,1-54 1 0 0,0-4-453 0 0,-3 74 471 0 0,1-26-2 0 0,18-80-1 0 0,-17 145-266 0 0,1 9 214 0 0,3 31-83 0 0,22 73 0 0 0,-23-100-20 0 0,1-2-1 0 0,1 1 1 0 0,1-1-1 0 0,1 0 1 0 0,19 26-1 0 0,-25-39 21 0 0,9 14-87 0 0,-14-22 60 0 0,-1 0 1 0 0,1 0-1 0 0,-1-1 1 0 0,1 1-1 0 0,-1 0 1 0 0,1-1-1 0 0,0 1 1 0 0,-1 0-1 0 0,1-1 1 0 0,0 1-1 0 0,0-1 1 0 0,-1 1-1 0 0,1-1 1 0 0,0 0-1 0 0,0 1 1 0 0,0-1-1 0 0,-1 0 1 0 0,1 0-1 0 0,0 1 1 0 0,0-1-1 0 0,2 0 1 0 0,-2-1-4 0 0,0 0 1 0 0,1 0-1 0 0,-1 1 1 0 0,0-1-1 0 0,0-1 1 0 0,0 1-1 0 0,0 0 1 0 0,1 0-1 0 0,-2 0 1 0 0,1-1-1 0 0,0 1 0 0 0,0 0 1 0 0,0-1-1 0 0,0 1 1 0 0,-1 0-1 0 0,1-1 1 0 0,0-1-1 0 0,10-32-80 0 0,-9 26 73 0 0,5-16 11 0 0,40-122 65 0 0,-38 120-49 0 0,3 1-1 0 0,0 1 0 0 0,21-33 1 0 0,-32 57-17 0 0,-1-1 0 0 0,1 1 0 0 0,0 0 0 0 0,0 0 0 0 0,0 0 0 0 0,0 0 0 0 0,0 0 0 0 0,0 0 0 0 0,0 0 0 0 0,0 0 0 0 0,0 0 0 0 0,0 0 0 0 0,0 1 0 0 0,1-1 0 0 0,-1 0 0 0 0,2 0 0 0 0,-2 1 3 0 0,-1 0 0 0 0,1 0 0 0 0,-1 0 0 0 0,1 0-1 0 0,0 1 1 0 0,-1-1 0 0 0,1 0 0 0 0,0 0 0 0 0,-1 0 0 0 0,1 1 0 0 0,-1-1 0 0 0,1 0 0 0 0,-1 1-1 0 0,1-1 1 0 0,-1 0 0 0 0,1 1 0 0 0,-1-1 0 0 0,1 1 0 0 0,-1-1 0 0 0,1 1 0 0 0,-1-1 0 0 0,0 1-1 0 0,1-1 1 0 0,0 2 0 0 0,2 5 56 0 0,0 0 0 0 0,0 0 0 0 0,-1 1 0 0 0,3 12 0 0 0,-2-5 35 0 0,5 12-151 0 0,1 1 0 0 0,1-1 0 0 0,1-1 0 0 0,1 0 0 0 0,2-1 0 0 0,33 47 0 0 0,-40-59 56 0 0,-6-11 0 0 0,1 1 0 0 0,-1 0 0 0 0,0-1 0 0 0,1 1 0 0 0,0-1 0 0 0,0 1 0 0 0,-1-1 0 0 0,2 0 0 0 0,-1 0 0 0 0,0 1 0 0 0,0-2 0 0 0,1 1 0 0 0,-1 0 0 0 0,4 2 0 0 0,-5-5 1 0 0,0 1 0 0 0,0-1-1 0 0,-1 1 1 0 0,1-1 0 0 0,0 0-1 0 0,0 1 1 0 0,0-1 0 0 0,-1 0-1 0 0,1 1 1 0 0,0-1 0 0 0,-1 0 0 0 0,1 0-1 0 0,-1 0 1 0 0,1 0 0 0 0,-1 1-1 0 0,1-1 1 0 0,-1 0 0 0 0,1 0-1 0 0,-1 0 1 0 0,0 0 0 0 0,1-2 0 0 0,6-26 30 0 0,-6 25-25 0 0,5-25 89 0 0,1 0-1 0 0,2 0 0 0 0,1 0 0 0 0,1 2 1 0 0,17-32-1 0 0,-27 58-92 0 0,-1 0 1 0 0,0 0 0 0 0,1 0-1 0 0,-1 0 1 0 0,1 1-1 0 0,-1-1 1 0 0,1 0-1 0 0,0 0 1 0 0,-1 1-1 0 0,1-1 1 0 0,0 0-1 0 0,-1 1 1 0 0,1-1 0 0 0,0 1-1 0 0,0-1 1 0 0,0 1-1 0 0,-1-1 1 0 0,1 1-1 0 0,0-1 1 0 0,0 1-1 0 0,0 0 1 0 0,0 0-1 0 0,1-1 1 0 0,-1 1-2 0 0,0 1 0 0 0,0-1-1 0 0,-1 0 1 0 0,1 1 0 0 0,0-1 0 0 0,0 1 0 0 0,-1-1-1 0 0,1 1 1 0 0,0-1 0 0 0,0 1 0 0 0,-1 0 0 0 0,1-1-1 0 0,-1 1 1 0 0,1 0 0 0 0,-1-1 0 0 0,1 1 0 0 0,-1 0 0 0 0,1 0-1 0 0,0 1 1 0 0,3 7-6 0 0,-1 0-1 0 0,0 1 1 0 0,3 13-1 0 0,-4-16 4 0 0,3 13-59 0 0,1-1 0 0 0,0 0 0 0 0,2 0 0 0 0,0-1 0 0 0,1 0 1 0 0,1-1-1 0 0,24 33 0 0 0,-22-36-1014 0 0,1 0 0 0 0,24 21-1 0 0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09:50.96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60 254 4001 0 0,'-3'2'350'0'0,"0"1"0"0"0,0-1 0 0 0,0 0 1 0 0,0 0-1 0 0,0 0 0 0 0,-1-1 0 0 0,-3 2 0 0 0,-24 4 11493 0 0,46-14-9223 0 0,48-14-2095 0 0,1 2 1 0 0,79-12 0 0 0,139-7-446 0 0,-114 17-80 0 0,196-16 178 0 0,-148 17-73 0 0,390-24 41 0 0,-381 30-60 0 0,636-10 42 0 0,-843 24-82 0 0,-10-1-95 0 0,0 1 0 0 0,0 0 0 0 0,1 0 0 0 0,-1 1 0 0 0,0 0-1 0 0,0 0 1 0 0,15 5 0 0 0,-20-1-1743 0 0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09:52.87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1002 6913 0 0,'23'-4'854'0'0,"171"-34"2372"0"0,-32 5-1320 0 0,0 7-604 0 0,367-49 2226 0 0,37 30-1679 0 0,101-24-991 0 0,-464 31-141 0 0,-108 19-283 0 0,112-10 0 0 0,-202 28-417 0 0,0 1 0 0 0,1 0 0 0 0,-1 0 1 0 0,0 0-1 0 0,1 1 0 0 0,-1 0 0 0 0,0 0 0 0 0,6 1 1 0 0,-9-1-26 0 0,0 1 1 0 0,0-1 0 0 0,0 0 0 0 0,0 1 0 0 0,0-1 0 0 0,0 1-1 0 0,-1-1 1 0 0,1 1 0 0 0,0 0 0 0 0,-1 0 0 0 0,1 0 0 0 0,-1 0-1 0 0,0 0 1 0 0,0 0 0 0 0,1 0 0 0 0,-1 0 0 0 0,-1 1 0 0 0,2 3-1 0 0,-2-5 4 0 0,0 0 0 0 0,1-1 0 0 0,-1 1 0 0 0,0 0 0 0 0,0-1-1 0 0,0 1 1 0 0,1-1 0 0 0,-1 1 0 0 0,0 0 0 0 0,0-1 0 0 0,1 1-1 0 0,-1-1 1 0 0,1 1 0 0 0,-1-1 0 0 0,0 1 0 0 0,1-1 0 0 0,-1 1 0 0 0,1-1-1 0 0,-1 1 1 0 0,1-1 0 0 0,-1 0 0 0 0,1 1 0 0 0,0-1 0 0 0,-1 0-1 0 0,1 1 1 0 0,-1-1 0 0 0,2 0 0 0 0,-1 0-7 0 0,0 0 0 0 0,0-1 0 0 0,0 1 0 0 0,0 0 0 0 0,-1-1 0 0 0,1 1 0 0 0,0-1-1 0 0,0 0 1 0 0,-1 1 0 0 0,1-1 0 0 0,0 1 0 0 0,-1-1 0 0 0,1 0 0 0 0,-1 0 0 0 0,1 1 0 0 0,-1-1 0 0 0,1-1 0 0 0,3-4-43 0 0,-1 1-1 0 0,-1-1 1 0 0,1 0 0 0 0,3-12 0 0 0,-3-8 53 0 0,-1 0 0 0 0,0 0 1 0 0,-2 0-1 0 0,-5-37 1 0 0,2 25 8 0 0,2-42 0 0 0,5 30 143 0 0,2 1 0 0 0,2-1 1 0 0,3 1-1 0 0,18-56 0 0 0,-29 105-142 0 0,0 0 0 0 0,0 0 0 0 0,0 0 0 0 0,0-1 0 0 0,0 1 0 0 0,0 0 0 0 0,0 0 0 0 0,0-1-1 0 0,0 1 1 0 0,0 0 0 0 0,0 0 0 0 0,0 0 0 0 0,0-1 0 0 0,0 1 0 0 0,0 0 0 0 0,1 0 0 0 0,-1 0 0 0 0,0 0 0 0 0,0-1 0 0 0,0 1 0 0 0,0 0 0 0 0,0 0 0 0 0,0 0-1 0 0,0 0 1 0 0,1-1 0 0 0,-1 1 0 0 0,0 0 0 0 0,0 0 0 0 0,0 0 0 0 0,0 0 0 0 0,1 0 0 0 0,-1 0 0 0 0,0-1 0 0 0,0 1 0 0 0,0 0 0 0 0,0 0 0 0 0,1 0 0 0 0,-1 0-1 0 0,0 0 1 0 0,0 0 0 0 0,0 0 0 0 0,1 0 0 0 0,-1 0 0 0 0,0 0 0 0 0,0 0 0 0 0,1 0 0 0 0,-1 0 0 0 0,0 0 0 0 0,0 0 0 0 0,0 0 0 0 0,1 0 0 0 0,-1 0 0 0 0,0 1-1 0 0,0-1 1 0 0,0 0 0 0 0,0 0 0 0 0,1 0 0 0 0,-1 0 0 0 0,0 0 0 0 0,0 0 0 0 0,0 1 0 0 0,0-1 0 0 0,0 0 0 0 0,1 0 0 0 0,-1 0 0 0 0,8 22 195 0 0,5 36-146 0 0,-13-57-50 0 0,19 141 87 0 0,16 74-37 0 0,-30-193-78 0 0,2 0 0 0 0,0-1 1 0 0,2 0-1 0 0,0 0 0 0 0,2-1 0 0 0,0 0 1 0 0,15 20-1 0 0,-23-36 3 0 0,1 0-1 0 0,0-1 1 0 0,0 1 0 0 0,1-1 0 0 0,-1 0-1 0 0,1 0 1 0 0,0 0 0 0 0,0-1-1 0 0,0 0 1 0 0,0 0 0 0 0,0 0 0 0 0,1 0-1 0 0,6 1 1 0 0,-9-3 2 0 0,0-1 0 0 0,0 1-1 0 0,0-1 1 0 0,0 0 0 0 0,0 0-1 0 0,0 0 1 0 0,0 0 0 0 0,0 0 0 0 0,0-1-1 0 0,0 1 1 0 0,0-1 0 0 0,0 0 0 0 0,0 0-1 0 0,-1 0 1 0 0,1 0 0 0 0,0-1-1 0 0,0 1 1 0 0,-1-1 0 0 0,1 0 0 0 0,-1 1-1 0 0,1-1 1 0 0,-1 0 0 0 0,0 0 0 0 0,0-1-1 0 0,0 1 1 0 0,0 0 0 0 0,2-5-1 0 0,13-21 21 0 0,-2 0-1 0 0,-1-2 1 0 0,-1 1-1 0 0,-2-2 1 0 0,11-44-1 0 0,2-15 225 0 0,-14 48-180 0 0,2 0 0 0 0,1 1 0 0 0,2 0 0 0 0,23-42 0 0 0,-38 82-39 0 0,1 0 0 0 0,0-1 0 0 0,-1 1 0 0 0,1-1 1 0 0,0 1-1 0 0,0 0 0 0 0,0-1 0 0 0,0 1 0 0 0,1 0 0 0 0,-1 0 1 0 0,0 0-1 0 0,0 0 0 0 0,1 0 0 0 0,-1 0 0 0 0,0 0 1 0 0,4-1-1 0 0,-5 2-2 0 0,1 0 1 0 0,0 0 0 0 0,-1 0 0 0 0,1 1-1 0 0,0-1 1 0 0,0 0 0 0 0,-1 0-1 0 0,1 0 1 0 0,-1 1 0 0 0,1-1 0 0 0,0 0-1 0 0,-1 1 1 0 0,1-1 0 0 0,-1 0-1 0 0,1 1 1 0 0,0-1 0 0 0,-1 1 0 0 0,1-1-1 0 0,-1 1 1 0 0,0-1 0 0 0,1 1-1 0 0,-1 0 1 0 0,1-1 0 0 0,-1 1 0 0 0,1 1-1 0 0,3 6 38 0 0,-1 1-1 0 0,0-1 0 0 0,-1 1 1 0 0,3 13-1 0 0,-4-17-65 0 0,12 64 106 0 0,-7-28-32 0 0,2-2 1 0 0,16 47 0 0 0,-20-76-84 0 0,0 1-1 0 0,0-1 1 0 0,1 0-1 0 0,0-1 1 0 0,1 1-1 0 0,0-1 1 0 0,1-1-1 0 0,-1 1 1 0 0,2-1-1 0 0,-1 0 1 0 0,1 0-1 0 0,18 12 1 0 0,-25-18 8 0 0,1-1 1 0 0,1 0-1 0 0,-1 1 1 0 0,0-1-1 0 0,0 0 1 0 0,0 0-1 0 0,1 0 1 0 0,-1 0-1 0 0,0 0 1 0 0,1-1-1 0 0,-1 1 1 0 0,1-1-1 0 0,-1 1 1 0 0,1-1-1 0 0,-1 0 1 0 0,4 0-1 0 0,-4-1 19 0 0,-1 0 0 0 0,1 0-1 0 0,0 0 1 0 0,-1 0 0 0 0,1 0-1 0 0,-1-1 1 0 0,0 1 0 0 0,1 0-1 0 0,-1-1 1 0 0,0 1 0 0 0,0-1-1 0 0,0 1 1 0 0,0-1 0 0 0,0 1-1 0 0,0-1 1 0 0,-1 0 0 0 0,1 1-1 0 0,0-1 1 0 0,-1 0 0 0 0,1 0-1 0 0,-1-3 1 0 0,78-248-248 0 0,-55 193 340 0 0,1 2 1 0 0,38-63-1 0 0,-61 118-89 0 0,20-26 129 0 0,-21 29-119 0 0,1-1-1 0 0,-1 1 1 0 0,1 0-1 0 0,-1-1 1 0 0,1 1-1 0 0,-1 0 0 0 0,1-1 1 0 0,-1 1-1 0 0,1 0 1 0 0,-1 0-1 0 0,1-1 1 0 0,-1 1-1 0 0,1 0 1 0 0,-1 0-1 0 0,1 0 0 0 0,-1 0 1 0 0,1 0-1 0 0,0 0 1 0 0,-1 0-1 0 0,1 0 1 0 0,-1 0-1 0 0,1 0 0 0 0,0 0 1 0 0,-1 0-1 0 0,1 0 1 0 0,-1 0-1 0 0,1 0 1 0 0,-1 1-1 0 0,1-1 1 0 0,-1 0-1 0 0,1 0 0 0 0,-1 1 1 0 0,1-1-1 0 0,-1 0 1 0 0,1 1-1 0 0,-1-1 1 0 0,1 1-1 0 0,-1-1 0 0 0,0 0 1 0 0,1 1-1 0 0,-1-1 1 0 0,0 1-1 0 0,1-1 1 0 0,-1 1-1 0 0,0-1 1 0 0,0 1-1 0 0,1-1 0 0 0,-1 1 1 0 0,0 0-1 0 0,0-1 1 0 0,0 1-1 0 0,0-1 1 0 0,0 2-1 0 0,18 44 88 0 0,-3 1 0 0 0,11 60-1 0 0,-17-62-27 0 0,2-1 0 0 0,3 0-1 0 0,19 45 1 0 0,-3-32-1509 0 0,7 14-4201 0 0,-26-45-1748 0 0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09:53.21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34 386 6913 0 0,'-3'-2'356'0'0,"-1"0"318"0"0,1 0 0 0 0,-1-1 0 0 0,1 1 0 0 0,0-1 0 0 0,0 0 0 0 0,0 0 0 0 0,-3-3 0 0 0,6 5-573 0 0,0 0 0 0 0,-1 1 1 0 0,1-1-1 0 0,0 0 0 0 0,0 0 0 0 0,0 0 0 0 0,0 0 0 0 0,0 1 1 0 0,0-1-1 0 0,0 0 0 0 0,0 0 0 0 0,0 0 0 0 0,0 0 0 0 0,0 0 1 0 0,0 1-1 0 0,0-1 0 0 0,1 0 0 0 0,-1 0 0 0 0,0 0 0 0 0,1 1 1 0 0,-1-1-1 0 0,1 0 0 0 0,-1 0 0 0 0,1 1 0 0 0,-1-1 0 0 0,1 0 0 0 0,-1 1 1 0 0,1-1-1 0 0,-1 1 0 0 0,1-1 0 0 0,0 1 0 0 0,0-1 0 0 0,-1 1 1 0 0,1-1-1 0 0,0 1 0 0 0,0-1 0 0 0,-1 1 0 0 0,1 0 0 0 0,1-1 1 0 0,28-12 420 0 0,0 0 0 0 0,0 2 0 0 0,1 1 1 0 0,0 1-1 0 0,44-5 0 0 0,-17 2-95 0 0,533-83 1653 0 0,7 40-1517 0 0,-438 41-412 0 0,941-38 247 0 0,-817 43-397 0 0,-63-2-61 0 0,48-2-142 0 0,-90 15-6236 0 0,-139 1-761 0 0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09:53.84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67 32 8290 0 0,'-8'-5'732'0'0,"-23"-14"-472"0"0,12 12 4833 0 0,18 7-5001 0 0,1 0-1 0 0,-1 0 1 0 0,1 0 0 0 0,-1 1 0 0 0,1-1-1 0 0,0 0 1 0 0,-1 0 0 0 0,1 1-1 0 0,-1-1 1 0 0,1 0 0 0 0,0 1 0 0 0,-1-1-1 0 0,1 1 1 0 0,0-1 0 0 0,-1 0-1 0 0,1 1 1 0 0,0-1 0 0 0,0 1-1 0 0,0-1 1 0 0,-1 0 0 0 0,1 1 0 0 0,0-1-1 0 0,0 1 1 0 0,0-1 0 0 0,0 1-1 0 0,0-1 1 0 0,0 1 0 0 0,0-1 0 0 0,0 1-1 0 0,0-1 1 0 0,0 1 0 0 0,0-1-1 0 0,0 1 1 0 0,0-1 0 0 0,0 1-1 0 0,0-1 1 0 0,0 1 0 0 0,1 0 0 0 0,3 24 309 0 0,-4-22-190 0 0,124 528 3260 0 0,52 194-3158 0 0,-113-441-256 0 0,-23-123-21 0 0,-15-69 18 0 0,-4 2 1 0 0,15 156 0 0 0,-35-239-113 0 0,8 91-2701 0 0,-5-82-4418 0 0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09:54.19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61 263 2761 0 0,'-4'-1'625'0'0,"0"0"1"0"0,1 1 0 0 0,-1 0 0 0 0,0 0-1 0 0,1 0 1 0 0,-1 0 0 0 0,0 0 0 0 0,-5 2-1 0 0,-13 0 4184 0 0,67-23-1038 0 0,13-2-2808 0 0,2 2 0 0 0,90-19 1 0 0,-89 25-390 0 0,338-53 1166 0 0,-195 39-1519 0 0,1 4-80 0 0,260 2 1 0 0,-180 27-167 0 0,-62 1 50 0 0,-213-5-12 0 0,12-1-13 0 0,1 1 0 0 0,-1 1 0 0 0,1 1 0 0 0,-1 1 0 0 0,0 1 0 0 0,30 9 0 0 0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09:55.24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20 237 2745 0 0,'2'-8'352'0'0,"4"-30"270"0"0,-10 12 7656 0 0,8 7-2256 0 0,0-3-4190 0 0,-25-50 2 0 0,21 65-1614 0 0,-1 1 1 0 0,0 0-1 0 0,0 0 1 0 0,0 0 0 0 0,-1 0-1 0 0,-3-8 1 0 0,9 18 43 0 0,-1-1-154 0 0,-1-1 0 0 0,0 0 0 0 0,0 1 1 0 0,0 0-1 0 0,-1-1 0 0 0,1 1 1 0 0,0 0-1 0 0,1 4 0 0 0,64 243-106 0 0,-20-63-22 0 0,-35-147-79 0 0,-3-15 0 0 0,-2 0 0 0 0,0 0 1 0 0,-2 1-1 0 0,3 46 0 0 0,-8-130-9 0 0,2-97-265 0 0,0 84 414 0 0,-1 27-46 0 0,2-1 0 0 0,15-78 1 0 0,-18 120 3 0 0,1 0 1 0 0,0 1-1 0 0,-1-1 1 0 0,1 1-1 0 0,0-1 1 0 0,1 1-1 0 0,-1 0 1 0 0,0-1-1 0 0,1 1 1 0 0,-1 0-1 0 0,1 0 1 0 0,0 0-1 0 0,0 0 1 0 0,0 0-1 0 0,0 0 1 0 0,2-1-1 0 0,-2 2 3 0 0,-1 1 0 0 0,0 0 0 0 0,0-1 0 0 0,1 1-1 0 0,-1 0 1 0 0,0 0 0 0 0,1 0 0 0 0,-1 0 0 0 0,0 0 0 0 0,0 0-1 0 0,1 0 1 0 0,-1 0 0 0 0,0 1 0 0 0,0-1 0 0 0,1 0 0 0 0,-1 1 0 0 0,0-1-1 0 0,0 1 1 0 0,0-1 0 0 0,1 1 0 0 0,-1 0 0 0 0,0-1 0 0 0,0 1-1 0 0,0 0 1 0 0,0 0 0 0 0,0 0 0 0 0,-1 0 0 0 0,1 0 0 0 0,0 0 0 0 0,0 0-1 0 0,0 0 1 0 0,-1 0 0 0 0,1 0 0 0 0,0 2 0 0 0,39 67 1 0 0,-25-40-11 0 0,26 35-1 0 0,-36-58 6 0 0,0 0 0 0 0,1 0 0 0 0,0-1 0 0 0,0 0-1 0 0,1 0 1 0 0,0 0 0 0 0,0-1 0 0 0,0 0 0 0 0,14 7 0 0 0,-20-11 1 0 0,0-1 0 0 0,-1 0 0 0 0,1 1 0 0 0,0-1 0 0 0,0 0 0 0 0,-1 0 0 0 0,1 0 0 0 0,0 0 0 0 0,0 0 0 0 0,-1 0 0 0 0,1 0 0 0 0,0 0 0 0 0,0 0 0 0 0,-1 0 0 0 0,1 0 0 0 0,0 0 0 0 0,0 0 0 0 0,-1 0 0 0 0,1-1 0 0 0,0 1 0 0 0,0 0 0 0 0,-1-1 0 0 0,1 1 0 0 0,0 0 0 0 0,0-2 0 0 0,12-19 0 0 0,-1-37 0 0 0,-11 48 0 0 0,0 5 0 0 0,25-129 111 0 0,-22 118-93 0 0,1 1 1 0 0,1 0-1 0 0,0 0 1 0 0,0 0-1 0 0,2 1 1 0 0,12-19-1 0 0,-20 32-4 0 0,1-1-1 0 0,0 1 0 0 0,0 0 1 0 0,0-1-1 0 0,0 1 1 0 0,0 0-1 0 0,0 0 1 0 0,0 0-1 0 0,1 0 1 0 0,-1 0-1 0 0,0 0 1 0 0,1 0-1 0 0,-1 0 0 0 0,1 0 1 0 0,-1 0-1 0 0,0 1 1 0 0,1-1-1 0 0,0 1 1 0 0,-1-1-1 0 0,1 1 1 0 0,-1 0-1 0 0,4-1 0 0 0,-3 2-6 0 0,-1-1-1 0 0,1 1 0 0 0,-1 0 0 0 0,1 0 0 0 0,-1-1 0 0 0,1 1 0 0 0,-1 0 0 0 0,0 0 1 0 0,1 0-1 0 0,-1 1 0 0 0,0-1 0 0 0,0 0 0 0 0,0 0 0 0 0,0 1 0 0 0,0-1 0 0 0,0 1 1 0 0,1 2-1 0 0,4 8 18 0 0,-1 0 0 0 0,-1 0 0 0 0,0 1 0 0 0,3 15 0 0 0,-1 3 0 0 0,1 4 20 0 0,18 52 0 0 0,-22-78-40 0 0,0 0 0 0 0,1-1-1 0 0,1 1 1 0 0,-1-1 0 0 0,1 0-1 0 0,0 0 1 0 0,1-1 0 0 0,0 0-1 0 0,0 0 1 0 0,1 0 0 0 0,7 6-1 0 0,-13-13-6 0 0,0 1 0 0 0,-1-1-1 0 0,1 1 1 0 0,0-1 0 0 0,0 0 0 0 0,0 0-1 0 0,0 1 1 0 0,0-1 0 0 0,0 0 0 0 0,0 0-1 0 0,0 0 1 0 0,0 0 0 0 0,0 0 0 0 0,-1 0-1 0 0,1 0 1 0 0,0 0 0 0 0,0-1 0 0 0,0 1-1 0 0,0 0 1 0 0,0 0 0 0 0,0-1 0 0 0,0 1-1 0 0,0-1 1 0 0,-1 1 0 0 0,1 0 0 0 0,0-1-1 0 0,0 0 1 0 0,-1 1 0 0 0,1-1 0 0 0,0 1-1 0 0,-1-1 1 0 0,1 0 0 0 0,0 0 0 0 0,-1 1-1 0 0,1-1 1 0 0,-1 0 0 0 0,1 0 0 0 0,-1 0-1 0 0,0 0 1 0 0,1-1 0 0 0,18-43-181 0 0,-16 38 168 0 0,53-130-122 0 0,-45 115 135 0 0,0 0 0 0 0,2 1 0 0 0,28-37 0 0 0,-39 55 1 0 0,0 1-1 0 0,-1 0 0 0 0,1 0 1 0 0,0 0-1 0 0,0 0 0 0 0,0 0 1 0 0,1 1-1 0 0,-1-1 0 0 0,0 1 1 0 0,1-1-1 0 0,-1 1 0 0 0,1 0 1 0 0,-1 0-1 0 0,1 0 0 0 0,0 0 1 0 0,-1 0-1 0 0,1 1 0 0 0,0-1 1 0 0,-1 1-1 0 0,1 0 0 0 0,4-1 1 0 0,-4 2 2 0 0,0 0 1 0 0,0 0 0 0 0,0 0 0 0 0,0 1 0 0 0,0-1 0 0 0,-1 1 0 0 0,1-1-1 0 0,0 1 1 0 0,-1 0 0 0 0,1 0 0 0 0,-1 0 0 0 0,0 0 0 0 0,1 0 0 0 0,-1 1-1 0 0,0-1 1 0 0,-1 1 0 0 0,1-1 0 0 0,2 6 0 0 0,13 24 93 0 0,-1 1-1 0 0,13 41 1 0 0,-20-50-89 0 0,0 1-1 0 0,1-1 1 0 0,2 0 0 0 0,1-1-1 0 0,0-1 1 0 0,19 24-1 0 0,-11-22-163 0 0,3 4-604 0 0,-8-9-5735 0 0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09:55.62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16 330 2745 0 0,'-15'-15'4661'0'0,"40"0"2202"0"0,-20 13-7066 0 0,36-17 3095 0 0,78-22 1 0 0,49 5-573 0 0,176 1-1785 0 0,-224 26 207 0 0,691-26 258 0 0,-107 8-751 0 0,-186-21-265 0 0,-238 19-44 0 0,-270 28-477 0 0,38-5 1319 0 0,-18-6-8120 0 0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09:56.04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0 16099 0 0,'3'4'161'0'0,"0"0"0"0"0,-1 0-1 0 0,1 0 1 0 0,-1 0 0 0 0,0 0 0 0 0,0 1-1 0 0,-1-1 1 0 0,1 0 0 0 0,-1 1-1 0 0,0 0 1 0 0,1 8 0 0 0,3 59 236 0 0,-4-46 138 0 0,7 370 1823 0 0,-5-112-1929 0 0,41 355-355 0 0,-22-484 3 0 0,6-1-1 0 0,53 164 0 0 0,71 140-431 0 0,-112-343 597 0 0,-37-106-271 0 0,2 4-48 0 0,-1 0-1 0 0,-1 0 1 0 0,2 15 0 0 0,-3-11-277 0 0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09:56.54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11 147 3225 0 0,'-1'0'-84'0'0,"0"1"1"0"0,1 0-1 0 0,-1-1 1 0 0,0 1-1 0 0,0 0 1 0 0,1-1-1 0 0,-1 1 1 0 0,1 0-1 0 0,-1 0 1 0 0,1 0 0 0 0,-1-1-1 0 0,1 1 1 0 0,-1 0-1 0 0,0 30 13102 0 0,6-32-12470 0 0,-1-1 0 0 0,1 1 1 0 0,0-1-1 0 0,-1 0 0 0 0,1 0 1 0 0,5-4-1 0 0,12-5 379 0 0,62-16-234 0 0,2 4 0 0 0,0 4-1 0 0,161-15 1 0 0,750-7-10 0 0,-627 35-475 0 0,-321 5-208 0 0,504-8 0 0 0,1 25-4 0 0,-533-15-93 0 0,-10-1-184 0 0,1 0 0 0 0,-1 1 0 0 0,0 1 0 0 0,0 0 1 0 0,0 0-1 0 0,18 7 0 0 0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09:57.76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2908 92 3225 0 0,'25'-10'1702'0'0,"-1"-2"1"0"0,-1-1 0 0 0,26-18-1 0 0,-49 31-1601 0 0,1 0-1 0 0,-1 0 1 0 0,0-1-1 0 0,1 1 1 0 0,-1 0-1 0 0,0 0 0 0 0,1 0 1 0 0,-1-1-1 0 0,0 1 1 0 0,1 0-1 0 0,-1 0 1 0 0,0-1-1 0 0,0 1 0 0 0,1 0 1 0 0,-1-1-1 0 0,0 1 1 0 0,0 0-1 0 0,0-1 0 0 0,1 1 1 0 0,-1 0-1 0 0,0-1 1 0 0,0 1-1 0 0,0-1 1 0 0,0 1-1 0 0,0 0 0 0 0,0-1 1 0 0,0 1-1 0 0,1-1 1 0 0,-1 1-1 0 0,0 0 1 0 0,-1-1-1 0 0,1 1 0 0 0,0-1 1 0 0,0 1-1 0 0,0 0 1 0 0,0-1-1 0 0,0 1 0 0 0,0 0 1 0 0,0-1-1 0 0,-1 1 1 0 0,1-1-1 0 0,-19-7 2155 0 0,-28 5-47 0 0,-498 43 1497 0 0,343-18-3408 0 0,-575 65-229 0 0,118 13 412 0 0,575-84-688 0 0,-290 56 99 0 0,188-42 90 0 0,106-20 14 0 0,65-6-749 0 0,22-1-1873 0 0,-5-4 2398 0 0,-1 1 0 0 0,1 0-1 0 0,0-1 1 0 0,0 1 0 0 0,-1-1 0 0 0,1 0 0 0 0,0 1-1 0 0,2-3 1 0 0,-1 1-58 0 0,3-1-326 0 0,0 0 0 0 0,0-1-1 0 0,0 0 1 0 0,0-1 0 0 0,-1 1 0 0 0,7-8-1 0 0,-11 11 617 0 0,-1 0 0 0 0,1 0 0 0 0,0 0-1 0 0,0-1 1 0 0,-1 1 0 0 0,1-1 0 0 0,-1 1 0 0 0,1 0-1 0 0,-1-1 1 0 0,0 1 0 0 0,1-1 0 0 0,-1 1-1 0 0,0-1 1 0 0,0 1 0 0 0,0-1 0 0 0,0 1 0 0 0,0-1-1 0 0,0 1 1 0 0,-1 0 0 0 0,1-1 0 0 0,0 1 0 0 0,-1-1-1 0 0,1 1 1 0 0,-1-1 0 0 0,1 1 0 0 0,-1 0-1 0 0,0 0 1 0 0,0-1 0 0 0,1 1 0 0 0,-1 0 0 0 0,0 0-1 0 0,0 0 1 0 0,0 0 0 0 0,0 0 0 0 0,-3-2-1 0 0,2 1 245 0 0,-1 0 0 0 0,1 0 0 0 0,0 0 0 0 0,-1 0 0 0 0,0 0 0 0 0,0 1-1 0 0,1-1 1 0 0,-1 1 0 0 0,0 0 0 0 0,0 0 0 0 0,0 0 0 0 0,0 0-1 0 0,0 0 1 0 0,0 1 0 0 0,0 0 0 0 0,-1-1 0 0 0,1 1 0 0 0,0 0 0 0 0,0 0-1 0 0,0 1 1 0 0,0-1 0 0 0,0 1 0 0 0,-1-1 0 0 0,1 1 0 0 0,0 0-1 0 0,1 0 1 0 0,-5 2 0 0 0,5-1-204 0 0,0-1 0 0 0,0 0 0 0 0,0 1 0 0 0,0-1-1 0 0,1 1 1 0 0,-1-1 0 0 0,1 1 0 0 0,-1 0 0 0 0,1 0-1 0 0,-1-1 1 0 0,1 1 0 0 0,0 0 0 0 0,0 0 0 0 0,0 0 0 0 0,0 1-1 0 0,0-1 1 0 0,1 0 0 0 0,-1 0 0 0 0,1 0 0 0 0,-1 1 0 0 0,1-1-1 0 0,0 0 1 0 0,0 1 0 0 0,0-1 0 0 0,0 0 0 0 0,0 0 0 0 0,0 1-1 0 0,1-1 1 0 0,-1 0 0 0 0,1 0 0 0 0,-1 1 0 0 0,1-1-1 0 0,0 0 1 0 0,0 0 0 0 0,0 0 0 0 0,0 0 0 0 0,3 3 0 0 0,0 2-47 0 0,1-1 0 0 0,-1 0 1 0 0,2 0-1 0 0,-1-1 1 0 0,0 1-1 0 0,1-1 1 0 0,0 0-1 0 0,0-1 1 0 0,1 1-1 0 0,-1-1 0 0 0,1-1 1 0 0,0 1-1 0 0,0-1 1 0 0,0 0-1 0 0,0-1 1 0 0,1 0-1 0 0,-1 0 0 0 0,1 0 1 0 0,-1-1-1 0 0,13 1 1 0 0,-10-2 25 0 0,-1 0-1 0 0,1 0 1 0 0,-1-1 0 0 0,1 0 0 0 0,-1 0 0 0 0,0-1 0 0 0,0 0-1 0 0,0-1 1 0 0,0 0 0 0 0,0-1 0 0 0,0 1 0 0 0,-1-2-1 0 0,0 1 1 0 0,1-1 0 0 0,-2 0 0 0 0,11-10 0 0 0,-13 11 35 0 0,0-1 0 0 0,-1 0 0 0 0,1 0 0 0 0,-1-1 0 0 0,-1 1 0 0 0,1-1 0 0 0,-1 0 0 0 0,0 0 0 0 0,0 0 0 0 0,0-1 0 0 0,2-11 0 0 0,-4 15-18 0 0,-1 0-1 0 0,1-1 1 0 0,-1 1-1 0 0,0 0 1 0 0,0 0-1 0 0,-1-1 1 0 0,1 1 0 0 0,-1 0-1 0 0,1 0 1 0 0,-1 0-1 0 0,0 0 1 0 0,0-1-1 0 0,0 1 1 0 0,-1 1 0 0 0,1-1-1 0 0,-1 0 1 0 0,1 0-1 0 0,-1 0 1 0 0,0 1-1 0 0,0-1 1 0 0,0 1 0 0 0,-1 0-1 0 0,1-1 1 0 0,0 1-1 0 0,-1 0 1 0 0,-4-3-1 0 0,5 5-30 0 0,1-1-1 0 0,-1 1 0 0 0,1-1 0 0 0,-1 1 0 0 0,1 0 1 0 0,-1 0-1 0 0,1-1 0 0 0,-1 1 0 0 0,1 0 1 0 0,-1 0-1 0 0,1 1 0 0 0,-1-1 0 0 0,1 0 0 0 0,-1 0 1 0 0,1 1-1 0 0,-1-1 0 0 0,1 1 0 0 0,-1-1 1 0 0,1 1-1 0 0,-1 0 0 0 0,1 0 0 0 0,0-1 0 0 0,0 1 1 0 0,-1 0-1 0 0,1 0 0 0 0,0 0 0 0 0,0 0 0 0 0,-1 2 1 0 0,-35 38 214 0 0,29-32-203 0 0,-9 10 74 0 0,9-11-330 0 0,1 0 0 0 0,0 0 1 0 0,0 1-1 0 0,1-1 0 0 0,0 2 0 0 0,1-1 1 0 0,-1 0-1 0 0,-3 13 0 0 0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09:58.79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1041 135 920 0 0,'4'-2'166'0'0,"83"-45"404"0"0,-75 40 337 0 0,-1-1 1 0 0,0 0-1 0 0,-1 0 0 0 0,0-1 1 0 0,14-15 1222 0 0,-24 24-1977 0 0,0-1 0 0 0,0 1-1 0 0,1 0 1 0 0,-1-1 0 0 0,0 1 0 0 0,0-1 0 0 0,0 1 0 0 0,0 0-1 0 0,0-1 1 0 0,0 1 0 0 0,1-1 0 0 0,-1 1 0 0 0,0-1 0 0 0,0 1-1 0 0,-1 0 1 0 0,1-1 0 0 0,0 1 0 0 0,0-1 0 0 0,0 1 0 0 0,0 0-1 0 0,0-1 1 0 0,0 1 0 0 0,0-1 0 0 0,-1 1 0 0 0,1 0 0 0 0,0-1-1 0 0,0 1 1 0 0,-1-1 0 0 0,-16-6 2500 0 0,-23 5-857 0 0,-56 10-857 0 0,0 5 0 0 0,-128 34 1 0 0,-86 13 321 0 0,-64-16-339 0 0,363-42-870 0 0,5-1-53 0 0,0-1 0 0 0,1 1 1 0 0,-1-1-1 0 0,1 0 0 0 0,-8-1 1 0 0,67-13-788 0 0,21-8-568 0 0,112-28 1371 0 0,-215 57 57 0 0,1 1 0 0 0,-1 1 0 0 0,-29 15 0 0 0,46-19-48 0 0,0 1 0 0 0,0 0 0 0 0,1 0 0 0 0,0 1 0 0 0,0 0 0 0 0,1 1 0 0 0,0 0 0 0 0,0 0 0 0 0,1 1 0 0 0,0 0 0 0 0,-11 17 0 0 0,19-25-24 0 0,-1-1 0 0 0,1 1 0 0 0,-1-1 0 0 0,1 1 0 0 0,0 0 0 0 0,-1-1 0 0 0,1 1 0 0 0,0-1 0 0 0,0 1 0 0 0,0 0 0 0 0,-1-1-1 0 0,1 1 1 0 0,0 0 0 0 0,0-1 0 0 0,0 1 0 0 0,0 0 0 0 0,0-1 0 0 0,0 1 0 0 0,0 0 0 0 0,1-1 0 0 0,-1 1 0 0 0,0 0 0 0 0,0-1-1 0 0,0 1 1 0 0,1 0 0 0 0,-1-1 0 0 0,0 1 0 0 0,0 0 0 0 0,1-1 0 0 0,0 2 0 0 0,0-1 0 0 0,1-1-1 0 0,-1 1 1 0 0,1 0-1 0 0,-1-1 1 0 0,0 1-1 0 0,1 0 1 0 0,0-1 0 0 0,-1 0-1 0 0,1 1 1 0 0,-1-1-1 0 0,1 0 1 0 0,2 0-1 0 0,5 0-1 0 0,-1 0 0 0 0,1-1 0 0 0,15-3 0 0 0,-10 0 86 0 0,-1 0-1 0 0,1-1 0 0 0,-1-1 1 0 0,0 0-1 0 0,16-10 0 0 0,-25 13-26 0 0,1 0-1 0 0,-1-1 0 0 0,0 1 1 0 0,0-1-1 0 0,0 0 0 0 0,-1 0 0 0 0,6-8 1 0 0,-7 10-28 0 0,-1 0 0 0 0,0 0 0 0 0,0-1 0 0 0,0 1 0 0 0,0 0 0 0 0,0-1 0 0 0,-1 1 0 0 0,1-1 0 0 0,-1 1 0 0 0,0-1 0 0 0,1 1 0 0 0,-1-1 0 0 0,0 1 0 0 0,-1 0 0 0 0,1-1 0 0 0,0 1 0 0 0,-2-4 0 0 0,1 1-3 0 0,-1 0 1 0 0,0 1-1 0 0,0 0 1 0 0,0-1-1 0 0,-1 1 1 0 0,0 0-1 0 0,0 0 1 0 0,0 1-1 0 0,0-1 1 0 0,0 1-1 0 0,-1-1 1 0 0,1 1-1 0 0,-1 0 1 0 0,0 0-1 0 0,0 1 1 0 0,0-1-1 0 0,-1 1 1 0 0,1 0-1 0 0,0 0 1 0 0,-1 0-1 0 0,1 1 1 0 0,-1-1-1 0 0,0 1 1 0 0,0 0-1 0 0,1 0 1 0 0,-1 1 0 0 0,0 0-1 0 0,0 0 1 0 0,0 0-1 0 0,0 0 1 0 0,1 1-1 0 0,-1-1 1 0 0,0 1-1 0 0,0 1 1 0 0,1-1-1 0 0,-1 1 1 0 0,1-1-1 0 0,-1 1 1 0 0,1 1-1 0 0,-8 4 1 0 0,4 0-211 0 0,0 1 0 0 0,1-1 0 0 0,0 2 1 0 0,-7 9-1 0 0,-8 14-296 0 0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09:59.55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78 278 6913 0 0,'1'-13'146'0'0,"3"-81"1752"0"0,-11 35 3269 0 0,7 58-5062 0 0,0 1-1 0 0,0-1 0 0 0,0 1 0 0 0,0 0 1 0 0,0-1-1 0 0,0 1 0 0 0,0-1 1 0 0,0 1-1 0 0,0 0 0 0 0,-1-1 0 0 0,1 1 1 0 0,0-1-1 0 0,0 1 0 0 0,0 0 0 0 0,-1-1 1 0 0,1 1-1 0 0,0 0 0 0 0,0-1 1 0 0,-1 1-1 0 0,1 0 0 0 0,0 0 0 0 0,0-1 1 0 0,-1 1-1 0 0,1 0 0 0 0,-1 0 0 0 0,1-1 1 0 0,0 1-1 0 0,-1 0 0 0 0,1 0 1 0 0,0 0-1 0 0,-1 0 0 0 0,1 0 0 0 0,-1-1 1 0 0,1 1-1 0 0,0 0 0 0 0,-1 0 0 0 0,1 0 1 0 0,-1 0-1 0 0,1 0 0 0 0,0 0 1 0 0,-1 0-1 0 0,-17 15 1565 0 0,-9 26-1064 0 0,24-35-594 0 0,0 1 1 0 0,0 0 0 0 0,0 0-1 0 0,1 0 1 0 0,0 0-1 0 0,1 0 1 0 0,0 0-1 0 0,0 1 1 0 0,0-1 0 0 0,1 13-1 0 0,1-16-9 0 0,-1-2 0 0 0,1 1 0 0 0,-1 0 0 0 0,1 0 0 0 0,0 0 0 0 0,0 0 0 0 0,1 0 0 0 0,-1-1 0 0 0,0 1 0 0 0,1 0 0 0 0,0-1 0 0 0,0 1 0 0 0,-1-1 0 0 0,2 0 0 0 0,-1 0 0 0 0,0 0 0 0 0,0 0 0 0 0,1 0 0 0 0,-1 0 0 0 0,0 0 0 0 0,1-1 0 0 0,0 1 0 0 0,0-1 0 0 0,-1 0 0 0 0,1 0 0 0 0,0 0 0 0 0,0 0 0 0 0,0 0 0 0 0,3 0-1 0 0,-1-1 19 0 0,1 0 0 0 0,-1 0-1 0 0,0 0 1 0 0,1 0-1 0 0,-1-1 1 0 0,0 0 0 0 0,1-1-1 0 0,-1 1 1 0 0,0-1-1 0 0,0 0 1 0 0,0 0 0 0 0,0 0-1 0 0,-1-1 1 0 0,1 1-1 0 0,-1-1 1 0 0,8-6 0 0 0,-1 0 56 0 0,0 0 1 0 0,0-1-1 0 0,-1-1 1 0 0,17-22 0 0 0,-20 23-30 0 0,0-1 1 0 0,-1 0 0 0 0,0-1 0 0 0,-1 0 0 0 0,0 1 0 0 0,4-20 0 0 0,-7 27-15 0 0,-1 0 0 0 0,0 0 1 0 0,0 0-1 0 0,-1-1 1 0 0,1 1-1 0 0,-1 0 1 0 0,0-1-1 0 0,0 1 1 0 0,-1 0-1 0 0,1 0 0 0 0,-1-1 1 0 0,0 1-1 0 0,0 0 1 0 0,0 0-1 0 0,-1 0 1 0 0,1 0-1 0 0,-1 0 1 0 0,0 0-1 0 0,0 0 1 0 0,-1 1-1 0 0,1-1 0 0 0,-5-5 1 0 0,6 8-8 0 0,-1 0 0 0 0,1 0 0 0 0,0 0 0 0 0,-1 0 0 0 0,1 0 0 0 0,-1 0 1 0 0,1 1-1 0 0,-1-1 0 0 0,1 0 0 0 0,-1 1 0 0 0,0-1 0 0 0,1 1 0 0 0,-1 0 0 0 0,0 0 0 0 0,1-1 1 0 0,-1 1-1 0 0,0 0 0 0 0,1 0 0 0 0,-1 1 0 0 0,0-1 0 0 0,1 0 0 0 0,-1 0 0 0 0,0 1 0 0 0,1-1 0 0 0,-1 1 1 0 0,1 0-1 0 0,-1-1 0 0 0,-2 2 0 0 0,0 1-292 0 0,-1 0 0 0 0,0 1 0 0 0,1-1 0 0 0,0 1 0 0 0,0 0 0 0 0,0 0 0 0 0,-4 6 0 0 0,-9 15-7433 0 0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0:00.34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6 340 14283 0 0,'-1'1'65'0'0,"0"0"1"0"0,1 0-1 0 0,-1 0 1 0 0,1 1-1 0 0,-1-1 0 0 0,1 0 1 0 0,-1 1-1 0 0,1-1 0 0 0,0 0 1 0 0,-1 1-1 0 0,1-1 1 0 0,0 0-1 0 0,0 1 0 0 0,0-1 1 0 0,0 0-1 0 0,0 1 0 0 0,1-1 1 0 0,-1 1-1 0 0,0-1 1 0 0,0 0-1 0 0,1 1 0 0 0,-1-1 1 0 0,1 0-1 0 0,0 0 1 0 0,-1 1-1 0 0,1-1 0 0 0,0 0 1 0 0,0 0-1 0 0,-1 0 0 0 0,1 0 1 0 0,0 0-1 0 0,0 0 1 0 0,0 0-1 0 0,2 1 0 0 0,-1-1 2 0 0,1 1-1 0 0,-1-1 0 0 0,0-1 0 0 0,0 1 0 0 0,1 0 1 0 0,-1 0-1 0 0,1-1 0 0 0,-1 0 0 0 0,0 1 0 0 0,1-1 1 0 0,-1 0-1 0 0,1 0 0 0 0,-1 0 0 0 0,1 0 0 0 0,-1-1 1 0 0,1 1-1 0 0,-1-1 0 0 0,4-1 0 0 0,6-3 117 0 0,0-1-1 0 0,0-1 0 0 0,-1 0 1 0 0,0 0-1 0 0,0-1 1 0 0,0-1-1 0 0,9-10 1 0 0,-5 4-109 0 0,-1 0 0 0 0,0-1 0 0 0,20-33 1 0 0,-30 41-93 0 0,0 0 1 0 0,0 0-1 0 0,-1 0 1 0 0,0-1 0 0 0,-1 0-1 0 0,0 1 1 0 0,0-1 0 0 0,-1 0-1 0 0,0 0 1 0 0,-1-15 0 0 0,0 17 91 0 0,0 0 1 0 0,-1 1 0 0 0,0-1 0 0 0,0 1 0 0 0,-1-1-1 0 0,0 1 1 0 0,0-1 0 0 0,0 1 0 0 0,-1 0-1 0 0,0 0 1 0 0,0 0 0 0 0,-1 0 0 0 0,1 1 0 0 0,-10-11-1 0 0,12 15-30 0 0,0 0-1 0 0,0 0 0 0 0,0 0 0 0 0,0 0 1 0 0,0 0-1 0 0,-1 0 0 0 0,1 1 1 0 0,0-1-1 0 0,-1 0 0 0 0,1 1 0 0 0,0-1 1 0 0,-1 1-1 0 0,1-1 0 0 0,-1 1 0 0 0,1 0 1 0 0,-1-1-1 0 0,1 1 0 0 0,-1 0 1 0 0,1 0-1 0 0,-1 0 0 0 0,1 0 0 0 0,-2 1 1 0 0,0 0 6 0 0,0 0 0 0 0,1 0 0 0 0,-1 0 0 0 0,0 0 0 0 0,1 1 0 0 0,0-1 1 0 0,-1 1-1 0 0,1-1 0 0 0,0 1 0 0 0,-4 4 0 0 0,-2 3 47 0 0,0 0-1 0 0,1 0 1 0 0,1 1 0 0 0,-9 16-1 0 0,9-14-69 0 0,0 1 0 0 0,1 0-1 0 0,0 0 1 0 0,1 1 0 0 0,1-1 0 0 0,-3 19 0 0 0,6-29-22 0 0,0 0 1 0 0,-1 0 0 0 0,1 1 0 0 0,1-1 0 0 0,-1 0 0 0 0,0 0 0 0 0,1 0 0 0 0,-1 0 0 0 0,1 0 0 0 0,0 0 0 0 0,0 0 0 0 0,0 0 0 0 0,1-1 0 0 0,2 6 0 0 0,-2-6-4 0 0,0 0-1 0 0,0-1 1 0 0,0 1 0 0 0,0-1-1 0 0,0 0 1 0 0,0 0-1 0 0,0 1 1 0 0,0-1 0 0 0,0 0-1 0 0,1-1 1 0 0,-1 1 0 0 0,0 0-1 0 0,1-1 1 0 0,-1 1 0 0 0,0-1-1 0 0,1 0 1 0 0,-1 0 0 0 0,1 0-1 0 0,-1 0 1 0 0,1 0 0 0 0,-1 0-1 0 0,3-2 1 0 0,1 1-73 0 0,-1-1 1 0 0,0 0-1 0 0,1 0 1 0 0,-1-1-1 0 0,0 1 1 0 0,0-1-1 0 0,-1 0 0 0 0,1-1 1 0 0,-1 1-1 0 0,1-1 1 0 0,-1 0-1 0 0,0 0 1 0 0,-1 0-1 0 0,1 0 1 0 0,-1-1-1 0 0,1 0 1 0 0,-1 0-1 0 0,-1 0 0 0 0,5-8 1 0 0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0:11.32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393 56 6913 0 0,'0'-2'214'0'0,"0"0"0"0"0,0 0-1 0 0,0 0 1 0 0,0 0-1 0 0,0 0 1 0 0,0 0 0 0 0,0 0-1 0 0,-1 0 1 0 0,1 0 0 0 0,-1 0-1 0 0,1 0 1 0 0,-1 0-1 0 0,0 0 1 0 0,0 0 0 0 0,0 0-1 0 0,0 0 1 0 0,0 0-1 0 0,0 1 1 0 0,-1-1 0 0 0,1 1-1 0 0,0-1 1 0 0,-1 1-1 0 0,1-1 1 0 0,-1 1 0 0 0,0 0-1 0 0,1-1 1 0 0,-1 1-1 0 0,0 0 1 0 0,0 0 0 0 0,0 0-1 0 0,-3-1 1 0 0,0 2 49 0 0,0 0-1 0 0,1 0 1 0 0,-1 0 0 0 0,1 0 0 0 0,-1 1-1 0 0,1-1 1 0 0,-1 1 0 0 0,1 1 0 0 0,0-1 0 0 0,-1 0-1 0 0,1 1 1 0 0,0 0 0 0 0,0 0 0 0 0,-4 3-1 0 0,-21 13 56 0 0,1 3 0 0 0,2 0-1 0 0,0 1 1 0 0,1 2-1 0 0,1 0 1 0 0,1 2-1 0 0,1 1 1 0 0,-22 35-1 0 0,40-56-303 0 0,0 0 0 0 0,1 0 0 0 0,0 1 0 0 0,0-1 0 0 0,0 1 0 0 0,0 0 0 0 0,1-1 0 0 0,0 1 0 0 0,-1 11 0 0 0,3-15-10 0 0,0 0-1 0 0,0 0 0 0 0,1 0 1 0 0,-1 0-1 0 0,1 0 1 0 0,-1-1-1 0 0,1 1 0 0 0,0 0 1 0 0,0 0-1 0 0,0 0 0 0 0,1 0 1 0 0,-1-1-1 0 0,1 1 0 0 0,-1-1 1 0 0,1 1-1 0 0,0-1 1 0 0,0 0-1 0 0,0 1 0 0 0,0-1 1 0 0,0 0-1 0 0,1 0 0 0 0,-1-1 1 0 0,1 1-1 0 0,4 2 0 0 0,13 7-8 0 0,1-2 0 0 0,0 0 0 0 0,1-2 0 0 0,28 7 0 0 0,42 15-21 0 0,-82-25 24 0 0,0 1 1 0 0,0 0-1 0 0,0 0 0 0 0,-1 1 0 0 0,0 1 0 0 0,14 11 0 0 0,-20-15 3 0 0,-1-1 0 0 0,1 1 0 0 0,-1 0 0 0 0,1 0 0 0 0,-1 0 0 0 0,0 0 0 0 0,-1 1 0 0 0,1-1 0 0 0,0 0 0 0 0,-1 1 0 0 0,0-1 0 0 0,1 1 0 0 0,-2-1 0 0 0,1 1 0 0 0,0 0 0 0 0,-1-1 0 0 0,1 5 0 0 0,-2-2 4 0 0,1 0-1 0 0,-1 0 0 0 0,0 1 0 0 0,-1-1 0 0 0,1 0 1 0 0,-1-1-1 0 0,0 1 0 0 0,-1 0 0 0 0,-4 8 0 0 0,-5 5 13 0 0,-2 0 0 0 0,0 0 0 0 0,-1-1 0 0 0,-22 21-1 0 0,4-11-375 0 0,0-2 0 0 0,-2-1 0 0 0,0-1 0 0 0,-73 34 0 0 0,101-54 47 0 0,-16 8-6470 0 0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0:11.70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1 309 1376 0 0,'4'4'372'0'0,"0"0"0"0"0,0 0 0 0 0,0-1 0 0 0,0 0-1 0 0,1 0 1 0 0,0 0 0 0 0,-1 0 0 0 0,1-1 0 0 0,0 1-1 0 0,0-1 1 0 0,1-1 0 0 0,-1 1 0 0 0,0-1 0 0 0,1 0-1 0 0,5 1 1 0 0,-1-1 266 0 0,-1 0-1 0 0,1 0 1 0 0,0-1-1 0 0,0-1 1 0 0,0 1-1 0 0,0-2 1 0 0,14-2-1 0 0,-14-1-299 0 0,0 1 0 0 0,0-1 0 0 0,-1-1-1 0 0,0 1 1 0 0,0-2 0 0 0,0 1 0 0 0,-1-1-1 0 0,0 0 1 0 0,0-1 0 0 0,-1 0 0 0 0,0 0 0 0 0,0-1-1 0 0,-1 0 1 0 0,0 0 0 0 0,-1-1 0 0 0,8-17-1 0 0,-9 19-236 0 0,-1-1-1 0 0,0 0 0 0 0,-1 0 0 0 0,1 1 0 0 0,-2-1 0 0 0,1 0 0 0 0,-2-1 1 0 0,1 1-1 0 0,-1-11 0 0 0,-1 14-25 0 0,0 0-1 0 0,0 1 1 0 0,0-1 0 0 0,-1 1 0 0 0,1-1-1 0 0,-1 1 1 0 0,-1-1 0 0 0,1 1-1 0 0,-1 0 1 0 0,0 0 0 0 0,0 0-1 0 0,0 0 1 0 0,-1 1 0 0 0,0-1 0 0 0,-4-4-1 0 0,6 7-40 0 0,0 1 1 0 0,0-1-1 0 0,0 0 0 0 0,-1 1 0 0 0,1 0 0 0 0,0-1 0 0 0,0 1 0 0 0,-1 0 0 0 0,1 0 0 0 0,-1 0 0 0 0,1 0 1 0 0,-1 1-1 0 0,1-1 0 0 0,-1 1 0 0 0,0-1 0 0 0,1 1 0 0 0,-1 0 0 0 0,0 0 0 0 0,1 0 0 0 0,-1 0 0 0 0,1 1 1 0 0,-1-1-1 0 0,0 1 0 0 0,1 0 0 0 0,-1-1 0 0 0,1 1 0 0 0,0 0 0 0 0,-1 1 0 0 0,1-1 0 0 0,0 0 0 0 0,-1 1 1 0 0,1-1-1 0 0,0 1 0 0 0,0-1 0 0 0,0 1 0 0 0,0 0 0 0 0,-1 2 0 0 0,0-1-19 0 0,0 1 0 0 0,0-1 0 0 0,0 1 0 0 0,0 0 0 0 0,1 0-1 0 0,0 0 1 0 0,0 0 0 0 0,0 0 0 0 0,0 0 0 0 0,1 1 0 0 0,0-1 0 0 0,-1 1 0 0 0,2-1 0 0 0,-1 1-1 0 0,0-1 1 0 0,1 1 0 0 0,0-1 0 0 0,0 1 0 0 0,0-1 0 0 0,2 10 0 0 0,5 1-15 0 0,0 0 0 0 0,0 0 0 0 0,2-1 0 0 0,0 0 0 0 0,18 23 0 0 0,8 11 0 0 0,-25-33-133 0 0,13 22 299 0 0,40 47 0 0 0,-54-74-452 0 0,0 0 1 0 0,0-1-1 0 0,1 0 1 0 0,0-1-1 0 0,1 0 0 0 0,-1 0 1 0 0,2-1-1 0 0,-1-1 1 0 0,15 6-1 0 0,-1-3-6707 0 0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0:12.00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37 7834 0 0,'2'-3'202'0'0,"-1"1"0"0"0,1-1 1 0 0,-1 1-1 0 0,1 0 1 0 0,0 0-1 0 0,0-1 0 0 0,0 1 1 0 0,0 1-1 0 0,0-1 1 0 0,0 0-1 0 0,1 0 0 0 0,-1 1 1 0 0,0-1-1 0 0,1 1 1 0 0,0 0-1 0 0,-1 0 0 0 0,1 0 1 0 0,0 0-1 0 0,-1 0 1 0 0,1 1-1 0 0,0-1 0 0 0,0 1 1 0 0,-1-1-1 0 0,1 1 1 0 0,0 0-1 0 0,0 0 0 0 0,0 1 1 0 0,0-1-1 0 0,-1 1 1 0 0,1-1-1 0 0,0 1 0 0 0,0 0 1 0 0,-1 0-1 0 0,6 2 1 0 0,1 1 274 0 0,0 0 1 0 0,-1 1 0 0 0,1-1 0 0 0,-1 2 0 0 0,0-1 0 0 0,0 1 0 0 0,-1 1-1 0 0,0-1 1 0 0,7 8 0 0 0,-9-8-289 0 0,0 1-1 0 0,-1-1 0 0 0,1 1 1 0 0,-2 0-1 0 0,1 0 0 0 0,4 12 0 0 0,-7-16-133 0 0,0-1 0 0 0,-1 1 0 0 0,1 0 0 0 0,0-1 0 0 0,-1 1-1 0 0,0 0 1 0 0,0 0 0 0 0,0 0 0 0 0,0-1 0 0 0,0 1 0 0 0,0 0-1 0 0,-1 0 1 0 0,1-1 0 0 0,-1 1 0 0 0,0 0 0 0 0,0-1 0 0 0,0 1-1 0 0,0 0 1 0 0,0-1 0 0 0,0 1 0 0 0,-4 3 0 0 0,5-6-42 0 0,0 1-1 0 0,-1-1 1 0 0,1 1 0 0 0,-1-1 0 0 0,0 1 0 0 0,1-1 0 0 0,-1 1-1 0 0,1-1 1 0 0,-1 0 0 0 0,0 1 0 0 0,1-1 0 0 0,-1 0-1 0 0,1 0 1 0 0,-1 1 0 0 0,0-1 0 0 0,1 0 0 0 0,-1 0 0 0 0,0 0-1 0 0,0 0 1 0 0,1 0 0 0 0,-1 0 0 0 0,0 0 0 0 0,1 0 0 0 0,-1 0-1 0 0,0 0 1 0 0,1 0 0 0 0,-1-1 0 0 0,0 1 0 0 0,1 0-1 0 0,-1 0 1 0 0,0-1 0 0 0,1 1 0 0 0,-1 0 0 0 0,1-1 0 0 0,-1 1-1 0 0,0-1 1 0 0,1 1 0 0 0,-1-1 0 0 0,1 1 0 0 0,-1-1 0 0 0,1 1-1 0 0,0-1 1 0 0,-1 1 0 0 0,1-1 0 0 0,0 1 0 0 0,-1-1-1 0 0,1 0 1 0 0,0 1 0 0 0,-1-1 0 0 0,1-1 0 0 0,-2-2-12 0 0,0 0 1 0 0,0 0-1 0 0,0 0 1 0 0,1 0-1 0 0,-1 0 0 0 0,0-8 1 0 0,1 1-295 0 0,1 1 0 0 0,1 0 0 0 0,0 0 0 0 0,0-1 0 0 0,1 1 0 0 0,4-13 0 0 0,2-2-7194 0 0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0:12.40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 10594 0 0,'21'40'5493'0'0,"-15"-23"-4627"0"0,0 1-1 0 0,-2 0 0 0 0,0 0 0 0 0,-1 0 0 0 0,1 22 0 0 0,1 2-2221 0 0,2-1-3312 0 0,-2-23-1888 0 0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0:12.58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106 182 13827 0 0,'-13'-49'887'0'0,"8"28"59"0"0,-1-1 1 0 0,-1 1-1 0 0,-13-27 0 0 0,20 46-851 0 0,-1 0 1 0 0,0 1 0 0 0,-1-1 0 0 0,1 1 0 0 0,0-1 0 0 0,0 0-1 0 0,-1 1 1 0 0,1 0 0 0 0,-1-1 0 0 0,-2-1 0 0 0,4 3-61 0 0,-1 0 0 0 0,1-1 0 0 0,-1 1 0 0 0,0 0 0 0 0,1 0 0 0 0,-1 0 0 0 0,0-1 0 0 0,1 1 0 0 0,-1 0 0 0 0,0 0 1 0 0,1 0-1 0 0,-1 0 0 0 0,0 0 0 0 0,1 0 0 0 0,-1 0 0 0 0,0 0 0 0 0,1 1 0 0 0,-1-1 0 0 0,0 0 0 0 0,1 0 0 0 0,-2 1 0 0 0,0 0-63 0 0,1 1-1 0 0,-1-1 0 0 0,0 1 0 0 0,1 0 0 0 0,-1-1 1 0 0,1 1-1 0 0,0 0 0 0 0,-1 0 0 0 0,1 0 0 0 0,0 0 1 0 0,0 0-1 0 0,0 0 0 0 0,1 0 0 0 0,-1 0 0 0 0,0 1 1 0 0,0 3-1 0 0,0 1-800 0 0,0 1 1 0 0,1-1-1 0 0,0 1 0 0 0,0-1 1 0 0,0 1-1 0 0,1-1 1 0 0,0 1-1 0 0,2 7 0 0 0,3 1-1698 0 0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0:12.86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0 416 4609 0 0,'11'-5'365'0'0,"0"-1"1"0"0,-1-1-1 0 0,0 0 1 0 0,0-1-1 0 0,-1 0 1 0 0,0 0-1 0 0,0-1 0 0 0,-1 0 1 0 0,0 0-1 0 0,-1-1 1 0 0,0 0-1 0 0,-1 0 1 0 0,1-1-1 0 0,7-19 0 0 0,-8 15 259 0 0,-1 0 0 0 0,0 0 0 0 0,-1 0-1 0 0,-1 0 1 0 0,0-1 0 0 0,-1 1 0 0 0,-1-1-1 0 0,-1 0 1 0 0,0 1 0 0 0,-4-32 0 0 0,3 42-508 0 0,0 1 1 0 0,0-1-1 0 0,0 1 1 0 0,-1-1-1 0 0,1 1 1 0 0,-1 0 0 0 0,0-1-1 0 0,-1 1 1 0 0,1 0-1 0 0,-1 0 1 0 0,-6-6-1 0 0,8 9-94 0 0,0 0 0 0 0,-1 0 0 0 0,1 0 0 0 0,0 0 0 0 0,-1 0 0 0 0,1 0 0 0 0,-1 0 0 0 0,0 1 0 0 0,1-1 0 0 0,-1 1 0 0 0,1-1 0 0 0,-1 1 0 0 0,0 0 0 0 0,1 0-1 0 0,-1 0 1 0 0,0 0 0 0 0,1 0 0 0 0,-1 0 0 0 0,0 0 0 0 0,1 0 0 0 0,-1 0 0 0 0,0 1 0 0 0,1-1 0 0 0,-1 1 0 0 0,1-1 0 0 0,-1 1 0 0 0,0 0 0 0 0,1 0 0 0 0,0 0-1 0 0,-1 0 1 0 0,1 0 0 0 0,-1 0 0 0 0,1 0 0 0 0,0 0 0 0 0,-2 3 0 0 0,-5 3-9 0 0,1 1 1 0 0,0 0-1 0 0,1 0 0 0 0,-1 1 1 0 0,2 0-1 0 0,-1 0 0 0 0,1 0 1 0 0,1 1-1 0 0,0 0 0 0 0,0 0 1 0 0,1 0-1 0 0,0 0 0 0 0,0 0 1 0 0,1 1-1 0 0,1-1 0 0 0,0 1 1 0 0,0-1-1 0 0,2 13 0 0 0,-1-11-96 0 0,1 0-1 0 0,1-1 1 0 0,0 0-1 0 0,0 1 1 0 0,1-1-1 0 0,1 0 1 0 0,0 0-1 0 0,0 0 1 0 0,1-1-1 0 0,1 1 0 0 0,-1-1 1 0 0,2 0-1 0 0,-1-1 1 0 0,1 0-1 0 0,1 0 1 0 0,10 11-1 0 0,1-6-4282 0 0,2-1-1479 0 0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0:13.14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219 51 9218 0 0,'1'-3'90'0'0,"-1"1"1"0"0,0-1-1 0 0,0 0 0 0 0,-1 0 0 0 0,1 0 1 0 0,-1 0-1 0 0,1 0 0 0 0,-1 0 1 0 0,0 1-1 0 0,0-1 0 0 0,-1-3 1 0 0,0 5 52 0 0,1-1 0 0 0,0 1 0 0 0,-1 0 0 0 0,1 0 0 0 0,-1 0 0 0 0,1 0 0 0 0,-1 0 1 0 0,1 0-1 0 0,-1 1 0 0 0,0-1 0 0 0,1 0 0 0 0,-1 1 0 0 0,0-1 0 0 0,0 1 1 0 0,1 0-1 0 0,-1 0 0 0 0,0-1 0 0 0,0 1 0 0 0,-2 1 0 0 0,-4-1 190 0 0,0 1-1 0 0,1 0 1 0 0,-1 1-1 0 0,1 0 1 0 0,-1 0 0 0 0,1 1-1 0 0,0-1 1 0 0,0 2-1 0 0,0-1 1 0 0,0 1 0 0 0,0 0-1 0 0,1 0 1 0 0,0 1-1 0 0,0 0 1 0 0,0 0-1 0 0,-5 6 1 0 0,6-6-273 0 0,0 0 0 0 0,0 0 0 0 0,1 1 1 0 0,-1-1-1 0 0,1 1 0 0 0,1 0 0 0 0,-1 0 0 0 0,1 0 0 0 0,0 1 0 0 0,0-1 0 0 0,1 1 1 0 0,0 0-1 0 0,0 0 0 0 0,1-1 0 0 0,-1 1 0 0 0,2 0 0 0 0,-1 14 0 0 0,2-17-75 0 0,0 0 0 0 0,0 0 1 0 0,0-1-1 0 0,1 1 0 0 0,0 0 0 0 0,0 0 0 0 0,0-1 0 0 0,0 0 0 0 0,0 1 0 0 0,1-1 0 0 0,-1 0 0 0 0,1 0 0 0 0,0 0 0 0 0,0 0 1 0 0,4 2-1 0 0,8 7-133 0 0,1-2 1 0 0,17 10 0 0 0,-12-8 98 0 0,-11-6 41 0 0,1 0 1 0 0,-2 1 0 0 0,1 0-1 0 0,-1 1 1 0 0,0 0 0 0 0,-1 0-1 0 0,0 1 1 0 0,8 11-1 0 0,-14-16 7 0 0,1 0-1 0 0,-1 0 0 0 0,0 0 0 0 0,0 0 0 0 0,-1 1 0 0 0,0-1 0 0 0,1 1 1 0 0,-1-1-1 0 0,-1 1 0 0 0,1-1 0 0 0,-1 1 0 0 0,1 0 0 0 0,-1-1 1 0 0,-1 1-1 0 0,1 0 0 0 0,-1-1 0 0 0,0 1 0 0 0,0-1 0 0 0,0 1 0 0 0,0-1 1 0 0,-1 1-1 0 0,0-1 0 0 0,-3 7 0 0 0,0-3-124 0 0,-1 0 0 0 0,0-1 0 0 0,0 1 0 0 0,0-1-1 0 0,-1-1 1 0 0,0 1 0 0 0,-8 5 0 0 0,12-10-139 0 0,-25 21-6103 0 0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0:13.95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50 69 6913 0 0,'-31'-27'1474'0'0,"29"24"-921"0"0,0 1 0 0 0,0-1 0 0 0,0 1-1 0 0,0-1 1 0 0,1 0 0 0 0,-1 1 0 0 0,1-1-1 0 0,-1 0 1 0 0,1 0 0 0 0,0 0 0 0 0,1-8 2112 0 0,0 11-2613 0 0,0 0 1 0 0,0 0 0 0 0,0 0 0 0 0,0 0 0 0 0,1 0-1 0 0,-1 0 1 0 0,0 0 0 0 0,0 0 0 0 0,0 0 0 0 0,0 0-1 0 0,0 0 1 0 0,0 0 0 0 0,1 0 0 0 0,9 5 1089 0 0,8 12-530 0 0,-5-1-425 0 0,-2 0 0 0 0,0 1 1 0 0,-1 1-1 0 0,0 0 1 0 0,-2 0-1 0 0,7 20 1 0 0,32 121 89 0 0,-9 19-406 0 0,-3-8-3295 0 0,-31-156 2621 0 0,4 21-1641 0 0,-5-13-2048 0 0,-5-15 1907 0 0,-4-4-8 0 0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0:14.22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0 126 6913 0 0,'1'-3'84'0'0,"0"0"-1"0"0,-1-1 1 0 0,1 1-1 0 0,1 0 1 0 0,-1-1-1 0 0,0 1 1 0 0,1 0-1 0 0,-1 0 1 0 0,1 0-1 0 0,0 0 0 0 0,0 0 1 0 0,0 0-1 0 0,1 1 1 0 0,-1-1-1 0 0,0 1 1 0 0,1 0-1 0 0,0-1 1 0 0,0 1-1 0 0,-1 0 0 0 0,6-2 1 0 0,8-6 814 0 0,1 1-1 0 0,25-9 1 0 0,-35 15-542 0 0,6-2-58 0 0,1 0 0 0 0,-1 1 1 0 0,1 1-1 0 0,-1 0 1 0 0,1 1-1 0 0,0 1 1 0 0,0 0-1 0 0,0 0 1 0 0,23 4-1 0 0,-30-3-191 0 0,0 1 1 0 0,0 1-1 0 0,0-1 0 0 0,0 1 1 0 0,0 0-1 0 0,-1 1 0 0 0,1 0 1 0 0,-1 0-1 0 0,1 0 0 0 0,-1 1 0 0 0,0 0 1 0 0,-1 0-1 0 0,1 0 0 0 0,-1 1 1 0 0,0 0-1 0 0,0 0 0 0 0,0 0 0 0 0,-1 1 1 0 0,1-1-1 0 0,-1 1 0 0 0,3 7 1 0 0,-5-7-43 0 0,1 0 1 0 0,-1 1 0 0 0,-1-1 0 0 0,1 1-1 0 0,-1 0 1 0 0,-1-1 0 0 0,1 1 0 0 0,-1 0-1 0 0,0 0 1 0 0,0 0 0 0 0,-1-1 0 0 0,0 1-1 0 0,0 0 1 0 0,-1-1 0 0 0,0 1-1 0 0,0-1 1 0 0,0 1 0 0 0,-1-1 0 0 0,0 0-1 0 0,0 0 1 0 0,-6 8 0 0 0,-8 12 274 0 0,-2-1-1 0 0,0 0 1 0 0,-30 27 0 0 0,41-43-374 0 0,-4 5-601 0 0,2 0-5 0 0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0:14.80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150 25 5985 0 0,'-1'-1'272'0'0,"1"-1"1"0"0,-1 1-1 0 0,1-1 0 0 0,-1 1 0 0 0,0 0 1 0 0,0-1-1 0 0,0 1 0 0 0,0 0 0 0 0,0 0 0 0 0,0 0 1 0 0,0-1-1 0 0,0 1 0 0 0,-1 0 0 0 0,1 0 1 0 0,0 1-1 0 0,0-1 0 0 0,-1 0 0 0 0,1 0 0 0 0,-1 1 1 0 0,1-1-1 0 0,-1 1 0 0 0,1-1 0 0 0,-4 0 1 0 0,3 1-62 0 0,0 1 0 0 0,0-1 0 0 0,0 1 0 0 0,0-1 0 0 0,0 1 0 0 0,0 0-1 0 0,1 0 1 0 0,-1 0 0 0 0,0 0 0 0 0,0 0 0 0 0,0 0 0 0 0,1 0 0 0 0,-1 0 0 0 0,1 1 0 0 0,-3 2 0 0 0,-4 5 138 0 0,0 0 0 0 0,1 1-1 0 0,1 0 1 0 0,-12 21-1 0 0,9-10-302 0 0,0-1-1 0 0,-5 23 1 0 0,11-35-75 0 0,1-1 0 0 0,1 1 0 0 0,-1 0 0 0 0,1 0 0 0 0,1 0 1 0 0,0 0-1 0 0,0 0 0 0 0,0 0 0 0 0,2 9 0 0 0,-2-16-43 0 0,1 1 1 0 0,-1 0-1 0 0,0-1 1 0 0,0 1-1 0 0,1-1 1 0 0,-1 1-1 0 0,1-1 0 0 0,-1 0 1 0 0,1 1-1 0 0,0-1 1 0 0,0 1-1 0 0,0-1 1 0 0,-1 0-1 0 0,1 0 0 0 0,0 0 1 0 0,1 1-1 0 0,-1-1 1 0 0,0 0-1 0 0,0 0 1 0 0,0 0-1 0 0,1-1 0 0 0,-1 1 1 0 0,0 0-1 0 0,1 0 1 0 0,-1-1-1 0 0,0 1 1 0 0,1-1-1 0 0,-1 1 0 0 0,1-1 1 0 0,-1 1-1 0 0,1-1 1 0 0,0 0-1 0 0,-1 0 1 0 0,1 0-1 0 0,-1 0 0 0 0,1 0 1 0 0,-1 0-1 0 0,1 0 1 0 0,-1-1-1 0 0,1 1 1 0 0,-1 0-1 0 0,1-1 0 0 0,-1 0 1 0 0,1 1-1 0 0,-1-1 1 0 0,0 0-1 0 0,3-1 1 0 0,3-2-388 0 0,0 0 0 0 0,0-1 0 0 0,0 0 0 0 0,-1 0 0 0 0,0 0 0 0 0,0-1 0 0 0,8-11 0 0 0,28-53-426 0 0,-9 12 3741 0 0,-32 57-2684 0 0,-1 1-1 0 0,0-1 0 0 0,1 0 1 0 0,-1 1-1 0 0,1-1 0 0 0,-1 1 0 0 0,1-1 1 0 0,-1 1-1 0 0,1-1 0 0 0,-1 1 1 0 0,1-1-1 0 0,0 1 0 0 0,-1 0 1 0 0,1-1-1 0 0,0 1 0 0 0,-1 0 0 0 0,1-1 1 0 0,0 1-1 0 0,0 0 0 0 0,-1 0 1 0 0,1 0-1 0 0,0-1 0 0 0,0 1 1 0 0,-1 0-1 0 0,1 0 0 0 0,0 0 1 0 0,1 1-1 0 0,0-1 12 0 0,0 1 1 0 0,-1 0 0 0 0,1 0-1 0 0,0-1 1 0 0,-1 1-1 0 0,1 1 1 0 0,-1-1 0 0 0,1 0-1 0 0,-1 0 1 0 0,1 0-1 0 0,0 2 1 0 0,6 7 163 0 0,-1-1-1 0 0,12 21 1 0 0,-15-24-38 0 0,6 12-544 0 0,2 0 1 0 0,0-1 0 0 0,1 0-1 0 0,1-1 1 0 0,1-1 0 0 0,16 14-1 0 0,-13-14-6643 0 0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0:15.09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0 199 1376 0 0,'0'-2'146'0'0,"0"1"-1"0"0,0-1 0 0 0,0 1 1 0 0,1 0-1 0 0,-1-1 1 0 0,0 1-1 0 0,1-1 0 0 0,-1 1 1 0 0,1 0-1 0 0,0-1 1 0 0,-1 1-1 0 0,1 0 0 0 0,0 0 1 0 0,0-1-1 0 0,-1 1 0 0 0,1 0 1 0 0,0 0-1 0 0,0 0 1 0 0,0 0-1 0 0,1 0 0 0 0,-1 0 1 0 0,2-1-1 0 0,0 1 130 0 0,1-1 1 0 0,-1 0-1 0 0,1 1 0 0 0,0 0 0 0 0,0 0 0 0 0,0 0 1 0 0,0 0-1 0 0,5 0 0 0 0,1 0 200 0 0,0 1 0 0 0,0 0 0 0 0,1 1-1 0 0,-1 0 1 0 0,0 1 0 0 0,10 2 0 0 0,-6 1 84 0 0,-1 0 1 0 0,1 1-1 0 0,16 10 1 0 0,-25-13-361 0 0,1 0-1 0 0,-1 1 1 0 0,0-1 0 0 0,0 1 0 0 0,-1 1 0 0 0,1-1 0 0 0,-1 1-1 0 0,0-1 1 0 0,0 1 0 0 0,4 8 0 0 0,-8-13-153 0 0,1 0 1 0 0,-1 1-1 0 0,0-1 1 0 0,0 0-1 0 0,0 0 0 0 0,1 1 1 0 0,-1-1-1 0 0,0 1 1 0 0,0-1-1 0 0,0 0 0 0 0,0 1 1 0 0,0-1-1 0 0,0 0 1 0 0,0 1-1 0 0,0-1 1 0 0,0 0-1 0 0,0 1 0 0 0,0-1 1 0 0,0 0-1 0 0,0 1 1 0 0,0-1-1 0 0,0 1 1 0 0,0-1-1 0 0,0 0 0 0 0,0 1 1 0 0,-1-1-1 0 0,1 0 1 0 0,0 1-1 0 0,0-1 0 0 0,0 0 1 0 0,-1 0-1 0 0,1 1 1 0 0,0-1-1 0 0,0 0 1 0 0,-1 1-1 0 0,1-1 0 0 0,0 0 1 0 0,0 0-1 0 0,-1 0 1 0 0,1 1-1 0 0,0-1 1 0 0,-1 0-1 0 0,1 0 0 0 0,0 0 1 0 0,-1 0-1 0 0,1 0 1 0 0,0 0-1 0 0,-1 0 0 0 0,1 1 1 0 0,-1-1-1 0 0,1 0 1 0 0,0 0-1 0 0,-1 0 1 0 0,1 0-1 0 0,0-1 0 0 0,-1 1 1 0 0,1 0-1 0 0,0 0 1 0 0,-1 0-1 0 0,1 0 1 0 0,-1 0-1 0 0,1 0 0 0 0,0 0 1 0 0,-1-1-1 0 0,-25-8 3019 0 0,23 7-2965 0 0,-1-1-1 0 0,0-1 1 0 0,1 1-1 0 0,0 0 1 0 0,0-1-1 0 0,0 0 1 0 0,0 0-1 0 0,1 0 1 0 0,-1 0-1 0 0,1 0 1 0 0,0 0-1 0 0,0-1 1 0 0,1 1-1 0 0,-1-1 1 0 0,1 1-1 0 0,0-1 1 0 0,0 1-1 0 0,0-1 1 0 0,1 0-1 0 0,0 0 1 0 0,0 1-1 0 0,1-10 1 0 0,0-1-429 0 0,2 0 0 0 0,0 1 1 0 0,0-1-1 0 0,2 1 0 0 0,11-28 1 0 0,1 8-7326 0 0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0:15.79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221 100 2761 0 0,'-3'-9'915'0'0,"0"1"0"0"0,-1 0 0 0 0,0 0 0 0 0,0 0 0 0 0,0 1 1 0 0,-1-1-1 0 0,-1 1 0 0 0,1 0 0 0 0,-8-7 0 0 0,11 13-750 0 0,1-1 1 0 0,-1 1-1 0 0,0-1 0 0 0,0 1 0 0 0,0 0 0 0 0,0 0 0 0 0,0 0 0 0 0,0 0 0 0 0,0 0 0 0 0,0 0 0 0 0,-1 0 0 0 0,1 1 1 0 0,0-1-1 0 0,0 1 0 0 0,-1 0 0 0 0,1-1 0 0 0,0 1 0 0 0,-1 0 0 0 0,1 0 0 0 0,0 1 0 0 0,-1-1 0 0 0,1 0 0 0 0,0 1 1 0 0,0 0-1 0 0,0-1 0 0 0,-1 1 0 0 0,1 0 0 0 0,0 0 0 0 0,0 0 0 0 0,0 0 0 0 0,0 1 0 0 0,0-1 0 0 0,0 0 0 0 0,1 1 1 0 0,-1-1-1 0 0,0 1 0 0 0,1 0 0 0 0,-1-1 0 0 0,-1 5 0 0 0,-8 7-119 0 0,1 1 0 0 0,1 1 0 0 0,1 0 0 0 0,0 0-1 0 0,0 1 1 0 0,2-1 0 0 0,0 2 0 0 0,1-1 0 0 0,0 1 0 0 0,1-1 0 0 0,-2 34 0 0 0,6-45-110 0 0,0 0 1 0 0,0 0 0 0 0,0 0 0 0 0,1 0-1 0 0,0 0 1 0 0,0 0 0 0 0,1 0 0 0 0,-1 0-1 0 0,1-1 1 0 0,0 1 0 0 0,0-1 0 0 0,0 1-1 0 0,1-1 1 0 0,3 5 0 0 0,-5-8-44 0 0,0 0 0 0 0,0 1 0 0 0,1-1 0 0 0,-1 0 0 0 0,0 0 0 0 0,1 1 0 0 0,-1-1 0 0 0,1 0 0 0 0,-1-1 0 0 0,1 1 0 0 0,0 0 0 0 0,-1 0 0 0 0,1-1 0 0 0,0 1 0 0 0,-1-1 0 0 0,1 1 0 0 0,0-1 0 0 0,0 0 0 0 0,0 0 1 0 0,-1 0-1 0 0,1 0 0 0 0,0 0 0 0 0,0 0 0 0 0,0 0 0 0 0,-1 0 0 0 0,1-1 0 0 0,0 1 0 0 0,0-1 0 0 0,-1 1 0 0 0,1-1 0 0 0,0 0 0 0 0,-1 0 0 0 0,1 0 0 0 0,-1 0 0 0 0,1 0 0 0 0,-1 0 0 0 0,1 0 0 0 0,-1 0 0 0 0,0-1 0 0 0,3-2 0 0 0,6-7-175 0 0,0-1-1 0 0,-1 0 0 0 0,0 0 1 0 0,0-1-1 0 0,-2-1 0 0 0,0 1 1 0 0,8-22-1 0 0,21-36 1967 0 0,-36 71-1616 0 0,0-1 1 0 0,0 1-1 0 0,0-1 1 0 0,0 0-1 0 0,0 1 1 0 0,1-1-1 0 0,-1 1 1 0 0,0-1-1 0 0,0 1 0 0 0,1-1 1 0 0,-1 1-1 0 0,0 0 1 0 0,1-1-1 0 0,-1 1 1 0 0,0-1-1 0 0,1 1 1 0 0,-1 0-1 0 0,1-1 1 0 0,-1 1-1 0 0,1 0 1 0 0,-1-1-1 0 0,1 1 1 0 0,-1 0-1 0 0,1 0 0 0 0,-1-1 1 0 0,1 1-1 0 0,-1 0 1 0 0,1 0-1 0 0,-1 0 1 0 0,1 0-1 0 0,0 0 1 0 0,-1 0-1 0 0,1 0 1 0 0,-1 0-1 0 0,1 0 1 0 0,-1 0-1 0 0,1 0 1 0 0,-1 0-1 0 0,1 0 0 0 0,-1 0 1 0 0,1 1-1 0 0,0-1 1 0 0,-1 0-1 0 0,1 0 1 0 0,-1 1-1 0 0,1-1 1 0 0,-1 0-1 0 0,0 1 1 0 0,1-1-1 0 0,-1 0 1 0 0,1 1-1 0 0,-1-1 0 0 0,0 1 1 0 0,1-1-1 0 0,-1 0 1 0 0,0 1-1 0 0,1-1 1 0 0,-1 1-1 0 0,1 0 1 0 0,14 38 200 0 0,-13-31-261 0 0,15 44-1391 0 0,-7-24-4420 0 0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0:16.14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 14283 0 0,'3'22'4608'0'0,"1"7"-3455"0"0,3 8-451 0 0,31 141 854 0 0,12-4-3447 0 0,-38-139 1228 0 0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0:16.35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7 14 9674 0 0,'-7'-13'3876'0'0,"15"35"1634"0"0,17 126-2562 0 0,21 94-4062 0 0,-35-200-6369 0 0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0:16.70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21 317 3225 0 0,'15'-8'896'0'0,"-1"1"0"0"0,-1-2 0 0 0,0 0 0 0 0,23-20-1 0 0,-9 7 367 0 0,-6 6 251 0 0,0-2-1 0 0,30-33 1 0 0,-46 47-1247 0 0,-1 0 0 0 0,0-1 0 0 0,-1 0 0 0 0,1 0 0 0 0,-1 0 0 0 0,0-1 0 0 0,0 1 0 0 0,0-1 0 0 0,-1 1 0 0 0,0-1 0 0 0,0 0 0 0 0,-1 0 0 0 0,0 0 0 0 0,0 0 0 0 0,0 0-1 0 0,0 0 1 0 0,-1 0 0 0 0,-1-8 0 0 0,1 12-229 0 0,0 0-1 0 0,-1 1 1 0 0,1-1-1 0 0,-1 1 1 0 0,1-1-1 0 0,-1 0 1 0 0,0 1-1 0 0,1-1 0 0 0,-1 1 1 0 0,0 0-1 0 0,0-1 1 0 0,0 1-1 0 0,0 0 1 0 0,0 0-1 0 0,-1-1 1 0 0,1 1-1 0 0,0 0 1 0 0,-1 0-1 0 0,1 0 1 0 0,0 0-1 0 0,-3-1 0 0 0,0 1-29 0 0,1 0 0 0 0,-1 0 0 0 0,1 1 0 0 0,-1-1-1 0 0,1 1 1 0 0,-1 0 0 0 0,1-1 0 0 0,-1 2 0 0 0,-6 0-1 0 0,-4 1-159 0 0,0 2-1 0 0,-1-1 0 0 0,-23 11 0 0 0,29-10 58 0 0,-1 0 0 0 0,1 1 0 0 0,0 0 0 0 0,1 0 0 0 0,-1 1 0 0 0,1 0 0 0 0,0 0 0 0 0,1 1 0 0 0,-1 0 0 0 0,1 1 0 0 0,-9 11 0 0 0,13-14 107 0 0,1 0 1 0 0,-1-1-1 0 0,1 1 1 0 0,0 0-1 0 0,0 0 1 0 0,0 1 0 0 0,1-1-1 0 0,0 0 1 0 0,0 0-1 0 0,0 1 1 0 0,1-1-1 0 0,-1 1 1 0 0,1-1-1 0 0,1 0 1 0 0,-1 1 0 0 0,1-1-1 0 0,0 0 1 0 0,0 1-1 0 0,0-1 1 0 0,1 0-1 0 0,0 0 1 0 0,0 0 0 0 0,3 6-1 0 0,-1-4 72 0 0,0 0 0 0 0,0 0-1 0 0,1-1 1 0 0,0 1 0 0 0,0-1 0 0 0,1-1 0 0 0,-1 1-1 0 0,1-1 1 0 0,0 0 0 0 0,1 0 0 0 0,-1 0-1 0 0,1-1 1 0 0,0 0 0 0 0,10 4 0 0 0,-4-3-288 0 0,1-1 0 0 0,-1 0 0 0 0,1-1 0 0 0,0 0 0 0 0,0-1-1 0 0,0-1 1 0 0,18 0 0 0 0,-2-2-6107 0 0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0:17.72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11 21 8754 0 0,'-11'-20'11115'0'0,"12"32"-9677"0"0,22 235 75 0 0,1 8-3198 0 0,-15-203-5863 0 0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0:17.92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 3225 0 0,'0'8'136'0'0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0:33.75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76 190 6913 0 0,'-9'-10'770'0'0,"1"-1"0"0"0,1 1 0 0 0,0-1 0 0 0,0 0 0 0 0,1-1 0 0 0,1 0 0 0 0,0 0 0 0 0,0 0-1 0 0,1 0 1 0 0,1-1 0 0 0,0 0 0 0 0,0 1 0 0 0,0-27 0 0 0,7 59 4388 0 0,10 40-4979 0 0,1 140 278 0 0,22 155-266 0 0,-35-348-302 0 0,-1-4-100 0 0,0 0 0 0 0,-1-1 0 0 0,1 1 0 0 0,-1 0 0 0 0,1 0 0 0 0,-1 0 0 0 0,0 0 0 0 0,0-1 0 0 0,0 1 0 0 0,-1 0 0 0 0,1 0 1 0 0,-1 0-1 0 0,1-1 0 0 0,-2 4 0 0 0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0:34.23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1 163 3681 0 0,'5'-13'804'0'0,"0"0"1"0"0,1 0 0 0 0,1 0-1 0 0,0 1 1 0 0,1 0 0 0 0,0 0-1 0 0,13-13 1 0 0,-14 15 38 0 0,-4 6-367 0 0,0 0-1 0 0,0 1 1 0 0,1-1-1 0 0,-1 0 1 0 0,1 1-1 0 0,0 0 1 0 0,0 0 0 0 0,0 0-1 0 0,7-4 1 0 0,-9 6-376 0 0,0 1 1 0 0,-1 0-1 0 0,1 0 0 0 0,-1-1 1 0 0,1 1-1 0 0,-1 0 1 0 0,1 0-1 0 0,0 1 0 0 0,-1-1 1 0 0,1 0-1 0 0,-1 0 1 0 0,1 1-1 0 0,-1-1 0 0 0,1 1 1 0 0,-1-1-1 0 0,1 1 1 0 0,-1 0-1 0 0,0-1 1 0 0,1 1-1 0 0,-1 0 0 0 0,0 0 1 0 0,1 0-1 0 0,-1 0 1 0 0,0 0-1 0 0,0 0 0 0 0,0 1 1 0 0,0-1-1 0 0,0 0 1 0 0,0 0-1 0 0,0 1 1 0 0,-1-1-1 0 0,1 1 0 0 0,1 2 1 0 0,4 8-27 0 0,-1 1 1 0 0,1 0 0 0 0,-2 0 0 0 0,0 0-1 0 0,-1 1 1 0 0,0 0 0 0 0,-1-1 0 0 0,0 1-1 0 0,-1 0 1 0 0,-1 0 0 0 0,0 0 0 0 0,-1 0-1 0 0,0 0 1 0 0,-1-1 0 0 0,-1 1 0 0 0,-8 25-1 0 0,1-8-4 0 0,-3 0 0 0 0,0 0-1 0 0,-2-2 1 0 0,-1 0-1 0 0,-39 54 1 0 0,49-75-91 0 0,-1 4 937 0 0,25-11-177 0 0,5-4-527 0 0,46-12 0 0 0,12-3-47 0 0,-57 15-58 0 0,1 1-1 0 0,-1 1 0 0 0,0 1 0 0 0,0 1 1 0 0,30 5-1 0 0,-41-3-343 0 0,-1 0 1 0 0,0 0-1 0 0,0 2 0 0 0,0-1 1 0 0,-1 2-1 0 0,13 6 1 0 0,-14-5-856 0 0,0 0 0 0 0,-1 0 0 0 0,0 0 0 0 0,9 11 0 0 0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0:34.49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2 8290 0 0,'7'-2'11058'0'0,"9"17"-9113"0"0,-9-5-1887 0 0,-1 0 185 0 0,0 0 0 0 0,0 0-1 0 0,-1 0 1 0 0,-1 1 0 0 0,0 0 0 0 0,3 12-1 0 0,12 78 335 0 0,-18-99-548 0 0,14 185 908 0 0,-9-92-1897 0 0,4 0-5392 0 0,-6-68-1079 0 0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0:35.11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8 42 8754 0 0,'-7'-29'3369'0'0,"8"17"600"0"0,0 12-3849 0 0,-1 0 1 0 0,0 0-1 0 0,1 0 0 0 0,-1 0 1 0 0,9 5 3880 0 0,-5 0-3494 0 0,5 9-314 0 0,-1-1-1 0 0,0 1 1 0 0,-1 1 0 0 0,0 0 0 0 0,-2 0-1 0 0,1 0 1 0 0,-2 1 0 0 0,6 30 0 0 0,-3 15-41 0 0,0 67 0 0 0,-6-70-110 0 0,11 63 0 0 0,-6-92-113 0 0,-3-18-670 0 0,-1-1 0 0 0,0 1 0 0 0,0 13 0 0 0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0:35.49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1 462 2304 0 0,'2'-21'1026'0'0,"1"-1"0"0"0,1 1 0 0 0,1 0 0 0 0,1 1-1 0 0,12-30 1 0 0,-12 31-945 0 0,3-4 850 0 0,0 1-1 0 0,2 0 1 0 0,0 0-1 0 0,1 1 1 0 0,2 0-1 0 0,19-22 1 0 0,-24 32-473 0 0,1 0 1 0 0,0 1 0 0 0,0 0 0 0 0,1 1-1 0 0,1 0 1 0 0,-1 1 0 0 0,2 1 0 0 0,-1-1 0 0 0,1 2-1 0 0,0 0 1 0 0,0 0 0 0 0,15-3 0 0 0,-26 8-422 0 0,1 1 1 0 0,0-1-1 0 0,-1 0 1 0 0,1 1-1 0 0,-1 0 1 0 0,1 0 0 0 0,0 0-1 0 0,-1 0 1 0 0,1 0-1 0 0,0 0 1 0 0,-1 1-1 0 0,1-1 1 0 0,-1 1-1 0 0,1-1 1 0 0,-1 1-1 0 0,1 0 1 0 0,-1 0-1 0 0,0 1 1 0 0,1-1-1 0 0,2 3 1 0 0,-2-2-19 0 0,0 1 1 0 0,-1 0-1 0 0,1 0 0 0 0,-1 0 1 0 0,0 0-1 0 0,0 0 0 0 0,-1 1 1 0 0,1-1-1 0 0,0 0 0 0 0,-1 1 0 0 0,0 0 1 0 0,1 6-1 0 0,1 4 14 0 0,-2 1-1 0 0,0-1 1 0 0,0 1-1 0 0,-1-1 1 0 0,-1 1-1 0 0,-4 19 1 0 0,1-14-24 0 0,-1-1-1 0 0,-1 0 1 0 0,-1 0 0 0 0,0-1 0 0 0,-2 1-1 0 0,0-2 1 0 0,-20 30 0 0 0,-6 0-15 0 0,-53 55 1 0 0,58-69 10 0 0,17-20 33 0 0,2 1 0 0 0,0-1 0 0 0,0 2 0 0 0,2 0 0 0 0,-12 21 0 0 0,21-35-32 0 0,0 0 0 0 0,0-1 0 0 0,0 1 1 0 0,0-1-1 0 0,0 1 0 0 0,0-1 0 0 0,0 1 1 0 0,0-1-1 0 0,0 1 0 0 0,0-1 0 0 0,0 1 0 0 0,1 0 1 0 0,-1-1-1 0 0,0 1 0 0 0,0-1 0 0 0,1 0 1 0 0,-1 1-1 0 0,0-1 0 0 0,1 1 0 0 0,-1-1 0 0 0,0 1 1 0 0,1-1-1 0 0,-1 0 0 0 0,1 1 0 0 0,-1-1 1 0 0,0 0-1 0 0,1 1 0 0 0,-1-1 0 0 0,1 0 0 0 0,-1 0 1 0 0,1 1-1 0 0,-1-1 0 0 0,1 0 0 0 0,0 0 0 0 0,-1 0 1 0 0,1 0-1 0 0,-1 0 0 0 0,1 0 0 0 0,-1 0 1 0 0,1 0-1 0 0,-1 0 0 0 0,1 0 0 0 0,0 0 0 0 0,-1 0 1 0 0,1 0-1 0 0,0 0 0 0 0,29-2 211 0 0,73-21 222 0 0,-79 16-403 0 0,0 0 0 0 0,1 2 0 0 0,0 1 0 0 0,0 1 0 0 0,0 1 0 0 0,39 2 0 0 0,7 12-892 0 0,-42-4-5052 0 0,-5-1-1407 0 0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0:35.95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49 176 6913 0 0,'-7'-9'1304'0'0,"0"0"-1"0"0,0-1 1 0 0,1 0-1 0 0,1 0 0 0 0,-8-20 1 0 0,12 28-956 0 0,0-1 1 0 0,0 1-1 0 0,1-1 1 0 0,0 1 0 0 0,-1-1-1 0 0,1 1 1 0 0,0-1-1 0 0,0 0 1 0 0,1 1-1 0 0,-1-1 1 0 0,0 1 0 0 0,1-1-1 0 0,0 0 1 0 0,-1 1-1 0 0,1 0 1 0 0,2-4-1 0 0,-1 3-229 0 0,0 0 0 0 0,-1 1 0 0 0,2-1 0 0 0,-1 1-1 0 0,0-1 1 0 0,0 1 0 0 0,1 0 0 0 0,0 0 0 0 0,5-3-1 0 0,-3 1-84 0 0,0 1 0 0 0,0 0 0 0 0,1 1 0 0 0,0-1 0 0 0,-1 1 0 0 0,1 0 0 0 0,0 0 0 0 0,0 1 0 0 0,0 0-1 0 0,0 0 1 0 0,0 1 0 0 0,1-1 0 0 0,6 1 0 0 0,-9 1-15 0 0,0 0-1 0 0,0 0 0 0 0,0 0 1 0 0,0 0-1 0 0,0 1 1 0 0,-1 0-1 0 0,1-1 0 0 0,0 1 1 0 0,-1 1-1 0 0,0-1 1 0 0,1 0-1 0 0,-1 1 1 0 0,0 0-1 0 0,0 0 0 0 0,0-1 1 0 0,-1 2-1 0 0,1-1 1 0 0,-1 0-1 0 0,0 0 0 0 0,4 7 1 0 0,-1 1-18 0 0,0 0 0 0 0,-1 1 1 0 0,0-1-1 0 0,0 1 0 0 0,-1 0 1 0 0,-1 0-1 0 0,2 18 0 0 0,-2 9 16 0 0,-4 40 1 0 0,0-43 14 0 0,4 46 0 0 0,-2-81 4 0 0,0 0 0 0 0,0-1 1 0 0,0 1-1 0 0,0 0 0 0 0,0-1 0 0 0,1 1 0 0 0,-1 0 0 0 0,0-1 0 0 0,0 1 0 0 0,1-1 1 0 0,-1 1-1 0 0,0 0 0 0 0,1-1 0 0 0,-1 1 0 0 0,0-1 0 0 0,1 1 0 0 0,-1-1 0 0 0,1 1 0 0 0,-1-1 1 0 0,1 1-1 0 0,-1-1 0 0 0,1 1 0 0 0,-1-1 0 0 0,1 0 0 0 0,-1 1 0 0 0,1-1 0 0 0,0 0 1 0 0,1 1-1 0 0,21-4 726 0 0,23-22 197 0 0,-43 23-885 0 0,14-9-17 0 0,112-64 204 0 0,-106 63-475 0 0,1 1 0 0 0,1 2 1 0 0,43-12-1 0 0,-33 14-185 0 0,1 0-1 0 0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2:14.1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21197 0 0,'0'0'1636'0'0,"11"20"-1975"0"0,-1 2 428 0 0,-2 1 0 0 0,0 0 1 0 0,7 43-1 0 0,4 78-111 0 0,-14-94 38 0 0,39 367 97 0 0,11 100 5 0 0,25-6 11 0 0,-37-333-162 0 0,-22-102-177 0 0,15 108 1 0 0,-35-163-1530 0 0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2:14.5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94 142 14283 0 0,'6'-7'503'0'0,"0"1"0"0"0,1-1 1 0 0,-1 2-1 0 0,1-1 0 0 0,0 1 0 0 0,1 0 0 0 0,-1 0 1 0 0,11-4-1 0 0,71-27 148 0 0,-67 28-494 0 0,-11 4-104 0 0,16-7 164 0 0,49-11-1 0 0,-70 21-197 0 0,1-1-1 0 0,0 1 1 0 0,-1 0 0 0 0,1 1-1 0 0,0 0 1 0 0,0 0 0 0 0,-1 0-1 0 0,1 1 1 0 0,0 0-1 0 0,0 0 1 0 0,-1 1 0 0 0,1 0-1 0 0,8 3 1 0 0,-13-4-44 0 0,0 1 0 0 0,1-1 0 0 0,-1 1-1 0 0,0 0 1 0 0,0-1 0 0 0,0 1 0 0 0,0 0 0 0 0,0 0 0 0 0,0 0 0 0 0,-1 1 0 0 0,1-1-1 0 0,-1 0 1 0 0,1 1 0 0 0,-1-1 0 0 0,0 1 0 0 0,2 4 0 0 0,-2-2-111 0 0,0 1 0 0 0,0-1 0 0 0,-1 1 0 0 0,0-1 0 0 0,1 1 0 0 0,-2-1 0 0 0,1 1 0 0 0,-2 5 0 0 0,-1 6-527 0 0,-2 1 1 0 0,0-1-1 0 0,-1-1 1 0 0,-10 20-1 0 0,-24 38 60 0 0,-3-3-1 0 0,-80 104 0 0 0,58-87 1731 0 0,14-20 297 0 0,-47 69 2121 0 0,86-117-3070 0 0,1 0 0 0 0,1 0 0 0 0,0 1 0 0 0,2 0 0 0 0,-8 28 0 0 0,15-45-440 0 0,0 0-1 0 0,0 0 1 0 0,1 0-1 0 0,-1 1 1 0 0,1-1-1 0 0,0 0 1 0 0,0 1-1 0 0,1-1 1 0 0,-1 0-1 0 0,1 1 1 0 0,0-1-1 0 0,0 0 0 0 0,0 0 1 0 0,0 0-1 0 0,1 0 1 0 0,0 0-1 0 0,3 6 1 0 0,-1-5-2 0 0,0-1-1 0 0,0 1 1 0 0,0-1 0 0 0,1 0 0 0 0,-1 0 0 0 0,1 0-1 0 0,0-1 1 0 0,0 1 0 0 0,0-1 0 0 0,1-1-1 0 0,6 4 1 0 0,10 1 57 0 0,1 0 1 0 0,0-1-1 0 0,1-1 0 0 0,-1-1 0 0 0,28 0 0 0 0,-5-1 186 0 0,0-3 0 0 0,87-11 1 0 0,-22-8-1533 0 0,1-5-5313 0 0,-65 13-782 0 0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2:14.8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25 158 18436 0 0,'-10'7'728'0'0,"-5"6"487"0"0,16-10-814 0 0,12-4-281 0 0,11-6-196 0 0,0-1 0 0 0,-1-1 0 0 0,0-1 1 0 0,0-1-1 0 0,-1-2 0 0 0,37-26 0 0 0,23-12-4582 0 0,-56 36 2237 0 0,-1-1-19 0 0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2:14.9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1 115 20276 0 0,'0'3'1801'0'0,"1"-2"-1441"0"0,2 2-288 0 0,2-2-72 0 0,3 1 288 0 0,1-2 48 0 0,10 1 8 0 0,8-2 0 0 0,11-2-280 0 0,4-4-64 0 0,2-6 0 0 0,-3-4 0 0 0,-4-1-320 0 0,-4-4-72 0 0,-5 0-24 0 0,-13-1 0 0 0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2:15.3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589 1 20740 0 0,'8'59'2056'0'0,"1"-4"-2557"0"0,-8-4 490 0 0,-2 0 0 0 0,-3 1-1 0 0,-2-2 1 0 0,-24 99 0 0 0,-79 196-32 0 0,78-258 44 0 0,23-62-4 0 0,-256 701-65 0 0,176-524-524 0 0,48-118-5155 0 0,15-30-1038 0 0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2:15.5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32 18892 0 0,'21'-8'300'0'0,"1"2"-1"0"0,0 1 1 0 0,0 0-1 0 0,0 2 1 0 0,1 0-1 0 0,-1 1 1 0 0,24 2 0 0 0,53 4 345 0 0,105 9-69 0 0,-176-9-552 0 0,0 1 0 0 0,0 1 0 0 0,-1 1 0 0 0,0 2 0 0 0,30 14 0 0 0,-47-19-27 0 0,-1 1 0 0 0,0 1 0 0 0,0-1 0 0 0,0 1-1 0 0,-1 1 1 0 0,0 0 0 0 0,0 0 0 0 0,-1 1 0 0 0,0 0 0 0 0,0 0-1 0 0,-1 0 1 0 0,0 1 0 0 0,0 0 0 0 0,-1 0 0 0 0,0 0 0 0 0,-1 1-1 0 0,6 17 1 0 0,-6-9-81 0 0,0 1 0 0 0,-1-1 0 0 0,-1 1-1 0 0,0 0 1 0 0,-2 0 0 0 0,0 0 0 0 0,-1 0 0 0 0,-8 37-1 0 0,3-24-68 0 0,-2-1-1 0 0,-1-1 0 0 0,-2 0 1 0 0,-1 0-1 0 0,-1-1 0 0 0,-1 0 1 0 0,-2-1-1 0 0,-1-1 0 0 0,-1 0 1 0 0,-1-2-1 0 0,-1 0 0 0 0,-1-1 1 0 0,-2-1-1 0 0,0-1 0 0 0,-1-1 1 0 0,-1-1-1 0 0,-54 31 0 0 0,31-24-6660 0 0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2:16.0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1 14283 0 0,'-1'0'90'0'0,"0"0"1"0"0,0 0-1 0 0,0 0 0 0 0,0 1 0 0 0,-1-1 1 0 0,1 1-1 0 0,0-1 0 0 0,0 1 0 0 0,0-1 1 0 0,0 1-1 0 0,0-1 0 0 0,0 1 0 0 0,1 0 1 0 0,-1 0-1 0 0,0-1 0 0 0,0 1 0 0 0,0 0 1 0 0,1 0-1 0 0,-1 0 0 0 0,0 0 0 0 0,1 0 1 0 0,-1 0-1 0 0,1 0 0 0 0,-1 0 0 0 0,1 0 1 0 0,0 0-1 0 0,-1 0 0 0 0,1 0 0 0 0,0 0 0 0 0,0 1 1 0 0,0-1-1 0 0,0 0 0 0 0,0 2 0 0 0,-6 56 499 0 0,5-37-520 0 0,-27 211 918 0 0,5-63 382 0 0,-2 247 0 0 0,27-375-1196 0 0,10 69-1 0 0,-10-97-85 0 0,1 0 0 0 0,1 0 0 0 0,0-1 0 0 0,1 1 0 0 0,0-1-1 0 0,1 0 1 0 0,0 0 0 0 0,15 19 0 0 0,-19-29-42 0 0,0-1 1 0 0,0 1-1 0 0,0-1 1 0 0,1 0-1 0 0,-1 0 1 0 0,1 0-1 0 0,-1 0 0 0 0,1 0 1 0 0,0-1-1 0 0,0 1 1 0 0,0-1-1 0 0,0 1 1 0 0,0-1-1 0 0,0 0 1 0 0,0-1-1 0 0,1 1 0 0 0,-1 0 1 0 0,0-1-1 0 0,0 0 1 0 0,1 0-1 0 0,-1 0 1 0 0,0 0-1 0 0,0 0 1 0 0,1 0-1 0 0,-1-1 0 0 0,0 0 1 0 0,0 0-1 0 0,0 0 1 0 0,3-1-1 0 0,10-5 179 0 0,0-1-1 0 0,0 0 1 0 0,-1-1-1 0 0,19-14 1 0 0,-8 5-81 0 0,-16 11-261 0 0,280-163 1454 0 0,-250 151-2077 0 0,78-23 0 0 0,-90 34-1135 0 0,-1 2 0 0 0,1 1 0 0 0,53-3 0 0 0,-51 9-5743 0 0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2:16.4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46 358 19812 0 0,'-8'2'358'0'0,"4"-1"-179"0"0,1-1 1 0 0,-1 1-1 0 0,1 0 1 0 0,0 0-1 0 0,-1 0 1 0 0,1 0-1 0 0,0 1 1 0 0,0-1-1 0 0,-5 4 1 0 0,42 1-304 0 0,10-3 156 0 0,0-2-1 0 0,82-9 1 0 0,89-25 491 0 0,-146 21-417 0 0,1072-209 1730 0 0,-987 187-1752 0 0,-45 7-664 0 0,194-20 0 0 0,-298 47 563 0 0,21-2-1777 0 0,-9 3-3035 0 0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2:16.6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190 0 17972 0 0,'8'9'170'0'0,"-1"0"0"0"0,0 1 1 0 0,0-1-1 0 0,-1 1 0 0 0,0 1 1 0 0,-1-1-1 0 0,-1 1 0 0 0,1 0 0 0 0,-2 0 1 0 0,1 0-1 0 0,-2 1 0 0 0,1-1 1 0 0,-1 1-1 0 0,-1-1 0 0 0,0 14 1 0 0,-1 22 102 0 0,-3 0 0 0 0,-11 67 0 0 0,8-69-138 0 0,-96 550 365 0 0,20-145-740 0 0,30 4-4346 0 0,51-422-1801 0 0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2:16.9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18892 0 0,'26'47'2961'0'0,"19"33"-2600"0"0,40 91 394 0 0,7-5 0 0 0,123 167 0 0 0,115 123-902 0 0,-326-449-40 0 0,1-2-256 0 0,-2 0 0 0 0,1 1 0 0 0,0 0 0 0 0,-1-1 0 0 0,0 1 1 0 0,0 0-1 0 0,2 8 0 0 0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2:17.1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6 214 7834 0 0,'-5'5'5672'0'0,"30"-6"-115"0"0,12-2-1854 0 0,-7 0-3595 0 0,924-153 1148 0 0,-849 130-1357 0 0,-13-3 5 0 0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2:35.1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3108 212 5985 0 0,'52'-74'934'0'0,"-29"38"1857"0"0,22-44-1 0 0,-45 79-2721 0 0,1 1-1 0 0,-1-1 0 0 0,1 0 1 0 0,-1 0-1 0 0,1 0 1 0 0,-1 0-1 0 0,1 0 1 0 0,-1 0-1 0 0,0 0 1 0 0,0 0-1 0 0,1 0 1 0 0,-1 0-1 0 0,0 0 1 0 0,0 1-1 0 0,0-1 1 0 0,0 0-1 0 0,0 0 1 0 0,0 0-1 0 0,0 0 1 0 0,-1-2-1 0 0,0 3-41 0 0,1 0 0 0 0,-1 0 0 0 0,0 0 0 0 0,1-1 0 0 0,-1 1 0 0 0,0 0 0 0 0,1 0 0 0 0,-1 0 0 0 0,1 0 0 0 0,-1 0 0 0 0,0 1 0 0 0,1-1 0 0 0,-1 0 0 0 0,0 0 0 0 0,1 0 0 0 0,-1 0 0 0 0,0 1 0 0 0,1-1 0 0 0,-1 0 1 0 0,1 1-1 0 0,-1-1 0 0 0,0 1 0 0 0,-45 31 5 0 0,40-27-50 0 0,-89 65-472 0 0,-272 222-127 0 0,-345 410 3417 0 0,500-481-1852 0 0,-91 100 480 0 0,32-36 140 0 0,42-48-312 0 0,-129 119-187 0 0,164-170-1008 0 0,148-142-222 0 0,-1-1 0 0 0,-2-2-1 0 0,-2-2 1 0 0,-1-3 0 0 0,-70 36 0 0 0,88-60-768 0 0,34-12 869 0 0,-1 0 1 0 0,0 1-1 0 0,1-1 0 0 0,-1 0 0 0 0,0 0 1 0 0,0 0-1 0 0,1 0 0 0 0,-1 0 1 0 0,0 0-1 0 0,0 0 0 0 0,1 0 1 0 0,-1 0-1 0 0,0 0 0 0 0,1 0 0 0 0,-1 0 1 0 0,0-1-1 0 0,1 1 0 0 0,-1 0 1 0 0,0 0-1 0 0,1-1 0 0 0,-1 1 1 0 0,0-1-1 0 0,1 1 0 0 0,-1 0 0 0 0,1-1 1 0 0,-1 1-1 0 0,1-1 0 0 0,-1 1 1 0 0,1-1-1 0 0,-1 0 0 0 0,1 1 1 0 0,-1-1-1 0 0,1 1 0 0 0,0-1 1 0 0,-1 0-1 0 0,1 1 0 0 0,0-1 0 0 0,0 0 1 0 0,0 0-1 0 0,-1 1 0 0 0,1-1 1 0 0,0 0-1 0 0,0 1 0 0 0,0-2 1 0 0,2-11-1304 0 0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2:35.6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535 10 2761 0 0,'-328'64'5596'0'0,"211"-43"-3967"0"0,109-20-1572 0 0,1 1 1 0 0,-1-1-1 0 0,1 1 1 0 0,-1 1-1 0 0,1-1 0 0 0,0 1 1 0 0,0 1-1 0 0,0-1 0 0 0,0 1 1 0 0,-9 7-1 0 0,18-10 14 0 0,0 0-1 0 0,0 0 1 0 0,1-1 0 0 0,-1 1-1 0 0,0-1 1 0 0,1 1 0 0 0,-1-1-1 0 0,0 0 1 0 0,4 0 0 0 0,48-6 356 0 0,0-2 1 0 0,100-28-1 0 0,-90 19-61 0 0,-3 1 8 0 0,4-1 83 0 0,101-14 0 0 0,-145 29-281 0 0,-1 0 0 0 0,1 2 0 0 0,-1 0 0 0 0,1 2 0 0 0,-1 0 0 0 0,1 1 0 0 0,-1 1 0 0 0,0 1 0 0 0,26 9-1 0 0,-41-12-91 0 0,-1 0 0 0 0,0 0 0 0 0,0 0 0 0 0,0 0 0 0 0,0 1 0 0 0,0-1 0 0 0,0 1 0 0 0,-1 0 0 0 0,1 0-1 0 0,-1 1 1 0 0,0-1 0 0 0,0 1 0 0 0,0-1 0 0 0,0 1 0 0 0,0 0 0 0 0,-1 0 0 0 0,0 0 0 0 0,0 1 0 0 0,3 7 0 0 0,-4-4 80 0 0,1 1 1 0 0,-1 0 0 0 0,-1 0-1 0 0,1 0 1 0 0,-1 0 0 0 0,-1 0-1 0 0,0 0 1 0 0,0-1-1 0 0,-4 14 1 0 0,-48 153 157 0 0,22-80-2542 0 0,12-30-4136 0 0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2:36.8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59 400 10594 0 0,'-3'0'109'0'0,"0"-1"-1"0"0,0 0 1 0 0,0 0-1 0 0,0 0 1 0 0,0-1-1 0 0,0 1 0 0 0,0-1 1 0 0,1 1-1 0 0,-1-1 1 0 0,1 0-1 0 0,-1 0 1 0 0,1 0-1 0 0,0 0 1 0 0,0-1-1 0 0,-1 1 1 0 0,2-1-1 0 0,-1 1 0 0 0,0-1 1 0 0,0 0-1 0 0,1 1 1 0 0,0-1-1 0 0,-1 0 1 0 0,1 0-1 0 0,0 0 1 0 0,1 0-1 0 0,-1 0 1 0 0,0 0-1 0 0,1 0 0 0 0,0-1 1 0 0,0 1-1 0 0,0 0 1 0 0,0 0-1 0 0,0 0 1 0 0,0 0-1 0 0,2-6 1 0 0,1 1-80 0 0,0 0 1 0 0,0 0 0 0 0,0 0 0 0 0,1 0 0 0 0,0 1-1 0 0,1-1 1 0 0,0 1 0 0 0,0 0 0 0 0,0 1-1 0 0,1-1 1 0 0,0 1 0 0 0,9-7 0 0 0,34-22-303 0 0,2 3 1 0 0,2 1-1 0 0,0 3 0 0 0,61-22 1 0 0,-101 44 303 0 0,1 1 1 0 0,0 0-1 0 0,0 1 0 0 0,0 0 1 0 0,0 1-1 0 0,1 1 0 0 0,20-1 1 0 0,-31 3 13 0 0,0 0 0 0 0,1 0 0 0 0,-1 1 0 0 0,1-1 1 0 0,-1 1-1 0 0,0 0 0 0 0,0 0 0 0 0,0 1 0 0 0,1-1 1 0 0,-1 1-1 0 0,-1 0 0 0 0,1 0 0 0 0,0 1 0 0 0,0-1 1 0 0,-1 1-1 0 0,1-1 0 0 0,-1 1 0 0 0,0 0 0 0 0,0 0 1 0 0,0 1-1 0 0,0-1 0 0 0,-1 1 0 0 0,1-1 1 0 0,-1 1-1 0 0,0 0 0 0 0,0 0 0 0 0,0 0 0 0 0,2 8 1 0 0,0 5 78 0 0,0 0 1 0 0,-2 1 0 0 0,0-1-1 0 0,0 0 1 0 0,-2 1 0 0 0,0-1-1 0 0,-1 1 1 0 0,-1-1 0 0 0,-6 26-1 0 0,-7 20 165 0 0,-27 70-1 0 0,40-126-268 0 0,-126 302 552 0 0,79-199-342 0 0,45-100-173 0 0,-8 16 300 0 0,-12 42 0 0 0,22-61-238 0 0,0 0 0 0 0,1 1-1 0 0,0-1 1 0 0,0 1 0 0 0,0-1-1 0 0,1 0 1 0 0,0 1 0 0 0,1-1 0 0 0,0 1-1 0 0,0-1 1 0 0,2 9 0 0 0,-2-14-101 0 0,0 0 1 0 0,0 0-1 0 0,0 0 1 0 0,0 0 0 0 0,0 0-1 0 0,0 0 1 0 0,0 0-1 0 0,0-1 1 0 0,1 1-1 0 0,-1 0 1 0 0,1-1 0 0 0,-1 0-1 0 0,1 1 1 0 0,0-1-1 0 0,0 0 1 0 0,-1 1 0 0 0,1-1-1 0 0,0 0 1 0 0,3 1-1 0 0,-1-1-6 0 0,0 0 0 0 0,1 0-1 0 0,-1 0 1 0 0,0-1 0 0 0,1 0-1 0 0,-1 0 1 0 0,0 0-1 0 0,1 0 1 0 0,4-1 0 0 0,7-2-1 0 0,0-1 0 0 0,0-1 0 0 0,-1 0-1 0 0,17-8 1 0 0,36-21 42 0 0,-1-2 1 0 0,71-51-1 0 0,118-102-2066 0 0,-63 44-2564 0 0,-89 67 4118 0 0,-59 39 459 0 0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2:37.1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193 37 14747 0 0,'-14'-36'1480'0'0,"17"40"-399"0"0,2 8-771 0 0,-6 21-405 0 0,-2-1-1 0 0,-1 0 0 0 0,-13 53 1 0 0,3-13-81 0 0,-7 49-119 0 0,-55 337-413 0 0,27 2 694 0 0,47-386-476 0 0,4 0 0 0 0,2 0 0 0 0,24 124 0 0 0,-22-171-342 0 0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2:37.4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32 17972 0 0,'-1'-1'64'0'0,"1"0"0"0"0,-1 0 0 0 0,1 0 1 0 0,0 0-1 0 0,-1 0 0 0 0,1 0 0 0 0,0 1 0 0 0,0-1 0 0 0,0 0 1 0 0,0 0-1 0 0,0 0 0 0 0,0 0 0 0 0,0 0 0 0 0,0 0 1 0 0,0 0-1 0 0,0 0 0 0 0,1 0 0 0 0,-1 0 0 0 0,0 0 0 0 0,1 0 1 0 0,-1 1-1 0 0,0-1 0 0 0,1 0 0 0 0,-1 0 0 0 0,1 0 1 0 0,0 0-1 0 0,-1 1 0 0 0,1-1 0 0 0,1-1 0 0 0,0 2-101 0 0,0-1-1 0 0,0 0 0 0 0,0 1 1 0 0,0-1-1 0 0,0 1 1 0 0,0 0-1 0 0,0 0 0 0 0,1 0 1 0 0,-1 0-1 0 0,0 0 1 0 0,0 0-1 0 0,0 0 0 0 0,3 2 1 0 0,1-1 102 0 0,0 1 0 0 0,0 0 0 0 0,-1 0 0 0 0,1 1 0 0 0,-1 0 0 0 0,1 0 0 0 0,-1 0 0 0 0,0 0 0 0 0,0 1 0 0 0,0 0 0 0 0,-1 0 0 0 0,8 9 0 0 0,5 7 161 0 0,24 37 0 0 0,-29-39-179 0 0,418 713 457 0 0,-333-537-1558 0 0,-35-63-6647 0 0,-48-102 2311 0 0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2:37.6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0 267 14747 0 0,'3'-8'1312'0'0,"1"1"-1056"0"0,4 2-256 0 0,3-1 0 0 0,2 3 561 0 0,1-2 55 0 0,7-2 16 0 0,14-8 0 0 0,20-7-504 0 0,22-9-128 0 0,11-5 0 0 0,26-8-3337 0 0,-8 3-696 0 0,-8 5-127 0 0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2:44.1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1119 0 3225 0 0,'-34'3'334'0'0,"-93"13"-377"0"0,108-12 989 0 0,1 1 0 0 0,-31 13 1 0 0,-38 19-1017 0 0,1 5 1 0 0,-122 79-1 0 0,178-100-95 0 0,1 1-1 0 0,1 1 1 0 0,1 2 0 0 0,1 1 0 0 0,1 1-1 0 0,1 0 1 0 0,2 2 0 0 0,1 1-1 0 0,-32 61 1 0 0,21-19-3 0 0,3 2 0 0 0,4 1 0 0 0,2 1 0 0 0,-17 111 0 0 0,-10 317-44 0 0,44-344-402 0 0,24 257 0 0 0,-5-305 362 0 0,6-1 1 0 0,5 0 0 0 0,41 118 0 0 0,-32-133 252 0 0,87 173 0 0 0,-98-230-4 0 0,1 0-1 0 0,2-2 1 0 0,2 0 0 0 0,1-2 0 0 0,2-1-1 0 0,60 52 1 0 0,-33-39 228 0 0,3-3 0 0 0,2-2 0 0 0,1-3 0 0 0,2-3 0 0 0,2-3 0 0 0,1-3 0 0 0,1-3 0 0 0,1-3 0 0 0,2-2 0 0 0,0-4 0 0 0,1-4 0 0 0,0-2 0 0 0,1-4 0 0 0,104-1 0 0 0,-90-10 271 0 0,0-5 0 0 0,0-3 0 0 0,-1-4 0 0 0,-1-4 0 0 0,0-4 0 0 0,88-36-1 0 0,-100 28 44 0 0,-1-2 0 0 0,-1-4-1 0 0,-2-3 1 0 0,-2-3 0 0 0,-2-3-1 0 0,113-101 1 0 0,-145 112-189 0 0,-1-2 0 0 0,-1-1 0 0 0,-2-1 0 0 0,-2-2 0 0 0,-2-1 0 0 0,-1-1 1 0 0,-3-1-1 0 0,-1-1 0 0 0,-3 0 0 0 0,-1-2 0 0 0,-3 0 0 0 0,11-61 0 0 0,-13 38-23 0 0,-4 0-1 0 0,-3 0 1 0 0,-3 0 0 0 0,-3-1-1 0 0,-3 1 1 0 0,-3 0 0 0 0,-4 0-1 0 0,-18-68 1 0 0,-24-58 347 0 0,-150-362-1 0 0,139 420-474 0 0,-6 4 0 0 0,-6 2-1 0 0,-114-149 1 0 0,159 241-206 0 0,-2 0 0 0 0,-1 3 0 0 0,-52-44 1 0 0,60 60-76 0 0,-1 2 1 0 0,0 0 0 0 0,-1 2-1 0 0,-1 1 1 0 0,-1 2 0 0 0,-36-13-1 0 0,15 10-69 0 0,-2 3-1 0 0,0 2 0 0 0,0 3 0 0 0,-1 2 0 0 0,0 2 1 0 0,-92 4-1 0 0,62 7 52 0 0,0 3 1 0 0,1 4 0 0 0,-130 39-1 0 0,164-38 47 0 0,-2 0 69 0 0,1 2 0 0 0,-71 33 1 0 0,106-42-21 0 0,1 1 1 0 0,0 0-1 0 0,0 2 1 0 0,1-1-1 0 0,0 2 1 0 0,1-1-1 0 0,0 2 1 0 0,1 0 0 0 0,0 0-1 0 0,1 1 1 0 0,1 0-1 0 0,-12 20 1 0 0,10-10-187 0 0,1 0 1 0 0,2 0 0 0 0,0 1-1 0 0,1 0 1 0 0,2 0 0 0 0,-4 28 0 0 0,5-2-1263 0 0,1 0 1 0 0,4 52 0 0 0,4-27-3711 0 0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2:44.7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1753 4 5985 0 0,'-1'-1'47'0'0,"-1"1"-1"0"0,0-1 0 0 0,1 1 1 0 0,-1-1-1 0 0,0 1 0 0 0,1 0 1 0 0,-1 0-1 0 0,0 0 0 0 0,1 0 1 0 0,-1 0-1 0 0,0 0 0 0 0,1 0 0 0 0,-1 1 1 0 0,0-1-1 0 0,1 0 0 0 0,-1 1 1 0 0,0 0-1 0 0,1-1 0 0 0,-1 1 1 0 0,1 0-1 0 0,-1 0 0 0 0,1-1 1 0 0,-1 1-1 0 0,1 1 0 0 0,0-1 1 0 0,0 0-1 0 0,-1 0 0 0 0,1 0 1 0 0,-2 3-1 0 0,-4 6 283 0 0,0-1 1 0 0,0 1 0 0 0,-7 15-1 0 0,5-8-153 0 0,-30 53 933 0 0,-40 97 0 0 0,-16 84-404 0 0,31-79-102 0 0,-168 554 13 0 0,71 20-656 0 0,-17 115 110 0 0,30-156 86 0 0,-110 688 1362 0 0,-59-97 460 0 0,311-1275-1712 0 0,-12 39 789 0 0,-47 107 0 0 0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2:45.1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0 9674 0 0,'-9'3'2750'0'0,"17"2"-2162"0"0,-7-4-336 0 0,3 2-17 0 0,10 9-235 0 0,0 0 0 0 0,-1 0 0 0 0,-1 2 0 0 0,0-1 0 0 0,12 20 0 0 0,50 87-708 0 0,-30-48 536 0 0,-20-33 95 0 0,175 251-33 0 0,-193-283 191 0 0,1 1 0 0 0,0-1 0 0 0,0 0 0 0 0,0-1 0 0 0,1 0 0 0 0,-1 0 0 0 0,2-1 0 0 0,-1 0 0 0 0,0 0 0 0 0,1-1 0 0 0,0 0 0 0 0,0 0 0 0 0,0-1 0 0 0,17 3 0 0 0,-15-4 179 0 0,0-1 0 0 0,0-1-1 0 0,-1 0 1 0 0,1-1 0 0 0,0 0 0 0 0,0 0 0 0 0,-1-1 0 0 0,1-1 0 0 0,-1 0 0 0 0,1 0-1 0 0,-1-1 1 0 0,0 0 0 0 0,10-7 0 0 0,-3 2 68 0 0,-1-2-1 0 0,-1 1 1 0 0,0-2-1 0 0,-1 0 1 0 0,0-1-1 0 0,-1 0 1 0 0,0-1 0 0 0,-1-1-1 0 0,0 0 1 0 0,9-17-1 0 0,5-14-508 0 0,-1-2 1 0 0,23-65-1 0 0,-19 39-7050 0 0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4:50.779"/>
    </inkml:context>
    <inkml:brush xml:id="br0">
      <inkml:brushProperty name="width" value="0.3" units="cm"/>
      <inkml:brushProperty name="height" value="0.6" units="cm"/>
      <inkml:brushProperty name="color" value="#A2D762"/>
      <inkml:brushProperty name="tip" value="rectangle"/>
      <inkml:brushProperty name="rasterOp" value="maskPen"/>
    </inkml:brush>
  </inkml:definitions>
  <inkml:trace contextRef="#ctx0" brushRef="#br0">168 57 3225 0 0,'-11'13'2462'0'0,"11"-12"-2325"0"0,0 0 0 0 0,-1 0 0 0 0,1 0 0 0 0,0 0 0 0 0,0 0-1 0 0,0 0 1 0 0,0 0 0 0 0,0 0 0 0 0,0 0 0 0 0,0-1-1 0 0,1 3 1 0 0,11 33 126 0 0,-3-12-245 0 0,-5 4 227 0 0,-1 0-1 0 0,-2 1 1 0 0,0-1 0 0 0,-5 31 0 0 0,2 56 875 0 0,13 19-461 0 0,3 63-247 0 0,-14-165-385 0 0,-1 0-1 0 0,-1 0 0 0 0,-3 0 1 0 0,-8 35-1 0 0,4-34 188 0 0,4-22 81 0 0,2 1 0 0 0,-1 0 0 0 0,2-1 0 0 0,0 1 1 0 0,0 0-1 0 0,1 0 0 0 0,0 1 0 0 0,2 16 0 0 0,-1-29-296 0 0,0-1 1 0 0,0 1-1 0 0,0 0 1 0 0,0 0-1 0 0,1-1 0 0 0,-1 1 1 0 0,0 0-1 0 0,0 0 1 0 0,0-1-1 0 0,0 1 1 0 0,1 0-1 0 0,-1 0 0 0 0,0 0 1 0 0,0-1-1 0 0,0 1 1 0 0,1 0-1 0 0,-1 0 0 0 0,0 0 1 0 0,0 0-1 0 0,1-1 1 0 0,-1 1-1 0 0,0 0 1 0 0,1 0-1 0 0,-1 0 0 0 0,0 0 1 0 0,0 0-1 0 0,1 0 1 0 0,-1 0-1 0 0,0 0 0 0 0,1 0 1 0 0,-1 0-1 0 0,0 0 1 0 0,0 0-1 0 0,1 0 0 0 0,-1 0 1 0 0,0 0-1 0 0,1 0 1 0 0,-1 0-1 0 0,0 0 1 0 0,0 0-1 0 0,1 1 0 0 0,-1-1 1 0 0,0 0-1 0 0,0 0 1 0 0,1 0-1 0 0,-1 0 0 0 0,0 1 1 0 0,0-1-1 0 0,1 0 1 0 0,-1 0-1 0 0,0 0 1 0 0,0 1-1 0 0,0-1 0 0 0,0 0 1 0 0,1 0-1 0 0,-1 1 1 0 0,0-1-1 0 0,0 0 0 0 0,0 1 1 0 0,0-1-1 0 0,0 0 1 0 0,0 0-1 0 0,0 1 0 0 0,0-1 1 0 0,10-18 39 0 0,1-10 50 0 0,-2-1 0 0 0,-1-1 0 0 0,9-56 0 0 0,-3-93-76 0 0,-7 83-52 0 0,-2 16 30 0 0,10-87-145 0 0,21 48-182 0 0,-36 117 341 0 0,0 1 0 0 0,0 0 0 0 0,0 0 0 0 0,-1 0 1 0 0,1 0-1 0 0,0 0 0 0 0,-1 0 0 0 0,1 1 0 0 0,0-1 0 0 0,-1 0 0 0 0,1 0 0 0 0,-1 0 1 0 0,0 0-1 0 0,1 0 0 0 0,-1 1 0 0 0,0-1 0 0 0,1 0 0 0 0,-1 0 0 0 0,0 1 0 0 0,0-1 0 0 0,-1 0 1 0 0,-1-2 17 0 0,68 333-23 0 0,-21-130 0 0 0,1 5-88 0 0,-45-203 89 0 0,1 0 0 0 0,-1 1 1 0 0,1-1-1 0 0,-1 0 0 0 0,0 1 0 0 0,0-1 1 0 0,0 0-1 0 0,0 0 0 0 0,0 1 0 0 0,-1-1 1 0 0,1 0-1 0 0,-1 0 0 0 0,1 1 0 0 0,-1-1 0 0 0,0 0 1 0 0,0 0-1 0 0,0 0 0 0 0,0 0 0 0 0,0 0 1 0 0,0 0-1 0 0,-1 0 0 0 0,1 0 0 0 0,0-1 1 0 0,-1 1-1 0 0,-2 2 0 0 0,2-4 0 0 0,1 1 0 0 0,-1 0 0 0 0,0-1 0 0 0,0 1 0 0 0,0-1 0 0 0,0 1 0 0 0,0-1 1 0 0,0 0-1 0 0,0 0 0 0 0,0 0 0 0 0,0 0 0 0 0,0 0 0 0 0,0 0 0 0 0,0-1 0 0 0,0 1 0 0 0,0-1 0 0 0,0 1 0 0 0,0-1 0 0 0,0 0 0 0 0,1 0 0 0 0,-1 0 0 0 0,0 0 1 0 0,0 0-1 0 0,1 0 0 0 0,-1 0 0 0 0,1 0 0 0 0,-1-1 0 0 0,1 1 0 0 0,-2-3 0 0 0,-12-13-1 0 0,1 0 0 0 0,1-1 0 0 0,1-1 0 0 0,0 0 0 0 0,-14-35 0 0 0,11 25 0 0 0,-53-117-1952 0 0,-91-289-1 0 0,150 406 1964 0 0,1 0-1 0 0,-6-54 1 0 0,13 73-8 0 0,0 0-1 0 0,1 0 1 0 0,0 0-1 0 0,0 0 0 0 0,1 0 1 0 0,1 0-1 0 0,0 1 1 0 0,0-1-1 0 0,1 0 1 0 0,0 1-1 0 0,1 0 1 0 0,6-13-1 0 0,-10 22 3 0 0,0 0-1 0 0,1-1 1 0 0,-1 1 0 0 0,0 0-1 0 0,1 0 1 0 0,-1-1-1 0 0,1 1 1 0 0,-1 0 0 0 0,0 0-1 0 0,1 0 1 0 0,-1 0-1 0 0,1 0 1 0 0,-1 0 0 0 0,0-1-1 0 0,1 1 1 0 0,-1 0 0 0 0,1 0-1 0 0,-1 0 1 0 0,1 0-1 0 0,-1 0 1 0 0,0 1 0 0 0,1-1-1 0 0,-1 0 1 0 0,1 0-1 0 0,-1 0 1 0 0,0 0 0 0 0,1 0-1 0 0,-1 1 1 0 0,1-1-1 0 0,-1 0 1 0 0,0 0 0 0 0,1 1-1 0 0,-1-1 1 0 0,0 0-1 0 0,1 0 1 0 0,-1 1 0 0 0,0-1-1 0 0,0 0 1 0 0,1 1-1 0 0,-1-1 1 0 0,0 0 0 0 0,0 1-1 0 0,0-1 1 0 0,1 1 0 0 0,-1-1-1 0 0,0 1 1 0 0,15 21 352 0 0,-14-20-317 0 0,33 65 619 0 0,-3 2 0 0 0,-3 2 0 0 0,22 83 0 0 0,-17-50-736 0 0,16 36-2468 0 0,-32-94-1444 0 0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4:52.272"/>
    </inkml:context>
    <inkml:brush xml:id="br0">
      <inkml:brushProperty name="width" value="0.3" units="cm"/>
      <inkml:brushProperty name="height" value="0.6" units="cm"/>
      <inkml:brushProperty name="color" value="#A2D762"/>
      <inkml:brushProperty name="tip" value="rectangle"/>
      <inkml:brushProperty name="rasterOp" value="maskPen"/>
    </inkml:brush>
  </inkml:definitions>
  <inkml:trace contextRef="#ctx0" brushRef="#br0">77 430 3681 0 0,'-5'-25'149'0'0,"2"0"0"0"0,-2-40 1 0 0,4 35-347 0 0,-36-81 8151 0 0,37 139-6824 0 0,1-9-791 0 0,40 453 576 0 0,-18-335-927 0 0,-5-36 12 0 0,5 106 1 0 0,-23-195 4 0 0,0 0-1 0 0,0 0 1 0 0,-4 16 0 0 0,4-25-4 0 0,0-1 0 0 0,0 0 1 0 0,-1 0-1 0 0,1 0 0 0 0,-1 0 0 0 0,0 0 1 0 0,1 0-1 0 0,-1 0 0 0 0,0 0 1 0 0,0 0-1 0 0,0 0 0 0 0,0 0 0 0 0,-1 0 1 0 0,1-1-1 0 0,-1 1 0 0 0,1 0 1 0 0,-1-1-1 0 0,1 1 0 0 0,-1-1 0 0 0,0 0 1 0 0,1 0-1 0 0,-1 1 0 0 0,0-1 1 0 0,0 0-1 0 0,0 0 0 0 0,-3 0 0 0 0,3-1 0 0 0,0 0-1 0 0,0 0 0 0 0,1 0 1 0 0,-1 0-1 0 0,0-1 0 0 0,1 1 1 0 0,-1-1-1 0 0,0 0 0 0 0,1 1 1 0 0,-1-1-1 0 0,0 0 0 0 0,1 0 0 0 0,-1 0 1 0 0,1 0-1 0 0,0 0 0 0 0,-1 0 1 0 0,1 0-1 0 0,0-1 0 0 0,0 1 1 0 0,0 0-1 0 0,-1-1 0 0 0,1 1 1 0 0,1-1-1 0 0,-1 1 0 0 0,0-1 1 0 0,-1-2-1 0 0,-17-48 39 0 0,17 45-16 0 0,-7-39-8 0 0,1 0-1 0 0,3-1 1 0 0,1 1-1 0 0,4-64 1 0 0,-1 40-1 0 0,0-7 19 0 0,-1-424-13 0 0,0 424-49 0 0,2-24-14 0 0,5 70 11 0 0,1 22-3 0 0,-5 9 33 0 0,-1 0 0 0 0,0 0 1 0 0,1 0-1 0 0,-1 0 0 0 0,1 1 1 0 0,-1-1-1 0 0,1 0 0 0 0,-1 0 1 0 0,0 1-1 0 0,1-1 0 0 0,-1 0 1 0 0,1 1-1 0 0,-1-1 0 0 0,0 0 1 0 0,1 1-1 0 0,-1-1 1 0 0,0 0-1 0 0,0 1 0 0 0,1-1 1 0 0,-1 1-1 0 0,0-1 0 0 0,0 0 1 0 0,0 1-1 0 0,0-1 0 0 0,1 1 1 0 0,-1 0-1 0 0,18 43-250 0 0,-3 1 0 0 0,17 71-1 0 0,6 100 497 0 0,-10-54 106 0 0,10 117-185 0 0,-26-163-62 0 0,28 114 0 0 0,-33-205-103 0 0,142 725 11 0 0,-64-246 82 0 0,-50-320-69 0 0,-23-124-24 0 0,13 93-19 0 0,-20-126-22 0 0,-5-26 32 0 0,1 0 1 0 0,-1 0-1 0 0,0 0 0 0 0,0 0 0 0 0,0 0 0 0 0,1 0 0 0 0,-1 0 1 0 0,1 0-1 0 0,-1 0 0 0 0,1 0 0 0 0,-1 0 0 0 0,1 0 1 0 0,-1 0-1 0 0,1-1 0 0 0,0 1 0 0 0,0 0 0 0 0,-1 0 0 0 0,1-1 1 0 0,0 1-1 0 0,0 0 0 0 0,0-1 0 0 0,1 1 0 0 0,-12-33-2360 0 0,-17-41 40 0 0,-43-83 1 0 0,-12-28 1291 0 0,15-5 2791 0 0,-59-273 0 0 0,110 394-1574 0 0,7 37 64 0 0,2 1 0 0 0,2-1 1 0 0,1 0-1 0 0,-1-61 0 0 0,5 81-121 0 0,3-11 752 0 0,1 22-508 0 0,4 12-310 0 0,22 59-378 0 0,-3 2 1 0 0,-3 1-1 0 0,15 81 0 0 0,-21-79 214 0 0,40 134 42 0 0,-4-16-586 0 0,-23-64-2625 0 0,-24-94 131 0 0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4:53.118"/>
    </inkml:context>
    <inkml:brush xml:id="br0">
      <inkml:brushProperty name="width" value="0.3" units="cm"/>
      <inkml:brushProperty name="height" value="0.6" units="cm"/>
      <inkml:brushProperty name="color" value="#A2D762"/>
      <inkml:brushProperty name="tip" value="rectangle"/>
      <inkml:brushProperty name="rasterOp" value="maskPen"/>
    </inkml:brush>
  </inkml:definitions>
  <inkml:trace contextRef="#ctx0" brushRef="#br0">470 0 2304 0 0,'-50'27'184'0'0,"1"3"0"0"0,-78 61 0 0 0,-76 88 3149 0 0,199-176-3205 0 0,0 0 0 0 0,1 0-1 0 0,0 1 1 0 0,-1-1 0 0 0,2 1-1 0 0,-1 0 1 0 0,0 0-1 0 0,1 0 1 0 0,-1 0 0 0 0,1 0-1 0 0,0 0 1 0 0,0 1 0 0 0,-1 7-1 0 0,3-12-100 0 0,0 1-1 0 0,1 0 0 0 0,-1 0 0 0 0,1 0 1 0 0,-1-1-1 0 0,1 1 0 0 0,-1 0 0 0 0,1-1 1 0 0,-1 1-1 0 0,1 0 0 0 0,0-1 0 0 0,-1 1 0 0 0,1-1 1 0 0,0 1-1 0 0,-1-1 0 0 0,1 1 0 0 0,0-1 1 0 0,0 0-1 0 0,-1 1 0 0 0,1-1 0 0 0,0 0 1 0 0,0 1-1 0 0,0-1 0 0 0,0 0 0 0 0,0 0 1 0 0,-1 0-1 0 0,1 0 0 0 0,0 0 0 0 0,0 0 1 0 0,0 0-1 0 0,0 0 0 0 0,0 0 0 0 0,1-1 0 0 0,31-3-81 0 0,74-21 556 0 0,42-9 283 0 0,169-24-773 0 0,-301 54-27 0 0,-26 6 2 0 0,-27 4 1 0 0,-93 8 88 0 0,-192 10 226 0 0,251-31 1468 0 0,106 6-1794 0 0,0-3 1 0 0,0 0 0 0 0,0-3 0 0 0,64-19-1 0 0,-62 13-4318 0 0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4:53.826"/>
    </inkml:context>
    <inkml:brush xml:id="br0">
      <inkml:brushProperty name="width" value="0.3" units="cm"/>
      <inkml:brushProperty name="height" value="0.6" units="cm"/>
      <inkml:brushProperty name="color" value="#A2D762"/>
      <inkml:brushProperty name="tip" value="rectangle"/>
      <inkml:brushProperty name="rasterOp" value="maskPen"/>
    </inkml:brush>
  </inkml:definitions>
  <inkml:trace contextRef="#ctx0" brushRef="#br0">326 158 3225 0 0,'-48'5'1050'0'0,"-77"-2"1"0"0,104-3 913 0 0,30-1-1891 0 0,0-2 0 0 0,1 1 0 0 0,-1-1 1 0 0,0 0-1 0 0,0-1 0 0 0,14-8 0 0 0,3-1 141 0 0,206-66 1404 0 0,-168 59-1410 0 0,-63 20-200 0 0,0 0 1 0 0,0-1-1 0 0,0 1 0 0 0,1 0 0 0 0,-1-1 1 0 0,0 1-1 0 0,0 0 0 0 0,0-1 1 0 0,0 0-1 0 0,0 1 0 0 0,0-1 0 0 0,0 0 1 0 0,0 1-1 0 0,0-1 0 0 0,0 0 0 0 0,0 0 1 0 0,1-2-1 0 0,-2 3 6 0 0,0-1 0 0 0,-1 1-1 0 0,1-1 1 0 0,0 1 0 0 0,-1-1 0 0 0,1 1 0 0 0,-1 0 0 0 0,1-1-1 0 0,0 1 1 0 0,-1-1 0 0 0,1 1 0 0 0,-1 0 0 0 0,1-1 0 0 0,-1 1 0 0 0,1 0-1 0 0,-1 0 1 0 0,1-1 0 0 0,-1 1 0 0 0,1 0 0 0 0,-1 0 0 0 0,0 0-1 0 0,1 0 1 0 0,-1 0 0 0 0,0-1 0 0 0,-50-4 665 0 0,24 7-302 0 0,1 1 0 0 0,0 1 1 0 0,-47 14-1 0 0,-73 35 600 0 0,2-2-79 0 0,97-35-1303 0 0,76-18-434 0 0,15-9 839 0 0,-1-2-1 0 0,45-20 1 0 0,-50 17-98 0 0,2 2 1 0 0,67-15 0 0 0,-103 29 78 0 0,-1-1 16 0 0,-1 0 0 0 0,1 1 0 0 0,0-1 0 0 0,0 1 0 0 0,0 0 0 0 0,-1-1 0 0 0,1 1 0 0 0,0 1 0 0 0,0-1 0 0 0,0 0 0 0 0,0 1 1 0 0,-1-1-1 0 0,4 2 0 0 0,-7 1 9 0 0,-1-1 1 0 0,0 0 0 0 0,0 0-1 0 0,0 0 1 0 0,-1 0 0 0 0,1 0-1 0 0,0 0 1 0 0,-1 0 0 0 0,-3 1-1 0 0,5-2 24 0 0,-47 32 326 0 0,-102 50 1 0 0,58-48-4283 0 0,58-25-239 0 0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4:54.762"/>
    </inkml:context>
    <inkml:brush xml:id="br0">
      <inkml:brushProperty name="width" value="0.3" units="cm"/>
      <inkml:brushProperty name="height" value="0.6" units="cm"/>
      <inkml:brushProperty name="color" value="#A2D762"/>
      <inkml:brushProperty name="tip" value="rectangle"/>
      <inkml:brushProperty name="rasterOp" value="maskPen"/>
    </inkml:brush>
  </inkml:definitions>
  <inkml:trace contextRef="#ctx0" brushRef="#br0">684 497 4145 0 0,'1'-22'-10'0'0,"-1"14"65"0"0,1 0-1 0 0,-1-1 0 0 0,-1 1 0 0 0,0-1 0 0 0,0 1 0 0 0,-4-17 0 0 0,3 23 18 0 0,1 0-1 0 0,0 0 1 0 0,0-1 0 0 0,-1 1-1 0 0,0 0 1 0 0,1 0 0 0 0,-1 0-1 0 0,0 1 1 0 0,0-1 0 0 0,0 0 0 0 0,0 1-1 0 0,0-1 1 0 0,0 1 0 0 0,0 0-1 0 0,-1-1 1 0 0,1 1 0 0 0,0 0-1 0 0,-1 1 1 0 0,1-1 0 0 0,-1 0 0 0 0,1 1-1 0 0,-1-1 1 0 0,1 1 0 0 0,-1 0-1 0 0,0 0 1 0 0,1 0 0 0 0,-5 0-1 0 0,-39 3 1319 0 0,-89 16 0 0 0,34-3-948 0 0,38-7-280 0 0,-58 5-59 0 0,106-13-136 0 0,0-1 0 0 0,0-1 0 0 0,0 0 0 0 0,0-1 0 0 0,-28-7 0 0 0,41 9 24 0 0,0-1-1 0 0,0 1 1 0 0,1-1-1 0 0,-1 0 0 0 0,0 0 1 0 0,1 1-1 0 0,-1-1 1 0 0,0 0-1 0 0,1 0 1 0 0,-1-1-1 0 0,1 1 1 0 0,0 0-1 0 0,-1 0 1 0 0,1-1-1 0 0,0 1 1 0 0,0-1-1 0 0,0 1 1 0 0,0-1-1 0 0,-1-1 1 0 0,2 2 7 0 0,-1-1 1 0 0,1 1 0 0 0,0 0 0 0 0,0-1-1 0 0,0 1 1 0 0,1 0 0 0 0,-1-1 0 0 0,0 1-1 0 0,0 0 1 0 0,1 0 0 0 0,-1-1 0 0 0,1 1-1 0 0,-1 0 1 0 0,1 0 0 0 0,-1 0 0 0 0,1-1-1 0 0,0 1 1 0 0,0 0 0 0 0,-1 0 0 0 0,1 0-1 0 0,0 0 1 0 0,0 0 0 0 0,0 0 0 0 0,0 1-1 0 0,0-1 1 0 0,0 0 0 0 0,2 0 0 0 0,30-21-58 0 0,2 2 1 0 0,0 1 0 0 0,1 2 0 0 0,66-21-1 0 0,-32 11 56 0 0,60-27 70 0 0,115-42-14 0 0,-189 77-22 0 0,1 2-1 0 0,83-12 1 0 0,-139 29-22 0 0,0-1 0 0 0,1 1 1 0 0,-1 0-1 0 0,0-1 0 0 0,1 1 0 0 0,-1 0 1 0 0,0 0-1 0 0,1 0 0 0 0,-1 0 0 0 0,1 0 1 0 0,-1 1-1 0 0,0-1 0 0 0,1 0 0 0 0,-1 1 0 0 0,0-1 1 0 0,3 1-1 0 0,-5 0-2 0 0,1 0 1 0 0,0-1 0 0 0,0 1-1 0 0,0-1 1 0 0,0 1-1 0 0,-1 0 1 0 0,1-1-1 0 0,0 1 1 0 0,-1-1-1 0 0,1 1 1 0 0,0 0 0 0 0,-1-1-1 0 0,1 1 1 0 0,-1-1-1 0 0,1 1 1 0 0,-1-1-1 0 0,1 0 1 0 0,-1 1-1 0 0,1-1 1 0 0,-1 0 0 0 0,0 1-1 0 0,0-1 1 0 0,-48 29 845 0 0,47-28-758 0 0,-110 53 556 0 0,-197 65 0 0 0,259-104-594 0 0,0-3 0 0 0,0-1 0 0 0,-1-3 0 0 0,-102 3 0 0 0,223-27 780 0 0,200-34-3864 0 0,-221 40-710 0 0</inkml:trace>
</inkml:ink>
</file>

<file path=ppt/ink/ink1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4:55.333"/>
    </inkml:context>
    <inkml:brush xml:id="br0">
      <inkml:brushProperty name="width" value="0.3" units="cm"/>
      <inkml:brushProperty name="height" value="0.6" units="cm"/>
      <inkml:brushProperty name="color" value="#A2D762"/>
      <inkml:brushProperty name="tip" value="rectangle"/>
      <inkml:brushProperty name="rasterOp" value="maskPen"/>
    </inkml:brush>
  </inkml:definitions>
  <inkml:trace contextRef="#ctx0" brushRef="#br0">216 1 2961 0 0,'-215'82'4067'0'0,"215"-82"-4040"0"0,16 3 664 0 0,21-2-378 0 0,30-6 118 0 0,202-11 1263 0 0,-89 19-4652 0 0,-148-2 1573 0 0</inkml:trace>
</inkml:ink>
</file>

<file path=ppt/ink/ink1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5:42.4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89 9218 0 0,'0'-89'10400'0'0,"4"96"-7611"0"0,15 32-2231 0 0,-11-7-461 0 0,-1-1 1 0 0,-1 1-1 0 0,-2 1 0 0 0,-1-1 1 0 0,-2 34-1 0 0,-20 160-71 0 0,1 15-588 0 0,18-222 386 0 0,2 0 0 0 0,0 0 1 0 0,7 27-1 0 0,3-3-2492 0 0</inkml:trace>
</inkml:ink>
</file>

<file path=ppt/ink/ink1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5:42.8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73 295 5529 0 0,'4'-15'696'0'0,"2"0"0"0"0,0 1 1 0 0,0 0-1 0 0,1 0 0 0 0,15-21 0 0 0,51-58 2921 0 0,-62 80-2867 0 0,1 1 0 0 0,0 1 0 0 0,1 0 0 0 0,17-11 0 0 0,-26 18-529 0 0,0 2 0 0 0,1-1 0 0 0,0 0 0 0 0,0 1 0 0 0,-1 0 0 0 0,1 0 0 0 0,0 0 0 0 0,1 0 0 0 0,-1 1 0 0 0,0 0-1 0 0,0 0 1 0 0,1 1 0 0 0,-1-1 0 0 0,0 1 0 0 0,1 0 0 0 0,-1 1 0 0 0,6 0 0 0 0,-9 0-192 0 0,0-1 1 0 0,0 1-1 0 0,0 0 1 0 0,0 0-1 0 0,0 0 1 0 0,-1 0-1 0 0,1 0 1 0 0,0 0 0 0 0,-1 1-1 0 0,1-1 1 0 0,-1 0-1 0 0,1 1 1 0 0,-1 0-1 0 0,1-1 1 0 0,-1 1-1 0 0,0-1 1 0 0,0 1-1 0 0,1 3 1 0 0,0-1-20 0 0,-1 0 0 0 0,1 1 0 0 0,-1-1 0 0 0,0 0 1 0 0,0 1-1 0 0,-1-1 0 0 0,0 1 0 0 0,1 4 0 0 0,-2 6-69 0 0,-1 0-1 0 0,0 0 1 0 0,-1-1-1 0 0,-5 18 1 0 0,-3 0-357 0 0,-2 0 1 0 0,-1-1-1 0 0,-1-1 1 0 0,-2 0-1 0 0,-1-1 1 0 0,-26 33-1 0 0,-7-1 1135 0 0,-90 85 0 0 0,71-90 1592 0 0,72-55-2241 0 0,0 1 1 0 0,1-1-1 0 0,-1 0 1 0 0,0 1 0 0 0,1-1-1 0 0,-1 0 1 0 0,1 0-1 0 0,-1-1 1 0 0,1 1-1 0 0,2 0 1 0 0,97 12 418 0 0,-64-9-413 0 0,41 9-1 0 0,-11 1-152 0 0,-39-9-417 0 0,0 1 1 0 0,-1 2-1 0 0,49 18 1 0 0</inkml:trace>
</inkml:ink>
</file>

<file path=ppt/ink/ink1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5:43.3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71 50 10594 0 0,'1'-3'315'0'0,"8"-27"1171"0"0,6 14 4112 0 0,-15 30-1681 0 0,0 18-3201 0 0,-57 486 963 0 0,49-467-1866 0 0,-11 40-935 0 0,8-53-5961 0 0</inkml:trace>
</inkml:ink>
</file>

<file path=ppt/ink/ink1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5:43.5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1 130 8754 0 0,'5'-10'596'0'0,"0"-1"1"0"0,1 1-1 0 0,0 0 1 0 0,1 0-1 0 0,0 1 0 0 0,15-16 1 0 0,-18 21-208 0 0,1 0 0 0 0,-1 0-1 0 0,1 0 1 0 0,0 0 0 0 0,0 1 0 0 0,0 0 0 0 0,0 0 0 0 0,0 0 0 0 0,1 1 0 0 0,-1 0-1 0 0,1 0 1 0 0,0 0 0 0 0,0 1 0 0 0,-1 0 0 0 0,10-1 0 0 0,-11 2-217 0 0,1 1 1 0 0,0 1 0 0 0,-1-1-1 0 0,1 1 1 0 0,0-1-1 0 0,-1 1 1 0 0,0 1 0 0 0,1-1-1 0 0,-1 1 1 0 0,0-1-1 0 0,0 1 1 0 0,-1 0 0 0 0,1 0-1 0 0,-1 1 1 0 0,1-1-1 0 0,-1 1 1 0 0,0 0-1 0 0,0 0 1 0 0,2 4 0 0 0,9 14 120 0 0,-1-1 1 0 0,12 29 0 0 0,-24-47-253 0 0,26 58 236 0 0,25 83 1 0 0,-28-54-7553 0 0</inkml:trace>
</inkml:ink>
</file>

<file path=ppt/ink/ink1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5:43.7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1 104 5065 0 0,'3'-2'854'0'0,"1"0"0"0"0,-1 1-1 0 0,1-1 1 0 0,0 1 0 0 0,-1 0 0 0 0,1 0 0 0 0,5-1 0 0 0,7-1 451 0 0,11-8 1035 0 0,47-25-1 0 0,-9 3-6152 0 0,-45 25 2341 0 0</inkml:trace>
</inkml:ink>
</file>

<file path=ppt/ink/ink1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5:44.0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2761 0 0,'1'2'17943'0'0,"13"30"-17112"0"0,-2 0-1 0 0,-1 1 0 0 0,11 57 0 0 0,-20-73-962 0 0,1-1-1 0 0,-2 1 1 0 0,-1 0-1 0 0,0 0 1 0 0,-1-1-1 0 0,0 1 1 0 0,-2-1 0 0 0,0 1-1 0 0,-10 31 1 0 0,8-38-855 0 0,0-2-235 0 0</inkml:trace>
</inkml:ink>
</file>

<file path=ppt/ink/ink1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5:44.5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0 169 3681 0 0,'1'-3'210'0'0,"-1"0"-1"0"0,1 1 1 0 0,-1-1 0 0 0,1 1 0 0 0,0-1-1 0 0,0 0 1 0 0,1 1 0 0 0,-1 0 0 0 0,0-1-1 0 0,1 1 1 0 0,-1 0 0 0 0,1 0 0 0 0,0-1-1 0 0,0 1 1 0 0,0 1 0 0 0,0-1 0 0 0,3-2-1 0 0,46-30 5002 0 0,-37 25-4875 0 0,6-3 739 0 0,0 0 1 0 0,1 2 0 0 0,0 0-1 0 0,0 1 1 0 0,1 1 0 0 0,41-9-1 0 0,-61 16-1032 0 0,0 0-1 0 0,0 1 1 0 0,1-1-1 0 0,-1 1 1 0 0,1 0-1 0 0,-1 0 1 0 0,0 0-1 0 0,1 0 1 0 0,-1 0-1 0 0,1 0 0 0 0,-1 1 1 0 0,0-1-1 0 0,1 1 1 0 0,-1-1-1 0 0,0 1 1 0 0,1 0-1 0 0,-1 0 1 0 0,0 0-1 0 0,0 0 1 0 0,0 1-1 0 0,0-1 0 0 0,0 0 1 0 0,0 1-1 0 0,0 0 1 0 0,-1-1-1 0 0,1 1 1 0 0,0 0-1 0 0,-1 0 1 0 0,0 0-1 0 0,1 0 1 0 0,-1 0-1 0 0,0 0 1 0 0,0 0-1 0 0,0 0 0 0 0,0 1 1 0 0,0-1-1 0 0,-1 0 1 0 0,1 0-1 0 0,-1 1 1 0 0,1-1-1 0 0,-1 1 1 0 0,0-1-1 0 0,0 0 1 0 0,0 1-1 0 0,-1 3 1 0 0,0 8-65 0 0,0 1 0 0 0,-1 0 1 0 0,-1-1-1 0 0,-1 0 0 0 0,0 0 1 0 0,-6 15-1 0 0,0-7-235 0 0,6-16 203 0 0,2 0-1 0 0,-1 0 1 0 0,0 0 0 0 0,1 0 0 0 0,0 1 0 0 0,1-1-1 0 0,-1 0 1 0 0,1 1 0 0 0,1-1 0 0 0,-1 8 0 0 0,1-13 48 0 0,1-1 1 0 0,-1 1-1 0 0,0 0 1 0 0,0-1-1 0 0,1 1 1 0 0,-1 0-1 0 0,1-1 1 0 0,-1 1-1 0 0,1-1 1 0 0,-1 1-1 0 0,1-1 1 0 0,-1 1-1 0 0,1-1 1 0 0,-1 1 0 0 0,1-1-1 0 0,0 1 1 0 0,-1-1-1 0 0,1 1 1 0 0,0-1-1 0 0,-1 0 1 0 0,1 0-1 0 0,0 1 1 0 0,-1-1-1 0 0,1 0 1 0 0,0 0-1 0 0,0 0 1 0 0,-1 0-1 0 0,1 0 1 0 0,0 0-1 0 0,0 0 1 0 0,1 0 0 0 0,34-3-229 0 0,-10 1 134 0 0,-16 4 97 0 0,1 1-1 0 0,-1 0 1 0 0,0 0-1 0 0,0 1 0 0 0,0 1 1 0 0,0-1-1 0 0,-1 2 1 0 0,0-1-1 0 0,0 1 0 0 0,0 1 1 0 0,-1-1-1 0 0,0 1 1 0 0,0 1-1 0 0,-1 0 0 0 0,0 0 1 0 0,0 0-1 0 0,-1 1 1 0 0,0 0-1 0 0,9 18 0 0 0,-14-23 21 0 0,-1-1-1 0 0,1 1 0 0 0,-1-1 1 0 0,1 1-1 0 0,-1 0 0 0 0,0-1 1 0 0,-1 1-1 0 0,1-1 0 0 0,0 1 1 0 0,-1 0-1 0 0,0-1 0 0 0,0 1 1 0 0,0-1-1 0 0,0 0 0 0 0,-1 1 1 0 0,1-1-1 0 0,-1 0 0 0 0,0 0 1 0 0,0 0-1 0 0,0 0 0 0 0,0 0 1 0 0,-1 0-1 0 0,1-1 0 0 0,-1 1 1 0 0,-5 3-1 0 0,-7 7 121 0 0,0-1-1 0 0,-2-1 1 0 0,-22 13-1 0 0,34-21-122 0 0,-4 2-22 0 0,0-1 0 0 0,0 1-1 0 0,-1-1 1 0 0,-11 3 0 0 0,-6-2-6070 0 0</inkml:trace>
</inkml:ink>
</file>

<file path=ppt/ink/ink1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5:44.8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109 5 3537 0 0,'-21'5'-161'0'0,"-25"5"2762"0"0,4 5 7999 0 0,107-34-3588 0 0,-55 16-6991 0 0,-6 1-172 0 0,0 0 0 0 0,0 0 0 0 0,0 1 0 0 0,0-1-1 0 0,0 1 1 0 0,1 0 0 0 0,-1 0 0 0 0,0 1 0 0 0,1-1 0 0 0,-1 1 0 0 0,1 0 0 0 0,-1 0 0 0 0,0 1 0 0 0,1-1 0 0 0,-1 1 0 0 0,5 1 0 0 0</inkml:trace>
</inkml:ink>
</file>

<file path=ppt/ink/ink1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5:44.9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0 128 920 0 0,'2'0'350'0'0,"-1"0"1"0"0,0 0-1 0 0,0 0 0 0 0,0 1 1 0 0,1-2-1 0 0,-1 1 0 0 0,0 0 0 0 0,0 0 1 0 0,1 0-1 0 0,-1 0 0 0 0,0-1 1 0 0,0 1-1 0 0,0-1 0 0 0,0 1 0 0 0,0-1 1 0 0,1 1-1 0 0,-1-1 0 0 0,1-1 1 0 0,26-14 3228 0 0,-25 15-3300 0 0,48-32 3410 0 0,0 0-2330 0 0,2 3-5317 0 0,-36 21 1596 0 0</inkml:trace>
</inkml:ink>
</file>

<file path=ppt/ink/ink1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6:14.675"/>
    </inkml:context>
    <inkml:brush xml:id="br0">
      <inkml:brushProperty name="width" value="0.3" units="cm"/>
      <inkml:brushProperty name="height" value="0.6" units="cm"/>
      <inkml:brushProperty name="color" value="#A2D762"/>
      <inkml:brushProperty name="tip" value="rectangle"/>
      <inkml:brushProperty name="rasterOp" value="maskPen"/>
    </inkml:brush>
  </inkml:definitions>
  <inkml:trace contextRef="#ctx0" brushRef="#br0">1220 181 5529 0 0,'-13'-22'890'0'0,"0"1"0"0"0,-2 0 0 0 0,0 1 0 0 0,-19-19 1 0 0,28 33-816 0 0,0 0 0 0 0,-1 1 1 0 0,0 0-1 0 0,1 0 0 0 0,-2 1 1 0 0,1 0-1 0 0,0 0 1 0 0,-1 1-1 0 0,0 0 0 0 0,0 0 1 0 0,0 1-1 0 0,0 0 1 0 0,0 0-1 0 0,0 1 0 0 0,-1 0 1 0 0,-10 0-1 0 0,2 2-2 0 0,1 0 0 0 0,-1 1-1 0 0,0 1 1 0 0,1 1 0 0 0,0 1-1 0 0,-27 10 1 0 0,-90 50-988 0 0,94-44 662 0 0,-40 21-34 0 0,1 4-1 0 0,2 4 0 0 0,-91 76 0 0 0,151-113 377 0 0,-37 32 512 0 0,2 1 0 0 0,-82 98-1 0 0,131-141-518 0 0,-1 0-1 0 0,0 1 0 0 0,1 0 1 0 0,0 0-1 0 0,0-1 0 0 0,0 1 1 0 0,0 1-1 0 0,1-1 0 0 0,0 0 1 0 0,-1 0-1 0 0,1 0 0 0 0,1 1 1 0 0,-1 7-1 0 0,1-9-51 0 0,0-1-1 0 0,1 1 1 0 0,0-1-1 0 0,-1 0 1 0 0,1 1-1 0 0,0-1 1 0 0,0 1-1 0 0,1-1 1 0 0,-1 0-1 0 0,0 0 1 0 0,1 0-1 0 0,-1 0 1 0 0,1 0-1 0 0,0 0 1 0 0,0 0-1 0 0,-1 0 1 0 0,1-1-1 0 0,0 1 1 0 0,1-1-1 0 0,-1 1 1 0 0,0-1-1 0 0,0 0 1 0 0,0 0-1 0 0,5 2 1 0 0,8 2 55 0 0,0 0 0 0 0,0-1 1 0 0,0-1-1 0 0,0 0 0 0 0,0-1 1 0 0,1-1-1 0 0,-1 0 0 0 0,1-1 1 0 0,21-3-1 0 0,18-5 195 0 0,69-18 0 0 0,-65 12-109 0 0,112-26 473 0 0,253-92-1 0 0,168-91-57 0 0,-416 171-1677 0 0,-234 69 858 0 0,2 2 0 0 0,-65 31 0 0 0,-108 66-1418 0 0,145-73 1492 0 0,-5 7-397 0 0,-143 104 0 0 0,-61 90-494 0 0,248-202 1030 0 0,-65 79 0 0 0,90-95 22 0 0,1 1 0 0 0,1 1-1 0 0,1 0 1 0 0,-23 55-1 0 0,37-75 52 0 0,0-1-1 0 0,1 1 1 0 0,0 0-1 0 0,0 0 1 0 0,1 0-1 0 0,0 0 1 0 0,1 0-1 0 0,-1 0 1 0 0,1 0-1 0 0,1 0 1 0 0,0 0-1 0 0,1 8 1 0 0,-1-12-47 0 0,1 0 0 0 0,-1 0 0 0 0,1 0 1 0 0,0 0-1 0 0,0 0 0 0 0,0 0 0 0 0,1 0 1 0 0,-1-1-1 0 0,1 1 0 0 0,0-1 0 0 0,0 0 1 0 0,0 0-1 0 0,0 0 0 0 0,1 0 0 0 0,-1-1 1 0 0,1 1-1 0 0,0-1 0 0 0,0 0 0 0 0,0 0 1 0 0,0 0-1 0 0,0 0 0 0 0,0-1 0 0 0,6 2 1 0 0,3-1-11 0 0,0 0 0 0 0,0 0 0 0 0,1-1 0 0 0,-1-1 0 0 0,0 0 0 0 0,0-1 0 0 0,0 0 0 0 0,16-4 0 0 0,105-33 1036 0 0,-101 28-580 0 0,102-38 800 0 0,243-123 0 0 0,-338 149-1252 0 0,-2-2 0 0 0,69-56-1 0 0,57-70-310 0 0,-159 145 193 0 0,0 1-1 0 0,-1-1 1 0 0,0 0 0 0 0,0-1-1 0 0,0 1 1 0 0,-1-1 0 0 0,0 0-1 0 0,0 0 1 0 0,2-6-1 0 0,-4 10 32 0 0,-1 1 0 0 0,0 0 1 0 0,1-1-1 0 0,-1 1 0 0 0,0 0 0 0 0,0-1 0 0 0,0 1 0 0 0,0-1 0 0 0,0 1 0 0 0,0 0 0 0 0,0-1 0 0 0,-1 1 0 0 0,1-1 0 0 0,0 1 0 0 0,-1 0 0 0 0,1 0 1 0 0,-1-1-1 0 0,-1-1 0 0 0,1 1 19 0 0,-1 1 0 0 0,1-1 1 0 0,-1 1-1 0 0,0 0 0 0 0,1 0 0 0 0,-1 0 1 0 0,0 0-1 0 0,0 0 0 0 0,1 0 1 0 0,-1 0-1 0 0,0 1 0 0 0,0-1 1 0 0,0 1-1 0 0,0-1 0 0 0,0 1 0 0 0,0 0 1 0 0,-3 0-1 0 0,-6-1-63 0 0,-1 2 1 0 0,0-1-1 0 0,1 1 0 0 0,-1 1 1 0 0,1 0-1 0 0,-1 1 0 0 0,1 0 1 0 0,-18 8-1 0 0,-87 46-848 0 0,90-42 694 0 0,-100 60-878 0 0,-216 173 0 0 0,137-113 1071 0 0,145-99-55 0 0,60-36 147 0 0,-24 17-21 0 0,22-16 39 0 0,1 0 0 0 0,0-1 1 0 0,0 1-1 0 0,0 0 0 0 0,0 0 1 0 0,0 0-1 0 0,0 0 0 0 0,1 0 1 0 0,-1 0-1 0 0,0 0 0 0 0,0 0 0 0 0,1 1 1 0 0,-1-1-1 0 0,0 0 0 0 0,1 0 1 0 0,0 0-1 0 0,-1 1 0 0 0,0 2 1 0 0,2-4-26 0 0,-1 1 1 0 0,1-1-1 0 0,-1 0 1 0 0,0 1-1 0 0,1-1 1 0 0,-1 1-1 0 0,1-1 1 0 0,-1 0-1 0 0,1 1 1 0 0,-1-1-1 0 0,1 0 1 0 0,0 1-1 0 0,-1-1 1 0 0,1 0-1 0 0,-1 0 1 0 0,1 0-1 0 0,0 1 1 0 0,-1-1-1 0 0,1 0 1 0 0,-1 0-1 0 0,1 0 1 0 0,0 0-1 0 0,-1 0 1 0 0,1 0-1 0 0,0 0 1 0 0,0-1-1 0 0,22-1-242 0 0,-19 1 228 0 0,52-9 1012 0 0,109-33 0 0 0,-70 15-293 0 0,93-19-215 0 0,85-24 78 0 0,-212 51 54 0 0,0-2 0 0 0,80-42-1 0 0,-75 29 784 0 0,91-64-1 0 0,-157 99-1387 0 0,0 0 0 0 0,-1 0-1 0 0,1-1 1 0 0,0 1 0 0 0,0 0-1 0 0,0 0 1 0 0,0 0 0 0 0,0 0-1 0 0,0 0 1 0 0,0 0 0 0 0,0 0-1 0 0,0 0 1 0 0,-1 0 0 0 0,1-1 0 0 0,0 1-1 0 0,0 0 1 0 0,0 0 0 0 0,0 0-1 0 0,0 0 1 0 0,0 0 0 0 0,0 0-1 0 0,0 0 1 0 0,0-1 0 0 0,0 1-1 0 0,0 0 1 0 0,0 0 0 0 0,0 0-1 0 0,0 0 1 0 0,0 0 0 0 0,0 0-1 0 0,0-1 1 0 0,0 1 0 0 0,0 0-1 0 0,0 0 1 0 0,0 0 0 0 0,0 0-1 0 0,0 0 1 0 0,0 0 0 0 0,1 0-1 0 0,-1-1 1 0 0,0 1 0 0 0,0 0-1 0 0,0 0 1 0 0,0 0 0 0 0,0 0-1 0 0,0 0 1 0 0,0 0 0 0 0,0 0-1 0 0,0 0 1 0 0,0 0 0 0 0,1 0-1 0 0,-1 0 1 0 0,0-1 0 0 0,0 1-1 0 0,0 0 1 0 0,0 0 0 0 0,0 0-1 0 0,0 0 1 0 0,1 0 0 0 0,-1 0-1 0 0,0 0 1 0 0,0 0 0 0 0,0 0-1 0 0,0 0 1 0 0,0 0 0 0 0,0 0-1 0 0,0 0 1 0 0,1 0 0 0 0,-1 0-1 0 0,-12 2-967 0 0</inkml:trace>
</inkml:ink>
</file>

<file path=ppt/ink/ink1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6:30.972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</inkml:brush>
  </inkml:definitions>
  <inkml:trace contextRef="#ctx0" brushRef="#br0">1240 160 5529 0 0,'-60'-3'-90'0'0,"-1"3"0"0"0,-72 10 0 0 0,52-3 0 0 0,-75 5 287 0 0,1 6 1 0 0,-225 57-1 0 0,340-65 53 0 0,1 3 0 0 0,0 1 0 0 0,-57 37 1475 0 0,96-51-1703 0 0,22 4 759 0 0,25-2 62 0 0,269-33 325 0 0,-280 26-1280 0 0,337-59 871 0 0,-147 22-69 0 0,510-98 692 0 0,-619 116-1157 0 0,-84 18-38 0 0,215-39 1183 0 0,-186 37-992 0 0,0 3-1 0 0,65 2 1 0 0,-95 6-250 0 0,-32-3-132 0 0,0 0 1 0 0,0 0-1 0 0,1 0 1 0 0,-1 0 0 0 0,0 0-1 0 0,0 1 1 0 0,0-1-1 0 0,1 0 1 0 0,-1 0 0 0 0,0 0-1 0 0,0 0 1 0 0,0 0-1 0 0,1 0 1 0 0,-1 0-1 0 0,0 0 1 0 0,0 0 0 0 0,0 1-1 0 0,0-1 1 0 0,1 0-1 0 0,-1 0 1 0 0,0 0 0 0 0,0 0-1 0 0,0 0 1 0 0,0 1-1 0 0,0-1 1 0 0,0 0-1 0 0,0 0 1 0 0,1 0 0 0 0,-1 1-1 0 0,0-1 1 0 0,0 0-1 0 0,0 0 1 0 0,0 0-1 0 0,0 1 1 0 0,0-1 0 0 0,0 0-1 0 0,0 0 1 0 0,0 0-1 0 0,0 1 1 0 0,-15 8-449 0 0,-61 22-836 0 0,-114 27-1 0 0,28-9 1046 0 0,-237 98-819 0 0,248-89 685 0 0,-32 14-266 0 0,4 8 0 0 0,-309 188 0 0 0,416-223 546 0 0,19-13-7 0 0,-89 71 0 0 0,136-98 104 0 0,0 1 1 0 0,1-1-1 0 0,-1 1 0 0 0,1 0 1 0 0,0 0-1 0 0,1 1 0 0 0,0 0 1 0 0,0-1-1 0 0,-5 15 0 0 0,8-19 1 0 0,0 0-1 0 0,1 1 1 0 0,-1-1-1 0 0,1 0 1 0 0,0 1-1 0 0,0-1 0 0 0,0 1 1 0 0,0-1-1 0 0,0 1 1 0 0,0-1-1 0 0,1 1 1 0 0,-1-1-1 0 0,1 0 1 0 0,-1 1-1 0 0,1-1 0 0 0,0 0 1 0 0,0 0-1 0 0,0 1 1 0 0,1-1-1 0 0,-1 0 1 0 0,0 0-1 0 0,1 0 0 0 0,-1 0 1 0 0,1-1-1 0 0,0 1 1 0 0,0 0-1 0 0,-1-1 1 0 0,1 1-1 0 0,0-1 1 0 0,0 0-1 0 0,1 1 0 0 0,-1-1 1 0 0,0 0-1 0 0,4 1 1 0 0,7 3 97 0 0,1 0 0 0 0,-1-1-1 0 0,1 0 1 0 0,-1-2 0 0 0,1 1 0 0 0,0-2 0 0 0,0 0 0 0 0,18-1 0 0 0,115-12 1442 0 0,-138 10-1418 0 0,201-34 1852 0 0,248-78 0 0 0,-233 54-1462 0 0,619-206 11 0 0,-815 256-514 0 0,5-3 11 0 0,-32 12 60 0 0,-3 1-12 0 0,-19 8-51 0 0,-1041 356-1263 0 0,1002-345 1173 0 0,-387 145-472 0 0,435-158 428 0 0,4-4-61 0 0,1 1 1 0 0,-1 0-1 0 0,1 0 0 0 0,0 0 1 0 0,0 1-1 0 0,1 0 1 0 0,-1 0-1 0 0,1 1 1 0 0,-10 10-1 0 0,15-15 159 0 0,0 1 0 0 0,0-1 1 0 0,-1 1-1 0 0,1 0 0 0 0,0-1 0 0 0,1 1 0 0 0,-1 0 0 0 0,0-1 0 0 0,0 1 0 0 0,0-1 1 0 0,0 1-1 0 0,0 0 0 0 0,0-1 0 0 0,1 1 0 0 0,-1-1 0 0 0,0 1 0 0 0,1-1 0 0 0,-1 1 0 0 0,0-1 1 0 0,1 1-1 0 0,-1-1 0 0 0,0 1 0 0 0,1-1 0 0 0,-1 1 0 0 0,1-1 0 0 0,-1 0 0 0 0,1 1 1 0 0,-1-1-1 0 0,1 0 0 0 0,-1 1 0 0 0,1-1 0 0 0,0 0 0 0 0,-1 0 0 0 0,1 1 0 0 0,-1-1 0 0 0,1 0 1 0 0,0 0-1 0 0,-1 0 0 0 0,1 0 0 0 0,0 0 0 0 0,30 8-363 0 0,-30-8 338 0 0,28 5-184 0 0,-1-2 1 0 0,1-1-1 0 0,41-2 0 0 0,87-16 894 0 0,-113 11-517 0 0,372-71 1777 0 0,-211 33-1398 0 0,66-15-271 0 0,72-14-121 0 0,-330 73 91 0 0,-18 7-161 0 0,-21 10-125 0 0,25-17 57 0 0,-373 190 103 0 0,209-114-62 0 0,-277 110-766 0 0,-43 22-70 0 0,442-187 855 0 0,-52 36 0 0 0,82-49-107 0 0,0 1 1 0 0,1 0 0 0 0,0 0 0 0 0,1 2-1 0 0,0-1 1 0 0,1 1 0 0 0,-17 27-1 0 0,25-38 49 0 0,1 1-1 0 0,0 0 1 0 0,0-1-1 0 0,0 1 0 0 0,1 0 1 0 0,-1 0-1 0 0,0 0 1 0 0,1-1-1 0 0,-1 1 1 0 0,1 0-1 0 0,0 0 0 0 0,-1 0 1 0 0,1 0-1 0 0,0 0 1 0 0,0 0-1 0 0,0 0 1 0 0,1 0-1 0 0,-1 0 0 0 0,0 0 1 0 0,1 0-1 0 0,-1 0 1 0 0,2 3-1 0 0,0-3-18 0 0,-1 0 1 0 0,1-1-1 0 0,0 1 0 0 0,0 0 0 0 0,0 0 0 0 0,0-1 1 0 0,0 1-1 0 0,0-1 0 0 0,0 0 0 0 0,0 1 0 0 0,1-1 1 0 0,-1 0-1 0 0,0-1 0 0 0,1 1 0 0 0,2 1 0 0 0,10 1-112 0 0,0-1 0 0 0,1 0 0 0 0,-1-1 0 0 0,24-2 0 0 0,31-3 509 0 0,0-4 1 0 0,95-22-1 0 0,136-52 1240 0 0,-138 36-1056 0 0,778-220 1195 0 0,-924 262-1732 0 0,-1 0 1 0 0,1 1-1 0 0,0 0 1 0 0,21 0 0 0 0,-27 7-89 0 0,-17 4-86 0 0,-16 7-109 0 0,22-15 258 0 0,-396 218-2661 0 0,-26 15 1481 0 0,310-169 1005 0 0,-138 89 377 0 0,223-133-212 0 0,1 0 1 0 0,1 2 0 0 0,1 1 0 0 0,1 1 0 0 0,1 1 0 0 0,-32 46 0 0 0,50-64-36 0 0,0-1 0 0 0,1 1 0 0 0,-1 0 0 0 0,1-1 0 0 0,1 1 0 0 0,-1 1-1 0 0,1-1 1 0 0,0 0 0 0 0,-1 14 0 0 0,3-18 17 0 0,0-1 1 0 0,0 1-1 0 0,1-1 0 0 0,-1 1 0 0 0,1-1 0 0 0,-1 1 1 0 0,1-1-1 0 0,0 0 0 0 0,0 1 0 0 0,0-1 0 0 0,0 0 1 0 0,0 1-1 0 0,1-1 0 0 0,-1 0 0 0 0,1 0 0 0 0,-1 0 1 0 0,1 0-1 0 0,0-1 0 0 0,0 1 0 0 0,0 0 0 0 0,0-1 1 0 0,0 1-1 0 0,0-1 0 0 0,0 0 0 0 0,0 0 0 0 0,1 1 0 0 0,-1-2 1 0 0,0 1-1 0 0,1 0 0 0 0,-1 0 0 0 0,1-1 0 0 0,2 1 1 0 0,15 3 173 0 0,0-1 1 0 0,0-1 0 0 0,0 0-1 0 0,36-3 1 0 0,84-15 871 0 0,-105 11-744 0 0,216-36 1260 0 0,124-14-508 0 0,-329 49-968 0 0,-31 3-68 0 0,0 1 1 0 0,0 0-1 0 0,1 1 0 0 0,-1 1 1 0 0,0 1-1 0 0,1 0 1 0 0,25 5-1 0 0,-40-6 16 0 0,0 0 0 0 0,0 1 1 0 0,-1-1-1 0 0,1 0 0 0 0,0 0 0 0 0,0 1 0 0 0,-1-1 1 0 0,1 0-1 0 0,0 1 0 0 0,0-1 0 0 0,-1 1 0 0 0,1-1 1 0 0,-1 1-1 0 0,1-1 0 0 0,0 1 0 0 0,-1 0 0 0 0,1-1 0 0 0,-1 1 1 0 0,0-1-1 0 0,1 1 0 0 0,-1 0 0 0 0,1 0 0 0 0,-1-1 1 0 0,0 1-1 0 0,1 0 0 0 0,-1 0 0 0 0,0-1 0 0 0,0 1 1 0 0,0 1-1 0 0,0 0-16 0 0,0 0 0 0 0,-1-1 0 0 0,1 1 0 0 0,-1 0 0 0 0,0-1 0 0 0,1 1 0 0 0,-1-1 1 0 0,0 1-1 0 0,0-1 0 0 0,0 1 0 0 0,0-1 0 0 0,-3 3 0 0 0,-5 5-40 0 0,0 0 1 0 0,-21 13-1 0 0,27-19 111 0 0,-75 47 53 0 0,-3-3-1 0 0,-123 52 0 0 0,-32 17-19 0 0,201-97-103 0 0,-112 68 28 0 0,128-74-38 0 0,0 1-1 0 0,2 0 1 0 0,-1 2 0 0 0,2 0 0 0 0,-19 23-1 0 0,35-39-9 0 0,-1 1 0 0 0,1-1-1 0 0,-1 1 1 0 0,1-1 0 0 0,-1 1 0 0 0,1 0-1 0 0,-1 0 1 0 0,1-1 0 0 0,0 1-1 0 0,-1 0 1 0 0,1-1 0 0 0,0 1-1 0 0,-1 0 1 0 0,1 0 0 0 0,0 0-1 0 0,0-1 1 0 0,0 1 0 0 0,0 0 0 0 0,0 0-1 0 0,0 0 1 0 0,0-1 0 0 0,0 1-1 0 0,0 0 1 0 0,0 0 0 0 0,1 0-1 0 0,-1-1 1 0 0,0 1 0 0 0,0 0 0 0 0,1 0-1 0 0,-1-1 1 0 0,1 2 0 0 0,0-1-6 0 0,1 1 0 0 0,0-1 1 0 0,-1 0-1 0 0,1 0 1 0 0,0 0-1 0 0,0 0 0 0 0,0 0 1 0 0,-1 0-1 0 0,1 0 1 0 0,0-1-1 0 0,0 1 0 0 0,3 0 1 0 0,9 1-16 0 0,0 0 0 0 0,24 0 0 0 0,-34-2 48 0 0,72-2 33 0 0,0-3-1 0 0,75-17 1 0 0,74-5 371 0 0,-213 26-381 0 0,63-3 369 0 0,136 8 0 0 0,-171 5-318 0 0,-40-9-71 0 0,1 0 0 0 0,0 0-1 0 0,-1 1 1 0 0,1-1 0 0 0,0 0 0 0 0,-1 1 0 0 0,1-1 0 0 0,-1 0 0 0 0,1 1-1 0 0,0-1 1 0 0,-1 1 0 0 0,1-1 0 0 0,-1 1 0 0 0,1-1 0 0 0,-1 1 0 0 0,0-1 0 0 0,1 1-1 0 0,-1-1 1 0 0,1 1 0 0 0,-1 0 0 0 0,0-1 0 0 0,0 1 0 0 0,1 0 0 0 0,-1-1-1 0 0,0 1 1 0 0,0 0 0 0 0,0-1 0 0 0,0 1 0 0 0,0 0 0 0 0,0-1 0 0 0,0 1 0 0 0,0 0-1 0 0,0-1 1 0 0,0 1 0 0 0,0 0 0 0 0,0 0 0 0 0,0-1 0 0 0,0 1 0 0 0,-1 0-1 0 0,1-1 1 0 0,0 1 0 0 0,-1-1 0 0 0,1 1 0 0 0,0 0 0 0 0,-1-1 0 0 0,1 1-1 0 0,-1-1 1 0 0,1 1 0 0 0,-1-1 0 0 0,1 1 0 0 0,-1-1 0 0 0,0 1 0 0 0,-15 15 53 0 0,0-2 0 0 0,0 1 0 0 0,-2-2 1 0 0,0-1-1 0 0,-20 12 0 0 0,-103 45 350 0 0,86-44-293 0 0,-312 177 446 0 0,363-200-555 0 0,-52 38 9 0 0,52-37-12 0 0,0 0 0 0 0,1 0 0 0 0,0 0 0 0 0,0 1 0 0 0,0 0 0 0 0,0 0 0 0 0,0-1-1 0 0,1 2 1 0 0,-1-1 0 0 0,1 0 0 0 0,-3 9 0 0 0,5-12-21 0 0,0 1 0 0 0,0-1 0 0 0,0 0-1 0 0,0 1 1 0 0,0-1 0 0 0,0 0 0 0 0,1 1-1 0 0,-1-1 1 0 0,0 0 0 0 0,1 0 0 0 0,-1 1-1 0 0,1-1 1 0 0,-1 0 0 0 0,1 0 0 0 0,0 0-1 0 0,-1 0 1 0 0,1 1 0 0 0,0-1 0 0 0,0 0-1 0 0,0 0 1 0 0,0-1 0 0 0,0 1 0 0 0,0 0-1 0 0,0 0 1 0 0,0 0 0 0 0,0-1 0 0 0,0 1-1 0 0,0 0 1 0 0,1-1 0 0 0,-1 1 0 0 0,0-1-1 0 0,0 0 1 0 0,1 1 0 0 0,-1-1 0 0 0,0 0-1 0 0,1 0 1 0 0,0 1 0 0 0,9 1-139 0 0,0-1 1 0 0,0 1-1 0 0,13-1 0 0 0,-22-1 156 0 0,245-16 46 0 0,-113 4 254 0 0,201 0 134 0 0,-263 13-423 0 0,-1 4 0 0 0,119 23-1 0 0,-183-26 64 0 0,-1-1 0 0 0,1 1-1 0 0,-1 0 1 0 0,1 1 0 0 0,-1-1-1 0 0,0 1 1 0 0,1 0 0 0 0,6 6-1 0 0,-11-8-13 0 0,-1 1-1 0 0,0-1 0 0 0,1 0 0 0 0,-1 1 0 0 0,0-1 0 0 0,0 1 1 0 0,0-1-1 0 0,0 1 0 0 0,-1 0 0 0 0,1-1 0 0 0,0 1 0 0 0,-1 0 1 0 0,1 0-1 0 0,-1 0 0 0 0,1-1 0 0 0,-1 1 0 0 0,0 0 0 0 0,0 0 1 0 0,0 0-1 0 0,0 0 0 0 0,0-1 0 0 0,0 1 0 0 0,0 0 0 0 0,-1 0 1 0 0,1 0-1 0 0,-1-1 0 0 0,1 1 0 0 0,-1 0 0 0 0,0 0 0 0 0,1-1 1 0 0,-1 1-1 0 0,0 0 0 0 0,0-1 0 0 0,-3 3 0 0 0,-3 6 66 0 0,0-1 0 0 0,-1 0 0 0 0,0 0 0 0 0,0-1-1 0 0,-1 0 1 0 0,-1 0 0 0 0,1-1 0 0 0,-1 0 0 0 0,-14 7-1 0 0,-10 3-190 0 0,-58 21-1 0 0,44-21-1475 0 0,-5-3-5554 0 0</inkml:trace>
</inkml:ink>
</file>

<file path=ppt/ink/ink1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6:32.836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</inkml:brush>
  </inkml:definitions>
  <inkml:trace contextRef="#ctx0" brushRef="#br0">275 305 5529 0 0,'3'-31'1237'0'0,"1"-1"0"0"0,1 1 0 0 0,2 0 0 0 0,25-76 4668 0 0,-33 106-5820 0 0,1 0 0 0 0,-1 1 0 0 0,1-1 0 0 0,-1 1 0 0 0,0-1 0 0 0,1 1-1 0 0,-1-1 1 0 0,0 1 0 0 0,1-1 0 0 0,-1 1 0 0 0,0-1 0 0 0,0 1 0 0 0,0 0 0 0 0,1-1 0 0 0,-1 1 0 0 0,0 0 0 0 0,0 0 0 0 0,0 0 0 0 0,0 0 0 0 0,1 0 0 0 0,-1 0-1 0 0,0 0 1 0 0,0 0 0 0 0,-1 0 0 0 0,-24 1-339 0 0,0 0-1 0 0,0 2 0 0 0,0 2 0 0 0,-48 13 0 0 0,17-4 342 0 0,246-54 464 0 0,-85 17-694 0 0,1 5-1 0 0,1 4 1 0 0,0 4-1 0 0,195 9 1 0 0,-297 1 164 0 0,48 7-52 0 0,-50-7 73 0 0,0 0 0 0 0,0 1 0 0 0,-1-1 0 0 0,1 0 0 0 0,0 1 0 0 0,0 0 0 0 0,-1-1 0 0 0,1 1 0 0 0,-1 0 0 0 0,1 0 0 0 0,-1 0 0 0 0,1 0 0 0 0,-1 0 0 0 0,1 0 0 0 0,-1 0 0 0 0,0 1 0 0 0,0-1 0 0 0,1 1 0 0 0,-1-1-1 0 0,0 0 1 0 0,0 1 0 0 0,0 0 0 0 0,-1-1 0 0 0,1 1 0 0 0,0 1 0 0 0,-1-1 57 0 0,0 0 0 0 0,0 0-1 0 0,0 0 1 0 0,-1 0-1 0 0,1 0 1 0 0,-1 0 0 0 0,0 0-1 0 0,0 0 1 0 0,1 0 0 0 0,-1 0-1 0 0,0-1 1 0 0,0 1 0 0 0,-1 0-1 0 0,1-1 1 0 0,0 1 0 0 0,-2 1-1 0 0,-29 26 530 0 0,22-20-410 0 0,-15 13-270 0 0,1 1-1 0 0,1 1 1 0 0,1 1-1 0 0,1 1 1 0 0,1 1-1 0 0,-19 36 0 0 0,26-39 53 0 0,-1 0 0 0 0,-2-1 0 0 0,0 0 0 0 0,-1-2 0 0 0,-1 0 0 0 0,-1 0 0 0 0,-1-2 0 0 0,-1-1 0 0 0,-30 21 0 0 0,36-26 105 0 0,9-7-50 0 0,8-3-64 0 0,45-9-290 0 0,1-3-1 0 0,-2-1 0 0 0,85-31 1 0 0,-76 22-6 0 0,-6 3-90 0 0,-9 2-1216 0 0,45-9 0 0 0,-129 50 423 0 0,-210 76 3226 0 0,201-87-2073 0 0,-1-2 0 0 0,-106 14 1 0 0,0-13 517 0 0,-179 21 17 0 0,321-34-633 0 0,-21 4-374 0 0,89-4 242 0 0,-10-6-17 0 0,-1-2-1 0 0,1-2 0 0 0,-2-1 1 0 0,46-17-1 0 0,15-3-72 0 0,-12 5 395 0 0,165-37 117 0 0,-203 54-354 0 0</inkml:trace>
</inkml:ink>
</file>

<file path=ppt/ink/ink1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6:52.01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 1 14283 0 0,'-1'4'8608'0'0,"4"13"-7230"0"0,6 22-2081 0 0,9 25 805 0 0,-3 0-1 0 0,-4 2 0 0 0,5 75 0 0 0,-6 201-287 0 0,-7-99 223 0 0,-2-212-111 0 0</inkml:trace>
</inkml:ink>
</file>

<file path=ppt/ink/ink1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6:52.49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89 128 7370 0 0,'7'-12'950'0'0,"1"-1"1"0"0,0 1 0 0 0,1 0 0 0 0,1 1 0 0 0,-1 0 0 0 0,2 1 0 0 0,-1 0 0 0 0,2 0-1 0 0,13-8 1 0 0,-23 16-898 0 0,0 1 1 0 0,1 0-1 0 0,-1 0 0 0 0,1 0 0 0 0,-1 1 0 0 0,1-1 1 0 0,-1 0-1 0 0,1 1 0 0 0,0 0 0 0 0,-1 0 0 0 0,1-1 1 0 0,0 2-1 0 0,-1-1 0 0 0,1 0 0 0 0,-1 0 0 0 0,1 1 1 0 0,0-1-1 0 0,-1 1 0 0 0,1 0 0 0 0,-1 0 0 0 0,1 0 1 0 0,-1 0-1 0 0,0 0 0 0 0,0 1 0 0 0,1-1 0 0 0,-1 1 1 0 0,0 0-1 0 0,0-1 0 0 0,0 1 0 0 0,0 0 0 0 0,-1 0 1 0 0,1 0-1 0 0,0 0 0 0 0,1 3 0 0 0,2 2-33 0 0,-1-1 0 0 0,0 1-1 0 0,0 0 1 0 0,-1 0-1 0 0,1 0 1 0 0,-1 0 0 0 0,-1 0-1 0 0,0 1 1 0 0,0-1-1 0 0,2 12 1 0 0,-4-3 27 0 0,-1-1-1 0 0,0 1 1 0 0,-1 0 0 0 0,-1-1 0 0 0,0 0-1 0 0,-1 0 1 0 0,0 0 0 0 0,-2 0-1 0 0,1-1 1 0 0,-2 1 0 0 0,0-1 0 0 0,-9 12-1 0 0,-16 23 457 0 0,-75 83-1 0 0,42-55 496 0 0,46-56-576 0 0,14-17-318 0 0,1 1-1 0 0,-1 0 1 0 0,1 0 0 0 0,0 0 0 0 0,1 0 0 0 0,-1 1-1 0 0,-3 7 1 0 0,11-11-63 0 0,-1-1-1 0 0,1 0 0 0 0,-1 1 1 0 0,1-2-1 0 0,0 1 0 0 0,-1 0 1 0 0,7-1-1 0 0,-5 1 32 0 0,137 20 103 0 0,66 12 303 0 0,-161-23-386 0 0,0 2 0 0 0,62 25-1 0 0,-66-18-690 0 0,-10-4-2739 0 0,49 14 0 0 0</inkml:trace>
</inkml:ink>
</file>

<file path=ppt/ink/ink1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6:52.83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23 43 11522 0 0,'-8'-14'513'0'0,"-7"-15"10488"0"0,24 47-10417 0 0,6 18-327 0 0,-1 1 0 0 0,-2 0 0 0 0,8 41 0 0 0,13 116-68 0 0,0-1-323 0 0,-24-154 148 0 0,1-2-1 0 0,2 1 1 0 0,18 35-1 0 0,-26-65-110 0 0,0 1 0 0 0,1-1-1 0 0,11 15 1 0 0,-13-20-314 0 0</inkml:trace>
</inkml:ink>
</file>

<file path=ppt/ink/ink1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6:53.55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89 95 7370 0 0,'-11'5'1417'0'0,"1"-1"0"0"0,-1 0-1 0 0,0-1 1 0 0,0-1 0 0 0,-24 3 0 0 0,65-12 3220 0 0,0-2-4052 0 0,284-41 1505 0 0,-33 7-3534 0 0,-238 36-1592 0 0,-34 6 1313 0 0</inkml:trace>
</inkml:ink>
</file>

<file path=ppt/ink/ink1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6:53.87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6 0 5985 0 0,'-5'2'13488'0'0,"10"0"-11236"0"0,1 2-3525 0 0,-4-2 1434 0 0,0 1 1 0 0,1-1-1 0 0,-1 1 0 0 0,0 0 0 0 0,0 0 0 0 0,0 0 0 0 0,-1 0 0 0 0,1 0 0 0 0,-1 0 0 0 0,0 1 1 0 0,2 5-1 0 0,5 40 303 0 0,-6-36-342 0 0,17 208 395 0 0,-9-80-388 0 0,1-64 141 0 0,-9-70-242 0 0,-1 0 0 0 0,1 0 0 0 0,1 0 0 0 0,0-1 1 0 0,-1 1-1 0 0,2-1 0 0 0,-1 1 0 0 0,8 9 0 0 0,-1-9-76 0 0,-6-7-192 0 0</inkml:trace>
</inkml:ink>
</file>

<file path=ppt/ink/ink1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6:57.62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62 111 7370 0 0,'-5'-5'673'0'0,"1"-1"0"0"0,0 1 0 0 0,1-1 0 0 0,-1 0 0 0 0,1 0 0 0 0,1 0 0 0 0,-4-9 0 0 0,4 8 396 0 0,-1 1 0 0 0,1 0 0 0 0,-1 0 0 0 0,0 0 1 0 0,-1 0-1 0 0,0 0 0 0 0,-5-6 0 0 0,16 55 1841 0 0,17 55-2827 0 0,-3 2-1 0 0,-5 0 0 0 0,-5 2 1 0 0,-1 160-1 0 0,-11-258-86 0 0,2 11-239 0 0,-2 1 0 0 0,0-1 0 0 0,-1 0-1 0 0,-1 0 1 0 0,-5 20 0 0 0,3-25-478 0 0</inkml:trace>
</inkml:ink>
</file>

<file path=ppt/ink/ink1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6:58.02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1 255 1840 0 0,'10'-37'1863'0'0,"-5"15"320"0"0,2 1-1 0 0,0-1 0 0 0,1 1 0 0 0,1 0 0 0 0,12-19 1 0 0,-17 34-1608 0 0,0 1 0 0 0,0-1 0 0 0,0 1 0 0 0,1 0 0 0 0,0 1 0 0 0,0-1 0 0 0,1 1-1 0 0,9-7 1 0 0,-9 8-511 0 0,1 0 0 0 0,-1 1 0 0 0,0-1 0 0 0,1 1 0 0 0,0 0 0 0 0,-1 1 0 0 0,1 0 0 0 0,0 0-1 0 0,0 0 1 0 0,7 1 0 0 0,-8 0-54 0 0,0 0-1 0 0,0 0 1 0 0,0 1-1 0 0,0 0 1 0 0,0 0-1 0 0,-1 0 1 0 0,1 1-1 0 0,0 0 1 0 0,-1 0-1 0 0,1 0 1 0 0,-1 1 0 0 0,0 0-1 0 0,0 0 1 0 0,0 0-1 0 0,0 1 1 0 0,-1-1-1 0 0,1 1 1 0 0,-1 0-1 0 0,0 1 1 0 0,0-1-1 0 0,0 1 1 0 0,-1 0-1 0 0,1-1 1 0 0,3 9-1 0 0,-4-5-17 0 0,1 1 0 0 0,-2-1 0 0 0,1 1-1 0 0,-1-1 1 0 0,0 1 0 0 0,-1 0-1 0 0,0 0 1 0 0,0-1 0 0 0,-1 1-1 0 0,0 0 1 0 0,-1 0 0 0 0,0 0-1 0 0,0 0 1 0 0,-1-1 0 0 0,-5 16 0 0 0,0-4-68 0 0,-1-1 1 0 0,-1 0-1 0 0,-1 0 1 0 0,-1-1 0 0 0,0 0-1 0 0,-15 17 1 0 0,-88 88-202 0 0,53-61 139 0 0,53-55 154 0 0,6-4 17 0 0,-1-1 0 0 0,0 0 0 0 0,1 1 0 0 0,0-1 1 0 0,-1 1-1 0 0,1 0 0 0 0,0 0 0 0 0,0 0 0 0 0,1 0 0 0 0,-1 0 0 0 0,1 0 0 0 0,-1 1 1 0 0,0 3-1 0 0,2-6-14 0 0,1 0 1 0 0,-1-1 0 0 0,1 1 0 0 0,0 0-1 0 0,-1 0 1 0 0,1-1 0 0 0,-1 1-1 0 0,1 0 1 0 0,0-1 0 0 0,0 1 0 0 0,-1-1-1 0 0,1 1 1 0 0,0-1 0 0 0,0 1-1 0 0,0-1 1 0 0,0 1 0 0 0,-1-1-1 0 0,1 0 1 0 0,0 0 0 0 0,0 1 0 0 0,0-1-1 0 0,0 0 1 0 0,2 0 0 0 0,22 4 203 0 0,38-5 308 0 0,100-12-1 0 0,28-2-1316 0 0,-154 18-1763 0 0</inkml:trace>
</inkml:ink>
</file>

<file path=ppt/ink/ink1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6:58.40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7 126 1376 0 0,'-1'-1'288'0'0,"0"-1"-1"0"0,0 1 0 0 0,0-1 1 0 0,1 0-1 0 0,-1 1 0 0 0,1-1 1 0 0,-1 0-1 0 0,1 1 0 0 0,-1-1 1 0 0,1 0-1 0 0,0 1 0 0 0,0-1 1 0 0,0 0-1 0 0,0 1 0 0 0,0-1 1 0 0,1 0-1 0 0,-1 1 0 0 0,0-1 1 0 0,1 0-1 0 0,0-2 0 0 0,1 0 307 0 0,0 0 0 0 0,0 0 0 0 0,1 0 0 0 0,-1 0 0 0 0,1 1 0 0 0,0-1 0 0 0,0 1 0 0 0,3-4 0 0 0,1 1 5 0 0,-1 1 1 0 0,1 0-1 0 0,0 0 0 0 0,1 0 0 0 0,-1 1 1 0 0,1 0-1 0 0,0 0 0 0 0,12-4 0 0 0,-13 6-476 0 0,0 1-1 0 0,0 0 1 0 0,0 0-1 0 0,0 0 1 0 0,0 1-1 0 0,0 0 1 0 0,0 1-1 0 0,0-1 1 0 0,0 1-1 0 0,0 1 1 0 0,0-1-1 0 0,12 5 1 0 0,-16-4-75 0 0,1 0 0 0 0,-1 0 0 0 0,0 0 0 0 0,0 0 0 0 0,-1 0 0 0 0,1 0 0 0 0,0 1-1 0 0,-1-1 1 0 0,1 1 0 0 0,-1 0 0 0 0,0 0 0 0 0,0 0 0 0 0,0 0 0 0 0,0 0 0 0 0,-1 0 0 0 0,1 1 0 0 0,-1-1 0 0 0,0 0 0 0 0,0 1 0 0 0,0-1 0 0 0,0 1 0 0 0,-1-1 0 0 0,1 1 0 0 0,-1 0 0 0 0,0-1 0 0 0,0 7-1 0 0,-2 5-57 0 0,0 1-1 0 0,0 0 0 0 0,-2-1 0 0 0,0 1 0 0 0,0-1 0 0 0,-11 23 0 0 0,-50 87-110 0 0,41-82 98 0 0,-1-1 2 0 0,16-28 118 0 0,1-1 0 0 0,0 1 0 0 0,1 1 0 0 0,0-1 0 0 0,1 1 0 0 0,-6 24 0 0 0,12-38-55 0 0,-1 1 1 0 0,1-1 0 0 0,0 0-1 0 0,0 1 1 0 0,0-1-1 0 0,0 0 1 0 0,0 1-1 0 0,0-1 1 0 0,0 0-1 0 0,0 1 1 0 0,1-1-1 0 0,-1 0 1 0 0,0 1-1 0 0,1-1 1 0 0,-1 0 0 0 0,1 0-1 0 0,0 1 1 0 0,-1-1-1 0 0,1 0 1 0 0,0 0-1 0 0,0 0 1 0 0,0 0-1 0 0,1 1 1 0 0,0 0-11 0 0,0-1 1 0 0,0 0-1 0 0,0-1 0 0 0,0 1 0 0 0,0 0 1 0 0,0-1-1 0 0,0 1 0 0 0,0-1 1 0 0,0 1-1 0 0,0-1 0 0 0,1 0 0 0 0,-1 0 1 0 0,3 0-1 0 0,8-2 35 0 0,1 0 1 0 0,-1-1-1 0 0,23-7 0 0 0,-28 7 10 0 0,106-39 136 0 0,7-3-2959 0 0,-90 36-4763 0 0</inkml:trace>
</inkml:ink>
</file>

<file path=ppt/ink/ink1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6:58.70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9 5 19180 0 0,'-5'-4'1815'0'0,"5"4"-1765"0"0,0 0 0 0 0,0 0 0 0 0,-1 0-1 0 0,1 0 1 0 0,0 0 0 0 0,0 0 0 0 0,0 0 0 0 0,0 1 0 0 0,-1-1 0 0 0,1 0 0 0 0,0 0 0 0 0,0 0 0 0 0,0 0-1 0 0,0 0 1 0 0,0 1 0 0 0,-1-1 0 0 0,1 0 0 0 0,0 0 0 0 0,0 0 0 0 0,0 0 0 0 0,0 1 0 0 0,0-1 0 0 0,0 0-1 0 0,0 0 1 0 0,0 0 0 0 0,0 1 0 0 0,0-1 0 0 0,0 0 0 0 0,0 0 0 0 0,0 0 0 0 0,0 1 0 0 0,0-1 0 0 0,0 0-1 0 0,0 0 1 0 0,0 0 0 0 0,0 1 0 0 0,0-1 0 0 0,0 0 0 0 0,0 0 0 0 0,0 0 0 0 0,1 0 0 0 0,-1 1-1 0 0,0-1 1 0 0,0 0 0 0 0,0 0 0 0 0,0 0 0 0 0,0 0 0 0 0,0 1 0 0 0,1-1 0 0 0,-1 0 0 0 0,20 60 379 0 0,-2 1 1 0 0,14 101-1 0 0,-18 60 285 0 0,-10-108-1985 0 0,6-1-5740 0 0,-6-81-415 0 0</inkml:trace>
</inkml:ink>
</file>

<file path=ppt/ink/ink1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6:58.98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18 100 13363 0 0,'-10'-50'2051'0'0,"3"0"3331"0"0,31 108-2630 0 0,56 261-1942 0 0,-29 7-107 0 0,-10-117-1532 0 0,-35-187 274 0 0</inkml:trace>
</inkml:ink>
</file>

<file path=ppt/ink/ink1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6:59.49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 11979 0 0,'0'0'1244'0'0,"2"0"-934"0"0,-1 0 1 0 0,0 1 0 0 0,0-1-1 0 0,0 1 1 0 0,0 0-1 0 0,0-1 1 0 0,0 1-1 0 0,0 0 1 0 0,0-1-1 0 0,0 1 1 0 0,0 0 0 0 0,0 0-1 0 0,-1 0 1 0 0,1 0-1 0 0,0 0 1 0 0,-1 0-1 0 0,1 0 1 0 0,0 0 0 0 0,-1 0-1 0 0,1 0 1 0 0,-1 2-1 0 0,11 25 1235 0 0,-11-27-1415 0 0,11 46 216 0 0,-3 1 0 0 0,-1 0 0 0 0,-3 0 0 0 0,-2 59 0 0 0,0-13-201 0 0,0-38-150 0 0,12 139 224 0 0,-10-169-313 0 0,1-1-1 0 0,0-1 1 0 0,2 1 0 0 0,1-1-1 0 0,18 38 1 0 0,-12-35-474 0 0</inkml:trace>
</inkml:ink>
</file>

<file path=ppt/ink/ink1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7:00.64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13 113 5985 0 0,'0'0'126'0'0,"0"0"-1"0"0,-1 0 0 0 0,1 1 1 0 0,0-1-1 0 0,-1 0 0 0 0,1 0 1 0 0,-1 0-1 0 0,1 0 0 0 0,0 1 1 0 0,-1-1-1 0 0,1 0 0 0 0,0 0 1 0 0,-1 0-1 0 0,1 0 0 0 0,-1 0 1 0 0,1 0-1 0 0,0 0 0 0 0,-1 0 1 0 0,1 0-1 0 0,-1 0 1 0 0,1 0-1 0 0,0 0 0 0 0,-1-1 1 0 0,1 1-1 0 0,-1 0 0 0 0,1 0 1 0 0,0 0-1 0 0,-1 0 0 0 0,1-1 1 0 0,0 1-1 0 0,-1 0 0 0 0,1 0 1 0 0,0-1-1 0 0,-1 1 0 0 0,10-12 2315 0 0,19-11-347 0 0,-7 11-1267 0 0,0 1 0 0 0,1 1 0 0 0,0 0 0 0 0,0 2 0 0 0,38-9 0 0 0,-46 14-715 0 0,-1 1 0 0 0,1 0 0 0 0,-1 1-1 0 0,1 0 1 0 0,0 1 0 0 0,0 1 0 0 0,0 0 0 0 0,-1 1 0 0 0,1 0 0 0 0,-1 1-1 0 0,16 6 1 0 0,-26-8-102 0 0,1 0 0 0 0,-1 1 0 0 0,1-1 0 0 0,-1 1-1 0 0,0 0 1 0 0,0 0 0 0 0,1 0 0 0 0,-1 0 0 0 0,-1 1 0 0 0,1-1-1 0 0,0 1 1 0 0,0 0 0 0 0,-1 0 0 0 0,0-1 0 0 0,0 2 0 0 0,1-1 0 0 0,-2 0-1 0 0,1 0 1 0 0,0 1 0 0 0,-1-1 0 0 0,2 6 0 0 0,-2-4-13 0 0,-1 0 1 0 0,1 0-1 0 0,-1 0 0 0 0,-1 0 1 0 0,1 0-1 0 0,-1 0 1 0 0,0 0-1 0 0,0 0 1 0 0,0 0-1 0 0,-1 0 0 0 0,1-1 1 0 0,-1 1-1 0 0,0 0 1 0 0,-1-1-1 0 0,-4 8 1 0 0,-9 11-77 0 0,-1 0 1 0 0,0-1 0 0 0,-32 30-1 0 0,-68 50-94 0 0,-8 9 878 0 0,124-111-672 0 0,0 1 0 0 0,0 0 0 0 0,1-1 1 0 0,-1 1-1 0 0,0 0 0 0 0,0-1 1 0 0,1 1-1 0 0,-1 0 0 0 0,1 0 0 0 0,-1 0 1 0 0,1-1-1 0 0,-1 1 0 0 0,1 0 0 0 0,-1 0 1 0 0,1 0-1 0 0,0 0 0 0 0,-1 0 0 0 0,1 0 1 0 0,0 0-1 0 0,0 0 0 0 0,0 0 1 0 0,0 0-1 0 0,0 0 0 0 0,0 0 0 0 0,0 2 1 0 0,1-2-7 0 0,0 0 1 0 0,0 0 0 0 0,-1 0 0 0 0,1 0-1 0 0,0-1 1 0 0,0 1 0 0 0,0 0 0 0 0,0-1-1 0 0,1 1 1 0 0,-1 0 0 0 0,0-1-1 0 0,0 1 1 0 0,0-1 0 0 0,0 0 0 0 0,1 1-1 0 0,-1-1 1 0 0,2 0 0 0 0,11 2 116 0 0,-1-1-1 0 0,27-2 1 0 0,-33 1-83 0 0,127-9 494 0 0,38-1-2690 0 0,-154 10-5684 0 0</inkml:trace>
</inkml:ink>
</file>

<file path=ppt/ink/ink1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7:01.18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67 33 5817 0 0,'-5'-3'654'0'0,"-1"0"0"0"0,1 0-1 0 0,-1 1 1 0 0,0-1 0 0 0,0 1-1 0 0,0 0 1 0 0,-20-6 8787 0 0,45 6-8790 0 0,11-1 267 0 0,37 1-1 0 0,-58 2-867 0 0,-1 1-1 0 0,0 0 0 0 0,1 0 0 0 0,-1 1 1 0 0,0 0-1 0 0,0 0 0 0 0,0 1 0 0 0,0 0 1 0 0,9 6-1 0 0,-15-8-49 0 0,0 1 0 0 0,0-1 0 0 0,-1 1 0 0 0,1-1 0 0 0,-1 1 0 0 0,1 0 0 0 0,-1 0 0 0 0,0-1 0 0 0,0 1 0 0 0,0 0 0 0 0,0 0 0 0 0,0 0 0 0 0,0 1 0 0 0,0-1 0 0 0,-1 0 0 0 0,1 0 0 0 0,-1 0 0 0 0,0 0 0 0 0,1 1 0 0 0,-1-1 0 0 0,0 0 0 0 0,0 0 0 0 0,-1 1 0 0 0,1-1 0 0 0,0 0 0 0 0,-1 0 0 0 0,1 0 0 0 0,-1 1 0 0 0,0-1 0 0 0,0 0 0 0 0,-1 3 0 0 0,-4 9-18 0 0,-1 0 1 0 0,0-1 0 0 0,-12 18-1 0 0,17-27 7 0 0,-21 29-29 0 0,13-21 22 0 0,1 1-1 0 0,1 0 1 0 0,0 1-1 0 0,0-1 0 0 0,-8 26 1 0 0,16-38 16 0 0,0 1 1 0 0,-1 0-1 0 0,1 0 1 0 0,0 0-1 0 0,0 0 1 0 0,1 0 0 0 0,-1-1-1 0 0,0 1 1 0 0,0 0-1 0 0,1 0 1 0 0,-1 0-1 0 0,1 0 1 0 0,0-1-1 0 0,0 1 1 0 0,-1 0-1 0 0,1-1 1 0 0,0 1-1 0 0,0-1 1 0 0,1 1-1 0 0,-1-1 1 0 0,0 1 0 0 0,0-1-1 0 0,1 0 1 0 0,-1 1-1 0 0,1-1 1 0 0,-1 0-1 0 0,3 1 1 0 0,6 5-21 0 0,1-1-1 0 0,0 0 1 0 0,14 5 0 0 0,-5-3-18 0 0,-17-6 12 0 0,23 11-82 0 0,-2 0 0 0 0,25 19 1 0 0,-44-29 106 0 0,0 1 0 0 0,0-1 0 0 0,0 1 0 0 0,-1 1 0 0 0,0-1 0 0 0,0 0 1 0 0,0 1-1 0 0,0 0 0 0 0,-1 0 0 0 0,1 0 0 0 0,-1 1 0 0 0,-1-1 0 0 0,1 1 0 0 0,-1-1 0 0 0,0 1 1 0 0,2 7-1 0 0,-4-9 11 0 0,0 1 0 0 0,-1-1 0 0 0,1 1 0 0 0,-1-1 0 0 0,0 1 0 0 0,0-1 0 0 0,0 1 0 0 0,0-1 0 0 0,-1 0 0 0 0,0 0 0 0 0,0 1 1 0 0,0-1-1 0 0,0-1 0 0 0,-1 1 0 0 0,1 0 0 0 0,-1 0 0 0 0,0-1 0 0 0,0 0 0 0 0,-1 0 0 0 0,1 1 0 0 0,-1-2 0 0 0,-6 6 0 0 0,-7 3 155 0 0,0-1 0 0 0,0 0 0 0 0,-34 12 0 0 0,37-16-435 0 0,-2-1 0 0 0,1 0 0 0 0,-1-1 0 0 0,-22 2 0 0 0,6-4-7383 0 0</inkml:trace>
</inkml:ink>
</file>

<file path=ppt/ink/ink1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7:04.97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235 416 456 0 0,'-7'-5'295'0'0,"0"-1"-1"0"0,0 0 1 0 0,1-1-1 0 0,0 1 1 0 0,0-1-1 0 0,0-1 1 0 0,1 1-1 0 0,-4-9 1 0 0,-32-68 2100 0 0,37 75-2165 0 0,-26-72 2791 0 0,24 61-1562 0 0,-1 0-1 0 0,-1 0 1 0 0,-1 0-1 0 0,0 1 1 0 0,-2 0-1 0 0,-14-20 1 0 0,24 37-1268 0 0,0 1 0 0 0,0-1-1 0 0,-1 1 1 0 0,1 0 0 0 0,0 0 0 0 0,0 0 0 0 0,0 0 0 0 0,-1 0 0 0 0,1 0 0 0 0,-1 0 0 0 0,1 0 0 0 0,-4-1 0 0 0,5 2-155 0 0,0 0 0 0 0,0 0 0 0 0,-1 0 0 0 0,1 0 0 0 0,0 1 0 0 0,-1-1 0 0 0,1 0 0 0 0,0 0 0 0 0,-1 0 0 0 0,1 1 0 0 0,0-1 0 0 0,0 0 0 0 0,0 0 0 0 0,-1 1 0 0 0,1-1 0 0 0,0 0 0 0 0,0 1 0 0 0,0-1 0 0 0,-1 0 1 0 0,1 1-1 0 0,0-1 0 0 0,0 0 0 0 0,0 1 0 0 0,0-1 0 0 0,0 0 0 0 0,0 1 0 0 0,0-1 0 0 0,0 0 0 0 0,0 1 0 0 0,0-1 0 0 0,0 0 0 0 0,0 1 0 0 0,0-1 0 0 0,0 0 0 0 0,0 1 0 0 0,9 48 502 0 0,-7-40-557 0 0,121 520 280 0 0,-63-285-175 0 0,-19-85-1179 0 0,-37-141-134 0 0,-2-1-4144 0 0</inkml:trace>
</inkml:ink>
</file>

<file path=ppt/ink/ink1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7:05.32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1 275 3225 0 0,'1'-16'631'0'0,"1"1"0"0"0,0 0 0 0 0,2 0 0 0 0,-1 1 0 0 0,2-1 0 0 0,0 1 0 0 0,1 0 0 0 0,0 0 0 0 0,1 1 0 0 0,1-1 0 0 0,0 1 0 0 0,1 1 0 0 0,18-22 0 0 0,-21 28-282 0 0,1 1 0 0 0,-1 0 0 0 0,1-1 0 0 0,0 2 0 0 0,1-1 0 0 0,-1 1 0 0 0,1 0 0 0 0,0 1 0 0 0,-1 0 0 0 0,2 0 0 0 0,-1 1 0 0 0,0 0 0 0 0,0 0 0 0 0,1 1 0 0 0,-1 0 0 0 0,14 0 1 0 0,-16 1-256 0 0,0 1 1 0 0,-1 0 0 0 0,1 0-1 0 0,-1 0 1 0 0,1 0-1 0 0,-1 1 1 0 0,0 0 0 0 0,1 0-1 0 0,-1 0 1 0 0,0 1 0 0 0,0 0-1 0 0,-1 0 1 0 0,1 0 0 0 0,0 0-1 0 0,-1 1 1 0 0,0 0 0 0 0,0 0-1 0 0,0 0 1 0 0,0 0 0 0 0,-1 1-1 0 0,0-1 1 0 0,0 1 0 0 0,0 0-1 0 0,0 0 1 0 0,3 9 0 0 0,-1 2-83 0 0,-1 0 1 0 0,0 1 0 0 0,-1-1 0 0 0,-1 1-1 0 0,0 0 1 0 0,-2 0 0 0 0,1-1-1 0 0,-4 19 1 0 0,-1 2 18 0 0,-1 0 0 0 0,-17 56-1 0 0,-29 52-229 0 0,-7 27-39 0 0,58-172 264 0 0,0 1-1 0 0,0-1 1 0 0,-1 1-1 0 0,1 0 1 0 0,0-1-1 0 0,0 1 1 0 0,0-1-1 0 0,0 1 1 0 0,0 0-1 0 0,0-1 1 0 0,0 1-1 0 0,0 0 1 0 0,0-1-1 0 0,0 1 1 0 0,0-1-1 0 0,0 1 1 0 0,0 0-1 0 0,0-1 1 0 0,0 1-1 0 0,1 0 1 0 0,-1-1-1 0 0,0 1 1 0 0,1-1-1 0 0,-1 1 1 0 0,0-1-1 0 0,1 1 1 0 0,-1-1-1 0 0,0 1 1 0 0,1-1-1 0 0,-1 1 1 0 0,1-1-1 0 0,-1 1 1 0 0,2 0-1 0 0,-1-1 43 0 0,1 0-1 0 0,0 0 1 0 0,0 0-1 0 0,-1 0 0 0 0,1 0 1 0 0,0 0-1 0 0,-1 0 0 0 0,1 0 1 0 0,0 0-1 0 0,0-1 0 0 0,-1 1 1 0 0,3-2-1 0 0,50-24 835 0 0,-52 25-910 0 0,8-5-10 0 0,18-10 283 0 0,31-14 1 0 0,-49 27-530 0 0,-1-1 0 0 0,1 1 0 0 0,0 0 0 0 0,0 1 0 0 0,0 0 0 0 0,0 1 0 0 0,17 0 0 0 0,0 3-7370 0 0</inkml:trace>
</inkml:ink>
</file>

<file path=ppt/ink/ink1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7:05.60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13 48 18436 0 0,'-13'-44'3523'0'0,"14"40"-2078"0"0,7 30-961 0 0,15 73 93 0 0,19 169 0 0 0,-18-85-1635 0 0,15-4-5633 0 0,-31-149-752 0 0</inkml:trace>
</inkml:ink>
</file>

<file path=ppt/ink/ink1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7:05.79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15 194 8754 0 0,'-2'-1'56'0'0,"1"0"1"0"0,0 0 0 0 0,0 0-1 0 0,0 0 1 0 0,0 0 0 0 0,0 0-1 0 0,1 0 1 0 0,-1-1-1 0 0,0 1 1 0 0,0 0 0 0 0,1 0-1 0 0,-1-1 1 0 0,1 1-1 0 0,-1 0 1 0 0,1-1 0 0 0,-1 1-1 0 0,1-1 1 0 0,0 1-1 0 0,0 0 1 0 0,0-1 0 0 0,0 1-1 0 0,0-1 1 0 0,0-2-1 0 0,2 0 196 0 0,0 1-1 0 0,0-1 1 0 0,0 1-1 0 0,0 0 1 0 0,0 0-1 0 0,1-1 0 0 0,5-4 1 0 0,3-4-41 0 0,0 1 0 0 0,0 0 0 0 0,1 1 0 0 0,1 0 0 0 0,0 1 0 0 0,0 0 1 0 0,1 1-1 0 0,0 1 0 0 0,0 0 0 0 0,1 1 0 0 0,0 0 0 0 0,0 1 0 0 0,0 1 0 0 0,1 1 0 0 0,-1 0 0 0 0,1 1 0 0 0,26-1 0 0 0,35 1-147 0 0,-54 1-64 0 0</inkml:trace>
</inkml:ink>
</file>

<file path=ppt/ink/ink1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7:06.03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119 17 5065 0 0,'-1'-4'860'0'0,"-10"2"1145"0"0,-10 1 915 0 0,17 1-2549 0 0,1 1-1 0 0,-1 0 1 0 0,1 0-1 0 0,0 0 1 0 0,0 0-1 0 0,0 0 1 0 0,-1 1-1 0 0,1-1 1 0 0,0 1-1 0 0,1 0 1 0 0,-1 0-1 0 0,0 0 1 0 0,0 0-1 0 0,1 0 1 0 0,-1 1-1 0 0,1-1 0 0 0,-3 4 1 0 0,2-1-137 0 0,-1 1 0 0 0,1 0 0 0 0,0 0 0 0 0,1 0 0 0 0,-1 0 0 0 0,1 0 0 0 0,0 0 0 0 0,-1 12 0 0 0,1-8-180 0 0,1-1 1 0 0,0 1-1 0 0,1 0 1 0 0,0-1-1 0 0,0 1 0 0 0,1 0 1 0 0,1-1-1 0 0,0 1 1 0 0,0 0-1 0 0,0-1 1 0 0,1 0-1 0 0,6 12 0 0 0,-5-15-3 0 0,-1-1-1 0 0,1 1 1 0 0,0-1 0 0 0,1 0-1 0 0,-1 0 1 0 0,1-1-1 0 0,0 1 1 0 0,0-1-1 0 0,1 0 1 0 0,-1-1 0 0 0,1 1-1 0 0,0-1 1 0 0,0 0-1 0 0,0-1 1 0 0,12 4-1 0 0,-14-5-17 0 0,-1 0-1 0 0,1 0 1 0 0,-1-1 0 0 0,1 0-1 0 0,-1 0 1 0 0,1 0-1 0 0,-1 0 1 0 0,1 0-1 0 0,-1-1 1 0 0,1 1-1 0 0,-1-1 1 0 0,0 0-1 0 0,1 0 1 0 0,-1-1-1 0 0,0 1 1 0 0,1 0-1 0 0,-1-1 1 0 0,0 0-1 0 0,0 0 1 0 0,-1 0-1 0 0,1 0 1 0 0,0 0-1 0 0,-1-1 1 0 0,1 1-1 0 0,-1-1 1 0 0,0 0-1 0 0,1 1 1 0 0,-1-1-1 0 0,-1 0 1 0 0,1 0 0 0 0,1-4-1 0 0,1-1-19 0 0,-1 0 1 0 0,-1-1-1 0 0,1 1 0 0 0,-1 0 1 0 0,-1-1-1 0 0,0 0 0 0 0,0 1 1 0 0,0-1-1 0 0,-1 0 0 0 0,-1 1 1 0 0,1-1-1 0 0,-1 0 0 0 0,-1 1 1 0 0,0-1-1 0 0,0 1 0 0 0,-3-9 1 0 0,2 10-23 0 0,1 0 0 0 0,-2 0 1 0 0,1 0-1 0 0,0 1 0 0 0,-1-1 1 0 0,0 1-1 0 0,-1 0 0 0 0,0 0 1 0 0,1 1-1 0 0,-2-1 0 0 0,1 1 1 0 0,-1 0-1 0 0,1 0 0 0 0,-2 1 1 0 0,1 0-1 0 0,0 0 0 0 0,-1 0 1 0 0,1 1-1 0 0,-10-3 0 0 0,-2 3-1560 0 0,-2 2-5838 0 0</inkml:trace>
</inkml:ink>
</file>

<file path=ppt/ink/ink1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7:06.30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27 33 13827 0 0,'-3'-7'607'0'0,"-11"-18"5421"0"0,14 25-5976 0 0,-1 0 1 0 0,1 0 0 0 0,0 0-1 0 0,0 0 1 0 0,0 0-1 0 0,0 0 1 0 0,0 0 0 0 0,-1 0-1 0 0,1 0 1 0 0,0 0-1 0 0,0 0 1 0 0,0 0 0 0 0,0 0-1 0 0,0 0 1 0 0,-1 0 0 0 0,1 0-1 0 0,0 0 1 0 0,0 0-1 0 0,0 0 1 0 0,0 0 0 0 0,-1 0-1 0 0,0 1 632 0 0,1-1-631 0 0,-4 17 412 0 0,4 38-67 0 0,2 0 0 0 0,2 0 0 0 0,13 58 0 0 0,-9-60-355 0 0,29 163 57 0 0,-27-169-394 0 0,3 0 0 0 0,27 67 0 0 0,-27-85-415 0 0</inkml:trace>
</inkml:ink>
</file>

<file path=ppt/ink/ink1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7:06.49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5 176 15203 0 0,'0'0'36'0'0,"0"0"-1"0"0,0 0 1 0 0,0 0-1 0 0,-1-1 1 0 0,1 1-1 0 0,0 0 1 0 0,0 0-1 0 0,-1 0 0 0 0,1 0 1 0 0,0 0-1 0 0,0 0 1 0 0,0-1-1 0 0,-1 1 1 0 0,1 0-1 0 0,0 0 1 0 0,0 0-1 0 0,0-1 1 0 0,0 1-1 0 0,0 0 1 0 0,0 0-1 0 0,-1 0 1 0 0,1-1-1 0 0,0 1 1 0 0,0 0-1 0 0,0 0 0 0 0,0 0 1 0 0,0-1-1 0 0,0 1 1 0 0,0 0-1 0 0,0 0 1 0 0,0-1-1 0 0,0 1 1 0 0,0 0-1 0 0,0 0 1 0 0,0-1-1 0 0,0 1 1 0 0,0 0-1 0 0,0 0 1 0 0,0-1-1 0 0,0 1 1 0 0,0 0-1 0 0,1 0 0 0 0,9-14 644 0 0,18-9-219 0 0,-25 21-320 0 0,24-18 668 0 0,1 2 0 0 0,47-24 0 0 0,-49 30-3704 0 0,41-12-1 0 0,-22 11-3387 0 0</inkml:trace>
</inkml:ink>
</file>

<file path=ppt/ink/ink1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7:06.76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23 64 11522 0 0,'-1'0'164'0'0,"0"0"0"0"0,0 0 0 0 0,0 0-1 0 0,0 0 1 0 0,0 0 0 0 0,0-1-1 0 0,0 1 1 0 0,0 0 0 0 0,1-1-1 0 0,-1 1 1 0 0,0-1 0 0 0,0 1-1 0 0,0-1 1 0 0,0 0 0 0 0,0 1 0 0 0,1-1-1 0 0,-1 0 1 0 0,0 1 0 0 0,1-1-1 0 0,-1 0 1 0 0,0 0 0 0 0,1 0-1 0 0,-1 1 1 0 0,1-1 0 0 0,-1 0-1 0 0,1 0 1 0 0,0 0 0 0 0,-1 0 0 0 0,1 0-1 0 0,0 0 1 0 0,0 0 0 0 0,0 0-1 0 0,-1 0 1 0 0,1-2 0 0 0,1 1 143 0 0,0 0-1 0 0,0 0 1 0 0,-1 0 0 0 0,1 0 0 0 0,1 0 0 0 0,-1 0 0 0 0,0 0 0 0 0,0 1 0 0 0,1-1 0 0 0,-1 0-1 0 0,1 1 1 0 0,-1-1 0 0 0,1 1 0 0 0,0 0 0 0 0,-1-1 0 0 0,4-1 0 0 0,-4 3-495 0 0,0-1 1 0 0,0 0-1 0 0,0 0 1 0 0,1 0-1 0 0,-1 1 1 0 0,0-1-1 0 0,0 0 1 0 0,1 1-1 0 0,-1-1 1 0 0,0 1-1 0 0,1 0 1 0 0,-1-1-1 0 0,1 1 1 0 0,-1 0-1 0 0,0 0 1 0 0,1 0-1 0 0,-1 0 0 0 0,1 0 1 0 0,-1 0-1 0 0,0 0 1 0 0,1 0-1 0 0,-1 1 1 0 0,1-1-1 0 0,-1 1 1 0 0,0-1-1 0 0,1 1 1 0 0,-1-1-1 0 0,0 1 1 0 0,0 0-1 0 0,1-1 1 0 0,-1 1-1 0 0,0 0 1 0 0,0 0-1 0 0,0 0 1 0 0,0 0-1 0 0,1 2 1 0 0,1 1-528 0 0,-1 0 0 0 0,0 0 0 0 0,0 0 0 0 0,0 1 0 0 0,0-1 0 0 0,-1 1 0 0 0,0-1 0 0 0,0 1-1 0 0,1 8 1 0 0,0 5 457 0 0</inkml:trace>
</inkml:ink>
</file>

<file path=ppt/ink/ink1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7:06.88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 61 3681 0 0,'0'2'213'0'0,"-1"-1"0"0"0,1 1 1 0 0,-1 0-1 0 0,1-1 0 0 0,0 1 1 0 0,-1 0-1 0 0,1 0 0 0 0,0-1 1 0 0,0 1-1 0 0,1 0 0 0 0,-1 0 1 0 0,0-1-1 0 0,0 1 0 0 0,1 0 1 0 0,-1-1-1 0 0,1 1 0 0 0,1 2 1 0 0,-2-3-7 0 0,1-1 1 0 0,0 1 0 0 0,-1-1 0 0 0,1 1 0 0 0,0-1-1 0 0,0 0 1 0 0,-1 1 0 0 0,1-1 0 0 0,0 0-1 0 0,0 1 1 0 0,-1-1 0 0 0,1 0 0 0 0,0 0 0 0 0,0 0-1 0 0,0 0 1 0 0,0 0 0 0 0,-1 0 0 0 0,1 0 0 0 0,0 0-1 0 0,0 0 1 0 0,0 0 0 0 0,-1 0 0 0 0,1-1-1 0 0,2 1 1 0 0,30-18 4033 0 0,-15 4-4769 0 0,32-35 664 0 0,-34 32-136 0 0</inkml:trace>
</inkml:ink>
</file>

<file path=ppt/ink/ink1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7:07.11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91 67 7370 0 0,'-11'-14'-445'0'0,"-17"-20"4791"0"0,26 32-3833 0 0,1 0-1 0 0,-1 1 0 0 0,1-1 0 0 0,-1 1 1 0 0,0 0-1 0 0,0-1 0 0 0,0 1 1 0 0,0 0-1 0 0,0 0 0 0 0,0 0 1 0 0,0 0-1 0 0,0 1 0 0 0,0-1 1 0 0,0 0-1 0 0,-3 1 0 0 0,5 0-418 0 0,-1 0 0 0 0,0 0 0 0 0,0 0 0 0 0,1 0 0 0 0,-1 1 1 0 0,0-1-1 0 0,1 0 0 0 0,-1 1 0 0 0,0-1 0 0 0,1 0 0 0 0,-1 1 0 0 0,0-1 0 0 0,1 1 0 0 0,-1-1 0 0 0,1 1 0 0 0,-1 0 0 0 0,1-1 0 0 0,-1 1 0 0 0,1-1 0 0 0,0 1 1 0 0,-1 0-1 0 0,1-1 0 0 0,0 1 0 0 0,-1 0 0 0 0,1-1 0 0 0,0 1 0 0 0,0 0 0 0 0,-1 0 0 0 0,1 0 0 0 0,-3 26 247 0 0,3-23-159 0 0,0 72 270 0 0,13 109 1 0 0,-3-81-222 0 0,-4-4-67 0 0,18 164-8 0 0,-16-220-416 0 0,1 1 0 0 0,2-1 0 0 0,30 78 0 0 0,-20-74-2405 0 0,-13-30-4808 0 0</inkml:trace>
</inkml:ink>
</file>

<file path=ppt/ink/ink1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7:07.42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0 281 5529 0 0,'3'-13'707'0'0,"-1"1"-1"0"0,2-1 0 0 0,0 1 1 0 0,0 0-1 0 0,12-24 1 0 0,38-52 3099 0 0,-48 80-3315 0 0,0 0 1 0 0,0 0-1 0 0,1 0 0 0 0,1 1 1 0 0,-1-1-1 0 0,1 2 1 0 0,0-1-1 0 0,1 1 1 0 0,8-5-1 0 0,-11 9-285 0 0,-1-1-1 0 0,1 1 0 0 0,-1 0 1 0 0,1 0-1 0 0,0 0 0 0 0,0 1 1 0 0,0 0-1 0 0,0 0 1 0 0,0 0-1 0 0,0 1 0 0 0,0 0 1 0 0,0 0-1 0 0,0 1 0 0 0,0-1 1 0 0,0 1-1 0 0,10 3 0 0 0,-13-2-175 0 0,0-1-1 0 0,0 1 0 0 0,0 0 0 0 0,0 0 1 0 0,0 0-1 0 0,0 0 0 0 0,-1 1 0 0 0,1-1 1 0 0,-1 1-1 0 0,0 0 0 0 0,1-1 1 0 0,-1 1-1 0 0,0 0 0 0 0,-1 0 0 0 0,1 0 1 0 0,0 1-1 0 0,-1-1 0 0 0,0 0 0 0 0,0 1 1 0 0,0-1-1 0 0,0 1 0 0 0,0-1 0 0 0,-1 1 1 0 0,1-1-1 0 0,-1 7 0 0 0,0 10-29 0 0,0-1 0 0 0,-1 1 0 0 0,-5 23 0 0 0,6-41 4 0 0,-10 48 56 0 0,-3 1 1 0 0,-22 58-1 0 0,20-71-70 0 0,3 0 1 0 0,1 0-1 0 0,2 1 1 0 0,-8 78-1 0 0,16-112 12 0 0,1-1-1 0 0,0 1 1 0 0,0-1 0 0 0,0 0-1 0 0,0 1 1 0 0,1-1 0 0 0,0 0-1 0 0,0 1 1 0 0,0-1 0 0 0,1 0-1 0 0,-1 0 1 0 0,1 0 0 0 0,0 0-1 0 0,0 0 1 0 0,0 0 0 0 0,1 0-1 0 0,-1-1 1 0 0,1 1 0 0 0,0-1-1 0 0,0 0 1 0 0,0 0 0 0 0,0 0-1 0 0,1 0 1 0 0,-1 0 0 0 0,1-1-1 0 0,0 0 1 0 0,-1 1 0 0 0,1-2-1 0 0,0 1 1 0 0,0 0 0 0 0,1-1 0 0 0,-1 1-1 0 0,0-1 1 0 0,0 0 0 0 0,1-1-1 0 0,-1 1 1 0 0,1-1 0 0 0,-1 0-1 0 0,0 0 1 0 0,1 0 0 0 0,-1-1-1 0 0,5 0 1 0 0,5-2-230 0 0,-1 0 0 0 0,0 0 1 0 0,0-2-1 0 0,0 0 0 0 0,0 0 1 0 0,-1-1-1 0 0,17-11 0 0 0,-8 5-7336 0 0</inkml:trace>
</inkml:ink>
</file>

<file path=ppt/ink/ink1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7:07.64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15 0 8290 0 0,'-7'2'7573'0'0,"4"8"-4539"0"0,1 16-1786 0 0,2-22-493 0 0,-2 43-32 0 0,2-1-1 0 0,2 1 1 0 0,2 0-1 0 0,2-1 1 0 0,3 0-1 0 0,14 50 1 0 0,-14-76-1202 0 0,0 0 0 0 0,20 31 0 0 0,-24-44-301 0 0,8 16-7750 0 0</inkml:trace>
</inkml:ink>
</file>

<file path=ppt/ink/ink1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7:08.19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11 8 10594 0 0,'-8'-8'6533'0'0,"7"8"-6366"0"0,-1 15 2417 0 0,5 23-1252 0 0,57 203 260 0 0,-8-42-589 0 0,-20-73-2742 0 0,-20-93-6164 0 0</inkml:trace>
</inkml:ink>
</file>

<file path=ppt/ink/ink1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7:08.41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11 12443 0 0,'1'-10'6784'0'0,"3"19"-2989"0"0,-1 1-4596 0 0,33 256 4166 0 0,-1-9-3128 0 0,6-91-7435 0 0,-26-125-809 0 0</inkml:trace>
</inkml:ink>
</file>

<file path=ppt/ink/ink1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7:08.66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 1 17972 0 0,'-3'5'2929'0'0,"5"15"-1977"0"0,3 21-392 0 0,44 152 897 0 0,4 14-962 0 0,-8-16-2449 0 0,-34-150-6086 0 0</inkml:trace>
</inkml:ink>
</file>

<file path=ppt/ink/ink1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7:09.00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0 130 10594 0 0,'1'-5'353'0'0,"0"0"-1"0"0,0 1 0 0 0,0-1 0 0 0,1 1 1 0 0,0 0-1 0 0,-1-1 0 0 0,1 1 1 0 0,1 0-1 0 0,-1 0 0 0 0,1 0 1 0 0,-1 0-1 0 0,6-4 0 0 0,0-1 582 0 0,0 0-1 0 0,1 0 1 0 0,15-12-1 0 0,-20 19-775 0 0,0-1 0 0 0,1 1 0 0 0,-1-1 1 0 0,1 1-1 0 0,-1 0 0 0 0,1 1 0 0 0,0-1 0 0 0,0 1 0 0 0,0 0 0 0 0,-1 0 1 0 0,1 1-1 0 0,0-1 0 0 0,0 1 0 0 0,0 0 0 0 0,0 0 0 0 0,0 1 0 0 0,0-1 1 0 0,0 1-1 0 0,0 0 0 0 0,0 1 0 0 0,5 1 0 0 0,-7-1-146 0 0,1-1 1 0 0,0 1-1 0 0,-1 0 0 0 0,1 0 0 0 0,-1 1 0 0 0,0-1 1 0 0,0 1-1 0 0,0-1 0 0 0,0 1 0 0 0,0 0 0 0 0,0 0 1 0 0,-1 1-1 0 0,0-1 0 0 0,1 0 0 0 0,-1 1 1 0 0,0-1-1 0 0,-1 1 0 0 0,1 0 0 0 0,-1 0 0 0 0,1-1 1 0 0,-1 1-1 0 0,0 0 0 0 0,-1 0 0 0 0,1 0 0 0 0,-1 0 1 0 0,0 4-1 0 0,0 7-22 0 0,-1-1-1 0 0,-1 0 1 0 0,-1 0 0 0 0,0 0 0 0 0,0-1 0 0 0,-8 19 0 0 0,-41 78-747 0 0,35-78 624 0 0,2 0-1 0 0,-14 42 1 0 0,25-61 145 0 0,1-1 1 0 0,0 0 0 0 0,1 0-1 0 0,0 1 1 0 0,1 0 0 0 0,0 22 0 0 0,2-31 28 0 0,-1 0 0 0 0,1 0 0 0 0,0 0 1 0 0,0 0-1 0 0,0 0 0 0 0,1-1 1 0 0,-1 1-1 0 0,1 0 0 0 0,0-1 1 0 0,0 1-1 0 0,0-1 0 0 0,1 1 1 0 0,-1-1-1 0 0,1 0 0 0 0,-1 0 0 0 0,1 0 1 0 0,0-1-1 0 0,0 1 0 0 0,1-1 1 0 0,-1 1-1 0 0,0-1 0 0 0,1 0 1 0 0,0-1-1 0 0,-1 1 0 0 0,5 1 1 0 0,2 0 8 0 0,-1 0 1 0 0,1-1 0 0 0,-1 0-1 0 0,1 0 1 0 0,0-1 0 0 0,0 0-1 0 0,-1-1 1 0 0,1 0 0 0 0,0-1 0 0 0,0 0-1 0 0,-1-1 1 0 0,1 1 0 0 0,12-5-1 0 0,8-5-69 0 0,0-1 0 0 0,48-28-1 0 0,-13 7-1305 0 0,-39 21-6530 0 0</inkml:trace>
</inkml:ink>
</file>

<file path=ppt/ink/ink1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7:09.35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32 63 1840 0 0,'-2'-1'80'0'0,"0"1"1"0"0,0-1-1 0 0,0 0 0 0 0,0 1 0 0 0,0-1 0 0 0,0 0 0 0 0,0-1 0 0 0,1 1 0 0 0,-13-24 10727 0 0,28 2-1356 0 0,-13 23-8954 0 0,2-2-1 0 0,22-2-2013 0 0,-20 4 1528 0 0,1 1 0 0 0,-1 0 0 0 0,1 0 0 0 0,-1 0-1 0 0,0 0 1 0 0,1 1 0 0 0,-1 0 0 0 0,0 0-1 0 0,0 1 1 0 0,0-1 0 0 0,-1 1 0 0 0,1 0-1 0 0,-1 0 1 0 0,8 7 0 0 0,-6-4 15 0 0,0 1-1 0 0,-1 0 1 0 0,1 1 0 0 0,-2-1 0 0 0,1 1-1 0 0,-1 0 1 0 0,0 0 0 0 0,4 10-1 0 0,1 13 51 0 0,-1 0-1 0 0,-2 0 0 0 0,5 60 0 0 0,-11-90-75 0 0,1 19 40 0 0,6 39 289 0 0,-7-56-306 0 0,1 0 0 0 0,0 0 0 0 0,-1 0 1 0 0,1 0-1 0 0,0 0 0 0 0,1 0 0 0 0,-1 0 1 0 0,1 0-1 0 0,-1 0 0 0 0,1-1 0 0 0,0 1 1 0 0,0-1-1 0 0,0 1 0 0 0,3 2 0 0 0,-4-5 44 0 0,0 1 1 0 0,1-1-1 0 0,-1 1 0 0 0,0-1 0 0 0,0 0 0 0 0,1 0 0 0 0,-1 0 0 0 0,0 0 0 0 0,0 0 0 0 0,1 0 0 0 0,-1 0 0 0 0,0 0 0 0 0,0 0 0 0 0,1-1 0 0 0,-1 1 0 0 0,0-1 0 0 0,0 1 0 0 0,0 0 0 0 0,0-1 0 0 0,0 0 1 0 0,1 1-1 0 0,-1-1 0 0 0,0 0 0 0 0,0 0 0 0 0,1-1 0 0 0,27-24 476 0 0,-26 23-444 0 0,29-30-114 0 0,50-46 759 0 0,-68 68-3221 0 0,0 1 0 0 0,21-12-1 0 0,6 1-5853 0 0</inkml:trace>
</inkml:ink>
</file>

<file path=ppt/ink/ink1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7:23.82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365 250 6913 0 0,'55'-48'753'0'0,"-27"25"-1873"0"0,-1-1-1 0 0,-1-1 1 0 0,40-51 0 0 0,-65 74 1087 0 0,0 1 0 0 0,0-1 1 0 0,1 1-1 0 0,-1-1 1 0 0,0 1-1 0 0,-1-1 0 0 0,1 0 1 0 0,0 0-1 0 0,0 1 1 0 0,-1-1-1 0 0,1 0 0 0 0,-1 0 1 0 0,0 0-1 0 0,1 1 1 0 0,-1-1-1 0 0,0 0 0 0 0,0 0 1 0 0,0 0-1 0 0,-1-3 1 0 0,1 4 8 0 0,-1 0 1 0 0,0 0-1 0 0,0 0 0 0 0,0 0 1 0 0,1 0-1 0 0,-1 0 1 0 0,0 0-1 0 0,0 0 1 0 0,0 1-1 0 0,0-1 0 0 0,0 0 1 0 0,0 1-1 0 0,-1-1 1 0 0,1 1-1 0 0,0-1 1 0 0,0 1-1 0 0,0-1 0 0 0,-1 1 1 0 0,1 0-1 0 0,0 0 1 0 0,-2-1-1 0 0,-8 1-29 0 0,0 0 0 0 0,1 0 0 0 0,-1 1 0 0 0,0 0 0 0 0,-12 3 0 0 0,-59 17 85 0 0,-139 55 0 0 0,132-43-32 0 0,4-4 0 0 0</inkml:trace>
</inkml:ink>
</file>

<file path=ppt/ink/ink1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7:25.08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240 135 6913 0 0,'-23'4'46'0'0,"-37"10"785"0"0,57-13-997 0 0,-1 1 0 0 0,0-1 0 0 0,1 1 0 0 0,-1 0 0 0 0,1 0 0 0 0,0 0 0 0 0,0 0 0 0 0,-1 1 0 0 0,2-1 0 0 0,-1 1 0 0 0,0 0 0 0 0,-4 6 0 0 0,6-9 143 0 0,1 1 0 0 0,-1-1 0 0 0,1 1 0 0 0,0-1 0 0 0,-1 1 0 0 0,1-1 1 0 0,0 1-1 0 0,0-1 0 0 0,-1 1 0 0 0,1 0 0 0 0,0-1 0 0 0,0 1 0 0 0,0-1 0 0 0,0 1 0 0 0,0 0 1 0 0,0-1-1 0 0,0 1 0 0 0,0-1 0 0 0,0 1 0 0 0,0 0 0 0 0,0-1 0 0 0,0 1 0 0 0,0-1 0 0 0,0 1 0 0 0,1-1 1 0 0,-1 1-1 0 0,0 0 0 0 0,0-1 0 0 0,1 1 0 0 0,-1-1 0 0 0,1 1 0 0 0,0 0 18 0 0,0 0 0 0 0,1 0 0 0 0,-1 0-1 0 0,0 0 1 0 0,1-1 0 0 0,-1 1 0 0 0,1-1-1 0 0,-1 1 1 0 0,1-1 0 0 0,-1 1 0 0 0,4-1 0 0 0,44 2 307 0 0,-48-2-307 0 0,75-8 1202 0 0,101-24 0 0 0,-24 3-237 0 0,847-113-282 0 0,-996 141-672 0 0,1 0 37 0 0,0 1 0 0 0,0-1 0 0 0,0 1-1 0 0,0 0 1 0 0,0 0 0 0 0,0 0-1 0 0,6 2 1 0 0,-9 3 414 0 0,-9 2-181 0 0,-10 3 68 0 0,17-10-341 0 0,-115 56 1425 0 0,-151 50 0 0 0,-130 14-566 0 0,352-109-844 0 0,15-5-6 0 0,0 2-1 0 0,1 1 1 0 0,-29 14-1 0 0,101-28-1450 0 0,151-47-1318 0 0,-61 13 2458 0 0,122-33 1214 0 0,124-30 1265 0 0,-284 81-1422 0 0,192-16 0 0 0,-277 37-714 0 0,-7-1-24 0 0,1 0 0 0 0,-1 1 0 0 0,0 0 1 0 0,1 0-1 0 0,-1 0 0 0 0,1 0 1 0 0,-1 1-1 0 0,1-1 0 0 0,-1 1 1 0 0,0 1-1 0 0,8 2 0 0 0,-12-4-24 0 0,0 1-1 0 0,1-1 0 0 0,-1 1 1 0 0,0-1-1 0 0,0 1 1 0 0,0-1-1 0 0,0 1 0 0 0,1-1 1 0 0,-1 1-1 0 0,0-1 1 0 0,0 1-1 0 0,0-1 0 0 0,0 1 1 0 0,0-1-1 0 0,0 1 1 0 0,-1-1-1 0 0,1 1 0 0 0,0-1 1 0 0,0 1-1 0 0,0-1 1 0 0,0 1-1 0 0,0-1 0 0 0,-1 1 1 0 0,1-1-1 0 0,0 0 1 0 0,-1 1-1 0 0,1-1 0 0 0,0 1 1 0 0,-1-1-1 0 0,1 0 1 0 0,0 1-1 0 0,-1-1 0 0 0,1 0 1 0 0,0 1-1 0 0,-1-1 1 0 0,1 0-1 0 0,-1 1 0 0 0,-19 15-294 0 0,18-15 276 0 0,-62 42-1215 0 0,-127 63 1 0 0,-81 15-774 0 0,235-106 1861 0 0,-335 140-1120 0 0,-502 226 480 0 0,849-369 789 0 0,-102 53 62 0 0,105-52-22 0 0,0 1 1 0 0,2 1 0 0 0,-29 25-1 0 0,48-39-34 0 0,0-1-1 0 0,0 1 1 0 0,0 0-1 0 0,1 0 0 0 0,-1-1 1 0 0,0 1-1 0 0,0 0 1 0 0,1 0-1 0 0,-1 0 1 0 0,1 0-1 0 0,-1 0 0 0 0,1 0 1 0 0,-1 0-1 0 0,1 0 1 0 0,-1 0-1 0 0,1 0 0 0 0,0 0 1 0 0,0 0-1 0 0,-1 0 1 0 0,1 0-1 0 0,0 0 1 0 0,0 2-1 0 0,1-2-1 0 0,-1-1-1 0 0,1 1 1 0 0,-1 0 0 0 0,1 0 0 0 0,-1-1-1 0 0,1 1 1 0 0,0 0 0 0 0,-1-1 0 0 0,1 1-1 0 0,0-1 1 0 0,-1 1 0 0 0,1-1 0 0 0,0 1-1 0 0,0-1 1 0 0,0 1 0 0 0,0-1 0 0 0,-1 0 0 0 0,1 0-1 0 0,0 1 1 0 0,1-1 0 0 0,6 1-115 0 0,1 0-1 0 0,-1 0 1 0 0,0 0 0 0 0,11-2 0 0 0,31-5-546 0 0,-1-3-1 0 0,0-2 1 0 0,82-29 0 0 0,-45 13 570 0 0,940-262 7769 0 0,-805 230-5952 0 0,-179 51-1331 0 0,1 1 0 0 0,0 2 0 0 0,53 1-1 0 0,-60 9-102 0 0,-36-5-294 0 0,1 0-1 0 0,-1 0 1 0 0,1 0 0 0 0,0 0-1 0 0,-1 0 1 0 0,1 0 0 0 0,-1 1-1 0 0,1-1 1 0 0,-1 0-1 0 0,1 1 1 0 0,-1-1 0 0 0,1 0-1 0 0,-1 1 1 0 0,1-1 0 0 0,-1 0-1 0 0,1 1 1 0 0,-1-1 0 0 0,1 1-1 0 0,-1-1 1 0 0,0 1 0 0 0,1-1-1 0 0,-1 1 1 0 0,0-1-1 0 0,1 1 1 0 0,-1 0 0 0 0,0-1-1 0 0,0 1 1 0 0,0-1 0 0 0,0 1-1 0 0,1 0 1 0 0,-1-1 0 0 0,0 1-1 0 0,0-1 1 0 0,0 1 0 0 0,0 0-1 0 0,0-1 1 0 0,0 1-1 0 0,-1-1 1 0 0,1 1 0 0 0,0 0-1 0 0,0-1 1 0 0,0 1 0 0 0,0-1-1 0 0,-1 1 1 0 0,1 0 0 0 0,0-1-1 0 0,-1 1 1 0 0,1-1 0 0 0,0 1-1 0 0,-1-1 1 0 0,0 1-1 0 0,-9 11-115 0 0,-2-1 0 0 0,1-1-1 0 0,-1 0 1 0 0,-1 0-1 0 0,1-1 1 0 0,-16 7-1 0 0,-3 4-77 0 0,-319 189 53 0 0,178-111 161 0 0,-431 273-21 0 0,541-330 131 0 0,-43 29 406 0 0,90-59-446 0 0,0 2 1 0 0,1 0-1 0 0,0 0 0 0 0,-15 21 0 0 0,26-31-46 0 0,1-1 0 0 0,0 1 0 0 0,0 0 0 0 0,0 1 0 0 0,0-1 0 0 0,0 0-1 0 0,1 1 1 0 0,0-1 0 0 0,-1 1 0 0 0,1-1 0 0 0,1 1 0 0 0,-1-1 0 0 0,0 1 0 0 0,1 0-1 0 0,0-1 1 0 0,0 1 0 0 0,0 6 0 0 0,1-7-50 0 0,0 0 0 0 0,0-1-1 0 0,1 1 1 0 0,-1 0 0 0 0,1-1 0 0 0,-1 1 0 0 0,1-1-1 0 0,0 0 1 0 0,0 1 0 0 0,0-1 0 0 0,0 0 0 0 0,1 0-1 0 0,-1 0 1 0 0,0 0 0 0 0,1-1 0 0 0,-1 1 0 0 0,1-1 0 0 0,0 0-1 0 0,-1 1 1 0 0,1-1 0 0 0,0 0 0 0 0,3 0 0 0 0,12 4-154 0 0,0 0 0 0 0,1-2 0 0 0,-1 0 1 0 0,1-1-1 0 0,33-1 0 0 0,96-13-436 0 0,-119 9 514 0 0,131-17 740 0 0,89-9 451 0 0,-197 26-760 0 0,1 2 1 0 0,91 10 0 0 0,-133-7-298 0 0,-1-1-1 0 0,1 2 1 0 0,-1-1-1 0 0,1 1 1 0 0,-1 1 0 0 0,11 5-1 0 0,-18-7-56 0 0,-1-1 0 0 0,1 0-1 0 0,-1 1 1 0 0,0 0-1 0 0,1 0 1 0 0,-1-1-1 0 0,0 1 1 0 0,0 0-1 0 0,0 1 1 0 0,0-1 0 0 0,-1 0-1 0 0,1 1 1 0 0,-1-1-1 0 0,1 1 1 0 0,-1-1-1 0 0,0 1 1 0 0,0-1-1 0 0,0 1 1 0 0,0 0-1 0 0,0 0 1 0 0,-1 0 0 0 0,1-1-1 0 0,-1 1 1 0 0,0 0-1 0 0,0 0 1 0 0,0 0-1 0 0,0 5 1 0 0,-3 4-3 0 0,0 0 1 0 0,-1 0-1 0 0,0-1 1 0 0,-1 1-1 0 0,0-1 0 0 0,-1 0 1 0 0,0 0-1 0 0,0-1 1 0 0,-1 0-1 0 0,-13 14 1 0 0,-13 13 195 0 0,-47 39 1 0 0,66-63-112 0 0,-177 137 598 0 0,22-20-170 0 0,163-125-490 0 0,-1 1 21 0 0,0 0-1 0 0,1 0 1 0 0,0 0 0 0 0,-10 14-1 0 0,15-19-34 0 0,1-1 0 0 0,-1 1-1 0 0,0 0 1 0 0,1 0 0 0 0,-1 1-1 0 0,1-1 1 0 0,-1 0 0 0 0,1 0-1 0 0,0 0 1 0 0,-1 0 0 0 0,1 0-1 0 0,0 0 1 0 0,0 1-1 0 0,0-1 1 0 0,0 0 0 0 0,0 0-1 0 0,0 0 1 0 0,0 0 0 0 0,0 1-1 0 0,0-1 1 0 0,1 0 0 0 0,-1 0-1 0 0,0 0 1 0 0,1 0-1 0 0,-1 0 1 0 0,1 0 0 0 0,-1 0-1 0 0,1 0 1 0 0,-1 0 0 0 0,1 0-1 0 0,0 0 1 0 0,0 0 0 0 0,-1 0-1 0 0,1 0 1 0 0,0 0 0 0 0,0-1-1 0 0,0 1 1 0 0,0 0-1 0 0,0-1 1 0 0,0 1 0 0 0,0-1-1 0 0,0 1 1 0 0,0-1 0 0 0,2 1-1 0 0,7 3-132 0 0,0 0 0 0 0,0-1 0 0 0,1-1 0 0 0,-1 1 0 0 0,1-2 0 0 0,0 1 0 0 0,0-2 0 0 0,14 0 0 0 0,90-10-909 0 0,-96 7 963 0 0,57-8-344 0 0,-27 3 536 0 0,81-3 0 0 0,-127 10-97 0 0,0 1 0 0 0,0 0-1 0 0,0 1 1 0 0,0-1 0 0 0,0 0-1 0 0,0 1 1 0 0,-1 0 0 0 0,1 0 0 0 0,0-1-1 0 0,0 2 1 0 0,-1-1 0 0 0,1 0 0 0 0,-1 0-1 0 0,4 3 1 0 0,-5-3-22 0 0,0 0 1 0 0,-1 0-1 0 0,1 0 0 0 0,0 1 1 0 0,-1-1-1 0 0,1 0 0 0 0,-1 0 1 0 0,0 0-1 0 0,1 1 0 0 0,-1-1 1 0 0,0 0-1 0 0,0 0 0 0 0,0 0 1 0 0,0 1-1 0 0,0-1 0 0 0,0 0 1 0 0,0 1-1 0 0,0-1 0 0 0,0 0 1 0 0,0 0-1 0 0,-1 0 0 0 0,1 1 1 0 0,-1-1-1 0 0,1 0 0 0 0,-1 0 0 0 0,1 0 1 0 0,-1 0-1 0 0,1 0 0 0 0,-1 0 1 0 0,0 0-1 0 0,0 0 0 0 0,0 0 1 0 0,0 0-1 0 0,-1 1 0 0 0,-13 15 46 0 0,0 0-1 0 0,-1-1 0 0 0,-1-1 1 0 0,-22 16-1 0 0,-79 47 929 0 0,111-74-910 0 0,-93 49 438 0 0,39-22-221 0 0,86-30-760 0 0,19-6-53 0 0,117-34-2872 0 0,-85 19 2274 0 0,79-10 0 0 0,-144 28 1149 0 0,29-4 163 0 0,0 1 1 0 0,1 3-1 0 0,-1 1 0 0 0,54 5 1 0 0,-91-4-103 0 0,-1 1 0 0 0,1-1 0 0 0,0 0 0 0 0,-1 1 1 0 0,1 0-1 0 0,0-1 0 0 0,-1 1 0 0 0,1 0 0 0 0,-1 0 1 0 0,0 1-1 0 0,1-1 0 0 0,-1 0 0 0 0,0 1 0 0 0,1 0 1 0 0,-1-1-1 0 0,0 1 0 0 0,0 0 0 0 0,-1 0 0 0 0,1 0 1 0 0,0 0-1 0 0,-1 0 0 0 0,1 1 0 0 0,1 3 0 0 0,-2-3-9 0 0,-1 0-1 0 0,0-1 1 0 0,0 1-1 0 0,0 0 1 0 0,0 0-1 0 0,-1 0 1 0 0,1 0-1 0 0,-1-1 1 0 0,1 1-1 0 0,-1 0 1 0 0,0 0-1 0 0,0-1 1 0 0,0 1-1 0 0,-1-1 1 0 0,1 1-1 0 0,0-1 1 0 0,-1 1-1 0 0,0-1 1 0 0,0 0-1 0 0,1 0 1 0 0,-1 0-1 0 0,-4 3 1 0 0,-32 29 374 0 0,-2-1 0 0 0,-1-3 0 0 0,-1-1 0 0 0,-58 30 0 0 0,36-21-287 0 0,-190 102 159 0 0,0 1-541 0 0,244-135 102 0 0,-31 21-382 0 0,39-26 433 0 0,0 0 0 0 0,1 1 0 0 0,-1-1 0 0 0,0 1 0 0 0,1-1 0 0 0,-1 1 0 0 0,1 0 0 0 0,-1 0 0 0 0,1 0 0 0 0,0-1 0 0 0,0 1 0 0 0,0 0 0 0 0,0 1 0 0 0,0-1 0 0 0,1 0 0 0 0,-1 0 0 0 0,0 3 0 0 0,1-3-6 0 0,1-1-1 0 0,-1 1 1 0 0,1 0 0 0 0,-1-1 0 0 0,1 1-1 0 0,0-1 1 0 0,-1 1 0 0 0,1-1 0 0 0,0 1 0 0 0,0-1-1 0 0,0 0 1 0 0,0 1 0 0 0,1-1 0 0 0,-1 0-1 0 0,0 0 1 0 0,1 0 0 0 0,-1 0 0 0 0,0 0-1 0 0,1 0 1 0 0,-1 0 0 0 0,4 1 0 0 0,37 15-753 0 0,-37-16 698 0 0,210 53-392 0 0,-83-24 1300 0 0,138 50 1005 0 0,-230-65-1389 0 0,-1 2 0 0 0,-1 2-1 0 0,0 1 1 0 0,55 40 0 0 0,-85-55-274 0 0,0 1 0 0 0,-1 1 0 0 0,0 0 0 0 0,0 0-1 0 0,-1 0 1 0 0,0 0 0 0 0,0 1 0 0 0,-1 0 0 0 0,1 1 0 0 0,-2-1 0 0 0,6 14 0 0 0,-7-14-40 0 0,-1-1 1 0 0,-1 1-1 0 0,1 0 0 0 0,-1-1 1 0 0,-1 1-1 0 0,1 0 0 0 0,-1 0 0 0 0,-1 0 1 0 0,1 0-1 0 0,-1-1 0 0 0,-1 1 1 0 0,0 0-1 0 0,0-1 0 0 0,-5 13 1 0 0,-14 28 205 0 0,-1 2-813 0 0</inkml:trace>
</inkml:ink>
</file>

<file path=ppt/ink/ink1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5:16.6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33 722 7370 0 0,'-10'-2'732'0'0,"8"2"-286"0"0,1 0 0 0 0,-1-1 1 0 0,0 1-1 0 0,1 0 0 0 0,-1-1 1 0 0,1 1-1 0 0,-1-1 0 0 0,1 0 1 0 0,-1 1-1 0 0,1-1 0 0 0,0 0 1 0 0,-3-2-1 0 0,4 2-267 0 0,0 0-1 0 0,1 0 0 0 0,-1 0 1 0 0,1 0-1 0 0,0 0 1 0 0,-1-1-1 0 0,1 1 1 0 0,0 0-1 0 0,-1 1 0 0 0,1-1 1 0 0,0 0-1 0 0,0 0 1 0 0,0 0-1 0 0,0 0 1 0 0,0 1-1 0 0,0-1 0 0 0,0 0 1 0 0,1 0-1 0 0,15-11 132 0 0,1 0 0 0 0,-1 1 0 0 0,2 1-1 0 0,-1 1 1 0 0,2 1 0 0 0,37-12-1 0 0,126-19-63 0 0,-93 27 55 0 0,132 0 1 0 0,93 19 50 0 0,-96-1-219 0 0,-191-5-166 0 0,54-1 26 0 0,135 19-1 0 0,-190-9 792 0 0,-26-10-750 0 0,-1 1-1 0 0,1-1 1 0 0,-1 1 0 0 0,1-1 0 0 0,-1 1-1 0 0,1-1 1 0 0,-1 1 0 0 0,1-1 0 0 0,-1 1-1 0 0,1-1 1 0 0,-1 1 0 0 0,0 0 0 0 0,1-1-1 0 0,-1 1 1 0 0,0 0 0 0 0,0-1 0 0 0,1 1-1 0 0,-1 0 1 0 0,0-1 0 0 0,0 1 0 0 0,0 0-1 0 0,0-1 1 0 0,0 1 0 0 0,0 0-1 0 0,0-1 1 0 0,0 1 0 0 0,0 0 0 0 0,0 0-1 0 0,0-1 1 0 0,0 1 0 0 0,-1 0 0 0 0,1-1-1 0 0,0 1 1 0 0,-1 0 0 0 0,1 1-69 0 0,0-2 62 0 0,-1-4-34 0 0,-7-26-61 0 0,2 0 0 0 0,1-1-1 0 0,2 1 1 0 0,1-52 0 0 0,2 63 47 0 0,8-165-82 0 0,-4 148 73 0 0,1 0 0 0 0,2 0 1 0 0,11-35-1 0 0,-9 48 73 0 0,-3 21-26 0 0,0 14-10 0 0,29 155 221 0 0,-27-114-120 0 0,3 0 0 0 0,18 52 0 0 0,-19-75-71 0 0,2 0 1 0 0,0 0-1 0 0,2-1 1 0 0,1-1 0 0 0,2 0-1 0 0,21 27 1 0 0,-38-54-67 0 0,0-1 1 0 0,1 1 0 0 0,-1-1 0 0 0,0 1 0 0 0,1-1 0 0 0,-1 0 0 0 0,1 1 0 0 0,-1-1-1 0 0,1 0 1 0 0,-1 1 0 0 0,1-1 0 0 0,-1 0 0 0 0,1 0 0 0 0,-1 0 0 0 0,1 1 0 0 0,-1-1-1 0 0,1 0 1 0 0,-1 0 0 0 0,1 0 0 0 0,-1 0 0 0 0,1 0 0 0 0,0 0 0 0 0,-1 0 0 0 0,1 0-1 0 0,-1 0 1 0 0,1 0 0 0 0,-1 0 0 0 0,1 0 0 0 0,-1 0 0 0 0,2-1 0 0 0,13-15-350 0 0,7-30 175 0 0,-19 40 121 0 0,34-87-214 0 0,38-87 531 0 0,-56 139 119 0 0,2 2-1 0 0,34-48 1 0 0,-51 81-276 0 0,0 0-6 0 0,0 0 0 0 0,1 0-1 0 0,0 0 1 0 0,10-8 0 0 0,-15 13-62 0 0,1 0 0 0 0,0 1 1 0 0,0-1-1 0 0,-1 1 0 0 0,1-1 0 0 0,0 1 1 0 0,0 0-1 0 0,0-1 0 0 0,-1 1 0 0 0,1 0 0 0 0,0-1 1 0 0,0 1-1 0 0,0 0 0 0 0,0 0 0 0 0,0 0 1 0 0,0 0-1 0 0,0 0 0 0 0,0 0 0 0 0,-1 0 1 0 0,1 0-1 0 0,0 0 0 0 0,0 0 0 0 0,0 0 0 0 0,0 1 1 0 0,0-1-1 0 0,0 0 0 0 0,-1 1 0 0 0,1-1 1 0 0,0 1-1 0 0,0-1 0 0 0,0 1 0 0 0,-1-1 1 0 0,1 1-1 0 0,0-1 0 0 0,-1 1 0 0 0,1 0 0 0 0,0-1 1 0 0,-1 1-1 0 0,1 0 0 0 0,-1-1 0 0 0,1 1 1 0 0,-1 0-1 0 0,1 0 0 0 0,-1 0 0 0 0,0 0 1 0 0,1-1-1 0 0,-1 3 0 0 0,10 22 65 0 0,-2 0 0 0 0,0 0 0 0 0,5 38 0 0 0,9 29 44 0 0,5-20-148 0 0,3-2 1 0 0,73 124-1 0 0,-103-193 11 0 0,1 1-1 0 0,0-1 0 0 0,-1 0 0 0 0,1 0 0 0 0,0 1 1 0 0,0-1-1 0 0,-1 0 0 0 0,1 0 0 0 0,0 0 0 0 0,0 0 1 0 0,0 0-1 0 0,1 0 0 0 0,-1 0 0 0 0,0-1 0 0 0,0 1 1 0 0,0 0-1 0 0,2 0 0 0 0,-2-1 15 0 0,-1 0-1 0 0,1 0 1 0 0,-1 0-1 0 0,1-1 1 0 0,-1 1-1 0 0,1 0 1 0 0,0 0-1 0 0,-1-1 1 0 0,1 1 0 0 0,-1 0-1 0 0,1-1 1 0 0,-1 1-1 0 0,0 0 1 0 0,1-1-1 0 0,-1 1 1 0 0,1-1-1 0 0,-1 1 1 0 0,0 0 0 0 0,1-1-1 0 0,-1 1 1 0 0,0-1-1 0 0,1 1 1 0 0,-1-1-1 0 0,0 0 1 0 0,0 1-1 0 0,0-1 1 0 0,1 0 0 0 0,2-9 8 0 0,-1-1 1 0 0,0 1-1 0 0,2-16 1 0 0,-3 12-22 0 0,4-16 36 0 0,1 0 0 0 0,1 0 1 0 0,2 1-1 0 0,1 0 0 0 0,1 1 0 0 0,1 0 0 0 0,2 1 1 0 0,0 0-1 0 0,20-25 0 0 0,-34 50-21 0 0,1 1 0 0 0,0 0-1 0 0,0-1 1 0 0,0 1 0 0 0,0 0 0 0 0,0 0-1 0 0,0-1 1 0 0,0 1 0 0 0,0 0 0 0 0,0 0-1 0 0,0 0 1 0 0,1 0 0 0 0,-1 1 0 0 0,0-1 0 0 0,1 0-1 0 0,-1 0 1 0 0,1 1 0 0 0,-1-1 0 0 0,1 1-1 0 0,-1-1 1 0 0,1 1 0 0 0,-1 0 0 0 0,1 0-1 0 0,-1 0 1 0 0,1 0 0 0 0,1 0 0 0 0,-1 1 13 0 0,0 0 1 0 0,0 1-1 0 0,-1-1 1 0 0,1 1 0 0 0,0-1-1 0 0,-1 1 1 0 0,1 0-1 0 0,-1-1 1 0 0,0 1-1 0 0,0 0 1 0 0,1 0 0 0 0,-1 0-1 0 0,-1 0 1 0 0,1 0-1 0 0,0 0 1 0 0,0 1-1 0 0,0 3 1 0 0,6 20-115 0 0,5 47 1 0 0,-11-58 10 0 0,0 1 0 0 0,2-1 0 0 0,0 0 0 0 0,1 1 0 0 0,0-1 0 0 0,1-1 1 0 0,1 1-1 0 0,0-1 0 0 0,12 20 0 0 0,-6-20-604 0 0</inkml:trace>
</inkml:ink>
</file>

<file path=ppt/ink/ink1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5:17.0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 83 5985 0 0,'-24'6'8291'0'0,"35"-12"-4532"0"0,16-5-3145 0 0,1 1 0 0 0,-1 2 0 0 0,2 1 0 0 0,53-7 0 0 0,122 1-577 0 0,-132 10 312 0 0,526-14-331 0 0,-98 24 1129 0 0,-491-7-1255 0 0,0 0 0 0 0,-1 1 1 0 0,1 0-1 0 0,0 0 0 0 0,0 1 1 0 0,-1 0-1 0 0,1 1 0 0 0,-1 0 1 0 0,0 0-1 0 0,0 1 0 0 0,0 0 1 0 0,0 0-1 0 0,7 6 1 0 0,-11-7 493 0 0</inkml:trace>
</inkml:ink>
</file>

<file path=ppt/ink/ink1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5:17.6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0 184 5985 0 0,'4'-69'1564'0'0,"-1"49"958"0"0,-2-1 0 0 0,-1 1 0 0 0,-2-33 1054 0 0,4 68 547 0 0,12 53-4212 0 0,274 1178 201 0 0,-227-831-112 0 0,-33-204 0 0 0,-3-79 246 0 0,70 210 0 0 0,-43-168-150 0 0,-47-156-111 0 0,19 78 45 0 0,-22-85-25 0 0,0-1 0 0 0,-1 0-1 0 0,-1 0 1 0 0,0 1-1 0 0,0-1 1 0 0,-1 0-1 0 0,-3 14 1 0 0,4-23-11 0 0,0 0 1 0 0,0 0-1 0 0,-1-1 1 0 0,1 1-1 0 0,0 0 1 0 0,0 0-1 0 0,-1 0 1 0 0,1-1-1 0 0,0 1 1 0 0,-1 0-1 0 0,1-1 0 0 0,-1 1 1 0 0,1 0-1 0 0,-1-1 1 0 0,1 1-1 0 0,-1 0 1 0 0,1-1-1 0 0,-1 1 1 0 0,0-1-1 0 0,-1 2 1 0 0,2-2-28 0 0,-1 0 1 0 0,1 0 0 0 0,-1 0-1 0 0,0-1 1 0 0,1 1 0 0 0,-1 0-1 0 0,1 0 1 0 0,-1 0 0 0 0,1 0-1 0 0,-1 0 1 0 0,1-1 0 0 0,-1 1-1 0 0,1 0 1 0 0,-1-1 0 0 0,1 1-1 0 0,-1 0 1 0 0,1-1 0 0 0,-1 1-1 0 0,1 0 1 0 0,0-1 0 0 0,-2 0-1 0 0,-16-30-1676 0 0,10 9 877 0 0</inkml:trace>
</inkml:ink>
</file>

<file path=ppt/ink/ink1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5:19.0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17 570 6449 0 0,'-2'1'229'0'0,"1"0"-1"0"0,0 1 0 0 0,-1-1 1 0 0,1 1-1 0 0,0-1 0 0 0,-1 1 1 0 0,1 0-1 0 0,0-1 0 0 0,0 1 1 0 0,1 0-1 0 0,-1 0 0 0 0,0 0 1 0 0,0-1-1 0 0,1 1 0 0 0,-1 2 1 0 0,1-2-147 0 0,1-1 1 0 0,-1 0-1 0 0,1 0 0 0 0,-1 0 1 0 0,1 0-1 0 0,-1 0 1 0 0,1 0-1 0 0,-1 0 1 0 0,1 0-1 0 0,0 0 0 0 0,0 0 1 0 0,-1 0-1 0 0,1-1 1 0 0,0 1-1 0 0,0 0 1 0 0,0-1-1 0 0,0 1 0 0 0,0 0 1 0 0,0-1-1 0 0,0 1 1 0 0,0-1-1 0 0,0 1 1 0 0,0-1-1 0 0,0 0 0 0 0,1 1 1 0 0,-1-1-1 0 0,2 0 1 0 0,9 3 70 0 0,0 0 0 0 0,1-1 0 0 0,-1-1-1 0 0,1 0 1 0 0,-1-1 0 0 0,16-1 0 0 0,78-14 1452 0 0,-38 4-1152 0 0,495-75 1476 0 0,-72 10-505 0 0,-385 68-612 0 0,0 5 1 0 0,129 11-1 0 0,-217-6-832 0 0,-4-1 143 0 0,-12 1-202 0 0,-21 4-469 0 0,-37 4-609 0 0,56-10 1155 0 0,-15 2-242 0 0,10 0 125 0 0,-1-1-1 0 0,0 0 1 0 0,0 0 0 0 0,0 0-1 0 0,1-1 1 0 0,-1 0 0 0 0,0 0-1 0 0,-9-2 1 0 0,56-28-6392 0 0,-29 22 6501 0 0,0-1-1 0 0,22-21 1 0 0,-27 21 623 0 0,0 0 0 0 0,0 0 0 0 0,0 0 0 0 0,-1-1 1 0 0,0 0-1 0 0,-1 0 0 0 0,0 0 0 0 0,-1-1 0 0 0,0 1 0 0 0,-1-1 0 0 0,0 0 0 0 0,2-18 0 0 0,-2 8 117 0 0,21-103 1744 0 0,-26 139-2372 0 0,1 1 0 0 0,1 0 0 0 0,0 0 0 0 0,4 25 0 0 0,-1-13 32 0 0,0 1-198 0 0,0 0 1 0 0,10 32 0 0 0,-9-48 49 0 0,-1-1 1 0 0,2 1-1 0 0,0-1 1 0 0,1 0 0 0 0,0 0-1 0 0,0-1 1 0 0,10 12-1 0 0,-15-21-12 0 0,0-1-1 0 0,-1 0 0 0 0,1 0 1 0 0,1 0-1 0 0,-1 1 1 0 0,0-1-1 0 0,0 0 0 0 0,0-1 1 0 0,0 1-1 0 0,1 0 1 0 0,-1 0-1 0 0,3 1 0 0 0,-3-2 19 0 0,-1 0-1 0 0,0 0 1 0 0,1 0-1 0 0,-1 0 1 0 0,1 0-1 0 0,-1 0 0 0 0,0 0 1 0 0,1 0-1 0 0,-1-1 1 0 0,1 1-1 0 0,-1 0 0 0 0,0 0 1 0 0,1 0-1 0 0,-1 0 1 0 0,1-1-1 0 0,-1 1 1 0 0,0 0-1 0 0,1 0 0 0 0,-1-1 1 0 0,0 1-1 0 0,0 0 1 0 0,1 0-1 0 0,-1-1 0 0 0,0 1 1 0 0,0 0-1 0 0,1-1 1 0 0,-1 1-1 0 0,0-1 1 0 0,0 0-1 0 0,2-4-22 0 0,0-1-1 0 0,0 0 1 0 0,-1 0 0 0 0,0 0-1 0 0,0-8 1 0 0,1-5 117 0 0,5-19-17 0 0,3 0 0 0 0,0 1 1 0 0,17-39-1 0 0,-17 54-35 0 0,0 1 0 0 0,1-1 0 0 0,1 2 0 0 0,1 0 1 0 0,1 0-1 0 0,19-21 0 0 0,-31 39-15 0 0,0 0 0 0 0,0 0 0 0 0,0 0 0 0 0,0 0 0 0 0,0 0 0 0 0,0 1 0 0 0,0-1 0 0 0,0 1 0 0 0,1-1 0 0 0,-1 1 0 0 0,0 0 0 0 0,4-2 0 0 0,-4 4-8 0 0,-1-1-1 0 0,0 0 0 0 0,0 1 0 0 0,0-1 0 0 0,1 1 1 0 0,-1-1-1 0 0,0 1 0 0 0,0 0 0 0 0,0-1 0 0 0,0 1 1 0 0,0 0-1 0 0,0 0 0 0 0,0 0 0 0 0,0-1 0 0 0,0 1 1 0 0,-1 0-1 0 0,1 0 0 0 0,0 1 0 0 0,0-1 0 0 0,-1 0 1 0 0,1 0-1 0 0,-1 0 0 0 0,1 0 0 0 0,-1 0 0 0 0,0 1 1 0 0,1 1-1 0 0,33 87 106 0 0,-23-58-52 0 0,1 0 1 0 0,27 48-1 0 0,-21-46-156 0 0,-15-26 43 0 0,1 1 0 0 0,1 0-1 0 0,-1-1 1 0 0,2 0 0 0 0,-1 0 0 0 0,1 0 0 0 0,0-1-1 0 0,1 0 1 0 0,10 9 0 0 0,-17-15 56 0 0,1-1-1 0 0,0 0 1 0 0,-1 1-1 0 0,1-1 1 0 0,0 0-1 0 0,-1 1 1 0 0,1-1-1 0 0,0 0 1 0 0,0 0 0 0 0,-1 1-1 0 0,1-1 1 0 0,0 0-1 0 0,-1 0 1 0 0,1 0-1 0 0,0 0 1 0 0,0 0 0 0 0,0 0-1 0 0,-1 0 1 0 0,1-1-1 0 0,0 1 1 0 0,-1 0-1 0 0,1 0 1 0 0,0-1-1 0 0,0 1 1 0 0,-1 0 0 0 0,1-1-1 0 0,0 1 1 0 0,14-20-57 0 0,-1-31-140 0 0,-14 49 195 0 0,6-31 149 0 0,3-14-160 0 0,17-57-1 0 0,-22 92 30 0 0,1-1-1 0 0,0 1 1 0 0,1 0 0 0 0,0 0 0 0 0,1 0-1 0 0,0 1 1 0 0,1 0 0 0 0,0 0 0 0 0,13-12-1 0 0,-20 22-18 0 0,0 0 0 0 0,1-1 0 0 0,-1 1-1 0 0,0 0 1 0 0,1-1 0 0 0,0 1-1 0 0,-1 0 1 0 0,1 0 0 0 0,0 0 0 0 0,-1 1-1 0 0,1-1 1 0 0,0 0 0 0 0,0 0-1 0 0,0 1 1 0 0,-1 0 0 0 0,1-1 0 0 0,0 1-1 0 0,0 0 1 0 0,0 0 0 0 0,0 0-1 0 0,0 0 1 0 0,2 0 0 0 0,-2 1-2 0 0,0 0 0 0 0,0 0 0 0 0,0 0 1 0 0,0 0-1 0 0,0 1 0 0 0,-1-1 0 0 0,1 0 0 0 0,0 1 0 0 0,-1 0 1 0 0,1-1-1 0 0,-1 1 0 0 0,0 0 0 0 0,0-1 0 0 0,1 1 1 0 0,-1 0-1 0 0,1 3 0 0 0,3 6 43 0 0,-1 1 1 0 0,-1-1 0 0 0,1 1-1 0 0,-2 0 1 0 0,3 20-1 0 0,2 51 80 0 0,-3-20-559 0 0,3 0 0 0 0,24 99 0 0 0,-28-152 289 0 0,7 24-6364 0 0,-3-15-480 0 0</inkml:trace>
</inkml:ink>
</file>

<file path=ppt/ink/ink1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5:19.32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71 68 2304 0 0,'-71'-5'14668'0'0,"90"-1"-12216"0"0,6 0-1626 0 0,118-16-211 0 0,1 6 0 0 0,213 4 0 0 0,425 20 143 0 0,-775-8-906 0 0,52 2-2030 0 0</inkml:trace>
</inkml:ink>
</file>

<file path=ppt/ink/ink1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5:20.6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90 548 7370 0 0,'-18'9'807'0'0,"1"-1"-424"0"0,1 0 1 0 0,-19 14-1 0 0,35-22-340 0 0,0 0 0 0 0,0 0 0 0 0,0 0 0 0 0,0 0 0 0 0,-1 0 0 0 0,1 0 0 0 0,0 0 0 0 0,0 0 0 0 0,0 0 0 0 0,0 0-1 0 0,-1 0 1 0 0,1 1 0 0 0,0-1 0 0 0,0 0 0 0 0,0 0 0 0 0,0 0 0 0 0,0 0 0 0 0,0 0 0 0 0,-1 1 0 0 0,1-1 0 0 0,0 0 0 0 0,0 0 0 0 0,0 0-1 0 0,0 0 1 0 0,0 0 0 0 0,0 1 0 0 0,0-1 0 0 0,0 0 0 0 0,0 0 0 0 0,0 0 0 0 0,0 1 0 0 0,0-1 0 0 0,0 0 0 0 0,0 0 0 0 0,0 0 0 0 0,0 0-1 0 0,0 1 1 0 0,0-1 0 0 0,0 0 0 0 0,0 0 0 0 0,0 0 0 0 0,0 0 0 0 0,0 1 0 0 0,0-1 0 0 0,10 2 1299 0 0,18-5 365 0 0,-26 3-1492 0 0,239-50 4465 0 0,-119 21-3905 0 0,6 3-565 0 0,2 5 1 0 0,0 6 0 0 0,162 2-1 0 0,-181 14-210 0 0,280 15 0 0 0,-384-12 85 0 0,-15-6-1717 0 0,3-3 1664 0 0,1 0 0 0 0,0-1-1 0 0,1 1 1 0 0,-1-1 0 0 0,1 0-1 0 0,0 1 1 0 0,1-2 0 0 0,-1 1-1 0 0,1 0 1 0 0,0 0 0 0 0,1-1-1 0 0,0 1 1 0 0,0-1 0 0 0,0 1-1 0 0,0-1 1 0 0,2-7 0 0 0,-1-9 199 0 0,0 1 1 0 0,2-1 0 0 0,8-36 0 0 0,7-7 488 0 0,-9 40-314 0 0,-2-1 1 0 0,0 0-1 0 0,3-54 1 0 0,-5 123-313 0 0,2 0 1 0 0,1-1-1 0 0,3 0 1 0 0,20 58-1 0 0,-20-70-178 0 0,1-1-1 0 0,0 0 1 0 0,3 0-1 0 0,0-2 1 0 0,18 26-1 0 0,-32-51 82 0 0,1-1 0 0 0,-1 0-1 0 0,0 1 1 0 0,1-1 0 0 0,-1 1 0 0 0,0-1-1 0 0,1 0 1 0 0,-1 1 0 0 0,0-1-1 0 0,1 0 1 0 0,-1 1 0 0 0,1-1 0 0 0,-1 0-1 0 0,1 1 1 0 0,-1-1 0 0 0,1 0-1 0 0,-1 0 1 0 0,1 0 0 0 0,-1 0-1 0 0,1 1 1 0 0,-1-1 0 0 0,1 0 0 0 0,-1 0-1 0 0,1 0 1 0 0,-1 0 0 0 0,1 0-1 0 0,-1 0 1 0 0,1 0 0 0 0,-1 0 0 0 0,1-1-1 0 0,0 1 1 0 0,12-14-61 0 0,4-28-2 0 0,-15 37 56 0 0,16-49 39 0 0,28-72 356 0 0,-39 111-281 0 0,1-1 1 0 0,0 1-1 0 0,2 1 0 0 0,-1-1 1 0 0,20-20-1 0 0,-28 33-94 0 0,1 1 0 0 0,-1-1 0 0 0,0 1 0 0 0,1-1 0 0 0,-1 1 0 0 0,1 0 0 0 0,-1 0-1 0 0,1 0 1 0 0,-1 0 0 0 0,1 0 0 0 0,0 0 0 0 0,0 0 0 0 0,-1 1 0 0 0,1-1 0 0 0,0 0 0 0 0,0 1 0 0 0,0 0 0 0 0,0-1 0 0 0,0 1 0 0 0,0 0-1 0 0,0 0 1 0 0,-1 0 0 0 0,5 1 0 0 0,-3 0-1 0 0,0 0 0 0 0,-1 0 1 0 0,1 1-1 0 0,-1-1 0 0 0,1 1 0 0 0,-1 0 0 0 0,0-1 0 0 0,0 1 0 0 0,0 0 0 0 0,0 1 0 0 0,0-1 1 0 0,0 0-1 0 0,0 1 0 0 0,1 2 0 0 0,5 9 31 0 0,-1 0-1 0 0,-1 1 1 0 0,0 0 0 0 0,6 22 0 0 0,-1 6-73 0 0,-9-29-36 0 0,2 1 0 0 0,-1 0 0 0 0,2-1 0 0 0,0 0 1 0 0,1 0-1 0 0,0 0 0 0 0,1-1 0 0 0,13 20 0 0 0,-19-33 57 0 0,-1 0-1 0 0,0 1 1 0 0,0-1 0 0 0,0 0-1 0 0,1 1 1 0 0,-1-1-1 0 0,0 0 1 0 0,0 0-1 0 0,1 1 1 0 0,-1-1-1 0 0,0 0 1 0 0,0 0-1 0 0,1 1 1 0 0,-1-1 0 0 0,0 0-1 0 0,1 0 1 0 0,-1 0-1 0 0,0 0 1 0 0,1 0-1 0 0,-1 1 1 0 0,0-1-1 0 0,1 0 1 0 0,-1 0-1 0 0,1 0 1 0 0,-1 0-1 0 0,0 0 1 0 0,1 0 0 0 0,-1 0-1 0 0,0 0 1 0 0,1 0-1 0 0,-1 0 1 0 0,0-1-1 0 0,1 1 1 0 0,-1 0-1 0 0,0 0 1 0 0,1 0-1 0 0,7-15-176 0 0,-1-30 97 0 0,-6 39 25 0 0,4-32-10 0 0,17-60 0 0 0,-18 84 78 0 0,1 0-1 0 0,0 1 0 0 0,1-1 0 0 0,0 1 0 0 0,1 0 0 0 0,1 1 1 0 0,13-17-1 0 0,-21 28 3 0 0,1 0 0 0 0,-1 0 0 0 0,1 0 0 0 0,0 0 0 0 0,0 0 0 0 0,-1 1 1 0 0,1-1-1 0 0,0 0 0 0 0,0 1 0 0 0,0-1 0 0 0,0 0 0 0 0,-1 1 0 0 0,1-1 0 0 0,0 1 0 0 0,0-1 0 0 0,0 1 0 0 0,0 0 1 0 0,1-1-1 0 0,-1 1 0 0 0,0 0 0 0 0,0 0 0 0 0,0 0 0 0 0,0 0 0 0 0,0 0 0 0 0,0 0 0 0 0,0 0 0 0 0,0 0 1 0 0,0 0-1 0 0,0 0 0 0 0,0 1 0 0 0,0-1 0 0 0,0 0 0 0 0,0 1 0 0 0,0-1 0 0 0,0 1 0 0 0,0-1 0 0 0,0 1 0 0 0,0-1 1 0 0,0 1-1 0 0,0 0 0 0 0,0-1 0 0 0,-1 1 0 0 0,1 0 0 0 0,0 0 0 0 0,0 0 0 0 0,-1 0 0 0 0,1 0 0 0 0,-1-1 0 0 0,1 1 1 0 0,0 2-1 0 0,4 7 37 0 0,0 0-1 0 0,0 0 1 0 0,-1 0 0 0 0,2 12 0 0 0,-3-13-2 0 0,18 58 58 0 0,-5-15-982 0 0,25 54-1 0 0,-33-88-6833 0 0</inkml:trace>
</inkml:ink>
</file>

<file path=ppt/ink/ink1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5:20.9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25 195 2761 0 0,'-15'-3'511'0'0,"14"2"-266"0"0,0 1 0 0 0,1 0 0 0 0,-2-2 737 0 0,1 1-737 0 0,1 0 0 0 0,-1 1 0 0 0,1-1 1 0 0,-1 1-1 0 0,1-1 0 0 0,0 0 1 0 0,-1 0-1 0 0,1 1 0 0 0,0-1 0 0 0,0 0 1 0 0,-1 1-1 0 0,1-1 0 0 0,0 0 1 0 0,0-1-1 0 0,5-17 5057 0 0,6 6-4960 0 0,-5 9 49 0 0,1 0 0 0 0,-1 0 0 0 0,1 0 0 0 0,0 0 0 0 0,0 1 0 0 0,1 0 0 0 0,10-2 0 0 0,55-11 1092 0 0,-37 9-958 0 0,78-14 965 0 0,148-9 1 0 0,-110 22-1379 0 0,277-3-96 0 0,-420 11-16 0 0,-3 1 0 0 0,0-1 0 0 0,0 0 0 0 0,0 0 0 0 0,0 0 0 0 0,0-1 0 0 0,0 0 0 0 0,8-2 0 0 0,-13 2-70 0 0,-1 1-1 0 0,0-1 1 0 0,0 1 0 0 0,0-1-1 0 0,0 1 1 0 0,1-1 0 0 0,-1 0 0 0 0,0 1-1 0 0,0-1 1 0 0,0 1 0 0 0,0-1 0 0 0,0 0-1 0 0,-1 1 1 0 0,1-1 0 0 0,0 1-1 0 0,0-1 1 0 0,0 1 0 0 0,0-1 0 0 0,-1 0-1 0 0,1 1 1 0 0,0-1 0 0 0,0 1 0 0 0,-1-1-1 0 0,1 1 1 0 0,0-1 0 0 0,-1 1 0 0 0,1 0-1 0 0,-1-2 1 0 0</inkml:trace>
</inkml:ink>
</file>

<file path=ppt/ink/ink1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5:21.6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28 122 5985 0 0,'19'-44'2449'0'0,"-14"34"-1313"0"0,-1-1-1 0 0,0 0 0 0 0,0 0 1 0 0,-11-22 7089 0 0,7 33-8077 0 0,0-1 0 0 0,0 0 0 0 0,-17 82 301 0 0,5-31-398 0 0,2 0 0 0 0,2 0 0 0 0,2 1 0 0 0,2 84 0 0 0,43 163-51 0 0,-2-8 0 0 0,-15 233-227 0 0,-14-226 163 0 0,-2-203 32 0 0,22 124 0 0 0,-18-165 51 0 0,3 0 0 0 0,3 0-1 0 0,37 86 1 0 0,-51-135-18 0 0,17 33 48 0 0,-18-35-48 0 0,1 0 0 0 0,-1 0 0 0 0,1 1 0 0 0,-1-1 0 0 0,1 0 0 0 0,0 0 1 0 0,0-1-1 0 0,0 1 0 0 0,0 0 0 0 0,0-1 0 0 0,0 1 0 0 0,4 1 0 0 0,-19-40-2813 0 0</inkml:trace>
</inkml:ink>
</file>

<file path=ppt/ink/ink1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5:22.2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85 5985 0 0,'246'3'8679'0'0,"355"-13"-2603"0"0,-599 10-6074 0 0,533-58 1373 0 0,-518 52-2912 0 0,-17 5 1406 0 0,0 1-1 0 0,0 0 0 0 0,0-1 0 0 0,0 1 0 0 0,0-1 1 0 0,1 1-1 0 0,-1 0 0 0 0,0-1 0 0 0,0 1 0 0 0,0-1 1 0 0,0 1-1 0 0,0-1 0 0 0,0 1 0 0 0,0 0 0 0 0,-1-1 0 0 0,1 1 1 0 0,0-1-1 0 0,0 1 0 0 0,0 0 0 0 0,0-1 0 0 0,0 1 1 0 0,-1-1-1 0 0,1 1 0 0 0,0 0 0 0 0,0-1 0 0 0,-1 1 1 0 0,1 0-1 0 0,0-1 0 0 0,-1 1 0 0 0,1 0 0 0 0,0 0 1 0 0,-1-1-1 0 0,1 1 0 0 0,0 0 0 0 0,-1-1 0 0 0</inkml:trace>
</inkml:ink>
</file>

<file path=ppt/ink/ink1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5:23.0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1071 9674 0 0,'0'0'748'0'0,"13"-27"3856"0"0,-12 13-4045 0 0,0 0 0 0 0,0 0 0 0 0,-2-1 0 0 0,1 1 1 0 0,-5-18-1 0 0,1-11 676 0 0,3-26-440 0 0,4 1-1 0 0,12-83 1 0 0,4-44-697 0 0,-20 117 70 0 0,-13-93 0 0 0,1 25 275 0 0,13 141-442 0 0,0-10 205 0 0,3 24-17 0 0,11 44-186 0 0,30 76-1 0 0,-32-101-36 0 0,2-1-1 0 0,0 0 1 0 0,2-1 0 0 0,24 31-1 0 0,-28-42-28 0 0,-4-3 18 0 0,1-1 0 0 0,0 0 0 0 0,0 0 1 0 0,2-1-1 0 0,-1 0 0 0 0,1-1 1 0 0,18 12-1 0 0,-24-24-187 0 0,-5-8 205 0 0,-3-16 116 0 0,2 23-119 0 0,-2-24 97 0 0,2-1 1 0 0,1 1-1 0 0,1-1 0 0 0,5-28 1 0 0,1-50 99 0 0,-7 106-175 0 0,0 1-1 0 0,0-1 1 0 0,1 1 0 0 0,-1-1 0 0 0,0 0 0 0 0,0 1-1 0 0,0-1 1 0 0,0 1 0 0 0,0-1 0 0 0,-1 1-1 0 0,1-1 1 0 0,0 0 0 0 0,0 1 0 0 0,0-1 0 0 0,0 1-1 0 0,-1-1 1 0 0,1 1 0 0 0,0-1 0 0 0,0 1-1 0 0,-1-1 1 0 0,1 1 0 0 0,0-1 0 0 0,-1 1 0 0 0,1-1-1 0 0,-1 1 1 0 0,0-1 0 0 0,1 1-3 0 0,0 0 1 0 0,0 1-1 0 0,-1-1 1 0 0,1 1-1 0 0,0-1 0 0 0,0 0 1 0 0,0 1-1 0 0,0-1 1 0 0,0 0-1 0 0,0 1 1 0 0,0-1-1 0 0,0 1 0 0 0,0-1 1 0 0,0 0-1 0 0,1 1 1 0 0,-1-1-1 0 0,0 0 1 0 0,0 1-1 0 0,0-1 0 0 0,0 0 1 0 0,0 1-1 0 0,1-1 1 0 0,-1 0-1 0 0,0 1 1 0 0,0-1-1 0 0,1 0 0 0 0,-1 1 1 0 0,0-1-1 0 0,0 0 1 0 0,1 0-1 0 0,-1 1 0 0 0,0-1 1 0 0,1 0-1 0 0,0 0 1 0 0</inkml:trace>
</inkml:ink>
</file>

<file path=ppt/ink/ink1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5:24.3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114 513 5985 0 0,'-32'1'1153'0'0,"24"0"-311"0"0,-1 0 0 0 0,0-1 0 0 0,1 0-1 0 0,-1-1 1 0 0,0 1 0 0 0,1-2 0 0 0,-14-3-1 0 0,22 5-749 0 0,0 0 0 0 0,0-1 0 0 0,0 1 0 0 0,0 0 0 0 0,0-1 0 0 0,1 1 0 0 0,-1 0 0 0 0,0-1 0 0 0,0 1-1 0 0,0 0 1 0 0,0 0 0 0 0,1-1 0 0 0,-1 1 0 0 0,0 0 0 0 0,0-1 0 0 0,0 1 0 0 0,1 0 0 0 0,-1 0 0 0 0,0 0 0 0 0,1-1 0 0 0,-1 1 0 0 0,0 0-1 0 0,0 0 1 0 0,1 0 0 0 0,-1 0 0 0 0,0-1 0 0 0,1 1 0 0 0,-1 0 0 0 0,0 0 0 0 0,1 0 0 0 0,-1 0 0 0 0,0 0 0 0 0,1 0 0 0 0,-1 0-1 0 0,0 0 1 0 0,1 0 0 0 0,-1 0 0 0 0,1 0 0 0 0,17-6 654 0 0,168-34 1371 0 0,245-21 1 0 0,19 13-1878 0 0,-259 27-185 0 0,-122 11-62 0 0,-33 4-2 0 0,54-1 1 0 0,-126 17-1927 0 0,31-8 1648 0 0,1-1 0 0 0,0 1 0 0 0,0-1 0 0 0,-1 1 0 0 0,1-1 0 0 0,-1-1 0 0 0,1 1 1 0 0,-1 0-1 0 0,0-1 0 0 0,1 0 0 0 0,-1 0 0 0 0,-9 5 5123 0 0,17 27-3258 0 0,-2-20-1713 0 0,1-1 0 0 0,1 1 0 0 0,4 12 0 0 0,-7-24 135 0 0,0 1 0 0 0,0-1 0 0 0,0 0 0 0 0,0 1 0 0 0,0-1 0 0 0,1 0 0 0 0,-1 1 0 0 0,0-1 0 0 0,0 0 0 0 0,0 0 0 0 0,0 1 0 0 0,1-1 0 0 0,-1 0 0 0 0,0 0 0 0 0,0 1 0 0 0,1-1 0 0 0,-1 0 0 0 0,0 0 0 0 0,0 0 0 0 0,1 0 0 0 0,-1 1 0 0 0,0-1 0 0 0,1 0 0 0 0,-1 0 0 0 0,0 0 0 0 0,1 0 0 0 0,-1 0 0 0 0,0 0 0 0 0,1 0 0 0 0,-1 0 0 0 0,0 0 0 0 0,0 0 0 0 0,1 0 0 0 0,0 0 0 0 0,9-9 0 0 0,9-22 0 0 0,-17 26 0 0 0,56-116 317 0 0,-30 59-80 0 0,55-89 1 0 0,-80 147-234 0 0,0-1 37 0 0,1-1 0 0 0,-1 1 0 0 0,2 0-1 0 0,-1 0 1 0 0,7-6 0 0 0,-10 11-34 0 0,-1-1 0 0 0,1 1 0 0 0,0-1 1 0 0,-1 1-1 0 0,1 0 0 0 0,0-1 0 0 0,-1 1 0 0 0,1 0 1 0 0,0-1-1 0 0,0 1 0 0 0,0 0 0 0 0,-1 0 0 0 0,1 0 1 0 0,0 0-1 0 0,0 0 0 0 0,0 0 0 0 0,0 0 0 0 0,-1 0 1 0 0,3 0-1 0 0,-2 1-4 0 0,0-1 1 0 0,0 1-1 0 0,0 0 0 0 0,0 0 1 0 0,0-1-1 0 0,0 1 0 0 0,0 0 1 0 0,0 0-1 0 0,0 0 1 0 0,0 0-1 0 0,-1 0 0 0 0,1 0 1 0 0,0 0-1 0 0,-1 1 0 0 0,1-1 1 0 0,-1 0-1 0 0,1 1 1 0 0,47 139 94 0 0,-39-105-199 0 0,2-1-1 0 0,2-1 0 0 0,24 47 0 0 0,-36-78 82 0 0,1 0-1 0 0,-1 0 0 0 0,1 0 0 0 0,0 0 1 0 0,0-1-1 0 0,0 1 0 0 0,1-1 0 0 0,-1 1 1 0 0,0-1-1 0 0,1 0 0 0 0,0 0 1 0 0,4 2-1 0 0,-6-3 13 0 0,0-1 1 0 0,1 0-1 0 0,-1 0 0 0 0,1 0 1 0 0,-1 0-1 0 0,0 0 0 0 0,1 0 1 0 0,-1 0-1 0 0,1 0 1 0 0,-1-1-1 0 0,0 1 0 0 0,1-1 1 0 0,-1 1-1 0 0,0-1 1 0 0,0 1-1 0 0,1-1 0 0 0,-1 0 1 0 0,0 1-1 0 0,0-1 0 0 0,0 0 1 0 0,0 0-1 0 0,0 0 1 0 0,0 0-1 0 0,0 0 0 0 0,0 0 1 0 0,0 0-1 0 0,0 0 0 0 0,-1-1 1 0 0,1 1-1 0 0,0 0 1 0 0,0-2-1 0 0,15-25 16 0 0,-2 0 1 0 0,17-46-1 0 0,-23 52-2 0 0,0 0-1 0 0,2 0 1 0 0,1 1-1 0 0,0 0 1 0 0,2 1 0 0 0,15-20-1 0 0,-27 38-4 0 0,1 1 0 0 0,-1-1 0 0 0,1 0-1 0 0,0 1 1 0 0,0-1 0 0 0,0 1 0 0 0,-1 0 0 0 0,1 0 0 0 0,0-1-1 0 0,1 1 1 0 0,2-1 0 0 0,-4 2 0 0 0,0 0 0 0 0,0 0 0 0 0,0 0 0 0 0,0 0 1 0 0,0 0-1 0 0,0 0 0 0 0,0 0 0 0 0,0 0 0 0 0,0 0 0 0 0,0 0 0 0 0,0 0 0 0 0,0 1 0 0 0,0-1 0 0 0,-1 0 1 0 0,1 1-1 0 0,0-1 0 0 0,0 1 0 0 0,0-1 0 0 0,1 2 0 0 0,1 1 2 0 0,0 1 0 0 0,0-1 0 0 0,-1 1 0 0 0,0 0 0 0 0,1 0 0 0 0,-1 0-1 0 0,0 0 1 0 0,-1 0 0 0 0,1 0 0 0 0,1 6 0 0 0,18 93-50 0 0,0 0-48 0 0,-18-91 85 0 0,1-1-1 0 0,0 1 1 0 0,1-1-1 0 0,0 0 0 0 0,1-1 1 0 0,9 15-1 0 0,-14-25 7 0 0,-1 1 0 0 0,0-1-1 0 0,0 0 1 0 0,0 1 0 0 0,0-1 0 0 0,0 0-1 0 0,1 0 1 0 0,-1 0 0 0 0,0 1 0 0 0,0-1-1 0 0,0 0 1 0 0,1 0 0 0 0,-1 0 0 0 0,0 1-1 0 0,0-1 1 0 0,1 0 0 0 0,-1 0 0 0 0,0 0-1 0 0,1 0 1 0 0,-1 0 0 0 0,0 0 0 0 0,0 0-1 0 0,1 1 1 0 0,-1-1 0 0 0,0 0 0 0 0,1 0-1 0 0,-1 0 1 0 0,0 0 0 0 0,1 0 0 0 0,-1 0-1 0 0,0 0 1 0 0,0-1 0 0 0,1 1 0 0 0,-1 0-1 0 0,0 0 1 0 0,1 0 0 0 0,-1 0 0 0 0,8-13-46 0 0,3-30 88 0 0,-8 30-46 0 0,7-25 122 0 0,32-71 1 0 0,-36 95-70 0 0,2-1 0 0 0,0 1 0 0 0,1 0 0 0 0,0 1 0 0 0,1 0 0 0 0,0 1 0 0 0,18-17 0 0 0,-26 27-40 0 0,-1 0 1 0 0,1 1-1 0 0,-1 0 0 0 0,1-1 0 0 0,0 1 0 0 0,-1 0 1 0 0,1 0-1 0 0,0 0 0 0 0,0 0 0 0 0,0 0 1 0 0,0 1-1 0 0,0-1 0 0 0,0 0 0 0 0,0 1 1 0 0,0 0-1 0 0,0-1 0 0 0,0 1 0 0 0,0 0 0 0 0,0 0 1 0 0,1 0-1 0 0,2 1 0 0 0,-3 0-2 0 0,0 0 1 0 0,0 0-1 0 0,-1 0 1 0 0,1 1-1 0 0,0-1 0 0 0,-1 1 1 0 0,1-1-1 0 0,-1 1 1 0 0,0-1-1 0 0,1 1 0 0 0,-1 0 1 0 0,0 0-1 0 0,0-1 0 0 0,0 1 1 0 0,0 0-1 0 0,0 0 1 0 0,-1 0-1 0 0,1 0 0 0 0,-1 0 1 0 0,1 1-1 0 0,-1 1 0 0 0,17 96 28 0 0,-14-75-94 0 0,0 0-1 0 0,2-1 0 0 0,1 1 1 0 0,1-1-1 0 0,0-1 0 0 0,13 26 1 0 0,-3-16-2162 0 0</inkml:trace>
</inkml:ink>
</file>

<file path=ppt/ink/ink1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5:24.7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119 137 1840 0 0,'-66'-26'1750'0'0,"61"23"-1265"0"0,1 1 1 0 0,-1 0-1 0 0,1-1 1 0 0,0 0-1 0 0,0 0 0 0 0,0 0 1 0 0,0-1-1 0 0,0 1 1 0 0,1-1-1 0 0,-1 0 1 0 0,-3-6-1 0 0,6 9-364 0 0,1 1-1 0 0,0-1 0 0 0,0 1 1 0 0,0-1-1 0 0,0 0 0 0 0,0 1 1 0 0,1-1-1 0 0,-1 1 1 0 0,0-1-1 0 0,0 1 0 0 0,0-1 1 0 0,0 1-1 0 0,1-1 0 0 0,-1 0 1 0 0,0 1-1 0 0,0 0 0 0 0,1-1 1 0 0,-1 1-1 0 0,0-1 0 0 0,1 1 1 0 0,-1-1-1 0 0,1 1 0 0 0,-1 0 1 0 0,0-1-1 0 0,1 1 1 0 0,-1 0-1 0 0,1-1 0 0 0,-1 1 1 0 0,1 0-1 0 0,-1-1 0 0 0,1 1 1 0 0,-1 0-1 0 0,1 0 0 0 0,0 0 1 0 0,-1 0-1 0 0,1 0 0 0 0,-1 0 1 0 0,1-1-1 0 0,-1 1 0 0 0,2 1 1 0 0,27-6 1419 0 0,-27 4-1348 0 0,538-35 5665 0 0,1 31-4762 0 0,-456 5-820 0 0,-75 1-272 0 0,-7-1 9 0 0,1 1 0 0 0,0-1 0 0 0,-1 0 0 0 0,1-1 0 0 0,0 1 0 0 0,-1 0 0 0 0,1-1 0 0 0,-1 0 0 0 0,6-2 0 0 0,-14 2-2170 0 0</inkml:trace>
</inkml:ink>
</file>

<file path=ppt/ink/ink1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5:25.5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28 124 3681 0 0,'0'-7'559'0'0,"-1"-1"0"0"0,0 1 0 0 0,0 0 0 0 0,-1 0 0 0 0,0 0 0 0 0,-1 0-1 0 0,-4-10 1 0 0,-3-40 13763 0 0,10 57-14263 0 0,1 1 101 0 0,1 2-100 0 0,26 40-27 0 0,-2 2 1 0 0,-1 1-1 0 0,-3 1 1 0 0,-1 1-1 0 0,-3 0 1 0 0,-2 2-1 0 0,17 87 1 0 0,55 199-34 0 0,-69-275 0 0 0,3 26 28 0 0,-3 2 0 0 0,-4 0 0 0 0,4 92 0 0 0,-19-96-23 0 0,-1-60 8 0 0,1-1-1 0 0,1 0 1 0 0,6 38 0 0 0,-7-61-68 0 0,0-1 0 0 0,0 0 0 0 0,0 1 0 0 0,0-1 0 0 0,0 0 0 0 0,0 1 1 0 0,0-1-1 0 0,0 1 0 0 0,0-1 0 0 0,0 0 0 0 0,0 1 0 0 0,1-1 0 0 0,-1 0 0 0 0,0 1 0 0 0,0-1 0 0 0,0 0 0 0 0,0 1 0 0 0,1-1 0 0 0,-1 0 0 0 0,0 1 1 0 0,0-1-1 0 0,1 0 0 0 0,-1 1 0 0 0,0-1 0 0 0,1 0 0 0 0,-1 0 0 0 0,0 0 0 0 0,1 1 0 0 0,-1-1 0 0 0,0 0 0 0 0,1 0 0 0 0,-1 0 0 0 0,1 0 1 0 0,3-12-5101 0 0</inkml:trace>
</inkml:ink>
</file>

<file path=ppt/ink/ink1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5:26.5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51 596 1376 0 0,'-50'-15'12154'0'0,"50"14"-11924"0"0,1 0 0 0 0,-1 0 1 0 0,1 0-1 0 0,-1 0 1 0 0,1 1-1 0 0,0-1 0 0 0,-1 0 1 0 0,1 0-1 0 0,0 0 1 0 0,0 0-1 0 0,0 1 0 0 0,0-1 1 0 0,0 0-1 0 0,0 1 1 0 0,0-1-1 0 0,0 1 0 0 0,0-1 1 0 0,0 1-1 0 0,0-1 1 0 0,2 1-1 0 0,23-11 409 0 0,55-12-163 0 0,1 4 1 0 0,138-15 0 0 0,-131 22-294 0 0,400-26 502 0 0,-361 31-505 0 0,256 1 968 0 0,-301 6-1048 0 0,-32-4-100 0 0,-50 1 0 0 0,1 0 0 0 0,-1 0 0 0 0,1 0 0 0 0,-1-1 0 0 0,0 1 0 0 0,0 0 0 0 0,-1-1 0 0 0,1 1 0 0 0,-1 0 0 0 0,1-6 0 0 0,-1 7 0 0 0,8-172 20 0 0,-1 11 13 0 0,-7 161-1 0 0,0-1 1 0 0,0 1-1 0 0,1 0 0 0 0,-1 0 0 0 0,1 0 1 0 0,-1 0-1 0 0,1 0 0 0 0,0 0 0 0 0,0 0 1 0 0,0 0-1 0 0,0 0 0 0 0,2-3 0 0 0,-3 5-18 0 0,1 0 0 0 0,-1 0-1 0 0,0 0 1 0 0,0-1-1 0 0,1 1 1 0 0,-1 0-1 0 0,0 0 1 0 0,0 0 0 0 0,1 0-1 0 0,-1 0 1 0 0,0 0-1 0 0,1 0 1 0 0,-1-1 0 0 0,0 1-1 0 0,1 0 1 0 0,-1 0-1 0 0,0 0 1 0 0,0 0-1 0 0,1 0 1 0 0,-1 0 0 0 0,0 0-1 0 0,1 1 1 0 0,-1-1-1 0 0,0 0 1 0 0,1 0-1 0 0,-1 0 1 0 0,0 0 0 0 0,0 0-1 0 0,1 1 1 0 0,10 13 77 0 0,-1 11-82 0 0,-1 0 0 0 0,-1 1 0 0 0,-1 0 0 0 0,-2 0 0 0 0,3 30 0 0 0,9 39-31 0 0,-12-75-129 0 0,0 0 1 0 0,12 27-1 0 0,-15-43 110 0 0,0 1-1 0 0,0-1 1 0 0,0 0 0 0 0,1 0-1 0 0,0 0 1 0 0,-1 0 0 0 0,1 0-1 0 0,1 0 1 0 0,-1-1-1 0 0,0 1 1 0 0,1-1 0 0 0,0 0-1 0 0,0 0 1 0 0,0-1 0 0 0,0 1-1 0 0,6 2 1 0 0,-9-5 23 0 0,1 0 1 0 0,-1 0 0 0 0,0 0-1 0 0,0 0 1 0 0,1 0-1 0 0,-1 0 1 0 0,0 0-1 0 0,0-1 1 0 0,1 1-1 0 0,-1 0 1 0 0,0-1 0 0 0,0 1-1 0 0,0-1 1 0 0,1 1-1 0 0,-1-1 1 0 0,0 0-1 0 0,0 0 1 0 0,0 1-1 0 0,0-1 1 0 0,0 0 0 0 0,0 0-1 0 0,-1 0 1 0 0,1 0-1 0 0,0 0 1 0 0,0 0-1 0 0,0-2 1 0 0,20-32 20 0 0,-18 29 46 0 0,21-42 77 0 0,-2 5 187 0 0,33-51 0 0 0,-47 82-227 0 0,1 0-1 0 0,1 0 1 0 0,0 1-1 0 0,0 1 1 0 0,1-1-1 0 0,1 2 1 0 0,-1-1-1 0 0,19-9 1 0 0,-29 18-74 0 0,0 0 1 0 0,0 0 0 0 0,0 0-1 0 0,1 0 1 0 0,-1 1 0 0 0,0-1-1 0 0,1 0 1 0 0,-1 1 0 0 0,0-1-1 0 0,1 1 1 0 0,-1-1-1 0 0,1 1 1 0 0,-1 0 0 0 0,1 0-1 0 0,-1-1 1 0 0,1 1 0 0 0,-1 0-1 0 0,1 0 1 0 0,-1 1 0 0 0,1-1-1 0 0,-1 0 1 0 0,1 0 0 0 0,-1 1-1 0 0,1-1 1 0 0,-1 1 0 0 0,1-1-1 0 0,-1 1 1 0 0,0 0 0 0 0,1 0-1 0 0,-1-1 1 0 0,0 1-1 0 0,0 0 1 0 0,2 2 0 0 0,0 2 47 0 0,0 0 0 0 0,0 0 0 0 0,-1 0 0 0 0,0 0 0 0 0,0 1 0 0 0,0-1 0 0 0,1 9 0 0 0,0-3-41 0 0,5 22-123 0 0,2-1 0 0 0,2 0 0 0 0,0 0 0 0 0,18 30 0 0 0,-29-60 61 0 0,0 1 0 0 0,1 0 0 0 0,-1-1 0 0 0,1 1 0 0 0,-1-1 0 0 0,1 0 0 0 0,0 1 0 0 0,0-1 0 0 0,0 0 0 0 0,3 2 0 0 0,-5-4 35 0 0,1 0 0 0 0,-1 0 0 0 0,1 0 0 0 0,-1 0 0 0 0,0 0 0 0 0,1 0 1 0 0,-1 0-1 0 0,1 0 0 0 0,-1 0 0 0 0,1 0 0 0 0,-1 0 0 0 0,0 0 1 0 0,1 0-1 0 0,-1 0 0 0 0,1 0 0 0 0,-1-1 0 0 0,0 1 0 0 0,1 0 1 0 0,-1 0-1 0 0,0 0 0 0 0,1-1 0 0 0,-1 1 0 0 0,0 0 0 0 0,1 0 0 0 0,0-1 1 0 0,11-18 77 0 0,-3 1-140 0 0,53-98-74 0 0,-52 100 241 0 0,0 1 0 0 0,1 0 0 0 0,1 0 0 0 0,25-24 0 0 0,-36 38-82 0 0,0 0 0 0 0,0 0 0 0 0,1 0-1 0 0,-1-1 1 0 0,0 1 0 0 0,1 0 0 0 0,-1 1 0 0 0,0-1-1 0 0,1 0 1 0 0,-1 0 0 0 0,1 1 0 0 0,0-1 0 0 0,-1 0 0 0 0,1 1-1 0 0,-1 0 1 0 0,1-1 0 0 0,0 1 0 0 0,0 0 0 0 0,-1 0 0 0 0,1 0-1 0 0,0 0 1 0 0,-1 0 0 0 0,3 1 0 0 0,-2 0 1 0 0,0 0 1 0 0,-1 0-1 0 0,1 0 1 0 0,-1 1-1 0 0,1-1 1 0 0,-1 0-1 0 0,1 1 1 0 0,-1-1-1 0 0,0 1 1 0 0,0-1-1 0 0,0 1 1 0 0,0 0-1 0 0,0 0 1 0 0,0-1-1 0 0,0 1 1 0 0,0 3-1 0 0,3 8 49 0 0,-1 1 0 0 0,0-1 0 0 0,-2 1-1 0 0,2 17 1 0 0,-3-22-174 0 0,0 2-319 0 0,1 0 0 0 0,0 0 0 0 0,0 0 0 0 0,1 0-1 0 0,4 11 1 0 0</inkml:trace>
</inkml:ink>
</file>

<file path=ppt/ink/ink1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5:26.8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79 69 920 0 0,'-5'-1'585'0'0,"-1"-1"-1"0"0,1 1 1 0 0,0 0-1 0 0,-1 0 1 0 0,1 0-1 0 0,-7 1 1 0 0,-23-6 6560 0 0,51 2-2376 0 0,-1 0-3878 0 0,243-27 3569 0 0,134 20-3516 0 0,-197 21-435 0 0,-1 1-234 0 0,-193-11-305 0 0,0 0 1 0 0,0 1-1 0 0,0-1 0 0 0,0 0 1 0 0,0 0-1 0 0,1 0 0 0 0,-1 0 0 0 0,0 0 1 0 0,0 0-1 0 0,0-1 0 0 0,0 1 0 0 0,0 0 1 0 0,0 0-1 0 0,0-1 0 0 0,0 1 1 0 0,0-1-1 0 0,0 1 0 0 0,0-1 0 0 0,0 1 1 0 0,0-1-1 0 0,-1 1 0 0 0,1-1 0 0 0,0 0 1 0 0,0 0-1 0 0,0 1 0 0 0,-1-1 1 0 0,1 0-1 0 0,-1 0 0 0 0,1 0 0 0 0,0 0 1 0 0,-1 0-1 0 0,1 0 0 0 0,-1 0 0 0 0,0 0 1 0 0,1 0-1 0 0,-1 0 0 0 0,0-1 1 0 0,0-5-682 0 0</inkml:trace>
</inkml:ink>
</file>

<file path=ppt/ink/ink1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5:27.5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 7 6913 0 0,'-10'-7'12332'0'0,"37"58"-10399"0"0,-20-39-1671 0 0,0-1 0 0 0,-1 1 0 0 0,0 0 0 0 0,4 16-1 0 0,3 29-141 0 0,-3 0 0 0 0,4 83-1 0 0,-2-17-40 0 0,49 308-51 0 0,10 81 8 0 0,-57-226-72 0 0,-14-194-12 0 0,5 0 0 0 0,16 93 0 0 0,-10-145-753 0 0,-3-24-2327 0 0</inkml:trace>
</inkml:ink>
</file>

<file path=ppt/ink/ink1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5:28.1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119 179 2761 0 0,'-9'0'1070'0'0,"0"0"0"0"0,0 0 0 0 0,0 1 0 0 0,-1 0 0 0 0,-14 4 0 0 0,-24 3 9321 0 0,119 6-7694 0 0,-26-11-2558 0 0,1-3-1 0 0,74-7 1 0 0,92-25-63 0 0,13-2-16 0 0,766-44 168 0 0,-910 75-143 0 0,339-26 250 0 0,-405 27-878 0 0,48-8 1410 0 0,-24-6-8048 0 0</inkml:trace>
</inkml:ink>
</file>

<file path=ppt/ink/ink1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3:11.7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643 720 920 0 0,'-16'-8'200'0'0,"1"0"-1"0"0,1-1 1 0 0,-24-18 0 0 0,2 2-72 0 0,19 13 126 0 0,0 2 1 0 0,-1 0-1 0 0,0 2 0 0 0,-1 0 0 0 0,0 0 1 0 0,0 2-1 0 0,0 0 0 0 0,-1 2 0 0 0,0 0 1 0 0,0 1-1 0 0,0 1 0 0 0,-1 1 0 0 0,1 1 1 0 0,0 0-1 0 0,0 2 0 0 0,-36 7 0 0 0,8 0 790 0 0,26-3 616 0 0,-2-2 0 0 0,-42 3 0 0 0,194-5 3568 0 0,162-3-2852 0 0,-192-3-2320 0 0,100-17 1 0 0,-49-13 771 0 0,30-4 865 0 0,-176 38-1677 0 0,31-3 68 0 0,-33 3-82 0 0,1 0-1 0 0,-1 0 1 0 0,0 0 0 0 0,0 0-1 0 0,1 0 1 0 0,-1 1-1 0 0,0-1 1 0 0,1 0 0 0 0,-1 0-1 0 0,0 1 1 0 0,0-1-1 0 0,0 1 1 0 0,1-1 0 0 0,-1 1-1 0 0,0 0 1 0 0,0-1-1 0 0,0 1 1 0 0,0 0 0 0 0,0 0-1 0 0,1 1 1 0 0,-3 0-171 0 0,0 1-1 0 0,0-1 1 0 0,0 0 0 0 0,0 0 0 0 0,-1-1 0 0 0,1 1 0 0 0,-1 0-1 0 0,0 0 1 0 0,1-1 0 0 0,-1 1 0 0 0,0-1 0 0 0,0 1-1 0 0,-4 1 1 0 0,5-3 185 0 0,0 0 1 0 0,0-1-1 0 0,-1 1 0 0 0,1 0 0 0 0,0-1 0 0 0,0 1 0 0 0,0-1 0 0 0,0 1 1 0 0,0-1-1 0 0,0 0 0 0 0,0 1 0 0 0,0-1 0 0 0,0 0 0 0 0,0 0 0 0 0,0 1 0 0 0,0-1 1 0 0,1 0-1 0 0,-1 0 0 0 0,0 0 0 0 0,0 0 0 0 0,1 0 0 0 0,-1-1 0 0 0,1 1 0 0 0,-1 0 1 0 0,1 0-1 0 0,0 0 0 0 0,-1 0 0 0 0,1 0 0 0 0,0-1 0 0 0,0 1 0 0 0,0-2 1 0 0,-3-43-174 0 0,3 38 161 0 0,4-62 184 0 0,4 1-1 0 0,18-82 0 0 0,-25 146-152 0 0,5-29 266 0 0,1-3 256 0 0,14-46 1 0 0,-21 83-554 0 0,0-1 0 0 0,0 1-1 0 0,0 0 1 0 0,0 0 0 0 0,0 0 0 0 0,0 0 0 0 0,0-1 0 0 0,0 1 0 0 0,0 0-1 0 0,0 0 1 0 0,0 0 0 0 0,0 0 0 0 0,0-1 0 0 0,0 1 0 0 0,1 0 0 0 0,-1 0-1 0 0,0 0 1 0 0,0 0 0 0 0,0 0 0 0 0,0 0 0 0 0,0-1 0 0 0,0 1 0 0 0,1 0-1 0 0,-1 0 1 0 0,0 0 0 0 0,0 0 0 0 0,0 0 0 0 0,0 0 0 0 0,1 0 0 0 0,-1 0-1 0 0,0 0 1 0 0,0 0 0 0 0,0 0 0 0 0,1 0 0 0 0,-1 0 0 0 0,0 0 0 0 0,0 0-1 0 0,0 0 1 0 0,0 0 0 0 0,1 0 0 0 0,-1 0 0 0 0,0 0 0 0 0,0 0 0 0 0,0 0-1 0 0,0 0 1 0 0,1 0 0 0 0,-1 0 0 0 0,0 0 0 0 0,0 1 0 0 0,0-1 0 0 0,0 0 0 0 0,10 11 69 0 0,5 17 5 0 0,85 239-45 0 0,-11-21-221 0 0,-86-241 141 0 0,-1-1-1 0 0,0 0 1 0 0,1 0-1 0 0,0 0 1 0 0,0 0-1 0 0,0 0 1 0 0,0 0 0 0 0,5 3-1 0 0,-7-7 33 0 0,-1 1-1 0 0,1-1 0 0 0,0 1 1 0 0,0-1-1 0 0,-1 1 0 0 0,1-1 1 0 0,0 1-1 0 0,0-1 1 0 0,-1 0-1 0 0,1 0 0 0 0,0 1 1 0 0,0-1-1 0 0,0 0 1 0 0,0 0-1 0 0,-1 0 0 0 0,1 0 1 0 0,0 0-1 0 0,0 0 0 0 0,0 0 1 0 0,1 0-1 0 0,-1-1 4 0 0,0 0-1 0 0,0 0 1 0 0,0 1-1 0 0,0-1 1 0 0,0 0-1 0 0,0 0 1 0 0,0 0-1 0 0,0 0 0 0 0,-1 0 1 0 0,1 0-1 0 0,0 0 1 0 0,-1 0-1 0 0,1 0 1 0 0,-1 0-1 0 0,1-1 1 0 0,-1 1-1 0 0,1 0 1 0 0,-1 0-1 0 0,0-2 1 0 0,10-42 181 0 0,5-66 0 0 0,0-1 317 0 0,-14 111-476 0 0,27-126 396 0 0,-24 111-311 0 0,2 0-1 0 0,-1 0 1 0 0,2 1 0 0 0,0 0-1 0 0,17-25 1 0 0,-24 39-91 0 0,0 1 1 0 0,1-1-1 0 0,-1 1 0 0 0,1-1 0 0 0,-1 1 1 0 0,1-1-1 0 0,-1 1 0 0 0,1-1 1 0 0,-1 1-1 0 0,1-1 0 0 0,-1 1 0 0 0,1 0 1 0 0,0-1-1 0 0,-1 1 0 0 0,1 0 0 0 0,0-1 1 0 0,-1 1-1 0 0,1 0 0 0 0,0 0 1 0 0,-1 0-1 0 0,1 0 0 0 0,0 0 0 0 0,-1 0 1 0 0,1 0-1 0 0,0 0 0 0 0,0 0 1 0 0,-1 0-1 0 0,1 0 0 0 0,0 0 0 0 0,1 1 16 0 0,0 0 0 0 0,0 0 0 0 0,0 0 0 0 0,0 0 0 0 0,-1 1 0 0 0,1-1 0 0 0,0 0-1 0 0,-1 1 1 0 0,1-1 0 0 0,0 3 0 0 0,29 43 323 0 0,-29-43-337 0 0,52 96-198 0 0,95 161-736 0 0,-133-235 781 0 0,-10-16-105 0 0,0 0-1 0 0,0 0 1 0 0,1-1-1 0 0,0 0 1 0 0,13 12-1 0 0,-19-20 233 0 0,-1-1 0 0 0,0 0-1 0 0,0 0 1 0 0,1 1 0 0 0,-1-1-1 0 0,0 0 1 0 0,0 0 0 0 0,1 0-1 0 0,-1 0 1 0 0,0 0 0 0 0,1 1-1 0 0,-1-1 1 0 0,0 0 0 0 0,1 0-1 0 0,-1 0 1 0 0,0 0 0 0 0,0 0-1 0 0,1 0 1 0 0,-1 0 0 0 0,0 0-1 0 0,1 0 1 0 0,-1 0-1 0 0,0 0 1 0 0,1 0 0 0 0,-1 0-1 0 0,0 0 1 0 0,1 0 0 0 0,-1 0-1 0 0,0-1 1 0 0,1 1 0 0 0,-1 0-1 0 0,0 0 1 0 0,0 0 0 0 0,1 0-1 0 0,-1-1 1 0 0,7-12-264 0 0,-1-22 360 0 0,-5 33-60 0 0,10-73 742 0 0,3 1-1 0 0,47-140 1 0 0,-56 198-670 0 0,14-35 148 0 0,-17 48-199 0 0,0-1-1 0 0,0 0 1 0 0,0 1 0 0 0,0-1 0 0 0,0 1 0 0 0,1 0 0 0 0,0 0 0 0 0,-1 0-1 0 0,1 0 1 0 0,5-3 0 0 0,-7 5-25 0 0,0 1 0 0 0,0-1 0 0 0,0 0 0 0 0,1 1 0 0 0,-1-1 0 0 0,0 1 1 0 0,1 0-1 0 0,-1-1 0 0 0,0 1 0 0 0,1 0 0 0 0,-1 0 0 0 0,0 0 0 0 0,1 0 0 0 0,-1 0 0 0 0,1 0 0 0 0,-1 0 0 0 0,0 0 0 0 0,1 0 0 0 0,-1 1 0 0 0,0-1 0 0 0,1 1 0 0 0,0 0 1 0 0,1 0 5 0 0,0 1 0 0 0,0 0 1 0 0,0 0-1 0 0,-1 0 1 0 0,1 0-1 0 0,-1 1 1 0 0,0-1-1 0 0,5 6 1 0 0,0 2 12 0 0,0 2 0 0 0,-1-1 0 0 0,8 19 0 0 0,0 7-12 0 0,-1 0 0 0 0,-3 1 0 0 0,7 45 0 0 0,-3 3-2490 0 0,-11-62-5368 0 0</inkml:trace>
</inkml:ink>
</file>

<file path=ppt/ink/ink1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3:12.0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12 121 4609 0 0,'-11'5'1430'0'0,"28"-9"4479"0"0,95-28-832 0 0,94-23-343 0 0,-157 44-4430 0 0,1 3 0 0 0,63-3 1 0 0,-33 8-263 0 0,274 2 233 0 0,-335 2-338 0 0,49 6-635 0 0,-63-6 633 0 0,0 0 1 0 0,-1 0 0 0 0,1 0-1 0 0,-1 0 1 0 0,1 1 0 0 0,-1 0-1 0 0,0 0 1 0 0,1 0-1 0 0,-1 1 1 0 0,0-1 0 0 0,3 4-1 0 0,-4-3-740 0 0</inkml:trace>
</inkml:ink>
</file>

<file path=ppt/ink/ink1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3:14.2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213 1883 3225 0 0,'6'-2'13023'0'0,"-5"2"-12948"0"0,0 0 1 0 0,0 0 0 0 0,0 0 0 0 0,-1 0 0 0 0,1 0 0 0 0,0 0 0 0 0,0 0 0 0 0,0 0-1 0 0,0 1 1 0 0,0-1 0 0 0,-1 0 0 0 0,1 0 0 0 0,0 1 0 0 0,0-1 0 0 0,0 1 0 0 0,-1-1 0 0 0,1 1-1 0 0,0-1 1 0 0,-1 1 0 0 0,1-1 0 0 0,0 1 0 0 0,-1 0 0 0 0,1-1 0 0 0,-1 1 0 0 0,1 0-1 0 0,-1-1 1 0 0,1 1 0 0 0,-1 0 0 0 0,-7 10 3851 0 0,7-11-3913 0 0,0 1 1 0 0,-1 0 0 0 0,1-1-1 0 0,0 1 1 0 0,-1-1 0 0 0,1 1-1 0 0,-1-1 1 0 0,1 1-1 0 0,0-1 1 0 0,-1 1 0 0 0,1-1-1 0 0,-1 1 1 0 0,1-1 0 0 0,-1 0-1 0 0,0 1 1 0 0,1-1 0 0 0,-1 0-1 0 0,1 1 1 0 0,-1-1 0 0 0,0 0-1 0 0,1 0 1 0 0,-1 0 0 0 0,0 1-1 0 0,0-1 461 0 0,-2-3-400 0 0,0 1-60 0 0,0-2 0 0 0,0 1 0 0 0,0 0 1 0 0,0-1-1 0 0,0 1 0 0 0,1-1 0 0 0,0 0 0 0 0,0 1 1 0 0,0-1-1 0 0,0 0 0 0 0,1 0 0 0 0,-1-1 0 0 0,1 1 1 0 0,-1-7-1 0 0,-1-9-6 0 0,1 0-1 0 0,1-22 1 0 0,-1-5 47 0 0,-113-750-34 0 0,103 717 33 0 0,8 49-34 0 0,-1 0-1 0 0,-12-40 1 0 0,17 70-34 0 0,-1-1-1 0 0,1 1 0 0 0,-1-1 1 0 0,0 0-1 0 0,1 1 1 0 0,-1-1-1 0 0,0 1 1 0 0,0 0-1 0 0,0-1 1 0 0,0 1-1 0 0,0 0 1 0 0,0-1-1 0 0,0 1 1 0 0,0 0-1 0 0,-1 0 0 0 0,1 0 1 0 0,0 0-1 0 0,-1 0 1 0 0,-1-1-1 0 0,3 2-83 0 0,0 2-555 0 0,1 1 624 0 0,0-1-1 0 0,0 0 1 0 0,0 0 0 0 0,0 1 0 0 0,0-1 0 0 0,0 0 0 0 0,1 0 0 0 0,1 2 0 0 0,3 6-267 0 0,1 5-75 0 0,-7-12 390 0 0,2 1 0 0 0,-1 0-1 0 0,0-1 1 0 0,1 1 0 0 0,0-1 0 0 0,0 1 0 0 0,0-1 0 0 0,0 0-1 0 0,0 0 1 0 0,1 0 0 0 0,-1 0 0 0 0,6 4 0 0 0,-4-7 37 0 0,0 0 1 0 0,0-1-1 0 0,0 1 0 0 0,0-1 1 0 0,0 0-1 0 0,0 0 1 0 0,0-1-1 0 0,0 1 1 0 0,5-3-1 0 0,6-2 57 0 0,78-22-153 0 0,1 3 0 0 0,1 5 0 0 0,1 4 0 0 0,118-5 0 0 0,46 6-24 0 0,-50 2 90 0 0,-206 13 18 0 0,-1-1-24 0 0,1 1 0 0 0,-1 0 0 0 0,1 0 0 0 0,-1 0 0 0 0,0 0 0 0 0,1 0 0 0 0,-1 1 1 0 0,1-1-1 0 0,-1 1 0 0 0,0 0 0 0 0,1 0 0 0 0,-1 1 0 0 0,4 1 0 0 0,-6-2-18 0 0,0 0 1 0 0,-1-1-1 0 0,1 1 0 0 0,0-1 0 0 0,-1 1 1 0 0,1-1-1 0 0,0 1 0 0 0,0-1 0 0 0,-1 1 0 0 0,1-1 1 0 0,0 0-1 0 0,0 1 0 0 0,0-1 0 0 0,0 0 0 0 0,-1 0 1 0 0,1 0-1 0 0,0 0 0 0 0,0 0 0 0 0,0 0 1 0 0,0 0-1 0 0,0 0 0 0 0,0 0 0 0 0,-1 0 0 0 0,1 0 1 0 0,0 0-1 0 0,1-1 0 0 0,1 0-1 0 0,-1 0 0 0 0,0-1 1 0 0,0 1-1 0 0,0-1 0 0 0,0 1 0 0 0,0-1 0 0 0,0 0 0 0 0,0 0 0 0 0,2-3 1 0 0,5-8-9 0 0,-1 0 0 0 0,10-23-1 0 0,-12 24 16 0 0,21-39 40 0 0,-3-1-1 0 0,-2-1 1 0 0,-2-1 0 0 0,-3-1-1 0 0,16-89 1 0 0,-32 142-48 0 0,0-9-6 0 0,0 1 0 0 0,1 0 1 0 0,1-1-1 0 0,0 1 1 0 0,0 0-1 0 0,1 1 1 0 0,5-11-1 0 0,4 62 5 0 0,0 20-238 0 0,35 96 1 0 0,-42-140 8 0 0,1-1 1 0 0,1 0 0 0 0,1-1 0 0 0,0 0 0 0 0,1 0 0 0 0,1-1 0 0 0,1 0 0 0 0,0-1 0 0 0,0-1-1 0 0,18 16 1 0 0,-29-28 154 0 0,1 0-1 0 0,-1-1 0 0 0,0 1 0 0 0,0 0 0 0 0,0 0 1 0 0,1 0-1 0 0,-1-1 0 0 0,0 1 0 0 0,1-1 0 0 0,-1 1 1 0 0,1-1-1 0 0,-1 1 0 0 0,1-1 0 0 0,-1 0 0 0 0,1 0 1 0 0,-1 0-1 0 0,1 0 0 0 0,-1 0 0 0 0,1 0 0 0 0,-1 0 1 0 0,1 0-1 0 0,1-1 0 0 0,-1 0 67 0 0,0 0 1 0 0,0 0-1 0 0,0-1 1 0 0,0 1-1 0 0,0-1 0 0 0,-1 1 1 0 0,1-1-1 0 0,0 1 1 0 0,-1-1-1 0 0,1 0 0 0 0,-1 0 1 0 0,3-4-1 0 0,3-7 390 0 0,-1 0 0 0 0,0-1 0 0 0,7-25-1 0 0,-8 23-210 0 0,16-47 673 0 0,93-248 1554 0 0,-114 311-2390 0 0,0 0 0 0 0,0 0 0 0 0,0-1 1 0 0,0 1-1 0 0,0 0 0 0 0,0 0 0 0 0,0-1 0 0 0,1 1 0 0 0,-1 0 0 0 0,0 0 1 0 0,0 0-1 0 0,0-1 0 0 0,0 1 0 0 0,0 0 0 0 0,0 0 0 0 0,1 0 0 0 0,-1 0 1 0 0,0-1-1 0 0,0 1 0 0 0,0 0 0 0 0,0 0 0 0 0,1 0 0 0 0,-1 0 0 0 0,0 0 1 0 0,0 0-1 0 0,0 0 0 0 0,1-1 0 0 0,-1 1 0 0 0,0 0 0 0 0,0 0 0 0 0,0 0 1 0 0,1 0-1 0 0,-1 0 0 0 0,0 0 0 0 0,0 0 0 0 0,1 0 0 0 0,-1 0 0 0 0,0 0 1 0 0,0 0-1 0 0,0 0 0 0 0,1 0 0 0 0,-1 0 0 0 0,0 1 0 0 0,8 10 103 0 0,2 22-95 0 0,-9-30 15 0 0,4 15-25 0 0,50 169-73 0 0,-43-153-16 0 0,2-1 0 0 0,2 0 0 0 0,26 43 0 0 0,-29-54-76 0 0,-10-15 47 0 0,1-1-1 0 0,0 1 1 0 0,0-1 0 0 0,0 0-1 0 0,0 0 1 0 0,1 0 0 0 0,0-1 0 0 0,1 1-1 0 0,10 7 1 0 0,-15-12 94 0 0,0-1-1 0 0,-1 0 1 0 0,1 0-1 0 0,0 0 1 0 0,0 0-1 0 0,0 0 1 0 0,0 0-1 0 0,-1-1 1 0 0,1 1-1 0 0,0 0 1 0 0,0 0-1 0 0,0-1 1 0 0,-1 1 0 0 0,1 0-1 0 0,0-1 1 0 0,-1 1-1 0 0,1 0 1 0 0,0-1-1 0 0,0 1 1 0 0,-1-1-1 0 0,1 0 1 0 0,-1 1-1 0 0,1-1 1 0 0,-1 1-1 0 0,1-1 1 0 0,-1 0-1 0 0,1 1 1 0 0,-1-1 0 0 0,1 0-1 0 0,-1 0 1 0 0,0 1-1 0 0,1-1 1 0 0,-1 0-1 0 0,0 0 1 0 0,0 0-1 0 0,0 1 1 0 0,0-1-1 0 0,1-1 1 0 0,9-41 172 0 0,-9 36-160 0 0,9-44 397 0 0,-1 6-205 0 0,1-1 0 0 0,2 2 1 0 0,19-47-1 0 0,-10 56 92 0 0,-20 34-267 0 0,-1 1-1 0 0,1-1 1 0 0,-1 1 0 0 0,1-1 0 0 0,-1 1-1 0 0,1-1 1 0 0,-1 1 0 0 0,1 0 0 0 0,-1-1-1 0 0,1 1 1 0 0,0 0 0 0 0,-1-1 0 0 0,1 1-1 0 0,0 0 1 0 0,-1 0 0 0 0,1 0-1 0 0,0-1 1 0 0,-1 1 0 0 0,1 0 0 0 0,1 0-1 0 0,-1 1-3 0 0,-1-1 0 0 0,1 1-1 0 0,0-1 1 0 0,0 1 0 0 0,-1-1-1 0 0,1 1 1 0 0,0-1 0 0 0,-1 1-1 0 0,1 0 1 0 0,0-1 0 0 0,-1 1-1 0 0,1 0 1 0 0,-1 0-1 0 0,1-1 1 0 0,-1 1 0 0 0,0 0-1 0 0,1 0 1 0 0,-1 0 0 0 0,0-1-1 0 0,1 3 1 0 0,5 19 38 0 0,0 0 0 0 0,-2 0 0 0 0,3 43 0 0 0,-4-35-385 0 0,7 37 0 0 0,-7-57-580 0 0,0 1 0 0 0,0-1 0 0 0,1 0 0 0 0,1 0 0 0 0,-1 0 1 0 0,2 0-1 0 0,7 10 0 0 0,0-1-5760 0 0</inkml:trace>
</inkml:ink>
</file>

<file path=ppt/ink/ink1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3:14.6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7 258 6449 0 0,'-1'-1'86'0'0,"0"0"1"0"0,1 1-1 0 0,-1-1 0 0 0,1 0 0 0 0,-1 1 0 0 0,1-1 0 0 0,-1 0 0 0 0,1 0 0 0 0,0 1 0 0 0,-1-1 0 0 0,1 0 0 0 0,0 0 0 0 0,0 0 0 0 0,-1 0 1 0 0,1 1-1 0 0,0-1 0 0 0,0 0 0 0 0,0 0 0 0 0,0 0 0 0 0,0 0 0 0 0,0 0 0 0 0,0 1 0 0 0,0-1 0 0 0,1 0 0 0 0,-1-1 0 0 0,2-1 181 0 0,-1 1-1 0 0,0-1 0 0 0,0 1 0 0 0,1 0 1 0 0,0 0-1 0 0,-1 0 0 0 0,1 0 0 0 0,3-3 1 0 0,3-2 690 0 0,1 1 1 0 0,-1 0-1 0 0,15-8 1 0 0,15-3 252 0 0,0 1 1 0 0,1 2-1 0 0,0 1 0 0 0,54-9 1 0 0,166-16 63 0 0,-258 38-1267 0 0,28-4 39 0 0,462-46 1330 0 0,-439 53-1092 0 0,-44-2-267 0 0,0 0 0 0 0,0 0-1 0 0,1-1 1 0 0,-1 0 0 0 0,0-1 0 0 0,0 1-1 0 0,0-2 1 0 0,13-2 0 0 0,-15 0-2443 0 0</inkml:trace>
</inkml:ink>
</file>

<file path=ppt/ink/ink1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3:16.4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191 135 3545 0 0,'-7'-6'525'0'0,"1"-1"-1"0"0,-1 1 1 0 0,0 0 0 0 0,0 0 0 0 0,-1 1 0 0 0,1 0-1 0 0,-1 1 1 0 0,0 0 0 0 0,-1 0 0 0 0,-14-5 0 0 0,-10-5 2753 0 0,30 13-2803 0 0,0 0-1 0 0,0 0 1 0 0,0-1-1 0 0,0 1 1 0 0,0-1 0 0 0,1 1-1 0 0,-1-1 1 0 0,0 0-1 0 0,1 0 1 0 0,0-1-1 0 0,-1 1 1 0 0,1 0 0 0 0,0-1-1 0 0,0 1 1 0 0,1-1-1 0 0,-1 1 1 0 0,0-1 0 0 0,1 0-1 0 0,-1 0 1 0 0,1 0-1 0 0,-1-5 1 0 0,-5 2 404 0 0,3 7-523 0 0,4 11-15 0 0,123 1033-730 0 0,-120-976 416 0 0,-6 78 1 0 0,0 38-782 0 0,4-157 212 0 0,0-4-1989 0 0,5 36 0 0 0,-6-60 2357 0 0,0 1-1 0 0,0-1 0 0 0,0 1 1 0 0,0-1-1 0 0,0 1 0 0 0,1-1 1 0 0,-1 0-1 0 0,0 1 1 0 0,0-1-1 0 0,27-4-7460 0 0,-24 0 7356 0 0,1 0 0 0 0,-1 0 1 0 0,0 0-1 0 0,0 0 1 0 0,0 0-1 0 0,3-7 0 0 0,9-15 7843 0 0,-14 26-7146 0 0,0-1 1 0 0,0 1 0 0 0,0 0-1 0 0,0-1 1 0 0,0 1-1 0 0,0 0 1 0 0,2-1 0 0 0,6-1-1734 0 0,86-38 6269 0 0,-61 25-4238 0 0,47-15 1 0 0,-7 11-671 0 0,0 4 0 0 0,146-11 1 0 0,154 18 64 0 0,-295 8-106 0 0,36-2 247 0 0,101 3 431 0 0,-191 2-605 0 0,-1 0 0 0 0,1 2 1 0 0,46 15-1 0 0,-69-20-78 0 0,2-28-88 0 0,39-234-1372 0 0,-40 240 1595 0 0,1-1 0 0 0,1 1 1 0 0,1 1-1 0 0,17-41 0 0 0,-21 66-18 0 0,0-1 0 0 0,0 0 0 0 0,0 1 0 0 0,0-1 0 0 0,0 1 0 0 0,-1 0 0 0 0,3 7 0 0 0,18 68-50 0 0,-12-37-118 0 0,2-1 1 0 0,2 0-1 0 0,32 65 0 0 0,-45-105 26 0 0,0 1 1 0 0,-1 0-1 0 0,1 0 1 0 0,0-1-1 0 0,0 1 0 0 0,1-1 1 0 0,-1 1-1 0 0,0-1 0 0 0,0 1 1 0 0,1-1-1 0 0,-1 0 0 0 0,1 0 1 0 0,-1 1-1 0 0,1-1 0 0 0,0 0 1 0 0,-1 0-1 0 0,1-1 1 0 0,0 1-1 0 0,0 0 0 0 0,-1-1 1 0 0,4 2-1 0 0,-3-3 6 0 0,-1 1 0 0 0,1-1 0 0 0,-1 1 1 0 0,1-1-1 0 0,-1 0 0 0 0,0 1 0 0 0,1-1 0 0 0,-1 0 0 0 0,0 0 1 0 0,1 0-1 0 0,-1 0 0 0 0,0 0 0 0 0,0 0 0 0 0,0-1 0 0 0,0 1 0 0 0,0 0 1 0 0,0 0-1 0 0,0-1 0 0 0,-1 1 0 0 0,1-1 0 0 0,0 1 0 0 0,-1-1 0 0 0,1 1 1 0 0,-1-1-1 0 0,1-2 0 0 0,25-78 155 0 0,15-39 320 0 0,-34 104-392 0 0,1 1 0 0 0,1-1 0 0 0,0 1 0 0 0,21-27 0 0 0,-28 41-37 0 0,-1 0-1 0 0,0 0 1 0 0,1 0-1 0 0,0 1 1 0 0,-1-1-1 0 0,1 0 0 0 0,0 1 1 0 0,0-1-1 0 0,0 1 1 0 0,0 0-1 0 0,0 0 1 0 0,0 0-1 0 0,0 0 1 0 0,0 0-1 0 0,1 0 1 0 0,-1 0-1 0 0,0 1 1 0 0,0-1-1 0 0,1 1 1 0 0,-1-1-1 0 0,0 1 1 0 0,1 0-1 0 0,2 0 1 0 0,-3 1-8 0 0,1 0 0 0 0,-1 0 0 0 0,1 1 1 0 0,-1-1-1 0 0,0 0 0 0 0,1 1 1 0 0,-1-1-1 0 0,0 1 0 0 0,0 0 0 0 0,0 0 1 0 0,0 0-1 0 0,-1 0 0 0 0,1 0 0 0 0,0 0 1 0 0,-1 0-1 0 0,0 1 0 0 0,1-1 1 0 0,-1 0-1 0 0,0 1 0 0 0,1 3 0 0 0,105 270-411 0 0,-101-259 318 0 0,-5-12 41 0 0,0-1 1 0 0,1 1-1 0 0,-1-1 1 0 0,1 0-1 0 0,0 1 1 0 0,0-1-1 0 0,0 0 1 0 0,1 0-1 0 0,-1-1 1 0 0,1 1-1 0 0,0 0 1 0 0,0-1-1 0 0,4 4 1 0 0,-6-7 2 0 0,0 0 0 0 0,0 0 0 0 0,0 0 0 0 0,0 0 0 0 0,-1 0 0 0 0,1 0 1 0 0,0-1-1 0 0,0 1 0 0 0,0 0 0 0 0,0 0 0 0 0,-1-1 0 0 0,1 1 0 0 0,0 0 0 0 0,0-1 0 0 0,0 1 1 0 0,-1-1-1 0 0,1 1 0 0 0,0-1 0 0 0,-1 1 0 0 0,1-1 0 0 0,0 0 0 0 0,-1 1 0 0 0,1-1 0 0 0,-1 0 1 0 0,1 1-1 0 0,-1-1 0 0 0,1 0 0 0 0,-1 0 0 0 0,0 1 0 0 0,1-1 0 0 0,-1-1 0 0 0,14-32-445 0 0,-12 27 356 0 0,16-38-547 0 0,1 0 0 0 0,3 1 1 0 0,1 2-1 0 0,39-55 0 0 0,-62 96 671 0 0,1 1 0 0 0,-1-1-1 0 0,0 0 1 0 0,1 1 0 0 0,-1-1-1 0 0,1 1 1 0 0,-1-1 0 0 0,1 1 0 0 0,-1-1-1 0 0,0 1 1 0 0,1-1 0 0 0,0 1-1 0 0,-1 0 1 0 0,1-1 0 0 0,-1 1-1 0 0,1 0 1 0 0,-1-1 0 0 0,1 1 0 0 0,0 0-1 0 0,-1 0 1 0 0,1 0 0 0 0,0-1-1 0 0,-1 1 1 0 0,1 0 0 0 0,0 0 0 0 0,-1 0-1 0 0,1 0 1 0 0,1 0 0 0 0,-1 1 15 0 0,-1 0 0 0 0,1-1 1 0 0,0 1-1 0 0,0 0 1 0 0,0 0-1 0 0,-1 0 0 0 0,1-1 1 0 0,0 1-1 0 0,-1 0 0 0 0,1 0 1 0 0,-1 0-1 0 0,1 0 0 0 0,-1 0 1 0 0,1 0-1 0 0,0 2 0 0 0,9 54 692 0 0,-8-45-590 0 0,17 60 329 0 0,-8-41-2679 0 0</inkml:trace>
</inkml:ink>
</file>

<file path=ppt/ink/ink1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3:16.8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1 158 4145 0 0,'0'-2'170'0'0,"1"1"0"0"0,-1-1 0 0 0,1 0 0 0 0,0 0 0 0 0,0 0 0 0 0,0 1 0 0 0,0-1 0 0 0,0 0 0 0 0,0 1 0 0 0,0-1 0 0 0,0 1 0 0 0,0-1 0 0 0,1 1 0 0 0,-1 0 0 0 0,1 0 0 0 0,-1-1 0 0 0,1 1 0 0 0,3-1 0 0 0,35-20 3614 0 0,-37 21-3511 0 0,32-14 1618 0 0,0 2 0 0 0,0 2 0 0 0,1 1 0 0 0,38-5 0 0 0,153-12 693 0 0,-161 21-2295 0 0,15 1-80 0 0,0 3 0 0 0,158 17 0 0 0,-205-9-186 0 0,22 2-565 0 0,-49-11-213 0 0,-4 1 151 0 0</inkml:trace>
</inkml:ink>
</file>

<file path=ppt/ink/ink1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3:17.1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124 109 3457 0 0,'-6'-14'47'0'0,"-1"0"1"0"0,-15-24-1 0 0,19 33 225 0 0,-1-1-1 0 0,-1 1 0 0 0,1 0 0 0 0,-1 0 1 0 0,1 1-1 0 0,-1 0 0 0 0,-1-1 0 0 0,1 1 1 0 0,-27 9 9513 0 0,31-3-9371 0 0,-9 13 418 0 0,5-5-4981 0 0</inkml:trace>
</inkml:ink>
</file>

<file path=ppt/ink/ink1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3:17.9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95 0 2761 0 0,'-14'16'15017'0'0,"11"-14"-14830"0"0,0 1 0 0 0,0-1-1 0 0,0 0 1 0 0,0 0 0 0 0,-1 0-1 0 0,1 0 1 0 0,-1-1-1 0 0,1 1 1 0 0,-1-1 0 0 0,0 0-1 0 0,1 0 1 0 0,-1-1 0 0 0,0 1-1 0 0,0-1 1 0 0,1 1 0 0 0,-8-2-1 0 0,10 2-91 0 0,0-1 0 0 0,1 0 0 0 0,-1 1 0 0 0,0-1 0 0 0,1 0 0 0 0,-1 1 0 0 0,1-1 0 0 0,-1 1 0 0 0,1-1 0 0 0,-1 1 0 0 0,1-1 0 0 0,-1 1 0 0 0,1-1 0 0 0,-1 1 0 0 0,1 0 0 0 0,0-1 0 0 0,-1 1 0 0 0,1 0 0 0 0,0-1 0 0 0,-1 1 0 0 0,1 0 0 0 0,0-1 0 0 0,0 1 0 0 0,0 0 0 0 0,0 0 0 0 0,-3 23 392 0 0,4-14-305 0 0,0-1-1 0 0,1 1 1 0 0,0 0 0 0 0,0 0 0 0 0,1-1 0 0 0,5 12 0 0 0,-3-8-95 0 0,0 0 0 0 0,4 22 1 0 0,34 312-5 0 0,16 86-108 0 0,-9-103-1045 0 0,-49-327 1068 0 0,0 0 1 0 0,-1 0 0 0 0,1 0 0 0 0,-1 1 0 0 0,0-1 0 0 0,0 0-1 0 0,0 0 1 0 0,-1 1 0 0 0,1-1 0 0 0,-1 0 0 0 0,0 0 0 0 0,0 0 0 0 0,0 0-1 0 0,-2 4 1 0 0,3-6-11 0 0,2 48 105 0 0,14 73 0 0 0,-3-24-3 0 0,61 418-426 0 0,-56-409 478 0 0,8 173-1 0 0,-26-248-77 0 0,15 225 339 0 0,-13-254-1080 0 0</inkml:trace>
</inkml:ink>
</file>

<file path=ppt/ink/ink1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3:19.1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173 503 8290 0 0,'-172'50'5481'0'0,"181"-44"-2944"0"0,7-2-1827 0 0,28-3 387 0 0,-1-3-1 0 0,1-1 0 0 0,55-12 1 0 0,-33 5-616 0 0,213-45 301 0 0,-170 31-819 0 0,174-18 0 0 0,-235 39-53 0 0,124-5-718 0 0,-185 9-843 0 0,5-2 1057 0 0,10-14 1062 0 0,-1 12-406 0 0,3-30 835 0 0,-2 0-1 0 0,-2-50 1 0 0,0 44-577 0 0,4-44-1 0 0,-3 68-205 0 0,1 0 0 0 0,0 0-1 0 0,2 1 1 0 0,0-1 0 0 0,9-23 0 0 0,-2 73 11 0 0,10 36-416 0 0,3-1 1 0 0,3-2-1 0 0,38 71 0 0 0,-62-134 280 0 0,11 17-119 0 0,-11-27 73 0 0,-1-13 34 0 0,2-13 175 0 0,0 1 0 0 0,2 0 0 0 0,1 1 1 0 0,1 0-1 0 0,2 0 0 0 0,1 0 0 0 0,1 2 0 0 0,29-51 0 0 0,-40 77-129 0 0,-1 0-1 0 0,1-1 1 0 0,0 1-1 0 0,-1 0 1 0 0,1 0 0 0 0,0 0-1 0 0,0 0 1 0 0,0 0-1 0 0,0 0 1 0 0,-1 0-1 0 0,1 0 1 0 0,1 0-1 0 0,-1 0 1 0 0,0 1-1 0 0,0-1 1 0 0,0 0-1 0 0,0 1 1 0 0,0-1-1 0 0,1 1 1 0 0,-1-1-1 0 0,0 1 1 0 0,2-1-1 0 0,-2 2-9 0 0,0-1 0 0 0,0 0-1 0 0,0 1 1 0 0,0 0 0 0 0,0-1 0 0 0,0 1-1 0 0,-1-1 1 0 0,1 1 0 0 0,0 0 0 0 0,0 0-1 0 0,-1-1 1 0 0,1 1 0 0 0,0 0 0 0 0,-1 0-1 0 0,1 0 1 0 0,-1 0 0 0 0,1 0-1 0 0,-1 0 1 0 0,0 0 0 0 0,1 0 0 0 0,-1 1-1 0 0,4 10 7 0 0,-1 1-1 0 0,-1-1 0 0 0,1 17 0 0 0,0 5-53 0 0,0 3-54 0 0,1-1 0 0 0,14 55 0 0 0,-15-79 21 0 0,1-1-1 0 0,0 0 1 0 0,1-1-1 0 0,0 1 1 0 0,0-1-1 0 0,1 0 1 0 0,1 0 0 0 0,0-1-1 0 0,0 0 1 0 0,1 0-1 0 0,0 0 1 0 0,11 8-1 0 0,-18-15 44 0 0,0-1 0 0 0,1 0 0 0 0,-1 0 0 0 0,0-1 0 0 0,1 1 0 0 0,-1 0 1 0 0,1 0-1 0 0,-1-1 0 0 0,1 1 0 0 0,-1-1 0 0 0,1 1 0 0 0,-1-1 0 0 0,1 0 0 0 0,0 1 0 0 0,-1-1 0 0 0,1 0 0 0 0,-1 0 0 0 0,1 0 0 0 0,0 0 0 0 0,-1-1 0 0 0,1 1 0 0 0,-1 0 1 0 0,3-1-1 0 0,-1 0 8 0 0,-1-1 0 0 0,1 0 1 0 0,0 1-1 0 0,0-1 1 0 0,-1 0-1 0 0,1 0 0 0 0,-1-1 1 0 0,1 1-1 0 0,-1 0 1 0 0,4-6-1 0 0,3-6 23 0 0,-1 0 0 0 0,0-1 1 0 0,9-24-1 0 0,-16 35-18 0 0,27-73 15 0 0,22-51 363 0 0,-44 116-296 0 0,0 0 1 0 0,1 1-1 0 0,0 0 0 0 0,1 0 0 0 0,0 1 0 0 0,1 0 0 0 0,0 0 0 0 0,11-8 0 0 0,-19 17-66 0 0,0 0-1 0 0,0 0 1 0 0,0 0-1 0 0,0 0 1 0 0,0 0 0 0 0,0 0-1 0 0,0 0 1 0 0,0 0-1 0 0,1 1 1 0 0,-1-1 0 0 0,0 0-1 0 0,1 1 1 0 0,-1-1-1 0 0,0 1 1 0 0,1 0-1 0 0,-1-1 1 0 0,1 1 0 0 0,-1 0-1 0 0,0 0 1 0 0,1 0-1 0 0,-1 0 1 0 0,1 0 0 0 0,-1 0-1 0 0,1 0 1 0 0,-1 0-1 0 0,0 1 1 0 0,1-1-1 0 0,-1 1 1 0 0,1-1 0 0 0,-1 1-1 0 0,0-1 1 0 0,0 1-1 0 0,1 0 1 0 0,-1 0 0 0 0,0-1-1 0 0,0 1 1 0 0,0 0-1 0 0,0 0 1 0 0,0 0-1 0 0,0 0 1 0 0,0 0 0 0 0,0 1-1 0 0,0-1 1 0 0,0 0-1 0 0,-1 0 1 0 0,1 1 0 0 0,-1-1-1 0 0,1 0 1 0 0,0 3-1 0 0,4 9 36 0 0,-1 0 0 0 0,-1 0 0 0 0,0 0 0 0 0,1 18 0 0 0,-2-16-29 0 0,3 12-75 0 0,1 0 0 0 0,1-1-1 0 0,1 1 1 0 0,1-2-1 0 0,2 1 1 0 0,25 43 0 0 0,-30-57-3 0 0,7 9-259 0 0,-1 1-1 0 0,-1 1 1 0 0,10 28-1 0 0,-21-41-2162 0 0</inkml:trace>
</inkml:ink>
</file>

<file path=ppt/ink/ink1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3:19.8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1 252 1840 0 0,'13'3'15469'0'0,"14"-4"-11465"0"0,26-9-2932 0 0,-36 4-989 0 0,23-4 129 0 0,-39 9-253 0 0,1 1 0 0 0,0 0 0 0 0,0 0 0 0 0,-1 0 0 0 0,1 0-1 0 0,0 0 1 0 0,0 1 0 0 0,-1-1 0 0 0,1 0 0 0 0,0 1 0 0 0,-1-1 0 0 0,1 1 0 0 0,0 0 0 0 0,-1-1 0 0 0,1 1 0 0 0,-1 0 0 0 0,1 0 0 0 0,-1 0 0 0 0,2 2 0 0 0,24 1-9721 0 0,1 2 12451 0 0,-32-6-1992 0 0,-32-7 2989 0 0,32 8-3479 0 0,-1 0-1 0 0,1 0 1 0 0,0 0-1 0 0,-1 1 0 0 0,1 0 1 0 0,0 0-1 0 0,0 0 1 0 0,0 0-1 0 0,-7 6 0 0 0,-22 9 1078 0 0,201-86-218 0 0,-96 36-1028 0 0,2 3 0 0 0,103-27 0 0 0,194 1-20 0 0,-247 41 183 0 0,128-4 56 0 0,-234 18-2729 0 0</inkml:trace>
</inkml:ink>
</file>

<file path=ppt/ink/ink1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3:20.8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110 72 3681 0 0,'0'-3'651'0'0,"1"0"-1"0"0,-1 1 1 0 0,0-1 0 0 0,0 1-1 0 0,0-1 1 0 0,0 0 0 0 0,0 1 0 0 0,0-1-1 0 0,-1 1 1 0 0,1-1 0 0 0,-1 1 0 0 0,0-1-1 0 0,-2-4 1 0 0,3 6-378 0 0,-1-1-1 0 0,1 1 1 0 0,-1 0 0 0 0,0-1-1 0 0,0 1 1 0 0,0 0 0 0 0,0-1 0 0 0,0 1-1 0 0,0 0 1 0 0,0 0 0 0 0,0 0-1 0 0,0 0 1 0 0,0 0 0 0 0,-1 0-1 0 0,1 0 1 0 0,0 0 0 0 0,-1 1-1 0 0,1-1 1 0 0,-1 0 0 0 0,1 1-1 0 0,-1-1 1 0 0,1 1 0 0 0,-1 0-1 0 0,-1-1 1 0 0,-71-5 3487 0 0,74 10-3690 0 0,4 11 75 0 0,-1 0-1 0 0,2-1 0 0 0,0 0 0 0 0,1 0 0 0 0,12 21 1 0 0,15 40 326 0 0,-25-49-448 0 0,-2 1 1 0 0,0 1 0 0 0,2 42 0 0 0,-3 88-81 0 0,-3-33-116 0 0,2-67 171 0 0,3 1 0 0 0,3-2 0 0 0,2 1-1 0 0,20 57 1 0 0,37 172 806 0 0,-9-28-94 0 0,-57-248-786 0 0,-1-7 7 0 0,-1 0-1 0 0,1 0 1 0 0,-1 0 0 0 0,0 0-1 0 0,0 0 1 0 0,-1 0 0 0 0,1 0-1 0 0,-1 0 1 0 0,0 0 0 0 0,0 0-1 0 0,0 0 1 0 0,0 1-1 0 0,-1-1 1 0 0,-2 8 0 0 0</inkml:trace>
</inkml:ink>
</file>

<file path=ppt/ink/ink1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3:22.5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24 601 6449 0 0,'-24'-6'10600'0'0,"38"1"-9317"0"0,32-7-348 0 0,1 3 1 0 0,0 2 0 0 0,67-2-1 0 0,27-4-588 0 0,314-62-19 0 0,-278 30-363 0 0,52-10-980 0 0,-210 54 1305 0 0,-17 2-376 0 0,-10-1-1909 0 0,8 0 1994 0 0,-1 0 1 0 0,0 0-1 0 0,0 0 0 0 0,0 0 0 0 0,0 0 1 0 0,0-1-1 0 0,1 1 0 0 0,-1 0 0 0 0,0 0 0 0 0,0-1 1 0 0,0 1-1 0 0,1 0 0 0 0,-1-1 0 0 0,0 1 0 0 0,0-1 1 0 0,1 1-1 0 0,-1-1 0 0 0,0 0 0 0 0,1 1 1 0 0,-1-1-1 0 0,1 1 0 0 0,-1-1 0 0 0,1 0 0 0 0,-2-1 1 0 0,2 0-6 0 0,-1 0 1 0 0,0-1-1 0 0,0 1 1 0 0,1 0-1 0 0,0-1 1 0 0,-1 1-1 0 0,1 0 1 0 0,0-1-1 0 0,0-3 1 0 0,2-8 85 0 0,0 0 1 0 0,6-23 0 0 0,-4 22 223 0 0,6-33 401 0 0,19-71 1287 0 0,-23 107-1636 0 0,0 11-44 0 0,6 18 45 0 0,-5-5-390 0 0,61 78 121 0 0,15 22-464 0 0,-83-111 371 0 0,1 0 0 0 0,-1 0 0 0 0,1 0 0 0 0,-1 0 0 0 0,1 0 0 0 0,0 0 0 0 0,-1 0 0 0 0,1 0 0 0 0,0-1 0 0 0,0 1 0 0 0,0 0 0 0 0,0 0 0 0 0,0-1 0 0 0,-1 1 0 0 0,1-1 1 0 0,0 1-1 0 0,0-1 0 0 0,0 1 0 0 0,1-1 0 0 0,-1 0 0 0 0,0 1 0 0 0,0-1 0 0 0,1 0 0 0 0,-1 0-8 0 0,0 0 0 0 0,0-1 0 0 0,0 1 0 0 0,0-1-1 0 0,0 1 1 0 0,0-1 0 0 0,0 0 0 0 0,0 1 0 0 0,0-1 0 0 0,0 0 0 0 0,0 0 0 0 0,0 1 0 0 0,-1-1 0 0 0,1 0 0 0 0,0 0 0 0 0,0 0 0 0 0,-1 0 0 0 0,1-2 0 0 0,5-8-105 0 0,-1 0-1 0 0,-1-1 1 0 0,4-17 0 0 0,-4 15 78 0 0,7-19 272 0 0,24-55 0 0 0,-31 80-190 0 0,1-1 0 0 0,-1 1 0 0 0,1 1 0 0 0,1-1 0 0 0,-1 1 1 0 0,1 0-1 0 0,1 0 0 0 0,-1 0 0 0 0,1 1 0 0 0,0 0 0 0 0,15-9 0 0 0,-21 14-32 0 0,1 0-1 0 0,-1 1 1 0 0,1-1-1 0 0,-1 0 1 0 0,1 1-1 0 0,-1 0 1 0 0,1-1-1 0 0,0 1 1 0 0,-1 0-1 0 0,1-1 1 0 0,-1 1-1 0 0,1 0 1 0 0,0 0 0 0 0,-1 0-1 0 0,1 1 1 0 0,-1-1-1 0 0,1 0 1 0 0,0 1-1 0 0,-1-1 1 0 0,1 1-1 0 0,1 0 1 0 0,-1 0-1 0 0,1 1 0 0 0,-1 0 0 0 0,0 0 1 0 0,1 0-1 0 0,-1 0 0 0 0,0 0 0 0 0,0 0 1 0 0,-1 0-1 0 0,1 1 0 0 0,0-1 0 0 0,1 4 1 0 0,3 7-1 0 0,0 1 0 0 0,0 1 1 0 0,5 25-1 0 0,-8-29-16 0 0,9 39-93 0 0,-7-26-46 0 0,1-2-1 0 0,1 1 1 0 0,0-1-1 0 0,16 31 1 0 0,-22-52 138 0 0,-1 0-1 0 0,1 0 1 0 0,-1 0 0 0 0,1 0-1 0 0,-1 0 1 0 0,1 0 0 0 0,-1 0-1 0 0,1 0 1 0 0,0-1 0 0 0,0 1-1 0 0,-1 0 1 0 0,1 0 0 0 0,0-1-1 0 0,0 1 1 0 0,0-1 0 0 0,0 1-1 0 0,0-1 1 0 0,0 1 0 0 0,0-1-1 0 0,0 1 1 0 0,0-1 0 0 0,0 0-1 0 0,0 1 1 0 0,0-1 0 0 0,0 0-1 0 0,1 0 1 0 0,-1 0 2 0 0,1-1 0 0 0,-1 1 0 0 0,0-1 0 0 0,1 0 0 0 0,-1 0 0 0 0,0 1 0 0 0,1-1 0 0 0,-1 0-1 0 0,0 0 1 0 0,0 0 0 0 0,0 0 0 0 0,0 0 0 0 0,0 0 0 0 0,0-1 0 0 0,0 1 0 0 0,0-2 0 0 0,4-6-17 0 0,0 0-1 0 0,0 0 1 0 0,-2-1-1 0 0,4-11 1 0 0,2-10 8 0 0,-2 5-25 0 0,16-41-1 0 0,-20 61 86 0 0,-1 0 0 0 0,1 1 0 0 0,0-1 0 0 0,1 1-1 0 0,-1 0 1 0 0,1 0 0 0 0,0 0 0 0 0,0 0 0 0 0,1 1 0 0 0,0-1 0 0 0,-1 1 0 0 0,10-5 0 0 0,-13 8-14 0 0,0 0 0 0 0,0 1 0 0 0,0-1 0 0 0,1 0 1 0 0,-1 1-1 0 0,0-1 0 0 0,1 1 0 0 0,-1 0 0 0 0,0-1 1 0 0,1 1-1 0 0,-1 0 0 0 0,0 0 0 0 0,1 0 0 0 0,-1 0 0 0 0,0 0 1 0 0,1 0-1 0 0,-1 0 0 0 0,0 1 0 0 0,1-1 0 0 0,-1 0 1 0 0,0 1-1 0 0,1-1 0 0 0,-1 1 0 0 0,2 1 0 0 0,0 0-4 0 0,-1 0-1 0 0,0 0 0 0 0,0 0 1 0 0,0 0-1 0 0,0 1 0 0 0,-1-1 1 0 0,1 0-1 0 0,0 1 0 0 0,-1 0 1 0 0,0-1-1 0 0,2 4 0 0 0,2 10-12 0 0,-1-1-1 0 0,0 1 0 0 0,1 21 1 0 0,-4-32-6 0 0,5 51-8 0 0,-6-38-48 0 0,2 0 0 0 0,0 0 1 0 0,1 0-1 0 0,1 0 0 0 0,0-1 0 0 0,2 1 0 0 0,8 19 1 0 0,-13-36 36 0 0,-1 1 0 0 0,1-1 0 0 0,0 0 0 0 0,-1 0 0 0 0,1 1 0 0 0,0-1 0 0 0,0 0 0 0 0,0 0 1 0 0,0 0-1 0 0,0 0 0 0 0,0 0 0 0 0,0 0 0 0 0,0 0 0 0 0,0-1 0 0 0,0 1 0 0 0,1 0 1 0 0,-1-1-1 0 0,0 1 0 0 0,1 0 0 0 0,-1-1 0 0 0,0 0 0 0 0,1 1 0 0 0,1-1 0 0 0,-1 0-25 0 0,-1 0-1 0 0,1-1 1 0 0,0 1 0 0 0,-1-1-1 0 0,1 0 1 0 0,-1 1-1 0 0,1-1 1 0 0,-1 0-1 0 0,1 0 1 0 0,-1 0-1 0 0,1 0 1 0 0,-1 0-1 0 0,0 0 1 0 0,0 0 0 0 0,1-1-1 0 0,0-1 1 0 0,7-8-535 0 0,-2-1 1 0 0,1 0-1 0 0,9-24 1 0 0,-11 25-150 0 0,-4 6 608 0 0,0 1-1 0 0,1-1 1 0 0,-1 1-1 0 0,1 0 1 0 0,0 0-1 0 0,1 0 1 0 0,-1 1-1 0 0,0-1 1 0 0,1 1-1 0 0,5-4 1 0 0,-6 5 306 0 0,-1 1-1 0 0,1 0 1 0 0,0 0 0 0 0,-1 0 0 0 0,1 0 0 0 0,0 0 0 0 0,0 0 0 0 0,-1 1-1 0 0,1-1 1 0 0,0 1 0 0 0,0 0 0 0 0,0 0 0 0 0,0 0 0 0 0,0 0-1 0 0,-1 1 1 0 0,1-1 0 0 0,0 1 0 0 0,0 0 0 0 0,3 1 0 0 0,9 2-40 0 0,0 1 1 0 0,0-2 0 0 0,1 0 0 0 0,-1-1 0 0 0,18 0 0 0 0,-42-5-1702 0 0,-13 34-3746 0 0,22-31 5469 0 0,0 1 1 0 0,0-1 0 0 0,0 1 0 0 0,-1-1-1 0 0,1 1 1 0 0,0-1 0 0 0,0 1 0 0 0,0-1-1 0 0,0 1 1 0 0,1-1 0 0 0,-1 1-1 0 0,0-1 1 0 0,0 1 0 0 0,0-1 0 0 0,0 1-1 0 0,0-1 1 0 0,1 1 0 0 0,-1-1 0 0 0,0 1-1 0 0,0-1 1 0 0,1 0 0 0 0,-1 1 0 0 0,1 0-1 0 0,0-1-101 0 0,0 1-1 0 0,0-1 0 0 0,0 1 0 0 0,0-1 1 0 0,0 1-1 0 0,0-1 0 0 0,0 0 0 0 0,0 0 1 0 0,0 0-1 0 0,1 0 0 0 0,-1 0 0 0 0,0 0 1 0 0,0 0-1 0 0,0 0 0 0 0,0 0 1 0 0,2 0-1 0 0,26-6 151 0 0,0-1 0 0 0,-1-2-1 0 0,35-14 1 0 0,15-6 36 0 0,13 6-99 0 0,0 3-1 0 0,1 4 1 0 0,0 5 0 0 0,115-1-1 0 0,-124 16-637 0 0,-83-4 389 0 0,0-1-1 0 0,1 1 1 0 0,-1-1-1 0 0,0 1 1 0 0,0-1-1 0 0,0 1 1 0 0,0-1-1 0 0,1 1 1 0 0,-1-1-1 0 0,0 1 1 0 0,0-1-1 0 0,0 1 1 0 0,0-1-1 0 0,0 1 1 0 0,0-1-1 0 0,0 1 1 0 0,0-1-1 0 0,-1 1 1 0 0,1-1-1 0 0,0 1 1 0 0,0-1-1 0 0,0 1 1 0 0,-1-1-1 0 0,1 1 1 0 0,0-1 0 0 0,0 1-1 0 0,-1-1 1 0 0,0 0-1 0 0</inkml:trace>
</inkml:ink>
</file>

<file path=ppt/ink/ink1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3:23.4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1 143 7370 0 0,'7'-11'1231'0'0,"-1"0"0"0"0,0-1 0 0 0,0 0 0 0 0,-1 0 1 0 0,-1 0-1 0 0,5-22 0 0 0,3-5 2951 0 0,-8 40-2289 0 0,3 9-1339 0 0,3 9-566 0 0,1 10 83 0 0,-1 1 0 0 0,-2 1 1 0 0,-1-1-1 0 0,5 49 0 0 0,2 9 21 0 0,20 54-119 0 0,-18-82-1 0 0,-2 1-1 0 0,-4 1 0 0 0,5 78 1 0 0,31 519-1103 0 0,-21-386 281 0 0,28 176 1176 0 0,-24-180 598 0 0,-16-121-596 0 0,-7-108 20 0 0,3-1 0 0 0,20 60-1 0 0,-5-19-17 0 0,-16-52-334 0 0,-4-17-296 0 0,0 1 0 0 0,-1-1 0 0 0,-1 1 0 0 0,2 22 0 0 0</inkml:trace>
</inkml:ink>
</file>

<file path=ppt/ink/ink1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3:24.2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0 1 2793 0 0</inkml:trace>
</inkml:ink>
</file>

<file path=ppt/ink/ink1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3:25.5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79 0 456 0 0,'-8'4'0'0'0,"2"-2"0"0"0,1 1 0 0 0,2-2 0 0 0,0 0 128 0 0,2-1-8 0 0,-2 2-8 0 0,-2 1 0 0 0,-2 1-48 0 0,-1 2 0 0 0,-1 1-64 0 0,2-2 96 0 0,0 1-96 0 0,3-5 0 0 0,1-1 0 0 0</inkml:trace>
</inkml:ink>
</file>

<file path=ppt/ink/ink1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3:31.9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91 153 920 0 0,'-5'-1'11177'0'0,"-11"10"-10929"0"0,12-6 125 0 0,-37 26 2190 0 0,39-28-2370 0 0,0 1-1 0 0,-1 1 0 0 0,1-1 1 0 0,0 0-1 0 0,0 0 1 0 0,1 1-1 0 0,-1-1 0 0 0,0 1 1 0 0,1 0-1 0 0,0-1 1 0 0,-1 1-1 0 0,0 5 0 0 0,2-7-167 0 0,0 0 0 0 0,0-1-1 0 0,0 1 1 0 0,0 0 0 0 0,0-1-1 0 0,0 1 1 0 0,0 0-1 0 0,1-1 1 0 0,-1 1 0 0 0,0-1-1 0 0,0 1 1 0 0,1 0 0 0 0,-1-1-1 0 0,1 1 1 0 0,-1-1-1 0 0,0 1 1 0 0,1-1 0 0 0,-1 1-1 0 0,1-1 1 0 0,-1 1 0 0 0,1-1-1 0 0,-1 0 1 0 0,1 1-1 0 0,-1-1 1 0 0,1 0 0 0 0,0 1-1 0 0,-1-1 1 0 0,1 0 0 0 0,-1 0-1 0 0,1 0 1 0 0,0 1-1 0 0,-1-1 1 0 0,1 0 0 0 0,0 0-1 0 0,-1 0 1 0 0,1 0-1 0 0,0 0 1 0 0,-1 0 0 0 0,1 0-1 0 0,0 0 1 0 0,-1 0 0 0 0,1-1-1 0 0,1 1 1 0 0,33-5 338 0 0,-32 4-252 0 0,214-60 1134 0 0,-142 37-1249 0 0,94-18 1 0 0,256-6-11 0 0,104 37 14 0 0,-457 12 0 0 0,117 6 7 0 0,45 1 21 0 0,-183-9 46 0 0,1-3 0 0 0,75-14 1 0 0,-120 17-29 0 0,-2 1 4 0 0,0-1 1 0 0,0 0-1 0 0,-1 0 0 0 0,1 0 1 0 0,0-1-1 0 0,-1 1 0 0 0,1-1 1 0 0,-1 0-1 0 0,0-1 0 0 0,0 1 1 0 0,0-1-1 0 0,0 1 0 0 0,4-5 1 0 0,-8 7-89 0 0,0-1 0 0 0,0 1 0 0 0,0-1 0 0 0,0 1 0 0 0,0-1 0 0 0,0 1 1 0 0,0-1-1 0 0,0 1 0 0 0,0-1 0 0 0,0 1 0 0 0,0-1 0 0 0,-1 1 0 0 0,1 0 1 0 0,0-1-1 0 0,0 1 0 0 0,-1-1 0 0 0,1 1 0 0 0,0-1 0 0 0,0 1 0 0 0,-1 0 1 0 0,1-1-1 0 0,-1 1 0 0 0,1 0 0 0 0,0-1 0 0 0,-1 1 0 0 0,1 0 0 0 0,-1 0 1 0 0,1-1-1 0 0,0 1 0 0 0,-1 0 0 0 0,1 0 0 0 0,-1 0 0 0 0,1 0 0 0 0,-1-1 1 0 0,1 1-1 0 0,-1 0 0 0 0,1 0 0 0 0,-1 0 0 0 0,1 0 0 0 0,-1 0 0 0 0,1 0 1 0 0,-1 0-1 0 0,0 1 0 0 0,-23-4-6809 0 0</inkml:trace>
</inkml:ink>
</file>

<file path=ppt/ink/ink1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3:32.8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54 0 5065 0 0,'-4'2'62'0'0,"1"0"1"0"0,0-1-1 0 0,-1 1 0 0 0,1 0 0 0 0,0 1 1 0 0,0-1-1 0 0,1 0 0 0 0,-1 1 0 0 0,0 0 1 0 0,1-1-1 0 0,0 1 0 0 0,0 0 1 0 0,-1 0-1 0 0,2 1 0 0 0,-1-1 0 0 0,0 0 1 0 0,1 1-1 0 0,-1-1 0 0 0,1 0 0 0 0,0 1 1 0 0,-1 4-1 0 0,2-5-32 0 0,-1-1 1 0 0,1 1-1 0 0,0-1 0 0 0,-1 1 1 0 0,1-1-1 0 0,0 1 0 0 0,0-1 1 0 0,1 1-1 0 0,-1-1 0 0 0,1 0 1 0 0,-1 1-1 0 0,1-1 0 0 0,0 1 0 0 0,1 3 1 0 0,-1-5 116 0 0,0 0 0 0 0,0 1 0 0 0,0-1 1 0 0,1 0-1 0 0,-1 0 0 0 0,0 1 0 0 0,1-1 0 0 0,-1 0 0 0 0,0 0 1 0 0,1 0-1 0 0,-1-1 0 0 0,1 1 0 0 0,0 0 0 0 0,-1-1 1 0 0,1 1-1 0 0,0-1 0 0 0,-1 1 0 0 0,1-1 0 0 0,0 0 0 0 0,-1 1 1 0 0,1-1-1 0 0,0 0 0 0 0,2 0 0 0 0,-2-1 134 0 0,1 1-1 0 0,-1 0 1 0 0,1-1-1 0 0,-1 0 1 0 0,1 0 0 0 0,-1 1-1 0 0,1-1 1 0 0,-1 0-1 0 0,0-1 1 0 0,1 1-1 0 0,-1 0 1 0 0,0-1 0 0 0,0 1-1 0 0,0-1 1 0 0,0 0-1 0 0,0 0 1 0 0,-1 0-1 0 0,1 0 1 0 0,0 0 0 0 0,-1 0-1 0 0,1 0 1 0 0,-1 0-1 0 0,2-5 1 0 0,-1 3-88 0 0,0 0 0 0 0,-1 0 0 0 0,1 0 0 0 0,-1-1 1 0 0,0 1-1 0 0,0 0 0 0 0,0-1 0 0 0,-1 1 0 0 0,0-1 1 0 0,0 1-1 0 0,0-1 0 0 0,0 1 0 0 0,-2-7 0 0 0,2 10-176 0 0,0 1 0 0 0,0 0-1 0 0,0-1 1 0 0,0 1 0 0 0,0 0-1 0 0,-1-1 1 0 0,1 1-1 0 0,0-1 1 0 0,0 1 0 0 0,0 0-1 0 0,-1-1 1 0 0,1 1 0 0 0,0 0-1 0 0,0 0 1 0 0,-1-1 0 0 0,1 1-1 0 0,0 0 1 0 0,0 0 0 0 0,-1-1-1 0 0,1 1 1 0 0,0 0 0 0 0,-1 0-1 0 0,1 0 1 0 0,-1-1 0 0 0,1 1-1 0 0,0 0 1 0 0,-1 0 0 0 0,1 0-1 0 0,0 0 1 0 0,-1 0 0 0 0,1 0-1 0 0,-1 0 1 0 0,0 0-1 0 0,-15 6 102 0 0,-9 15-490 0 0,23-20 341 0 0,1 0 0 0 0,0 1 0 0 0,0-1-1 0 0,0 0 1 0 0,1 0 0 0 0,-1 0 0 0 0,0 1 0 0 0,0-1-1 0 0,1 0 1 0 0,-1 1 0 0 0,1-1 0 0 0,-1 0-1 0 0,1 1 1 0 0,-1-1 0 0 0,1 1 0 0 0,0-1 0 0 0,0 1-1 0 0,0-1 1 0 0,0 1 0 0 0,0-1 0 0 0,0 1-1 0 0,0-1 1 0 0,0 1 0 0 0,0-1 0 0 0,1 0 0 0 0,-1 1-1 0 0,1-1 1 0 0,-1 1 0 0 0,1-1 0 0 0,-1 0-1 0 0,1 1 1 0 0,0-1 0 0 0,0 0 0 0 0,0 0 0 0 0,0 1-1 0 0,0-1 1 0 0,0 0 0 0 0,0 0 0 0 0,0 0-1 0 0,0 0 1 0 0,0 0 0 0 0,0-1 0 0 0,1 1 0 0 0,-1 0-1 0 0,0 0 1 0 0,1-1 0 0 0,1 1 0 0 0,2 2 62 0 0,1-1 1 0 0,-1 0 0 0 0,1 0 0 0 0,-1 0-1 0 0,1-1 1 0 0,-1 1 0 0 0,1-2 0 0 0,0 1-1 0 0,0 0 1 0 0,-1-1 0 0 0,9-1 0 0 0,-13 1 34 0 0,1 0 0 0 0,0-1 0 0 0,0 1 0 0 0,0-1 0 0 0,-1 0 0 0 0,1 1-1 0 0,0-1 1 0 0,-1 0 0 0 0,1 0 0 0 0,-1 0 0 0 0,1 0 0 0 0,-1 0 0 0 0,1 0 0 0 0,-1-1 0 0 0,0 1 0 0 0,1 0 0 0 0,-1-1 0 0 0,0 1 0 0 0,0-1 0 0 0,0 1 0 0 0,0-1 0 0 0,0 1 0 0 0,-1-1 0 0 0,1 0 0 0 0,0 0 0 0 0,0-1 0 0 0,-1 1-21 0 0,0 1 1 0 0,0 0-1 0 0,0 0 1 0 0,-1-1-1 0 0,1 1 1 0 0,0 0-1 0 0,0 0 1 0 0,-1-1-1 0 0,1 1 1 0 0,-1 0-1 0 0,1 0 1 0 0,-1 0-1 0 0,1 0 1 0 0,-1 0-1 0 0,0 0 1 0 0,0 0-1 0 0,1 0 1 0 0,-1 0-1 0 0,0 0 1 0 0,0 0-1 0 0,0 0 1 0 0,0 0-1 0 0,0 1 1 0 0,0-1-1 0 0,0 0 1 0 0,0 1-1 0 0,0-1 1 0 0,-1 1-1 0 0,1-1 1 0 0,0 1-1 0 0,0-1 1 0 0,0 1-1 0 0,-1 0 1 0 0,1 0-1 0 0,0 0 1 0 0,0 0-1 0 0,-3 0 1 0 0,1 0-47 0 0,0 0-1 0 0,0 0 1 0 0,0 0 0 0 0,0 1 0 0 0,0-1 0 0 0,0 1 0 0 0,0 0-1 0 0,0 0 1 0 0,0 0 0 0 0,1 0 0 0 0,-1 0 0 0 0,0 0 0 0 0,1 1-1 0 0,-1 0 1 0 0,1-1 0 0 0,-1 1 0 0 0,-3 4 0 0 0,5-5-27 0 0,0 0 0 0 0,0 0-1 0 0,0 0 1 0 0,0 0 0 0 0,1 0 0 0 0,-1 0 0 0 0,0 1 0 0 0,0-1 0 0 0,1 0 0 0 0,-1 0 0 0 0,1 1 0 0 0,-1-1 0 0 0,1 1 0 0 0,0-1-1 0 0,-1 0 1 0 0,1 1 0 0 0,0-1 0 0 0,0 1 0 0 0,0-1 0 0 0,0 0 0 0 0,0 1 0 0 0,0-1 0 0 0,0 1 0 0 0,1-1 0 0 0,-1 1 0 0 0,0-1 0 0 0,1 0-1 0 0,-1 1 1 0 0,1-1 0 0 0,0 0 0 0 0,-1 0 0 0 0,1 1 0 0 0,0-1 0 0 0,0 0 0 0 0,0 0 0 0 0,0 0 0 0 0,1 2 0 0 0,-1-3 42 0 0,-1 1 1 0 0,1 0 0 0 0,0 0 0 0 0,-1 0 0 0 0,1 0 0 0 0,0 0 0 0 0,0 0 0 0 0,0-1 0 0 0,0 1 0 0 0,0 0 0 0 0,0-1-1 0 0,0 1 1 0 0,0-1 0 0 0,0 1 0 0 0,0-1 0 0 0,0 1 0 0 0,0-1 0 0 0,0 0 0 0 0,0 0 0 0 0,1 1 0 0 0,-1-1-1 0 0,0 0 1 0 0,0 0 0 0 0,0 0 0 0 0,0 0 0 0 0,1 0 0 0 0,-1-1 0 0 0,0 1 0 0 0,0 0 0 0 0,0 0 0 0 0,0-1-1 0 0,0 1 1 0 0,0-1 0 0 0,0 1 0 0 0,0-1 0 0 0,0 1 0 0 0,0-1 0 0 0,2-1 0 0 0,-2 0 7 0 0,0 1 1 0 0,0-1 0 0 0,0 0 0 0 0,-1 1-1 0 0,1-1 1 0 0,0 0 0 0 0,-1 0 0 0 0,1 1-1 0 0,-1-1 1 0 0,0 0 0 0 0,0 0 0 0 0,0 0-1 0 0,1 0 1 0 0,-2 0 0 0 0,1 1 0 0 0,0-1-1 0 0,0 0 1 0 0,-1 0 0 0 0,1 0-1 0 0,-1 0 1 0 0,1 1 0 0 0,-1-1 0 0 0,0 0-1 0 0,-1-1 1 0 0,1 0-16 0 0,0 1 0 0 0,0-1 0 0 0,-1 1 1 0 0,1-1-1 0 0,-1 1 0 0 0,1 0 0 0 0,-1 0 0 0 0,0 0 0 0 0,0 0 0 0 0,0 0 0 0 0,0 0 0 0 0,-1 0 0 0 0,1 1 0 0 0,0-1 0 0 0,-1 1 1 0 0,1 0-1 0 0,-1 0 0 0 0,1 0 0 0 0,-1 0 0 0 0,0 0 0 0 0,-3-1 0 0 0,4 3-43 0 0,0-1 0 0 0,0 0 1 0 0,0 0-1 0 0,0 1 0 0 0,0-1 0 0 0,0 1 0 0 0,0 0 0 0 0,0 0 1 0 0,0-1-1 0 0,1 1 0 0 0,-1 0 0 0 0,0 0 0 0 0,1 1 0 0 0,-1-1 1 0 0,0 0-1 0 0,1 1 0 0 0,0-1 0 0 0,-1 1 0 0 0,1-1 0 0 0,0 1 1 0 0,0-1-1 0 0,-1 1 0 0 0,1 0 0 0 0,1 0 0 0 0,-1 0 0 0 0,0-1 1 0 0,0 1-1 0 0,1 0 0 0 0,-1 0 0 0 0,0 3 0 0 0,0-2-56 0 0,0-1 0 0 0,0 1 0 0 0,1 0 0 0 0,-1 0 0 0 0,1-1 0 0 0,-1 1 0 0 0,1 0 0 0 0,0 0-1 0 0,0 0 1 0 0,0 0 0 0 0,0 0 0 0 0,1-1 0 0 0,-1 1 0 0 0,1 0 0 0 0,0 0 0 0 0,-1 0 0 0 0,1-1 0 0 0,1 1 0 0 0,-1 0-1 0 0,0-1 1 0 0,1 1 0 0 0,-1-1 0 0 0,4 4 0 0 0,-3-4 167 0 0,1 0 1 0 0,0 0-1 0 0,-1-1 0 0 0,1 1 0 0 0,0-1 1 0 0,0 0-1 0 0,0 0 0 0 0,0 0 0 0 0,0 0 1 0 0,0 0-1 0 0,0 0 0 0 0,1-1 0 0 0,-1 0 1 0 0,0 1-1 0 0,0-1 0 0 0,0-1 0 0 0,1 1 1 0 0,-1 0-1 0 0,0-1 0 0 0,0 1 0 0 0,4-2 1 0 0,-2 0 48 0 0,1 0 0 0 0,-1 0 0 0 0,0-1 0 0 0,1 1 0 0 0,-1-1 0 0 0,0 0 0 0 0,-1-1 0 0 0,1 1 0 0 0,-1-1 0 0 0,8-8 0 0 0,-10 11-91 0 0,0-1 0 0 0,0 0 1 0 0,-1 0-1 0 0,1 0 0 0 0,-1 0 1 0 0,1-1-1 0 0,-1 1 0 0 0,0 0 1 0 0,0-1-1 0 0,0 1 0 0 0,0-1 1 0 0,0 1-1 0 0,0-1 0 0 0,-1 1 1 0 0,1-1-1 0 0,-1 1 1 0 0,0-1-1 0 0,0 1 0 0 0,0-1 1 0 0,0 0-1 0 0,0 1 0 0 0,-1-1 1 0 0,1 1-1 0 0,-1-1 0 0 0,1 1 1 0 0,-2-4-1 0 0,1 6-28 0 0,1-1 1 0 0,-1 1-1 0 0,1 0 0 0 0,0-1 1 0 0,-1 1-1 0 0,1 0 0 0 0,-1 0 1 0 0,0-1-1 0 0,1 1 0 0 0,-1 0 1 0 0,1 0-1 0 0,-1 0 0 0 0,1 0 0 0 0,-1 0 1 0 0,1-1-1 0 0,-1 1 0 0 0,0 0 1 0 0,1 0-1 0 0,-1 1 0 0 0,1-1 1 0 0,-1 0-1 0 0,1 0 0 0 0,-1 0 1 0 0,0 0-1 0 0,1 0 0 0 0,-1 1 1 0 0,1-1-1 0 0,-1 0 0 0 0,1 0 1 0 0,-1 1-1 0 0,1-1 0 0 0,0 0 1 0 0,-1 1-1 0 0,1-1 0 0 0,-1 1 1 0 0,1-1-1 0 0,-1 0 0 0 0,1 1 1 0 0,-1 0-1 0 0,-18 17 158 0 0,19-18-163 0 0,-5 5-92 0 0,1 1 0 0 0,0-1 1 0 0,0 1-1 0 0,0 0 0 0 0,1 0 0 0 0,-1 1 0 0 0,1-1 0 0 0,-3 12 1 0 0,5-16 48 0 0,1 0 0 0 0,-1 1 1 0 0,1-1-1 0 0,-1 0 1 0 0,1 1-1 0 0,0-1 1 0 0,0 1-1 0 0,0-1 1 0 0,0 0-1 0 0,1 1 0 0 0,-1-1 1 0 0,0 0-1 0 0,1 1 1 0 0,0-1-1 0 0,0 0 1 0 0,-1 1-1 0 0,1-1 1 0 0,0 0-1 0 0,1 0 0 0 0,-1 0 1 0 0,0 0-1 0 0,1 0 1 0 0,-1 0-1 0 0,1-1 1 0 0,0 1-1 0 0,-1 0 1 0 0,1-1-1 0 0,0 1 1 0 0,2 1-1 0 0,5 1-903 0 0</inkml:trace>
</inkml:ink>
</file>

<file path=ppt/ink/ink1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3:34.0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 93 5065 0 0,'-3'7'672'0'0,"1"0"1"0"0,0 1-1 0 0,1-1 1 0 0,-1 0-1 0 0,1 0 1 0 0,1 1-1 0 0,-1-1 0 0 0,2 0 1 0 0,-1 1-1 0 0,1-1 1 0 0,-1 0-1 0 0,2 0 0 0 0,-1 1 1 0 0,1-1-1 0 0,1 0 1 0 0,-1 0-1 0 0,1-1 0 0 0,0 1 1 0 0,5 8-1 0 0,-7-14-634 0 0,0 1-1 0 0,0 0 1 0 0,0-1 0 0 0,1 0-1 0 0,-1 1 1 0 0,0-1-1 0 0,1 1 1 0 0,-1-1-1 0 0,1 0 1 0 0,-1 0-1 0 0,1 0 1 0 0,-1 0 0 0 0,1 0-1 0 0,0 0 1 0 0,0 0-1 0 0,-1-1 1 0 0,1 1-1 0 0,0-1 1 0 0,0 1-1 0 0,0-1 1 0 0,0 0 0 0 0,0 0-1 0 0,-1 1 1 0 0,1-1-1 0 0,0-1 1 0 0,0 1-1 0 0,0 0 1 0 0,0 0 0 0 0,0-1-1 0 0,0 1 1 0 0,0-1-1 0 0,-1 1 1 0 0,1-1-1 0 0,0 0 1 0 0,0 0-1 0 0,-1 0 1 0 0,1 0 0 0 0,-1 0-1 0 0,1 0 1 0 0,-1 0-1 0 0,1 0 1 0 0,-1-1-1 0 0,0 1 1 0 0,1-1-1 0 0,-1 1 1 0 0,0-1 0 0 0,1-2-1 0 0,3-1 81 0 0,-1-1 1 0 0,-1 0-1 0 0,1-1 0 0 0,-1 1 0 0 0,0 0 1 0 0,0-1-1 0 0,0 0 0 0 0,-1 0 1 0 0,0 0-1 0 0,-1 0 0 0 0,2-12 0 0 0,-4 9-67 0 0,1 1-1 0 0,-2-1 0 0 0,1 1 1 0 0,-7-19-1 0 0,8 26-31 0 0,0 0 0 0 0,-1 0 0 0 0,1 0-1 0 0,-1 0 1 0 0,0 0 0 0 0,1 0 0 0 0,-1 0 0 0 0,0 1 0 0 0,0-1 0 0 0,-1 0 0 0 0,1 1 0 0 0,0-1 0 0 0,0 1-1 0 0,-1-1 1 0 0,1 1 0 0 0,-1 0 0 0 0,1-1 0 0 0,-1 1 0 0 0,1 0 0 0 0,-1 0 0 0 0,0 0 0 0 0,0 0 0 0 0,0 0 0 0 0,1 1-1 0 0,-1-1 1 0 0,0 1 0 0 0,0-1 0 0 0,0 1 0 0 0,0-1 0 0 0,-3 1 0 0 0,4 0-15 0 0,0 0 0 0 0,0 1 0 0 0,0-1 0 0 0,0 0 0 0 0,0 1 0 0 0,0-1 0 0 0,0 0 0 0 0,0 1 0 0 0,0-1 0 0 0,0 1 0 0 0,0 0 0 0 0,0-1 0 0 0,0 1 0 0 0,1 0 0 0 0,-1-1 0 0 0,0 1 0 0 0,0 0 0 0 0,1 0 0 0 0,-1 0 0 0 0,1 0 0 0 0,-1 0 0 0 0,1 0 0 0 0,-1 0 0 0 0,1 0 0 0 0,-1 0 0 0 0,1 0 0 0 0,0 0 0 0 0,0 0 0 0 0,-1 0 0 0 0,1 0 0 0 0,0 0 0 0 0,0 0 0 0 0,0 0 0 0 0,0 0 0 0 0,0 0 0 0 0,0 0 0 0 0,1 0 0 0 0,-1 0 0 0 0,0 0 0 0 0,0 0 0 0 0,1 0 0 0 0,0 1 0 0 0,0 2-29 0 0,0-1 0 0 0,0 1 0 0 0,1-1 0 0 0,-1 0 0 0 0,1 0 0 0 0,0 0 0 0 0,0 0 0 0 0,0 0 0 0 0,0 0 0 0 0,0 0 0 0 0,5 3 0 0 0,1-1-7 0 0,0 0 0 0 0,1-1 0 0 0,0-1 1 0 0,0 1-1 0 0,0-1 0 0 0,0-1 0 0 0,1 0 1 0 0,-1 0-1 0 0,1-1 0 0 0,-1 0 0 0 0,1 0 0 0 0,14-2 1 0 0,-17 1 61 0 0,1 0 1 0 0,0-1 0 0 0,-1 0-1 0 0,1-1 1 0 0,-1 0 0 0 0,1 0-1 0 0,-1 0 1 0 0,0-1 0 0 0,1 0-1 0 0,-2 0 1 0 0,1-1 0 0 0,0 0-1 0 0,-1 0 1 0 0,1-1-1 0 0,10-9 1 0 0,-16 12-19 0 0,1 0 0 0 0,0 0 1 0 0,-1 0-1 0 0,0 0 0 0 0,1 0 0 0 0,-1-1 0 0 0,0 1 0 0 0,0 0 0 0 0,0-1 0 0 0,0 1 1 0 0,-1 0-1 0 0,1-1 0 0 0,-1 1 0 0 0,1-1 0 0 0,-1 1 0 0 0,0-1 0 0 0,0 1 0 0 0,0-1 1 0 0,0 0-1 0 0,-1 1 0 0 0,1-1 0 0 0,0 1 0 0 0,-1 0 0 0 0,0-1 0 0 0,0 1 0 0 0,0-1 1 0 0,0 1-1 0 0,0 0 0 0 0,0 0 0 0 0,0-1 0 0 0,-1 1 0 0 0,1 0 0 0 0,-1 0 0 0 0,0 0 1 0 0,1 1-1 0 0,-1-1 0 0 0,-3-2 0 0 0,2 2 21 0 0,1 0 1 0 0,-1 1-1 0 0,1-1 0 0 0,-1 0 0 0 0,0 1 1 0 0,1 0-1 0 0,-1 0 0 0 0,0 0 0 0 0,0 0 1 0 0,0 0-1 0 0,0 0 0 0 0,0 1 1 0 0,0 0-1 0 0,0-1 0 0 0,0 1 0 0 0,0 0 1 0 0,0 0-1 0 0,0 1 0 0 0,0-1 1 0 0,0 1-1 0 0,0-1 0 0 0,0 1 0 0 0,0 0 1 0 0,0 0-1 0 0,0 1 0 0 0,0-1 0 0 0,1 0 1 0 0,-1 1-1 0 0,0 0 0 0 0,1-1 1 0 0,-4 4-1 0 0,-1 3-4 0 0,0-1-1 0 0,1 2 1 0 0,0-1 0 0 0,0 1 0 0 0,1 0-1 0 0,-8 16 1 0 0,11-20-69 0 0,0-1 0 0 0,0 1-1 0 0,0 0 1 0 0,1 0 0 0 0,0 0 0 0 0,0 0-1 0 0,0 0 1 0 0,0 0 0 0 0,1 0 0 0 0,0 0-1 0 0,0 0 1 0 0,0 0 0 0 0,1 0 0 0 0,-1 0-1 0 0,3 8 1 0 0,5-1-1742 0 0</inkml:trace>
</inkml:ink>
</file>

<file path=ppt/ink/ink1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3:34.4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78 45 11522 0 0,'-18'-26'2176'0'0,"18"25"-1872"0"0,-1 0 1 0 0,1 0-1 0 0,-1 0 1 0 0,1 1-1 0 0,0-1 1 0 0,0 0-1 0 0,-1 0 1 0 0,1 0-1 0 0,0 0 1 0 0,0 0-1 0 0,0 0 1 0 0,0 0-1 0 0,0 0 1 0 0,0 0-1 0 0,0 0 1 0 0,0 0-1 0 0,1-2 1 0 0,8 25 2825 0 0,-7-2-2953 0 0,0 0 1 0 0,0 0-1 0 0,-2 0 1 0 0,-3 23-1 0 0,-14 84 68 0 0,7-69-98 0 0,-4 32-285 0 0,3-29-449 0 0,3 0 1 0 0,-2 109-1 0 0,11-159-315 0 0,0 1 0 0 0,0-1 1 0 0,1 0-1 0 0,4 14 0 0 0</inkml:trace>
</inkml:ink>
</file>

<file path=ppt/ink/ink1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3:34.7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0 104 11058 0 0,'3'-6'402'0'0,"-1"0"-1"0"0,1-1 0 0 0,0 1 1 0 0,0 0-1 0 0,0 1 0 0 0,1-1 0 0 0,0 0 1 0 0,0 1-1 0 0,1 0 0 0 0,-1 0 1 0 0,1 0-1 0 0,0 1 0 0 0,1-1 1 0 0,8-4-1 0 0,-10 6-166 0 0,0 1 0 0 0,0 0 0 0 0,0 0 1 0 0,1 0-1 0 0,-1 1 0 0 0,1-1 0 0 0,-1 1 0 0 0,1 0 0 0 0,0 0 1 0 0,-1 1-1 0 0,1-1 0 0 0,0 1 0 0 0,0 0 0 0 0,-1 1 0 0 0,1-1 0 0 0,0 1 1 0 0,-1 0-1 0 0,1 0 0 0 0,-1 0 0 0 0,1 1 0 0 0,6 3 0 0 0,5 4-101 0 0,-1 0 0 0 0,0 1-1 0 0,0 1 1 0 0,-2 1 0 0 0,1 0-1 0 0,-1 1 1 0 0,15 19 0 0 0,73 110-36 0 0,-66-89-140 0 0,72 89-680 0 0,-90-123-548 0 0,1-1 0 0 0,32 25 0 0 0</inkml:trace>
</inkml:ink>
</file>

<file path=ppt/ink/ink1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3:34.9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21 141 14283 0 0,'-20'8'1527'0'0,"53"-18"1097"0"0,66-31 1 0 0,-12 5-2553 0 0,-37 18-361 0 0,59-11-1 0 0,-47 15 278 0 0</inkml:trace>
</inkml:ink>
</file>

<file path=ppt/ink/ink1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3:35.7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11 11058 0 0,'7'-11'10566'0'0,"-6"12"-10437"0"0,7 8 14 0 0,0 1 0 0 0,0 0 0 0 0,0 0 0 0 0,-1 0 0 0 0,-1 1 1 0 0,0 0-1 0 0,0 1 0 0 0,-1-1 0 0 0,-1 1 0 0 0,0 0 0 0 0,-1 0 0 0 0,0 0 1 0 0,0 1-1 0 0,0 15 0 0 0,1 11-210 0 0,-2 1 0 0 0,-2 0 0 0 0,-6 52 0 0 0,-4-10-512 0 0,-2 25-3663 0 0,10-81-2678 0 0</inkml:trace>
</inkml:ink>
</file>

<file path=ppt/ink/ink1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3:36.3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0 307 2304 0 0,'5'-60'5296'0'0,"0"-11"-72"0"0,-6 59-4835 0 0,1 1 0 0 0,0-1 0 0 0,1 0 0 0 0,0 1 0 0 0,6-22 0 0 0,-6 29-344 0 0,0 0 1 0 0,1 1-1 0 0,-1-1 0 0 0,1 0 1 0 0,0 0-1 0 0,1 1 0 0 0,-1 0 1 0 0,0-1-1 0 0,1 1 0 0 0,0 0 1 0 0,0 0-1 0 0,0 0 0 0 0,0 0 1 0 0,0 1-1 0 0,1-1 0 0 0,-1 1 1 0 0,1 0-1 0 0,-1 0 0 0 0,8-2 1 0 0,3-1 169 0 0,1 1 1 0 0,0 0-1 0 0,0 1 1 0 0,0 1-1 0 0,1 0 0 0 0,-1 1 1 0 0,0 1-1 0 0,1 0 1 0 0,18 4-1 0 0,-27-4-160 0 0,1 1 0 0 0,-1 1 0 0 0,0-1 1 0 0,0 1-1 0 0,0 0 0 0 0,-1 1 0 0 0,1 0 0 0 0,0 0 0 0 0,-1 0 0 0 0,0 1 0 0 0,0 0 0 0 0,0 0 0 0 0,0 1 0 0 0,-1-1 0 0 0,1 1 0 0 0,-1 0 0 0 0,0 1 1 0 0,-1-1-1 0 0,1 1 0 0 0,-1 0 0 0 0,5 10 0 0 0,-7-10-64 0 0,-1-1 0 0 0,0 0 0 0 0,0 0 1 0 0,-1 1-1 0 0,0-1 0 0 0,0 1 0 0 0,0-1 1 0 0,0 0-1 0 0,-1 1 0 0 0,0-1 0 0 0,0 0 0 0 0,0 0 1 0 0,-1 1-1 0 0,1-1 0 0 0,-1 0 0 0 0,-1 0 0 0 0,1-1 1 0 0,-1 1-1 0 0,0 0 0 0 0,0-1 0 0 0,-4 6 0 0 0,-9 9-35 0 0,0 0 0 0 0,-1 0-1 0 0,-22 18 1 0 0,-18 8-463 0 0,-14 15-242 0 0,105-57 1680 0 0,-13-4-880 0 0,-1 1 0 0 0,1 1 0 0 0,0 1 0 0 0,-1 0 0 0 0,1 2 0 0 0,-1 0 0 0 0,0 2 0 0 0,0 0 0 0 0,-1 1 0 0 0,0 1 0 0 0,0 1 0 0 0,0 0 0 0 0,-1 2 0 0 0,-1 0 0 0 0,0 1 0 0 0,22 19 0 0 0,-37-29-70 0 0,0 0 1 0 0,-1 0-1 0 0,1 0 1 0 0,0 0 0 0 0,-1 0-1 0 0,1 0 1 0 0,-1 0-1 0 0,0 0 1 0 0,1 0 0 0 0,-1 1-1 0 0,0-1 1 0 0,0 1 0 0 0,-1-1-1 0 0,1 1 1 0 0,0-1-1 0 0,-1 1 1 0 0,0-1 0 0 0,1 1-1 0 0,-1-1 1 0 0,0 1-1 0 0,-1 4 1 0 0,0-4 60 0 0,0 1-1 0 0,-1-1 1 0 0,1 0 0 0 0,-1 1-1 0 0,0-1 1 0 0,0 0-1 0 0,0 0 1 0 0,0 0 0 0 0,0 0-1 0 0,-1-1 1 0 0,1 1 0 0 0,-1-1-1 0 0,-4 4 1 0 0,-7 4 301 0 0,-1-1 1 0 0,0 0 0 0 0,-1-1-1 0 0,-33 12 1 0 0,13-6 26 0 0,-1-2 0 0 0,-1-1 1 0 0,0-2-1 0 0,-48 5 0 0 0,85-14-396 0 0,0 0 0 0 0,0 1 0 0 0,0-1 0 0 0,0 0 0 0 0,-1 0 0 0 0,1 0 0 0 0,0 0 0 0 0,0 0 0 0 0,0 0 0 0 0,0 0 0 0 0,0-1 0 0 0,0 1 0 0 0,0 0 0 0 0,0 0 0 0 0,0-1 0 0 0,0 1 0 0 0,0-1 0 0 0,0 1 0 0 0,0-1 0 0 0,0 1 0 0 0,0-1 0 0 0,0 0 0 0 0,1 1 0 0 0,-1-1 0 0 0,0 0 0 0 0,0 0 0 0 0,1 0 0 0 0,-1 0 0 0 0,0 1 0 0 0,0-3 0 0 0,0-2-584 0 0</inkml:trace>
</inkml:ink>
</file>

<file path=ppt/ink/ink1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3:56.1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149 266 5529 0 0,'-26'-58'2314'0'0,"9"17"884"0"0,-28-49 0 0 0,35 75-1337 0 0,0 1-1 0 0,0 0 1 0 0,-20-20 0 0 0,42 48-1775 0 0,0 1 1 0 0,-1 0-1 0 0,-1 1 1 0 0,0 0-1 0 0,-1 0 0 0 0,-1 1 1 0 0,0 0-1 0 0,6 21 1 0 0,35 152 488 0 0,-47-182-573 0 0,54 408-2479 0 0,-36-218-59 0 0,-17-171-4110 0 0</inkml:trace>
</inkml:ink>
</file>

<file path=ppt/ink/ink1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3:56.5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1 227 10138 0 0,'1'-7'300'0'0,"-1"-1"1"0"0,2 1-1 0 0,-1 0 0 0 0,1 0 0 0 0,1-1 1 0 0,-1 1-1 0 0,1 0 0 0 0,0 1 0 0 0,1-1 1 0 0,-1 1-1 0 0,10-12 0 0 0,2-2 1006 0 0,2 1 1 0 0,21-21-1 0 0,-33 35-1203 0 0,1 0 1 0 0,-1 0-1 0 0,1 1 1 0 0,0 0-1 0 0,0 0 1 0 0,1 0-1 0 0,-1 1 1 0 0,1-1-1 0 0,0 1 1 0 0,-1 1 0 0 0,1 0-1 0 0,0 0 1 0 0,1 0-1 0 0,-1 1 1 0 0,0 0-1 0 0,0 0 1 0 0,1 1-1 0 0,-1 0 1 0 0,0 0-1 0 0,1 0 1 0 0,-1 1-1 0 0,0 0 1 0 0,0 1-1 0 0,0 0 1 0 0,0 0-1 0 0,0 0 1 0 0,0 1-1 0 0,0 0 1 0 0,-1 1-1 0 0,1-1 1 0 0,9 8-1 0 0,-8-6-124 0 0,-1 0-1 0 0,0 1 0 0 0,-1-1 1 0 0,1 1-1 0 0,-1 1 0 0 0,0-1 0 0 0,-1 1 1 0 0,1 0-1 0 0,-1 0 0 0 0,-1 0 1 0 0,1 1-1 0 0,-1 0 0 0 0,5 15 0 0 0,-6-11-52 0 0,0 1 0 0 0,0-1 0 0 0,-1 1 0 0 0,-1 0 0 0 0,0 0 0 0 0,-1 0 0 0 0,0 0-1 0 0,-4 20 1 0 0,-2 1-62 0 0,-3-1 0 0 0,0 1 0 0 0,-3-2 0 0 0,0 1-1 0 0,-2-1 1 0 0,-20 32 0 0 0,14-32 194 0 0,14-25 2 0 0,1 1-1 0 0,0-1 1 0 0,0 2 0 0 0,-6 16-1 0 0,11-25-25 0 0,-1 0-1 0 0,1 0 1 0 0,0 1-1 0 0,0-1 1 0 0,0 0 0 0 0,0 0-1 0 0,0 0 1 0 0,0 1-1 0 0,0-1 1 0 0,0 0-1 0 0,0 0 1 0 0,0 1 0 0 0,0-1-1 0 0,0 0 1 0 0,0 0-1 0 0,1 0 1 0 0,-1 1-1 0 0,0-1 1 0 0,0 0-1 0 0,0 0 1 0 0,0 0 0 0 0,0 0-1 0 0,0 1 1 0 0,0-1-1 0 0,1 0 1 0 0,-1 0-1 0 0,0 0 1 0 0,0 0 0 0 0,0 1-1 0 0,0-1 1 0 0,1 0-1 0 0,-1 0 1 0 0,0 0-1 0 0,0 0 1 0 0,0 0 0 0 0,1 0-1 0 0,-1 0 1 0 0,0 0-1 0 0,0 0 1 0 0,0 0-1 0 0,1 0 1 0 0,-1 0-1 0 0,0 0 1 0 0,1 0 0 0 0,15-1 560 0 0,14-8-126 0 0,53-23 274 0 0,60-21 104 0 0,-124 48-1111 0 0,1 0-1 0 0,0 1 1 0 0,-1 1 0 0 0,2 1-1 0 0,27 0 1 0 0,-32 4-760 0 0</inkml:trace>
</inkml:ink>
</file>

<file path=ppt/ink/ink1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3:56.7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5529 0 0,'13'2'13607'0'0,"-12"3"-12556"0"0,30 316 2924 0 0,-29-288-3892 0 0,8 59-638 0 0,-5-64 54 0 0</inkml:trace>
</inkml:ink>
</file>

<file path=ppt/ink/ink1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3:57.2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17972 0 0,'3'1'201'0'0,"0"-1"-1"0"0,-1 1 1 0 0,1 0 0 0 0,0 0 0 0 0,0 0 0 0 0,-1 0 0 0 0,1 0-1 0 0,-1 1 1 0 0,1-1 0 0 0,-1 1 0 0 0,0 0 0 0 0,1-1 0 0 0,-1 1-1 0 0,0 0 1 0 0,0 0 0 0 0,0 1 0 0 0,0-1 0 0 0,-1 0-1 0 0,1 1 1 0 0,-1-1 0 0 0,2 4 0 0 0,5 7-94 0 0,-1 2 1 0 0,7 21-1 0 0,-14-35-31 0 0,15 50 25 0 0,-2 1 0 0 0,-3 0 1 0 0,-2 0-1 0 0,2 71 0 0 0,15 99-5200 0 0,-20-199-1614 0 0</inkml:trace>
</inkml:ink>
</file>

<file path=ppt/ink/ink1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3:57.5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99 8754 0 0,'2'-4'461'0'0,"1"1"0"0"0,-1-1 1 0 0,1 1-1 0 0,0 0 0 0 0,-1 0 0 0 0,2 0 1 0 0,-1 1-1 0 0,0-1 0 0 0,0 1 1 0 0,7-4-1 0 0,-2 1 21 0 0,3-4 275 0 0,1 0 0 0 0,0 1 0 0 0,1 0 0 0 0,0 2 0 0 0,16-8 0 0 0,-27 14-713 0 0,0-1 1 0 0,0 0-1 0 0,0 1 1 0 0,0-1-1 0 0,0 1 1 0 0,1 0 0 0 0,-1 0-1 0 0,0 0 1 0 0,0 0-1 0 0,0 0 1 0 0,0 0 0 0 0,1 0-1 0 0,-1 1 1 0 0,0-1-1 0 0,0 1 1 0 0,0-1-1 0 0,0 1 1 0 0,2 1 0 0 0,-2 0-58 0 0,0 0 0 0 0,-1-1 0 0 0,1 1 1 0 0,0 0-1 0 0,-1 0 0 0 0,0 1 1 0 0,1-1-1 0 0,-1 0 0 0 0,0 0 0 0 0,0 1 1 0 0,0-1-1 0 0,-1 0 0 0 0,1 1 0 0 0,0-1 1 0 0,-1 1-1 0 0,0-1 0 0 0,1 1 1 0 0,-1-1-1 0 0,0 5 0 0 0,-2 12-260 0 0,0 0-1 0 0,-2-1 1 0 0,0 1-1 0 0,0-1 1 0 0,-2 0-1 0 0,0 0 1 0 0,-13 24-1 0 0,-9 27-341 0 0,23-55 550 0 0,-11 42-110 0 0,15-53 174 0 0,0-1 0 0 0,1 1 0 0 0,0 0 0 0 0,-1 0 0 0 0,1 0 0 0 0,0 0 0 0 0,0-1 0 0 0,1 1 0 0 0,-1 0 1 0 0,1 0-1 0 0,-1 0 0 0 0,1-1 0 0 0,0 1 0 0 0,0 0 0 0 0,0-1 0 0 0,2 4 0 0 0,-1-4 97 0 0,0 0 1 0 0,0-1-1 0 0,0 1 0 0 0,0-1 1 0 0,0 0-1 0 0,0 0 0 0 0,0 1 1 0 0,0-1-1 0 0,1-1 1 0 0,-1 1-1 0 0,0 0 0 0 0,1-1 1 0 0,-1 1-1 0 0,1-1 0 0 0,-1 0 1 0 0,0 1-1 0 0,1-1 1 0 0,-1 0-1 0 0,1-1 0 0 0,-1 1 1 0 0,1 0-1 0 0,2-2 0 0 0,10-1 407 0 0,0 0-1 0 0,20-8 0 0 0,-25 7-390 0 0,26-8-502 0 0,-1 2-1 0 0,59-8 0 0 0,-65 15-949 0 0</inkml:trace>
</inkml:ink>
</file>

<file path=ppt/ink/ink1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3:57.9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 91 5529 0 0,'0'-1'126'0'0,"-1"1"0"0"0,1-1 0 0 0,-1 1 0 0 0,0-1 0 0 0,1 1 0 0 0,-1-1 0 0 0,1 1 0 0 0,-1-1 0 0 0,1 1 0 0 0,0-1 0 0 0,-1 0 0 0 0,1 1 0 0 0,0-1 0 0 0,-1 0 0 0 0,1 1 0 0 0,0-1 0 0 0,0 0 0 0 0,-1 1 0 0 0,1-1 0 0 0,0 0 0 0 0,0 0 0 0 0,0 1-1 0 0,0-1 1 0 0,0 0 0 0 0,0 0 0 0 0,0 1 0 0 0,0-1 0 0 0,1 0 0 0 0,-1-1 0 0 0,1-1 297 0 0,1 1-1 0 0,-1-1 1 0 0,0 0-1 0 0,1 1 1 0 0,0-1-1 0 0,-1 1 1 0 0,1-1-1 0 0,2-1 1 0 0,2-2 500 0 0,-1 1 1 0 0,1 0-1 0 0,0 0 1 0 0,0 0-1 0 0,13-6 1 0 0,-16 9-750 0 0,0 1 0 0 0,0 0 0 0 0,0 0 1 0 0,0 0-1 0 0,0 1 0 0 0,0-1 0 0 0,1 1 0 0 0,-1-1 0 0 0,0 1 1 0 0,0 0-1 0 0,1 1 0 0 0,-1-1 0 0 0,0 0 0 0 0,0 1 0 0 0,0 0 0 0 0,6 2 1 0 0,-4-1-71 0 0,0 0 1 0 0,-1 1 0 0 0,1 0 0 0 0,-1 0-1 0 0,0 0 1 0 0,0 1 0 0 0,0-1 0 0 0,0 1 0 0 0,4 6-1 0 0,1 3-10 0 0,0 0-1 0 0,-1 0 1 0 0,-1 1-1 0 0,0 0 1 0 0,9 29-1 0 0,-6-10 112 0 0,-7-20-33 0 0,0 0 0 0 0,10 21 0 0 0,-13-34-162 0 0,0 1 0 0 0,0-1 0 0 0,1 0 0 0 0,-1 1 0 0 0,0-1 0 0 0,0 0 0 0 0,1 1 0 0 0,-1-1 0 0 0,0 0 0 0 0,0 1-1 0 0,1-1 1 0 0,-1 0 0 0 0,0 0 0 0 0,1 1 0 0 0,-1-1 0 0 0,0 0 0 0 0,1 0 0 0 0,-1 1 0 0 0,1-1 0 0 0,-1 0 0 0 0,0 0-1 0 0,1 0 1 0 0,-1 0 0 0 0,1 0 0 0 0,-1 0 0 0 0,0 0 0 0 0,1 0 0 0 0,-1 0 0 0 0,1 0 0 0 0,-1 0 0 0 0,0 0 0 0 0,1 0-1 0 0,0 0 1 0 0,15-11 87 0 0,11-23-137 0 0,-24 30 61 0 0,-3 4-23 0 0,88-115-765 0 0,-47 68-5536 0 0,-9 15-1124 0 0</inkml:trace>
</inkml:ink>
</file>

<file path=ppt/ink/ink1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3:58.6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 1 11058 0 0,'-6'4'8405'0'0,"6"-4"-8276"0"0,7 21 2876 0 0,22 38-3851 0 0,-19-39 1739 0 0,7 18-695 0 0,-2 1 1 0 0,-2 1-1 0 0,-2 0 1 0 0,9 51 0 0 0,9 167-2449 0 0,-18-141-3878 0 0,-7-85-449 0 0</inkml:trace>
</inkml:ink>
</file>

<file path=ppt/ink/ink1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3:59.0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1 200 5065 0 0,'3'-9'353'0'0,"2"-1"0"0"0,-1 1 0 0 0,1 0 0 0 0,1 1 0 0 0,0-1 0 0 0,8-9 0 0 0,46-46 2763 0 0,-46 51-2646 0 0,-9 7-111 0 0,1 0 0 0 0,0 1 0 0 0,1 0 0 0 0,-1 0 0 0 0,1 0 0 0 0,0 1 0 0 0,0 0 0 0 0,9-3-1 0 0,-14 6-304 0 0,0 1-1 0 0,0-1 0 0 0,0 1 1 0 0,0-1-1 0 0,1 1 0 0 0,-1 0 1 0 0,0 0-1 0 0,0 0 0 0 0,0 0 1 0 0,0 0-1 0 0,0 1 0 0 0,0-1 0 0 0,1 1 1 0 0,-1-1-1 0 0,0 1 0 0 0,0 0 1 0 0,0-1-1 0 0,0 1 0 0 0,-1 0 1 0 0,1 1-1 0 0,0-1 0 0 0,0 0 0 0 0,0 0 1 0 0,-1 1-1 0 0,1-1 0 0 0,-1 1 1 0 0,1-1-1 0 0,-1 1 0 0 0,0 0 1 0 0,0 0-1 0 0,1 0 0 0 0,-1-1 1 0 0,0 1-1 0 0,1 4 0 0 0,3 7-44 0 0,0-1 1 0 0,-1 1-1 0 0,-1 0 0 0 0,0 0 0 0 0,0 1 0 0 0,-2-1 0 0 0,1 1 1 0 0,-2-1-1 0 0,0 15 0 0 0,-3 9-138 0 0,-14 74-1 0 0,9-80-285 0 0,-2 1 0 0 0,-13 29 0 0 0,11-31 1174 0 0,1 0 0 0 0,-7 35-1 0 0,18-64-642 0 0,0 0-1 0 0,-1 0 0 0 0,1 0 0 0 0,0 0 1 0 0,0 0-1 0 0,0 0 0 0 0,0 0 0 0 0,0 0 1 0 0,0 0-1 0 0,0 0 0 0 0,0 0 0 0 0,1 0 1 0 0,-1 0-1 0 0,0 0 0 0 0,1 0 0 0 0,-1 0 1 0 0,0 0-1 0 0,1-1 0 0 0,-1 1 0 0 0,1 0 1 0 0,0 0-1 0 0,-1 0 0 0 0,1 0 1 0 0,0-1-1 0 0,-1 1 0 0 0,1 0 0 0 0,1 0 1 0 0,0 0-18 0 0,0 0 1 0 0,0 0 0 0 0,1 0-1 0 0,-1 0 1 0 0,0 0-1 0 0,1-1 1 0 0,-1 0 0 0 0,1 1-1 0 0,-1-1 1 0 0,1 0 0 0 0,2 0-1 0 0,8-1 34 0 0,1-1-1 0 0,-1 0 1 0 0,16-4-1 0 0,-26 5-9 0 0,65-17 97 0 0,-23 5-1628 0 0,56-8 0 0 0,-76 17 143 0 0</inkml:trace>
</inkml:ink>
</file>

<file path=ppt/ink/ink1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3:59.8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 94 7834 0 0,'-1'0'349'0'0,"0"-1"0"0"0,1 0-1 0 0,-1 0 1 0 0,0 0 0 0 0,0 0 0 0 0,1 0 0 0 0,-1 0 0 0 0,1 0 0 0 0,-1 0 0 0 0,1 0 0 0 0,-1 0 0 0 0,1 0 0 0 0,-1 0 0 0 0,1-1-1 0 0,0 1 1 0 0,0 0 0 0 0,0 0 0 0 0,0 0 0 0 0,0 0 0 0 0,0-1 0 0 0,0 1 0 0 0,0 0 0 0 0,0 0 0 0 0,0 0 0 0 0,1 0 0 0 0,-1-1-1 0 0,1 0 1 0 0,1-1-75 0 0,-1 0 0 0 0,1 0-1 0 0,0 0 1 0 0,1 0-1 0 0,-1 1 1 0 0,0-1 0 0 0,1 1-1 0 0,-1 0 1 0 0,1-1 0 0 0,2-1-1 0 0,2 0-134 0 0,-1 0 0 0 0,0 1 0 0 0,1-1 0 0 0,-1 1 0 0 0,1 0 0 0 0,0 1 0 0 0,0 0 0 0 0,0 0 0 0 0,13-2 0 0 0,-17 4-125 0 0,-1 0-1 0 0,1 0 0 0 0,0 0 1 0 0,-1 1-1 0 0,1-1 0 0 0,-1 1 1 0 0,1-1-1 0 0,-1 1 0 0 0,1 0 1 0 0,-1 0-1 0 0,1 0 0 0 0,-1 0 1 0 0,0 0-1 0 0,0 1 0 0 0,1-1 1 0 0,-1 1-1 0 0,0-1 0 0 0,0 1 1 0 0,0 0-1 0 0,2 4 0 0 0,-1-3-22 0 0,-1 1-1 0 0,0 0 0 0 0,-1 0 1 0 0,1 0-1 0 0,-1 0 0 0 0,0 0 1 0 0,0 1-1 0 0,0-1 1 0 0,0 0-1 0 0,-1 1 0 0 0,0 6 1 0 0,0 5-56 0 0,-2 0 0 0 0,0 0 0 0 0,-1 0 0 0 0,-1 0 0 0 0,-8 24 0 0 0,2-16 49 0 0,7-18 15 0 0,0-1 0 0 0,0 1 0 0 0,1 0-1 0 0,0 0 1 0 0,0 0 0 0 0,0 1 0 0 0,1-1 0 0 0,0 0 0 0 0,0 1 0 0 0,0-1 0 0 0,1 8 0 0 0,1-12 7 0 0,0-1 0 0 0,-1 0 0 0 0,1 0 0 0 0,0 0 0 0 0,0 0 1 0 0,0 0-1 0 0,-1 0 0 0 0,1 0 0 0 0,0 0 0 0 0,1 0 0 0 0,-1-1 1 0 0,0 1-1 0 0,0 0 0 0 0,0-1 0 0 0,0 1 0 0 0,0-1 0 0 0,2 1 1 0 0,29 9 202 0 0,-10-3-89 0 0,-17-4-94 0 0,0 0 0 0 0,0 0 0 0 0,0 0 0 0 0,0 0 0 0 0,0 1 1 0 0,-1-1-1 0 0,1 1 0 0 0,-1 0 0 0 0,0 1 0 0 0,-1-1 0 0 0,1 1 0 0 0,-1 0 1 0 0,1 0-1 0 0,2 6 0 0 0,-5-7-8 0 0,1 0 0 0 0,-1 0 1 0 0,0 0-1 0 0,0 0 0 0 0,0 1 1 0 0,-1-1-1 0 0,1 0 0 0 0,-1 0 0 0 0,0 0 1 0 0,0 1-1 0 0,-1-1 0 0 0,1 0 1 0 0,-1 0-1 0 0,0 0 0 0 0,0 0 0 0 0,-1 0 1 0 0,1 0-1 0 0,-1 0 0 0 0,1 0 1 0 0,-4 5-1 0 0,-6 7 38 0 0,0-1 0 0 0,-1 0 1 0 0,0-1-1 0 0,-1 0 0 0 0,-1-1 0 0 0,0 0 0 0 0,-24 15 1 0 0,-25 11-4492 0 0,40-32-425 0 0,5-9-234 0 0</inkml:trace>
</inkml:ink>
</file>

<file path=ppt/ink/ink1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4:01.5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48 73 7370 0 0,'-19'-31'1054'0'0,"15"24"304"0"0,1 0-1 0 0,-2 1 1 0 0,1-1-1 0 0,-9-8 0 0 0,35 34 5073 0 0,-13-11-6211 0 0,1 1 1 0 0,-1 0 0 0 0,0 0 0 0 0,7 11 0 0 0,-6-3-143 0 0,0-1 1 0 0,-2 2 0 0 0,0-1-1 0 0,0 1 1 0 0,-2 0 0 0 0,-1 0-1 0 0,7 37 1 0 0,-4 5-75 0 0,-1 72 0 0 0,-6-79-841 0 0,2 0 1 0 0,11 53-1 0 0,-11-93-120 0 0,-1-3-174 0 0</inkml:trace>
</inkml:ink>
</file>

<file path=ppt/ink/ink1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4:02.0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103 135 2761 0 0,'-37'-5'3006'0'0,"32"5"-2259"0"0,-1 0 0 0 0,1 0 0 0 0,-1-1 0 0 0,1 0 0 0 0,-1 0 0 0 0,1 0 0 0 0,0-1 0 0 0,-1 0 0 0 0,-7-4 0 0 0,12 6-673 0 0,1-1 0 0 0,0 1 0 0 0,-1-1-1 0 0,1 1 1 0 0,0-1 0 0 0,0 1-1 0 0,0-1 1 0 0,-1 1 0 0 0,1-1-1 0 0,0 1 1 0 0,0-1 0 0 0,0 1-1 0 0,0-1 1 0 0,0 1 0 0 0,0-1-1 0 0,0 1 1 0 0,0-1 0 0 0,0 1-1 0 0,0-1 1 0 0,0 1 0 0 0,0-1-1 0 0,0 1 1 0 0,1-1 0 0 0,-1 1-1 0 0,0-1 1 0 0,0 1 0 0 0,1-1-1 0 0,-1 1 1 0 0,0-1 0 0 0,0 1-1 0 0,1 0 1 0 0,-1-1 0 0 0,0 1-1 0 0,1-1 1 0 0,-1 1 0 0 0,1 0-1 0 0,-1-1 1 0 0,1 1 0 0 0,-1 0-1 0 0,1-1 1 0 0,18-14 940 0 0,3 2-560 0 0,0 0-1 0 0,1 1 1 0 0,48-17 0 0 0,-61 26-332 0 0,0 0-1 0 0,0 0 1 0 0,0 1 0 0 0,0 0-1 0 0,1 1 1 0 0,-1 0 0 0 0,0 1-1 0 0,1 0 1 0 0,-1 1-1 0 0,0 0 1 0 0,1 0 0 0 0,16 6-1 0 0,-22-5-156 0 0,0 0 0 0 0,0 0-1 0 0,0 1 1 0 0,-1 0-1 0 0,1 0 1 0 0,-1 0 0 0 0,0 1-1 0 0,0 0 1 0 0,0-1-1 0 0,-1 1 1 0 0,1 0 0 0 0,-1 1-1 0 0,0-1 1 0 0,0 1-1 0 0,0-1 1 0 0,-1 1 0 0 0,1 0-1 0 0,-1 0 1 0 0,0 0-1 0 0,-1 0 1 0 0,1 0 0 0 0,-1 1-1 0 0,0-1 1 0 0,-1 0-1 0 0,1 1 1 0 0,-1 6 0 0 0,0 14-179 0 0,-1 0 1 0 0,-1 0 0 0 0,-2 0 0 0 0,-6 26-1 0 0,8-43 205 0 0,-2 11-92 0 0,1-7 340 0 0,0-1 0 0 0,1 1 0 0 0,0-1 0 0 0,1 1 0 0 0,1 14 0 0 0,0-24-177 0 0,0-1 0 0 0,0 0-1 0 0,1 0 1 0 0,-1 1 0 0 0,1-1 0 0 0,0 0-1 0 0,-1 0 1 0 0,1 0 0 0 0,0 0 0 0 0,0 0-1 0 0,0 0 1 0 0,1 0 0 0 0,-1 0 0 0 0,0 0-1 0 0,1 0 1 0 0,-1-1 0 0 0,1 1 0 0 0,-1 0-1 0 0,1-1 1 0 0,0 0 0 0 0,0 1 0 0 0,0-1-1 0 0,0 0 1 0 0,0 0 0 0 0,0 0 0 0 0,0 0-1 0 0,0 0 1 0 0,0 0 0 0 0,0-1 0 0 0,1 1-1 0 0,-1-1 1 0 0,0 0 0 0 0,0 1 0 0 0,5-1-1 0 0,8-1-225 0 0,-1-1-1 0 0,1 0 0 0 0,-1 0 1 0 0,1-2-1 0 0,-1 0 1 0 0,0 0-1 0 0,13-7 0 0 0,-4 2-842 0 0,4-2-620 0 0</inkml:trace>
</inkml:ink>
</file>

<file path=ppt/ink/ink1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4:02.4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44 9 4033 0 0,'0'0'53'0'0,"0"-1"1"0"0,0 1-1 0 0,-1-1 1 0 0,1 1-1 0 0,0-1 1 0 0,0 1-1 0 0,0 0 1 0 0,-1-1-1 0 0,1 1 1 0 0,0-1-1 0 0,-1 1 1 0 0,1 0-1 0 0,0-1 1 0 0,-1 1 0 0 0,1 0-1 0 0,0 0 1 0 0,-1-1-1 0 0,1 1 1 0 0,-1 0-1 0 0,1 0 1 0 0,0-1-1 0 0,-1 1 1 0 0,1 0-1 0 0,-1 0 1 0 0,1 0-1 0 0,-1 0 1 0 0,1 0-1 0 0,-1 0 1 0 0,1 0-1 0 0,-1 0 1 0 0,0 0-1 0 0,-11 11 2397 0 0,-3 18 884 0 0,13-22-3077 0 0,1-1 0 0 0,1 1 0 0 0,-1 0 0 0 0,1-1 1 0 0,0 1-1 0 0,0 0 0 0 0,1-1 0 0 0,0 1 0 0 0,0-1 0 0 0,1 1 0 0 0,0-1 0 0 0,0 0 0 0 0,0 1 0 0 0,1-1 0 0 0,0 0 0 0 0,0 0 1 0 0,0-1-1 0 0,1 1 0 0 0,0-1 0 0 0,0 0 0 0 0,1 0 0 0 0,9 9 0 0 0,-10-9-277 0 0,1-1 1 0 0,0 1-1 0 0,1-1 0 0 0,-1 0 1 0 0,1-1-1 0 0,-1 1 0 0 0,1-1 0 0 0,0 0 1 0 0,0-1-1 0 0,1 0 0 0 0,-1 0 1 0 0,0 0-1 0 0,1 0 0 0 0,0-1 1 0 0,-1 0-1 0 0,1-1 0 0 0,-1 1 0 0 0,1-1 1 0 0,0 0-1 0 0,-1-1 0 0 0,1 0 1 0 0,11-2-1 0 0,-7-2-52 0 0,-1 0-1 0 0,1-1 1 0 0,-1 0 0 0 0,0-1 0 0 0,0 0-1 0 0,-1 0 1 0 0,0-1 0 0 0,0 0-1 0 0,-1-1 1 0 0,13-16 0 0 0,24-40 964 0 0,-10 0 3347 0 0,-22 99-2315 0 0,11 55-1230 0 0,-11-41-383 0 0,27 71 0 0 0,7-15-2062 0 0,-35-77-6420 0 0</inkml:trace>
</inkml:ink>
</file>

<file path=ppt/ink/ink1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4:02.9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10594 0 0,'20'17'9770'0'0,"-18"-12"-8882"0"0,26 42 1232 0 0,21 57-2655 0 0,-27-34 639 0 0,3 7-1226 0 0,-1-30-6238 0 0</inkml:trace>
</inkml:ink>
</file>

<file path=ppt/ink/ink1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4:03.3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1 106 9218 0 0,'0'-1'59'0'0,"0"0"0"0"0,0 1-1 0 0,0-1 1 0 0,0 0 0 0 0,0 0 0 0 0,0 0 0 0 0,0 1-1 0 0,0-1 1 0 0,0 0 0 0 0,0 0 0 0 0,0 0 0 0 0,0 1 0 0 0,1-1-1 0 0,-1 0 1 0 0,0 0 0 0 0,1 1 0 0 0,-1-1 0 0 0,0 0-1 0 0,1 1 1 0 0,-1-1 0 0 0,1 0 0 0 0,-1 1 0 0 0,1-1 0 0 0,-1 1-1 0 0,1-1 1 0 0,0 1 0 0 0,-1-1 0 0 0,1 1 0 0 0,0-1-1 0 0,-1 1 1 0 0,1-1 0 0 0,0 1 0 0 0,0 0 0 0 0,1-1-1 0 0,34-16 1871 0 0,-28 13-1678 0 0,25-11 1140 0 0,51-16-1 0 0,-71 27-1024 0 0,-1 0 0 0 0,0 2 0 0 0,1 0 0 0 0,0 0 0 0 0,0 1 0 0 0,-1 0 0 0 0,25 3 0 0 0,-35-2-308 0 0,0 0-1 0 0,0 1 1 0 0,0-1-1 0 0,1 1 1 0 0,-1-1-1 0 0,0 1 1 0 0,0 0-1 0 0,0 0 1 0 0,0 0-1 0 0,0 0 1 0 0,0 0-1 0 0,0 0 1 0 0,-1 1-1 0 0,1-1 1 0 0,0 1-1 0 0,-1-1 0 0 0,1 1 1 0 0,-1 0-1 0 0,1-1 1 0 0,-1 1-1 0 0,2 3 1 0 0,-2-1-31 0 0,0-1 0 0 0,0 1-1 0 0,0-1 1 0 0,0 1 0 0 0,-1 0 0 0 0,0-1 0 0 0,0 1-1 0 0,0 0 1 0 0,0-1 0 0 0,0 1 0 0 0,-1 0 0 0 0,0 3-1 0 0,-5 12-111 0 0,0 0 0 0 0,-1-1-1 0 0,-18 35 1 0 0,21-45 75 0 0,-17 28-356 0 0,-2-1 0 0 0,-31 39 0 0 0,-20 29 1291 0 0,74-103-884 0 0,0 1 1 0 0,-1-1 0 0 0,1 0-1 0 0,0 1 1 0 0,0-1-1 0 0,0 0 1 0 0,0 1 0 0 0,-1-1-1 0 0,1 0 1 0 0,0 1-1 0 0,0-1 1 0 0,0 0 0 0 0,0 1-1 0 0,0-1 1 0 0,0 1-1 0 0,0-1 1 0 0,0 0 0 0 0,0 1-1 0 0,0-1 1 0 0,0 0 0 0 0,0 1-1 0 0,1-1 1 0 0,-1 0-1 0 0,0 1 1 0 0,0-1 0 0 0,0 0-1 0 0,0 1 1 0 0,1-1-1 0 0,-1 0 1 0 0,0 1 0 0 0,0-1-1 0 0,1 0 1 0 0,-1 0 0 0 0,0 1-1 0 0,0-1 1 0 0,1 0-1 0 0,-1 1 1 0 0,20 6 466 0 0,23-3-379 0 0,-43-4-111 0 0,59-1-1016 0 0,-1-3-1 0 0,92-18 0 0 0,-91 13-2889 0 0,-32 4-1980 0 0</inkml:trace>
</inkml:ink>
</file>

<file path=ppt/ink/ink1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4:03.8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57 4145 0 0,'33'-56'18750'0'0,"-27"100"-18128"0"0,-5-30-551 0 0,0 7-19 0 0,0 0 0 0 0,2 1 0 0 0,4 19-1 0 0,-6-36-56 0 0,1 0-1 0 0,-1 0 1 0 0,1-1-1 0 0,-1 1 0 0 0,1-1 1 0 0,1 1-1 0 0,-1-1 0 0 0,1 0 1 0 0,-1 0-1 0 0,1 0 0 0 0,0 0 1 0 0,1-1-1 0 0,-1 1 0 0 0,1-1 1 0 0,-1 0-1 0 0,1 1 0 0 0,0-2 1 0 0,0 1-1 0 0,5 2 0 0 0,-6-4-32 0 0,0 0 0 0 0,0 0-1 0 0,0 0 1 0 0,0 0-1 0 0,0 0 1 0 0,0-1-1 0 0,0 0 1 0 0,0 1 0 0 0,1-1-1 0 0,-1 0 1 0 0,0-1-1 0 0,0 1 1 0 0,0 0 0 0 0,0-1-1 0 0,0 0 1 0 0,0 0-1 0 0,4-1 1 0 0,-2-1-106 0 0,0 1 0 0 0,0-1 0 0 0,-1 0-1 0 0,1-1 1 0 0,-1 1 0 0 0,1-1 0 0 0,-1 0 0 0 0,0 0 0 0 0,3-5 0 0 0,1-2-235 0 0,0 0-1 0 0,-1 0 1 0 0,-1 0 0 0 0,0-1 0 0 0,-1 0-1 0 0,0 0 1 0 0,5-21 0 0 0,-11-25 2128 0 0,1 41 1057 0 0,5 44-1737 0 0,43 223 445 0 0,-33-193-1791 0 0,3-1 1 0 0,32 71-1 0 0,-31-87-1039 0 0,-10-23 637 0 0</inkml:trace>
</inkml:ink>
</file>

<file path=ppt/ink/ink1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5:30.4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15 374 3681 0 0,'-3'-6'464'0'0,"1"1"0"0"0,0-1 0 0 0,0 0 0 0 0,1 0 0 0 0,-1 0 0 0 0,1 0 0 0 0,0 0 0 0 0,1 0 1 0 0,0 0-1 0 0,0 0 0 0 0,0 0 0 0 0,2-9 0 0 0,-1-22 5545 0 0,5 54-1290 0 0,3 4-4789 0 0,-6 37 183 0 0,2 19 52 0 0,-4-72-158 0 0,0 0 0 0 0,0 0 0 0 0,1 0 0 0 0,-1 0 0 0 0,1 0-1 0 0,0 0 1 0 0,1-1 0 0 0,-1 1 0 0 0,1-1 0 0 0,-1 0 0 0 0,8 8-1 0 0,-20-54-671 0 0,5 10-413 0 0,5 27 1051 0 0,-1 0 1 0 0,0 0-1 0 0,0 0 1 0 0,0 0-1 0 0,-4-9 0 0 0,5 13 116 0 0,0 0-1 0 0,0-1 1 0 0,0 1-1 0 0,0 0 1 0 0,1 0-1 0 0,-1-1 1 0 0,0 1-1 0 0,1 0 1 0 0,-1 0-1 0 0,1 0 1 0 0,-1-1-1 0 0,1 1 1 0 0,-1 0-1 0 0,1 0 1 0 0,0 0 0 0 0,0 0-1 0 0,-1 0 1 0 0,1 0-1 0 0,0 0 1 0 0,0 0-1 0 0,0 0 1 0 0,0 1-1 0 0,1-2 1 0 0,34-26 28 0 0,-24 19 89 0 0,64-55 198 0 0,-11 8-264 0 0,2 3 0 0 0,99-59 0 0 0,-157 107-583 0 0,14-8 666 0 0,-7 6-6385 0 0</inkml:trace>
</inkml:ink>
</file>

<file path=ppt/ink/ink1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5:30.9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4145 0 0,'5'4'10744'0'0,"7"21"-6914"0"0,20 45-4405 0 0,-22-47 1835 0 0,1 6-1095 0 0,-1 1 1 0 0,-1 0-1 0 0,6 43 0 0 0,5 22 54 0 0,-19-93-214 0 0,-1 1 0 0 0,1-1-1 0 0,-1 0 1 0 0,1 1 0 0 0,0-1 0 0 0,0 0-1 0 0,0 1 1 0 0,0-1 0 0 0,0 0-1 0 0,1 0 1 0 0,-1 0 0 0 0,1 0-1 0 0,-1 0 1 0 0,1 0 0 0 0,0 0-1 0 0,0-1 1 0 0,0 1 0 0 0,0 0 0 0 0,0-1-1 0 0,0 0 1 0 0,0 1 0 0 0,5 1-1 0 0,-4-3 6 0 0,0 0 0 0 0,0 0 0 0 0,0 0 0 0 0,1 0 0 0 0,-1-1 0 0 0,0 1 0 0 0,0-1 0 0 0,0 0 0 0 0,0 0 0 0 0,0 0 0 0 0,0 0 0 0 0,0 0 0 0 0,0-1 0 0 0,-1 1 0 0 0,1-1 0 0 0,0 0 0 0 0,3-3 0 0 0,55-47 152 0 0,-46 37-70 0 0,2 0 0 0 0,0 2-1 0 0,1-1 1 0 0,0 2 0 0 0,22-11 0 0 0,-35 21-79 0 0,0-1 0 0 0,1 2 0 0 0,-1-1 0 0 0,0 0 0 0 0,1 1 0 0 0,0 0 0 0 0,-1 0 1 0 0,1 1-1 0 0,0 0 0 0 0,0 0 0 0 0,-1 0 0 0 0,1 0 0 0 0,0 1 0 0 0,-1 0 0 0 0,1 0 1 0 0,-1 1-1 0 0,1 0 0 0 0,-1 0 0 0 0,1 0 0 0 0,-1 0 0 0 0,0 1 0 0 0,0 0 0 0 0,0 0 0 0 0,6 5 1 0 0,-4-2 2 0 0,0 1 0 0 0,0-1 0 0 0,-1 1 0 0 0,0 0 0 0 0,0 0 0 0 0,-1 1 0 0 0,0 0 0 0 0,0 0 0 0 0,0 0 0 0 0,-1 1 1 0 0,-1-1-1 0 0,4 12 0 0 0,-4-8 34 0 0,0 1 1 0 0,0-1-1 0 0,-2 1 1 0 0,1 0-1 0 0,-2 0 1 0 0,0-1-1 0 0,0 1 1 0 0,-4 21-1 0 0,2-22-5 0 0,-1-1-1 0 0,0 0 0 0 0,0 0 0 0 0,-1-1 0 0 0,0 1 0 0 0,-1-1 0 0 0,-1 0 0 0 0,1 0 0 0 0,-14 16 1 0 0,14-20-34 0 0,-1 0 0 0 0,1 0 0 0 0,-1 0 1 0 0,-1-1-1 0 0,1 0 0 0 0,-1 0 0 0 0,0-1 1 0 0,0 0-1 0 0,0 0 0 0 0,-1-1 0 0 0,1 0 0 0 0,-1 0 1 0 0,0 0-1 0 0,-10 1 0 0 0,-12 2-931 0 0,18-4 15 0 0</inkml:trace>
</inkml:ink>
</file>

<file path=ppt/ink/ink1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5:32.2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34 215 4609 0 0,'0'-31'3263'0'0,"-2"0"-1"0"0,-11-59 1 0 0,-6 28 3437 0 0,21 102-4003 0 0,-2-13-2631 0 0,3 26-211 0 0,21 219 643 0 0,-15-215-1971 0 0,18 64 0 0 0,-19-95-6215 0 0</inkml:trace>
</inkml:ink>
</file>

<file path=ppt/ink/ink1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5:32.6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1 373 3193 0 0,'15'-47'298'0'0,"39"-104"2457"0"0,-43 125 211 0 0,25-41 1 0 0,-30 57-2042 0 0,1 0 0 0 0,0 1 0 0 0,1 0 0 0 0,11-11 0 0 0,-17 18-769 0 0,1 0 1 0 0,-1 0 0 0 0,0 0-1 0 0,1 0 1 0 0,-1 0 0 0 0,1 1 0 0 0,0-1-1 0 0,-1 1 1 0 0,1-1 0 0 0,0 1-1 0 0,0 0 1 0 0,0 0 0 0 0,0 1-1 0 0,0-1 1 0 0,0 1 0 0 0,0-1 0 0 0,0 1-1 0 0,0 0 1 0 0,0 0 0 0 0,0 0-1 0 0,6 1 1 0 0,-6 1-114 0 0,-1-1 1 0 0,0 0-1 0 0,0 1 1 0 0,1 0-1 0 0,-1-1 1 0 0,0 1-1 0 0,-1 0 1 0 0,1 0-1 0 0,0 0 0 0 0,0 0 1 0 0,-1 0-1 0 0,1 0 1 0 0,-1 1-1 0 0,0-1 1 0 0,0 0-1 0 0,0 1 1 0 0,0-1-1 0 0,0 1 1 0 0,0 0-1 0 0,0-1 0 0 0,-1 1 1 0 0,1 4-1 0 0,0 6 25 0 0,0 0-1 0 0,0 0 0 0 0,-2 16 0 0 0,-2 2-117 0 0,-2 0-1 0 0,-1-1 1 0 0,-1 1-1 0 0,-18 47 1 0 0,-1-15-115 0 0,-35 62 1 0 0,50-106 297 0 0,8-15-30 0 0,0 1-1 0 0,0 0 1 0 0,0 0 0 0 0,1 1-1 0 0,0-1 1 0 0,0 0 0 0 0,-2 8-1 0 0,4-12-82 0 0,0 0-1 0 0,0-1 0 0 0,0 1 0 0 0,0 0 0 0 0,0 0 0 0 0,1 0 0 0 0,-1 0 1 0 0,0 0-1 0 0,0 0 0 0 0,0 0 0 0 0,1 0 0 0 0,-1-1 0 0 0,1 1 1 0 0,-1 0-1 0 0,0 0 0 0 0,1 0 0 0 0,0-1 0 0 0,-1 1 0 0 0,2 1 0 0 0,0-1-6 0 0,-1 1-1 0 0,1-1 1 0 0,0 0-1 0 0,0 0 0 0 0,0 0 1 0 0,0-1-1 0 0,0 1 1 0 0,0 0-1 0 0,0-1 1 0 0,0 1-1 0 0,1-1 0 0 0,1 0 1 0 0,13 2-193 0 0,-1-2-1 0 0,1 0 1 0 0,0-1 0 0 0,-1-1 0 0 0,1 0 0 0 0,16-5 0 0 0,100-34-1815 0 0,-85 25 1601 0 0,-8 3 79 0 0,2 0 279 0 0</inkml:trace>
</inkml:ink>
</file>

<file path=ppt/ink/ink1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5:32.8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 3 5985 0 0,'-18'-3'11261'0'0,"19"8"-10112"0"0,5 42 1043 0 0,42 221-218 0 0,-39-240-2314 0 0</inkml:trace>
</inkml:ink>
</file>

<file path=ppt/ink/ink1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5:33.3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22 12443 0 0,'2'-2'329'0'0,"0"0"0"0"0,0 0 0 0 0,0 1 1 0 0,0-1-1 0 0,0 0 0 0 0,0 1 0 0 0,0 0 0 0 0,1-1 1 0 0,-1 1-1 0 0,1 0 0 0 0,-1 0 0 0 0,1 0 1 0 0,-1 0-1 0 0,1 1 0 0 0,-1-1 0 0 0,1 1 0 0 0,0-1 1 0 0,-1 1-1 0 0,1 0 0 0 0,0 0 0 0 0,-1 0 1 0 0,1 1-1 0 0,3 0 0 0 0,-3 0-221 0 0,0 0 0 0 0,-1 1-1 0 0,1-1 1 0 0,-1 1 0 0 0,1-1 0 0 0,-1 1 0 0 0,0 0-1 0 0,1 0 1 0 0,-1 0 0 0 0,0 0 0 0 0,0 0-1 0 0,-1 1 1 0 0,1-1 0 0 0,0 1 0 0 0,-1-1 0 0 0,1 1-1 0 0,-1-1 1 0 0,0 1 0 0 0,0 0 0 0 0,1 5 0 0 0,4 20 83 0 0,-1 0 1 0 0,-1 0-1 0 0,-2 0 1 0 0,-1 30 0 0 0,3 30-1454 0 0,-2-70-1165 0 0,0 0 0 0 0,10 32 0 0 0,-6-32-4050 0 0</inkml:trace>
</inkml:ink>
</file>

<file path=ppt/ink/ink1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5:33.7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0 122 6913 0 0,'1'-4'227'0'0,"0"0"0"0"0,0-1 0 0 0,0 1 0 0 0,1 0 0 0 0,-1 0 0 0 0,1 0 0 0 0,0 0 0 0 0,0 0 0 0 0,1 0 0 0 0,-1 1 0 0 0,1-1-1 0 0,0 1 1 0 0,0-1 0 0 0,0 1 0 0 0,0 0 0 0 0,0 0 0 0 0,5-2 0 0 0,3-4 198 0 0,0 2-1 0 0,0 0 1 0 0,0 0 0 0 0,20-8-1 0 0,-29 14-389 0 0,0 0 0 0 0,1 0 0 0 0,-1 0 0 0 0,1 0 0 0 0,-1 0 0 0 0,1 1 0 0 0,-1-1 0 0 0,1 1 0 0 0,-1 0 0 0 0,1 0 0 0 0,-1 0 0 0 0,1 0 0 0 0,-1 0 0 0 0,1 0 0 0 0,-1 1 0 0 0,1-1 0 0 0,-1 1 0 0 0,1 0 0 0 0,-1 0 0 0 0,1-1 0 0 0,-1 2-1 0 0,0-1 1 0 0,0 0 0 0 0,4 2 0 0 0,-4 0 10 0 0,0 0-1 0 0,1 0 0 0 0,-1 0 0 0 0,0 0 0 0 0,0 1 1 0 0,-1-1-1 0 0,1 0 0 0 0,-1 1 0 0 0,0-1 1 0 0,0 1-1 0 0,0 0 0 0 0,0-1 0 0 0,0 1 0 0 0,-1 0 1 0 0,0-1-1 0 0,0 6 0 0 0,1 9 126 0 0,-2 0 0 0 0,-1 1 0 0 0,0-1 0 0 0,-1 0 0 0 0,-1 0 0 0 0,-1 0-1 0 0,0-1 1 0 0,-1 1 0 0 0,-1-1 0 0 0,-1-1 0 0 0,0 1 0 0 0,-1-1 0 0 0,-1-1 0 0 0,-16 21 0 0 0,24-35-32 0 0,1 0 1 0 0,0 0-1 0 0,0 0 0 0 0,0 0 1 0 0,0 0-1 0 0,0 0 1 0 0,1 0-1 0 0,-1 1 1 0 0,0-1-1 0 0,0 0 0 0 0,1 0 1 0 0,-1 1-1 0 0,1-1 1 0 0,-1 1-1 0 0,1-1 0 0 0,0 0 1 0 0,-1 1-1 0 0,1-1 1 0 0,0 4-1 0 0,1-5-90 0 0,-1 1 0 0 0,1 0 0 0 0,-1-1 0 0 0,1 1 0 0 0,-1 0 0 0 0,1-1 0 0 0,0 1 0 0 0,-1-1 0 0 0,1 1 0 0 0,0-1-1 0 0,-1 1 1 0 0,1-1 0 0 0,0 1 0 0 0,0-1 0 0 0,0 0 0 0 0,0 1 0 0 0,-1-1 0 0 0,1 0 0 0 0,0 0 0 0 0,0 0 0 0 0,0 0 0 0 0,0 0 0 0 0,1 0 0 0 0,10 1 52 0 0,0-2 1 0 0,-1 0 0 0 0,18-3 0 0 0,-25 3-42 0 0,58-12-632 0 0,70-25 0 0 0,-106 30-474 0 0</inkml:trace>
</inkml:ink>
</file>

<file path=ppt/ink/ink1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5:34.07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40 5529 0 0,'0'-1'195'0'0,"1"0"0"0"0,-1 0 0 0 0,0 0 0 0 0,0 0 0 0 0,1 1 0 0 0,-1-1 0 0 0,1 0 1 0 0,-1 0-1 0 0,0 0 0 0 0,1 1 0 0 0,0-1 0 0 0,-1 0 0 0 0,1 1 0 0 0,-1-1 0 0 0,1 0 0 0 0,0 1 0 0 0,0-1 0 0 0,-1 1 0 0 0,1-1 0 0 0,0 1 0 0 0,0-1 0 0 0,-1 1 0 0 0,1 0 0 0 0,2-1 0 0 0,24-13 3388 0 0,-24 12-3277 0 0,1 1-1 0 0,-1 0 0 0 0,1-1 0 0 0,-1 2 1 0 0,1-1-1 0 0,0 0 0 0 0,0 1 1 0 0,-1-1-1 0 0,1 1 0 0 0,0 0 0 0 0,0 0 1 0 0,-1 1-1 0 0,1-1 0 0 0,0 1 1 0 0,0 0-1 0 0,-1 0 0 0 0,1 0 0 0 0,5 3 1 0 0,-6-2-267 0 0,0 1 1 0 0,0-1 0 0 0,0 1-1 0 0,0-1 1 0 0,0 1 0 0 0,0 0-1 0 0,-1 1 1 0 0,0-1 0 0 0,0 0 0 0 0,0 0-1 0 0,0 1 1 0 0,0 0 0 0 0,0-1-1 0 0,-1 1 1 0 0,0 0 0 0 0,0-1-1 0 0,1 9 1 0 0,0 3-16 0 0,0 0 0 0 0,-1 23 0 0 0,-2-26 167 0 0,1 1 1 0 0,1 0 0 0 0,1-1-1 0 0,3 18 1 0 0,-5-29-183 0 0,1-1 1 0 0,-1 1 0 0 0,0-1 0 0 0,1 1 0 0 0,-1-1-1 0 0,0 1 1 0 0,1-1 0 0 0,-1 0 0 0 0,1 1-1 0 0,-1-1 1 0 0,1 1 0 0 0,-1-1 0 0 0,1 0 0 0 0,0 1-1 0 0,-1-1 1 0 0,1 0 0 0 0,-1 0 0 0 0,1 0 0 0 0,0 1-1 0 0,-1-1 1 0 0,1 0 0 0 0,0 0 0 0 0,-1 0 0 0 0,1 0-1 0 0,-1 0 1 0 0,1 0 0 0 0,0 0 0 0 0,-1 0-1 0 0,1 0 1 0 0,0 0 0 0 0,-1-1 0 0 0,1 1 0 0 0,-1 0-1 0 0,1 0 1 0 0,0 0 0 0 0,-1-1 0 0 0,2 0 0 0 0,24-12 308 0 0,-24 12-352 0 0,137-93-2512 0 0,-113 77-4558 0 0</inkml:trace>
</inkml:ink>
</file>

<file path=ppt/ink/ink1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5:34.5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 1 8290 0 0,'-6'5'6430'0'0,"6"-5"-6331"0"0,4 24 2939 0 0,13 26-427 0 0,-2-9-1779 0 0,-1 0-1 0 0,12 64 1 0 0,1 88-2908 0 0,-25-163-5424 0 0</inkml:trace>
</inkml:ink>
</file>

<file path=ppt/ink/ink1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5:34.9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0 313 1840 0 0,'7'-17'631'0'0,"0"1"1"0"0,1 0-1 0 0,1 1 0 0 0,0-1 0 0 0,1 2 0 0 0,1 0 0 0 0,19-22 0 0 0,8-1 2697 0 0,51-41-1 0 0,-88 78-3316 0 0,52-38 2498 0 0,-50 36-2345 0 0,0 0 0 0 0,1 0-1 0 0,-1 1 1 0 0,1-1 0 0 0,-1 1 0 0 0,1 0-1 0 0,0 0 1 0 0,0 0 0 0 0,-1 0-1 0 0,1 0 1 0 0,0 1 0 0 0,0 0 0 0 0,0 0-1 0 0,6 1 1 0 0,-9-1-147 0 0,1 1 1 0 0,-1 0-1 0 0,1-1 0 0 0,-1 1 1 0 0,0 0-1 0 0,1 0 0 0 0,-1 0 1 0 0,0 0-1 0 0,1 0 0 0 0,-1 1 1 0 0,0-1-1 0 0,0 0 0 0 0,0 0 1 0 0,0 1-1 0 0,0-1 0 0 0,-1 1 1 0 0,1-1-1 0 0,0 1 0 0 0,-1-1 1 0 0,1 1-1 0 0,-1-1 0 0 0,1 1 1 0 0,-1-1-1 0 0,0 1 0 0 0,1 0 1 0 0,-1-1-1 0 0,0 1 0 0 0,0 0 1 0 0,0-1-1 0 0,-1 1 0 0 0,1 0 1 0 0,-1 1-1 0 0,0 8-22 0 0,-1 0-1 0 0,0-1 1 0 0,-5 16 0 0 0,-10 16 75 0 0,-1 0 0 0 0,-44 71 0 0 0,14-28 533 0 0,47-83-511 0 0,0-1-1 0 0,0 1 0 0 0,0 0 1 0 0,0-1-1 0 0,0 1 1 0 0,1 0-1 0 0,-1 0 0 0 0,1-1 1 0 0,-1 1-1 0 0,1 0 1 0 0,0 0-1 0 0,-1 0 1 0 0,1 0-1 0 0,0 0 0 0 0,0-1 1 0 0,1 1-1 0 0,-1 0 1 0 0,1 3-1 0 0,0-4-53 0 0,0 0 1 0 0,0 0-1 0 0,0 0 0 0 0,0-1 0 0 0,0 1 1 0 0,0 0-1 0 0,1-1 0 0 0,-1 1 0 0 0,0-1 1 0 0,0 0-1 0 0,0 1 0 0 0,1-1 1 0 0,-1 0-1 0 0,0 0 0 0 0,1 0 0 0 0,-1 0 1 0 0,0 0-1 0 0,1 0 0 0 0,-1 0 1 0 0,0 0-1 0 0,0 0 0 0 0,1 0 0 0 0,-1-1 1 0 0,0 1-1 0 0,0-1 0 0 0,1 1 1 0 0,0-2-1 0 0,23-5-360 0 0,26-7 448 0 0,-17 6-6268 0 0,-11 4-899 0 0</inkml:trace>
</inkml:ink>
</file>

<file path=ppt/ink/ink1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5:35.28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1376 0 0,'18'13'16405'0'0,"-16"-3"-14510"0"0,-3 0-1905 0 0,0-1-1 0 0,1 0 1 0 0,0 1-1 0 0,0-1 1 0 0,1 1 0 0 0,0-1-1 0 0,1 0 1 0 0,0 0-1 0 0,1 1 1 0 0,0-1-1 0 0,0-1 1 0 0,1 1 0 0 0,0 0-1 0 0,0-1 1 0 0,1 0-1 0 0,0 0 1 0 0,1 0-1 0 0,0-1 1 0 0,0 0-1 0 0,0 0 1 0 0,1 0 0 0 0,11 8-1 0 0,-11-9 7 0 0,1 0-1 0 0,-1 1 1 0 0,0 0-1 0 0,0 0 1 0 0,-1 0 0 0 0,0 1-1 0 0,0 0 1 0 0,-1 1-1 0 0,6 12 1 0 0,-9-17 32 0 0,-1 0 0 0 0,0 0 0 0 0,0 0 0 0 0,0 0 0 0 0,-1 0 0 0 0,1 0 0 0 0,-1 1 0 0 0,0-1 0 0 0,0 0 1 0 0,0 0-1 0 0,-1 0 0 0 0,0 0 0 0 0,1 0 0 0 0,-1 0 0 0 0,-1 0 0 0 0,1 0 0 0 0,0 0 0 0 0,-1 0 0 0 0,0 0 0 0 0,0-1 0 0 0,0 1 0 0 0,-1-1 0 0 0,1 0 0 0 0,-1 1 1 0 0,-3 2-1 0 0,2-1 34 0 0,-1 0 1 0 0,0 0 0 0 0,0-1 0 0 0,-1 0 0 0 0,1 0-1 0 0,-1 0 1 0 0,0 0 0 0 0,0-1 0 0 0,0 0-1 0 0,0 0 1 0 0,-1-1 0 0 0,-8 3 0 0 0</inkml:trace>
</inkml:ink>
</file>

<file path=ppt/ink/ink1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5:35.9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1 113 6913 0 0,'0'-33'1235'0'0,"0"28"-632"0"0,1 0 0 0 0,-1 0 1 0 0,1 0-1 0 0,1 0 0 0 0,-1 0 1 0 0,1 0-1 0 0,-1 0 0 0 0,1 1 1 0 0,1-1-1 0 0,-1 1 0 0 0,1-1 1 0 0,0 1-1 0 0,5-7 0 0 0,-7 11-514 0 0,-1-1 0 0 0,1 0-1 0 0,0 1 1 0 0,0-1 0 0 0,0 1 0 0 0,0-1-1 0 0,-1 1 1 0 0,1 0 0 0 0,0-1 0 0 0,0 1-1 0 0,0 0 1 0 0,0-1 0 0 0,0 1 0 0 0,0 0 0 0 0,0 0-1 0 0,0 0 1 0 0,0 0 0 0 0,0 0 0 0 0,0 0-1 0 0,0 0 1 0 0,0 0 0 0 0,0 1 0 0 0,0-1-1 0 0,0 0 1 0 0,0 0 0 0 0,0 1 0 0 0,0-1-1 0 0,-1 1 1 0 0,1-1 0 0 0,0 1 0 0 0,0-1-1 0 0,0 1 1 0 0,-1-1 0 0 0,1 1 0 0 0,0 0-1 0 0,0-1 1 0 0,-1 1 0 0 0,1 0 0 0 0,-1 0-1 0 0,1 0 1 0 0,-1-1 0 0 0,1 1 0 0 0,-1 0-1 0 0,1 1 1 0 0,3 4 71 0 0,0 1-1 0 0,-1-1 1 0 0,0 0-1 0 0,4 14 1 0 0,-2 6 11 0 0,-1 1 0 0 0,0 0 0 0 0,-3 0 0 0 0,0 0 0 0 0,-5 49 0 0 0,1-39-721 0 0,2 0 0 0 0,5 45 0 0 0,-1-61-808 0 0</inkml:trace>
</inkml:ink>
</file>

<file path=ppt/ink/ink1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5:36.2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2 244 1840 0 0,'-1'-43'137'0'0,"2"35"666"0"0,0-1 1 0 0,1 1-1 0 0,0-1 0 0 0,0 1 1 0 0,1-1-1 0 0,0 1 0 0 0,0 0 1 0 0,1 0-1 0 0,0 1 1 0 0,8-13-1 0 0,21-18 226 0 0,-25 31-578 0 0,0 0 1 0 0,0 1 0 0 0,1 0 0 0 0,-1 0 0 0 0,2 1 0 0 0,17-8 0 0 0,-23 11-289 0 0,0 0 0 0 0,1 1 1 0 0,-1-1-1 0 0,1 1 0 0 0,-1 0 1 0 0,1 0-1 0 0,0 1 0 0 0,-1-1 0 0 0,1 1 1 0 0,0 0-1 0 0,-1 0 0 0 0,1 1 1 0 0,0-1-1 0 0,-1 1 0 0 0,1 0 1 0 0,-1 0-1 0 0,8 3 0 0 0,-10-2-159 0 0,0 0 1 0 0,1 0-1 0 0,-1 0 0 0 0,0 0 1 0 0,0 0-1 0 0,0 0 0 0 0,0 1 1 0 0,-1-1-1 0 0,1 0 0 0 0,-1 1 1 0 0,1 0-1 0 0,-1-1 0 0 0,0 1 1 0 0,0 0-1 0 0,0 0 0 0 0,0-1 0 0 0,0 1 1 0 0,-1 0-1 0 0,1 0 0 0 0,-1 0 1 0 0,0 0-1 0 0,0 0 0 0 0,0 0 1 0 0,0 0-1 0 0,-2 4 0 0 0,0 9-77 0 0,-1 0-1 0 0,0 0 0 0 0,-8 19 1 0 0,10-32 58 0 0,-20 56-255 0 0,10-31 1106 0 0,2 0 0 0 0,-12 59 0 0 0,21-86-797 0 0,0 1 1 0 0,0-1 0 0 0,0 0-1 0 0,0 1 1 0 0,0-1 0 0 0,0 0 0 0 0,0 0-1 0 0,0 1 1 0 0,1-1 0 0 0,-1 0-1 0 0,1 0 1 0 0,-1 1 0 0 0,1-1 0 0 0,-1 0-1 0 0,1 0 1 0 0,0 0 0 0 0,-1 0-1 0 0,1 0 1 0 0,0 0 0 0 0,0 0 0 0 0,0 0-1 0 0,0 0 1 0 0,0 0 0 0 0,0 0-1 0 0,0 0 1 0 0,0-1 0 0 0,0 1 0 0 0,0 0-1 0 0,0-1 1 0 0,1 1 0 0 0,-1-1-1 0 0,0 1 1 0 0,0-1 0 0 0,1 0 0 0 0,-1 0-1 0 0,0 1 1 0 0,1-1 0 0 0,-1 0-1 0 0,0 0 1 0 0,2 0 0 0 0,10 0-101 0 0,-1 0 0 0 0,0-1 0 0 0,20-3 0 0 0,-9 1-212 0 0,22 2-2021 0 0,-21 2-4530 0 0</inkml:trace>
</inkml:ink>
</file>

<file path=ppt/ink/ink1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5:36.6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3 108 5985 0 0,'-2'11'4650'0'0,"1"19"-2170"0"0,2-21-2110 0 0,0-1 0 0 0,0 1 0 0 0,0-1 0 0 0,1 1 0 0 0,1-1 1 0 0,-1 1-1 0 0,2-1 0 0 0,-1 0 0 0 0,8 12 0 0 0,-9-17-372 0 0,-1 0-1 0 0,1 0 1 0 0,1-1-1 0 0,-1 1 1 0 0,0-1-1 0 0,0 0 1 0 0,1 1-1 0 0,0-1 1 0 0,-1 0 0 0 0,1-1-1 0 0,0 1 1 0 0,0 0-1 0 0,0-1 1 0 0,0 0-1 0 0,0 1 1 0 0,0-1-1 0 0,0 0 1 0 0,1-1-1 0 0,-1 1 1 0 0,0 0 0 0 0,0-1-1 0 0,1 0 1 0 0,-1 0-1 0 0,0 0 1 0 0,1 0-1 0 0,-1-1 1 0 0,0 1-1 0 0,6-2 1 0 0,0-1-300 0 0,0 0 0 0 0,1 0 1 0 0,-1-1-1 0 0,-1-1 0 0 0,1 1 0 0 0,0-1 0 0 0,-1-1 1 0 0,0 1-1 0 0,-1-1 0 0 0,1-1 0 0 0,-1 0 0 0 0,0 0 1 0 0,0 0-1 0 0,-1-1 0 0 0,9-14 0 0 0,-8 10 324 0 0,0-1 0 0 0,0 0 0 0 0,-2 0-1 0 0,5-15 1 0 0,-5 11 2235 0 0,-1 0-1 0 0,4-35 1 0 0,-10 39 1242 0 0,-5 26-2534 0 0,-5 26-815 0 0,6-8-310 0 0,1 0 1 0 0,2 1-1 0 0,1-1 1 0 0,1 1-1 0 0,2 0 0 0 0,1 0 1 0 0,1-1-1 0 0,11 41 1 0 0,-7-42-7715 0 0</inkml:trace>
</inkml:ink>
</file>

<file path=ppt/ink/ink1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5:37.2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12443 0 0,'17'16'3788'0'0,"-8"-4"-3194"0"0,0-1 0 0 0,0 2 0 0 0,-2-1 0 0 0,1 1 0 0 0,-2 0 0 0 0,0 1-1 0 0,0 0 1 0 0,-1-1 0 0 0,3 19 0 0 0,3 19-549 0 0,5 67 0 0 0,-4-21-1609 0 0,-7-68-5857 0 0</inkml:trace>
</inkml:ink>
</file>

<file path=ppt/ink/ink1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5:37.4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3 158 3225 0 0,'-1'-4'161'0'0,"1"1"0"0"0,-1-1 0 0 0,1 1 0 0 0,-1-1 0 0 0,1 1 0 0 0,0-1 0 0 0,0 0 0 0 0,1 1 0 0 0,-1-1 0 0 0,1 1 0 0 0,-1-1 0 0 0,1 1 0 0 0,0-1 0 0 0,1 1-1 0 0,-1 0 1 0 0,3-4 0 0 0,0 0 642 0 0,0 1-1 0 0,1 0 0 0 0,0 0 0 0 0,1 1 1 0 0,-1-1-1 0 0,11-7 0 0 0,-7 7-212 0 0,-1-1-1 0 0,2 2 1 0 0,-1-1-1 0 0,18-7 1 0 0,-24 12-416 0 0,0 0-1 0 0,1-1 1 0 0,-1 1-1 0 0,1 0 1 0 0,-1 1 0 0 0,1-1-1 0 0,0 0 1 0 0,-1 1 0 0 0,1 0-1 0 0,0 0 1 0 0,-1 0 0 0 0,1 1-1 0 0,0-1 1 0 0,-1 1 0 0 0,1-1-1 0 0,-1 1 1 0 0,6 3-1 0 0,-8-4-135 0 0,0 1-1 0 0,0 0 0 0 0,0-1 1 0 0,0 1-1 0 0,0 0 0 0 0,0-1 1 0 0,0 1-1 0 0,-1 0 0 0 0,1 0 1 0 0,0 0-1 0 0,-1 0 0 0 0,1 0 0 0 0,0 0 1 0 0,-1 0-1 0 0,1 0 0 0 0,-1 0 1 0 0,0 0-1 0 0,1 0 0 0 0,-1 0 1 0 0,0 0-1 0 0,0 1 0 0 0,0 0 1 0 0,1 1-15 0 0,-2 0 1 0 0,1 0 0 0 0,0 1 0 0 0,-1-1 0 0 0,1 0 0 0 0,-1 0 0 0 0,0 0 0 0 0,-2 3 0 0 0,-2 7-1 0 0,-2-1 1 0 0,-13 21-1 0 0,17-29 51 0 0,-115 163 1088 0 0,117-165-1092 0 0,0 0 1 0 0,0-1-1 0 0,0 1 1 0 0,0 0 0 0 0,0-1-1 0 0,0 1 1 0 0,0 0-1 0 0,1 0 1 0 0,-1 0 0 0 0,0 0-1 0 0,1 0 1 0 0,0 0-1 0 0,-1 0 1 0 0,1 0 0 0 0,0 0-1 0 0,0 0 1 0 0,0 0-1 0 0,1 0 1 0 0,-1 2 0 0 0,1-2-30 0 0,0-1 0 0 0,0 0 1 0 0,0 0-1 0 0,0 1 0 0 0,0-1 1 0 0,0 0-1 0 0,0 0 1 0 0,0 0-1 0 0,0 0 0 0 0,0-1 1 0 0,1 1-1 0 0,-1 0 0 0 0,0 0 1 0 0,1-1-1 0 0,-1 1 0 0 0,0-1 1 0 0,1 1-1 0 0,-1-1 1 0 0,1 1-1 0 0,1-1 0 0 0,10 2 27 0 0,1-1 0 0 0,0-1 0 0 0,0 0 0 0 0,20-3 0 0 0,-14 1-273 0 0,35-2-1790 0 0,-24 4-5372 0 0</inkml:trace>
</inkml:ink>
</file>

<file path=ppt/ink/ink1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5:37.8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23 103 5065 0 0,'-22'5'5288'0'0,"22"-4"-5095"0"0,0-1 1 0 0,0 1-1 0 0,0-1 1 0 0,0 0-1 0 0,0 2 0 0 0,2 17 5280 0 0,2-6-5415 0 0,-2-8 163 0 0,0 1 0 0 0,0-1 1 0 0,1 0-1 0 0,-1 0 0 0 0,1 0 1 0 0,1-1-1 0 0,-1 1 0 0 0,0-1 1 0 0,1 1-1 0 0,0-1 0 0 0,0 0 1 0 0,0-1-1 0 0,1 1 0 0 0,7 4 1 0 0,-7-5-291 0 0,1-1 1 0 0,0 1 0 0 0,0-1-1 0 0,0 0 1 0 0,0 0 0 0 0,1-1-1 0 0,-1 0 1 0 0,0 0 0 0 0,1 0-1 0 0,-1-1 1 0 0,10 0 0 0 0,-6-1-498 0 0,0-1 1 0 0,0 0 0 0 0,0 0 0 0 0,0-1 0 0 0,0 0 0 0 0,0 0-1 0 0,-1-1 1 0 0,0-1 0 0 0,0 0 0 0 0,0 0 0 0 0,0-1 0 0 0,-1 1-1 0 0,0-2 1 0 0,0 1 0 0 0,11-13 0 0 0,-12 10 325 0 0,0 0 0 0 0,-1 0 1 0 0,0 0-1 0 0,0-1 0 0 0,5-13 0 0 0,-9 18 654 0 0,0 0-1 0 0,-1 1 1 0 0,1-1-1 0 0,-1 0 0 0 0,0 0 1 0 0,-1 0-1 0 0,1 0 1 0 0,-1 0-1 0 0,0 0 0 0 0,0 0 1 0 0,-1 0-1 0 0,1 0 0 0 0,-1 0 1 0 0,-9-13 5412 0 0,10 18-5700 0 0,-9 13 1721 0 0,-2 19-1604 0 0,8-19-234 0 0,-11 44 228 0 0,-11 94-1 0 0,24-134-219 0 0,0 0-1 0 0,1 0 0 0 0,1 0 0 0 0,0 0 1 0 0,1 0-1 0 0,1 0 0 0 0,0 0 0 0 0,2-1 1 0 0,0 1-1 0 0,9 19 0 0 0,0-10-356 0 0</inkml:trace>
</inkml:ink>
</file>

<file path=ppt/ink/ink1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5:39.0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1 177 9218 0 0,'0'-1'1399'0'0,"14"-1"4295"0"0,6 10-5320 0 0,-14-5-119 0 0,0-1 0 0 0,0 0 0 0 0,1 0 0 0 0,-1 0 0 0 0,10 0 0 0 0,-14-1-216 0 0,0-1 0 0 0,0-1 1 0 0,0 1-1 0 0,0 0 0 0 0,0 0 0 0 0,0-1 1 0 0,0 1-1 0 0,0-1 0 0 0,-1 1 0 0 0,1-1 0 0 0,0 0 1 0 0,0 0-1 0 0,-1 0 0 0 0,1 0 0 0 0,0 0 0 0 0,-1 0 1 0 0,1-1-1 0 0,-1 1 0 0 0,1 0 0 0 0,-1-1 0 0 0,0 1 1 0 0,0-1-1 0 0,2-2 0 0 0,1-3-22 0 0,-1 0 0 0 0,0 0 0 0 0,0 0-1 0 0,0-1 1 0 0,-1 1 0 0 0,0-1 0 0 0,-1 1 0 0 0,1-1-1 0 0,-1-9 1 0 0,0 12-4 0 0,-1 0 0 0 0,0 0 0 0 0,0 0-1 0 0,0 0 1 0 0,-1 0 0 0 0,0 0 0 0 0,0 0 0 0 0,0 0-1 0 0,0 0 1 0 0,-1 0 0 0 0,0 0 0 0 0,0 0 0 0 0,0 1-1 0 0,-6-9 1 0 0,8 12 9 0 0,-1 1 1 0 0,1-1-1 0 0,-1 1 0 0 0,1-1 0 0 0,-1 1 0 0 0,0-1 0 0 0,1 1 1 0 0,-1-1-1 0 0,1 1 0 0 0,-1-1 0 0 0,0 1 0 0 0,0 0 0 0 0,1 0 1 0 0,-1-1-1 0 0,0 1 0 0 0,1 0 0 0 0,-1 0 0 0 0,0 0 0 0 0,0-1 1 0 0,1 1-1 0 0,-1 0 0 0 0,0 0 0 0 0,0 0 0 0 0,0 0 0 0 0,1 1 1 0 0,-1-1-1 0 0,0 0 0 0 0,-1 0 0 0 0,1 1 28 0 0,-1 0-1 0 0,0 0 1 0 0,0 1-1 0 0,1-1 1 0 0,-1 0 0 0 0,1 1-1 0 0,-1-1 1 0 0,1 1-1 0 0,-1-1 1 0 0,-1 4-1 0 0,-3 5 180 0 0,0 0 0 0 0,-8 21 0 0 0,12-28-191 0 0,-6 17 42 0 0,0 0 1 0 0,2 1 0 0 0,0 0 0 0 0,-4 29 0 0 0,9-43-88 0 0,0 1 0 0 0,1-1 0 0 0,0 0 0 0 0,1 0 0 0 0,-1 0-1 0 0,1 0 1 0 0,4 12 0 0 0,-4-16 0 0 0,0 1-1 0 0,1-1 1 0 0,-1 0-1 0 0,1 1 1 0 0,0-1-1 0 0,0 0 1 0 0,0 0-1 0 0,0-1 1 0 0,1 1-1 0 0,-1 0 1 0 0,1-1-1 0 0,-1 1 1 0 0,1-1-1 0 0,0 0 1 0 0,0 0-1 0 0,4 2 1 0 0,-4-3 5 0 0,0 1 0 0 0,0-1 0 0 0,0 0 0 0 0,0 1 1 0 0,0-2-1 0 0,0 1 0 0 0,1 0 0 0 0,-1-1 1 0 0,0 1-1 0 0,1-1 0 0 0,-1 0 0 0 0,0 0 0 0 0,1 0 1 0 0,-1-1-1 0 0,0 1 0 0 0,1-1 0 0 0,5-2 0 0 0,-4 1 7 0 0,0 0-1 0 0,0-1 0 0 0,-1 1 0 0 0,0-1 0 0 0,1 0 0 0 0,-1-1 0 0 0,0 1 0 0 0,0-1 0 0 0,-1 0 0 0 0,6-6 0 0 0,-3 2 30 0 0,-1 0 1 0 0,0 0-1 0 0,0 0 1 0 0,-1-1-1 0 0,0 1 0 0 0,-1-1 1 0 0,0 0-1 0 0,0 0 1 0 0,-1 0-1 0 0,0-1 1 0 0,0 1-1 0 0,0-14 1 0 0,-2 18-5 0 0,0 1 0 0 0,-1 0 0 0 0,1 0 0 0 0,-1 0-1 0 0,0 0 1 0 0,0 0 0 0 0,0 0 0 0 0,-1 0 0 0 0,1 0 0 0 0,-1 0 0 0 0,0 0 0 0 0,0 1 0 0 0,0-1 0 0 0,-1 1 0 0 0,1-1 0 0 0,-1 1 0 0 0,0 0 0 0 0,0 0 0 0 0,0 0 0 0 0,0 0 0 0 0,-7-3 0 0 0,6 4 0 0 0,0 0 1 0 0,0 0-1 0 0,0 1 1 0 0,0 0-1 0 0,-1 0 1 0 0,1 0-1 0 0,0 0 1 0 0,-1 1-1 0 0,1 0 1 0 0,-1-1 0 0 0,1 2-1 0 0,0-1 1 0 0,-1 0-1 0 0,1 1 1 0 0,-1 0-1 0 0,1 0 1 0 0,0 0-1 0 0,0 1 1 0 0,0-1-1 0 0,-8 5 1 0 0,6-3-51 0 0,-1 1 1 0 0,1 0-1 0 0,0 0 0 0 0,0 0 0 0 0,1 1 1 0 0,-1 0-1 0 0,1 0 0 0 0,0 0 1 0 0,1 1-1 0 0,-1 0 0 0 0,1 0 0 0 0,0 0 1 0 0,-6 12-1 0 0,6-5-324 0 0</inkml:trace>
</inkml:ink>
</file>

<file path=ppt/ink/ink1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5:40.22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85 5985 0 0,'23'33'6262'0'0,"-12"-5"-4231"0"0,-7-20-1456 0 0,-1 1-1 0 0,1-1 0 0 0,0 1 1 0 0,0-1-1 0 0,10 12 0 0 0,-13-18-543 0 0,1-1-1 0 0,-1 1 0 0 0,1-1 1 0 0,-1 0-1 0 0,1 0 0 0 0,-1 1 1 0 0,1-1-1 0 0,0 0 0 0 0,0-1 1 0 0,0 1-1 0 0,-1 0 0 0 0,1 0 1 0 0,0-1-1 0 0,0 1 0 0 0,0-1 1 0 0,0 1-1 0 0,0-1 0 0 0,0 0 1 0 0,0 0-1 0 0,0 0 0 0 0,0 0 0 0 0,0 0 1 0 0,0-1-1 0 0,0 1 0 0 0,0 0 1 0 0,0-1-1 0 0,0 0 0 0 0,0 1 1 0 0,-1-1-1 0 0,1 0 0 0 0,3-1 1 0 0,5-5 136 0 0,1 1 0 0 0,-1-1 0 0 0,-1 0 1 0 0,1-1-1 0 0,-1 0 0 0 0,-1-1 0 0 0,1 0 1 0 0,10-16-1 0 0,-15 20-115 0 0,0-1 0 0 0,-1 0 0 0 0,0 0-1 0 0,0 0 1 0 0,-1 0 0 0 0,0 0 0 0 0,3-13 0 0 0,-4 16-27 0 0,-1-1 1 0 0,0 1-1 0 0,1-1 0 0 0,-2 1 1 0 0,1-1-1 0 0,0 1 0 0 0,-1 0 1 0 0,1-1-1 0 0,-1 1 0 0 0,0-1 1 0 0,0 1-1 0 0,0 0 0 0 0,-1 0 1 0 0,1-1-1 0 0,-4-4 0 0 0,4 7-3 0 0,0 0-1 0 0,0 0 1 0 0,0 0-1 0 0,0 0 1 0 0,-1 0-1 0 0,1 0 1 0 0,0 0-1 0 0,0 1 0 0 0,-1-1 1 0 0,1 0-1 0 0,-1 1 1 0 0,1-1-1 0 0,-1 1 1 0 0,1-1-1 0 0,-1 1 0 0 0,1 0 1 0 0,-1 0-1 0 0,1 0 1 0 0,-1 0-1 0 0,1 0 1 0 0,-1 0-1 0 0,1 0 0 0 0,-1 0 1 0 0,1 0-1 0 0,-1 1 1 0 0,1-1-1 0 0,-1 1 1 0 0,1-1-1 0 0,-1 1 0 0 0,1-1 1 0 0,0 1-1 0 0,-1 0 1 0 0,1 0-1 0 0,0 0 1 0 0,-2 1-1 0 0,-5 3 46 0 0,1 0 0 0 0,1 0 0 0 0,-1 1 0 0 0,1 0 0 0 0,-6 7 0 0 0,5-4-70 0 0,0 1 0 0 0,0 0 1 0 0,1-1-1 0 0,1 2 0 0 0,0-1 0 0 0,0 1 0 0 0,1 0 0 0 0,1 0 1 0 0,0 0-1 0 0,-3 14 0 0 0,6-22 5 0 0,-1 1 0 0 0,1-1-1 0 0,0 1 1 0 0,0-1 0 0 0,0 1 0 0 0,0-1 0 0 0,0 1 0 0 0,1-1 0 0 0,0 1 0 0 0,0-1-1 0 0,0 1 1 0 0,0-1 0 0 0,0 0 0 0 0,1 0 0 0 0,-1 1 0 0 0,1-1 0 0 0,0 0 0 0 0,0 0-1 0 0,0-1 1 0 0,0 1 0 0 0,0 0 0 0 0,1-1 0 0 0,0 1 0 0 0,-1-1 0 0 0,1 0 0 0 0,0 0-1 0 0,0 0 1 0 0,0 0 0 0 0,0 0 0 0 0,0-1 0 0 0,0 1 0 0 0,1-1 0 0 0,-1 0 0 0 0,1 0-1 0 0,-1 0 1 0 0,0-1 0 0 0,5 1 0 0 0,-5 0 15 0 0,1-1 0 0 0,0 0-1 0 0,0-1 1 0 0,0 1 0 0 0,0-1-1 0 0,0 0 1 0 0,-1 1 0 0 0,1-2-1 0 0,0 1 1 0 0,-1 0 0 0 0,1-1 0 0 0,0 0-1 0 0,-1 1 1 0 0,0-2 0 0 0,1 1-1 0 0,-1 0 1 0 0,0 0 0 0 0,0-1 0 0 0,-1 0-1 0 0,1 0 1 0 0,0 0 0 0 0,-1 0-1 0 0,0 0 1 0 0,1 0 0 0 0,-1 0 0 0 0,-1-1-1 0 0,3-3 1 0 0,-1 2 11 0 0,-1 1 0 0 0,0-1 0 0 0,0 0 1 0 0,0 1-1 0 0,-1-1 0 0 0,1 0 0 0 0,-1 0 0 0 0,0 0 0 0 0,0 0 0 0 0,-1 0 1 0 0,0 0-1 0 0,0 0 0 0 0,0 0 0 0 0,0 0 0 0 0,-1 0 0 0 0,0-1 0 0 0,0 2 1 0 0,0-1-1 0 0,-1 0 0 0 0,-2-6 0 0 0,2 7-143 0 0,0 1-1 0 0,0-1 1 0 0,0 1 0 0 0,-1 0 0 0 0,0 0-1 0 0,1 0 1 0 0,-1 0 0 0 0,0 0 0 0 0,0 1-1 0 0,-1 0 1 0 0,1-1 0 0 0,0 1 0 0 0,-7-3-1 0 0</inkml:trace>
</inkml:ink>
</file>

<file path=ppt/ink/ink1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7:30.87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6 920 0 0,'5'-5'15760'0'0,"1"14"-15458"0"0,0 0 0 0 0,-1 1 1 0 0,0-1-1 0 0,0 1 1 0 0,-1 1-1 0 0,0-1 1 0 0,-1 1-1 0 0,0-1 0 0 0,1 12 1 0 0,11 111 816 0 0,-12-91-906 0 0,-1-23-616 0 0,9 72 1533 0 0,2-47-2379 0 0,9-7-3940 0 0</inkml:trace>
</inkml:ink>
</file>

<file path=ppt/ink/ink1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7:31.17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54 249 1784 0 0,'-3'0'236'0'0,"-1"-1"0"0"0,1 0-1 0 0,0 0 1 0 0,0-1 0 0 0,0 1-1 0 0,0-1 1 0 0,0 1 0 0 0,0-1-1 0 0,0 0 1 0 0,1 0 0 0 0,-1 0 0 0 0,1 0-1 0 0,-1-1 1 0 0,1 1 0 0 0,0-1-1 0 0,-3-3 1 0 0,5 4-57 0 0,-1 0 0 0 0,0 0 0 0 0,1 0 0 0 0,-1 0 1 0 0,1 0-1 0 0,0 0 0 0 0,-1 0 0 0 0,1-1 0 0 0,0 1 0 0 0,0 0 0 0 0,1 0 1 0 0,-1 0-1 0 0,0-1 0 0 0,1 1 0 0 0,-1 0 0 0 0,1 0 0 0 0,0 0 0 0 0,0 0 1 0 0,0 0-1 0 0,0 0 0 0 0,0 0 0 0 0,0 0 0 0 0,0 1 0 0 0,0-1 0 0 0,1 0 0 0 0,1-1 1 0 0,8-9 1004 0 0,0 1 0 0 0,0 0 0 0 0,1 1-1 0 0,1 1 1 0 0,-1 0 0 0 0,28-15 0 0 0,1 4 170 0 0,48-17 0 0 0,-78 33-1440 0 0,0 1-1 0 0,0 0 0 0 0,1 1 1 0 0,-1 0-1 0 0,1 0 0 0 0,-1 2 0 0 0,1-1 1 0 0,-1 1-1 0 0,1 1 0 0 0,-1 0 1 0 0,1 1-1 0 0,12 3 0 0 0,-15-4-957 0 0</inkml:trace>
</inkml:ink>
</file>

<file path=ppt/ink/ink1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7:31.7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78 6937 0 0,'8'-44'2476'0'0,"-3"10"8047"0"0,-5 34-10448 0 0,10 5 809 0 0,6 10-752 0 0,1 22 41 0 0,-16-32-253 0 0,1 1 1 0 0,0-1-1 0 0,0 0 0 0 0,0 0 1 0 0,1 0-1 0 0,0-1 0 0 0,-1 1 1 0 0,2-1-1 0 0,-1 1 0 0 0,1-1 1 0 0,-1 0-1 0 0,9 6 0 0 0,-11-9 43 0 0,0-1-1 0 0,0 0 0 0 0,0 0 1 0 0,0 0-1 0 0,0 0 0 0 0,0 0 1 0 0,0 0-1 0 0,0 0 0 0 0,1 0 1 0 0,-1-1-1 0 0,0 1 0 0 0,0 0 1 0 0,0-1-1 0 0,0 1 0 0 0,0-1 1 0 0,0 1-1 0 0,0-1 0 0 0,0 1 1 0 0,0-1-1 0 0,0 0 0 0 0,25-19 150 0 0,-15 10-161 0 0,-1 4 49 0 0,0-1 0 0 0,1 2 0 0 0,0-1 0 0 0,0 2 0 0 0,0-1 0 0 0,1 1 0 0 0,-1 1 0 0 0,1 0 0 0 0,0 1 0 0 0,0 0 0 0 0,0 1 0 0 0,0 0 0 0 0,0 1 0 0 0,0 0 0 0 0,0 1 0 0 0,0 0 0 0 0,0 1 0 0 0,-1 1 0 0 0,1 0 0 0 0,0 0 0 0 0,-1 1 0 0 0,0 0 0 0 0,0 1 0 0 0,15 9 0 0 0,-23-12-3 0 0,-1 0 0 0 0,1-1 0 0 0,-1 1-1 0 0,0 1 1 0 0,1-1 0 0 0,-1 0 0 0 0,0 0 0 0 0,0 1 0 0 0,0 0-1 0 0,-1-1 1 0 0,1 1 0 0 0,-1 0 0 0 0,1 0 0 0 0,-1-1-1 0 0,0 1 1 0 0,0 0 0 0 0,0 0 0 0 0,-1 1 0 0 0,2 4 0 0 0,-3-3 30 0 0,1 0 0 0 0,0 0 0 0 0,-1 0 0 0 0,0 0 1 0 0,0 0-1 0 0,-1-1 0 0 0,0 1 0 0 0,1 0 1 0 0,-1-1-1 0 0,-1 0 0 0 0,-3 7 0 0 0,-6 5 230 0 0,0 0-1 0 0,0-1 1 0 0,-2-1-1 0 0,0 0 0 0 0,-19 14 1 0 0,-3 0 416 0 0,-51 31 0 0 0,31-29-6923 0 0</inkml:trace>
</inkml:ink>
</file>

<file path=ppt/ink/ink1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7:37.02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198 225 920 0 0,'1'-3'111'0'0,"1"-1"1"0"0,0 1-1 0 0,0-1 0 0 0,0 1 0 0 0,1 0 0 0 0,-1-1 0 0 0,1 1 0 0 0,3-3 1 0 0,3-4-26 0 0,-6 7-63 0 0,-1-1-1 0 0,0 1 0 0 0,1-1 1 0 0,-2 1-1 0 0,1-1 1 0 0,0 1-1 0 0,-1-1 1 0 0,1 0-1 0 0,-1 0 0 0 0,0 0 1 0 0,-1 0-1 0 0,2-5 1 0 0,-3 8 58 0 0,1-1 1 0 0,0 1 0 0 0,-1-1 0 0 0,1 1 0 0 0,-1-1-1 0 0,1 0 1 0 0,-1 1 0 0 0,1-1 0 0 0,-1 1-1 0 0,0 0 1 0 0,0-1 0 0 0,0 1 0 0 0,0 0-1 0 0,0 0 1 0 0,0-1 0 0 0,0 1 0 0 0,0 0 0 0 0,-1 0-1 0 0,1 0 1 0 0,0 0 0 0 0,-1 0 0 0 0,1 1-1 0 0,-1-1 1 0 0,1 0 0 0 0,-1 1 0 0 0,1-1-1 0 0,-1 1 1 0 0,1-1 0 0 0,-1 1 0 0 0,1 0 0 0 0,-1-1-1 0 0,-3 1 1 0 0,-16-2 952 0 0,0 1 0 0 0,0 1 0 0 0,0 1 0 0 0,1 1 0 0 0,-39 8 0 0 0,9-2 941 0 0,126-17 5975 0 0,79-13-6402 0 0,-50-2-1336 0 0,-16 3-180 0 0,130-15-1 0 0,-209 38-191 0 0,-17 5-2525 0 0</inkml:trace>
</inkml:ink>
</file>

<file path=ppt/ink/ink1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7:37.43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23 3 1840 0 0,'-22'-2'16450'0'0,"29"27"-11213"0"0,1-1-5684 0 0,8 52 871 0 0,10 53 221 0 0,68 199-1 0 0,-85-302-617 0 0,-1 1 0 0 0,0 0-1 0 0,6 54 1 0 0,-10-9-2876 0 0</inkml:trace>
</inkml:ink>
</file>

<file path=ppt/ink/ink1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7:38.72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0 112 3225 0 0,'19'-60'5491'0'0,"0"8"8268"0"0,-13 80-12476 0 0,1 10-1365 0 0,0 27 193 0 0,-2 107 1 0 0,-18 64 138 0 0,7-156-226 0 0,6-55-220 0 0,0 1-1 0 0,2-1 1 0 0,1 1-1 0 0,0-1 1 0 0,8 25-1 0 0,-9-42-783 0 0</inkml:trace>
</inkml:ink>
</file>

<file path=ppt/ink/ink1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7:39.12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8 346 2761 0 0,'35'-150'3163'0'0,"-29"131"-1592"0"0,1 0 0 0 0,1 1 0 0 0,0 0 0 0 0,2 1 0 0 0,19-30 0 0 0,-24 42-1205 0 0,0 0 1 0 0,0 0-1 0 0,0 0 1 0 0,1 1-1 0 0,0 0 0 0 0,0 0 1 0 0,0 0-1 0 0,0 1 1 0 0,0-1-1 0 0,1 2 0 0 0,0-1 1 0 0,-1 1-1 0 0,1 0 1 0 0,0 0-1 0 0,12-1 0 0 0,-16 3-354 0 0,0-1-1 0 0,0 1 1 0 0,0 0-1 0 0,-1 0 1 0 0,1 0-1 0 0,0 1 1 0 0,0-1-1 0 0,0 1 0 0 0,-1-1 1 0 0,1 1-1 0 0,0 0 1 0 0,-1 0-1 0 0,1 0 1 0 0,-1 0-1 0 0,1 1 0 0 0,-1-1 1 0 0,1 1-1 0 0,-1-1 1 0 0,0 1-1 0 0,0 0 1 0 0,0 0-1 0 0,0 0 0 0 0,0 0 1 0 0,0 0-1 0 0,0 1 1 0 0,-1-1-1 0 0,1 0 1 0 0,-1 1-1 0 0,0-1 0 0 0,0 1 1 0 0,0-1-1 0 0,0 1 1 0 0,0 0-1 0 0,0 0 1 0 0,-1-1-1 0 0,1 1 0 0 0,-1 0 1 0 0,0 0-1 0 0,0 0 1 0 0,0-1-1 0 0,0 5 1 0 0,-2 16-60 0 0,0 0 1 0 0,-1 0 0 0 0,-1-1 0 0 0,-1 1 0 0 0,-2-1-1 0 0,-16 40 1 0 0,1-13-318 0 0,-52 83 0 0 0,61-112 454 0 0,-1 0-1 0 0,-1-2 1 0 0,0 0-1 0 0,-2 0 1 0 0,0-2 0 0 0,-1 0-1 0 0,-26 18 1 0 0,126-23 1895 0 0,273 34-2806 0 0,-262-31-4949 0 0,-65-10-1423 0 0</inkml:trace>
</inkml:ink>
</file>

<file path=ppt/ink/ink1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7:39.49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 24 10138 0 0,'0'0'129'0'0,"-1"-1"0"0"0,1 0 0 0 0,0 1 0 0 0,0-1 0 0 0,-1 0 0 0 0,1 1 0 0 0,0-1 0 0 0,0 0 0 0 0,0 1 0 0 0,0-1 0 0 0,0 0 0 0 0,0 0 0 0 0,0 1 0 0 0,0-1 0 0 0,0 0 0 0 0,0 1 0 0 0,0-1 0 0 0,1 0 0 0 0,-1 0 0 0 0,0 1 0 0 0,0-1 0 0 0,1 1 0 0 0,-1-1 0 0 0,0 0 0 0 0,1 1 0 0 0,-1-1 0 0 0,1 1 0 0 0,-1-1 0 0 0,1 0 0 0 0,-1 1 0 0 0,1 0 0 0 0,-1-1 0 0 0,1 1 0 0 0,-1-1 0 0 0,1 1 0 0 0,0 0 0 0 0,-1-1 0 0 0,1 1 0 0 0,0 0 0 0 0,0-1 0 0 0,0 1 47 0 0,0 0 1 0 0,-1 0-1 0 0,1 0 0 0 0,0 1 1 0 0,-1-1-1 0 0,1 0 1 0 0,0 0-1 0 0,-1 0 0 0 0,1 1 1 0 0,-1-1-1 0 0,1 0 1 0 0,-1 1-1 0 0,1-1 0 0 0,0 0 1 0 0,-1 1-1 0 0,1-1 1 0 0,-1 1-1 0 0,0-1 0 0 0,1 1 1 0 0,-1-1-1 0 0,1 1 1 0 0,0 1-1 0 0,3 14-209 0 0,-4 9 452 0 0,-2 1 1 0 0,0 0-1 0 0,-9 37 1 0 0,6-39-296 0 0,1 0 0 0 0,1 1 1 0 0,1 45-1 0 0,2-61-84 0 0,1-1-1 0 0,1 0 1 0 0,-1 1 0 0 0,2-1-1 0 0,-1 0 1 0 0,1 0 0 0 0,0 0-1 0 0,1-1 1 0 0,-1 1 0 0 0,2-1-1 0 0,-1 0 1 0 0,1 0 0 0 0,0 0-1 0 0,0-1 1 0 0,10 10 0 0 0,-6-8-26 0 0,1-1 1 0 0,-1 1-1 0 0,2-1 0 0 0,-1-1 1 0 0,1 0-1 0 0,0-1 0 0 0,0 0 1 0 0,1 0-1 0 0,-1-1 0 0 0,1-1 1 0 0,0 0-1 0 0,0 0 1 0 0,0-1-1 0 0,0-1 0 0 0,0 0 1 0 0,1-1-1 0 0,-1 0 0 0 0,0-1 1 0 0,13-2-1 0 0,-14 1-468 0 0,1-1 1 0 0,-1 0-1 0 0,0-1 0 0 0,0 0 0 0 0,0 0 0 0 0,-1-1 0 0 0,15-9 0 0 0</inkml:trace>
</inkml:ink>
</file>

<file path=ppt/ink/ink1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7:39.76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30 0 4145 0 0,'-7'3'14518'0'0,"4"13"-8614"0"0,5 34-7141 0 0,0-11 2182 0 0,-14 102-428 0 0,7-102-827 0 0,1 1-1 0 0,2 0 0 0 0,2 0 0 0 0,8 67 0 0 0,-6-93-434 0 0</inkml:trace>
</inkml:ink>
</file>

<file path=ppt/ink/ink1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7:40.06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64 11979 0 0,'0'-35'1492'0'0,"0"33"-1273"0"0,0 1-1 0 0,1-1 1 0 0,-1 1 0 0 0,0 0 0 0 0,1-1 0 0 0,-1 1 0 0 0,1-1 0 0 0,0 1 0 0 0,-1 0 0 0 0,1-1 0 0 0,0 1 0 0 0,0 0-1 0 0,0 0 1 0 0,0 0 0 0 0,0-1 0 0 0,0 1 0 0 0,0 0 0 0 0,0 0 0 0 0,0 0 0 0 0,1 1 0 0 0,0-2 0 0 0,-1 2-120 0 0,0 0 0 0 0,0 0 1 0 0,0 0-1 0 0,0 1 1 0 0,0-1-1 0 0,0 0 1 0 0,0 1-1 0 0,0-1 1 0 0,0 0-1 0 0,-1 1 0 0 0,1-1 1 0 0,0 1-1 0 0,0 0 1 0 0,0-1-1 0 0,-1 1 1 0 0,1-1-1 0 0,0 1 1 0 0,-1 0-1 0 0,1 0 0 0 0,-1-1 1 0 0,1 1-1 0 0,-1 0 1 0 0,1 0-1 0 0,-1 0 1 0 0,1 0-1 0 0,-1-1 1 0 0,0 1-1 0 0,1 0 1 0 0,-1 0-1 0 0,0 2 0 0 0,12 33 543 0 0,-11-33-488 0 0,74 338 1474 0 0,-40-111-5001 0 0,-32-210-4028 0 0</inkml:trace>
</inkml:ink>
</file>

<file path=ppt/ink/ink1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7:40.33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 75 8754 0 0,'-2'-11'146'0'0,"-2"-21"4030"0"0,6 2 4119 0 0,-2 30-8250 0 0,1-1-1 0 0,-1 1 1 0 0,0 0-1 0 0,1 0 1 0 0,-1 0 0 0 0,0 0-1 0 0,0 0 1 0 0,1 0-1 0 0,-1 0 1 0 0,0 0-1 0 0,1 0 1 0 0,-1 0 0 0 0,0 0-1 0 0,0 0 1 0 0,1 0-1 0 0,-1 0 1 0 0,0 0-1 0 0,1 0 1 0 0,-1 0-1 0 0,0 1 1 0 0,0-1 0 0 0,1 0-1 0 0,-1 0 1 0 0,0 0-1 0 0,0 0 1 0 0,1 1-1 0 0,-1-1 1 0 0,0 0 0 0 0,0 0-1 0 0,1 0 1 0 0,-1 1-1 0 0,0-1 1 0 0,0 0-1 0 0,0 0 1 0 0,0 1 0 0 0,1-1-1 0 0,-1 0 1 0 0,0 0-1 0 0,0 1 1 0 0,0-1-1 0 0,0 0 1 0 0,0 1-1 0 0,0-1 1 0 0,0 1 0 0 0,10 14 174 0 0,-2 6-131 0 0,0 0 0 0 0,-1 0 0 0 0,-1 0 0 0 0,-1 1 0 0 0,2 28 0 0 0,3 115 581 0 0,-7-92-561 0 0,-1-20-1026 0 0,16 84 1 0 0,-15-122 424 0 0,0-1 1 0 0,1 1-1 0 0,1-1 1 0 0,0 1 0 0 0,1-1-1 0 0,1-1 1 0 0,0 1-1 0 0,1-1 1 0 0,0-1 0 0 0,15 18-1 0 0</inkml:trace>
</inkml:ink>
</file>

<file path=ppt/ink/ink1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7:40.71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3 13363 0 0,'0'-3'1513'0'0,"9"4"216"0"0,9 5 734 0 0,-13-2-2176 0 0,0 1 0 0 0,0 0-1 0 0,-1 0 1 0 0,1 0 0 0 0,-1 1 0 0 0,0 0-1 0 0,-1-1 1 0 0,1 1 0 0 0,-1 1 0 0 0,0-1-1 0 0,-1 0 1 0 0,1 1 0 0 0,-1-1 0 0 0,2 14-1 0 0,1 11-73 0 0,3 62 0 0 0,-7-72 36 0 0,1 141 226 0 0,-3-101-566 0 0,2-1 0 0 0,3 0 0 0 0,13 67 0 0 0,-14-105-263 0 0,3 5-340 0 0,-1-11-5653 0 0</inkml:trace>
</inkml:ink>
</file>

<file path=ppt/ink/ink1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7:41.09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12 210 1376 0 0,'-2'-5'465'0'0,"0"0"1"0"0,0-1-1 0 0,1 1 0 0 0,-1 0 0 0 0,1-1 0 0 0,0 0 1 0 0,1 1-1 0 0,-1-1 0 0 0,1 1 0 0 0,0-1 0 0 0,1 0 1 0 0,-1 1-1 0 0,1-1 0 0 0,0 1 0 0 0,1-1 0 0 0,-1 1 1 0 0,1 0-1 0 0,0-1 0 0 0,1 1 0 0 0,2-5 0 0 0,-1 3-36 0 0,1 1-1 0 0,-1 0 0 0 0,1 0 0 0 0,1 0 1 0 0,-1 0-1 0 0,1 1 0 0 0,0 0 0 0 0,0 0 1 0 0,0 1-1 0 0,0 0 0 0 0,1 0 0 0 0,0 0 1 0 0,0 1-1 0 0,9-3 0 0 0,-9 3-209 0 0,1 1 0 0 0,0-1 0 0 0,-1 2 0 0 0,1-1 0 0 0,0 1 0 0 0,0 0 0 0 0,0 1 0 0 0,0 0 0 0 0,15 2 0 0 0,-21-2-209 0 0,1 1 0 0 0,-1 0 0 0 0,1 0 0 0 0,-1 0 0 0 0,1 0 0 0 0,-1 0 0 0 0,0 1 1 0 0,1-1-1 0 0,-1 1 0 0 0,0-1 0 0 0,0 1 0 0 0,0 0 0 0 0,0 0 0 0 0,0 0 0 0 0,-1 0 0 0 0,1 0 1 0 0,-1 0-1 0 0,1 0 0 0 0,-1 1 0 0 0,0-1 0 0 0,1 0 0 0 0,-1 1 0 0 0,-1-1 0 0 0,1 1 0 0 0,0 0 1 0 0,-1-1-1 0 0,1 1 0 0 0,-1-1 0 0 0,0 1 0 0 0,1 0 0 0 0,-1-1 0 0 0,-1 6 0 0 0,0 5 119 0 0,0 0 0 0 0,-1 0 0 0 0,0 0-1 0 0,-1-1 1 0 0,0 1 0 0 0,-8 17-1 0 0,-38 74 681 0 0,16-40-321 0 0,1-6-160 0 0,24-46-257 0 0,1 1-1 0 0,0 0 1 0 0,0 0-1 0 0,1 1 0 0 0,-5 19 1 0 0,10-32-66 0 0,1 0-1 0 0,0 0 1 0 0,0 0-1 0 0,0-1 1 0 0,0 1-1 0 0,0 0 1 0 0,0 0 0 0 0,0 0-1 0 0,0 0 1 0 0,0 0-1 0 0,0-1 1 0 0,0 1 0 0 0,1 0-1 0 0,-1 0 1 0 0,0 0-1 0 0,1 0 1 0 0,-1-1 0 0 0,1 1-1 0 0,-1 0 1 0 0,1-1-1 0 0,-1 1 1 0 0,1 0-1 0 0,-1-1 1 0 0,1 1 0 0 0,1 1-1 0 0,0-1 11 0 0,0 0-1 0 0,0 0 1 0 0,0 0-1 0 0,0 0 1 0 0,1 0 0 0 0,-1 0-1 0 0,0 0 1 0 0,1-1-1 0 0,2 1 1 0 0,52 0 229 0 0,-57-1-242 0 0,37-2-105 0 0,112-7 499 0 0,-48 11-2919 0 0,-76-1-5164 0 0</inkml:trace>
</inkml:ink>
</file>

<file path=ppt/ink/ink1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7:41.37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74 8722 0 0,'1'-1'60'0'0,"-1"0"0"0"0,1 0 1 0 0,-1 0-1 0 0,1 0 0 0 0,-1 0 1 0 0,1 0-1 0 0,0 1 0 0 0,0-1 0 0 0,-1 0 1 0 0,1 0-1 0 0,0 1 0 0 0,0-1 0 0 0,0 0 1 0 0,0 1-1 0 0,0-1 0 0 0,0 1 1 0 0,0-1-1 0 0,0 1 0 0 0,0 0 0 0 0,1-1 1 0 0,28-9 2167 0 0,-23 8-1008 0 0,35-10 438 0 0,1 2 0 0 0,0 2-1 0 0,1 1 1 0 0,71 0 0 0 0,-87 6-2087 0 0,-6 0-710 0 0,-1 0 0 0 0,28 4 1 0 0,-44-3-18 0 0</inkml:trace>
</inkml:ink>
</file>

<file path=ppt/ink/ink1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7:41.71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195 16 6913 0 0,'-26'-6'-544'0'0,"20"4"1427"0"0,-1 0 0 0 0,0 0 0 0 0,0 1 1 0 0,0 0-1 0 0,-12 0 0 0 0,16 1-485 0 0,0 1 0 0 0,0-1 0 0 0,0 1 0 0 0,0 0 1 0 0,0 0-1 0 0,0 0 0 0 0,0 1 0 0 0,0-1 0 0 0,0 1 0 0 0,1-1 0 0 0,-1 1 0 0 0,1 0 0 0 0,-1 0 1 0 0,1 0-1 0 0,-1 0 0 0 0,-1 4 0 0 0,-4 2-1 0 0,1 0-1 0 0,0 1 1 0 0,0 0 0 0 0,1 0 0 0 0,0 0-1 0 0,1 1 1 0 0,0 0 0 0 0,-5 15 0 0 0,8-20-364 0 0,1 1 0 0 0,0-1 0 0 0,1 0 0 0 0,-1 1 0 0 0,1-1 0 0 0,0 0 0 0 0,0 1 1 0 0,1-1-1 0 0,-1 0 0 0 0,1 1 0 0 0,1-1 0 0 0,-1 0 0 0 0,1 0 0 0 0,-1 0 0 0 0,1 0 0 0 0,1 0 1 0 0,-1 0-1 0 0,1-1 0 0 0,4 7 0 0 0,5 3 47 0 0,0 0 0 0 0,0-1 1 0 0,29 22-1 0 0,-31-27-30 0 0,1 0 0 0 0,-2 0 1 0 0,1 1-1 0 0,-1 1 0 0 0,-1-1 1 0 0,1 2-1 0 0,-2-1 0 0 0,1 1 1 0 0,6 13-1 0 0,-13-21-44 0 0,0 1 1 0 0,0-1-1 0 0,0 0 0 0 0,0 1 1 0 0,-1-1-1 0 0,0 0 0 0 0,1 1 1 0 0,-1-1-1 0 0,0 1 0 0 0,0-1 0 0 0,-1 1 1 0 0,1-1-1 0 0,-1 0 0 0 0,0 1 1 0 0,0-1-1 0 0,-2 5 0 0 0,0-2 21 0 0,0 0-1 0 0,0 0 1 0 0,-1-1-1 0 0,0 0 1 0 0,0 0-1 0 0,0 0 1 0 0,0 0-1 0 0,-8 5 1 0 0,1 0 19 0 0,-1-2 0 0 0,0 1 0 0 0,-1-2 0 0 0,0 0 0 0 0,0 0 0 0 0,0-1 0 0 0,-17 4 0 0 0,14-6-76 0 0,3-2-190 0 0</inkml:trace>
</inkml:ink>
</file>

<file path=ppt/ink/ink1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40:55.5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33 234 1376 0 0,'-3'-30'1399'0'0,"1"-1"-1"0"0,1-31 0 0 0,-2-38 7650 0 0,0 90-5116 0 0,-1 20-2060 0 0,-2 18-1058 0 0,-1 51-246 0 0,3 0 1 0 0,9 107-1 0 0,32 159-207 0 0,-20-206 53 0 0,-7-77-251 0 0,18 60-1 0 0,-14-70-243 0 0,-3 1-1 0 0,5 56 0 0 0,-14-81-2094 0 0</inkml:trace>
</inkml:ink>
</file>

<file path=ppt/ink/ink1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40:56.0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93 141 7834 0 0,'-12'0'833'0'0,"0"-1"0"0"0,1-1 1 0 0,-1 0-1 0 0,0-1 0 0 0,-21-8 0 0 0,49 10 3176 0 0,29 1-3497 0 0,45-1 925 0 0,101-14-1 0 0,-94 6-731 0 0,273-7 310 0 0,-189 11-218 0 0,-102 1-1097 0 0,-1-3 1 0 0,0-4-1 0 0,126-34 1 0 0,-192 41-4937 0 0,0 0-1776 0 0</inkml:trace>
</inkml:ink>
</file>

<file path=ppt/ink/ink1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40:56.6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60 5529 0 0,'0'0'423'0'0,"24"-13"2852"0"0,-10 6-2247 0 0,1 1-1 0 0,0 0 1 0 0,1 2-1 0 0,0-1 0 0 0,-1 2 1 0 0,22-3-1 0 0,102-1 1614 0 0,-91 6-2123 0 0,32-1-1664 0 0,-68 2 54 0 0</inkml:trace>
</inkml:ink>
</file>

<file path=ppt/ink/ink1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40:57.0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4609 0 0,'0'0'132'0'0,"0"0"0"0"0,1 0 0 0 0,-1 0 0 0 0,0 0 0 0 0,0 0 1 0 0,0 0-1 0 0,0 0 0 0 0,0 0 0 0 0,1 0 0 0 0,-1-1 0 0 0,0 1 0 0 0,0 0 0 0 0,0 0 0 0 0,0 0 0 0 0,0 0 0 0 0,1 0 0 0 0,-1 0 1 0 0,0 0-1 0 0,0 0 0 0 0,0 0 0 0 0,0 0 0 0 0,0 0 0 0 0,1 0 0 0 0,-1 1 0 0 0,0-1 0 0 0,0 0 0 0 0,0 0 0 0 0,0 0 1 0 0,0 0-1 0 0,1 0 0 0 0,-1 0 0 0 0,0 0 0 0 0,0 0 0 0 0,0 0 0 0 0,0 0 0 0 0,0 0 0 0 0,0 1 0 0 0,0-1 0 0 0,0 0 0 0 0,1 0 1 0 0,-1 0-1 0 0,0 0 0 0 0,0 0 0 0 0,0 1 0 0 0,0-1 0 0 0,0 0 0 0 0,0 0 0 0 0,5 13 1652 0 0,1 16 89 0 0,15 187 3734 0 0,-8-76-4566 0 0,-1-35-863 0 0,9 105 474 0 0,-18-159-521 0 0,-3 1 0 0 0,-7 55 0 0 0,5-88-178 0 0,0-6-95 0 0,0-1 1 0 0,1 0 0 0 0,0 1-1 0 0,1-1 1 0 0,0 1 0 0 0,1-1 0 0 0,5 25-1 0 0,-3-32-1660 0 0</inkml:trace>
</inkml:ink>
</file>

<file path=ppt/ink/ink1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40:57.7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87 1 5065 0 0,'-23'16'984'0'0,"20"-14"-861"0"0,0-1 0 0 0,0 1 0 0 0,0 0 0 0 0,0 0-1 0 0,1 1 1 0 0,-1-1 0 0 0,1 0 0 0 0,-4 4 0 0 0,1 1 385 0 0,1 0-1 0 0,0 0 1 0 0,0 1 0 0 0,0 0-1 0 0,1-1 1 0 0,0 1 0 0 0,0 0-1 0 0,-2 17 1 0 0,5-24-430 0 0,0-1-1 0 0,1 1 1 0 0,-1 0 0 0 0,1-1 0 0 0,-1 1 0 0 0,1 0 0 0 0,-1-1-1 0 0,1 1 1 0 0,0-1 0 0 0,-1 1 0 0 0,1 0 0 0 0,0-1-1 0 0,-1 0 1 0 0,1 1 0 0 0,0-1 0 0 0,-1 1 0 0 0,1-1-1 0 0,0 0 1 0 0,0 0 0 0 0,0 1 0 0 0,-1-1 0 0 0,1 0 0 0 0,0 0-1 0 0,0 0 1 0 0,0 0 0 0 0,0 0 0 0 0,-1 0 0 0 0,2 0-1 0 0,28 0 283 0 0,-29 0-297 0 0,256-29 2437 0 0,-21 0-988 0 0,-33 14-631 0 0,184-6 427 0 0,-305 23-1140 0 0,316-10 149 0 0,-371 3-377 0 0,7 0-409 0 0,-12 6-5523 0 0,-17 1-270 0 0</inkml:trace>
</inkml:ink>
</file>

<file path=ppt/ink/ink1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40:58.8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28 183 3225 0 0,'-21'4'-81'0'0,"14"6"7663"0"0,10-8-7240 0 0,9 8 379 0 0,-1-1 0 0 0,1 0 0 0 0,1-1 0 0 0,0 0 0 0 0,0-1 0 0 0,0 0 0 0 0,20 6 0 0 0,-32-13-641 0 0,0 0 0 0 0,0-1 0 0 0,0 1 0 0 0,0 0 0 0 0,0-1 0 0 0,0 1 0 0 0,-1-1 0 0 0,1 1 0 0 0,0-1 0 0 0,0 1 0 0 0,-1-1 0 0 0,1 1 0 0 0,0-1 0 0 0,-1 0 0 0 0,1 1 0 0 0,-1-1 0 0 0,1 0 1 0 0,0 0-1 0 0,-1 0 0 0 0,0 1 0 0 0,1-1 0 0 0,-1 0 0 0 0,1 0 0 0 0,-1 0 0 0 0,0 0 0 0 0,0 0 0 0 0,0 0 0 0 0,1 0 0 0 0,-1-1 0 0 0,7-36-5 0 0,-6 31 89 0 0,7-42 167 0 0,27-82 0 0 0,-35 130-327 0 0,0 1 0 0 0,0-1 0 0 0,0 0 0 0 0,1 0 0 0 0,-1 1 0 0 0,0-1 0 0 0,0 1 0 0 0,1-1 0 0 0,-1 0 0 0 0,0 1 0 0 0,1-1 0 0 0,-1 1 0 0 0,1-1 0 0 0,-1 0 0 0 0,0 1 0 0 0,1-1 0 0 0,-1 1 0 0 0,1 0 0 0 0,0-1 0 0 0,-1 1 0 0 0,1-1 0 0 0,-1 1 1 0 0,1 0-1 0 0,0-1 0 0 0,-1 1 0 0 0,1 0 0 0 0,0 0 0 0 0,0-1 0 0 0,0 2 4 0 0,1-1-1 0 0,-1 0 1 0 0,0 1 0 0 0,0-1 0 0 0,0 1-1 0 0,0-1 1 0 0,0 1 0 0 0,0 0 0 0 0,0-1 0 0 0,-1 1-1 0 0,1 0 1 0 0,0 0 0 0 0,0 0 0 0 0,0 0-1 0 0,0 1 1 0 0,25 44 235 0 0,-23-42-203 0 0,6 15 95 0 0,7 14 63 0 0,26 39 0 0 0,-37-64-185 0 0,1 0 0 0 0,0-1 0 0 0,0 0 0 0 0,0 0 0 0 0,1 0 0 0 0,0-1 0 0 0,0 0 0 0 0,0 0-1 0 0,1-1 1 0 0,12 7 0 0 0,-19-12-9 0 0,-1 0 1 0 0,1 1-1 0 0,0-1 0 0 0,0 0 0 0 0,0 0 1 0 0,0 1-1 0 0,-1-1 0 0 0,1 0 0 0 0,0 0 1 0 0,0 0-1 0 0,0 0 0 0 0,0 0 0 0 0,0 0 1 0 0,-1 0-1 0 0,1-1 0 0 0,0 1 0 0 0,0 0 1 0 0,0 0-1 0 0,0-1 0 0 0,-1 1 0 0 0,1 0 1 0 0,0-1-1 0 0,0 1 0 0 0,-1-1 0 0 0,2 0 1 0 0,0-1 4 0 0,0 0 1 0 0,-1 0-1 0 0,1 0 1 0 0,-1 0-1 0 0,1 0 0 0 0,-1-1 1 0 0,0 1-1 0 0,2-4 1 0 0,11-47 152 0 0,-10 26-151 0 0,0-3-10 0 0,2 1 0 0 0,0 1 0 0 0,12-31 1 0 0,-17 58 3 0 0,-1 0 1 0 0,0-1 0 0 0,1 1 0 0 0,-1 0 0 0 0,0 0 0 0 0,1 0 0 0 0,-1 0 0 0 0,1 0-1 0 0,0 0 1 0 0,-1 0 0 0 0,1 0 0 0 0,0 0 0 0 0,0 0 0 0 0,-1 1 0 0 0,1-1 0 0 0,0 0-1 0 0,0 0 1 0 0,0 1 0 0 0,0-1 0 0 0,0 0 0 0 0,0 1 0 0 0,0-1 0 0 0,2 0-1 0 0,-2 2 0 0 0,0-1 0 0 0,0 0-1 0 0,0 1 1 0 0,0-1-1 0 0,0 0 1 0 0,0 1 0 0 0,0 0-1 0 0,0-1 1 0 0,0 1-1 0 0,0-1 1 0 0,-1 1 0 0 0,1 0-1 0 0,0 0 1 0 0,0-1 0 0 0,-1 1-1 0 0,1 0 1 0 0,0 0-1 0 0,-1 0 1 0 0,2 2 0 0 0,4 8 44 0 0,-1 1 1 0 0,0-1 0 0 0,4 15 0 0 0,-6-18 15 0 0,5 18-7 0 0,2 0-1 0 0,1 0 1 0 0,0-1-1 0 0,2 0 1 0 0,1-1-1 0 0,1 0 1 0 0,21 24-1 0 0,-36-47-57 0 0,1-1-1 0 0,-1 1 1 0 0,1 0-1 0 0,0-1 1 0 0,-1 1-1 0 0,1 0 1 0 0,-1-1-1 0 0,1 1 1 0 0,0-1 0 0 0,-1 1-1 0 0,1-1 1 0 0,0 1-1 0 0,0-1 1 0 0,-1 0-1 0 0,1 1 1 0 0,0-1-1 0 0,0 0 1 0 0,0 0-1 0 0,-1 1 1 0 0,1-1-1 0 0,0 0 1 0 0,0 0-1 0 0,0 0 1 0 0,0 0 0 0 0,-1 0-1 0 0,3 0 1 0 0,-2-1 2 0 0,0 0 0 0 0,0 0 0 0 0,0 1 0 0 0,0-1 0 0 0,-1 0 0 0 0,1 0 0 0 0,0 0 0 0 0,0 0 1 0 0,-1 0-1 0 0,1 0 0 0 0,-1 0 0 0 0,1 0 0 0 0,-1 0 0 0 0,1-1 0 0 0,-1 1 0 0 0,1-2 0 0 0,1-8-3 0 0,0 0-1 0 0,0 0 0 0 0,-1-13 0 0 0,0 20-24 0 0,0-19 48 0 0,8-77-46 0 0,-7 88-29 0 0,0-1 0 0 0,1 1 0 0 0,0 0 1 0 0,1 0-1 0 0,10-19 0 0 0,-14 30 53 0 0,0 0 0 0 0,1 0 1 0 0,-1 1-1 0 0,0-1 0 0 0,1 0 0 0 0,-1 0 1 0 0,1 1-1 0 0,-1-1 0 0 0,1 0 1 0 0,-1 1-1 0 0,1-1 0 0 0,0 1 0 0 0,-1-1 1 0 0,1 1-1 0 0,0-1 0 0 0,0 1 1 0 0,-1-1-1 0 0,1 1 0 0 0,0-1 0 0 0,0 1 1 0 0,-1 0-1 0 0,1 0 0 0 0,0-1 1 0 0,0 1-1 0 0,0 0 0 0 0,0 0 0 0 0,1 0 1 0 0,-1 0 1 0 0,1 1 1 0 0,-1-1 0 0 0,0 1-1 0 0,1 0 1 0 0,-1 0 0 0 0,0-1 0 0 0,1 1-1 0 0,-1 0 1 0 0,0 0 0 0 0,0 0-1 0 0,0 0 1 0 0,0 0 0 0 0,0 0-1 0 0,1 2 1 0 0,5 8 19 0 0,0 0-1 0 0,-1 0 1 0 0,5 12-1 0 0,-6-14-15 0 0,19 42-252 0 0,1 0-1970 0 0,45 71-1 0 0,-62-113-4387 0 0</inkml:trace>
</inkml:ink>
</file>

<file path=ppt/ink/ink1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40:59.1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 22 456 0 0,'0'0'268'0'0,"-1"0"0"0"0,1 0 0 0 0,-1 1 0 0 0,1-1 1 0 0,0 0-1 0 0,-1 1 0 0 0,1-1 0 0 0,0 0 0 0 0,0 1 0 0 0,-1-1 0 0 0,1 0 0 0 0,0 1 0 0 0,0-1 0 0 0,0 1 0 0 0,-1-1 0 0 0,1 0 1 0 0,0 1-1 0 0,0-1 0 0 0,0 1 0 0 0,0-1 0 0 0,0 1 0 0 0,0-1 0 0 0,0 0 0 0 0,0 1 0 0 0,0-1 0 0 0,0 1 0 0 0,0-1 0 0 0,0 1 1 0 0,0-1-1 0 0,0 1 0 0 0,0-1 0 0 0,0 0 0 0 0,1 1 0 0 0,-1-1 0 0 0,0 1 0 0 0,0-1 0 0 0,0 0 0 0 0,1 1 0 0 0,20 8 2792 0 0,29-3-1220 0 0,85-7 1548 0 0,57 4-976 0 0,-189-2-2384 0 0,462 25 1166 0 0,-411-30-1171 0 0,1-2 0 0 0,-1-2-1 0 0,63-20 1 0 0,-8 3-6 0 0,-97 23-118 0 0,-1-1-1 0 0,1 1 1 0 0,-1 1-1 0 0,1 0 1 0 0,0 1 0 0 0,-1 0-1 0 0,21 3 1 0 0,-27-1-616 0 0</inkml:trace>
</inkml:ink>
</file>

<file path=ppt/ink/ink1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41:00.4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0 269 7370 0 0,'6'-8'433'0'0,"-1"0"1"0"0,0-1-1 0 0,-1 0 1 0 0,0 0 0 0 0,0 0-1 0 0,-1 0 1 0 0,0-1-1 0 0,2-14 1 0 0,-3 16-225 0 0,-1 6-169 0 0,35-162 2890 0 0,-36 200 340 0 0,18 72-2379 0 0,-15-91-800 0 0,2 1 0 0 0,0 0 0 0 0,1-1 0 0 0,1 0 0 0 0,0-1 0 0 0,1 1-1 0 0,1-1 1 0 0,1-1 0 0 0,0 0 0 0 0,19 21 0 0 0,-28-35-84 0 0,-1 0 0 0 0,1 0-1 0 0,0 0 1 0 0,0 0 0 0 0,0 0-1 0 0,1 0 1 0 0,-1 0 0 0 0,0-1-1 0 0,0 1 1 0 0,0 0 0 0 0,1-1-1 0 0,-1 1 1 0 0,0-1 0 0 0,0 1 0 0 0,1-1-1 0 0,-1 0 1 0 0,0 1 0 0 0,1-1-1 0 0,-1 0 1 0 0,1 0 0 0 0,-1 0-1 0 0,0 0 1 0 0,1 0 0 0 0,2-1-1 0 0,-2 0 7 0 0,-1 0 0 0 0,1 0 0 0 0,0 0-1 0 0,0-1 1 0 0,0 1 0 0 0,-1 0 0 0 0,1-1-1 0 0,-1 1 1 0 0,1-1 0 0 0,-1 0 0 0 0,0 1-1 0 0,0-1 1 0 0,1 0 0 0 0,0-2-1 0 0,3-7 69 0 0,-1 0-1 0 0,1 0 1 0 0,-2-1-1 0 0,4-16 0 0 0,7-63 217 0 0,-10 53-541 0 0,15-57-1 0 0,-19 94 263 0 0,0 1-1 0 0,0-1 1 0 0,0 0-1 0 0,1 1 0 0 0,-1-1 1 0 0,0 0-1 0 0,0 0 0 0 0,1 1 1 0 0,-1-1-1 0 0,0 1 1 0 0,1-1-1 0 0,-1 0 0 0 0,1 1 1 0 0,-1-1-1 0 0,1 1 1 0 0,-1-1-1 0 0,1 1 0 0 0,-1-1 1 0 0,1 1-1 0 0,-1-1 1 0 0,1 1-1 0 0,0 0 0 0 0,-1-1 1 0 0,1 1-1 0 0,-1 0 1 0 0,1 0-1 0 0,0-1 0 0 0,0 1 1 0 0,-1 0-1 0 0,1 0 1 0 0,1 0-1 0 0,0 0 26 0 0,0 1-1 0 0,0-1 1 0 0,-1 1-1 0 0,1 0 1 0 0,0-1-1 0 0,0 1 1 0 0,0 0-1 0 0,-1 0 1 0 0,1 0-1 0 0,-1 0 1 0 0,3 3-1 0 0,5 4 46 0 0,-1 0-1 0 0,-1 1 0 0 0,8 9 1 0 0,-2 4-4 0 0,0 0 0 0 0,12 30 0 0 0,-14-29 13 0 0,0-1 0 0 0,19 28 1 0 0,-30-50-97 0 0,0 0 1 0 0,0 0-1 0 0,0 1 1 0 0,0-1-1 0 0,0 0 1 0 0,1 0 0 0 0,-1 1-1 0 0,0-1 1 0 0,0 0-1 0 0,0 0 1 0 0,0 0-1 0 0,1 0 1 0 0,-1 1-1 0 0,0-1 1 0 0,0 0 0 0 0,0 0-1 0 0,1 0 1 0 0,-1 0-1 0 0,0 0 1 0 0,0 0-1 0 0,1 0 1 0 0,-1 1-1 0 0,0-1 1 0 0,0 0-1 0 0,1 0 1 0 0,-1 0 0 0 0,0 0-1 0 0,0 0 1 0 0,1 0-1 0 0,-1 0 1 0 0,0 0-1 0 0,0 0 1 0 0,1 0-1 0 0,-1-1 1 0 0,0 1-1 0 0,0 0 1 0 0,0 0 0 0 0,1 0-1 0 0,-1 0 1 0 0,0 0-1 0 0,0 0 1 0 0,1 0-1 0 0,-1-1 1 0 0,0 1-1 0 0,0 0 1 0 0,0 0 0 0 0,1-1-1 0 0,7-15 12 0 0,1-23-23 0 0,-9 38 13 0 0,7-46-21 0 0,-5 30-26 0 0,0 1 1 0 0,1-1 0 0 0,0 0 0 0 0,2 1 0 0 0,0 0 0 0 0,10-23 0 0 0,-14 39 39 0 0,-1 0 0 0 0,0 0 0 0 0,0-1 0 0 0,1 1 0 0 0,-1 0 0 0 0,0 0 0 0 0,0-1 0 0 0,1 1 0 0 0,-1 0 1 0 0,0 0-1 0 0,0 0 0 0 0,1 0 0 0 0,-1-1 0 0 0,0 1 0 0 0,1 0 0 0 0,-1 0 0 0 0,0 0 0 0 0,1 0 0 0 0,-1 0 0 0 0,0 0 0 0 0,1 0 1 0 0,-1 0-1 0 0,0 0 0 0 0,1 0 0 0 0,-1 0 0 0 0,0 0 0 0 0,1 0 0 0 0,-1 0 0 0 0,0 0 0 0 0,1 0 0 0 0,-1 1 0 0 0,0-1 1 0 0,1 0-1 0 0,-1 0 0 0 0,0 0 0 0 0,1 0 0 0 0,-1 1 0 0 0,0-1 0 0 0,0 0 0 0 0,1 0 0 0 0,-1 1 0 0 0,0-1 0 0 0,0 0 0 0 0,0 0 1 0 0,1 1-1 0 0,-1-1 0 0 0,0 0 0 0 0,0 1 0 0 0,0-1 0 0 0,0 0 0 0 0,0 1 0 0 0,1-1 0 0 0,-1 0 0 0 0,0 1 0 0 0,0-1 0 0 0,0 1 1 0 0,12 24 144 0 0,-10-19-82 0 0,11 20 84 0 0,1 0 1 0 0,2-1-1 0 0,25 32 1 0 0,-31-45-753 0 0,1 0-1 0 0,0 0 1 0 0,1-1 0 0 0,19 13-1 0 0,-21-17-1674 0 0,-2-4-4083 0 0</inkml:trace>
</inkml:ink>
</file>

<file path=ppt/ink/ink1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41:00.7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 0 1824 0 0,'-17'3'-518'0'0,"17"-3"793"0"0,-1 0 0 0 0,0 1 0 0 0,0-1 1 0 0,0 0-1 0 0,1 1 0 0 0,-1-1 0 0 0,0 0 0 0 0,0 1 1 0 0,1-1-1 0 0,-1 1 0 0 0,1-1 0 0 0,-1 1 1 0 0,0 0-1 0 0,1-1 0 0 0,-1 1 0 0 0,1-1 0 0 0,-1 1 1 0 0,0 1-1 0 0,1-2-81 0 0,0 0 0 0 0,0 1-1 0 0,0-1 1 0 0,0 1 0 0 0,0-1 0 0 0,0 0 0 0 0,0 1 0 0 0,0-1 0 0 0,0 1-1 0 0,0-1 1 0 0,0 0 0 0 0,0 1 0 0 0,0-1 0 0 0,1 0 0 0 0,-1 1-1 0 0,0-1 1 0 0,0 1 0 0 0,0-1 0 0 0,0 0 0 0 0,1 0 0 0 0,-1 1 0 0 0,0-1-1 0 0,0 0 1 0 0,1 1 0 0 0,-1-1 0 0 0,0 0 0 0 0,1 1 0 0 0,19 7 1905 0 0,11-3-949 0 0,1-1 1 0 0,0-2-1 0 0,36-1 1 0 0,97-14 1287 0 0,12 0-1242 0 0,77 25-843 0 0,-170-5-152 0 0,-1-3-1 0 0,122-11 1 0 0,-197 7-579 0 0,15 0 836 0 0,-16-2-7398 0 0</inkml:trace>
</inkml:ink>
</file>

<file path=ppt/ink/ink1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41:01.3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 1 2304 0 0,'-1'1'12687'0'0,"-8"9"-12295"0"0,8-9-246 0 0,0 1-1 0 0,0-1 1 0 0,0 1-1 0 0,0 0 1 0 0,0 0-1 0 0,1-1 1 0 0,-1 1-1 0 0,1 0 1 0 0,-1 0-1 0 0,1 0 1 0 0,0 0-1 0 0,0 0 1 0 0,0 0-1 0 0,0 0 1 0 0,0-1-1 0 0,0 1 1 0 0,1 4-1 0 0,10 33 955 0 0,-7-29-797 0 0,8 36 441 0 0,-3 1-1 0 0,8 88 1 0 0,-16-120-623 0 0,16 292 401 0 0,6 45 266 0 0,-2-39-146 0 0,-17-207-461 0 0,-1 301 854 0 0,0 151-183 0 0,4-63 189 0 0,-4-205-1072 0 0,-2-287-55 0 0,-1-1-1 0 0,0 0 1 0 0,0 0 0 0 0,0 0-1 0 0,0 1 1 0 0,0-1 0 0 0,0 0-1 0 0,-1 0 1 0 0,1 0 0 0 0,-1 0-1 0 0,1 1 1 0 0,-1-1 0 0 0,0 0-1 0 0,0 0 1 0 0,0 0 0 0 0,0 0-1 0 0,0-1 1 0 0,-2 3 0 0 0,-3-1-576 0 0</inkml:trace>
</inkml:ink>
</file>

<file path=ppt/ink/ink1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41:02.1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 0 2304 0 0,'-2'1'118'0'0,"1"0"-1"0"0,0 0 0 0 0,0 0 1 0 0,-1-1-1 0 0,1 1 0 0 0,0 0 1 0 0,0 1-1 0 0,0-1 0 0 0,0 0 0 0 0,0 0 1 0 0,0 0-1 0 0,0 1 0 0 0,1-1 1 0 0,-1 0-1 0 0,0 1 0 0 0,1-1 0 0 0,-1 1 1 0 0,1-1-1 0 0,0 1 0 0 0,-1-1 1 0 0,1 1-1 0 0,0-1 0 0 0,0 1 1 0 0,0-1-1 0 0,0 1 0 0 0,0 1 0 0 0,-3 48 3565 0 0,3-50-3541 0 0,3 57 2820 0 0,11 66 1 0 0,1 12-4356 0 0,-15-119-3132 0 0,-1-10 502 0 0</inkml:trace>
</inkml:ink>
</file>

<file path=ppt/ink/ink1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41:02.8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0 104 656 0 0,'28'-18'5689'0'0,"26"1"-2904"0"0,-42 13-1970 0 0,19-3 230 0 0,-1 1 0 0 0,0 1 0 0 0,1 2 0 0 0,34 0 1 0 0,127 10 728 0 0,-152-5-1489 0 0,295 39 771 0 0,-31-2-805 0 0,-171-33 139 0 0,216-19 0 0 0,-146-1 1076 0 0,357 21 0 0 0,-226 35-1269 0 0,119 6 26 0 0,546-61 725 0 0,-779 12-402 0 0,291 37 0 0 0,-435-30-377 0 0,1-4-1 0 0,0-3 0 0 0,0-3 0 0 0,92-17 1 0 0,227-37 1059 0 0,-356 52-1174 0 0,0-1-1 0 0,42-14 1 0 0,-68 17-41 0 0,1-1 1 0 0,-1-1-1 0 0,0 0 1 0 0,-1-1-1 0 0,0-1 0 0 0,0 0 1 0 0,0 0-1 0 0,20-19 0 0 0,-33 27-26 0 0,1-1 0 0 0,0 1-1 0 0,-1-1 1 0 0,1 1 0 0 0,-1-1-1 0 0,1 1 1 0 0,-1-1 0 0 0,1 1-1 0 0,-1-1 1 0 0,1 0-1 0 0,-1 1 1 0 0,1-1 0 0 0,-1 0-1 0 0,0 0 1 0 0,1 1 0 0 0,-1-1-1 0 0,0 0 1 0 0,0 1-1 0 0,0-1 1 0 0,0 0 0 0 0,0 0-1 0 0,1 0 1 0 0,-1 1 0 0 0,0-1-1 0 0,-1 0 1 0 0,1 0 0 0 0,0 1-1 0 0,0-1 1 0 0,0 0-1 0 0,-1-1 1 0 0,-7-5-1871 0 0,-6 1-4583 0 0,2 3-1410 0 0</inkml:trace>
</inkml:ink>
</file>

<file path=ppt/ink/ink1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41:03.9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 69 5065 0 0,'-24'-17'5603'0'0,"36"27"-3550"0"0,19 20-1013 0 0,-1 1 0 0 0,51 69 0 0 0,-23-26-736 0 0,-52-67-276 0 0,79 88 190 0 0,-75-85-177 0 0,2 0 0 0 0,-1-1 0 0 0,1 0 0 0 0,0 0 0 0 0,1-2 0 0 0,19 10 0 0 0,-14-14 20 0 0,-17-3-44 0 0,-1 0 0 0 0,1-1 1 0 0,-1 1-1 0 0,0 0 1 0 0,1 0-1 0 0,-1 0 0 0 0,0-1 1 0 0,1 1-1 0 0,-1 0 0 0 0,0-1 1 0 0,1 1-1 0 0,-1 0 1 0 0,0-1-1 0 0,0 1 0 0 0,0 0 1 0 0,1-1-1 0 0,-1 1 1 0 0,0-1-1 0 0,0 1 0 0 0,0 0 1 0 0,0-1-1 0 0,0 1 0 0 0,1-1 1 0 0,-1 1-1 0 0,0 0 1 0 0,0-1-1 0 0,-8-35 1252 0 0,4 23-958 0 0,-22-78 1486 0 0,-13-54-1174 0 0,35 126-888 0 0,1-1 0 0 0,1 0 0 0 0,0 0 0 0 0,2 1 1 0 0,2-28-1 0 0,5 23-1794 0 0,-6 23 1853 0 0,-1 0 0 0 0,0 1 0 0 0,1-1 1 0 0,-1 1-1 0 0,0-1 0 0 0,1 1 0 0 0,-1-1 1 0 0,1 1-1 0 0,-1-1 0 0 0,1 1 0 0 0,-1-1 1 0 0,1 1-1 0 0,-1 0 0 0 0,1-1 0 0 0,-1 1 1 0 0,1 0-1 0 0,-1-1 0 0 0,1 1 0 0 0,0 0 1 0 0,-1 0-1 0 0,1 0 0 0 0,0-1 1 0 0,-1 1-1 0 0,1 0 0 0 0,0 0 0 0 0,-1 0 1 0 0,1 0-1 0 0,-1 0 0 0 0,1 0 0 0 0,0 0 1 0 0,-1 1-1 0 0,1-1 0 0 0,0 0 0 0 0,-1 0 1 0 0,2 1-1 0 0,2 1-2057 0 0</inkml:trace>
</inkml:ink>
</file>

<file path=ppt/ink/ink1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41:04.3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 0 6913 0 0,'-4'17'582'0'0,"2"1"-1"0"0,0-1 1 0 0,1 0-1 0 0,0 1 1 0 0,2-1-1 0 0,4 31 0 0 0,-2-12 764 0 0,2 7 194 0 0,16 68 1 0 0,-8-51-1280 0 0,-11-30-1576 0 0,-3-26-3833 0 0</inkml:trace>
</inkml:ink>
</file>

<file path=ppt/ink/ink1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41:04.6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 0 3225 0 0,'0'0'187'0'0,"0"1"0"0"0,-1-1 0 0 0,1 0 1 0 0,-1 0-1 0 0,1 0 0 0 0,0 1 1 0 0,-1-1-1 0 0,1 0 0 0 0,0 0 0 0 0,0 1 1 0 0,-1-1-1 0 0,1 0 0 0 0,0 1 0 0 0,-1-1 1 0 0,1 0-1 0 0,0 1 0 0 0,0-1 0 0 0,0 0 1 0 0,-1 1-1 0 0,1-1 0 0 0,0 0 0 0 0,0 1 1 0 0,0-1-1 0 0,0 0 0 0 0,0 1 0 0 0,0-1 1 0 0,0 1-1 0 0,0-1 0 0 0,0 0 1 0 0,0 2-1 0 0,9 11 2372 0 0,28 15-1741 0 0,-17-14 770 0 0,3 8 93 0 0,25 31 0 0 0,-32-34-1409 0 0,0-1 1 0 0,1-1 0 0 0,29 23 0 0 0,-44-38-355 0 0,0 0 0 0 0,1-1 1 0 0,-1 1-1 0 0,0 0 0 0 0,0-1 0 0 0,1 0 1 0 0,-1 0-1 0 0,1 0 0 0 0,-1 0 0 0 0,1 0 1 0 0,0 0-1 0 0,-1 0 0 0 0,1-1 0 0 0,0 0 1 0 0,-1 1-1 0 0,1-1 0 0 0,0 0 0 0 0,0 0 1 0 0,4-1-1 0 0,-3-1-872 0 0</inkml:trace>
  <inkml:trace contextRef="#ctx0" brushRef="#br0" timeOffset="1">114 238 10594 0 0,'0'-1'-19'0'0,"-1"1"-1"0"0,1-1 0 0 0,-1 0 0 0 0,1 0 1 0 0,0 1-1 0 0,-1-1 0 0 0,1 0 1 0 0,0 0-1 0 0,0 0 0 0 0,0 0 1 0 0,-1 1-1 0 0,1-1 0 0 0,0 0 1 0 0,0 0-1 0 0,0 0 0 0 0,0 0 1 0 0,1 1-1 0 0,-1-1 0 0 0,0 0 0 0 0,0 0 1 0 0,0 0-1 0 0,1 0 0 0 0,-1 1 1 0 0,0-1-1 0 0,1 0 0 0 0,-1 0 1 0 0,1 1-1 0 0,-1-1 0 0 0,1 0 1 0 0,0 0-1 0 0,17-23 728 0 0,56-17-2 0 0,-60 31-638 0 0</inkml:trace>
</inkml:ink>
</file>

<file path=ppt/ink/ink1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41:05.5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5985 0 0,'8'10'6249'0'0,"2"3"-5260"0"0,4 25 545 0 0,12 51 0 0 0,1 4-589 0 0,81 224-1625 0 0,-103-303-5258 0 0</inkml:trace>
</inkml:ink>
</file>

<file path=ppt/ink/ink1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41:06.1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63 166 1376 0 0,'-6'-1'181'0'0,"1"-1"-1"0"0,-1 1 1 0 0,1-1 0 0 0,-1-1-1 0 0,-6-3 1 0 0,11 5 139 0 0,-1 0 0 0 0,0 0 0 0 0,1-1 0 0 0,-1 1 0 0 0,1 0 0 0 0,-1-1 0 0 0,1 0-1 0 0,0 1 1 0 0,-1-1 0 0 0,1 0 0 0 0,0 0 0 0 0,0 0 0 0 0,0 1 0 0 0,1-1 0 0 0,-1 0 0 0 0,0 0 0 0 0,1 0 0 0 0,-1-3 0 0 0,1 4-164 0 0,0 0 1 0 0,0 0-1 0 0,0 0 0 0 0,1 0 1 0 0,-1-1-1 0 0,0 1 0 0 0,1 0 0 0 0,-1 0 1 0 0,1 0-1 0 0,-1 0 0 0 0,1 0 1 0 0,0 1-1 0 0,-1-1 0 0 0,1 0 0 0 0,0 0 1 0 0,-1 0-1 0 0,1 0 0 0 0,0 1 1 0 0,0-1-1 0 0,2-1 0 0 0,22-14 283 0 0,-20 13-224 0 0,10-6-31 0 0,9-6 176 0 0,0 1-1 0 0,28-11 1 0 0,-47 23-248 0 0,1-1 1 0 0,0 1 0 0 0,0 1-1 0 0,0-1 1 0 0,0 1-1 0 0,0 0 1 0 0,0 0 0 0 0,0 0-1 0 0,0 1 1 0 0,1 0-1 0 0,-1 0 1 0 0,0 1 0 0 0,0 0-1 0 0,0 0 1 0 0,9 3-1 0 0,-13-3-82 0 0,1 0 1 0 0,0 0-1 0 0,0 0 0 0 0,0 1 0 0 0,-1-1 0 0 0,1 1 0 0 0,-1 0 1 0 0,1 0-1 0 0,-1 0 0 0 0,0 0 0 0 0,0 0 0 0 0,0 1 0 0 0,0-1 0 0 0,0 0 1 0 0,0 1-1 0 0,0 0 0 0 0,0 2 0 0 0,-1-2-30 0 0,0 0 0 0 0,-1-1-1 0 0,1 1 1 0 0,-1 0 0 0 0,0-1 0 0 0,1 1-1 0 0,-2 0 1 0 0,1 0 0 0 0,0 0-1 0 0,0-1 1 0 0,-1 1 0 0 0,0 0 0 0 0,1-1-1 0 0,-1 1 1 0 0,-2 3 0 0 0,-2 4-30 0 0,-1 0 0 0 0,0 0 0 0 0,-1-1 1 0 0,0 0-1 0 0,0 0 0 0 0,-1 0 0 0 0,-13 11 0 0 0,-33 24 54 0 0,-28 28 1146 0 0,82-72-1159 0 0,0 0 0 0 0,0 0-1 0 0,0 0 1 0 0,0 0 0 0 0,0 0 0 0 0,0 0-1 0 0,0 1 1 0 0,0-1 0 0 0,0 0 0 0 0,0 0 0 0 0,0 0-1 0 0,0 0 1 0 0,0 0 0 0 0,0 0 0 0 0,0 0 0 0 0,0 0-1 0 0,0 0 1 0 0,0 1 0 0 0,0-1 0 0 0,0 0 0 0 0,0 0-1 0 0,0 0 1 0 0,0 0 0 0 0,0 0 0 0 0,0 0-1 0 0,0 0 1 0 0,0 0 0 0 0,0 0 0 0 0,0 0 0 0 0,0 1-1 0 0,0-1 1 0 0,0 0 0 0 0,0 0 0 0 0,0 0 0 0 0,0 0-1 0 0,0 0 1 0 0,0 0 0 0 0,0 0 0 0 0,0 0 0 0 0,1 0-1 0 0,-1 0 1 0 0,0 0 0 0 0,0 0 0 0 0,0 0-1 0 0,0 0 1 0 0,0 0 0 0 0,0 0 0 0 0,0 0 0 0 0,0 0-1 0 0,0 0 1 0 0,1 0 0 0 0,-1 0 0 0 0,0 0 0 0 0,0 0-1 0 0,0 0 1 0 0,0 0 0 0 0,0 0 0 0 0,0 0 0 0 0,0 0-1 0 0,0 0 1 0 0,0 0 0 0 0,1 0 0 0 0,-1 0-1 0 0,0 0 1 0 0,0 0 0 0 0,14 0 155 0 0,21-3-261 0 0,-30 2 211 0 0,181-12 427 0 0,-91 8-2188 0 0,-85 5-4391 0 0</inkml:trace>
</inkml:ink>
</file>

<file path=ppt/ink/ink1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41:06.5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10 2761 0 0,'1'-1'71'0'0,"-1"1"1"0"0,0-1 0 0 0,1 0 0 0 0,-1 1 0 0 0,1-1 0 0 0,-1 1-1 0 0,0-1 1 0 0,1 1 0 0 0,0-1 0 0 0,-1 1 0 0 0,1-1-1 0 0,-1 1 1 0 0,1-1 0 0 0,-1 1 0 0 0,1 0 0 0 0,0-1 0 0 0,-1 1-1 0 0,1 0 1 0 0,0 0 0 0 0,0 0 0 0 0,-1-1 0 0 0,1 1 0 0 0,0 0-1 0 0,-1 0 1 0 0,1 0 0 0 0,0 0 0 0 0,0 0 0 0 0,-1 0-1 0 0,1 0 1 0 0,0 0 0 0 0,-1 1 0 0 0,1-1 0 0 0,0 0 0 0 0,0 1-1 0 0,9 21 4048 0 0,-7-12-3646 0 0,7 20 2003 0 0,19 38 0 0 0,20 26-1390 0 0,-9-18-1843 0 0,-35-67 109 0 0</inkml:trace>
</inkml:ink>
</file>

<file path=ppt/ink/ink1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41:07.0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87 3225 0 0,'1'-3'-92'0'0,"0"-1"0"0"0,0 1 0 0 0,0 0 0 0 0,1-1 0 0 0,-1 1 0 0 0,1 0 0 0 0,0 0 0 0 0,0 0 0 0 0,0 1 0 0 0,4-5 0 0 0,-2 2 538 0 0,1 1-1 0 0,1 0 1 0 0,-1-1 0 0 0,0 1 0 0 0,9-4 0 0 0,-9 5 21 0 0,0 1 0 0 0,-1 0 0 0 0,1-1 0 0 0,0 2 0 0 0,1-1 0 0 0,-1 0 0 0 0,0 1 0 0 0,0 0 0 0 0,1 1 0 0 0,-1-1 0 0 0,0 1 0 0 0,1 0 0 0 0,-1 0 0 0 0,0 0 0 0 0,9 2 0 0 0,-12-1-451 0 0,0 0 1 0 0,-1-1-1 0 0,1 1 1 0 0,0 0-1 0 0,0 0 1 0 0,-1 0-1 0 0,1 0 0 0 0,-1 0 1 0 0,1 0-1 0 0,-1 0 1 0 0,1 1-1 0 0,-1-1 1 0 0,0 0-1 0 0,1 1 0 0 0,-1-1 1 0 0,0 1-1 0 0,0-1 1 0 0,0 1-1 0 0,0 0 1 0 0,-1 0-1 0 0,1-1 1 0 0,0 1-1 0 0,-1 0 0 0 0,1 0 1 0 0,-1 0-1 0 0,0-1 1 0 0,1 1-1 0 0,-1 0 1 0 0,0 0-1 0 0,0 0 0 0 0,0 0 1 0 0,0 0-1 0 0,-1 2 1 0 0,-1 6 60 0 0,-1 0 1 0 0,0 1 0 0 0,0-1 0 0 0,-9 17 0 0 0,2-5 657 0 0,10-21-711 0 0,0-1 0 0 0,0 1-1 0 0,-1-1 1 0 0,1 0 0 0 0,0 1 0 0 0,0-1-1 0 0,0 0 1 0 0,0 1 0 0 0,0-1 0 0 0,0 1-1 0 0,0-1 1 0 0,0 0 0 0 0,0 1 0 0 0,0-1-1 0 0,0 0 1 0 0,0 1 0 0 0,0-1 0 0 0,0 1-1 0 0,1-1 1 0 0,-1 0 0 0 0,0 1 0 0 0,0-1-1 0 0,0 0 1 0 0,1 1 0 0 0,-1-1 0 0 0,0 0-1 0 0,0 1 1 0 0,1-1 0 0 0,-1 0 0 0 0,0 0 0 0 0,0 1-1 0 0,1-1 1 0 0,-1 0 0 0 0,0 0 0 0 0,1 0-1 0 0,-1 1 1 0 0,0-1 0 0 0,1 0 0 0 0,-1 0-1 0 0,0 0 1 0 0,1 0 0 0 0,-1 0 0 0 0,1 0-1 0 0,-1 0 1 0 0,0 1 0 0 0,1-1 0 0 0,-1 0-1 0 0,1-1 1 0 0,-1 1 0 0 0,0 0 0 0 0,1 0-1 0 0,-1 0 1 0 0,0 0 0 0 0,1 0 0 0 0,-1 0-1 0 0,1 0 1 0 0,-1 0 0 0 0,0-1 0 0 0,1 1-1 0 0,-1 0 1 0 0,33-10-119 0 0,-26 7 133 0 0,-1 2-46 0 0,-1 0-1 0 0,1 0 1 0 0,-1 0-1 0 0,1 1 1 0 0,0 0-1 0 0,-1 0 1 0 0,1 0-1 0 0,0 1 1 0 0,-1 0-1 0 0,1 0 1 0 0,-1 0-1 0 0,1 1 1 0 0,-1 0-1 0 0,0 0 1 0 0,10 5-1 0 0,-13-6 36 0 0,0 0-1 0 0,0 1 0 0 0,0-1 0 0 0,-1 1 0 0 0,1-1 1 0 0,0 1-1 0 0,-1 0 0 0 0,1 0 0 0 0,-1 0 0 0 0,1 0 1 0 0,-1 0-1 0 0,0 0 0 0 0,0 0 0 0 0,0 0 0 0 0,0 0 1 0 0,0 1-1 0 0,-1-1 0 0 0,1 0 0 0 0,-1 1 0 0 0,1-1 1 0 0,-1 0-1 0 0,0 1 0 0 0,0-1 0 0 0,0 0 0 0 0,0 1 1 0 0,0-1-1 0 0,-1 0 0 0 0,1 1 0 0 0,-1-1 0 0 0,0 0 1 0 0,1 1-1 0 0,-1-1 0 0 0,0 0 0 0 0,0 0 0 0 0,0 0 1 0 0,-1 0-1 0 0,1 0 0 0 0,0 0 0 0 0,-2 2 0 0 0,-35 39 2009 0 0,33-38-2840 0 0,-2 1-5466 0 0</inkml:trace>
</inkml:ink>
</file>

<file path=ppt/ink/ink1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41:07.6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 18 11979 0 0,'-12'-13'1564'0'0,"7"8"-273"0"0,9 24 174 0 0,15 45 239 0 0,41 94 0 0 0,-37-110-2468 0 0,2-1-1 0 0,44 62 0 0 0,-60-96-5518 0 0</inkml:trace>
</inkml:ink>
</file>

<file path=ppt/ink/ink1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41:08.4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56 79 1840 0 0,'-12'-3'1254'0'0,"10"3"-904"0"0,0 0 0 0 0,-1-1 0 0 0,1 1 1 0 0,-1-1-1 0 0,1 0 0 0 0,0 1 0 0 0,-1-1 1 0 0,1 0-1 0 0,0 0 0 0 0,0-1 0 0 0,-1 1 0 0 0,1 0 1 0 0,0-1-1 0 0,0 1 0 0 0,1-1 0 0 0,-1 0 0 0 0,0 1 1 0 0,1-1-1 0 0,-3-3 0 0 0,5 4-221 0 0,-1 0-1 0 0,0 1 0 0 0,1-1 1 0 0,-1 0-1 0 0,1 0 1 0 0,-1 0-1 0 0,1 1 1 0 0,0-1-1 0 0,-1 0 1 0 0,1 1-1 0 0,0-1 0 0 0,-1 0 1 0 0,1 1-1 0 0,0-1 1 0 0,0 1-1 0 0,0-1 1 0 0,-1 1-1 0 0,1-1 1 0 0,0 1-1 0 0,2-1 0 0 0,24-11 387 0 0,-22 10-150 0 0,5-2-133 0 0,-1 0-1 0 0,1 1 1 0 0,0 0 0 0 0,0 0 0 0 0,0 1-1 0 0,0 0 1 0 0,1 1 0 0 0,12 0 0 0 0,-20 1-207 0 0,1 1-1 0 0,-1-1 1 0 0,0 1 0 0 0,0-1 0 0 0,1 1 0 0 0,-1 0 0 0 0,0 0 0 0 0,0 1 0 0 0,0-1 0 0 0,0 0 0 0 0,0 1-1 0 0,0 0 1 0 0,-1 0 0 0 0,1 0 0 0 0,0 0 0 0 0,-1 0 0 0 0,0 1 0 0 0,1-1 0 0 0,-1 1 0 0 0,0-1-1 0 0,0 1 1 0 0,-1 0 0 0 0,1 0 0 0 0,0-1 0 0 0,-1 1 0 0 0,0 0 0 0 0,0 1 0 0 0,0-1 0 0 0,1 3 0 0 0,1 5 12 0 0,-1-1 0 0 0,0 0 0 0 0,0 1 1 0 0,-1-1-1 0 0,0 20 0 0 0,-2-25-13 0 0,1-1-1 0 0,-1 1 1 0 0,0-1-1 0 0,0 0 1 0 0,0 1-1 0 0,0-1 1 0 0,-1 0 0 0 0,0 0-1 0 0,0 0 1 0 0,0 0-1 0 0,0 0 1 0 0,-1 0-1 0 0,0-1 1 0 0,1 1 0 0 0,-1-1-1 0 0,-4 4 1 0 0,6-6-5 0 0,-24 23 1372 0 0,25-24-1383 0 0,0 0 1 0 0,0 0-1 0 0,0 0 0 0 0,0 0 0 0 0,0 0 0 0 0,0 0 0 0 0,1 0 1 0 0,-1 0-1 0 0,0 0 0 0 0,0 0 0 0 0,0 0 0 0 0,0 0 0 0 0,0 0 1 0 0,0 0-1 0 0,0 0 0 0 0,0 0 0 0 0,0 0 0 0 0,0 1 0 0 0,1-1 0 0 0,-1 0 1 0 0,0 0-1 0 0,0 0 0 0 0,0 0 0 0 0,0 0 0 0 0,0 0 0 0 0,0 0 1 0 0,0 0-1 0 0,0 0 0 0 0,0 0 0 0 0,0 0 0 0 0,0 0 0 0 0,0 0 1 0 0,0 0-1 0 0,0 1 0 0 0,0-1 0 0 0,0 0 0 0 0,0 0 0 0 0,0 0 1 0 0,0 0-1 0 0,1 0 0 0 0,-1 0 0 0 0,0 0 0 0 0,0 0 0 0 0,0 0 0 0 0,0 0 1 0 0,0 1-1 0 0,-1-1 0 0 0,1 0 0 0 0,0 0 0 0 0,0 0 0 0 0,0 0 1 0 0,0 0-1 0 0,0 0 0 0 0,0 0 0 0 0,0 0 0 0 0,0 0 0 0 0,0 0 1 0 0,0 1-1 0 0,0-1 0 0 0,0 0 0 0 0,0 0 0 0 0,0 0 0 0 0,0 0 0 0 0,0 0 1 0 0,0 0-1 0 0,-1 0 0 0 0,21-7 35 0 0,-5 0-39 0 0,1 1-1 0 0,-1 0 1 0 0,1 1-1 0 0,0 1 1 0 0,0 1 0 0 0,1 0-1 0 0,23 0 1 0 0,27 7-5581 0 0,-49-2-261 0 0</inkml:trace>
</inkml:ink>
</file>

<file path=ppt/ink/ink1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41:09.6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89 26 1840 0 0,'15'-19'1853'0'0,"-12"12"-138"0"0,-11 9 645 0 0,2 1-1765 0 0,1 0 0 0 0,-1 1-1 0 0,1 0 1 0 0,0 0 0 0 0,1 0-1 0 0,-6 5 1 0 0,4-1-288 0 0,0-1-1 0 0,0 1 1 0 0,1 0 0 0 0,0 0 0 0 0,0 1 0 0 0,-6 16-1 0 0,8-19-190 0 0,1 1-1 0 0,0 0 0 0 0,0-1 0 0 0,1 1 0 0 0,-1 0 0 0 0,2 0 1 0 0,-1 0-1 0 0,1 0 0 0 0,0 0 0 0 0,0 0 0 0 0,1 0 0 0 0,0 0 1 0 0,0 0-1 0 0,0-1 0 0 0,1 1 0 0 0,0 0 0 0 0,5 10 0 0 0,-5-14-69 0 0,0 0 0 0 0,-1 0 0 0 0,1-1 0 0 0,0 1 0 0 0,0-1 0 0 0,1 1 0 0 0,-1-1 0 0 0,0 0 0 0 0,1 0 0 0 0,-1 0 0 0 0,1 0 0 0 0,0 0 0 0 0,0 0 0 0 0,0-1 0 0 0,0 1 0 0 0,0-1 0 0 0,0 0 0 0 0,0 0 0 0 0,4 1 0 0 0,-2-2 53 0 0,0 0-1 0 0,0 0 0 0 0,0 0 0 0 0,0 0 1 0 0,0-1-1 0 0,0 0 0 0 0,1 0 0 0 0,-1 0 0 0 0,-1-1 1 0 0,1 1-1 0 0,5-4 0 0 0,9-4 423 0 0,-1-2-1 0 0,0 0 1 0 0,-1-2-1 0 0,27-24 0 0 0,-31 27-608 0 0,14-14 809 0 0,-15 7-6725 0 0</inkml:trace>
</inkml:ink>
</file>

<file path=ppt/ink/ink1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41:10.8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60 5985 0 0,'1'1'184'0'0,"0"0"0"0"0,-1 0-1 0 0,1 0 1 0 0,0 0-1 0 0,0 0 1 0 0,-1 0 0 0 0,1 0-1 0 0,-1 1 1 0 0,1-1 0 0 0,-1 0-1 0 0,0 0 1 0 0,1 1-1 0 0,-1-1 1 0 0,0 0 0 0 0,0 0-1 0 0,0 3 1 0 0,8 21 1061 0 0,-5-24-1161 0 0,-1 0 0 0 0,1 0 1 0 0,0 1-1 0 0,0-2 0 0 0,-1 1 1 0 0,1 0-1 0 0,0 0 0 0 0,0-1 1 0 0,0 0-1 0 0,0 1 1 0 0,-1-1-1 0 0,1 0 0 0 0,0-1 1 0 0,0 1-1 0 0,0 0 0 0 0,0-1 1 0 0,0 1-1 0 0,-1-1 1 0 0,1 0-1 0 0,5-3 0 0 0,0 1 191 0 0,0 0-1 0 0,0-1 1 0 0,-1 0 0 0 0,1-1-1 0 0,11-9 1 0 0,-17 12-275 0 0,-1 0 0 0 0,1 0 0 0 0,-1 0 0 0 0,0 0 0 0 0,0 0 0 0 0,0-1 0 0 0,0 1 0 0 0,0 0 0 0 0,-1-1 0 0 0,1 1 0 0 0,-1-1 0 0 0,1 1 0 0 0,-1 0 0 0 0,0-1 0 0 0,0 1 0 0 0,0-1 0 0 0,0 1 0 0 0,0-1 0 0 0,-1 1 0 0 0,-1-5 0 0 0,2 6 0 0 0,0 0 0 0 0,0 0 0 0 0,0 0 0 0 0,0 0 0 0 0,-1 0 0 0 0,1 0 0 0 0,0 0 0 0 0,-1 0 0 0 0,1 0 0 0 0,-1 1 0 0 0,1-1 0 0 0,-1 0 0 0 0,0 0 0 0 0,1 0 0 0 0,-1 0 0 0 0,0 1 0 0 0,1-1 0 0 0,-1 0 0 0 0,0 1 0 0 0,0-1 0 0 0,0 1 0 0 0,1-1 0 0 0,-1 1 0 0 0,0-1 0 0 0,0 1 0 0 0,0-1 0 0 0,0 1 0 0 0,0 0 0 0 0,0 0 0 0 0,0-1 0 0 0,0 1 0 0 0,0 0 0 0 0,0 0 0 0 0,0 0 0 0 0,0 0 0 0 0,0 0 0 0 0,0 0 0 0 0,0 0 0 0 0,0 1 0 0 0,0-1 0 0 0,0 0 0 0 0,0 1 0 0 0,0-1 0 0 0,0 0 0 0 0,0 1 0 0 0,0-1 0 0 0,0 1 0 0 0,1-1 0 0 0,-1 1 0 0 0,-1 1 0 0 0,-6 3 11 0 0,1 1 1 0 0,0 0-1 0 0,0 1 1 0 0,1 0-1 0 0,0 0 1 0 0,-7 10-1 0 0,11-15-6 0 0,0 1 0 0 0,0 0 0 0 0,1-1 0 0 0,-1 1 0 0 0,1 0 1 0 0,0 0-1 0 0,0 0 0 0 0,0 0 0 0 0,0 0 0 0 0,0 0 0 0 0,0 0 0 0 0,1 0 0 0 0,0 0 0 0 0,0 1 0 0 0,-1-1 0 0 0,2 0 1 0 0,-1 0-1 0 0,0 0 0 0 0,1 0 0 0 0,-1 0 0 0 0,3 6 0 0 0,-2-7 21 0 0,0-1-1 0 0,0 1 1 0 0,0-1 0 0 0,1 0 0 0 0,-1 0-1 0 0,0 0 1 0 0,1 0 0 0 0,-1 0 0 0 0,0 0-1 0 0,1 0 1 0 0,-1 0 0 0 0,1 0 0 0 0,0 0-1 0 0,-1-1 1 0 0,1 1 0 0 0,-1-1 0 0 0,1 1-1 0 0,0-1 1 0 0,0 0 0 0 0,-1 0 0 0 0,1 0-1 0 0,0 0 1 0 0,-1 0 0 0 0,1 0-1 0 0,0 0 1 0 0,0 0 0 0 0,-1-1 0 0 0,1 1-1 0 0,0-1 1 0 0,2 0 0 0 0,3-1 135 0 0,-1-1 1 0 0,0 1-1 0 0,0-1 1 0 0,0 0-1 0 0,0 0 1 0 0,9-7-1 0 0,-14 9-156 0 0,1-1 0 0 0,-1 1 0 0 0,0-1 0 0 0,0 1 0 0 0,1-1 0 0 0,-1 0 0 0 0,0 1 0 0 0,-1-1 0 0 0,1 0-1 0 0,0 0 1 0 0,0 0 0 0 0,-1 0 0 0 0,1 0 0 0 0,-1 1 0 0 0,0-1 0 0 0,1 0 0 0 0,-1 0 0 0 0,0 0 0 0 0,0-4-1 0 0,0 4-2 0 0,-1 1-1 0 0,1 0 0 0 0,0 0 1 0 0,0 0-1 0 0,-1 0 0 0 0,1-1 1 0 0,0 1-1 0 0,-1 0 0 0 0,1 0 1 0 0,-1 0-1 0 0,0 0 0 0 0,1 0 1 0 0,-1 0-1 0 0,0 0 0 0 0,0 0 0 0 0,1 0 1 0 0,-1 1-1 0 0,0-1 0 0 0,0 0 1 0 0,0 0-1 0 0,0 1 0 0 0,0-1 1 0 0,0 0-1 0 0,0 1 0 0 0,0-1 1 0 0,0 1-1 0 0,0 0 0 0 0,-1-1 1 0 0,1 1-1 0 0,0 0 0 0 0,0 0 0 0 0,0-1 1 0 0,-1 1-1 0 0,0 0 0 0 0,0 0-2 0 0,1 1-1 0 0,0-1 0 0 0,-1 0 0 0 0,1 1 1 0 0,0-1-1 0 0,-1 0 0 0 0,1 1 1 0 0,0 0-1 0 0,0-1 0 0 0,0 1 0 0 0,-1 0 1 0 0,1-1-1 0 0,0 1 0 0 0,0 0 0 0 0,0 0 1 0 0,0 0-1 0 0,0 0 0 0 0,0 0 0 0 0,1 0 1 0 0,-1 0-1 0 0,0 0 0 0 0,0 1 1 0 0,1-1-1 0 0,-2 2 0 0 0,2-2 2 0 0,0 0-1 0 0,0 0 1 0 0,-1-1-1 0 0,1 1 1 0 0,0 0-1 0 0,0 0 1 0 0,0-1-1 0 0,0 1 1 0 0,0 0-1 0 0,0 0 1 0 0,0 0-1 0 0,1-1 1 0 0,-1 1-1 0 0,0 0 1 0 0,0-1-1 0 0,1 1 1 0 0,-1 0-1 0 0,0 0 1 0 0,1-1-1 0 0,-1 1 1 0 0,0 0-1 0 0,1-1 1 0 0,-1 1-1 0 0,1-1 1 0 0,-1 1-1 0 0,1-1 1 0 0,0 1-1 0 0,-1-1 1 0 0,1 1-1 0 0,-1-1 1 0 0,1 1-1 0 0,0-1 1 0 0,-1 0-1 0 0,1 1 1 0 0,0-1-1 0 0,0 0 1 0 0,-1 0-1 0 0,1 1 1 0 0,0-1-1 0 0,0 0 1 0 0,-1 0-1 0 0,1 0 1 0 0,0 0-1 0 0,0 0 1 0 0,-1 0-1 0 0,2 0 1 0 0,43-3 159 0 0,-42 3-151 0 0,-1 0 1 0 0,0 0-1 0 0,1-1 0 0 0,-1 1 0 0 0,0-1 0 0 0,0 0 1 0 0,1 1-1 0 0,-1-1 0 0 0,0 0 0 0 0,0 0 0 0 0,0-1 0 0 0,0 1 1 0 0,0 0-1 0 0,-1-1 0 0 0,1 1 0 0 0,3-4 0 0 0,-5 4-1 0 0,1 1 0 0 0,-1-1 0 0 0,0 0 0 0 0,0 0 0 0 0,0 1 0 0 0,0-1 0 0 0,0 0 0 0 0,0 0 0 0 0,0 1 0 0 0,0-1 0 0 0,0 0 0 0 0,0 0 0 0 0,0 1 0 0 0,0-1-1 0 0,0 0 1 0 0,-1 0 0 0 0,1 1 0 0 0,0-1 0 0 0,-1 0 0 0 0,1 1 0 0 0,0-1 0 0 0,-1 0 0 0 0,1 1 0 0 0,-1-1 0 0 0,1 1 0 0 0,-1-1 0 0 0,1 0 0 0 0,-1 1 0 0 0,0 0 0 0 0,1-1-1 0 0,-1 1 1 0 0,1-1 0 0 0,-1 1 0 0 0,0 0 0 0 0,0-1 0 0 0,1 1 0 0 0,-1 0 0 0 0,0 0 0 0 0,1-1 0 0 0,-1 1 0 0 0,0 0 0 0 0,0 0 0 0 0,1 0 0 0 0,-3 0 0 0 0,-1-1 44 0 0,0 0 0 0 0,-1 1 1 0 0,1-1-1 0 0,-1 1 1 0 0,1 0-1 0 0,-6 1 1 0 0,2 0 114 0 0,1 0 1 0 0,0 1-1 0 0,0 1 1 0 0,0-1-1 0 0,-8 5 1 0 0,14-7-186 0 0,0 1 1 0 0,0-1 0 0 0,0 1-1 0 0,0 0 1 0 0,0-1 0 0 0,0 1 0 0 0,0 0-1 0 0,1 0 1 0 0,-1 0 0 0 0,0 0 0 0 0,0 0-1 0 0,1 0 1 0 0,-1 0 0 0 0,0 0-1 0 0,1 0 1 0 0,-1 0 0 0 0,1 0 0 0 0,-1 0-1 0 0,1 0 1 0 0,0 0 0 0 0,-1 0-1 0 0,1 1 1 0 0,0-1 0 0 0,0 0 0 0 0,0 0-1 0 0,0 0 1 0 0,0 0 0 0 0,0 1-1 0 0,0-1 1 0 0,0 0 0 0 0,1 0 0 0 0,-1 0-1 0 0,0 0 1 0 0,1 1 0 0 0,-1-1-1 0 0,1 0 1 0 0,-1 0 0 0 0,1 0 0 0 0,-1 0-1 0 0,2 1 1 0 0,5 8-6137 0 0</inkml:trace>
</inkml:ink>
</file>

<file path=ppt/ink/ink1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41:11.5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73 62 7370 0 0,'-8'-13'1842'0'0,"1"3"1325"0"0,1 29-1718 0 0,5-10-1176 0 0,1 0-1 0 0,0 0 0 0 0,0 0 0 0 0,3 16 1 0 0,-3-24-217 0 0,1 0 1 0 0,-1 0-1 0 0,0 1 1 0 0,1-1-1 0 0,-1 0 1 0 0,1 0 0 0 0,-1 1-1 0 0,1-1 1 0 0,-1 0-1 0 0,1 0 1 0 0,0 0-1 0 0,0 0 1 0 0,0 0 0 0 0,-1 0-1 0 0,1 0 1 0 0,0 0-1 0 0,2 1 1 0 0,-2-2-22 0 0,0 1 0 0 0,0-1 1 0 0,0 0-1 0 0,1 0 0 0 0,-1 0 0 0 0,0 0 0 0 0,0 0 0 0 0,0 0 1 0 0,0-1-1 0 0,0 1 0 0 0,1 0 0 0 0,-1-1 0 0 0,0 1 1 0 0,0 0-1 0 0,0-1 0 0 0,0 1 0 0 0,0-1 0 0 0,0 0 1 0 0,0 1-1 0 0,0-1 0 0 0,0 0 0 0 0,-1 1 0 0 0,1-1 0 0 0,1-2 1 0 0,2-1 39 0 0,0-1 1 0 0,0 0 0 0 0,-1 1 0 0 0,0-2-1 0 0,0 1 1 0 0,0 0 0 0 0,-1-1 0 0 0,1 1-1 0 0,-1-1 1 0 0,1-6 0 0 0,-2 10-51 0 0,0 0 1 0 0,0-1-1 0 0,-1 1 1 0 0,1 0 0 0 0,-1-1-1 0 0,0 1 1 0 0,1-1-1 0 0,-1 1 1 0 0,0-1-1 0 0,0 1 1 0 0,-1 0-1 0 0,1-1 1 0 0,0 1-1 0 0,-1-1 1 0 0,0 1 0 0 0,1 0-1 0 0,-1 0 1 0 0,0-1-1 0 0,0 1 1 0 0,0 0-1 0 0,0 0 1 0 0,-1 0-1 0 0,1 0 1 0 0,-1 0-1 0 0,1 0 1 0 0,-1 0-1 0 0,-2-1 1 0 0,3 2-26 0 0,-1 1 0 0 0,1-1 0 0 0,-1 1 0 0 0,0 0 0 0 0,1-1 0 0 0,-1 1 0 0 0,0 0 0 0 0,1 0 0 0 0,-1 0 0 0 0,1 1 0 0 0,-1-1 0 0 0,0 0 0 0 0,1 1 0 0 0,-1-1 0 0 0,1 0 0 0 0,-1 1 0 0 0,1 0 0 0 0,-1-1 0 0 0,1 1 0 0 0,-1 0 0 0 0,1 0 0 0 0,-1 0 0 0 0,-1 2 0 0 0,-34 29 0 0 0,30-25 0 0 0,3-3 7 0 0,1-2 4 0 0,1 0 0 0 0,-1 1 0 0 0,1-1 0 0 0,0 0 1 0 0,0 1-1 0 0,0-1 0 0 0,0 1 0 0 0,1 0 0 0 0,-3 5 1 0 0,1-1-139 0 0</inkml:trace>
</inkml:ink>
</file>

<file path=ppt/ink/ink1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41:12.4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4609 0 0,'2'5'520'0'0,"0"0"1"0"0,0 0-1 0 0,0 0 1 0 0,1-1-1 0 0,-1 1 1 0 0,1-1-1 0 0,0 0 1 0 0,1 0-1 0 0,-1 0 1 0 0,5 4-1 0 0,-2-1 386 0 0,4 5 218 0 0,-4-4-747 0 0,0 0 0 0 0,1 0 0 0 0,0-1 1 0 0,1 0-1 0 0,-1 0 0 0 0,1-1 1 0 0,15 9-1 0 0,-22-14-355 0 0,1 0 0 0 0,-1-1 0 0 0,0 0 0 0 0,1 1 0 0 0,-1-1 0 0 0,0 0 0 0 0,1 0-1 0 0,-1 0 1 0 0,0 0 0 0 0,1 0 0 0 0,-1 0 0 0 0,0 0 0 0 0,1 0 0 0 0,-1 0 0 0 0,0-1 0 0 0,0 1 0 0 0,1-1 0 0 0,-1 1 0 0 0,0-1 0 0 0,0 1 0 0 0,1-1 0 0 0,-1 0-1 0 0,0 1 1 0 0,0-1 0 0 0,0 0 0 0 0,0 0 0 0 0,0 0 0 0 0,0 0 0 0 0,0 0 0 0 0,-1 0 0 0 0,1 0 0 0 0,0 0 0 0 0,0 0 0 0 0,-1 0 0 0 0,1 0 0 0 0,-1-1 0 0 0,1 1 0 0 0,-1 0-1 0 0,1-1 1 0 0,-1 1 0 0 0,1-2 0 0 0,-1 0-37 0 0,1 1-1 0 0,-1-1 1 0 0,1 0-1 0 0,-1 1 1 0 0,0-1-1 0 0,0 0 0 0 0,0 1 1 0 0,0-1-1 0 0,0 0 1 0 0,-1 1-1 0 0,1-1 1 0 0,-1 1-1 0 0,0-1 1 0 0,0 1-1 0 0,0-1 0 0 0,0 1 1 0 0,0-1-1 0 0,0 1 1 0 0,-1 0-1 0 0,-2-4 1 0 0,1 4-75 0 0,0 0 1 0 0,0 0 0 0 0,0 1-1 0 0,0-1 1 0 0,0 1-1 0 0,-1 0 1 0 0,1-1 0 0 0,0 2-1 0 0,-1-1 1 0 0,1 0-1 0 0,0 1 1 0 0,-1-1 0 0 0,1 1-1 0 0,-1 0 1 0 0,1 0-1 0 0,-1 1 1 0 0,1-1 0 0 0,0 1-1 0 0,-1 0 1 0 0,1-1-1 0 0,-1 1 1 0 0,-3 2-1 0 0,4-2 129 0 0,0 0 0 0 0,0 0 0 0 0,1 1 0 0 0,-1-1 0 0 0,0 1 0 0 0,1-1 0 0 0,-1 1-1 0 0,1 0 1 0 0,-1 0 0 0 0,1 0 0 0 0,0 0 0 0 0,0 0 0 0 0,0 1 0 0 0,0-1 0 0 0,0 1-1 0 0,1-1 1 0 0,-1 1 0 0 0,1-1 0 0 0,-1 1 0 0 0,1 0 0 0 0,0 0 0 0 0,0 0 0 0 0,0 0-1 0 0,1 0 1 0 0,-1 4 0 0 0,1-6-26 0 0,0 0 1 0 0,0 0-1 0 0,0 0 0 0 0,0 0 1 0 0,0 0-1 0 0,0-1 0 0 0,1 1 0 0 0,-1 0 1 0 0,0 0-1 0 0,1 0 0 0 0,-1-1 1 0 0,1 1-1 0 0,-1 0 0 0 0,1 0 0 0 0,-1-1 1 0 0,1 1-1 0 0,-1 0 0 0 0,1-1 1 0 0,0 1-1 0 0,-1-1 0 0 0,1 1 0 0 0,0-1 1 0 0,0 1-1 0 0,1 0 0 0 0,26 5 871 0 0,-21-6-398 0 0,0 0 0 0 0,0 0 0 0 0,0-1 0 0 0,0 0 0 0 0,12-4 0 0 0,-17 5-441 0 0,0-1 1 0 0,-1 1-1 0 0,1-1 1 0 0,-1 1-1 0 0,1-1 1 0 0,-1 0-1 0 0,1 0 1 0 0,-1 0-1 0 0,1 0 1 0 0,-1 0-1 0 0,0 0 1 0 0,0 0-1 0 0,1 0 1 0 0,-1-1-1 0 0,0 1 1 0 0,0 0-1 0 0,0-1 1 0 0,0 1-1 0 0,-1-1 1 0 0,1 1-1 0 0,0-1 1 0 0,0 1-1 0 0,-1-1 1 0 0,1 1-1 0 0,-1-1 1 0 0,0 0-1 0 0,1 1 1 0 0,-1-1-1 0 0,0 0 1 0 0,0-2-1 0 0,-1 1-235 0 0,0 0 0 0 0,1 0 0 0 0,-2 0-1 0 0,1 0 1 0 0,0 1 0 0 0,-1-1-1 0 0,1 0 1 0 0,-1 0 0 0 0,0 1-1 0 0,0-1 1 0 0,0 1 0 0 0,0 0 0 0 0,0-1-1 0 0,0 1 1 0 0,-1 0 0 0 0,-2-2-1 0 0,-6-2-6101 0 0</inkml:trace>
</inkml:ink>
</file>

<file path=ppt/ink/ink1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42:04.4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81 1 2304 0 0,'-18'22'1906'0'0,"7"-6"-1405"0"0,2-3 304 0 0,1-1 0 0 0,0 1 0 0 0,-12 28 0 0 0,19-38-637 0 0,0 1-1 0 0,-1-1 1 0 0,2 1-1 0 0,-1 0 1 0 0,0-1-1 0 0,1 1 1 0 0,-1 0-1 0 0,1-1 1 0 0,0 1-1 0 0,1 0 1 0 0,-1-1-1 0 0,0 1 1 0 0,1 0-1 0 0,0-1 1 0 0,0 1-1 0 0,0 0 0 0 0,0-1 1 0 0,1 0-1 0 0,-1 1 1 0 0,1-1-1 0 0,4 6 1 0 0,-5-9-101 0 0,-1 0-1 0 0,1 0 1 0 0,0 1 0 0 0,0-1-1 0 0,0 0 1 0 0,-1 0 0 0 0,1 0 0 0 0,0 0-1 0 0,0 0 1 0 0,0 0 0 0 0,0 0-1 0 0,-1-1 1 0 0,1 1 0 0 0,0 0-1 0 0,0 0 1 0 0,0-1 0 0 0,-1 1 0 0 0,1 0-1 0 0,0-1 1 0 0,0 1 0 0 0,-1-1-1 0 0,1 1 1 0 0,0-1 0 0 0,-1 1 0 0 0,1-1-1 0 0,-1 1 1 0 0,1-1 0 0 0,-1 0-1 0 0,1 1 1 0 0,-1-1 0 0 0,1-1 0 0 0,20-23 554 0 0,-7 1-446 0 0,-13 22-147 0 0,0 1 1 0 0,0 0-1 0 0,-1 0 0 0 0,1-1 0 0 0,0 1 1 0 0,-1 0-1 0 0,0 0 0 0 0,1-1 0 0 0,-1 1 1 0 0,0-1-1 0 0,1 1 0 0 0,-1 0 0 0 0,0-1 0 0 0,0 1 1 0 0,0-1-1 0 0,0-1 0 0 0,-1 3 46 0 0,0 1 0 0 0,1-1 0 0 0,-1 0 0 0 0,0 1 1 0 0,1-1-1 0 0,-1 0 0 0 0,0 1 0 0 0,1-1 0 0 0,-1 1 0 0 0,1-1 0 0 0,-1 1 0 0 0,1-1 0 0 0,-1 1 0 0 0,1-1 0 0 0,0 1 0 0 0,-1 0 0 0 0,1-1 0 0 0,-1 1 0 0 0,1 0 0 0 0,0-1 1 0 0,-1 2-1 0 0,1-2-66 0 0,0 1 1 0 0,-1-1 0 0 0,1 1 0 0 0,0-1 0 0 0,-1 1 0 0 0,1-1 0 0 0,0 1 0 0 0,0-1 0 0 0,-1 1-1 0 0,1-1 1 0 0,0 1 0 0 0,0-1 0 0 0,0 1 0 0 0,0-1 0 0 0,0 1 0 0 0,-1 0 0 0 0,1-1 0 0 0,0 1-1 0 0,0-1 1 0 0,1 1 0 0 0,-1-1 0 0 0,0 1 0 0 0,0-1 0 0 0,0 1 0 0 0,0 0 0 0 0,0-1 0 0 0,1 1-1 0 0,-1-1 1 0 0,0 1 0 0 0,0-1 0 0 0,1 1 0 0 0,29 7-188 0 0,-9-6-2749 0 0,-18-2 1353 0 0</inkml:trace>
</inkml:ink>
</file>

<file path=ppt/ink/ink1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42:04.8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 0 2761 0 0,'-1'3'248'0'0,"0"-1"-248"0"0,2 1 0 0 0,0-1 0 0 0,0-1 112 0 0,1 3-24 0 0,-1 1-8 0 0</inkml:trace>
</inkml:ink>
</file>

<file path=ppt/ink/ink1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42:18.2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351 50 4801 0 0,'-5'-20'2369'0'0,"4"18"-1798"0"0,1-1-1 0 0,-1 1 0 0 0,1-1 1 0 0,-1 1-1 0 0,0 0 0 0 0,0-1 0 0 0,0 1 1 0 0,0 0-1 0 0,-2-4 0 0 0,1 5-435 0 0,-1 1 0 0 0,1-1 0 0 0,0 1 0 0 0,0 0-1 0 0,-1 0 1 0 0,1 0 0 0 0,0 0 0 0 0,-1 0 0 0 0,1 1-1 0 0,0-1 1 0 0,-1 0 0 0 0,1 1 0 0 0,0 0 0 0 0,0 0-1 0 0,0-1 1 0 0,0 1 0 0 0,0 0 0 0 0,-4 3 0 0 0,-35 24 2262 0 0,40-27-2393 0 0,-35 27 125 0 0,-51 53 0 0 0,73-66-76 0 0,1 2 0 0 0,0-1 0 0 0,1 2 1 0 0,1 0-1 0 0,-17 34 0 0 0,22-37 33 0 0,0 0-1 0 0,1 0 1 0 0,1 0 0 0 0,0 1-1 0 0,1-1 1 0 0,1 1 0 0 0,0 0-1 0 0,1 21 1 0 0,2-25-27 0 0,0 0 0 0 0,1 0 0 0 0,0 0 0 0 0,1 0 0 0 0,0 0 0 0 0,1-1 0 0 0,0 1 0 0 0,1-1 0 0 0,0 0 0 0 0,1 0 0 0 0,11 15 0 0 0,-9-14-65 0 0,0 0-1 0 0,1-1 1 0 0,1-1 0 0 0,18 17-1 0 0,-24-24 6 0 0,0 0-1 0 0,0-1 0 0 0,0 1 1 0 0,0-1-1 0 0,0 0 0 0 0,1 0 0 0 0,-1-1 1 0 0,1 1-1 0 0,-1-1 0 0 0,1 0 1 0 0,-1 0-1 0 0,1-1 0 0 0,0 1 1 0 0,-1-1-1 0 0,1 0 0 0 0,0 0 1 0 0,-1 0-1 0 0,8-2 0 0 0,29-10 254 0 0,0-1 0 0 0,-1-2-1 0 0,68-35 1 0 0,-95 43-196 0 0,0-1-1 0 0,-1 0 1 0 0,0 0-1 0 0,-1-1 1 0 0,0-1 0 0 0,0 0-1 0 0,-1 0 1 0 0,0-1-1 0 0,-1-1 1 0 0,0 1 0 0 0,13-25-1 0 0,-17 26-10 0 0,1-1 0 0 0,-2 0 0 0 0,0 0-1 0 0,0 0 1 0 0,-1-1 0 0 0,0 1 0 0 0,-1-1 0 0 0,0 0 0 0 0,-1 1-1 0 0,0-1 1 0 0,-1 0 0 0 0,0 0 0 0 0,-1 0 0 0 0,-1 0 0 0 0,-2-11-1 0 0,2 17-34 0 0,1 1-1 0 0,-1 0 0 0 0,-1 0 0 0 0,1 0 1 0 0,-1 0-1 0 0,0 0 0 0 0,0 1 1 0 0,0-1-1 0 0,-1 1 0 0 0,1 0 0 0 0,-1 0 1 0 0,0 0-1 0 0,0 1 0 0 0,-1-1 0 0 0,1 1 1 0 0,-10-5-1 0 0,-5-2 9 0 0,-2 1 1 0 0,1 0-1 0 0,-23-5 0 0 0,22 8 22 0 0,1-1 0 0 0,-25-12 0 0 0,32 11-40 0 0,0 1-1 0 0,-20-16 1 0 0,30 20-77 0 0,-1 0 0 0 0,1-1 1 0 0,0 1-1 0 0,0-1 1 0 0,0 1-1 0 0,1-1 0 0 0,-1 0 1 0 0,1 0-1 0 0,0 0 0 0 0,0 0 1 0 0,0-1-1 0 0,-2-8 1 0 0,1 4 76 0 0</inkml:trace>
</inkml:ink>
</file>

<file path=ppt/ink/ink1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42:18.6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36 6913 0 0,'-5'-19'663'0'0,"5"18"-563"0"0,0 1 0 0 0,0-1 1 0 0,-1 0-1 0 0,1 1 0 0 0,0-1 0 0 0,0 1 0 0 0,0-1 0 0 0,0 1 1 0 0,0-1-1 0 0,0 0 0 0 0,0 1 0 0 0,0-1 0 0 0,0 1 0 0 0,0-1 1 0 0,0 0-1 0 0,0 1 0 0 0,0-1 0 0 0,1 1 0 0 0,-1-1 0 0 0,0 0 1 0 0,0 1-1 0 0,0-1 0 0 0,1 1 0 0 0,-1-1 0 0 0,0 1 1 0 0,1-1-1 0 0,0 0 0 0 0,2 9 3089 0 0,9 26-2377 0 0,2-1 0 0 0,0 0 1 0 0,3-1-1 0 0,0 0 1 0 0,26 34-1 0 0,16 6-335 0 0,3-2 1 0 0,135 116-1 0 0,-191-180-1311 0 0,0 0-1 0 0,0 1 1 0 0,9 13-1 0 0,-11-15-5221 0 0</inkml:trace>
</inkml:ink>
</file>

<file path=ppt/ink/ink1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42:19.0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367 73 1376 0 0,'-2'-4'400'0'0,"0"0"0"0"0,1 0 0 0 0,0-1-1 0 0,0 1 1 0 0,0 0 0 0 0,0 0 0 0 0,1-1-1 0 0,0 1 1 0 0,0 0 0 0 0,1-9 0 0 0,-1-5 3595 0 0,-4 20-689 0 0,-14 16-1669 0 0,-31 58-169 0 0,3 2-1 0 0,-49 113 1 0 0,26-48-681 0 0,52-111-529 0 0,7-16-92 0 0,1 2 1 0 0,0-1-1 0 0,2 1 0 0 0,0 0 1 0 0,1 1-1 0 0,-6 29 1 0 0,12-47-235 0 0,0 0 0 0 0,0 0 1 0 0,0 0-1 0 0,0 0 1 0 0,0 0-1 0 0,0 0 0 0 0,0 0 1 0 0,0 0-1 0 0,1 0 0 0 0,-1 0 1 0 0,0-1-1 0 0,1 1 1 0 0,-1 0-1 0 0,0 0 0 0 0,1 0 1 0 0,-1 0-1 0 0,1 0 1 0 0,0-1-1 0 0,-1 1 0 0 0,1 0 1 0 0,0-1-1 0 0,1 2 1 0 0</inkml:trace>
</inkml:ink>
</file>

<file path=ppt/ink/ink1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42:55.4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6 5065 0 0,'-1'0'73'0'0,"1"-1"1"0"0,0 1-1 0 0,0 0 0 0 0,0 0 0 0 0,0-1 1 0 0,-1 1-1 0 0,1 0 0 0 0,0-1 0 0 0,0 1 1 0 0,-1 0-1 0 0,1 0 0 0 0,0-1 0 0 0,0 1 1 0 0,-1 0-1 0 0,1 0 0 0 0,0 0 0 0 0,-1 0 1 0 0,1-1-1 0 0,0 1 0 0 0,-1 0 0 0 0,1 0 1 0 0,0 0-1 0 0,-1 0 0 0 0,1 0 0 0 0,0 0 1 0 0,-1 0-1 0 0,1 0 0 0 0,-1 0 0 0 0,1 0 1 0 0,0 0-1 0 0,-1 0 0 0 0,1 0 0 0 0,0 0 1 0 0,-1 0-1 0 0,1 0 0 0 0,0 1 0 0 0,-1-1 1 0 0,1 0-1 0 0,0 0 0 0 0,-1 0 0 0 0,1 0 1 0 0,0 1-1 0 0,0-1 0 0 0,-1 0 0 0 0,1 0 1 0 0,0 1-1 0 0,0-1 0 0 0,-1 0 0 0 0,1 0 1 0 0,0 1-1 0 0,0-1 0 0 0,0 0 0 0 0,-1 1 539 0 0,0 3-97 0 0,-1 8-163 0 0,0-1 1 0 0,1 1-1 0 0,0-1 0 0 0,0 1 0 0 0,2-1 1 0 0,-1 1-1 0 0,2-1 0 0 0,-1 1 0 0 0,1-1 1 0 0,1 1-1 0 0,6 14 0 0 0,8 22 1160 0 0,30 58 1 0 0,-30-72-1034 0 0,69 140 455 0 0,-82-164-1476 0 0,-3-4-4284 0 0</inkml:trace>
</inkml:ink>
</file>

<file path=ppt/ink/ink1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42:56.3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9 6913 0 0,'0'-1'924'0'0,"-2"-7"644"0"0,1 10-1319 0 0,-1 0 0 0 0,0 0 0 0 0,0 1 0 0 0,1-1 1 0 0,-1 0-1 0 0,1 0 0 0 0,0 1 0 0 0,0-1 0 0 0,0 1 0 0 0,0-1 1 0 0,0 1-1 0 0,0 0 0 0 0,1-1 0 0 0,-1 1 0 0 0,1 0 0 0 0,0-1 1 0 0,0 1-1 0 0,0 0 0 0 0,0-1 0 0 0,0 1 0 0 0,1 0 0 0 0,-1-1 1 0 0,1 1-1 0 0,0 3 0 0 0,3 13 182 0 0,0 0 1 0 0,1 0-1 0 0,1 0 0 0 0,0-1 1 0 0,2 0-1 0 0,0 0 0 0 0,1 0 1 0 0,14 19-1 0 0,14 27-2733 0 0</inkml:trace>
</inkml:ink>
</file>

<file path=ppt/ink/ink1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42:57.0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166 1 1840 0 0,'-11'9'4327'0'0,"-2"0"-2278"0"0,-12 12 476 0 0,1 6 1064 0 0,-15 10-2817 0 0,5-4-279 0 0,29-26 2739 0 0,-3 10-3146 0 0,2-3 292 0 0,11-16-300 0 0,1 1 0 0 0,0 0 0 0 0,0 0 1 0 0,0 1-1 0 0,0-1 0 0 0,0 1 0 0 0,8 1 0 0 0,50 12 323 0 0,-51-10-303 0 0,-1 0 1 0 0,1 0 0 0 0,0-2-1 0 0,0 1 1 0 0,20-2-1 0 0,-14-2 71 0 0,0-1 0 0 0,31-10 0 0 0,-6 1-275 0 0,-29 12-319 0 0,-9 1 201 0 0</inkml:trace>
</inkml:ink>
</file>

<file path=ppt/ink/ink1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43:12.0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6449 0 0,'2'0'405'0'0,"0"1"-1"0"0,0-1 1 0 0,0 0-1 0 0,0 0 1 0 0,0 1-1 0 0,0-1 0 0 0,0 1 1 0 0,0 0-1 0 0,0 0 1 0 0,0-1-1 0 0,0 1 0 0 0,-1 0 1 0 0,1 0-1 0 0,0 1 1 0 0,1 0-1 0 0,0 1-28 0 0,-1 0-1 0 0,1 0 1 0 0,-1 0-1 0 0,0 0 1 0 0,0 0-1 0 0,0 0 1 0 0,2 7-1 0 0,2 4-40 0 0,-2 1-1 0 0,0 0 1 0 0,3 19 0 0 0,-3-12 290 0 0,21 134 1745 0 0,-17-92-2220 0 0,25 93 0 0 0,-24-139-2319 0 0,-4-11-4497 0 0</inkml:trace>
</inkml:ink>
</file>

<file path=ppt/ink/ink1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43:12.4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170 6 4145 0 0,'7'-5'2695'0'0,"-5"6"-847"0"0,-7 16 6 0 0,-14 23-609 0 0,-130 253 6939 0 0,148-292-8173 0 0,0 0 0 0 0,1 0 0 0 0,-1 0 0 0 0,0 1 0 0 0,1-1 0 0 0,0 0 0 0 0,-1 0-1 0 0,1 0 1 0 0,0 0 0 0 0,-1 0 0 0 0,1 1 0 0 0,0-1 0 0 0,0 0 0 0 0,0 0 0 0 0,0 0 0 0 0,1 3 0 0 0,-1-4 1 0 0,0 1 1 0 0,0-1-1 0 0,1 1 0 0 0,-1-1 1 0 0,1 1-1 0 0,-1-1 0 0 0,0 0 1 0 0,1 1-1 0 0,-1-1 1 0 0,1 1-1 0 0,-1-1 0 0 0,1 0 1 0 0,-1 0-1 0 0,1 1 0 0 0,-1-1 1 0 0,1 0-1 0 0,0 0 0 0 0,-1 0 1 0 0,1 1-1 0 0,-1-1 0 0 0,1 0 1 0 0,0 0-1 0 0,-1 0 1 0 0,1 0-1 0 0,7 0 108 0 0,-1-1 0 0 0,1 0 0 0 0,-1 0 0 0 0,11-4 0 0 0,0 1-21 0 0,90-14-782 0 0,-90 16-43 0 0</inkml:trace>
</inkml:ink>
</file>

<file path=ppt/ink/ink1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43:12.8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68 10594 0 0,'4'-6'855'0'0,"1"-1"-1"0"0,-1 1 0 0 0,1 0 1 0 0,0 0-1 0 0,12-10 1 0 0,-13 14-654 0 0,0-1 1 0 0,1 1 0 0 0,-1-1 0 0 0,1 1 0 0 0,0 1-1 0 0,0-1 1 0 0,-1 0 0 0 0,1 1 0 0 0,10-1-1 0 0,-8 2-6513 0 0</inkml:trace>
</inkml:ink>
</file>

<file path=ppt/ink/ink1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43:13.1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4 256 1376 0 0,'0'0'35'0'0,"0"0"0"0"0,-1 1 0 0 0,1-1-1 0 0,0 1 1 0 0,-1-1 0 0 0,1 1 0 0 0,0-1-1 0 0,0 1 1 0 0,0-1 0 0 0,-1 1 0 0 0,1-1 0 0 0,0 1-1 0 0,0-1 1 0 0,0 1 0 0 0,0-1 0 0 0,0 1-1 0 0,0-1 1 0 0,0 1 0 0 0,0-1 0 0 0,0 1 0 0 0,0-1-1 0 0,0 1 1 0 0,0-1 0 0 0,1 1 0 0 0,-1-1-1 0 0,0 1 1 0 0,0-1 0 0 0,0 1 0 0 0,1-1 0 0 0,-1 1-1 0 0,0-1 1 0 0,1 1 0 0 0,-1-1 0 0 0,0 0-1 0 0,1 1 1 0 0,-1-1 0 0 0,2 1 81 0 0,0-1 0 0 0,-1 1 0 0 0,1-1 0 0 0,-1 0 0 0 0,1 1 0 0 0,0-1 0 0 0,-1 0 0 0 0,1 0 0 0 0,0 0 0 0 0,-1 0 0 0 0,4-1 0 0 0,3-1 218 0 0,1 0 0 0 0,0-1 0 0 0,14-6-1 0 0,-9 2-350 0 0,74-43-19 0 0,-67 35 116 0 0</inkml:trace>
  <inkml:trace contextRef="#ctx0" brushRef="#br0" timeOffset="1">421 0 8754 0 0,'11'18'9423'0'0,"-1"17"-6756"0"0,6 38-2044 0 0,-2 53 36 0 0,-13-96-654 0 0,1 0 0 0 0,2 0 0 0 0,1 0 0 0 0,2 0 1 0 0,12 37-1 0 0,-18-65-201 0 0,0 0 1 0 0,0 0 0 0 0,0 0 0 0 0,0 0-1 0 0,0 0 1 0 0,1 0 0 0 0,-1 0 0 0 0,0 0-1 0 0,1-1 1 0 0,0 1 0 0 0,2 2 0 0 0,2-1-6952 0 0</inkml:trace>
</inkml:ink>
</file>

<file path=ppt/ink/ink1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43:13.5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29 6449 0 0,'0'-1'98'0'0,"0"1"-1"0"0,0-1 0 0 0,0 1 0 0 0,0-1 0 0 0,1 1 0 0 0,-1-1 1 0 0,0 1-1 0 0,1 0 0 0 0,-1-1 0 0 0,0 1 0 0 0,0-1 1 0 0,1 1-1 0 0,-1 0 0 0 0,1-1 0 0 0,-1 1 0 0 0,0 0 0 0 0,1 0 1 0 0,-1-1-1 0 0,1 1 0 0 0,-1 0 0 0 0,1 0 0 0 0,-1-1 0 0 0,1 1 1 0 0,-1 0-1 0 0,0 0 0 0 0,1 0 0 0 0,-1 0 0 0 0,1 0 1 0 0,-1 0-1 0 0,1 0 0 0 0,-1 0 0 0 0,1 0 0 0 0,0 0 0 0 0,-1 0 1 0 0,0 0-1 0 0,1 0 0 0 0,-1 0 0 0 0,1 0 0 0 0,-1 1 0 0 0,1-1 1 0 0,-1 0-1 0 0,1 0 0 0 0,-1 0 0 0 0,1 1 0 0 0,-1-1 1 0 0,0 0-1 0 0,1 1 0 0 0,-1-1 0 0 0,1 0 0 0 0,-1 1 0 0 0,0-1 1 0 0,0 1-1 0 0,1-1 0 0 0,-1 0 0 0 0,1 2 0 0 0,1 0 317 0 0,-1 0-1 0 0,1 0 0 0 0,0 0 1 0 0,-1 0-1 0 0,1 0 0 0 0,-1 1 1 0 0,0-1-1 0 0,1 1 0 0 0,-1-1 1 0 0,1 5-1 0 0,4 55 2032 0 0,-3-32-1726 0 0,0-1 0 0 0,11 42-1 0 0,-12-64-659 0 0,0 0 0 0 0,0 0-1 0 0,1-1 1 0 0,0 1 0 0 0,0-1 0 0 0,0 1-1 0 0,1-1 1 0 0,0 0 0 0 0,0-1 0 0 0,1 1 0 0 0,0-1-1 0 0,0 0 1 0 0,0 0 0 0 0,0 0 0 0 0,8 5-1 0 0,-10-9-44 0 0,-1 1-1 0 0,1 0 0 0 0,0-1 0 0 0,-1 0 1 0 0,1 1-1 0 0,0-1 0 0 0,0 0 0 0 0,0 0 1 0 0,0-1-1 0 0,0 1 0 0 0,0-1 1 0 0,0 1-1 0 0,0-1 0 0 0,0 0 0 0 0,0 0 1 0 0,0-1-1 0 0,0 1 0 0 0,0 0 0 0 0,0-1 1 0 0,0 0-1 0 0,0 0 0 0 0,0 0 0 0 0,0 0 1 0 0,-1 0-1 0 0,1 0 0 0 0,0-1 0 0 0,-1 1 1 0 0,1-1-1 0 0,-1 0 0 0 0,1 0 0 0 0,-1 0 1 0 0,4-4-1 0 0,-3 2 6 0 0,0-1 0 0 0,0 1 1 0 0,0-1-1 0 0,0 0 0 0 0,-1 0 0 0 0,0 0 0 0 0,0 0 0 0 0,0 0 1 0 0,0 0-1 0 0,-1 0 0 0 0,0-1 0 0 0,0 1 0 0 0,-1 0 0 0 0,1-1 1 0 0,-1 1-1 0 0,0-1 0 0 0,-2-8 0 0 0,0 4 30 0 0,-1 0 0 0 0,0 0 0 0 0,-1 1 0 0 0,0-1 0 0 0,-1 1 0 0 0,0-1-1 0 0,0 2 1 0 0,-1-1 0 0 0,0 0 0 0 0,-1 1 0 0 0,-14-14 0 0 0,-8-5-199 0 0,-57-40 0 0 0,82 64 94 0 0,-9-5-1694 0 0,-2 1-5898 0 0</inkml:trace>
</inkml:ink>
</file>

<file path=ppt/ink/ink1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43:14.1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11 131 5065 0 0,'-1'-2'268'0'0,"0"1"0"0"0,0 0 0 0 0,0-1-1 0 0,0 0 1 0 0,0 1 0 0 0,0-1 0 0 0,1 0 0 0 0,-1 1-1 0 0,1-1 1 0 0,-1 0 0 0 0,1 0 0 0 0,-1 1 0 0 0,1-1 0 0 0,0 0-1 0 0,0 0 1 0 0,0 0 0 0 0,0 0 0 0 0,0 0 0 0 0,0 1-1 0 0,1-1 1 0 0,-1 0 0 0 0,1 0 0 0 0,-1 1 0 0 0,1-1 0 0 0,-1 0-1 0 0,1 0 1 0 0,2-2 0 0 0,5-4 217 0 0,1 0 0 0 0,-1 1 0 0 0,2 0 0 0 0,-1 0 0 0 0,1 1 0 0 0,0 0 0 0 0,0 1 0 0 0,1 0 1 0 0,0 1-1 0 0,-1 0 0 0 0,2 1 0 0 0,-1 0 0 0 0,22-3 0 0 0,-32 6-472 0 0,1 0 0 0 0,-1 0 0 0 0,0 0 0 0 0,1 0 1 0 0,-1 0-1 0 0,0 0 0 0 0,1 0 0 0 0,-1 0 0 0 0,0 0 0 0 0,1 1 0 0 0,-1-1 1 0 0,0 1-1 0 0,0-1 0 0 0,1 1 0 0 0,-1-1 0 0 0,0 1 0 0 0,0 0 0 0 0,0-1 1 0 0,0 1-1 0 0,0 0 0 0 0,0 0 0 0 0,0 0 0 0 0,0 0 0 0 0,0 0 0 0 0,0 0 1 0 0,0 0-1 0 0,-1 0 0 0 0,1 0 0 0 0,0 0 0 0 0,-1 1 0 0 0,1-1 0 0 0,-1 0 1 0 0,1 0-1 0 0,-1 1 0 0 0,0-1 0 0 0,0 0 0 0 0,1 1 0 0 0,-1-1 1 0 0,0 0-1 0 0,0 1 0 0 0,0-1 0 0 0,0 0 0 0 0,-1 1 0 0 0,1-1 0 0 0,0 0 1 0 0,0 1-1 0 0,-1-1 0 0 0,0 2 0 0 0,-3 9 144 0 0,0 1 0 0 0,-1-1 0 0 0,-1 0 0 0 0,-7 13 0 0 0,3-6-65 0 0,9-18-92 0 0,-2 5-33 0 0,0 1 0 0 0,0 0 0 0 0,1 0-1 0 0,0 0 1 0 0,-1 9 0 0 0,2-16 27 0 0,1 1 1 0 0,0 0 0 0 0,0 0 0 0 0,0 0-1 0 0,0 0 1 0 0,0 0 0 0 0,1 0 0 0 0,-1 0-1 0 0,0 0 1 0 0,0 0 0 0 0,0 0 0 0 0,1 0-1 0 0,-1 0 1 0 0,1 0 0 0 0,-1 0 0 0 0,1 0-1 0 0,-1-1 1 0 0,1 1 0 0 0,-1 0 0 0 0,1 0-1 0 0,0-1 1 0 0,-1 1 0 0 0,1 0 0 0 0,0-1-1 0 0,0 1 1 0 0,-1-1 0 0 0,1 1-1 0 0,0 0 1 0 0,0-1 0 0 0,0 0 0 0 0,0 1-1 0 0,0-1 1 0 0,0 0 0 0 0,0 1 0 0 0,0-1-1 0 0,-1 0 1 0 0,1 0 0 0 0,0 0 0 0 0,0 0-1 0 0,0 0 1 0 0,0 0 0 0 0,0 0 0 0 0,0 0-1 0 0,0 0 1 0 0,0-1 0 0 0,0 1 0 0 0,2-1-1 0 0,24-3-259 0 0,-18 2 149 0 0,0 1 1 0 0,1-1-1 0 0,-1 2 0 0 0,1-1 0 0 0,0 1 0 0 0,10 2 0 0 0,-18-2 123 0 0,0 1 0 0 0,-1-1-1 0 0,1 1 1 0 0,0 0 0 0 0,0 0 0 0 0,0 0 0 0 0,-1-1-1 0 0,1 1 1 0 0,-1 1 0 0 0,1-1 0 0 0,-1 0-1 0 0,1 0 1 0 0,-1 1 0 0 0,1-1 0 0 0,-1 1 0 0 0,0-1-1 0 0,0 1 1 0 0,0-1 0 0 0,0 1 0 0 0,0 0-1 0 0,0-1 1 0 0,0 1 0 0 0,-1 0 0 0 0,1 0 0 0 0,-1 0-1 0 0,1 0 1 0 0,-1-1 0 0 0,0 1 0 0 0,1 0 0 0 0,-1 0-1 0 0,0 0 1 0 0,0 0 0 0 0,-1 0 0 0 0,1 0-1 0 0,-1 4 1 0 0,-1 8 199 0 0,-2 0-1 0 0,1 0 1 0 0,-1 0-1 0 0,-1 0 0 0 0,-10 19 1 0 0,-1 6-1748 0 0,10-23-5370 0 0</inkml:trace>
</inkml:ink>
</file>

<file path=ppt/ink/ink1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43:14.8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 7834 0 0,'0'1'117'0'0,"0"-1"-1"0"0,0 0 1 0 0,0 1 0 0 0,0-1 0 0 0,0 0 0 0 0,0 1 0 0 0,1-1 0 0 0,-1 0-1 0 0,0 1 1 0 0,0-1 0 0 0,1 0 0 0 0,-1 0 0 0 0,0 1 0 0 0,0-1-1 0 0,1 0 1 0 0,-1 0 0 0 0,0 1 0 0 0,0-1 0 0 0,1 0 0 0 0,-1 0 0 0 0,0 0-1 0 0,1 0 1 0 0,-1 0 0 0 0,0 1 0 0 0,1-1 0 0 0,-1 0 0 0 0,0 0 0 0 0,1 0-1 0 0,-1 0 1 0 0,0 0 0 0 0,1 0 0 0 0,-1 0 0 0 0,1 0 0 0 0,-1 0 0 0 0,0 0-1 0 0,1 0 1 0 0,-1-1 0 0 0,0 1 0 0 0,1 0 0 0 0,-1 0 0 0 0,0 0 0 0 0,1 0-1 0 0,-1 0 1 0 0,0-1 0 0 0,0 1 0 0 0,1 0 0 0 0,-1 0 0 0 0,0 0 0 0 0,1-1-1 0 0,-1 1 1 0 0,0 0 0 0 0,0-1 0 0 0,0 1 0 0 0,1 0 0 0 0,-1 0-1 0 0,0-1 1 0 0,0 1 0 0 0,0 0 0 0 0,0-1 0 0 0,0 1 0 0 0,1 0 0 0 0,-1-1-1 0 0,0 1 1 0 0,0 0 0 0 0,0-1 0 0 0,9 30 3334 0 0,-8 20-2405 0 0,-2 1-1 0 0,-9 54 0 0 0,4-57-1051 0 0,3 1 1 0 0,3 73 0 0 0,0-112-409 0 0,1 6 94 0 0,2-7-5797 0 0</inkml:trace>
</inkml:ink>
</file>

<file path=ppt/ink/ink1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43:15.1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33 7370 0 0,'-1'0'94'0'0,"1"-1"0"0"0,-1 0 1 0 0,1 0-1 0 0,0 0 1 0 0,0 0-1 0 0,-1 0 1 0 0,1 0-1 0 0,0 0 0 0 0,0 0 1 0 0,0 0-1 0 0,0 0 1 0 0,0 0-1 0 0,0 0 0 0 0,1 0 1 0 0,-1 0-1 0 0,0 0 1 0 0,0 0-1 0 0,1 0 1 0 0,-1 1-1 0 0,0-1 0 0 0,1 0 1 0 0,-1 0-1 0 0,1 0 1 0 0,-1 0-1 0 0,1 0 0 0 0,0 1 1 0 0,-1-1-1 0 0,1 0 1 0 0,0 1-1 0 0,-1-1 1 0 0,1 0-1 0 0,0 1 0 0 0,0-1 1 0 0,0 1-1 0 0,-1-1 1 0 0,1 1-1 0 0,0 0 1 0 0,0-1-1 0 0,0 1 0 0 0,0 0 1 0 0,2-1-1 0 0,-2 1 89 0 0,1 0 0 0 0,-1 0 0 0 0,1 0-1 0 0,-1 0 1 0 0,0 0 0 0 0,1 1 0 0 0,-1-1 0 0 0,1 1 0 0 0,-1-1-1 0 0,1 1 1 0 0,-1-1 0 0 0,0 1 0 0 0,1-1 0 0 0,-1 1-1 0 0,0 0 1 0 0,0 0 0 0 0,0 0 0 0 0,1 0 0 0 0,-1 0 0 0 0,0 0-1 0 0,0 0 1 0 0,0 0 0 0 0,-1 0 0 0 0,1 1 0 0 0,0-1-1 0 0,0 0 1 0 0,-1 0 0 0 0,2 3 0 0 0,5 20 163 0 0,0 0 1 0 0,3 27 0 0 0,-5-22 300 0 0,12 36-1 0 0,-14-57-574 0 0,0 1-1 0 0,1-1 0 0 0,0 0 1 0 0,0 0-1 0 0,0-1 0 0 0,1 1 1 0 0,0-1-1 0 0,11 11 0 0 0,-16-18-78 0 0,1 1-1 0 0,0 0 1 0 0,0 0-1 0 0,0-1 1 0 0,-1 1-1 0 0,1 0 1 0 0,0-1 0 0 0,0 1-1 0 0,0-1 1 0 0,0 1-1 0 0,0-1 1 0 0,0 1-1 0 0,1-1 1 0 0,-1 0-1 0 0,0 0 1 0 0,0 1 0 0 0,0-1-1 0 0,0 0 1 0 0,0 0-1 0 0,0 0 1 0 0,0 0-1 0 0,0 0 1 0 0,1 0-1 0 0,-1-1 1 0 0,0 1-1 0 0,0 0 1 0 0,1-1 0 0 0,1 0-42 0 0,-1-1 1 0 0,1 0 0 0 0,0 1-1 0 0,-1-1 1 0 0,0 0 0 0 0,1 0-1 0 0,-1-1 1 0 0,0 1 0 0 0,3-5-1 0 0,3-5-184 0 0,0 0-1 0 0,-1-1 1 0 0,6-16 0 0 0,10-43-1153 0 0,-19 55 1581 0 0,1-1 0 0 0,1 1 1 0 0,14-28-1 0 0,-20 45-93 0 0,0 0 0 0 0,0-1 0 0 0,0 1 0 0 0,0 0 0 0 0,1-1 0 0 0,-1 1-1 0 0,0 0 1 0 0,0-1 0 0 0,0 1 0 0 0,1 0 0 0 0,-1 0 0 0 0,0-1 0 0 0,0 1-1 0 0,1 0 1 0 0,-1 0 0 0 0,0-1 0 0 0,0 1 0 0 0,1 0 0 0 0,-1 0 0 0 0,0 0-1 0 0,1 0 1 0 0,-1-1 0 0 0,0 1 0 0 0,1 0 0 0 0,-1 0 0 0 0,0 0 0 0 0,1 0-1 0 0,-1 0 1 0 0,1 0 0 0 0,-1 0 0 0 0,0 0 0 0 0,1 0 0 0 0,-1 0 0 0 0,0 0-1 0 0,1 0 1 0 0,-1 0 0 0 0,0 0 0 0 0,1 1 0 0 0,-1-1 0 0 0,0 0 0 0 0,1 0-1 0 0,-1 0 1 0 0,13 17 957 0 0,3 25-1144 0 0,-6-4 83 0 0,-1-7-412 0 0,0-1 0 0 0,19 39 1 0 0,-18-51-740 0 0</inkml:trace>
</inkml:ink>
</file>

<file path=ppt/ink/ink1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43:15.5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83 10138 0 0,'5'-4'896'0'0,"0"-1"-712"0"0,2 1-184 0 0,1 0 0 0 0,-2 0 328 0 0,-2 2 33 0 0,3-2 7 0 0,1-2 0 0 0,8-2 40 0 0,1-3 8 0 0,1 0 0 0 0,-2 1 0 0 0,-5 4-928 0 0,-2 2-192 0 0,-3 4-32 0 0,-1 1-1 0 0,0 4 633 0 0,-1 0 104 0 0</inkml:trace>
</inkml:ink>
</file>

<file path=ppt/ink/ink1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43:15.9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0 337 6849 0 0,'10'-4'305'0'0,"-2"1"63"0"0,-2 0-296 0 0,-1 1-72 0 0,-2 0 0 0 0,-1 1 0 0 0,2-2 0 0 0,4 1 0 0 0,1-2 0 0 0,2-1-64 0 0</inkml:trace>
  <inkml:trace contextRef="#ctx0" brushRef="#br0" timeOffset="1">310 13 3681 0 0,'10'-9'-561'0'0,"3"6"12700"0"0,-15 18-9299 0 0,-2 1-2394 0 0,1 0 1 0 0,0 0 0 0 0,1 0 0 0 0,1 1 0 0 0,1-1 0 0 0,0 0 0 0 0,2 1 0 0 0,-1-1 0 0 0,2 0 0 0 0,0 0-1 0 0,7 18 1 0 0,-5-19-666 0 0,0 0-1 0 0,2 0 1 0 0,0-1-1 0 0,16 25 1 0 0,-15-29-415 0 0,-1 0 1 0 0,2 0 0 0 0,0-1-1 0 0,0 0 1 0 0,0 0 0 0 0,15 9-1 0 0,-12-11 205 0 0,0-4 300 0 0</inkml:trace>
</inkml:ink>
</file>

<file path=ppt/ink/ink1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43:16.9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 47 456 0 0,'-1'-16'813'0'0,"-6"-7"7322"0"0,7 23-7862 0 0,0-1 0 0 0,0 1 0 0 0,-1-1-1 0 0,1 1 1 0 0,0 0 0 0 0,-1-1 0 0 0,1 1 0 0 0,0-1 0 0 0,-1 1-1 0 0,1 0 1 0 0,0-1 0 0 0,-1 1 0 0 0,1 0 0 0 0,-1 0 0 0 0,1-1-1 0 0,0 1 1 0 0,-1 0 0 0 0,1 0 0 0 0,-1-1 0 0 0,1 1 0 0 0,-1 0-1 0 0,1 0 1 0 0,-1 0 0 0 0,1 0 0 0 0,-2 0 0 0 0,1 0-177 0 0,0 1 0 0 0,0-1 0 0 0,-1 1 0 0 0,1-1 0 0 0,0 1 0 0 0,0 0 0 0 0,0-1 0 0 0,0 1 0 0 0,0 0 0 0 0,0 0 0 0 0,0 0 0 0 0,0 0 0 0 0,0 0 0 0 0,1 0 0 0 0,-2 1 1 0 0,-3 5 153 0 0,1 1 0 0 0,0-1 0 0 0,0 1 1 0 0,1 0-1 0 0,0 0 0 0 0,0 0 1 0 0,1 0-1 0 0,0 1 0 0 0,-1 11 1 0 0,1-1-51 0 0,0 0 0 0 0,2 0 0 0 0,2 22 0 0 0,-1-34-181 0 0,0 1 0 0 0,1-1 0 0 0,0 1 0 0 0,0-1 0 0 0,1 1-1 0 0,0-1 1 0 0,0 0 0 0 0,1-1 0 0 0,0 1 0 0 0,0 0 0 0 0,1-1 0 0 0,0 0 0 0 0,0 0 0 0 0,0-1 0 0 0,10 9 0 0 0,-10-9-24 0 0,1-1 0 0 0,-1 0 1 0 0,1 0-1 0 0,0-1 0 0 0,0 0 1 0 0,0 0-1 0 0,0 0 1 0 0,0-1-1 0 0,1 0 0 0 0,-1 0 1 0 0,1-1-1 0 0,-1 1 0 0 0,1-2 1 0 0,0 1-1 0 0,-1-1 1 0 0,1 1-1 0 0,0-2 0 0 0,8 0 1 0 0,-11 0-12 0 0,0-1 1 0 0,0 1-1 0 0,0-1 1 0 0,0 0-1 0 0,0 0 1 0 0,0 0-1 0 0,-1 0 1 0 0,1 0-1 0 0,-1-1 1 0 0,1 0-1 0 0,-1 0 1 0 0,0 0-1 0 0,0 0 1 0 0,0 0-1 0 0,0-1 1 0 0,-1 1-1 0 0,0-1 1 0 0,1 0-1 0 0,-1 0 0 0 0,0 0 1 0 0,-1 0-1 0 0,1 0 1 0 0,-1 0-1 0 0,0 0 1 0 0,0 0-1 0 0,0-1 1 0 0,0 1-1 0 0,-1-6 1 0 0,1 0 53 0 0,0 0 1 0 0,-1 0-1 0 0,0 0 1 0 0,-1 0-1 0 0,0 0 1 0 0,-1 0-1 0 0,0 0 1 0 0,-1 0-1 0 0,1 0 1 0 0,-2 1-1 0 0,-4-11 1 0 0,3 12-63 0 0,0-1 0 0 0,-1 1 0 0 0,0 0 1 0 0,0 0-1 0 0,-1 0 0 0 0,0 1 1 0 0,-1 0-1 0 0,1 1 0 0 0,-1-1 0 0 0,-1 1 1 0 0,1 1-1 0 0,-18-9 0 0 0,14 9-780 0 0,0 0-1 0 0,-1 1 0 0 0,-13-3 0 0 0,9 3-5774 0 0</inkml:trace>
</inkml:ink>
</file>

<file path=ppt/ink/ink1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43:17.8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 10 6449 0 0,'0'0'187'0'0,"0"0"-1"0"0,0-1 0 0 0,0 1 1 0 0,0 0-1 0 0,0-1 0 0 0,0 1 0 0 0,0 0 1 0 0,0-1-1 0 0,0 1 0 0 0,0 0 1 0 0,0-1-1 0 0,0 1 0 0 0,0 0 0 0 0,0-1 1 0 0,0 1-1 0 0,0 0 0 0 0,0-1 1 0 0,-1 1-1 0 0,1 0 0 0 0,0-1 0 0 0,0 1 1 0 0,0 0-1 0 0,-1 0 0 0 0,1-1 1 0 0,0 1-1 0 0,0 0 0 0 0,-1 0 1 0 0,1-1-1 0 0,0 1 0 0 0,0 0 0 0 0,-1 0 1 0 0,1 0-1 0 0,0 0 0 0 0,-1-1 1 0 0,-10 7 3573 0 0,-9 19-1551 0 0,15-10-2127 0 0,1-1 1 0 0,0 1 0 0 0,1 1 0 0 0,0-1 0 0 0,1 0-1 0 0,1 1 1 0 0,1-1 0 0 0,0 1 0 0 0,1-1-1 0 0,0 0 1 0 0,1 1 0 0 0,1-1 0 0 0,1 0-1 0 0,0 0 1 0 0,1 0 0 0 0,0-1 0 0 0,9 17-1 0 0,-12-28-82 0 0,-1-1 0 0 0,1 1-1 0 0,0 0 1 0 0,0-1-1 0 0,0 1 1 0 0,0-1 0 0 0,0 0-1 0 0,0 0 1 0 0,1 0 0 0 0,-1 0-1 0 0,1 0 1 0 0,0 0-1 0 0,-1 0 1 0 0,1-1 0 0 0,0 0-1 0 0,0 1 1 0 0,0-1 0 0 0,0 0-1 0 0,0-1 1 0 0,0 1-1 0 0,1 0 1 0 0,2-1 0 0 0,-3 0 5 0 0,1 0 0 0 0,-1-1 0 0 0,1 1 0 0 0,-1-1 0 0 0,0 0 1 0 0,0 0-1 0 0,1-1 0 0 0,-1 1 0 0 0,0 0 0 0 0,0-1 1 0 0,0 0-1 0 0,0 0 0 0 0,-1 0 0 0 0,1 0 0 0 0,0 0 0 0 0,-1-1 1 0 0,0 1-1 0 0,1-1 0 0 0,-1 1 0 0 0,2-5 0 0 0,2-1 35 0 0,-1-1 0 0 0,0 0 0 0 0,5-12 0 0 0,-9 19-41 0 0,0 0 1 0 0,0-1 0 0 0,0 1 0 0 0,0 0 0 0 0,-1 0 0 0 0,1-1-1 0 0,-1 1 1 0 0,0 0 0 0 0,0 0 0 0 0,1-1 0 0 0,-2 1 0 0 0,1 0 0 0 0,0-1-1 0 0,0 1 1 0 0,-1 0 0 0 0,1 0 0 0 0,-1-1 0 0 0,0 1 0 0 0,1 0 0 0 0,-3-4-1 0 0,2 6 12 0 0,0-1-1 0 0,0 0 0 0 0,0 1 0 0 0,0-1 0 0 0,0 1 0 0 0,-1-1 0 0 0,1 1 0 0 0,0 0 0 0 0,0-1 0 0 0,0 1 1 0 0,-1 0-1 0 0,1 0 0 0 0,0 0 0 0 0,0 0 0 0 0,0 0 0 0 0,-1 0 0 0 0,1 0 0 0 0,0 0 0 0 0,0 1 1 0 0,0-1-1 0 0,-1 0 0 0 0,1 1 0 0 0,0-1 0 0 0,0 1 0 0 0,0-1 0 0 0,-2 2 0 0 0,-30 17 324 0 0,32-19-326 0 0,-14 10 30 0 0,0 1 0 0 0,2 0 1 0 0,-1 0-1 0 0,-14 18 0 0 0,15-13-291 0 0</inkml:trace>
</inkml:ink>
</file>

<file path=ppt/ink/ink1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43:19.4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178 21 9674 0 0,'1'-1'41'0'0,"-1"1"1"0"0,1 0-1 0 0,-1-1 0 0 0,0 1 1 0 0,0-1-1 0 0,1 1 0 0 0,-1 0 1 0 0,0-1-1 0 0,1 1 0 0 0,-1-1 1 0 0,0 1-1 0 0,0-1 0 0 0,0 1 1 0 0,0 0-1 0 0,0-1 0 0 0,1 1 1 0 0,-1-1-1 0 0,0 1 0 0 0,0-1 1 0 0,0 1-1 0 0,0-1 0 0 0,0 1 1 0 0,0-1-1 0 0,0 1 0 0 0,-1-1 1 0 0,1 1-1 0 0,0-1 0 0 0,0 1 1 0 0,0-1-1 0 0,0 1 0 0 0,-1-1 1 0 0,1 1-1 0 0,0 0 0 0 0,0-1 1 0 0,-1 1-1 0 0,1-1 0 0 0,0 1 1 0 0,-1 0-1 0 0,1-1 0 0 0,0 1 1 0 0,-1 0-1 0 0,1-1 0 0 0,-1 1 1 0 0,1 0-1 0 0,0 0 0 0 0,-1-1 1 0 0,1 1-1 0 0,-1 0 0 0 0,1 0 1 0 0,-1 0-1 0 0,1 0 0 0 0,-1 0 1 0 0,1 0-1 0 0,-1 0 0 0 0,0-1 1 0 0,-1 2 117 0 0,0-1 0 0 0,0 0 0 0 0,-1 0 1 0 0,1 1-1 0 0,0-1 0 0 0,0 1 0 0 0,0 0 1 0 0,0-1-1 0 0,0 1 0 0 0,0 0 0 0 0,1 0 1 0 0,-4 2-1 0 0,-5 7 137 0 0,0 0 1 0 0,0 0-1 0 0,1 1 0 0 0,0 1 1 0 0,1-1-1 0 0,-12 22 0 0 0,6-5 161 0 0,-22 58-1 0 0,33-75-352 0 0,-1-1-1 0 0,2 1 0 0 0,0 0 0 0 0,0 0 1 0 0,1 0-1 0 0,0 0 0 0 0,0 0 0 0 0,2 0 1 0 0,-1 0-1 0 0,1 0 0 0 0,4 13 0 0 0,-3-15-83 0 0,1 0 0 0 0,1-1 0 0 0,-1 1 0 0 0,1-1 0 0 0,1 0 0 0 0,-1 0 0 0 0,2 0 0 0 0,-1 0 0 0 0,1-1 0 0 0,0 0 0 0 0,0 0 0 0 0,1-1 0 0 0,12 10 0 0 0,-3-4 72 0 0,1 0-1 0 0,1-1 1 0 0,0 0 0 0 0,37 14-1 0 0,-49-22-39 0 0,1-1-1 0 0,-1 0 1 0 0,0 0-1 0 0,1-1 0 0 0,-1 0 1 0 0,1 0-1 0 0,0 0 1 0 0,-1-1-1 0 0,1 0 1 0 0,0 0-1 0 0,-1-1 1 0 0,1 0-1 0 0,0 0 1 0 0,-1 0-1 0 0,1-1 0 0 0,-1 0 1 0 0,0 0-1 0 0,0-1 1 0 0,7-3-1 0 0,-11 5-40 0 0,0 0-1 0 0,0 0 1 0 0,-1-1-1 0 0,1 1 1 0 0,-1 0-1 0 0,1-1 1 0 0,-1 1-1 0 0,0-1 1 0 0,1 1 0 0 0,-1-1-1 0 0,0 0 1 0 0,0 0-1 0 0,0 1 1 0 0,0-1-1 0 0,0 0 1 0 0,-1 0-1 0 0,1 0 1 0 0,0 0-1 0 0,-1 0 1 0 0,1 0-1 0 0,-1-3 1 0 0,0 1-32 0 0,0 0-1 0 0,-1 1 1 0 0,0-1 0 0 0,0 1-1 0 0,0-1 1 0 0,0 1 0 0 0,0-1-1 0 0,0 1 1 0 0,-1 0 0 0 0,0-1-1 0 0,-3-3 1 0 0,-1-3-95 0 0,-2 1 1 0 0,1 1 0 0 0,-1-1-1 0 0,-1 1 1 0 0,1 1 0 0 0,-20-14-1 0 0,-21-1-247 0 0,41 20 268 0 0,1-1 0 0 0,-1 0 0 0 0,1-1 1 0 0,-1 1-1 0 0,1-1 0 0 0,0-1 0 0 0,1 1 1 0 0,-9-9-1 0 0,14 13 89 0 0,1-1 1 0 0,-1 0-1 0 0,1 1 0 0 0,-1-1 1 0 0,1 0-1 0 0,-1 0 1 0 0,1 0-1 0 0,0 1 0 0 0,-1-1 1 0 0,1 0-1 0 0,0 0 1 0 0,0 0-1 0 0,0 0 0 0 0,0 0 1 0 0,0 1-1 0 0,0-1 1 0 0,0 0-1 0 0,0 0 0 0 0,0 0 1 0 0,0 0-1 0 0,0 0 1 0 0,0 0-1 0 0,1 1 0 0 0,-1-3 1 0 0,17-20-225 0 0,28-12-80 0 0,-36 29 595 0 0,0 1 1 0 0,0 0 0 0 0,1 0-1 0 0,0 1 1 0 0,0 0-1 0 0,0 0 1 0 0,0 2 0 0 0,18-4-1 0 0,-25 5-208 0 0,0 1 0 0 0,1 0 0 0 0,-1 0 0 0 0,0 0 0 0 0,0 1 0 0 0,0-1 0 0 0,0 1-1 0 0,0-1 1 0 0,0 1 0 0 0,0 0 0 0 0,0 0 0 0 0,-1 0 0 0 0,1 1 0 0 0,0-1 0 0 0,0 1 0 0 0,-1-1 0 0 0,1 1-1 0 0,-1 0 1 0 0,1 0 0 0 0,-1 0 0 0 0,0 0 0 0 0,0 0 0 0 0,0 1 0 0 0,0-1 0 0 0,0 1 0 0 0,-1-1 0 0 0,1 1-1 0 0,-1 0 1 0 0,0 0 0 0 0,1 0 0 0 0,-1-1 0 0 0,0 1 0 0 0,0 6 0 0 0,7 27 50 0 0,3 40-1 0 0,-7-40-92 0 0,11 44-1 0 0,6-21-647 0 0,-16-49-52 0 0</inkml:trace>
</inkml:ink>
</file>

<file path=ppt/ink/ink1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43:19.7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6 8290 0 0,'-5'-6'8993'0'0,"5"21"-8552"0"0,-1 12 453 0 0,2-1 0 0 0,0 1 1 0 0,7 33-1 0 0,4-16-2410 0 0,6-2-3343 0 0,-10-29-1553 0 0</inkml:trace>
</inkml:ink>
</file>

<file path=ppt/ink/ink1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43:20.5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 29 4145 0 0,'13'-28'2444'0'0,"-22"47"2281"0"0,3-9-3857 0 0,-28 61 2086 0 0,32-65-2847 0 0,0-1-1 0 0,0 0 0 0 0,1 1 0 0 0,0-1 1 0 0,0 1-1 0 0,0-1 0 0 0,0 1 0 0 0,1 0 1 0 0,0-1-1 0 0,0 1 0 0 0,2 6 1 0 0,-2-11-104 0 0,0 0 0 0 0,0 0 0 0 0,0 0 0 0 0,0-1 0 0 0,0 1 1 0 0,1 0-1 0 0,-1 0 0 0 0,0-1 0 0 0,1 1 0 0 0,-1 0 1 0 0,1 0-1 0 0,-1-1 0 0 0,1 1 0 0 0,-1-1 0 0 0,1 1 1 0 0,-1 0-1 0 0,1-1 0 0 0,-1 1 0 0 0,1-1 0 0 0,0 1 1 0 0,-1-1-1 0 0,1 1 0 0 0,0-1 0 0 0,0 0 0 0 0,-1 1 1 0 0,1-1-1 0 0,1 0 0 0 0,-1 0-6 0 0,0 0 0 0 0,1 0 0 0 0,-1 0 1 0 0,0 0-1 0 0,1-1 0 0 0,-1 1 0 0 0,0-1 0 0 0,1 1 0 0 0,-1-1 0 0 0,0 1 0 0 0,0-1 0 0 0,1 0 0 0 0,-1 1 1 0 0,1-3-1 0 0,3-1-87 0 0,0 0 1 0 0,0-1 0 0 0,0 0 0 0 0,-1 0-1 0 0,5-7 1 0 0,5-27-690 0 0,-14 20 350 0 0,-1 19 422 0 0,1-1 0 0 0,0 1 0 0 0,0 0 1 0 0,-1-1-1 0 0,1 1 0 0 0,0 0 0 0 0,-1-1 0 0 0,1 1 0 0 0,-1 0 0 0 0,1 0 0 0 0,0-1 0 0 0,-1 1 0 0 0,1 0 1 0 0,-1 0-1 0 0,1 0 0 0 0,0 0 0 0 0,-1-1 0 0 0,1 1 0 0 0,-1 0 0 0 0,1 0 0 0 0,-1 0 0 0 0,1 0 0 0 0,-1 0 1 0 0,1 0-1 0 0,-1 0 0 0 0,1 0 0 0 0,0 1 0 0 0,-1-1 0 0 0,1 0 0 0 0,-1 0 0 0 0,1 0 0 0 0,-1 0 0 0 0,1 1 1 0 0,0-1-1 0 0,-1 0 0 0 0,-2 2-234 0 0,1-1 0 0 0,0 0 0 0 0,0 1 0 0 0,0-1 0 0 0,1 1 0 0 0,-1-1 0 0 0,0 1 0 0 0,1 0 0 0 0,-3 2 0 0 0,-2 6-4181 0 0</inkml:trace>
</inkml:ink>
</file>

<file path=ppt/ink/ink1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43:20.9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63 5529 0 0,'51'-25'6470'0'0,"28"-8"-1075"0"0,-78 32-5417 0 0,1 0 0 0 0,-1 1-1 0 0,1-1 1 0 0,-1 1-1 0 0,1-1 1 0 0,0 1-1 0 0,-1 0 1 0 0,1 0 0 0 0,-1 0-1 0 0,1 0 1 0 0,0 0-1 0 0,-1 0 1 0 0,3 1-1 0 0,-2-1-253 0 0,-1 1-1 0 0,0-1 0 0 0,1 1 1 0 0,-1 0-1 0 0,0-1 1 0 0,0 1-1 0 0,1 0 0 0 0,-1 0 1 0 0,0 0-1 0 0,0 0 0 0 0,0 0 1 0 0,0 0-1 0 0,0 0 0 0 0,1 3 1 0 0,4 5-1389 0 0</inkml:trace>
</inkml:ink>
</file>

<file path=ppt/ink/ink1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43:21.2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68 3681 0 0,'-8'3'3849'0'0,"17"-5"1409"0"0,10-2-1177 0 0,-12 1-5032 0 0,94-52-4845 0 0,-88 49 5796 0 0</inkml:trace>
</inkml:ink>
</file>

<file path=ppt/ink/ink1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43:21.6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6913 0 0,'4'6'13718'0'0,"7"19"-13236"0"0,-2 0-1 0 0,0 1 1 0 0,-2 0-1 0 0,5 35 1 0 0,5 15-327 0 0,-9-42-160 0 0,2 5 119 0 0,16 44 0 0 0,-22-74-204 0 0,0 0 1 0 0,0 1 0 0 0,1-1 0 0 0,0-1 0 0 0,0 1 0 0 0,1-1-1 0 0,1 0 1 0 0,-1 0 0 0 0,15 12 0 0 0,-4-12-2529 0 0,-11-7-4622 0 0</inkml:trace>
  <inkml:trace contextRef="#ctx0" brushRef="#br0" timeOffset="1">342 18 1376 0 0,'0'0'257'0'0,"0"-1"-1"0"0,1 1 0 0 0,-1-1 0 0 0,0 1 0 0 0,0 0 1 0 0,0-1-1 0 0,1 1 0 0 0,-1-1 0 0 0,0 1 1 0 0,1 0-1 0 0,-1-1 0 0 0,0 1 0 0 0,1 0 1 0 0,-1-1-1 0 0,0 1 0 0 0,1 0 0 0 0,-1 0 0 0 0,1-1 1 0 0,-1 1-1 0 0,1 0 0 0 0,-1 0 0 0 0,0 0 1 0 0,1 0-1 0 0,-1 0 0 0 0,1 0 0 0 0,-1-1 1 0 0,1 1-1 0 0,-1 0 0 0 0,1 0 0 0 0,-1 0 1 0 0,1 0-1 0 0,-1 1 0 0 0,1-1 0 0 0,-1 0 0 0 0,1 0 1 0 0,-1 0-1 0 0,12 17 5967 0 0,0 27-2104 0 0,-8-24-3809 0 0,1 0 0 0 0,0 0 0 0 0,15 33 0 0 0,-17-48-292 0 0,-1 1 0 0 0,1-1 1 0 0,0 0-1 0 0,0 0 0 0 0,1 0 0 0 0,0 0 0 0 0,-1 0 0 0 0,2-1 0 0 0,-1 0 0 0 0,0 0 0 0 0,1 0 0 0 0,0 0 0 0 0,0 0 1 0 0,0-1-1 0 0,0 0 0 0 0,0 0 0 0 0,9 2 0 0 0,-11-4-9 0 0,0-1 1 0 0,-1 1 0 0 0,1-1-1 0 0,0 0 1 0 0,0 0 0 0 0,0 0-1 0 0,0 0 1 0 0,0-1-1 0 0,0 1 1 0 0,-1-1 0 0 0,1 0-1 0 0,0 0 1 0 0,0 0 0 0 0,-1 0-1 0 0,1 0 1 0 0,0 0-1 0 0,-1-1 1 0 0,0 1 0 0 0,1-1-1 0 0,-1 0 1 0 0,0 0-1 0 0,0 0 1 0 0,0 0 0 0 0,0 0-1 0 0,0 0 1 0 0,0 0 0 0 0,0-1-1 0 0,-1 1 1 0 0,1-1-1 0 0,-1 1 1 0 0,0-1 0 0 0,1-3-1 0 0,2-1-35 0 0,-1 0 0 0 0,-1-1 0 0 0,1 1 0 0 0,-1-1 0 0 0,-1 1 0 0 0,1-1 0 0 0,-1 0 0 0 0,-1 0 0 0 0,1 1 0 0 0,-2-15 0 0 0,0 18-16 0 0,1 0 0 0 0,-1 0 1 0 0,0 0-1 0 0,-1 1 0 0 0,1-1 1 0 0,-1 1-1 0 0,1-1 0 0 0,-1 1 1 0 0,0-1-1 0 0,0 1 0 0 0,0 0 1 0 0,-1 0-1 0 0,1 0 0 0 0,-1 0 1 0 0,0 1-1 0 0,0-1 1 0 0,0 1-1 0 0,0-1 0 0 0,0 1 1 0 0,0 0-1 0 0,-1 0 0 0 0,1 0 1 0 0,-5-1-1 0 0,-2 0-471 0 0,1 1-1 0 0,0 0 1 0 0,-1 0 0 0 0,0 1-1 0 0,1 0 1 0 0,-1 0-1 0 0,0 1 1 0 0,-11 2 0 0 0,-2 0-5821 0 0</inkml:trace>
</inkml:ink>
</file>

<file path=ppt/ink/ink1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43:22.1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200 23 7834 0 0,'14'-10'260'0'0,"8"-2"5027"0"0,-21 12-5096 0 0,-1 0 1 0 0,1 0-1 0 0,-1 0 1 0 0,1-1-1 0 0,-1 1 1 0 0,1 0-1 0 0,-1 0 1 0 0,1 0-1 0 0,-1 0 1 0 0,1 0-1 0 0,-1 0 0 0 0,1 0 1 0 0,-1 0-1 0 0,1 0 1 0 0,0 1-1 0 0,-1-1 1 0 0,1 0-1 0 0,-1 0 1 0 0,1 0-1 0 0,-1 1 1 0 0,0-1-1 0 0,1 0 1 0 0,-1 0-1 0 0,1 1 0 0 0,-1-1 1 0 0,1 1-1 0 0,0 0-50 0 0,-1 0 0 0 0,1 0 0 0 0,-1 1 0 0 0,0-1-1 0 0,1 0 1 0 0,-1 1 0 0 0,0-1 0 0 0,0 0 0 0 0,0 1-1 0 0,0-1 1 0 0,0 0 0 0 0,0 1 0 0 0,0-1 0 0 0,0 0-1 0 0,-1 3 1 0 0,-2 6 34 0 0,0-1-1 0 0,0 1 1 0 0,0-1-1 0 0,-2 1 1 0 0,1-1-1 0 0,-1 0 1 0 0,0-1-1 0 0,-1 1 1 0 0,0-1-1 0 0,0 0 1 0 0,-10 9-1 0 0,11-12-174 0 0,-1 1-1 0 0,0-1 1 0 0,0-1-1 0 0,0 1 1 0 0,0-1-1 0 0,-1 0 1 0 0,1 0 0 0 0,-1 0-1 0 0,0-1 1 0 0,0-1-1 0 0,0 1 1 0 0,-1-1-1 0 0,1 0 1 0 0,-1 0 0 0 0,-12 0-1 0 0,17-2-30 0 0,1 0-1 0 0,-1 0 1 0 0,0 0-1 0 0,0 0 0 0 0,1-1 1 0 0,-1 1-1 0 0,0-1 1 0 0,1 0-1 0 0,-1 0 1 0 0,1 0-1 0 0,-1 0 0 0 0,1 0 1 0 0,-1 0-1 0 0,1-1 1 0 0,0 1-1 0 0,-1-1 1 0 0,1 0-1 0 0,0 0 1 0 0,0 0-1 0 0,0 0 0 0 0,1 0 1 0 0,-1 0-1 0 0,0 0 1 0 0,1 0-1 0 0,-1-1 1 0 0,1 1-1 0 0,0-1 0 0 0,0 1 1 0 0,0-1-1 0 0,0 1 1 0 0,0-1-1 0 0,1 0 1 0 0,-1 1-1 0 0,1-1 0 0 0,-1 0 1 0 0,1 0-1 0 0,1-4 1 0 0,-1 1-67 0 0,0 1 0 0 0,0-1 0 0 0,1 1 0 0 0,0-1 0 0 0,1 1 0 0 0,-1-1 0 0 0,1 1 0 0 0,0 0 0 0 0,0-1 0 0 0,0 1-1 0 0,1 0 1 0 0,0 1 0 0 0,0-1 0 0 0,0 0 0 0 0,1 1 0 0 0,-1 0 0 0 0,1-1 0 0 0,5-2 0 0 0,-7 4 157 0 0,1 1 0 0 0,0 0 0 0 0,0 0 0 0 0,0 0 0 0 0,0 1 0 0 0,0-1 0 0 0,0 1 0 0 0,0-1 0 0 0,0 1-1 0 0,1 0 1 0 0,-1 0 0 0 0,1 0 0 0 0,-1 1 0 0 0,1 0 0 0 0,-1-1 0 0 0,1 1 0 0 0,-1 0 0 0 0,1 0 0 0 0,-1 1 0 0 0,0-1 0 0 0,1 1 0 0 0,-1 0 0 0 0,1 0-1 0 0,-1 0 1 0 0,0 0 0 0 0,0 0 0 0 0,1 1 0 0 0,-1 0 0 0 0,0-1 0 0 0,0 1 0 0 0,3 3 0 0 0,-1 0 42 0 0,0 0 0 0 0,-1 0 0 0 0,0 0 0 0 0,0 0 0 0 0,0 1 1 0 0,-1 0-1 0 0,0 0 0 0 0,0 0 0 0 0,0 0 0 0 0,-1 0 0 0 0,0 0 0 0 0,0 1 0 0 0,0-1 0 0 0,-1 1 1 0 0,1 12-1 0 0,-2 1-263 0 0,0 0 1 0 0,-1 0 0 0 0,-2 1 0 0 0,0-1 0 0 0,-1-1 0 0 0,-11 34-1 0 0,11-39-7790 0 0</inkml:trace>
</inkml:ink>
</file>

<file path=ppt/ink/ink1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43:51.7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45 177 1376 0 0,'-2'0'188'0'0,"0"0"0"0"0,0 0 1 0 0,0 0-1 0 0,0 0 0 0 0,0-1 0 0 0,-1 1 0 0 0,1 0 0 0 0,0-1 0 0 0,0 1 0 0 0,1-1 0 0 0,-1 0 0 0 0,0 0 0 0 0,0 0 0 0 0,0 0 1 0 0,0 0-1 0 0,1 0 0 0 0,-1 0 0 0 0,-2-2 0 0 0,4 2 18 0 0,-1 0 0 0 0,0-1 0 0 0,1 1 0 0 0,-1 0 0 0 0,0-1 0 0 0,1 1 0 0 0,0-1 0 0 0,-1 1 0 0 0,1 0 0 0 0,0-1 0 0 0,0 1 0 0 0,0-1 0 0 0,0 1 0 0 0,0-1 0 0 0,0 1 0 0 0,0-1 0 0 0,0 1 0 0 0,0 0 0 0 0,1-3 0 0 0,2-3 267 0 0,0 0 0 0 0,0 0 0 0 0,0 0 0 0 0,1 0 0 0 0,0 0 0 0 0,1 1-1 0 0,8-11 1 0 0,-7 10-336 0 0,1 0 1 0 0,0 0-1 0 0,1 0 0 0 0,-1 1 0 0 0,1 0 0 0 0,1 1 0 0 0,-1-1 0 0 0,16-6 0 0 0,-22 11-121 0 0,1 0 0 0 0,-1 1 0 0 0,1-1 0 0 0,-1 0 0 0 0,1 1 1 0 0,0-1-1 0 0,-1 1 0 0 0,1 0 0 0 0,0 0 0 0 0,-1 0 0 0 0,1 0 0 0 0,0 1 0 0 0,-1-1 0 0 0,1 1 1 0 0,-1-1-1 0 0,1 1 0 0 0,-1 0 0 0 0,1 0 0 0 0,-1 0 0 0 0,1 0 0 0 0,-1 1 0 0 0,0-1 0 0 0,0 0 1 0 0,1 1-1 0 0,-1 0 0 0 0,0 0 0 0 0,-1-1 0 0 0,1 1 0 0 0,0 0 0 0 0,0 0 0 0 0,-1 1 0 0 0,1-1 1 0 0,-1 0-1 0 0,0 0 0 0 0,0 1 0 0 0,0-1 0 0 0,1 4 0 0 0,1 1 66 0 0,0 0 0 0 0,-1 0 0 0 0,0 0 0 0 0,0 1 0 0 0,-1-1 0 0 0,0 0 0 0 0,0 1 0 0 0,0 0 0 0 0,-1-1 0 0 0,-1 1 0 0 0,1-1 0 0 0,-1 1 0 0 0,0-1 0 0 0,-3 9 0 0 0,-4 6 386 0 0,0 1 0 0 0,-1-2 0 0 0,-14 25 0 0 0,10-21 489 0 0,-16 40 0 0 0,29-64-931 0 0,0-1 1 0 0,-1 1-1 0 0,1 0 0 0 0,-1 0 1 0 0,1 0-1 0 0,0 0 0 0 0,0 0 1 0 0,0 0-1 0 0,0 0 0 0 0,-1 0 1 0 0,1 0-1 0 0,0 0 1 0 0,0 0-1 0 0,1 0 0 0 0,-1 0 1 0 0,0 0-1 0 0,0-1 0 0 0,0 1 1 0 0,1 0-1 0 0,-1 0 0 0 0,0 0 1 0 0,1 1-1 0 0,0-2-10 0 0,0 1-1 0 0,0-1 1 0 0,-1 0-1 0 0,1 1 1 0 0,0-1-1 0 0,0 0 1 0 0,-1 0-1 0 0,1 1 1 0 0,0-1-1 0 0,0 0 1 0 0,-1 0-1 0 0,1 0 1 0 0,0 0-1 0 0,0 0 1 0 0,0 0 0 0 0,-1-1-1 0 0,1 1 1 0 0,0 0-1 0 0,0 0 1 0 0,1-1-1 0 0,8-3 46 0 0,0 0 1 0 0,0-1-1 0 0,10-7 0 0 0,-10 6 11 0 0,14-7-69 0 0,1 2 0 0 0,40-14-1 0 0,-55 22-463 0 0,0 0-1 0 0,1 1 1 0 0,0 0 0 0 0,-1 1-1 0 0,1 0 1 0 0,0 0-1 0 0,-1 1 1 0 0,1 1 0 0 0,16 2-1 0 0,-13 1-5534 0 0</inkml:trace>
</inkml:ink>
</file>

<file path=ppt/ink/ink1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43:52.3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32 8754 0 0,'0'-1'245'0'0,"-1"0"-1"0"0,1-1 1 0 0,0 1 0 0 0,-1-1-1 0 0,1 1 1 0 0,0 0 0 0 0,0-1-1 0 0,0 1 1 0 0,0-1 0 0 0,0 1-1 0 0,1-1 1 0 0,-1 1 0 0 0,0 0-1 0 0,1-1 1 0 0,-1 1 0 0 0,2-2-1 0 0,4-4 1841 0 0,-5 7-2010 0 0,0 1 1 0 0,-1-1 0 0 0,1 1 0 0 0,-1 0 0 0 0,1-1 0 0 0,-1 1-1 0 0,1-1 1 0 0,-1 1 0 0 0,1 0 0 0 0,-1-1 0 0 0,1 1 0 0 0,-1 0-1 0 0,0-1 1 0 0,1 1 0 0 0,-1 0 0 0 0,0 0 0 0 0,0-1 0 0 0,0 1-1 0 0,1 1 1 0 0,20 96 3210 0 0,-18-77-3242 0 0,1 0 0 0 0,1 0 0 0 0,0 0-1 0 0,2-1 1 0 0,0 1 0 0 0,2-1-1 0 0,0-1 1 0 0,15 23 0 0 0,16 18-5397 0 0,-35-48-222 0 0</inkml:trace>
</inkml:ink>
</file>

<file path=ppt/ink/ink1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43:52.7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108 1 2304 0 0,'-17'34'6428'0'0,"5"-6"-5402"0"0,8-20-746 0 0,-6 12 1123 0 0,0-1 0 0 0,-2 0-1 0 0,0-1 1 0 0,-19 23 0 0 0,36-40-1105 0 0,0 1 0 0 0,0-1 0 0 0,0 0 0 0 0,1-1 0 0 0,-1 1 0 0 0,0-1 0 0 0,7 0 0 0 0,24-5-337 0 0,54-5 1677 0 0,-46 14-3000 0 0,-2 9-3605 0 0,-32-7-1353 0 0</inkml:trace>
</inkml:ink>
</file>

<file path=ppt/ink/ink1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44:02.4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29 3681 0 0,'0'-2'400'0'0,"0"1"1"0"0,0 0-1 0 0,0-1 1 0 0,0 1-1 0 0,0 0 1 0 0,-1-1-1 0 0,1 1 1 0 0,0 0-1 0 0,-1 0 1 0 0,1-1-1 0 0,-1 1 1 0 0,1 0-1 0 0,-1 0 1 0 0,1 0-1 0 0,-1-1 0 0 0,0 1 1 0 0,0 0-1 0 0,0 0 1 0 0,1 0-1 0 0,-1 0 1 0 0,-1 0-1 0 0,1 0-248 0 0,1 1 0 0 0,0 0 0 0 0,0 0 0 0 0,-1 0 0 0 0,1 0-1 0 0,0 0 1 0 0,-1 0 0 0 0,1 0 0 0 0,0 0 0 0 0,-1 0 0 0 0,1 0-1 0 0,0 0 1 0 0,0 0 0 0 0,-1 0 0 0 0,1 0 0 0 0,0 0 0 0 0,-1 0-1 0 0,1 0 1 0 0,0 1 0 0 0,0-1 0 0 0,-1 0 0 0 0,1 0 0 0 0,0 0 0 0 0,0 0-1 0 0,-1 0 1 0 0,1 1 0 0 0,0-1 0 0 0,0 0 0 0 0,0 0 0 0 0,-1 1-1 0 0,-5 17 1036 0 0,4 21-588 0 0,1 1-1 0 0,5 45 0 0 0,1 4-254 0 0,22 522 1969 0 0,-26-582-2242 0 0,-5 49 0 0 0,0-1-69 0 0,7-52-336 0 0,1-17-6150 0 0</inkml:trace>
</inkml:ink>
</file>

<file path=ppt/ink/ink1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44:02.9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104 33 2304 0 0,'-7'2'694'0'0,"-1"-1"0"0"0,0-1 0 0 0,1 0 0 0 0,-1 0 0 0 0,-11-1 0 0 0,16 0-402 0 0,1 1 0 0 0,0 0 0 0 0,-1-1 0 0 0,1 1 0 0 0,0-1 0 0 0,-1 0 1 0 0,1 1-1 0 0,0-1 0 0 0,0 0 0 0 0,-1-1 0 0 0,1 1 0 0 0,0 0 0 0 0,0 0 0 0 0,0-1 0 0 0,1 0 0 0 0,-1 1 0 0 0,0-1 0 0 0,1 0 0 0 0,-1 0 0 0 0,1 0 0 0 0,-2-2 0 0 0,3 4-214 0 0,0-1 0 0 0,0 1 0 0 0,0 0-1 0 0,0-1 1 0 0,0 1 0 0 0,0 0 0 0 0,1-1-1 0 0,-1 1 1 0 0,0 0 0 0 0,0 0-1 0 0,0-1 1 0 0,0 1 0 0 0,1 0 0 0 0,-1 0-1 0 0,0-1 1 0 0,0 1 0 0 0,1 0 0 0 0,-1 0-1 0 0,0 0 1 0 0,1-1 0 0 0,-1 1-1 0 0,0 0 1 0 0,0 0 0 0 0,1 0 0 0 0,-1 0-1 0 0,0 0 1 0 0,1 0 0 0 0,-1 0 0 0 0,0-1-1 0 0,1 1 1 0 0,-1 0 0 0 0,0 0-1 0 0,1 0 1 0 0,-1 0 0 0 0,0 1 0 0 0,1-1-1 0 0,-1 0 1 0 0,0 0 0 0 0,1 0 0 0 0,-1 0-1 0 0,0 0 1 0 0,1 0 0 0 0,-1 0-1 0 0,0 1 1 0 0,1-1 0 0 0,-1 0 0 0 0,1 1-1 0 0,21 4 1264 0 0,-21-5-1066 0 0,76 18 447 0 0,0-3 0 0 0,0-3 0 0 0,1-4 1 0 0,1-4-1 0 0,112-6 0 0 0,-174 1-800 0 0,0-1 0 0 0,-1 0-1 0 0,1-1 1 0 0,-1 0 0 0 0,0-1 0 0 0,0-1 0 0 0,0-1 0 0 0,-1 0-1 0 0,16-10 1 0 0,-19 8-701 0 0</inkml:trace>
</inkml:ink>
</file>

<file path=ppt/ink/ink1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44:03.4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0 5529 0 0,'0'1'338'0'0,"-1"-1"0"0"0,1 0 0 0 0,-1 1 0 0 0,1-1 0 0 0,-1 1-1 0 0,1-1 1 0 0,-1 1 0 0 0,1-1 0 0 0,0 1 0 0 0,-1-1 0 0 0,1 1 0 0 0,0-1-1 0 0,-1 1 1 0 0,1 0 0 0 0,0-1 0 0 0,0 1 0 0 0,0-1 0 0 0,-1 1 0 0 0,1 0-1 0 0,0-1 1 0 0,0 2 0 0 0,11 1 3281 0 0,27-9-1886 0 0,-28 4-972 0 0,1 1-498 0 0,-1 0 1 0 0,0 0-1 0 0,0 1 1 0 0,1 0 0 0 0,-1 1-1 0 0,0 0 1 0 0,0 0-1 0 0,1 1 1 0 0,9 4-1 0 0,14 9-2432 0 0,0 8-4561 0 0,-29-18 1193 0 0</inkml:trace>
</inkml:ink>
</file>

<file path=ppt/ink/ink1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44:03.8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108 1 1840 0 0,'-2'3'1056'0'0,"-1"0"0"0"0,1 0 0 0 0,0 0 0 0 0,0 0 0 0 0,0 1 0 0 0,1-1-1 0 0,-3 6 1 0 0,-12 53 2849 0 0,13-47-3248 0 0,-5 27 165 0 0,2 0 1 0 0,-2 80 0 0 0,16 85 1078 0 0,-2-121-1133 0 0,-8 129 0 0 0,-8-136-1097 0 0,-31 116 0 0 0,35-173-2206 0 0,2-13-3880 0 0</inkml:trace>
</inkml:ink>
</file>

<file path=ppt/ink/ink1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44:04.3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39 6449 0 0,'26'-24'3971'0'0,"-22"22"-3730"0"0,0 0 0 0 0,0 0 0 0 0,1 0 1 0 0,-1 1-1 0 0,0 0 0 0 0,0 0 0 0 0,1 0 1 0 0,-1 0-1 0 0,1 0 0 0 0,-1 1 0 0 0,1 0 1 0 0,7 1-1 0 0,59 12 939 0 0,-20-3-553 0 0,92 6 274 0 0,182 27 255 0 0,-187-22-71 0 0,163 3 0 0 0,141-25 25 0 0,-422 1-1828 0 0,1-2 1 0 0,37-6-1 0 0,-40 2-5970 0 0</inkml:trace>
</inkml:ink>
</file>

<file path=ppt/ink/ink1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44:05.1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1 166 3225 0 0,'7'-11'2837'0'0,"-1"-1"0"0"0,10-23 1 0 0,3-9-267 0 0,-18 42-2490 0 0,3-6 107 0 0,0 0-1 0 0,1 1 1 0 0,-1-1-1 0 0,8-7 0 0 0,-11 14-174 0 0,0 0 0 0 0,0-1 0 0 0,0 1 0 0 0,0 0 0 0 0,0 0 0 0 0,0 0 0 0 0,0 0 0 0 0,1 0 0 0 0,-1 1 0 0 0,0-1 0 0 0,1 0 0 0 0,-1 1 0 0 0,0-1 0 0 0,1 0 0 0 0,-1 1 0 0 0,1 0 0 0 0,-1-1 0 0 0,1 1 0 0 0,-1 0 0 0 0,1 0 0 0 0,-1 0 0 0 0,1 0-1 0 0,-1 0 1 0 0,1 0 0 0 0,0 0 0 0 0,-1 0 0 0 0,1 1 0 0 0,-1-1 0 0 0,0 0 0 0 0,1 1 0 0 0,-1 0 0 0 0,3 0 0 0 0,-2 2 99 0 0,0 0 0 0 0,0 0 1 0 0,0 1-1 0 0,-1-1 0 0 0,1 0 0 0 0,-1 1 0 0 0,0-1 0 0 0,0 1 0 0 0,0 0 1 0 0,0-1-1 0 0,-1 1 0 0 0,1 0 0 0 0,-1 6 0 0 0,1 3 144 0 0,8 78 946 0 0,-8-72-1106 0 0,0 1 0 0 0,1-1-1 0 0,1 1 1 0 0,0-1 0 0 0,2 0 0 0 0,0 0 0 0 0,1-1-1 0 0,12 25 1 0 0,-18-41-86 0 0,1-1-1 0 0,0 1 1 0 0,-1-1-1 0 0,1 0 1 0 0,0 1-1 0 0,0-1 1 0 0,0 0-1 0 0,0 0 0 0 0,0 0 1 0 0,0 1-1 0 0,0-1 1 0 0,0 0-1 0 0,1 0 1 0 0,-1-1-1 0 0,0 1 1 0 0,0 0-1 0 0,1 0 1 0 0,-1-1-1 0 0,1 1 1 0 0,-1-1-1 0 0,1 1 1 0 0,-1-1-1 0 0,4 1 1 0 0,-4-1 15 0 0,1-1 1 0 0,0 1 0 0 0,-1-1 0 0 0,1 0-1 0 0,-1 0 1 0 0,1 1 0 0 0,-1-1 0 0 0,1 0-1 0 0,-1 0 1 0 0,0-1 0 0 0,1 1-1 0 0,-1 0 1 0 0,0 0 0 0 0,0 0 0 0 0,0-1-1 0 0,0 1 1 0 0,1-3 0 0 0,5-9 138 0 0,0 0-1 0 0,-1 0 1 0 0,7-24-1 0 0,-13 36-164 0 0,17-62 160 0 0,-15 48-184 0 0,2 0 1 0 0,0 1-1 0 0,0-1 1 0 0,1 1 0 0 0,1 0-1 0 0,0 0 1 0 0,1 1 0 0 0,16-24-1 0 0,-22 36 37 0 0,-1 0-1 0 0,1 1 1 0 0,-1-1-1 0 0,1 1 0 0 0,-1-1 1 0 0,1 1-1 0 0,-1-1 1 0 0,1 1-1 0 0,0-1 1 0 0,-1 1-1 0 0,1-1 1 0 0,0 1-1 0 0,-1 0 1 0 0,1-1-1 0 0,0 1 1 0 0,-1 0-1 0 0,1 0 1 0 0,0 0-1 0 0,0-1 1 0 0,-1 1-1 0 0,1 0 0 0 0,0 0 1 0 0,0 0-1 0 0,0 0 1 0 0,-1 0-1 0 0,1 1 1 0 0,0-1-1 0 0,0 0 1 0 0,-1 0-1 0 0,1 0 1 0 0,0 1-1 0 0,-1-1 1 0 0,1 0-1 0 0,0 1 1 0 0,-1-1-1 0 0,1 0 0 0 0,0 1 1 0 0,-1-1-1 0 0,1 1 1 0 0,-1-1-1 0 0,1 1 1 0 0,0-1-1 0 0,-1 1 1 0 0,0 0-1 0 0,1-1 1 0 0,-1 1-1 0 0,1 0 1 0 0,-1-1-1 0 0,0 1 1 0 0,1 0-1 0 0,-1-1 0 0 0,0 3 1 0 0,5 6 107 0 0,-1 0 1 0 0,-1 1-1 0 0,4 13 0 0 0,-3-9-22 0 0,24 56 262 0 0,-15-40-368 0 0,-2-1 1 0 0,14 60-1 0 0,-25-89 9 0 0,0 1 1 0 0,0-1-1 0 0,0 0 0 0 0,0 0 0 0 0,0 1 0 0 0,0-1 1 0 0,0 0-1 0 0,0 0 0 0 0,0 1 0 0 0,0-1 0 0 0,0 0 1 0 0,0 0-1 0 0,0 1 0 0 0,1-1 0 0 0,-1 0 0 0 0,0 0 1 0 0,0 1-1 0 0,0-1 0 0 0,0 0 0 0 0,0 0 0 0 0,0 1 1 0 0,1-1-1 0 0,-1 0 0 0 0,0 0 0 0 0,0 0 0 0 0,0 1 1 0 0,1-1-1 0 0,-1 0 0 0 0,0 0 0 0 0,0 0 0 0 0,0 0 1 0 0,1 0-1 0 0,-1 0 0 0 0,0 1 0 0 0,0-1 0 0 0,1 0 1 0 0,-1 0-1 0 0,0 0 0 0 0,0 0 0 0 0,1 0 0 0 0,-1 0 1 0 0,1 0-1 0 0,8-11 3 0 0,6-22-67 0 0,-14 31 47 0 0,23-63-20 0 0,-13 29-342 0 0,21-40 0 0 0,-28 68 307 0 0,1-1 0 0 0,0 0 0 0 0,1 1 1 0 0,-1 0-1 0 0,1 0 0 0 0,1 1 1 0 0,0 0-1 0 0,0 0 0 0 0,11-9 0 0 0,-17 16 85 0 0,0-1 0 0 0,0 0-1 0 0,0 1 1 0 0,0-1 0 0 0,0 1 0 0 0,0-1-1 0 0,0 1 1 0 0,0 0 0 0 0,0-1-1 0 0,0 1 1 0 0,0 0 0 0 0,0 0-1 0 0,1 0 1 0 0,-1 0 0 0 0,0 0-1 0 0,0 0 1 0 0,0 0 0 0 0,0 0-1 0 0,0 0 1 0 0,0 0 0 0 0,0 0-1 0 0,0 1 1 0 0,0-1 0 0 0,1 1-1 0 0,-1-1 1 0 0,0 1 0 0 0,-1-1-1 0 0,1 1 1 0 0,0-1 0 0 0,0 1-1 0 0,0 0 1 0 0,0-1 0 0 0,0 1-1 0 0,-1 0 1 0 0,1 0 0 0 0,0 0-1 0 0,0 0 1 0 0,-1 0 0 0 0,1-1-1 0 0,-1 1 1 0 0,1 0 0 0 0,-1 1-1 0 0,1 0 1 0 0,3 8 184 0 0,0 0 0 0 0,0 0 0 0 0,3 18-1 0 0,-4-14-124 0 0,8 17-95 0 0,1-1 0 0 0,1 0 1 0 0,18 27-1 0 0,5 13-2591 0 0,-30-58 1350 0 0</inkml:trace>
</inkml:ink>
</file>

<file path=ppt/ink/ink1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44:05.5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20 103 5065 0 0,'-19'24'3700'0'0,"19"-24"-3579"0"0,0 1 0 0 0,-1-1-1 0 0,1 0 1 0 0,0 1 0 0 0,0-1-1 0 0,0 0 1 0 0,0 0 0 0 0,0 1-1 0 0,0-1 1 0 0,0 0 0 0 0,0 0-1 0 0,0 1 1 0 0,0-1 0 0 0,0 0-1 0 0,1 0 1 0 0,-1 1 0 0 0,0-1-1 0 0,0 0 1 0 0,0 0 0 0 0,0 1 0 0 0,0-1-1 0 0,0 0 1 0 0,1 0 0 0 0,-1 1-1 0 0,0-1 1 0 0,0 0 0 0 0,0 0-1 0 0,1 0 1 0 0,-1 0 0 0 0,0 1-1 0 0,0-1 1 0 0,0 0 0 0 0,1 0-1 0 0,18 2 2055 0 0,121-17 3267 0 0,-1-6-3390 0 0,-35 3-1799 0 0,138-4-1 0 0,232 2-61 0 0,-379 16-484 0 0,44-4-1483 0 0,-122 5 146 0 0,0 0 0 0 0,0-2 0 0 0,21-7 0 0 0,-24 6-3908 0 0</inkml:trace>
</inkml:ink>
</file>

<file path=ppt/ink/ink1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44:06.0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3225 0 0,'2'0'497'0'0,"0"0"0"0"0,-1 0 1 0 0,1 0-1 0 0,0 1 0 0 0,0-1 1 0 0,-1 1-1 0 0,1-1 0 0 0,0 1 0 0 0,-1-1 1 0 0,1 1-1 0 0,0 0 0 0 0,-1 0 1 0 0,1 0-1 0 0,-1 0 0 0 0,1 0 1 0 0,-1 0-1 0 0,0 0 0 0 0,2 2 0 0 0,-1 0 58 0 0,0 0 0 0 0,0 0 0 0 0,0 0 0 0 0,0 0 0 0 0,-1 0 0 0 0,1 1 0 0 0,-1-1 0 0 0,1 7 0 0 0,1 4 212 0 0,-1 0-1 0 0,-1 1 1 0 0,0 21-1 0 0,-1-29-545 0 0,0 59-123 0 0,24 613 1790 0 0,18-166-1328 0 0,-39-265-1378 0 0,-4-165 497 0 0,1-70-1569 0 0,-1-1-5523 0 0</inkml:trace>
</inkml:ink>
</file>

<file path=ppt/ink/ink1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44:07.0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38 406 3225 0 0,'-3'0'412'0'0,"0"-1"0"0"0,0 0 1 0 0,0 1-1 0 0,0-1 1 0 0,1-1-1 0 0,-1 1 0 0 0,0 0 1 0 0,0-1-1 0 0,1 1 1 0 0,-1-1-1 0 0,1 0 0 0 0,-3-2 1 0 0,8 4 14 0 0,-1 0 0 0 0,0-1 0 0 0,1 1 1 0 0,-1 0-1 0 0,1 0 0 0 0,-1 0 0 0 0,1 0 0 0 0,-1 1 1 0 0,0-1-1 0 0,1 1 0 0 0,-1-1 0 0 0,3 2 1 0 0,2-1 355 0 0,39 2 1027 0 0,-1-3 0 0 0,65-8 0 0 0,27 1-882 0 0,544 8 330 0 0,176-16-696 0 0,-197-7-226 0 0,-522 11-352 0 0,224-48 0 0 0,-48-26 235 0 0,-189 47-58 0 0,178-30 0 0 0,-267 63-165 0 0,11-3 18 0 0,0 2 0 0 0,0 1 1 0 0,0 3-1 0 0,76 7 0 0 0,-100-2-32 0 0,1-1-1 0 0,0-1 0 0 0,-1-1 1 0 0,1-1-1 0 0,0-1 1 0 0,-1-2-1 0 0,1 0 1 0 0,-1-1-1 0 0,0-1 1 0 0,33-14-1 0 0,-55 19-342 0 0,25-14 392 0 0,-21 5-6700 0 0</inkml:trace>
</inkml:ink>
</file>

<file path=ppt/ink/ink1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44:07.4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78 1 5985 0 0,'-2'0'171'0'0,"0"2"-1"0"0,0-1 1 0 0,0 0-1 0 0,0 0 1 0 0,1 1-1 0 0,-1-1 1 0 0,0 0-1 0 0,1 1 1 0 0,-1 0-1 0 0,1-1 1 0 0,0 1-1 0 0,0 0 1 0 0,-1 0-1 0 0,1 0 1 0 0,0 0-1 0 0,1 0 1 0 0,-1 0-1 0 0,-1 2 1 0 0,-15 48 2612 0 0,13-37-1866 0 0,-4 13 758 0 0,-7 48-1 0 0,12-56-1873 0 0,2 1 1 0 0,0 0-1 0 0,1 0 1 0 0,1-1 0 0 0,7 34-1 0 0,-6-35 183 0 0,-3-2 16 0 0</inkml:trace>
</inkml:ink>
</file>

<file path=ppt/ink/ink1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44:08.7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68 106 1376 0 0,'-27'-16'3715'0'0,"23"14"-2627"0"0,-1 0 0 0 0,1 0-1 0 0,0-1 1 0 0,0 1 0 0 0,0-1-1 0 0,1 0 1 0 0,-7-6 0 0 0,9 8-958 0 0,1 1-1 0 0,0-1 1 0 0,0 1 0 0 0,-1-1 0 0 0,1 0 0 0 0,0 1-1 0 0,0-1 1 0 0,0 1 0 0 0,-1-1 0 0 0,1 1 0 0 0,0-1-1 0 0,0 0 1 0 0,0 1 0 0 0,0-1 0 0 0,0 1-1 0 0,0-1 1 0 0,0 0 0 0 0,0 1 0 0 0,1-1 0 0 0,-1 1-1 0 0,0-1 1 0 0,0 0 0 0 0,0 1 0 0 0,1-1-1 0 0,-1 0 1 0 0,2-1-20 0 0,0 0-1 0 0,-1 0 0 0 0,1 1 0 0 0,0-1 1 0 0,0 1-1 0 0,0-1 0 0 0,0 1 0 0 0,0-1 1 0 0,0 1-1 0 0,3-1 0 0 0,4-3 65 0 0,1 0 0 0 0,0 1 0 0 0,0 1-1 0 0,1-1 1 0 0,-1 1 0 0 0,1 1 0 0 0,14-2 0 0 0,-22 4-133 0 0,-1 0 1 0 0,1 0 0 0 0,-1 0 0 0 0,1 1 0 0 0,-1-1 0 0 0,1 1 0 0 0,-1-1 0 0 0,0 1 0 0 0,1 0 0 0 0,-1 0 0 0 0,0 0 0 0 0,0 0 0 0 0,1 0 0 0 0,-1 1 0 0 0,3 2 0 0 0,-3-2-17 0 0,0 0 0 0 0,0 0-1 0 0,-1 1 1 0 0,1-1 0 0 0,-1 1 0 0 0,1 0 0 0 0,-1-1 0 0 0,0 1 0 0 0,0 0 0 0 0,0 0-1 0 0,0 0 1 0 0,-1 0 0 0 0,1 0 0 0 0,-1 0 0 0 0,1-1 0 0 0,-1 6 0 0 0,-1 10 47 0 0,0-1 0 0 0,-2 1 0 0 0,0 0 0 0 0,-7 26 0 0 0,5-28-76 0 0,1 0 0 0 0,1 1-1 0 0,0-1 1 0 0,2 0 0 0 0,-1 27 0 0 0,2-42 20 0 0,1 0 0 0 0,-1 1 0 0 0,0-1-1 0 0,0 0 1 0 0,1 0 0 0 0,-1 0 0 0 0,0 1 0 0 0,1-1 0 0 0,0 0 0 0 0,-1 0 0 0 0,1 0 0 0 0,-1 0 0 0 0,1 0 0 0 0,0 0 0 0 0,0 0 0 0 0,0 0 0 0 0,-1-1 0 0 0,1 1 0 0 0,0 0 0 0 0,0 0 0 0 0,0-1 0 0 0,0 1 0 0 0,0 0 0 0 0,1-1 0 0 0,-1 1 0 0 0,0-1 0 0 0,0 1 0 0 0,0-1 0 0 0,0 0 0 0 0,1 0 0 0 0,-1 1 0 0 0,0-1 0 0 0,0 0 0 0 0,0 0 0 0 0,1 0 0 0 0,-1 0 0 0 0,0 0 0 0 0,0-1 0 0 0,1 1 0 0 0,-1 0 0 0 0,0 0 0 0 0,1-1 0 0 0,10-2 191 0 0,0-1 0 0 0,-1 1 1 0 0,18-10-1 0 0,-12 6-190 0 0,-13 5-102 0 0,1 0-1 0 0,0 0 0 0 0,-1 1 1 0 0,1 0-1 0 0,0 0 0 0 0,0 0 0 0 0,0 0 1 0 0,0 1-1 0 0,0 0 0 0 0,0 0 1 0 0,0 0-1 0 0,0 0 0 0 0,0 1 1 0 0,0 0-1 0 0,0 0 0 0 0,-1 0 1 0 0,1 1-1 0 0,0-1 0 0 0,-1 1 1 0 0,8 4-1 0 0,-5-1-7410 0 0</inkml:trace>
</inkml:ink>
</file>

<file path=ppt/ink/ink1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44:09.3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196 1 1376 0 0,'1'0'733'0'0,"9"2"11560"0"0,-3 15-11267 0 0,-6-15-861 0 0,0 1 0 0 0,0-1 1 0 0,0 1-1 0 0,0-1 0 0 0,0 1 1 0 0,0-1-1 0 0,-1 1 1 0 0,1-1-1 0 0,-1 1 0 0 0,0 0 1 0 0,0-1-1 0 0,0 1 0 0 0,0 0 1 0 0,0-1-1 0 0,0 1 0 0 0,-1 0 1 0 0,1-1-1 0 0,-1 1 0 0 0,0-1 1 0 0,0 1-1 0 0,0-1 0 0 0,0 1 1 0 0,0-1-1 0 0,-1 0 1 0 0,-1 3-1 0 0,-6 6 175 0 0,-1 0 1 0 0,0 0-1 0 0,-1-2 1 0 0,0 1-1 0 0,-14 9 1 0 0,17-14-298 0 0,0 0 1 0 0,0 0-1 0 0,0-1 1 0 0,0 0-1 0 0,-1 0 1 0 0,0-1-1 0 0,0 0 1 0 0,0-1-1 0 0,-12 2 1 0 0,19-3-118 0 0,1-1 0 0 0,-1 0 0 0 0,0 0 0 0 0,1 0 1 0 0,-1 0-1 0 0,0 0 0 0 0,0 0 0 0 0,1-1 0 0 0,-1 1 0 0 0,0 0 1 0 0,1-1-1 0 0,-1 1 0 0 0,0-1 0 0 0,1 0 0 0 0,-1 0 0 0 0,1 1 1 0 0,-1-1-1 0 0,1 0 0 0 0,0 0 0 0 0,-1 0 0 0 0,0-2 0 0 0,1 2-1142 0 0</inkml:trace>
</inkml:ink>
</file>

<file path=ppt/ink/ink1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44:09.8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 6913 0 0,'-3'0'13217'0'0,"6"1"-13131"0"0,-1 1-1 0 0,1 0 1 0 0,-1 0 0 0 0,1 0 0 0 0,-1 0 0 0 0,1 0 0 0 0,-1 0 0 0 0,0 0 0 0 0,0 1 0 0 0,3 4 0 0 0,56 155 1684 0 0,-18-40-1770 0 0,-41-117-292 0 0,10 30 384 0 0,-11-33-287 0 0,-1-1-1 0 0,0 0 1 0 0,1 0 0 0 0,-1 0-1 0 0,0 0 1 0 0,0 0 0 0 0,0 1-1 0 0,0-1 1 0 0,0 0-1 0 0,0 0 1 0 0,0 0 0 0 0,0 0-1 0 0,-1 0 1 0 0,1 1 0 0 0,0-1-1 0 0,-1 0 1 0 0,1 0 0 0 0,-1 0-1 0 0,1 0 1 0 0,-1 0 0 0 0,1 0-1 0 0,-1 0 1 0 0,0 0-1 0 0,1 0 1 0 0,-1 0 0 0 0,-1 1-1 0 0</inkml:trace>
</inkml:ink>
</file>

<file path=ppt/ink/ink1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44:10.1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10 3225 0 0,'2'-9'4247'0'0,"-4"13"-1300"0"0,-3 3-3805 0 0,2-3 1278 0 0,0-1 0 0 0,0 1 0 0 0,0 0 0 0 0,0 0 0 0 0,1 0 0 0 0,0 0 0 0 0,-1 0 0 0 0,2 1 0 0 0,-3 7 0 0 0,3-12-279 0 0,1 1-1 0 0,0 0 1 0 0,0 0-1 0 0,0 0 1 0 0,0-1 0 0 0,0 1-1 0 0,1 0 1 0 0,-1 0 0 0 0,0 0-1 0 0,0-1 1 0 0,0 1 0 0 0,1 0-1 0 0,-1 0 1 0 0,0-1-1 0 0,1 1 1 0 0,-1 0 0 0 0,1-1-1 0 0,-1 1 1 0 0,1 0 0 0 0,-1-1-1 0 0,2 2 1 0 0,0-1 40 0 0,0 0 1 0 0,0 0 0 0 0,0 0-1 0 0,0 0 1 0 0,0 0-1 0 0,0 0 1 0 0,0-1-1 0 0,0 1 1 0 0,0-1-1 0 0,0 1 1 0 0,3-1-1 0 0,9 1 325 0 0,0-1-1 0 0,0 0 0 0 0,0-1 1 0 0,26-6-1 0 0,8 0-1409 0 0,0 7-5401 0 0,-39 2 124 0 0</inkml:trace>
</inkml:ink>
</file>

<file path=ppt/ink/ink1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44:11.8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1 170 14283 0 0,'0'-1'90'0'0,"0"1"0"0"0,0-1 1 0 0,0 0-1 0 0,0 1 0 0 0,0-1 0 0 0,0 1 0 0 0,0-1 0 0 0,0 1 1 0 0,0-1-1 0 0,1 1 0 0 0,-1-1 0 0 0,0 1 0 0 0,0-1 1 0 0,1 1-1 0 0,-1-1 0 0 0,0 1 0 0 0,0 0 0 0 0,1-1 0 0 0,-1 1 1 0 0,0-1-1 0 0,1 1 0 0 0,-1 0 0 0 0,1-1 0 0 0,-1 1 0 0 0,0 0 1 0 0,1-1-1 0 0,-1 1 0 0 0,1 0 0 0 0,0-1 0 0 0,18 3 1902 0 0,15 12-225 0 0,41 35-382 0 0,-57-35-1268 0 0,1-1 0 0 0,1-1 0 0 0,0 0 0 0 0,34 12 0 0 0,-53-23-113 0 0,0 0 0 0 0,0-1 0 0 0,0 1 0 0 0,0-1 1 0 0,0 0-1 0 0,0 1 0 0 0,0-1 0 0 0,0 0 0 0 0,0 0 0 0 0,0 0 1 0 0,0 1-1 0 0,0-1 0 0 0,0 0 0 0 0,0 0 0 0 0,0-1 0 0 0,0 1 0 0 0,0 0 1 0 0,0 0-1 0 0,0 0 0 0 0,0-1 0 0 0,0 1 0 0 0,0-1 0 0 0,0 1 0 0 0,0-1 1 0 0,0 1-1 0 0,0-1 0 0 0,0 1 0 0 0,0-1 0 0 0,0 0 0 0 0,0 1 1 0 0,-1-1-1 0 0,1 0 0 0 0,0 0 0 0 0,-1 0 0 0 0,1 1 0 0 0,0-1 0 0 0,-1 0 1 0 0,1 0-1 0 0,-1 0 0 0 0,0 0 0 0 0,1-2 0 0 0,0-3 25 0 0,0 0 1 0 0,0-1-1 0 0,-1 1 0 0 0,0 0 0 0 0,0-1 0 0 0,-2-5 1 0 0,-1-10-36 0 0,-1 1 1 0 0,0-1-1 0 0,-2 2 1 0 0,-1-1-1 0 0,-13-29 1 0 0,-12-11-3198 0 0,24 46-4030 0 0</inkml:trace>
</inkml:ink>
</file>

<file path=ppt/ink/ink1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44:12.4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29 9218 0 0,'0'-1'253'0'0,"-1"0"0"0"0,1 0 0 0 0,-1 0 1 0 0,1 0-1 0 0,0 0 0 0 0,-1 0 0 0 0,1 0 0 0 0,0 0 1 0 0,0 0-1 0 0,0 0 0 0 0,0 0 0 0 0,0 0 0 0 0,0 0 0 0 0,0 0 1 0 0,0 0-1 0 0,0 0 0 0 0,0 0 0 0 0,1 0 0 0 0,-1 0 1 0 0,0 0-1 0 0,1 0 0 0 0,-1 0 0 0 0,2-4 5254 0 0,-4 23-4934 0 0,3-10-482 0 0,1 0 1 0 0,-1 0-1 0 0,1 0 1 0 0,1-1-1 0 0,-1 1 1 0 0,1 0 0 0 0,1-1-1 0 0,-1 0 1 0 0,1 0-1 0 0,0 0 1 0 0,11 12-1 0 0,10 21-97 0 0,20 70 30 0 0,-9-18-715 0 0,-33-85-1045 0 0,-2-1-5423 0 0</inkml:trace>
</inkml:ink>
</file>

<file path=ppt/ink/ink1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44:12.7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33 3913 0 0,'1'-2'259'0'0,"0"0"1"0"0,0 0-1 0 0,0 0 0 0 0,0 0 1 0 0,0 0-1 0 0,1 0 0 0 0,-1 1 1 0 0,1-1-1 0 0,0 0 0 0 0,-1 1 1 0 0,1 0-1 0 0,0-1 1 0 0,0 1-1 0 0,0 0 0 0 0,0 0 1 0 0,0 0-1 0 0,0 0 0 0 0,0 0 1 0 0,0 0-1 0 0,0 0 0 0 0,1 1 1 0 0,-1-1-1 0 0,0 1 1 0 0,0 0-1 0 0,1 0 0 0 0,-1 0 1 0 0,0 0-1 0 0,1 0 0 0 0,-1 0 1 0 0,0 0-1 0 0,4 2 0 0 0,0 0 196 0 0,0 1-1 0 0,-1 0 1 0 0,1 0-1 0 0,-1 1 1 0 0,0-1-1 0 0,0 1 1 0 0,0 0-1 0 0,0 1 1 0 0,-1-1-1 0 0,7 9 1 0 0,30 40-842 0 0,-15-16-2878 0 0,-17-23-1789 0 0</inkml:trace>
</inkml:ink>
</file>

<file path=ppt/ink/ink1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44:13.1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82 6913 0 0,'24'-24'9799'0'0,"32"-21"-10462"0"0,-50 41-23 0 0,4-5-466 0 0</inkml:trace>
</inkml:ink>
</file>

<file path=ppt/ink/ink1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44:23.5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88 38 456 0 0,'-1'-3'870'0'0,"-1"-1"-1"0"0,1 0 0 0 0,1 1 1 0 0,-1-1-1 0 0,1 0 1 0 0,-1 1-1 0 0,1-6 1 0 0,0 6 2028 0 0,-3 16-978 0 0,1-4-1610 0 0,-25 91 2320 0 0,16-66-1838 0 0,-10 56-1 0 0,15-53-676 0 0,-2 13-4724 0 0,4-22-649 0 0</inkml:trace>
</inkml:ink>
</file>

<file path=ppt/ink/ink1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9:21.0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 37 10138 0 0,'9'-11'2083'0'0,"-8"9"-1646"0"0,0-1 0 0 0,1 1 1 0 0,0 0-1 0 0,0 0 0 0 0,0 0 0 0 0,0 0 0 0 0,0 0 1 0 0,0 0-1 0 0,0 0 0 0 0,5-2 0 0 0,-7 4-349 0 0,1 0 0 0 0,0 1 0 0 0,-1-1 0 0 0,1 1 0 0 0,-1-1-1 0 0,1 1 1 0 0,-1-1 0 0 0,1 1 0 0 0,-1-1 0 0 0,1 1 0 0 0,-1 0 0 0 0,0-1-1 0 0,1 1 1 0 0,-1 0 0 0 0,0-1 0 0 0,0 1 0 0 0,1 0 0 0 0,-1-1 0 0 0,0 1-1 0 0,0 0 1 0 0,0-1 0 0 0,0 1 0 0 0,0 0 0 0 0,0 0 0 0 0,0 1-1 0 0,0 19 346 0 0,-24 222 1090 0 0,-1 0-1300 0 0,22-55 65 0 0,27 259 0 0 0,59 183 551 0 0,-70-542-638 0 0,-7-46-11 0 0,-2 0 0 0 0,-2 60 0 0 0,-4-79-169 0 0,0-1-1 0 0,-1 1 0 0 0,-1-1 0 0 0,-1 0 1 0 0,-1 0-1 0 0,-11 24 0 0 0,16-42-51 0 0,-1 0 0 0 0,0-1 0 0 0,0 1 0 0 0,0-1 0 0 0,-1 0 0 0 0,1 0 0 0 0,-1 0 0 0 0,-3 4 0 0 0,-8 3-3264 0 0</inkml:trace>
</inkml:ink>
</file>

<file path=ppt/ink/ink1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9:21.4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655 200 3225 0 0,'-308'10'1296'0'0,"105"-17"2373"0"0,190 6-2755 0 0,0 0 1 0 0,-1-1 0 0 0,1 0 0 0 0,0-1-1 0 0,0 0 1 0 0,1-1 0 0 0,-1-1 0 0 0,1 0-1 0 0,-15-9 1 0 0,27 14-848 0 0,0 0-34 0 0,0 0 1 0 0,0 0-1 0 0,0 0 0 0 0,0 0 1 0 0,0 0-1 0 0,0 0 0 0 0,0 0 1 0 0,0-1-1 0 0,0 1 0 0 0,0 0 1 0 0,0 0-1 0 0,-1 0 1 0 0,1 0-1 0 0,0 0 0 0 0,0 0 1 0 0,0 0-1 0 0,0 0 0 0 0,0-1 1 0 0,0 1-1 0 0,0 0 1 0 0,0 0-1 0 0,1 0 0 0 0,-1 0 1 0 0,0 0-1 0 0,0 0 0 0 0,0 0 1 0 0,0-1-1 0 0,0 1 1 0 0,0 0-1 0 0,0 0 0 0 0,0 0 1 0 0,0 0-1 0 0,0 0 0 0 0,0 0 1 0 0,0 0-1 0 0,0 0 0 0 0,0 0 1 0 0,0 0-1 0 0,1-1 1 0 0,-1 1-1 0 0,0 0 0 0 0,0 0 1 0 0,0 0-1 0 0,0 0 0 0 0,0 0 1 0 0,0 0-1 0 0,0 0 1 0 0,0 0-1 0 0,1 0 0 0 0,-1 0 1 0 0,0 0-1 0 0,0 0 0 0 0,0 0 1 0 0,0 0-1 0 0,0 0 1 0 0,13-5 768 0 0,14-2-313 0 0,35-1-253 0 0,0 3 0 0 0,1 2 0 0 0,78 7-1 0 0,-14-1-111 0 0,1243-76 2199 0 0,-1023 34-2173 0 0,-135 14-170 0 0,-208 24-204 0 0,-6 1-259 0 0,-9 2-1938 0 0</inkml:trace>
</inkml:ink>
</file>

<file path=ppt/ink/ink1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9:21.82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59 73 4145 0 0,'-17'2'-717'0'0,"-25"5"7483"0"0,64-8-3821 0 0,204-13 4691 0 0,-119 2-6658 0 0,121-30-1 0 0,-183 33-2752 0 0,-24 5-5745 0 0</inkml:trace>
</inkml:ink>
</file>

<file path=ppt/ink/ink1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9:22.2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41 13 3225 0 0,'-41'-12'16551'0'0,"84"467"-13578"0"0,-12-154-2744 0 0,31 218 79 0 0,3 28 203 0 0,-49-380-287 0 0,9 165 216 0 0,-25-322-421 0 0,0 35 35 0 0,0-43-64 0 0,0-1 0 0 0,-1 1 0 0 0,1 0 0 0 0,0 0 1 0 0,-1 0-1 0 0,1 0 0 0 0,-1 0 0 0 0,1 0 0 0 0,-1-1 1 0 0,0 1-1 0 0,0 0 0 0 0,0 0 0 0 0,0-1 0 0 0,0 1 1 0 0,0-1-1 0 0,-1 1 0 0 0,-2 2 0 0 0,-3-2-350 0 0</inkml:trace>
</inkml:ink>
</file>

<file path=ppt/ink/ink1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9:22.9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101 148 10594 0 0,'-46'9'209'0'0,"38"-8"153"0"0,1 0 0 0 0,-1 0 0 0 0,1 1 1 0 0,0 0-1 0 0,-10 4 0 0 0,45-9 1801 0 0,-12 2-1687 0 0,149-20 1438 0 0,279-29-167 0 0,679-18 1358 0 0,-701 58-3317 0 0,232-3 430 0 0,-508 12-259 0 0,-13-1 74 0 0,185 20 1 0 0,-265-9-272 0 0</inkml:trace>
</inkml:ink>
</file>

<file path=ppt/ink/ink1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9:23.2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27 6913 0 0,'7'-1'303'0'0,"-1"0"0"0"0,0 0 0 0 0,0 0 0 0 0,0-1 0 0 0,0 0 0 0 0,8-4 0 0 0,-8 4 715 0 0,0-1 0 0 0,0 1 0 0 0,0 1 1 0 0,0-1-1 0 0,0 1 0 0 0,9-1 0 0 0,-14 2-860 0 0,0 1-1 0 0,-1-1 1 0 0,1 0 0 0 0,0 1 0 0 0,-1-1 0 0 0,1 1-1 0 0,0-1 1 0 0,-1 1 0 0 0,1-1 0 0 0,-1 1 0 0 0,1-1-1 0 0,-1 1 1 0 0,1 0 0 0 0,-1-1 0 0 0,1 1-1 0 0,-1 0 1 0 0,1-1 0 0 0,-1 1 0 0 0,0 0 0 0 0,0 0-1 0 0,1-1 1 0 0,-1 1 0 0 0,0 0 0 0 0,0 0 0 0 0,0 0-1 0 0,0-1 1 0 0,0 2 0 0 0,3 28 350 0 0,-2-23-176 0 0,18 222 649 0 0,25 236-653 0 0,-23-319-204 0 0,46 168 1 0 0,66 206 103 0 0,-132-514-440 0 0,0-1 1 0 0,0 1-1 0 0,0-1 0 0 0,-1 1 1 0 0,1-1-1 0 0,-2 7 0 0 0</inkml:trace>
</inkml:ink>
</file>

<file path=ppt/ink/ink1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9:23.8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151 8 5529 0 0,'-2'-1'550'0'0,"0"0"0"0"0,1 1 0 0 0,-1-1 0 0 0,0 1 0 0 0,0-1 0 0 0,0 1-1 0 0,0 0 1 0 0,0-1 0 0 0,0 1 0 0 0,0 0 0 0 0,0 0 0 0 0,0 1 0 0 0,-1-1 0 0 0,2 0 0 0 0,-14 5 5473 0 0,34-5-4549 0 0,21-3-954 0 0,-19 0-459 0 0,0 1 0 0 0,0 2 0 0 0,0 0-1 0 0,0 1 1 0 0,0 0 0 0 0,33 8 0 0 0,-53-8-61 0 0,0-1 0 0 0,0 0 0 0 0,0 0 1 0 0,0 1-1 0 0,0-1 0 0 0,-1 1 0 0 0,1-1 1 0 0,0 0-1 0 0,0 1 0 0 0,0 0 0 0 0,0-1 1 0 0,0 1-1 0 0,-1 0 0 0 0,1-1 0 0 0,0 1 0 0 0,-1 0 1 0 0,1 0-1 0 0,0-1 0 0 0,-1 1 0 0 0,1 0 1 0 0,-1 0-1 0 0,1 0 0 0 0,-1 0 0 0 0,0 0 1 0 0,1 0-1 0 0,-1 0 0 0 0,0 1 0 0 0,0 0-15 0 0,0 0 0 0 0,0-1-1 0 0,-1 1 1 0 0,1 0 0 0 0,-1 0 0 0 0,0 0-1 0 0,1-1 1 0 0,-1 1 0 0 0,0 0-1 0 0,0-1 1 0 0,0 1 0 0 0,0 0 0 0 0,-2 1-1 0 0,-5 7-129 0 0,-1-1 0 0 0,-1 0-1 0 0,-13 9 1 0 0,20-15 99 0 0,-111 73-993 0 0,85-59 1039 0 0,0 2 0 0 0,2 0 1 0 0,0 2-1 0 0,-33 33 0 0 0,59-53 8 0 0,-1 0-1 0 0,1 0 0 0 0,0 1 1 0 0,0-1-1 0 0,0 0 1 0 0,0 1-1 0 0,0-1 0 0 0,0 1 1 0 0,0-1-1 0 0,1 1 0 0 0,-1-1 1 0 0,0 1-1 0 0,1-1 1 0 0,-1 1-1 0 0,1 0 0 0 0,0-1 1 0 0,-1 1-1 0 0,1 0 0 0 0,0-1 1 0 0,0 1-1 0 0,0 0 0 0 0,0-1 1 0 0,0 1-1 0 0,1 0 1 0 0,0 3-1 0 0,0-4-1 0 0,0 1-1 0 0,1-1 1 0 0,-1 1 0 0 0,1-1 0 0 0,-1 1-1 0 0,1-1 1 0 0,0 0 0 0 0,-1 0 0 0 0,1 0-1 0 0,0 0 1 0 0,0 0 0 0 0,0 0 0 0 0,0 0-1 0 0,0 0 1 0 0,0-1 0 0 0,0 1-1 0 0,0-1 1 0 0,0 0 0 0 0,0 1 0 0 0,4-1-1 0 0,35 1 43 0 0,0-2 0 0 0,0-1 0 0 0,42-9-1 0 0,-37 5 7 0 0,0 1 0 0 0,46 2-1 0 0,-90 3-53 0 0,-1 0 0 0 0,0 0 0 0 0,0 0 0 0 0,1 0 0 0 0,-1 0 0 0 0,0 0 0 0 0,1 0 0 0 0,-1 0 0 0 0,0 1 0 0 0,1-1 0 0 0,-1 0 0 0 0,0 1 0 0 0,0-1 0 0 0,1 1 0 0 0,-1 0 0 0 0,0-1 0 0 0,0 1 0 0 0,0 0 0 0 0,0 0-1 0 0,0 0 1 0 0,1 1 0 0 0,-2-1 0 0 0,0 0 0 0 0,1 0 0 0 0,-1 0 0 0 0,-1-1 0 0 0,1 1 0 0 0,0 0 0 0 0,0 0-1 0 0,0 0 1 0 0,0 0 0 0 0,-1 0 0 0 0,1 0 0 0 0,0 0 0 0 0,-1-1 0 0 0,1 1 0 0 0,-1 0 0 0 0,1 0 0 0 0,-1 0-1 0 0,1-1 1 0 0,-1 1 0 0 0,1 0 0 0 0,-1-1 0 0 0,-1 2 0 0 0,-7 7-1 0 0,-1-1 0 0 0,-1 1 0 0 0,-11 6 0 0 0,18-12 0 0 0,-108 59 49 0 0,3-2 37 0 0,97-51-76 0 0,-1-1 1 0 0,1 2-1 0 0,1 0 1 0 0,0 0-1 0 0,-19 22 1 0 0,29-30-9 0 0,-1 0-1 0 0,1-1 1 0 0,0 1 0 0 0,-1 0-1 0 0,1 0 1 0 0,0-1 0 0 0,0 1 0 0 0,1 0-1 0 0,-1 0 1 0 0,0 0 0 0 0,1 0-1 0 0,-1 1 1 0 0,1-1 0 0 0,-1 0-1 0 0,1 0 1 0 0,0 0 0 0 0,0 0 0 0 0,0 0-1 0 0,1 4 1 0 0,-1-4 5 0 0,1-1 0 0 0,0 1 0 0 0,0 0-1 0 0,0-1 1 0 0,0 1 0 0 0,0-1 0 0 0,0 1 0 0 0,1-1 0 0 0,-1 0 0 0 0,0 1-1 0 0,1-1 1 0 0,-1 0 0 0 0,1 0 0 0 0,-1 0 0 0 0,1 0 0 0 0,0 0-1 0 0,2 1 1 0 0,6 1 50 0 0,-1 0-1 0 0,0-1 0 0 0,1 0 0 0 0,-1-1 1 0 0,1 0-1 0 0,-1 0 0 0 0,11-1 0 0 0,16-3 101 0 0,40-7-1 0 0,6-2-1863 0 0,-76 12-358 0 0</inkml:trace>
</inkml:ink>
</file>

<file path=ppt/ink/ink1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9:24.1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3225 0 0,'19'12'14411'0'0,"-18"-10"-13725"0"0,9 16 3476 0 0,-7-13-5132 0 0,9 22 1395 0 0,-1 0 0 0 0,-2 1 0 0 0,12 51 0 0 0,6 92-383 0 0,-13-73 104 0 0,47 440-4 0 0,-30-327 367 0 0,-2-6-37 0 0,-31-187-2036 0 0</inkml:trace>
</inkml:ink>
</file>

<file path=ppt/ink/ink1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9:24.7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70 1 5529 0 0,'-9'1'14677'0'0,"8"-1"-14585"0"0,-31 12 1576 0 0,30-11-1606 0 0,0 0 0 0 0,0 0 1 0 0,0 0-1 0 0,0 0 0 0 0,0 0 1 0 0,0 0-1 0 0,1 0 0 0 0,-1 1 1 0 0,0-1-1 0 0,1 1 0 0 0,-1 0 1 0 0,1-1-1 0 0,-1 1 1 0 0,0 2-1 0 0,2-4-64 0 0,0 1 0 0 0,1 0 1 0 0,-1-1-1 0 0,0 1 0 0 0,1-1 1 0 0,-1 1-1 0 0,1-1 0 0 0,-1 1 0 0 0,1-1 1 0 0,-1 1-1 0 0,1-1 0 0 0,-1 1 0 0 0,1-1 1 0 0,0 0-1 0 0,-1 1 0 0 0,1-1 1 0 0,-1 0-1 0 0,1 0 0 0 0,0 1 0 0 0,-1-1 1 0 0,1 0-1 0 0,0 0 0 0 0,-1 0 1 0 0,1 0-1 0 0,0 0 0 0 0,-1 0 0 0 0,1 0 1 0 0,0 0-1 0 0,0 0 0 0 0,0 0 0 0 0,25 1-24 0 0,7-4-131 0 0,46 0 16 0 0,-73 3 134 0 0,1 0 1 0 0,-1 1-1 0 0,1 0 0 0 0,-1 0 1 0 0,0 1-1 0 0,1-1 1 0 0,-1 2-1 0 0,0-1 0 0 0,7 4 1 0 0,-12-5 5 0 0,0-1 0 0 0,0 1 1 0 0,0-1-1 0 0,-1 1 0 0 0,1 0 0 0 0,0-1 0 0 0,0 1 1 0 0,-1 0-1 0 0,1 0 0 0 0,-1-1 0 0 0,1 1 1 0 0,0 0-1 0 0,-1 0 0 0 0,0 0 0 0 0,1 0 1 0 0,-1 0-1 0 0,1 0 0 0 0,-1 0 0 0 0,0 0 1 0 0,0 0-1 0 0,0 0 0 0 0,1 0 0 0 0,-1 1 0 0 0,-1 0 3 0 0,1 1-1 0 0,0-1 0 0 0,-1 1 1 0 0,0-1-1 0 0,1 0 0 0 0,-1 1 1 0 0,0-1-1 0 0,0 0 0 0 0,-3 4 1 0 0,-3 4-22 0 0,0 0 0 0 0,-1-1 1 0 0,-10 10-1 0 0,13-14-30 0 0,-64 58-198 0 0,46-44 355 0 0,1 1 0 0 0,-25 30 1 0 0,46-50-107 0 0,1 0 1 0 0,0 1-1 0 0,-1-1 1 0 0,1 0-1 0 0,0 0 1 0 0,0 0-1 0 0,0 1 0 0 0,-1-1 1 0 0,1 0-1 0 0,0 1 1 0 0,0-1-1 0 0,0 0 1 0 0,0 1-1 0 0,-1-1 1 0 0,1 0-1 0 0,0 0 1 0 0,0 1-1 0 0,0-1 0 0 0,0 0 1 0 0,0 1-1 0 0,0-1 1 0 0,0 1-1 0 0,0-1 1 0 0,0 0-1 0 0,0 1 1 0 0,0-1-1 0 0,0 0 1 0 0,0 1-1 0 0,0-1 0 0 0,0 0 1 0 0,1 0-1 0 0,-1 1 1 0 0,0-1-1 0 0,0 0 1 0 0,0 1-1 0 0,0-1 1 0 0,1 0-1 0 0,-1 1 1 0 0,0-1-1 0 0,0 0 0 0 0,0 0 1 0 0,1 1-1 0 0,18 3-57 0 0,22-7-33 0 0,40-15 48 0 0,-54 11 92 0 0,0 1 0 0 0,0 1 0 0 0,42-2 0 0 0,-68 7-51 0 0,-1 0 0 0 0,1 0 0 0 0,0 0 0 0 0,0 0 0 0 0,-1 0 0 0 0,1 0 0 0 0,0 0 0 0 0,0 0 0 0 0,0 0 0 0 0,-1 0 0 0 0,1 0 0 0 0,0 1 0 0 0,0-1 0 0 0,-1 0 0 0 0,1 0 0 0 0,0 1 0 0 0,-1-1 0 0 0,1 1 0 0 0,0-1 0 0 0,-1 0 0 0 0,1 1 0 0 0,-1 0 0 0 0,1-1 1 0 0,0 1-1 0 0,0 0 0 0 0,-1 0 0 0 0,0 0-1 0 0,0-1 1 0 0,0 1 0 0 0,0 0 0 0 0,-1 0 0 0 0,1 0 0 0 0,0 0 0 0 0,0 0 0 0 0,0-1 0 0 0,-1 1 0 0 0,1 0 0 0 0,-1 0 0 0 0,1-1 0 0 0,0 1-1 0 0,-1 0 1 0 0,1 0 0 0 0,-1-1 0 0 0,-1 2 0 0 0,-37 35 5 0 0,31-31 1 0 0,-88 69 193 0 0,69-57-286 0 0,2 1 0 0 0,1 1-1 0 0,0 1 1 0 0,-39 47 0 0 0,62-67 60 0 0,0 0 0 0 0,0 0 0 0 0,0 0 0 0 0,0 0 0 0 0,0 0 0 0 0,1 0 0 0 0,-1 0 0 0 0,0 1 0 0 0,1-1 0 0 0,-1 0 0 0 0,1 0 0 0 0,-1 1 0 0 0,1-1 0 0 0,0 0 0 0 0,-1 1 0 0 0,1-1 0 0 0,0 1 0 0 0,0-1 0 0 0,0 0 0 0 0,0 1 0 0 0,0-1 0 0 0,1 3 0 0 0,0-4-29 0 0,-1 1 0 0 0,1 0-1 0 0,0 0 1 0 0,0-1-1 0 0,0 1 1 0 0,0 0 0 0 0,0-1-1 0 0,0 1 1 0 0,0-1 0 0 0,0 1-1 0 0,0-1 1 0 0,0 1 0 0 0,0-1-1 0 0,0 0 1 0 0,0 1-1 0 0,0-1 1 0 0,1 0 0 0 0,-1 0-1 0 0,0 0 1 0 0,2 0 0 0 0,8-1-625 0 0,1 0 0 0 0,-1 0 0 0 0,21-6 0 0 0,41-16-2527 0 0,-45 13 1889 0 0</inkml:trace>
</inkml:ink>
</file>

<file path=ppt/ink/ink1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9:25.6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4036 0 3681 0 0,'2'2'257'0'0,"0"0"1"0"0,-1 0 0 0 0,1 0-1 0 0,-1 0 1 0 0,0 0 0 0 0,1 0-1 0 0,-1 0 1 0 0,0 0 0 0 0,0 0-1 0 0,0 1 1 0 0,0-1 0 0 0,-1 0-1 0 0,1 1 1 0 0,-1-1 0 0 0,1 1-1 0 0,-1-1 1 0 0,0 1 0 0 0,0-1-1 0 0,0 0 1 0 0,0 1 0 0 0,-1-1-1 0 0,1 1 1 0 0,0-1 0 0 0,-1 1-1 0 0,-1 3 1 0 0,0 5 660 0 0,1-3 259 0 0,0 1 0 0 0,1 0 0 0 0,0 0-1 0 0,0-1 1 0 0,3 14 0 0 0,13 45 1887 0 0,-1-2-2166 0 0,2 37-387 0 0,7 40-47 0 0,6 151 0 0 0,-30-236-370 0 0,-2-40-12 0 0,2 0 0 0 0,0 0 0 0 0,1 1 1 0 0,1-1-1 0 0,1 0 0 0 0,7 29 0 0 0,1-30 166 0 0,-10-14-207 0 0,1-1 0 0 0,-1 1 0 0 0,1 0 0 0 0,-1 0 0 0 0,0 1 0 0 0,0-1 0 0 0,0 0 0 0 0,0 0 0 0 0,1 4 0 0 0,-30-6 64 0 0,-53 4 85 0 0,-81-9-1 0 0,15 0-18 0 0,-566 13-1259 0 0,327-3 588 0 0,213 0 33 0 0,-197-5-127 0 0,196-9 374 0 0,-179-13-208 0 0,-224-4-364 0 0,102 39 1273 0 0,234-5 878 0 0,230-5-1359 0 0,-1 0 0 0 0,1 0 0 0 0,1 1 0 0 0,-1 0 0 0 0,1 1 0 0 0,-1 0 0 0 0,-10 9 0 0 0,-35 14 0 0 0,51-26-122 0 0,-1 0-1 0 0,1 0 1 0 0,-1 0 0 0 0,0-1 0 0 0,0 0-1 0 0,1 0 1 0 0,-1-1 0 0 0,0 1-1 0 0,0-1 1 0 0,0 0 0 0 0,0-1 0 0 0,1 0-1 0 0,-11-2 1 0 0,12 2-2 0 0,0-1-1 0 0,0 0 1 0 0,0 0 0 0 0,1 0-1 0 0,-1-1 1 0 0,0 1 0 0 0,1-1-1 0 0,0 0 1 0 0,0 0 0 0 0,0 0-1 0 0,0 0 1 0 0,0-1 0 0 0,0 1-1 0 0,1-1 1 0 0,0 1 0 0 0,0-1-1 0 0,0 0 1 0 0,-3-8 0 0 0,0-1-1179 0 0</inkml:trace>
</inkml:ink>
</file>

<file path=ppt/ink/ink1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9:25.9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10594 0 0,'0'0'1105'0'0,"2"2"-310"0"0,0 1 0 0 0,0-1 0 0 0,0 1 0 0 0,0 0 0 0 0,-1 0 0 0 0,1 0 1 0 0,-1 0-1 0 0,2 5 0 0 0,7 47 1931 0 0,-8-40-2057 0 0,20 275 721 0 0,-11-88-3429 0 0,-7-166-5703 0 0</inkml:trace>
</inkml:ink>
</file>

<file path=ppt/ink/ink1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9:26.97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8 160 5065 0 0,'-7'2'9288'0'0,"31"-10"-6664"0"0,44-15-1145 0 0,-32 9-1201 0 0,130-47 1696 0 0,-59 14-8399 0 0,-88 38 280 0 0</inkml:trace>
</inkml:ink>
</file>

<file path=ppt/ink/ink1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9:27.3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 1 8954 0 0,'-1'0'111'0'0,"0"0"1"0"0,1 0 0 0 0,-1 0-1 0 0,0 0 1 0 0,1 0-1 0 0,-1 0 1 0 0,0 0-1 0 0,1 0 1 0 0,-1 0-1 0 0,0 1 1 0 0,1-1-1 0 0,-1 0 1 0 0,0 1 0 0 0,1-1-1 0 0,-1 0 1 0 0,0 1-1 0 0,1-1 1 0 0,-1 1-1 0 0,1-1 1 0 0,-1 1-1 0 0,1-1 1 0 0,-1 1-1 0 0,1-1 1 0 0,-1 1 0 0 0,1-1-1 0 0,0 1 1 0 0,-1 0-1 0 0,1-1 1 0 0,0 1-1 0 0,-1 0 1 0 0,1-1-1 0 0,0 1 1 0 0,0 0-1 0 0,0-1 1 0 0,0 2-1 0 0,10 24 6896 0 0,-5-16-7045 0 0,7 11 195 0 0,1 0 1 0 0,0-1 0 0 0,2 0-1 0 0,0-1 1 0 0,1 0 0 0 0,1-2-1 0 0,1 0 1 0 0,25 18 0 0 0,-8-6-158 0 0,62 54 0 0 0,-87-73 0 0 0,1 1 0 0 0,-2 0 0 0 0,0 1 0 0 0,0 0 0 0 0,-1 1 0 0 0,9 19 0 0 0,-15-28 7 0 0,0 1 0 0 0,0 0 0 0 0,-1 1 0 0 0,1-1 0 0 0,-1 0 1 0 0,0 0-1 0 0,-1 0 0 0 0,1 1 0 0 0,-1-1 0 0 0,0 0 0 0 0,-1 1 1 0 0,1-1-1 0 0,-1 0 0 0 0,0 1 0 0 0,0-1 0 0 0,-1 0 1 0 0,1 0-1 0 0,-1 0 0 0 0,0 0 0 0 0,-1 0 0 0 0,1-1 0 0 0,-1 1 1 0 0,0-1-1 0 0,0 1 0 0 0,0-1 0 0 0,-1 0 0 0 0,1 0 0 0 0,-1-1 1 0 0,0 1-1 0 0,0-1 0 0 0,-1 0 0 0 0,-5 4 0 0 0,1-1-23 0 0,-1 0-1 0 0,0-1 1 0 0,0 0-1 0 0,0-1 1 0 0,-1 0-1 0 0,0 0 1 0 0,1-1-1 0 0,-1 0 1 0 0,0-1-1 0 0,-1-1 1 0 0,1 0-1 0 0,0 0 1 0 0,0-1-1 0 0,-16-2 1 0 0,3-3-3207 0 0</inkml:trace>
</inkml:ink>
</file>

<file path=ppt/ink/ink1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9:27.82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26 480 6449 0 0,'-25'-33'15116'0'0,"36"49"-14020"0"0,26 43-1042 0 0,37 53-27 0 0,-62-97-42 0 0,0 0 1 0 0,2-1 0 0 0,-1 0-1 0 0,2-1 1 0 0,16 12 0 0 0,-22-19 49 0 0,34 22-25 0 0,-41-27-4 0 0,0 0 1 0 0,0 1-1 0 0,0-1 0 0 0,0 0 0 0 0,0-1 0 0 0,1 1 0 0 0,-1 0 0 0 0,0-1 0 0 0,1 1 0 0 0,-1-1 0 0 0,0 0 0 0 0,1 1 1 0 0,-1-1-1 0 0,0-1 0 0 0,1 1 0 0 0,4-1 0 0 0,-5 0 38 0 0,-1 0 0 0 0,1-1 0 0 0,0 1 0 0 0,-1-1 0 0 0,1 1 0 0 0,-1-1 0 0 0,1 0 0 0 0,-1 1 0 0 0,0-1 0 0 0,1 0 0 0 0,-1 0 0 0 0,0 0 0 0 0,0 0 0 0 0,-1 0 0 0 0,1 0 0 0 0,0 0 1 0 0,0-4-1 0 0,8-44 655 0 0,-7 34-405 0 0,39-308 1535 0 0,-31 230-1873 0 0,-3 41-297 0 0,21-79-1 0 0,-7 64 62 0 0</inkml:trace>
</inkml:ink>
</file>

<file path=ppt/ink/ink1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9:33.7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0 116 11979 0 0,'2'-6'406'0'0,"0"1"0"0"0,1-1 0 0 0,-1 0 1 0 0,1 1-1 0 0,0-1 0 0 0,1 1 0 0 0,-1 0 1 0 0,7-6-1 0 0,-2 0 517 0 0,-5 6-500 0 0,0 0-1 0 0,1 0 1 0 0,0 1-1 0 0,0-1 0 0 0,0 1 1 0 0,1 0-1 0 0,-1 0 1 0 0,1 0-1 0 0,6-3 1 0 0,-10 7-366 0 0,1-1 1 0 0,0 0-1 0 0,0 1 1 0 0,-1 0-1 0 0,1-1 1 0 0,0 1-1 0 0,0 0 0 0 0,-1 0 1 0 0,1 0-1 0 0,0 0 1 0 0,0 0-1 0 0,-1 1 1 0 0,1-1-1 0 0,0 0 1 0 0,0 1-1 0 0,-1 0 1 0 0,1-1-1 0 0,0 1 1 0 0,-1 0-1 0 0,1 0 1 0 0,-1-1-1 0 0,1 1 1 0 0,-1 0-1 0 0,0 1 0 0 0,1-1 1 0 0,-1 0-1 0 0,0 0 1 0 0,0 1-1 0 0,1-1 1 0 0,-1 0-1 0 0,0 1 1 0 0,0-1-1 0 0,-1 1 1 0 0,2 2-1 0 0,9 13 11 0 0,-2 1 0 0 0,0 0 0 0 0,-1 1 0 0 0,-1 0 0 0 0,-1 0 0 0 0,5 22-1 0 0,16 123 70 0 0,-20-114-106 0 0,-3-17-206 0 0,19 109 626 0 0,-17-118-1061 0 0,0 0-1 0 0,1 0 1 0 0,19 38-1 0 0</inkml:trace>
</inkml:ink>
</file>

<file path=ppt/ink/ink1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9:34.4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214 108 5529 0 0,'-3'-6'508'0'0,"1"0"0"0"0,-1 0 0 0 0,1 0 0 0 0,1-1 0 0 0,-3-12 0 0 0,2-34 7624 0 0,2 52-7916 0 0,5-2 1017 0 0,-5 3-1223 0 0,1 0 1 0 0,-1 1 0 0 0,0-1-1 0 0,1 0 1 0 0,-1 1-1 0 0,1-1 1 0 0,-1 1 0 0 0,0-1-1 0 0,1 1 1 0 0,-1-1 0 0 0,0 1-1 0 0,0-1 1 0 0,1 1 0 0 0,-1-1-1 0 0,0 1 1 0 0,0-1 0 0 0,0 1-1 0 0,0-1 1 0 0,0 1 0 0 0,0-1-1 0 0,0 1 1 0 0,0-1 0 0 0,0 1-1 0 0,0-1 1 0 0,0 2 0 0 0,0 1 9 0 0,0 1 1 0 0,-1-1-1 0 0,1 1 1 0 0,-1-1-1 0 0,0 1 1 0 0,0-1 0 0 0,0 0-1 0 0,0 0 1 0 0,-1 1-1 0 0,1-1 1 0 0,-1 0 0 0 0,0 0-1 0 0,0 0 1 0 0,0-1-1 0 0,0 1 1 0 0,0 0-1 0 0,-1-1 1 0 0,1 1 0 0 0,-1-1-1 0 0,-2 2 1 0 0,-27 20 12 0 0,-45 25 0 0 0,19-12 229 0 0,58-37-218 0 0,0 0 0 0 0,-1 0 1 0 0,1 0-1 0 0,0 0 1 0 0,0 0-1 0 0,-1 0 0 0 0,1 0 1 0 0,0 1-1 0 0,0-1 0 0 0,-1 0 1 0 0,1 0-1 0 0,0 0 0 0 0,0 0 1 0 0,-1 1-1 0 0,1-1 0 0 0,0 0 1 0 0,0 0-1 0 0,0 0 1 0 0,-1 1-1 0 0,1-1 0 0 0,0 0 1 0 0,0 1-1 0 0,0-1 0 0 0,0 0 1 0 0,0 0-1 0 0,0 1 0 0 0,0-1 1 0 0,0 0-1 0 0,-1 0 1 0 0,1 1-1 0 0,0-1 0 0 0,0 0 1 0 0,0 1-1 0 0,0-1 0 0 0,0 0 1 0 0,1 1-1 0 0,10 2 855 0 0,20-5-397 0 0,41-14 47 0 0,-21 3-444 0 0,0 3 0 0 0,1 2-1 0 0,55-1 1 0 0,-104 8-101 0 0,0 1 1 0 0,-1 0-1 0 0,1 0 0 0 0,0 0 0 0 0,0 0 1 0 0,-1 1-1 0 0,1-1 0 0 0,0 1 1 0 0,0-1-1 0 0,-1 1 0 0 0,1 0 0 0 0,-1 0 1 0 0,1 1-1 0 0,-1-1 0 0 0,4 2 1 0 0,-5-1-6 0 0,1 1 1 0 0,-1-1 0 0 0,0 0 0 0 0,0 0-1 0 0,-1 0 1 0 0,1 1 0 0 0,0-1 0 0 0,-1 0-1 0 0,1 1 1 0 0,-1-1 0 0 0,0 1 0 0 0,0-1-1 0 0,0 1 1 0 0,0-1 0 0 0,0 0-1 0 0,0 1 1 0 0,-2 3 0 0 0,-2 16 0 0 0,0 0 0 0 0,-2-1 0 0 0,-1 1 0 0 0,0-1 0 0 0,-15 28 0 0 0,-59 96 0 0 0,78-139 0 0 0,-14 19 0 0 0,-11 22 0 0 0,28-47 0 0 0,-1 1 0 0 0,1-1 0 0 0,0 0 0 0 0,0 1 0 0 0,0-1 0 0 0,0 1 0 0 0,0-1 0 0 0,0 0 0 0 0,0 1 0 0 0,0-1 0 0 0,0 1 0 0 0,0-1 0 0 0,0 1 0 0 0,0-1 0 0 0,0 0 0 0 0,0 1 0 0 0,0-1 0 0 0,0 1 0 0 0,0-1 0 0 0,0 0 0 0 0,0 1 0 0 0,1-1 0 0 0,-1 1 0 0 0,0-1 0 0 0,0 0 0 0 0,0 1 0 0 0,1-1 0 0 0,-1 0 0 0 0,0 1 0 0 0,1-1 0 0 0,0 1 0 0 0,15 3 0 0 0,17-6 0 0 0,139-22-1167 0 0,-56 19-4745 0 0,-97 5 5805 0 0</inkml:trace>
</inkml:ink>
</file>

<file path=ppt/ink/ink1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9:34.8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35 8754 0 0,'9'-34'14662'0'0,"-9"34"-14552"0"0,14 13-264 0 0,-1 10 275 0 0,-1 0 0 0 0,0 1 0 0 0,-2 0 0 0 0,-1 1 0 0 0,10 43 0 0 0,-12-45-89 0 0,12 51-8 0 0,-11-40-11 0 0,1 0-1 0 0,2 0 1 0 0,27 57 0 0 0,-27-72-77 0 0,0-5-256 0 0</inkml:trace>
</inkml:ink>
</file>

<file path=ppt/ink/ink1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9:35.4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72 8754 0 0,'2'-6'973'0'0,"1"0"0"0"0,-1 0 0 0 0,1 0 0 0 0,0 0 0 0 0,0 1 0 0 0,1-1 0 0 0,0 1 0 0 0,0 0 0 0 0,7-7 1 0 0,-10 11-766 0 0,0 1 1 0 0,0-1-1 0 0,0 0 1 0 0,1 0-1 0 0,-1 0 1 0 0,0 1-1 0 0,0-1 1 0 0,1 1-1 0 0,-1-1 1 0 0,0 1-1 0 0,1-1 1 0 0,-1 1-1 0 0,1 0 1 0 0,-1 0-1 0 0,0-1 1 0 0,1 1-1 0 0,-1 0 1 0 0,3 1-1 0 0,-2-1-164 0 0,0 1 0 0 0,0 0 0 0 0,0 0 0 0 0,0 0 1 0 0,0 0-1 0 0,-1 0 0 0 0,1 1 0 0 0,0-1 0 0 0,-1 0 0 0 0,1 1 0 0 0,-1-1 0 0 0,1 1 0 0 0,-1 0 0 0 0,0-1 0 0 0,0 1 1 0 0,2 4-1 0 0,1 1 13 0 0,0 1 1 0 0,-1 1 0 0 0,0-1 0 0 0,-1 0-1 0 0,1 1 1 0 0,-2-1 0 0 0,1 1 0 0 0,0 17-1 0 0,-2 7-4 0 0,-4 34-1 0 0,2-38-39 0 0,-3 28 25 0 0,5 71-1 0 0,2-108-53 0 0,0-1 0 0 0,1 0 0 0 0,1 0-1 0 0,1 0 1 0 0,0-1 0 0 0,2 0 0 0 0,13 28-1 0 0,-19-43-87 0 0,12 24-102 0 0,-7-8-2878 0 0</inkml:trace>
</inkml:ink>
</file>

<file path=ppt/ink/ink1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9:35.9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45 220 7802 0 0,'-18'-48'1504'0'0,"13"37"-600"0"0,1 1 0 0 0,0-1 0 0 0,1-1 0 0 0,-1 1 0 0 0,2 0 0 0 0,-2-21 0 0 0,4 29-761 0 0,0 0-1 0 0,1 0 0 0 0,-1 0 1 0 0,1 0-1 0 0,0 0 1 0 0,0 0-1 0 0,1 0 1 0 0,-1 0-1 0 0,0 0 1 0 0,1 0-1 0 0,0 0 1 0 0,-1 1-1 0 0,1-1 1 0 0,0 1-1 0 0,0-1 1 0 0,1 1-1 0 0,-1 0 1 0 0,1 0-1 0 0,-1 0 1 0 0,1 0-1 0 0,-1 0 1 0 0,1 1-1 0 0,0-1 1 0 0,0 1-1 0 0,0 0 1 0 0,0 0-1 0 0,0 0 1 0 0,6-1-1 0 0,-4 0-89 0 0,1 1-1 0 0,0 0 0 0 0,0 0 1 0 0,-1 0-1 0 0,1 1 1 0 0,0 0-1 0 0,0 0 0 0 0,0 0 1 0 0,-1 1-1 0 0,1 0 0 0 0,0 0 1 0 0,0 1-1 0 0,-1-1 1 0 0,1 1-1 0 0,4 3 0 0 0,-5-3-45 0 0,-1 1-1 0 0,1 0 0 0 0,-1 0 0 0 0,0 1 0 0 0,0-1 1 0 0,0 1-1 0 0,0 0 0 0 0,-1 0 0 0 0,0 0 1 0 0,0 1-1 0 0,0-1 0 0 0,0 1 0 0 0,0-1 0 0 0,-1 1 1 0 0,0 0-1 0 0,0 0 0 0 0,-1 0 0 0 0,1 0 1 0 0,-1 1-1 0 0,0-1 0 0 0,0 0 0 0 0,-1 0 0 0 0,0 1 1 0 0,0-1-1 0 0,0 0 0 0 0,0 1 0 0 0,-2 6 0 0 0,-1 2-23 0 0,-1 0 0 0 0,0 0-1 0 0,-1-1 1 0 0,0 0-1 0 0,-1 0 1 0 0,-1 0 0 0 0,0 0-1 0 0,-17 22 1 0 0,-29 26-136 0 0,39-45 197 0 0,0-1 0 0 0,0 2 0 0 0,2-1 0 0 0,0 2-1 0 0,-18 36 1 0 0,30-53-26 0 0,0-1-1 0 0,0 1 1 0 0,0-1-1 0 0,0 1 1 0 0,0-1-1 0 0,0 1 1 0 0,0-1-1 0 0,0 0 0 0 0,0 1 1 0 0,0-1-1 0 0,1 1 1 0 0,-1-1-1 0 0,0 0 1 0 0,0 1-1 0 0,0-1 0 0 0,1 1 1 0 0,-1-1-1 0 0,0 0 1 0 0,0 1-1 0 0,1-1 1 0 0,-1 0-1 0 0,0 0 1 0 0,1 1-1 0 0,-1-1 0 0 0,0 0 1 0 0,1 0-1 0 0,-1 1 1 0 0,1-1-1 0 0,-1 0 1 0 0,0 0-1 0 0,1 0 0 0 0,-1 0 1 0 0,1 0-1 0 0,-1 1 1 0 0,1-1-1 0 0,-1 0 1 0 0,0 0-1 0 0,1 0 1 0 0,-1 0-1 0 0,1 0 0 0 0,-1 0 1 0 0,1-1-1 0 0,26 2 562 0 0,-23-1-474 0 0,115-2 616 0 0,81 1-659 0 0,-173 2-623 0 0,8 1 1013 0 0,38 6 1 0 0,-62-6-2251 0 0,1 1 0 0 0,-1 0 0 0 0,22 10 0 0 0</inkml:trace>
</inkml:ink>
</file>

<file path=ppt/ink/ink1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9:36.4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 92 3425 0 0,'-2'-1'262'0'0,"0"-1"0"0"0,0 1 0 0 0,0-1 0 0 0,0 0 0 0 0,0 0 1 0 0,1 1-1 0 0,-1-1 0 0 0,1 0 0 0 0,-1-1 0 0 0,1 1 0 0 0,-1-3 0 0 0,1 3 157 0 0,0 1-1 0 0,0-1 0 0 0,1 0 1 0 0,-1 0-1 0 0,1 0 0 0 0,0 0 0 0 0,-1 0 1 0 0,1 0-1 0 0,0 0 0 0 0,0 0 1 0 0,0 0-1 0 0,0-1 0 0 0,1 1 0 0 0,-1 0 1 0 0,1 0-1 0 0,-1 1 0 0 0,1-1 1 0 0,0 0-1 0 0,-1 0 0 0 0,1 0 1 0 0,0 0-1 0 0,0 0 0 0 0,0 1 0 0 0,1-1 1 0 0,-1 0-1 0 0,0 1 0 0 0,1-1 1 0 0,-1 1-1 0 0,1 0 0 0 0,-1-1 0 0 0,4-1 1 0 0,-3 2-334 0 0,0 0 1 0 0,1 0 0 0 0,-1 0-1 0 0,0 0 1 0 0,1 1 0 0 0,-1-1-1 0 0,1 1 1 0 0,-1 0 0 0 0,5-1-1 0 0,-4 1-74 0 0,-1 1-1 0 0,0-1 0 0 0,0 0 1 0 0,0 1-1 0 0,0-1 0 0 0,0 1 0 0 0,0 0 1 0 0,0 0-1 0 0,0 0 0 0 0,0 0 0 0 0,0 0 1 0 0,0 0-1 0 0,0 0 0 0 0,-1 1 1 0 0,1-1-1 0 0,0 0 0 0 0,-1 1 0 0 0,1 0 1 0 0,-1-1-1 0 0,0 1 0 0 0,0 0 1 0 0,1 0-1 0 0,-1 0 0 0 0,0 0 0 0 0,-1 0 1 0 0,1 0-1 0 0,0 0 0 0 0,0 0 0 0 0,-1 0 1 0 0,1 0-1 0 0,-1 0 0 0 0,0 0 1 0 0,0 3-1 0 0,2 8 62 0 0,-1 0 0 0 0,-1 1 0 0 0,-2 25 0 0 0,1-34-69 0 0,-1 11 109 0 0,-1-1 1 0 0,-1 0 0 0 0,0 0-1 0 0,-9 21 1 0 0,6-18 105 0 0,-9 35 1 0 0,16-52-202 0 0,-1 0 1 0 0,1-1-1 0 0,0 1 1 0 0,0 0-1 0 0,0 0 0 0 0,0-1 1 0 0,0 1-1 0 0,0 0 1 0 0,0-1-1 0 0,0 1 1 0 0,0 0-1 0 0,0-1 0 0 0,0 1 1 0 0,0 0-1 0 0,0-1 1 0 0,1 1-1 0 0,-1 0 1 0 0,0-1-1 0 0,0 1 0 0 0,1 0 1 0 0,-1-1-1 0 0,0 1 1 0 0,1-1-1 0 0,-1 1 1 0 0,1-1-1 0 0,-1 1 0 0 0,1-1 1 0 0,0 2-1 0 0,1-2 7 0 0,-1 1 0 0 0,0-1 1 0 0,1 0-1 0 0,-1 1 0 0 0,1-1 0 0 0,-1 0 0 0 0,0 0 0 0 0,1 0 0 0 0,-1 0 0 0 0,1 0 0 0 0,-1 0 0 0 0,1-1 0 0 0,1 1 0 0 0,42-17 434 0 0,-44 17-430 0 0,221-101 1154 0 0,-213 97-1524 0 0</inkml:trace>
</inkml:ink>
</file>

<file path=ppt/ink/ink1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9:41.0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0 11058 0 0,'-1'11'6196'0'0,"5"17"-5092"0"0,-3-25-543 0 0,7 68 326 0 0,-3 1 1 0 0,-3-1-1 0 0,-13 127 1 0 0,10-183-1101 0 0,-1 56-3550 0 0,2-67 3430 0 0,0 0 0 0 0,1 0 0 0 0,-1 0 0 0 0,1 0 0 0 0,0 0 0 0 0,0 0 0 0 0,1 0 0 0 0,-1 0 0 0 0,1-1 0 0 0,0 1 0 0 0,0 0 0 0 0,0-1 0 0 0,6 7 0 0 0</inkml:trace>
</inkml:ink>
</file>

<file path=ppt/ink/ink1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9:41.2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 52 3681 0 0,'-19'-51'17852'0'0,"16"50"-17152"0"0,5 23-2877 0 0</inkml:trace>
</inkml:ink>
</file>

<file path=ppt/ink/ink1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9:41.6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152 100 5529 0 0,'-3'-29'-109'0'0,"1"22"1103"0"0,1 0-1 0 0,-1 0 1 0 0,0 1 0 0 0,-6-14 0 0 0,7 19-799 0 0,1-1 1 0 0,-1 1-1 0 0,0 0 1 0 0,0-1 0 0 0,0 1-1 0 0,0 0 1 0 0,0 0 0 0 0,0-1-1 0 0,0 1 1 0 0,0 0-1 0 0,0 0 1 0 0,0 0 0 0 0,-1 0-1 0 0,1 0 1 0 0,0 1-1 0 0,-1-1 1 0 0,1 0 0 0 0,-1 1-1 0 0,1-1 1 0 0,-1 0-1 0 0,1 1 1 0 0,-1 0 0 0 0,1-1-1 0 0,-1 1 1 0 0,1 0 0 0 0,-1 0-1 0 0,0 0 1 0 0,1 0-1 0 0,-1 0 1 0 0,1 0 0 0 0,-1 1-1 0 0,1-1 1 0 0,-1 0-1 0 0,0 1 1 0 0,1-1 0 0 0,-1 1-1 0 0,1 0 1 0 0,0-1 0 0 0,-1 1-1 0 0,1 0 1 0 0,0 0-1 0 0,-1 0 1 0 0,1 0 0 0 0,0 0-1 0 0,-2 2 1 0 0,-4 3-68 0 0,1 0-1 0 0,1 0 1 0 0,-1 1 0 0 0,1-1 0 0 0,0 1-1 0 0,0 0 1 0 0,1 1 0 0 0,0-1-1 0 0,0 1 1 0 0,1 0 0 0 0,0 0 0 0 0,0 0-1 0 0,1 0 1 0 0,0 0 0 0 0,1 1 0 0 0,-2 9-1 0 0,1 11-104 0 0,1 1 0 0 0,1-1 0 0 0,4 39 0 0 0,8 2-19 0 0,2-1 1 0 0,43 127-1 0 0,-33-127-5 0 0,-4 2 1 0 0,17 104-1 0 0,-37-173-1 0 0,2 13-535 0 0,0 0 1 0 0,-2 31-1 0 0,0-42 325 0 0,-1 0-1 0 0,1 0 0 0 0,-1 0 1 0 0,0 0-1 0 0,0 0 0 0 0,-1 0 1 0 0,1 0-1 0 0,-1 0 0 0 0,0-1 1 0 0,0 1-1 0 0,0 0 0 0 0,0-1 1 0 0,-1 0-1 0 0,1 0 0 0 0,-1 1 1 0 0,-3 1-1 0 0</inkml:trace>
</inkml:ink>
</file>

<file path=ppt/ink/ink1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9:41.8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0 304 5985 0 0,'6'-12'468'0'0,"0"1"-1"0"0,1 0 1 0 0,0 0 0 0 0,0 0-1 0 0,1 1 1 0 0,1 0 0 0 0,-1 1-1 0 0,21-17 1 0 0,5 0 2141 0 0,48-30 1 0 0,-29 26-563 0 0,62-25 0 0 0,-77 38-2223 0 0,-21 8 161 0 0</inkml:trace>
</inkml:ink>
</file>

<file path=ppt/ink/ink1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9:42.2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 3 12443 0 0,'-9'-3'7404'0'0,"8"4"-7149"0"0,0 10 2642 0 0,14 34-3826 0 0,-4-16 1501 0 0,31 226-82 0 0,-4-25-409 0 0,-7-128-48 0 0,-20-73-554 0 0,0 0-1 0 0,-2 0 1 0 0,6 58 0 0 0,-13-71-1703 0 0</inkml:trace>
</inkml:ink>
</file>

<file path=ppt/ink/ink1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9:42.7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0 164 7370 0 0,'0'-6'316'0'0,"0"0"1"0"0,0 0-1 0 0,1 1 1 0 0,0-1 0 0 0,0 0-1 0 0,0 0 1 0 0,1 0-1 0 0,0 1 1 0 0,0-1 0 0 0,0 0-1 0 0,0 1 1 0 0,1 0-1 0 0,0 0 1 0 0,0 0 0 0 0,1 0-1 0 0,-1 0 1 0 0,1 1-1 0 0,0-1 1 0 0,8-5 0 0 0,-7 4 88 0 0,1 1 0 0 0,1 0 1 0 0,-1 1-1 0 0,1 0 1 0 0,-1 0-1 0 0,1 0 1 0 0,1 1-1 0 0,-1 0 0 0 0,0 0 1 0 0,1 0-1 0 0,-1 1 1 0 0,1 1-1 0 0,0-1 0 0 0,11 0 1 0 0,-5 2-158 0 0,0 1-1 0 0,1 0 1 0 0,-1 0 0 0 0,0 2-1 0 0,18 4 1 0 0,-30-6-226 0 0,1 0 1 0 0,-1-1-1 0 0,1 1 0 0 0,-1 0 1 0 0,0 0-1 0 0,0 0 0 0 0,0 0 1 0 0,1 1-1 0 0,-1-1 0 0 0,0 1 1 0 0,0-1-1 0 0,-1 1 1 0 0,1 0-1 0 0,0-1 0 0 0,0 1 1 0 0,-1 0-1 0 0,0 0 0 0 0,1 0 1 0 0,-1 1-1 0 0,0-1 0 0 0,0 0 1 0 0,0 0-1 0 0,0 1 0 0 0,0-1 1 0 0,0 0-1 0 0,-1 1 0 0 0,1-1 1 0 0,-1 1-1 0 0,0-1 1 0 0,0 1-1 0 0,0-1 0 0 0,0 1 1 0 0,0-1-1 0 0,0 1 0 0 0,-1-1 1 0 0,1 1-1 0 0,-1-1 0 0 0,-1 4 1 0 0,-1 4-28 0 0,-1-1 1 0 0,-1 1-1 0 0,1-1 1 0 0,-1 0-1 0 0,-1-1 0 0 0,0 1 1 0 0,-7 8-1 0 0,-55 50 182 0 0,53-54-120 0 0,0 1 0 0 0,1 0-1 0 0,1 1 1 0 0,0 1-1 0 0,-11 18 1 0 0,23-33-56 0 0,0 0 1 0 0,0 0-1 0 0,0 1 1 0 0,1-1-1 0 0,-1 0 0 0 0,0 0 1 0 0,1 1-1 0 0,-1-1 1 0 0,1 0-1 0 0,-1 1 1 0 0,1-1-1 0 0,0 1 1 0 0,0-1-1 0 0,0 0 0 0 0,-1 1 1 0 0,1-1-1 0 0,1 1 1 0 0,-1-1-1 0 0,0 1 1 0 0,0-1-1 0 0,0 0 0 0 0,1 1 1 0 0,-1-1-1 0 0,1 1 1 0 0,-1-1-1 0 0,1 0 1 0 0,-1 0-1 0 0,1 1 1 0 0,0-1-1 0 0,0 0 0 0 0,0 0 1 0 0,0 0-1 0 0,-1 0 1 0 0,2 0-1 0 0,-1 0 1 0 0,0 0-1 0 0,0 0 1 0 0,0 0-1 0 0,0 0 0 0 0,0 0 1 0 0,1-1-1 0 0,-1 1 1 0 0,0-1-1 0 0,1 1 1 0 0,-1-1-1 0 0,0 1 0 0 0,3-1 1 0 0,9 3 36 0 0,-1 0-1 0 0,1-1 1 0 0,-1-1 0 0 0,19 0-1 0 0,-19-1 66 0 0,227 24 246 0 0,-158-14-1054 0 0,-58-5-2102 0 0</inkml:trace>
</inkml:ink>
</file>

<file path=ppt/ink/ink1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9:43.12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53 68 2761 0 0,'-13'-10'-210'0'0,"-11"-13"8772"0"0,22 20-7650 0 0,1 1 1 0 0,-1 0-1 0 0,1 0 0 0 0,-1-1 0 0 0,1 1 0 0 0,0-1 0 0 0,0 1 0 0 0,0-1 0 0 0,0 1 0 0 0,0-1 0 0 0,0-4 0 0 0,19 27 603 0 0,-7-2-1429 0 0,-2 1 1 0 0,-1 0-1 0 0,0 0 1 0 0,-1 1-1 0 0,5 22 1 0 0,15 108-84 0 0,-13-59-2 0 0,3 1-1983 0 0,-13-65-5953 0 0</inkml:trace>
</inkml:ink>
</file>

<file path=ppt/ink/ink1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9:43.50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66 5985 0 0,'3'0'625'0'0,"0"0"0"0"0,1 1 0 0 0,-1-1 0 0 0,1-1 0 0 0,-1 1 0 0 0,0 0-1 0 0,1-1 1 0 0,4-1 0 0 0,74-26 5938 0 0,-14 5-4995 0 0,-58 20-1965 0 0,1 0-1 0 0,0 1 1 0 0,-1 0 0 0 0,17 1-1 0 0</inkml:trace>
</inkml:ink>
</file>

<file path=ppt/ink/ink1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9:43.7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96 5529 0 0,'20'-6'4114'0'0,"114"-37"5630"0"0,15-3-8540 0 0</inkml:trace>
</inkml:ink>
</file>

<file path=ppt/ink/ink1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9:44.1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65 12443 0 0,'15'-38'3648'0'0,"-14"36"-3357"0"0,-1 1 1 0 0,1-1-1 0 0,0 0 1 0 0,0 1-1 0 0,0-1 0 0 0,0 1 1 0 0,0-1-1 0 0,0 1 1 0 0,1-1-1 0 0,-1 1 1 0 0,0 0-1 0 0,1 0 0 0 0,-1-1 1 0 0,1 1-1 0 0,-1 0 1 0 0,1 1-1 0 0,-1-1 1 0 0,1 0-1 0 0,2-1 0 0 0,-2 3-233 0 0,-1-1 0 0 0,0 1 0 0 0,1 0 0 0 0,-1-1 0 0 0,0 1-1 0 0,1 0 1 0 0,-1 0 0 0 0,0 0 0 0 0,0 0 0 0 0,0 0 0 0 0,0 0 0 0 0,0 0-1 0 0,0 0 1 0 0,0 0 0 0 0,0 0 0 0 0,0 1 0 0 0,-1-1 0 0 0,1 0-1 0 0,0 1 1 0 0,-1-1 0 0 0,1 3 0 0 0,11 31 122 0 0,40 224 480 0 0,10 38-2455 0 0,-57-279 652 0 0,-2-3-275 0 0</inkml:trace>
</inkml:ink>
</file>

<file path=ppt/ink/ink1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9:44.5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2 305 456 0 0,'-1'-16'549'0'0,"1"0"0"0"0,1 0 0 0 0,0 0 1 0 0,4-18-1 0 0,-1 16 813 0 0,1 1 0 0 0,0-1 0 0 0,1 1 1 0 0,1 0-1 0 0,1 0 0 0 0,11-18 0 0 0,-14 29-988 0 0,-1 1 0 0 0,1 0 0 0 0,0 0 0 0 0,1 0 0 0 0,-1 1 0 0 0,1-1 0 0 0,0 1 0 0 0,0 1 0 0 0,0-1 0 0 0,0 1-1 0 0,1 0 1 0 0,-1 0 0 0 0,14-2 0 0 0,-15 3-110 0 0,1 0-1 0 0,0 1 1 0 0,0 0-1 0 0,0 0 1 0 0,0 0 0 0 0,0 1-1 0 0,0 0 1 0 0,0 0-1 0 0,0 1 1 0 0,0 0-1 0 0,0 0 1 0 0,0 0 0 0 0,0 0-1 0 0,0 1 1 0 0,0 0-1 0 0,7 4 1 0 0,-10-3-261 0 0,-1-1-1 0 0,1 1 1 0 0,-1-1 0 0 0,0 1 0 0 0,1 0-1 0 0,-1 0 1 0 0,-1 0 0 0 0,1 0 0 0 0,0 0 0 0 0,-1 0-1 0 0,1 1 1 0 0,-1-1 0 0 0,0 0 0 0 0,0 1 0 0 0,0-1-1 0 0,-1 1 1 0 0,1-1 0 0 0,-1 1 0 0 0,0-1-1 0 0,0 1 1 0 0,0-1 0 0 0,-1 5 0 0 0,-1 7 13 0 0,0 0 0 0 0,0 0 0 0 0,-9 26 0 0 0,-1-12 12 0 0,-1 0 0 0 0,0 0 0 0 0,-21 28 1 0 0,14-22 10 0 0,-20 43 1 0 0,35-54 27 0 0,5-24-60 0 0,0 1 0 0 0,1-1 0 0 0,-1 1 0 0 0,0 0 1 0 0,0-1-1 0 0,0 1 0 0 0,0-1 0 0 0,1 1 0 0 0,-1 0 0 0 0,0-1 0 0 0,1 1 0 0 0,-1-1 0 0 0,0 1 0 0 0,1-1 0 0 0,-1 1 0 0 0,1-1 0 0 0,-1 0 0 0 0,1 1 0 0 0,-1-1 0 0 0,1 1 0 0 0,0-1 0 0 0,2 1 13 0 0,0 0 0 0 0,-1-1 0 0 0,1 1 1 0 0,0-1-1 0 0,0 0 0 0 0,-1 0 0 0 0,1 0 0 0 0,0 0 0 0 0,0-1 0 0 0,0 1 1 0 0,-1-1-1 0 0,1 0 0 0 0,2 0 0 0 0,42-15 361 0 0,82-39 0 0 0,-17 6-23 0 0,-95 42-540 0 0,-1 2 0 0 0,1 0 0 0 0,17-3 0 0 0,-20 6-242 0 0</inkml:trace>
</inkml:ink>
</file>

<file path=ppt/ink/ink1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19:45.7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29 151 1840 0 0,'-3'-3'474'0'0,"1"0"0"0"0,-1 0 0 0 0,0 0-1 0 0,1-1 1 0 0,0 1 0 0 0,0 0 0 0 0,0-1 0 0 0,0 0-1 0 0,1 1 1 0 0,-1-1 0 0 0,1 0 0 0 0,0 0-1 0 0,0 0 1 0 0,0 0 0 0 0,0-5 0 0 0,1 7-41 0 0,1-1 1 0 0,-1 0 0 0 0,0 1 0 0 0,1-1 0 0 0,-1 1-1 0 0,1-1 1 0 0,0 1 0 0 0,-1-1 0 0 0,1 1 0 0 0,0 0-1 0 0,1-1 1 0 0,-1 1 0 0 0,0 0 0 0 0,1 0 0 0 0,-1 0-1 0 0,1 0 1 0 0,0 0 0 0 0,0 0 0 0 0,-1 0 0 0 0,1 1-1 0 0,0-1 1 0 0,1 1 0 0 0,-1-1 0 0 0,3 0 0 0 0,4-4-273 0 0,1 1 0 0 0,0 1 0 0 0,1 0 0 0 0,-1 0 0 0 0,1 1 0 0 0,0 0 0 0 0,-1 1 0 0 0,19-1 0 0 0,-24 2-112 0 0,-1 1 0 0 0,1 1 1 0 0,-1-1-1 0 0,1 1 0 0 0,-1 0 0 0 0,0-1 0 0 0,1 2 0 0 0,-1-1 0 0 0,0 1 0 0 0,0-1 0 0 0,0 1 0 0 0,0 0 0 0 0,0 1 0 0 0,0-1 0 0 0,0 1 0 0 0,-1-1 0 0 0,1 1 1 0 0,-1 0-1 0 0,0 0 0 0 0,0 1 0 0 0,0-1 0 0 0,0 1 0 0 0,3 6 0 0 0,0 0-54 0 0,-1-1 0 0 0,-1 1 0 0 0,0 0 1 0 0,0 0-1 0 0,-1 0 0 0 0,-1 0 0 0 0,1 1 0 0 0,-2-1 0 0 0,1 1 1 0 0,-1-1-1 0 0,-1 1 0 0 0,0 0 0 0 0,-1-1 0 0 0,0 1 0 0 0,-4 19 1 0 0,-4 2-20 0 0,-2 0 0 0 0,-1-1 0 0 0,-27 50 0 0 0,37-77 24 0 0,2-4 4 0 0,-1 1 1 0 0,1 0 0 0 0,-1 0-1 0 0,1 0 1 0 0,-1 0 0 0 0,1 0-1 0 0,0 0 1 0 0,-1 0 0 0 0,1 0-1 0 0,0 0 1 0 0,0 0 0 0 0,0 0-1 0 0,-1 0 1 0 0,1 0 0 0 0,0 0-1 0 0,0 0 1 0 0,1-1 0 0 0,-1 1-1 0 0,0 0 1 0 0,0 0 0 0 0,0 0-1 0 0,1 0 1 0 0,-1 0 0 0 0,1 1-1 0 0,0-1 10 0 0,0 0 0 0 0,0-1 1 0 0,0 1-1 0 0,0 0 0 0 0,0-1 0 0 0,0 1 0 0 0,0-1 0 0 0,0 0 0 0 0,0 1 1 0 0,0-1-1 0 0,0 0 0 0 0,0 1 0 0 0,1-1 0 0 0,-1 0 0 0 0,0 0 0 0 0,0 0 1 0 0,2-1-1 0 0,10 0 132 0 0,0-1 1 0 0,-1-1-1 0 0,15-4 1 0 0,-12 2-20 0 0,207-38 578 0 0,-217 42-1058 0 0,0 1 0 0 0,0 0 0 0 0,0 0-1 0 0,0 0 1 0 0,0 1 0 0 0,9 2 0 0 0</inkml:trace>
</inkml:ink>
</file>

<file path=ppt/ink/ink1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0:40.42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245 308 5529 0 0,'-20'1'1043'0'0,"1"1"-1"0"0,-32 8 1 0 0,39-7-546 0 0,-1 0 1 0 0,1-1-1 0 0,-1 0 0 0 0,0-1 0 0 0,1 0 0 0 0,-1-1 1 0 0,0-1-1 0 0,-24-3 0 0 0,36 4-465 0 0,0 0 0 0 0,0 0 0 0 0,0-1 1 0 0,0 1-1 0 0,0 0 0 0 0,0-1 0 0 0,0 1 0 0 0,1 0 0 0 0,-1-1 0 0 0,0 1 0 0 0,0-1 0 0 0,0 1 1 0 0,0-1-1 0 0,1 0 0 0 0,-1 1 0 0 0,0-1 0 0 0,-1-1 0 0 0,2 1 7 0 0,1 1 0 0 0,-1 0 0 0 0,0-1 0 0 0,0 1 0 0 0,0-1 0 0 0,1 1 0 0 0,-1 0 0 0 0,0-1 0 0 0,1 1 0 0 0,-1 0 0 0 0,0-1 0 0 0,1 1 0 0 0,-1 0 0 0 0,0-1 0 0 0,1 1 0 0 0,-1 0 0 0 0,1 0 0 0 0,-1-1 1 0 0,0 1-1 0 0,1 0 0 0 0,-1 0 0 0 0,1 0 0 0 0,-1 0 0 0 0,1-1 0 0 0,0 1 0 0 0,44-10 1759 0 0,-38 9-1677 0 0,306-53 21 0 0,15-2 30 0 0,-5 3 63 0 0,-112 21 0 0 0,234-22-53 0 0,-167 25 132 0 0,-64 9 619 0 0,-171 19-320 0 0,0 1 1 0 0,84 13 0 0 0,-124-12-715 0 0,22 5 383 0 0,-24-6-360 0 0,0 0 0 0 0,0 0 0 0 0,0 1 0 0 0,0-1 0 0 0,0 1 0 0 0,-1-1 0 0 0,1 0 0 0 0,0 1 0 0 0,0 0 0 0 0,0-1 0 0 0,-1 1 0 0 0,1-1 0 0 0,0 1 0 0 0,-1 0 0 0 0,1-1 0 0 0,0 1 0 0 0,-1 0 0 0 0,1 0 0 0 0,-1 0 0 0 0,0 0 0 0 0,2 1 0 0 0</inkml:trace>
</inkml:ink>
</file>

<file path=ppt/ink/ink1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0:41.10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0 375 8754 0 0,'22'-3'4903'0'0,"-18"2"-4564"0"0,0 0 0 0 0,1 0 0 0 0,-1 1 0 0 0,0 0 0 0 0,0 0 0 0 0,1 0 0 0 0,-1 0 0 0 0,0 0 0 0 0,0 1 0 0 0,7 1 0 0 0,-2 2-256 0 0,-1 0-1 0 0,0 0 0 0 0,1 1 0 0 0,-2 0 0 0 0,1 0 1 0 0,0 0-1 0 0,10 12 0 0 0,44 53 852 0 0,-48-53-749 0 0,0 0-1 0 0,0-1 1 0 0,32 26-1 0 0,-33-33-74 0 0,0-1 0 0 0,20 10 0 0 0,-28-16-72 0 0,0 1 0 0 0,1-1-1 0 0,-1-1 1 0 0,0 1 0 0 0,1-1-1 0 0,-1 0 1 0 0,1 0-1 0 0,-1 0 1 0 0,1-1 0 0 0,7 0-1 0 0,-12 0 26 0 0,-1-1 0 0 0,1 1 0 0 0,0-1 0 0 0,0 1 0 0 0,0-1 0 0 0,0 1 0 0 0,0-1 0 0 0,-1 1 0 0 0,1-1 0 0 0,0 0 0 0 0,0 0 0 0 0,-1 1 0 0 0,1-1 0 0 0,-1 0 0 0 0,1 0 0 0 0,-1 0-1 0 0,1 0 1 0 0,-1 0 0 0 0,1 1 0 0 0,-1-1 0 0 0,0 0 0 0 0,1 0 0 0 0,-1 0 0 0 0,0 0 0 0 0,0 0 0 0 0,0 0 0 0 0,0 0 0 0 0,0-2 0 0 0,0-38 651 0 0,-1 24-541 0 0,6-55-157 0 0,3 1 0 0 0,3 0 1 0 0,3 0-1 0 0,40-118 0 0 0,-52 185-117 0 0,0-3-157 0 0,0 1 0 0 0,0-1 0 0 0,1 1-1 0 0,0 0 1 0 0,0 0 0 0 0,0 0-1 0 0,1 1 1 0 0,0-1 0 0 0,0 1 0 0 0,6-7-1 0 0</inkml:trace>
</inkml:ink>
</file>

<file path=ppt/ink/ink1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0:41.55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 85 8754 0 0,'-1'-2'233'0'0,"0"0"1"0"0,0 0 0 0 0,0 0-1 0 0,1-1 1 0 0,-1 1 0 0 0,1 0-1 0 0,0 0 1 0 0,-1 0-1 0 0,1-1 1 0 0,0 1 0 0 0,0 0-1 0 0,1 0 1 0 0,-1-1-1 0 0,0 1 1 0 0,1 0 0 0 0,-1 0-1 0 0,1 0 1 0 0,0 0 0 0 0,0 0-1 0 0,0 0 1 0 0,0 0-1 0 0,0 0 1 0 0,2-2 0 0 0,-3 2-83 0 0,1 0 0 0 0,0 0 0 0 0,0 0 0 0 0,0 1 0 0 0,0-1 0 0 0,0 0 1 0 0,0 1-1 0 0,0-1 0 0 0,1 1 0 0 0,-1-1 0 0 0,1 1 0 0 0,-1-1 0 0 0,1 1 1 0 0,-1 0-1 0 0,1 0 0 0 0,0 0 0 0 0,-1 0 0 0 0,1 0 0 0 0,0 0 0 0 0,0 1 0 0 0,0-1 1 0 0,0 0-1 0 0,0 1 0 0 0,0 0 0 0 0,0-1 0 0 0,3 1 0 0 0,-4 1-146 0 0,1 0 0 0 0,-1 0 1 0 0,0 0-1 0 0,1 0 0 0 0,-1 0 0 0 0,0 0 0 0 0,0 1 0 0 0,0-1 0 0 0,0 0 0 0 0,0 1 0 0 0,0-1 0 0 0,0 1 0 0 0,-1-1 1 0 0,1 1-1 0 0,0-1 0 0 0,-1 1 0 0 0,1 0 0 0 0,-1-1 0 0 0,0 1 0 0 0,0 0 0 0 0,1-1 0 0 0,-1 1 0 0 0,0 0 0 0 0,0 1 1 0 0,-2 44-190 0 0,-4-6-41 0 0,-1 0-1 0 0,-15 40 1 0 0,11-40 60 0 0,-12 78 1 0 0,22-118 201 0 0,1 1 1 0 0,0-1 0 0 0,0 0 0 0 0,-1 1-1 0 0,1-1 1 0 0,0 1 0 0 0,0-1 0 0 0,0 0-1 0 0,1 1 1 0 0,-1-1 0 0 0,0 1 0 0 0,0-1-1 0 0,1 0 1 0 0,-1 1 0 0 0,1-1 0 0 0,-1 0-1 0 0,1 1 1 0 0,0-1 0 0 0,-1 0 0 0 0,1 0-1 0 0,0 0 1 0 0,0 0 0 0 0,0 0 0 0 0,0 0-1 0 0,0 0 1 0 0,0 0 0 0 0,0 0 0 0 0,0 0-1 0 0,2 1 1 0 0,0-1 112 0 0,0-1-1 0 0,0 1 0 0 0,0-1 1 0 0,0 0-1 0 0,0 0 1 0 0,0 0-1 0 0,0 0 1 0 0,0-1-1 0 0,0 1 1 0 0,0-1-1 0 0,0 0 0 0 0,0 1 1 0 0,3-3-1 0 0,22-8 542 0 0,-1-1 1 0 0,0-1-1 0 0,46-31 0 0 0,-2-7-2089 0 0,-3-4-7226 0 0,-52 42 3807 0 0</inkml:trace>
</inkml:ink>
</file>

<file path=ppt/ink/ink1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0:42.14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22 8290 0 0,'20'-22'9067'0'0,"-19"22"-8969"0"0,0 0 1 0 0,0 1-1 0 0,0-1 0 0 0,-1 0 1 0 0,1 0-1 0 0,0 1 0 0 0,0-1 1 0 0,0 0-1 0 0,0 1 0 0 0,0-1 0 0 0,-1 1 1 0 0,1-1-1 0 0,0 1 0 0 0,0 0 1 0 0,-1-1-1 0 0,1 1 0 0 0,-1 0 0 0 0,1-1 1 0 0,0 1-1 0 0,-1 0 0 0 0,1 0 1 0 0,-1 0-1 0 0,1 1 0 0 0,7 10 208 0 0,-2 0 0 0 0,1 1-1 0 0,-2 0 1 0 0,1 0 0 0 0,5 27-1 0 0,10 71-118 0 0,-17-84-119 0 0,14 74-279 0 0,37 124 0 0 0,-48-201-602 0 0,0-2-249 0 0</inkml:trace>
</inkml:ink>
</file>

<file path=ppt/ink/ink1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0:42.58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168 154 7370 0 0,'-3'-19'977'0'0,"-2"-4"4839"0"0,-2 21-3268 0 0,-4 11-1557 0 0,-13 22-682 0 0,1 1-1 0 0,2 1 0 0 0,1 1 1 0 0,-29 69-1 0 0,45-96-308 0 0,4-14 0 0 0,6-14 0 0 0,32-68 1308 0 0,49-84 1 0 0,-58 130-804 0 0,-28 41-478 0 0,1 0 0 0 0,-1 0 0 0 0,1 0 0 0 0,0 0 1 0 0,0 0-1 0 0,0 1 0 0 0,0-1 0 0 0,0 1 0 0 0,0-1 0 0 0,0 1 0 0 0,1 0 0 0 0,-1 0 0 0 0,0 0 0 0 0,1 0 0 0 0,-1 0 0 0 0,1 0 0 0 0,2 0 0 0 0,-3 1-12 0 0,-1 1-1 0 0,0-1 1 0 0,0 0 0 0 0,1 1 0 0 0,-1-1 0 0 0,0 1 0 0 0,0-1-1 0 0,0 1 1 0 0,0 0 0 0 0,0-1 0 0 0,0 1 0 0 0,0 0-1 0 0,0 0 1 0 0,0 0 0 0 0,0 0 0 0 0,0 0 0 0 0,0 0-1 0 0,-1 0 1 0 0,1 0 0 0 0,0 0 0 0 0,0 1 0 0 0,13 30 74 0 0,-9-20-27 0 0,52 128 151 0 0,-34-79-4880 0 0,-18-47 2441 0 0,9 24-4934 0 0</inkml:trace>
</inkml:ink>
</file>

<file path=ppt/ink/ink1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0:43.12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27 117 10594 0 0,'-6'-18'2313'0'0,"1"-1"-1"0"0,-5-31 1 0 0,4 20 893 0 0,64 266-1887 0 0,-3-14-419 0 0,-9-44-897 0 0,15 85-21 0 0,-59-249-301 0 0,-1-1 0 0 0,-1 1-1 0 0,-2 25 1 0 0,-3-4-7484 0 0</inkml:trace>
</inkml:ink>
</file>

<file path=ppt/ink/ink1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0:43.40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52 6449 0 0,'8'0'1026'0'0,"0"1"0"0"0,0 0 0 0 0,0 0 0 0 0,0 1 0 0 0,0 0 0 0 0,-1 0 0 0 0,1 1 0 0 0,-1 0 0 0 0,1 1-1 0 0,8 4 1 0 0,7 8 154 0 0,37 30 0 0 0,-45-33-983 0 0,1 0 1 0 0,0-2-1 0 0,0 1 0 0 0,1-2 0 0 0,24 11 0 0 0,-33-18-94 0 0,0 0 0 0 0,0-1 1 0 0,0 0-1 0 0,0 0 0 0 0,0-1 0 0 0,0 0 1 0 0,0 0-1 0 0,12-1 0 0 0,-17 0-68 0 0,0-1-1 0 0,1 1 1 0 0,-1-1-1 0 0,0 0 0 0 0,0 0 1 0 0,0 0-1 0 0,0-1 1 0 0,0 1-1 0 0,0-1 0 0 0,0 1 1 0 0,0-1-1 0 0,0 0 0 0 0,-1 0 1 0 0,1 0-1 0 0,-1-1 1 0 0,0 1-1 0 0,1-1 0 0 0,-1 1 1 0 0,0-1-1 0 0,-1 0 0 0 0,1 0 1 0 0,0 1-1 0 0,1-6 1 0 0,4-11 23 0 0,0-2 1 0 0,-1 1 0 0 0,-1 0 0 0 0,2-23-1 0 0,-4 22-111 0 0,4-22-70 0 0</inkml:trace>
</inkml:ink>
</file>

<file path=ppt/ink/ink1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0:43.80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 80 5985 0 0,'-6'8'9442'0'0,"11"-9"-8203"0"0,16-6-108 0 0,0-1-1 0 0,0 0 1 0 0,35-22-1 0 0,-7 4-1304 0 0,-35 19-124 0 0</inkml:trace>
</inkml:ink>
</file>

<file path=ppt/ink/ink1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0:43.97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 78 11522 0 0,'-4'0'1697'0'0,"4"-1"-1177"0"0,3-1 16 0 0,0-2 0 0 0,2-2-160 0 0,3-1-32 0 0,-1 0-8 0 0,3-3 0 0 0,-1 0-1264 0 0,3 1-256 0 0,0-1-56 0 0,0-2-9 0 0</inkml:trace>
</inkml:ink>
</file>

<file path=ppt/ink/ink1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0:44.43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8 149 9674 0 0,'-1'-2'162'0'0,"0"-1"-1"0"0,0 1 1 0 0,0 0 0 0 0,0-1-1 0 0,0 1 1 0 0,1-1 0 0 0,-1 1-1 0 0,1-1 1 0 0,0 0 0 0 0,-1 1-1 0 0,1-1 1 0 0,1 1 0 0 0,-1-1-1 0 0,0 1 1 0 0,0-1 0 0 0,1 0-1 0 0,1-4 1 0 0,0 2 153 0 0,1 0 1 0 0,-1 0-1 0 0,1 0 0 0 0,0 0 0 0 0,0 1 0 0 0,0-1 1 0 0,1 1-1 0 0,5-6 0 0 0,-4 5 0 0 0,0 0-1 0 0,0 1 1 0 0,1-1 0 0 0,0 1-1 0 0,0 0 1 0 0,0 1-1 0 0,0-1 1 0 0,0 1 0 0 0,1 1-1 0 0,-1-1 1 0 0,1 1-1 0 0,0 0 1 0 0,0 0 0 0 0,7 0-1 0 0,-10 2-301 0 0,-1 0 0 0 0,0 1 0 0 0,0-1-1 0 0,1 1 1 0 0,-1 0 0 0 0,0 0 0 0 0,0 0 0 0 0,0 0-1 0 0,0 1 1 0 0,0-1 0 0 0,0 1 0 0 0,0-1-1 0 0,-1 1 1 0 0,1 0 0 0 0,0 0 0 0 0,-1 1 0 0 0,0-1-1 0 0,1 0 1 0 0,-1 1 0 0 0,0-1 0 0 0,0 1 0 0 0,-1 0-1 0 0,1 0 1 0 0,0-1 0 0 0,-1 1 0 0 0,0 0-1 0 0,0 1 1 0 0,0-1 0 0 0,0 0 0 0 0,0 0 0 0 0,0 5-1 0 0,2 11-38 0 0,0-1 0 0 0,-2 1 0 0 0,0 0 0 0 0,-2 22 0 0 0,0-37 27 0 0,-15 144-268 0 0,8-95 429 0 0,-1 68-1 0 0,9-120-126 0 0,0 0-1 0 0,0 0 1 0 0,-1 0-1 0 0,1 0 1 0 0,0 0 0 0 0,0 0-1 0 0,0 0 1 0 0,0 0-1 0 0,0 0 1 0 0,1 0-1 0 0,-1 0 1 0 0,0 0-1 0 0,0 0 1 0 0,1 0-1 0 0,-1 0 1 0 0,1 0-1 0 0,-1 0 1 0 0,0 0-1 0 0,1 0 1 0 0,0-1-1 0 0,-1 1 1 0 0,1 0-1 0 0,0 0 1 0 0,-1 0-1 0 0,1-1 1 0 0,0 1-1 0 0,0 0 1 0 0,-1-1 0 0 0,1 1-1 0 0,0-1 1 0 0,0 1-1 0 0,0-1 1 0 0,0 1-1 0 0,0-1 1 0 0,0 0-1 0 0,0 1 1 0 0,0-1-1 0 0,0 0 1 0 0,0 0-1 0 0,0 0 1 0 0,0 0-1 0 0,0 0 1 0 0,0 0-1 0 0,0 0 1 0 0,0 0-1 0 0,0 0 1 0 0,0 0-1 0 0,0 0 1 0 0,0-1 0 0 0,0 1-1 0 0,0 0 1 0 0,0-1-1 0 0,0 1 1 0 0,0-1-1 0 0,1 0 1 0 0,9-4 74 0 0,0-1 0 0 0,-1 0 1 0 0,19-15-1 0 0,-16 12-103 0 0,31-20-1274 0 0,60-28-1 0 0,-77 44-6068 0 0</inkml:trace>
</inkml:ink>
</file>

<file path=ppt/ink/ink1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0:44.65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36 1 14283 0 0,'-13'3'704'0'0,"-6"1"4958"0"0,16-7-5682 0 0</inkml:trace>
</inkml:ink>
</file>

<file path=ppt/ink/ink1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0:44.98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 51 9674 0 0,'-8'5'1604'0'0,"22"-2"180"0"0,22-1 1113 0 0,-7-4-1390 0 0,0-2-1 0 0,0-1 1 0 0,41-12-1 0 0,-19 1-3142 0 0,-1 0-3956 0 0,-49 15 5471 0 0</inkml:trace>
</inkml:ink>
</file>

<file path=ppt/ink/ink1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0:45.20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109 0 3225 0 0,'-37'19'-89'0'0,"30"-15"1036"0"0,0 1 0 0 0,0 0 0 0 0,0 0 0 0 0,0 1 0 0 0,-7 8 0 0 0,12-12-625 0 0,0 1 1 0 0,-1 0 0 0 0,1 0 0 0 0,0 0-1 0 0,1 0 1 0 0,-1 0 0 0 0,1 0-1 0 0,-1 0 1 0 0,1 1 0 0 0,0-1-1 0 0,0 0 1 0 0,0 1 0 0 0,0-1-1 0 0,1 1 1 0 0,0-1 0 0 0,-1 1 0 0 0,1-1-1 0 0,1 1 1 0 0,-1 0 0 0 0,0-1-1 0 0,1 1 1 0 0,0-1 0 0 0,0 0-1 0 0,0 1 1 0 0,0-1 0 0 0,3 7-1 0 0,4 4 418 0 0,1 0-1 0 0,0-1 0 0 0,19 23 0 0 0,-18-26-377 0 0,-1 1 0 0 0,-1 1 0 0 0,0 0 0 0 0,10 19 0 0 0,-16-26-336 0 0,0 0 1 0 0,-1 0 0 0 0,1 0-1 0 0,-1 0 1 0 0,0 1-1 0 0,0-1 1 0 0,-1 0 0 0 0,0 1-1 0 0,0-1 1 0 0,0 0-1 0 0,0 1 1 0 0,-1-1-1 0 0,0 0 1 0 0,0 0 0 0 0,-1 1-1 0 0,-1 5 1 0 0,0-4-240 0 0,-1 0 0 0 0,1 1 0 0 0,-1-1 0 0 0,-1-1-1 0 0,1 1 1 0 0,-1 0 0 0 0,0-1 0 0 0,-10 9 0 0 0</inkml:trace>
</inkml:ink>
</file>

<file path=ppt/ink/ink1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0:45.60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6 229 13363 0 0,'0'-2'290'0'0,"-1"1"0"0"0,0 0 0 0 0,0-1 1 0 0,1 1-1 0 0,-1-1 0 0 0,1 1 0 0 0,-1-1 0 0 0,1 1 1 0 0,0-1-1 0 0,0 1 0 0 0,0-1 0 0 0,-1 1 0 0 0,1-1 0 0 0,0 1 1 0 0,1-1-1 0 0,-1 1 0 0 0,0-1 0 0 0,0 1 0 0 0,2-4 236 0 0,-2 5-447 0 0,1-1 0 0 0,-1 1-1 0 0,0 0 1 0 0,0 0 0 0 0,0 0-1 0 0,1 0 1 0 0,-1 0-1 0 0,0 0 1 0 0,0 0 0 0 0,1 0-1 0 0,-1-1 1 0 0,0 1 0 0 0,0 0-1 0 0,1 0 1 0 0,-1 0-1 0 0,0 0 1 0 0,0 0 0 0 0,1 0-1 0 0,-1 0 1 0 0,0 0 0 0 0,0 0-1 0 0,0 1 1 0 0,1-1-1 0 0,-1 0 1 0 0,0 0 0 0 0,0 0-1 0 0,1 0 1 0 0,-1 0 0 0 0,0 0-1 0 0,0 0 1 0 0,0 1-1 0 0,1-1 1 0 0,-1 0 0 0 0,12 17-398 0 0,-4-2 318 0 0,6 15-14 0 0,1-2 1 0 0,1 0 0 0 0,1 0 0 0 0,33 38 0 0 0,-26-37 89 0 0,-20-22-34 0 0,1 0 0 0 0,1-1 0 0 0,-1 1 0 0 0,1-1 0 0 0,1 0 0 0 0,-1-1 0 0 0,1 1 0 0 0,9 4 0 0 0,-16-10-14 0 0,0 0 1 0 0,1 0 0 0 0,-1 0 0 0 0,1 0 0 0 0,-1 0-1 0 0,1 0 1 0 0,-1 0 0 0 0,0-1 0 0 0,1 1-1 0 0,-1 0 1 0 0,1 0 0 0 0,-1 0 0 0 0,0-1-1 0 0,1 1 1 0 0,-1 0 0 0 0,0-1 0 0 0,1 1-1 0 0,-1 0 1 0 0,0-1 0 0 0,1 1 0 0 0,-1 0-1 0 0,0-1 1 0 0,0 1 0 0 0,1 0 0 0 0,-1-1-1 0 0,0 1 1 0 0,0-1 0 0 0,0 1 0 0 0,0-1-1 0 0,0 1 1 0 0,1 0 0 0 0,-1-1 0 0 0,0 1 0 0 0,0-1-1 0 0,0 1 1 0 0,0-1 0 0 0,0 1 0 0 0,0-1-1 0 0,-1 1 1 0 0,1-1 0 0 0,0 1 0 0 0,2-29 451 0 0,-2 24-307 0 0,2-81 1051 0 0,5-80-64 0 0,-4 137-1800 0 0,2 0 0 0 0,0 0 0 0 0,17-47 0 0 0,-10 42-7904 0 0</inkml:trace>
</inkml:ink>
</file>

<file path=ppt/ink/ink1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0:30.23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234 541 2705 0 0,'-2'-9'47'0'0,"0"1"1"0"0,0-1-1 0 0,-1 1 1 0 0,0 0-1 0 0,0 0 1 0 0,-1 0-1 0 0,0 0 1 0 0,0 0-1 0 0,-9-10 1 0 0,-4-9-166 0 0,15 23 31 0 0,0 0 1 0 0,0 1-1 0 0,0-1 0 0 0,-1 1 1 0 0,1-1-1 0 0,-1 1 1 0 0,0 0-1 0 0,0 0 0 0 0,-1 0 1 0 0,1 1-1 0 0,0-1 0 0 0,-1 1 1 0 0,0 0-1 0 0,1 0 0 0 0,-1 0 1 0 0,0 0-1 0 0,-7-2 1 0 0,2 3 391 0 0,0 0 0 0 0,0 0 1 0 0,0 1-1 0 0,-1 0 1 0 0,1 0-1 0 0,0 1 1 0 0,-12 3-1 0 0,-9 4 9048 0 0,37-12-9084 0 0,1-1 1 0 0,-1 1-1 0 0,1 0 1 0 0,0 1-1 0 0,0-1 1 0 0,0 2-1 0 0,0-1 1 0 0,0 1 0 0 0,17-2-1 0 0,8-3 221 0 0,92-25-203 0 0,158-46 858 0 0,-166 46-731 0 0,190-26 0 0 0,-123 27-410 0 0,-83 16-4 0 0,135-1 0 0 0,-62 7 0 0 0,46-4 0 0 0,116-12 0 0 0,-112 12 1237 0 0,-66 7 409 0 0,-138 2-1595 0 0,7-1 313 0 0,-23 8-884 0 0,-10 7-952 0 0</inkml:trace>
</inkml:ink>
</file>

<file path=ppt/ink/ink1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0:30.95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187 47 6913 0 0,'-15'5'188'0'0,"-87"22"1087"0"0,87-24 163 0 0,-1-1 0 0 0,-22 1-1 0 0,56 2 3093 0 0,23 1-4523 0 0,144-19 1032 0 0,-36 1-772 0 0,36 6-194 0 0,337-22 1 0 0,-259 3 897 0 0,359 12-1 0 0,-116 45 1122 0 0,-501-32-2581 0 0,24 0 1647 0 0,-19-5-2481 0 0</inkml:trace>
</inkml:ink>
</file>

<file path=ppt/ink/ink1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0:31.63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15 281 2761 0 0,'-13'-45'3363'0'0,"12"43"-2778"0"0,1 0 0 0 0,0 0 0 0 0,-1 0 1 0 0,1 0-1 0 0,0 0 0 0 0,0-1 0 0 0,0 1 0 0 0,1 0 1 0 0,-1 0-1 0 0,0 0 0 0 0,1 0 0 0 0,-1 0 0 0 0,1 0 1 0 0,0 0-1 0 0,0 0 0 0 0,0 0 0 0 0,0 0 0 0 0,0 0 1 0 0,2-2-1 0 0,-2 4-473 0 0,-1-1 0 0 0,1 1 0 0 0,0 0 0 0 0,0 0 0 0 0,0 0 0 0 0,-1 0 0 0 0,1 0 0 0 0,0 0 1 0 0,0 0-1 0 0,0 0 0 0 0,0 0 0 0 0,-1 0 0 0 0,1 0 0 0 0,0 1 0 0 0,0-1 0 0 0,-1 0 0 0 0,1 0 0 0 0,0 1 0 0 0,0-1 0 0 0,-1 1 1 0 0,1-1-1 0 0,0 0 0 0 0,-1 1 0 0 0,1-1 0 0 0,0 1 0 0 0,-1 0 0 0 0,1-1 0 0 0,-1 1 0 0 0,1 0 0 0 0,0 0 0 0 0,23 27-366 0 0,-20-23 488 0 0,37 42-227 0 0,91 84-1 0 0,-114-117-6 0 0,0 0 0 0 0,0-2-1 0 0,2 0 1 0 0,-1 0 0 0 0,1-2 0 0 0,1-1-1 0 0,0 0 1 0 0,0-2 0 0 0,23 6 0 0 0,-43-13 20 0 0,0 0 1 0 0,0 1 0 0 0,0-1 0 0 0,1 0 0 0 0,-1 0 0 0 0,0 0-1 0 0,0 0 1 0 0,0 0 0 0 0,1 0 0 0 0,-1 0 0 0 0,0 0 0 0 0,0-1-1 0 0,0 1 1 0 0,1 0 0 0 0,-1-1 0 0 0,0 1 0 0 0,0-1-1 0 0,0 1 1 0 0,0-1 0 0 0,0 0 0 0 0,0 1 0 0 0,0-1 0 0 0,0 0-1 0 0,0 0 1 0 0,0 0 0 0 0,0 0 0 0 0,0 1 0 0 0,-1-1 0 0 0,1 0-1 0 0,0 0 1 0 0,-1-1 0 0 0,1 1 0 0 0,-1 0 0 0 0,1 0 0 0 0,0-2-1 0 0,1-5 231 0 0,-1 0 0 0 0,1 0 0 0 0,-1 0 0 0 0,-1-15 0 0 0,2-6 121 0 0,13-64-57 0 0,4 0 0 0 0,39-114-1 0 0,-58 205-330 0 0,8-15-2174 0 0,-8 16 2053 0 0,0 1 1 0 0,1-1-1 0 0,-1 1 0 0 0,0 0 0 0 0,0-1 1 0 0,1 1-1 0 0,-1 0 0 0 0,0-1 0 0 0,1 1 1 0 0,-1 0-1 0 0,0-1 0 0 0,1 1 1 0 0,-1 0-1 0 0,0 0 0 0 0,1-1 0 0 0,-1 1 1 0 0,0 0-1 0 0,1 0 0 0 0,-1 0 0 0 0,1-1 1 0 0,-1 1-1 0 0,1 0 0 0 0,-1 0 0 0 0,0 0 1 0 0,1 0-1 0 0,-1 0 0 0 0,1 0 0 0 0,-1 0 1 0 0,1 0-1 0 0,-1 0 0 0 0,1 0 0 0 0,-1 0 1 0 0,0 0-1 0 0,1 0 0 0 0,-1 1 1 0 0,1-1-1 0 0,-1 0 0 0 0,1 0 0 0 0</inkml:trace>
</inkml:ink>
</file>

<file path=ppt/ink/ink1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0:32.03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19 36 3681 0 0,'-18'-35'16075'0'0,"34"63"-13218"0"0,16 42-2592 0 0,-3 1 0 0 0,-3 2 0 0 0,28 127 0 0 0,-52-189-302 0 0,0 0-1 0 0,-1 1 1 0 0,1 20 0 0 0,-4-3-2386 0 0</inkml:trace>
</inkml:ink>
</file>

<file path=ppt/ink/ink1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0:33.94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 63 3225 0 0,'-3'3'1461'0'0,"3"-3"-1375"0"0,0 0 0 0 0,0 0 0 0 0,0 1 0 0 0,0-1 0 0 0,0 0 0 0 0,0 0 0 0 0,0 0 0 0 0,1 4 1633 0 0,0-3-1633 0 0,12 2 3452 0 0,21-5-28 0 0,11-9-961 0 0,69-26 0 0 0,-39 12-8087 0 0</inkml:trace>
</inkml:ink>
</file>

<file path=ppt/ink/ink1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0:34.21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92 8754 0 0,'4'1'401'0'0,"-1"0"0"0"0,0-1 0 0 0,1 1 0 0 0,-1-1 1 0 0,1 0-1 0 0,-1 1 0 0 0,0-2 0 0 0,1 1 0 0 0,-1 0 0 0 0,1-1 1 0 0,-1 1-1 0 0,0-1 0 0 0,4-1 0 0 0,0 0 96 0 0,2 0 253 0 0,0 0-1 0 0,0-1 1 0 0,0 0 0 0 0,15-8-1 0 0,31-22-784 0 0,-17 9-1847 0 0,-19 13 939 0 0</inkml:trace>
</inkml:ink>
</file>

<file path=ppt/ink/ink1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0:34.71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13 190 8754 0 0,'-2'-3'161'0'0,"0"0"1"0"0,1-1-1 0 0,-1 1 1 0 0,1-1-1 0 0,0 0 1 0 0,0 1 0 0 0,0-1-1 0 0,0 0 1 0 0,1 0-1 0 0,0 1 1 0 0,-1-1-1 0 0,1 0 1 0 0,1 0-1 0 0,-1 0 1 0 0,1 0-1 0 0,-1 1 1 0 0,1-1-1 0 0,0 0 1 0 0,0 1-1 0 0,1-1 1 0 0,-1 0-1 0 0,1 1 1 0 0,-1 0-1 0 0,1-1 1 0 0,4-4 0 0 0,-1 1 192 0 0,0 1 1 0 0,0 0 0 0 0,1 0 0 0 0,0 1 0 0 0,0-1 0 0 0,0 1-1 0 0,0 0 1 0 0,1 1 0 0 0,0 0 0 0 0,0 0 0 0 0,10-4 0 0 0,-4 3-77 0 0,0 0 0 0 0,0 2 0 0 0,1-1 0 0 0,-1 2 0 0 0,1-1 0 0 0,0 2 0 0 0,0 0 0 0 0,-1 1 1 0 0,23 2-1 0 0,-31-2-271 0 0,0 1 0 0 0,0 0 0 0 0,0 1 0 0 0,0-1 1 0 0,-1 1-1 0 0,1 0 0 0 0,0 0 0 0 0,-1 0 0 0 0,1 1 1 0 0,-1 0-1 0 0,0 0 0 0 0,0 0 0 0 0,0 0 1 0 0,0 1-1 0 0,0-1 0 0 0,-1 1 0 0 0,0 0 0 0 0,1 0 1 0 0,-1 0-1 0 0,-1 1 0 0 0,1-1 0 0 0,-1 1 0 0 0,0-1 1 0 0,0 1-1 0 0,0 0 0 0 0,0 0 0 0 0,-1 0 0 0 0,1 7 1 0 0,1 8-27 0 0,0 0 0 0 0,-2 0 0 0 0,-1 0 0 0 0,-3 36 0 0 0,-19 77 530 0 0,18-115-371 0 0,3-16-107 0 0,1 0 1 0 0,-1 0 0 0 0,1 1-1 0 0,0-1 1 0 0,0 0 0 0 0,0 0-1 0 0,0 0 1 0 0,0 1 0 0 0,0-1-1 0 0,0 0 1 0 0,1 0-1 0 0,-1 0 1 0 0,1 0 0 0 0,-1 0-1 0 0,1 0 1 0 0,0 0 0 0 0,0 0-1 0 0,0 0 1 0 0,0 0 0 0 0,0 0-1 0 0,1 0 1 0 0,-1 0-1 0 0,0-1 1 0 0,4 4 0 0 0,-3-4-10 0 0,0 0 0 0 0,1 0 1 0 0,-1 0-1 0 0,1 0 0 0 0,-1 0 0 0 0,1 0 1 0 0,0-1-1 0 0,-1 1 0 0 0,1-1 1 0 0,0 0-1 0 0,-1 0 0 0 0,1 0 0 0 0,0 0 1 0 0,-1 0-1 0 0,1 0 0 0 0,0-1 1 0 0,-1 0-1 0 0,1 1 0 0 0,-1-1 0 0 0,4-1 1 0 0,13-7-282 0 0,0 0 0 0 0,0-1 1 0 0,25-18-1 0 0,-26 16-1526 0 0</inkml:trace>
</inkml:ink>
</file>

<file path=ppt/ink/ink1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0:34.91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27 30 11058 0 0,'-27'-17'12125'0'0,"32"9"-14224"0"0,1 3 1587 0 0</inkml:trace>
</inkml:ink>
</file>

<file path=ppt/ink/ink1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0:35.31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31 99 3225 0 0,'-31'8'5366'0'0,"46"-10"-3531"0"0,178-50 4731 0 0,5-1-8571 0 0</inkml:trace>
</inkml:ink>
</file>

<file path=ppt/ink/ink1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0:35.55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110 0 3225 0 0,'-16'5'-138'0'0,"-38"14"1412"0"0,51-17-990 0 0,0-1 0 0 0,0 1 0 0 0,0 0 1 0 0,0 0-1 0 0,0 1 0 0 0,0-1 0 0 0,1 0 0 0 0,-1 1 0 0 0,1-1 0 0 0,0 1 0 0 0,-1 0 0 0 0,1 0 0 0 0,-2 5 0 0 0,4-7-151 0 0,-1 0 1 0 0,1 0-1 0 0,0 0 1 0 0,0 0-1 0 0,0 0 0 0 0,0 0 1 0 0,0 0-1 0 0,1 0 1 0 0,-1 0-1 0 0,0 0 1 0 0,0 0-1 0 0,1 0 1 0 0,-1 0-1 0 0,0 0 1 0 0,1 0-1 0 0,-1 0 0 0 0,1 0 1 0 0,-1 0-1 0 0,1 0 1 0 0,0-1-1 0 0,-1 1 1 0 0,1 0-1 0 0,0 0 1 0 0,0-1-1 0 0,-1 1 0 0 0,1 0 1 0 0,0-1-1 0 0,0 1 1 0 0,0-1-1 0 0,1 1 1 0 0,37 20 2123 0 0,-24-13-1628 0 0,1 1-261 0 0,0 1 1 0 0,0 0 0 0 0,-1 2 0 0 0,0-1 0 0 0,-1 2-1 0 0,19 21 1 0 0,-29-28-295 0 0,0-1 0 0 0,0 1 0 0 0,-1-1 0 0 0,1 1 0 0 0,-1 0 0 0 0,-1 1 0 0 0,1-1 0 0 0,-1 0 0 0 0,0 1 1 0 0,-1-1-1 0 0,1 1 0 0 0,-1 0 0 0 0,-1 0 0 0 0,1-1 0 0 0,-1 1 0 0 0,0 0 0 0 0,-1 0 0 0 0,0-1 0 0 0,0 1 0 0 0,0 0 0 0 0,-4 10 0 0 0,-1-3 122 0 0,0 0 1 0 0,0 0 0 0 0,-1 0-1 0 0,-1-1 1 0 0,0 0-1 0 0,-1-1 1 0 0,-1 0-1 0 0,0 0 1 0 0,0-1-1 0 0,-14 11 1 0 0,10-10-744 0 0,0-2-1 0 0,0 1 1 0 0,-1-2-1 0 0,-32 16 1 0 0</inkml:trace>
</inkml:ink>
</file>

<file path=ppt/ink/ink1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0:35.99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0 296 9218 0 0,'2'-24'10650'0'0,"2"36"-9571"0"0,0 5-1042 0 0,0-1 1 0 0,2 1-1 0 0,-1-1 0 0 0,2 0 0 0 0,0 0 0 0 0,1 0 1 0 0,1-1-1 0 0,0-1 0 0 0,1 1 0 0 0,21 23 1 0 0,-18-25-37 0 0,13 15 25 0 0,1-2 0 0 0,43 34 1 0 0,-69-60 12 0 0,0 1 1 0 0,-1-1 0 0 0,1 1-1 0 0,0-1 1 0 0,-1 1 0 0 0,1-1-1 0 0,0 0 1 0 0,0 1 0 0 0,-1-1-1 0 0,1 0 1 0 0,0 0 0 0 0,0 0-1 0 0,-1 1 1 0 0,1-1 0 0 0,0 0-1 0 0,0 0 1 0 0,0 0 0 0 0,0 0-1 0 0,-1 0 1 0 0,1-1 0 0 0,0 1-1 0 0,0 0 1 0 0,0 0 0 0 0,-1 0-1 0 0,1-1 1 0 0,0 1 0 0 0,1-1-1 0 0,-1 0 29 0 0,1-1-1 0 0,-1 1 1 0 0,1-1 0 0 0,-1 0-1 0 0,1 1 1 0 0,-1-1 0 0 0,0 0-1 0 0,0 0 1 0 0,0 0 0 0 0,0 0-1 0 0,0-2 1 0 0,4-11 199 0 0,-1 0 0 0 0,4-25 0 0 0,-4 22-224 0 0,89-318 1035 0 0,-62 234-1103 0 0,-16 43-2293 0 0</inkml:trace>
</inkml:ink>
</file>

<file path=ppt/ink/ink1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0:49.20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12 0 6913 0 0,'-11'7'7197'0'0,"10"-8"-7079"0"0,6 31 1272 0 0,24 78 861 0 0,-16-65-1629 0 0,14 82-1 0 0,-18-26-433 0 0,-7-65-222 0 0,1 1 0 0 0,1-1 1 0 0,2 0-1 0 0,2 0 0 0 0,12 36 0 0 0,-17-63-518 0 0,-3 0-165 0 0</inkml:trace>
</inkml:ink>
</file>

<file path=ppt/ink/ink1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0:49.64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149 450 4609 0 0,'-5'-40'288'0'0,"-10"-60"2057"0"0,12 88-1608 0 0,0 1 0 0 0,0 0-1 0 0,-1 0 1 0 0,0 0-1 0 0,-1 1 1 0 0,-8-14 0 0 0,12 22-636 0 0,-1 0 1 0 0,1 0 0 0 0,0 1-1 0 0,-1-1 1 0 0,1 0 0 0 0,-1 1 0 0 0,1-1-1 0 0,-1 1 1 0 0,0-1 0 0 0,0 1-1 0 0,1 0 1 0 0,-1 0 0 0 0,-4-2-1 0 0,5 3 7 0 0,1 0-1 0 0,-1 0 0 0 0,0-1 0 0 0,0 1 0 0 0,0 0 0 0 0,0 0 0 0 0,0 0 1 0 0,0 1-1 0 0,0-1 0 0 0,0 0 0 0 0,0 0 0 0 0,0 0 0 0 0,0 1 0 0 0,1-1 0 0 0,-1 0 1 0 0,0 1-1 0 0,0-1 0 0 0,0 1 0 0 0,0-1 0 0 0,1 1 0 0 0,-1-1 0 0 0,-1 2 0 0 0,-1 2 200 0 0,0-1 0 0 0,1 1 0 0 0,-1 1-1 0 0,1-1 1 0 0,-1 0 0 0 0,1 0-1 0 0,0 1 1 0 0,1-1 0 0 0,-1 1-1 0 0,0 6 1 0 0,-7 17-369 0 0,7-22 31 0 0,-1 0 0 0 0,1 0 0 0 0,1 0 1 0 0,-1 1-1 0 0,1-1 0 0 0,0 1 1 0 0,0-1-1 0 0,1 1 0 0 0,0-1 1 0 0,1 13-1 0 0,14-56-169 0 0,-2-15 1078 0 0,3 0 0 0 0,2 1 1 0 0,28-59-1 0 0,-20 71-470 0 0,-25 37-387 0 0,1 0-1 0 0,-1 0 1 0 0,1 1-1 0 0,-1-1 1 0 0,1 0 0 0 0,0 0-1 0 0,0 1 1 0 0,0-1-1 0 0,0 1 1 0 0,0 0-1 0 0,0 0 1 0 0,0 0-1 0 0,0 0 1 0 0,1 0-1 0 0,-1 0 1 0 0,3-1-1 0 0,-1 4-15 0 0,-1-1-1 0 0,1 1 1 0 0,0 0 0 0 0,-1 0-1 0 0,1 0 1 0 0,-1 1-1 0 0,0-1 1 0 0,1 1-1 0 0,-1 0 1 0 0,-1 0-1 0 0,1 0 1 0 0,0 0-1 0 0,-1 0 1 0 0,3 5 0 0 0,2 0 1 0 0,108 129-3341 0 0,-86-106-3972 0 0</inkml:trace>
</inkml:ink>
</file>

<file path=ppt/ink/ink1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0:50.24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32 12 5529 0 0,'-32'-11'11854'0'0,"35"20"-10465"0"0,-2-8-1176 0 0,0 3-18 0 0,21 70-99 0 0,-3 1 0 0 0,-4 0 0 0 0,8 111 0 0 0,1-20-1242 0 0,-1-2-627 0 0,-22-143-360 0 0,-2-2-3313 0 0</inkml:trace>
</inkml:ink>
</file>

<file path=ppt/ink/ink1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0:50.67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54 137 2761 0 0,'-3'-4'428'0'0,"-1"1"0"0"0,1-1 1 0 0,0 0-1 0 0,0 0 0 0 0,1 0 0 0 0,-1 0 1 0 0,1 0-1 0 0,0 0 0 0 0,-3-10 1 0 0,3 10 517 0 0,0-1-1 0 0,0 0 1 0 0,-1 0 0 0 0,1 1 0 0 0,-1-1-1 0 0,0 1 1 0 0,-4-4 0 0 0,23 25-716 0 0,-1 1 1 0 0,13 23 0 0 0,-15-22 88 0 0,0-1 0 0 0,1 0-1 0 0,17 16 1 0 0,-26-29-270 0 0,1-1 0 0 0,-1 1-1 0 0,1-1 1 0 0,0 0 0 0 0,0-1 0 0 0,0 1-1 0 0,1-1 1 0 0,-1 0 0 0 0,1-1 0 0 0,0 0-1 0 0,-1 0 1 0 0,1 0 0 0 0,14 1 0 0 0,-13-2 76 0 0,0-1 1 0 0,-1 0 0 0 0,1-1-1 0 0,0 0 1 0 0,-1 0 0 0 0,1 0-1 0 0,-1-1 1 0 0,1 0 0 0 0,-1-1-1 0 0,0 1 1 0 0,1-2 0 0 0,-2 1-1 0 0,1-1 1 0 0,0 0 0 0 0,-1 0-1 0 0,1 0 1 0 0,-1-1 0 0 0,-1 0-1 0 0,1-1 1 0 0,-1 1 0 0 0,9-12-1 0 0,-1-2 270 0 0,-1 0 0 0 0,-1-1 0 0 0,-1 0 0 0 0,-1-1 0 0 0,0 0 0 0 0,6-27 0 0 0,-9 31-1915 0 0</inkml:trace>
</inkml:ink>
</file>

<file path=ppt/ink/ink1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1:39.99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149 50 5985 0 0,'-20'-7'1306'0'0,"-32"-9"-538"0"0,-3 5-4811 0 0,53 11 3675 0 0,1 0 339 0 0,0 0 0 0 0,0 0 1 0 0,1 0-1 0 0,-1 0 0 0 0,0 0 1 0 0,0 0-1 0 0,1 0 1 0 0,-1-1-1 0 0,0 1 0 0 0,1 0 1 0 0,-1 0-1 0 0,0 0 0 0 0,1-1 1 0 0,-1 1-1 0 0,0 0 0 0 0,1-1 1 0 0,-1 1-1 0 0,0-1 0 0 0,1 1 1 0 0,-1-1-1 0 0,1 1 0 0 0,-1-1 1 0 0,1 1-1 0 0,-1-1 0 0 0,1 1 1 0 0,-1-1-1 0 0,1 0 0 0 0,-1 0 1 0 0,0-4 28 0 0</inkml:trace>
</inkml:ink>
</file>

<file path=ppt/ink/ink1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1:40.38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14 278 3681 0 0,'-4'-12'1362'0'0,"1"0"-1"0"0,1-1 1 0 0,0 1 0 0 0,0-1 0 0 0,1 1-1 0 0,1-1 1 0 0,0 1 0 0 0,1-1 0 0 0,3-15-1 0 0,-2 24-1024 0 0,0 1-1 0 0,0-1 1 0 0,1 1-1 0 0,-1 0 1 0 0,1 0-1 0 0,-1 0 1 0 0,1 0 0 0 0,0 0-1 0 0,0 1 1 0 0,1-1-1 0 0,-1 1 1 0 0,0 0-1 0 0,1 0 1 0 0,0 0-1 0 0,-1 0 1 0 0,1 0-1 0 0,4 0 1 0 0,-4 4-272 0 0,0 0 0 0 0,-1 1 0 0 0,1-1 1 0 0,-1 1-1 0 0,0 0 0 0 0,0 0 0 0 0,0 0 1 0 0,0 1-1 0 0,3 4 0 0 0,3 3 20 0 0,22 24-81 0 0,-3 2-1 0 0,-1 0 1 0 0,-1 2 0 0 0,32 69-1 0 0,-5-13-5 0 0,216 296 2 0 0,-263-383 0 0 0,5 8 35 0 0,-5-7 33 0 0,0 0 0 0 0,1-1-1 0 0,0 0 1 0 0,0 0-1 0 0,1 0 1 0 0,0-1 0 0 0,11 8-1 0 0,-18-14-48 0 0,-1-1-1 0 0,0 0 1 0 0,1 0 0 0 0,-1 0-1 0 0,0 0 1 0 0,1 0 0 0 0,-1 0-1 0 0,0 0 1 0 0,1 0-1 0 0,-1-1 1 0 0,0 1 0 0 0,1 0-1 0 0,-1 0 1 0 0,0 0-1 0 0,1 0 1 0 0,-1 0 0 0 0,0 0-1 0 0,1-1 1 0 0,-1 1-1 0 0,0 0 1 0 0,1 0 0 0 0,-1-1-1 0 0,0 1 1 0 0,0 0-1 0 0,1 0 1 0 0,-1-1 0 0 0,0 1-1 0 0,0 0 1 0 0,0 0-1 0 0,0-1 1 0 0,1 1 0 0 0,-1 0-1 0 0,0-1 1 0 0,0 1 0 0 0,0 0-1 0 0,0-1 1 0 0,0 1-1 0 0,0 0 1 0 0,0-1 0 0 0,0 1-1 0 0,0-1 1 0 0,0 1-1 0 0,0-1 1 0 0,4-24 145 0 0,-3 17-32 0 0,21-149 684 0 0,-2 11-605 0 0,44-167 0 0 0,-55 281-239 0 0,33-108 83 0 0,-34 121-151 0 0,0 0-1 0 0,1 0 0 0 0,1 1 0 0 0,24-34 1 0 0,-34 51-13 0 0,1 0 1 0 0,-1 0-1 0 0,1 1 0 0 0,-1-1 1 0 0,1 0-1 0 0,0 0 1 0 0,-1 0-1 0 0,1 0 1 0 0,0 1-1 0 0,-1-1 1 0 0,1 0-1 0 0,0 1 1 0 0,0-1-1 0 0,0 1 0 0 0,0-1 1 0 0,0 1-1 0 0,0-1 1 0 0,0 1-1 0 0,0-1 1 0 0,0 1-1 0 0,0 0 1 0 0,0 0-1 0 0,0-1 0 0 0,0 1 1 0 0,0 0-1 0 0,0 0 1 0 0,0 0-1 0 0,0 0 1 0 0,0 0-1 0 0,0 1 1 0 0,0-1-1 0 0,0 0 0 0 0,0 0 1 0 0,0 1-1 0 0,0-1 1 0 0,0 0-1 0 0,0 1 1 0 0,0-1-1 0 0,0 1 1 0 0,0 0-1 0 0,0-1 1 0 0,0 2-1 0 0</inkml:trace>
</inkml:ink>
</file>

<file path=ppt/ink/ink1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1:40.76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0 13363 0 0,'7'11'11097'0'0,"12"42"-10680"0"0,2 26-248 0 0,-4 2 1 0 0,11 122-1 0 0,-7-42-187 0 0,-19-150-85 0 0,0 0 0 0 0,1 0 0 0 0,0 0 0 0 0,1 0 0 0 0,0 0 1 0 0,1-1-1 0 0,8 15 0 0 0,-1-8-460 0 0</inkml:trace>
</inkml:ink>
</file>

<file path=ppt/ink/ink1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1:41.09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28 87 11979 0 0,'-8'4'125'0'0,"-11"9"1605"0"0,21-8-389 0 0,14-3 112 0 0,0-4-892 0 0,1-1 0 0 0,-1 0 0 0 0,0-1 0 0 0,0-1 1 0 0,0 0-1 0 0,-1-1 0 0 0,27-15 0 0 0,14-4 92 0 0,-34 17-784 0 0,0 0 1 0 0,39-8-1 0 0,-37 11-515 0 0</inkml:trace>
</inkml:ink>
</file>

<file path=ppt/ink/ink1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1:41.29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0 187 7370 0 0,'15'-1'1657'0'0,"-1"0"0"0"0,0-1 0 0 0,1-1 0 0 0,-1 0 1 0 0,21-8-1 0 0,-2-2-171 0 0,34-18 1 0 0,-17 4-1772 0 0,75-52 0 0 0,-105 63 285 0 0</inkml:trace>
</inkml:ink>
</file>

<file path=ppt/ink/ink1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1:43.61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62 243 10594 0 0,'-26'-6'1192'0'0,"-10"-2"3225"0"0,66 32-1144 0 0,11 17-2969 0 0,-3 1-1 0 0,-1 1 0 0 0,53 83 1 0 0,-60-80-275 0 0,2-2 0 0 0,2 0 0 0 0,2-3 0 0 0,47 43 0 0 0,-63-66 125 0 0,-9-7 77 0 0,1-1 0 0 0,1 0 0 0 0,-1-1 0 0 0,2 0 0 0 0,-1-1 0 0 0,25 10 0 0 0,-37-17-192 0 0,1-1 0 0 0,-1 1 0 0 0,1-1 0 0 0,-1 0-1 0 0,1 0 1 0 0,-1 0 0 0 0,1 0 0 0 0,0 0 0 0 0,-1 0 0 0 0,1-1-1 0 0,-1 1 1 0 0,1 0 0 0 0,-1-1 0 0 0,1 1 0 0 0,-1-1 0 0 0,1 1 0 0 0,-1-1-1 0 0,0 0 1 0 0,1 0 0 0 0,-1 0 0 0 0,0 0 0 0 0,0 0 0 0 0,1 0 0 0 0,-1 0-1 0 0,0 0 1 0 0,0 0 0 0 0,0 0 0 0 0,0 0 0 0 0,0-1 0 0 0,-1 1-1 0 0,1 0 1 0 0,0-1 0 0 0,-1 1 0 0 0,1-1 0 0 0,-1 1 0 0 0,1-1 0 0 0,0-2-1 0 0,3-8 138 0 0,-1-2 0 0 0,0 1-1 0 0,1-20 1 0 0,-2 14 3 0 0,27-255 752 0 0,-22 175-1400 0 0,28-145 0 0 0,-33 236 13 0 0,14-52 614 0 0,-3 32-1870 0 0,4 5-4550 0 0</inkml:trace>
</inkml:ink>
</file>

<file path=ppt/ink/ink1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1:44.07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343 40 9674 0 0,'0'-1'173'0'0,"1"-1"0"0"0,-1 1 0 0 0,0-1 0 0 0,0 0 0 0 0,0 1 0 0 0,0-1 0 0 0,0 1 0 0 0,0-1 0 0 0,0 0 1 0 0,0 1-1 0 0,-1-1 0 0 0,1 1 0 0 0,0-1 0 0 0,-1 0 0 0 0,0 1 0 0 0,1-1 0 0 0,-1 1 0 0 0,0 0 0 0 0,-1-3 0 0 0,1 3 36 0 0,0 0-1 0 0,0 1 1 0 0,0-1 0 0 0,0 1 0 0 0,-1-1-1 0 0,1 1 1 0 0,0-1 0 0 0,0 1-1 0 0,0 0 1 0 0,-1-1 0 0 0,1 1-1 0 0,0 0 1 0 0,0 0 0 0 0,0 0 0 0 0,-1 0-1 0 0,1 0 1 0 0,0 0 0 0 0,0 0-1 0 0,-1 0 1 0 0,1 1 0 0 0,0-1 0 0 0,0 0-1 0 0,0 1 1 0 0,0-1 0 0 0,-1 1-1 0 0,1-1 1 0 0,-1 2 0 0 0,-9 4 20 0 0,0 1 0 0 0,0 0 0 0 0,0 1-1 0 0,1 0 1 0 0,1 1 0 0 0,-1 0 0 0 0,-7 10 0 0 0,-1 2-80 0 0,2 1 0 0 0,-19 31 0 0 0,28-42-132 0 0,1 1 1 0 0,0 0 0 0 0,1 0 0 0 0,1 0 0 0 0,-1 1 0 0 0,2-1-1 0 0,0 1 1 0 0,1 0 0 0 0,0 0 0 0 0,0 15 0 0 0,2-21-28 0 0,0 0 0 0 0,1 0 1 0 0,0 0-1 0 0,0 0 0 0 0,1 0 0 0 0,0 0 1 0 0,0 0-1 0 0,1 0 0 0 0,-1-1 1 0 0,1 1-1 0 0,1-1 0 0 0,-1 0 0 0 0,1 0 1 0 0,1 0-1 0 0,-1 0 0 0 0,1-1 0 0 0,-1 0 1 0 0,2 0-1 0 0,-1 0 0 0 0,7 4 1 0 0,7 4-36 0 0,1-1 1 0 0,1-2-1 0 0,39 16 1 0 0,-41-19 119 0 0,-1 1 1 0 0,0 0-1 0 0,0 1 0 0 0,-1 1 1 0 0,24 18-1 0 0,-40-27-93 0 0,1 1 0 0 0,0-1 0 0 0,0 1 0 0 0,-1-1 0 0 0,1 1 0 0 0,-1 0 0 0 0,1 0 0 0 0,-1-1 0 0 0,0 1 0 0 0,0 0 0 0 0,0 0 0 0 0,0 1 0 0 0,0-1 0 0 0,0 0 0 0 0,-1 0 0 0 0,1 0 0 0 0,0 0 0 0 0,-1 1 0 0 0,0-1-1 0 0,0 0 1 0 0,0 0 0 0 0,0 1 0 0 0,0 1 0 0 0,-1 0 16 0 0,0 0-1 0 0,0-1 1 0 0,-1 1-1 0 0,0-1 1 0 0,1 0-1 0 0,-1 0 0 0 0,0 1 1 0 0,-1-1-1 0 0,1 0 1 0 0,0-1-1 0 0,-1 1 1 0 0,-5 4-1 0 0,-7 5 95 0 0,0-2 0 0 0,0 0 0 0 0,-2 0 0 0 0,-24 10 0 0 0,15-9 228 0 0,0 0 0 0 0,-1-2 0 0 0,-33 7 0 0 0,43-13-552 0 0,0-1 0 0 0,-22 1 0 0 0,26-3-1228 0 0,0-1 0 0 0,0 0 0 0 0,-20-4 0 0 0,10-2-5519 0 0</inkml:trace>
</inkml:ink>
</file>

<file path=ppt/ink/ink1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1:45.35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18 52 11979 0 0,'-13'-25'3502'0'0,"12"24"-3243"0"0,1-1 0 0 0,-1 1 1 0 0,1 0-1 0 0,-1 0 0 0 0,1 0 0 0 0,-1-1 0 0 0,1 1 0 0 0,0 0 0 0 0,-1-1 1 0 0,1 1-1 0 0,0 0 0 0 0,0-1 0 0 0,0 1 0 0 0,0 0 0 0 0,0-1 0 0 0,1 1 0 0 0,-1-3 1 0 0,1 4-202 0 0,-1 0 0 0 0,1 0 1 0 0,0 0-1 0 0,-1 0 0 0 0,1 0 1 0 0,-1 0-1 0 0,1 0 0 0 0,-1 0 1 0 0,1 0-1 0 0,0 0 0 0 0,-1 0 1 0 0,1 1-1 0 0,-1-1 0 0 0,1 0 1 0 0,-1 0-1 0 0,1 0 0 0 0,-1 1 1 0 0,1-1-1 0 0,-1 0 0 0 0,1 1 1 0 0,-1-1-1 0 0,0 0 0 0 0,1 1 1 0 0,-1-1-1 0 0,1 1 0 0 0,-1-1 1 0 0,0 0-1 0 0,1 1 0 0 0,-1 0 1 0 0,13 14 263 0 0,1 13-219 0 0,0 1 1 0 0,-2 1-1 0 0,-2-1 1 0 0,0 2-1 0 0,8 50 1 0 0,0-7-18 0 0,3 4-79 0 0,36 84-1 0 0,-39-121-22 0 0,1-1-1 0 0,2-1 0 0 0,44 61 1 0 0,-50-81-267 0 0,-8-11-20 0 0,-1 0 1 0 0,0 0 0 0 0,-1 1 0 0 0,1 0 0 0 0,-2 0 0 0 0,5 9 0 0 0,-7-7-952 0 0</inkml:trace>
</inkml:ink>
</file>

<file path=ppt/ink/ink1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1:45.76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0 184 4145 0 0,'1'-8'371'0'0,"-1"0"0"0"0,1 0 0 0 0,0 0-1 0 0,1 0 1 0 0,0 0 0 0 0,0 0 0 0 0,1 0 0 0 0,0 0 0 0 0,0 1 0 0 0,1 0 0 0 0,0-1 0 0 0,0 1 0 0 0,1 1 0 0 0,0-1-1 0 0,0 1 1 0 0,7-8 0 0 0,-6 9 97 0 0,-1 0 1 0 0,1 0-1 0 0,0 0 0 0 0,0 1 0 0 0,0-1 1 0 0,0 2-1 0 0,1-1 0 0 0,9-3 0 0 0,-12 5-348 0 0,0 1-1 0 0,0 0 0 0 0,0 0 0 0 0,0 0 0 0 0,0 1 1 0 0,0-1-1 0 0,0 1 0 0 0,1 0 0 0 0,-1 0 0 0 0,0 1 1 0 0,0-1-1 0 0,0 1 0 0 0,1 0 0 0 0,-1 0 0 0 0,4 2 1 0 0,-6-3-122 0 0,0 1 0 0 0,-1 0 1 0 0,1 0-1 0 0,0 0 1 0 0,-1 0-1 0 0,1 0 0 0 0,-1 0 1 0 0,1 0-1 0 0,-1 1 1 0 0,1-1-1 0 0,-1 0 0 0 0,0 1 1 0 0,0-1-1 0 0,0 1 1 0 0,0-1-1 0 0,0 1 0 0 0,0 0 1 0 0,0 0-1 0 0,0-1 1 0 0,-1 1-1 0 0,1 3 0 0 0,0-1-5 0 0,-1 1-1 0 0,1-1 0 0 0,-1 1 0 0 0,0-1 0 0 0,-1 0 0 0 0,1 1 0 0 0,-1-1 0 0 0,0 0 0 0 0,-2 5 0 0 0,-3 9-27 0 0,-1-1-1 0 0,-1 0 1 0 0,-12 21 0 0 0,19-37 34 0 0,-53 79-173 0 0,37-57 547 0 0,1 0 0 0 0,-21 41 0 0 0,37-63-324 0 0,-1-1 0 0 0,1 1 0 0 0,0 0 0 0 0,-1-1 0 0 0,1 1 0 0 0,0 0 0 0 0,0-1 0 0 0,-1 1 0 0 0,1 0 0 0 0,0 0 0 0 0,0-1 0 0 0,0 1 0 0 0,0 0 0 0 0,0-1-1 0 0,0 1 1 0 0,0 0 0 0 0,0 0 0 0 0,1-1 0 0 0,-1 1 0 0 0,0 0 0 0 0,0-1 0 0 0,1 1 0 0 0,-1 0 0 0 0,0-1 0 0 0,1 1 0 0 0,-1 0 0 0 0,0-1 0 0 0,1 1 0 0 0,-1-1 0 0 0,1 2 0 0 0,1-1 36 0 0,0 0-1 0 0,0 0 0 0 0,0 0 1 0 0,0 0-1 0 0,0 0 1 0 0,0-1-1 0 0,0 1 0 0 0,0-1 1 0 0,0 1-1 0 0,4-1 0 0 0,9 1 248 0 0,0-1 0 0 0,23-3 0 0 0,-28 2-100 0 0,46-3 494 0 0,-5-2-546 0 0,0 3 1 0 0,0 2-1 0 0,-1 3 1 0 0,57 8-1 0 0,-51 6-2040 0 0,-22 3-5599 0 0,-22-9 2682 0 0</inkml:trace>
</inkml:ink>
</file>

<file path=ppt/ink/ink1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1:45.99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5 1 14283 0 0,'-5'4'7229'0'0,"5"-3"-7100"0"0,4 18 2080 0 0,11 33-3498 0 0,-11-38 2117 0 0,39 190-465 0 0,-13-49-2344 0 0,-22-125 1335 0 0</inkml:trace>
</inkml:ink>
</file>

<file path=ppt/ink/ink1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1:44.83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187 478 5985 0 0,'-28'9'1890'0'0,"0"-1"-1"0"0,-1-1 1 0 0,-1-2-1 0 0,-41 3 1 0 0,85-14 1435 0 0,25-7-2674 0 0,806-156 536 0 0,-315 88-1144 0 0,7 34-87 0 0,149-19 936 0 0,490-53 963 0 0,-680 105-1951 0 0,-379 22-2326 0 0,-80-4-5087 0 0</inkml:trace>
</inkml:ink>
</file>

<file path=ppt/ink/ink1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1:46.48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25 14 4145 0 0,'-25'-14'15345'0'0,"28"28"-12997"0"0,14 46-1447 0 0,-3 1 0 0 0,12 109 0 0 0,-13 125-789 0 0,-12-263-218 0 0,1-1 0 0 0,2 0-1 0 0,12 50 1 0 0,7-9-7855 0 0</inkml:trace>
</inkml:ink>
</file>

<file path=ppt/ink/ink1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1:46.86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1 113 8754 0 0,'1'-5'301'0'0,"1"1"0"0"0,0 0 0 0 0,0 0 0 0 0,0 0 1 0 0,1 0-1 0 0,-1 0 0 0 0,1 0 0 0 0,0 1 0 0 0,0 0 0 0 0,1-1 0 0 0,-1 1 1 0 0,0 0-1 0 0,1 0 0 0 0,0 1 0 0 0,0-1 0 0 0,0 1 0 0 0,7-3 0 0 0,6-4 1026 0 0,1 2-1 0 0,34-11 0 0 0,-39 14-938 0 0,1 1-1 0 0,0 0 0 0 0,0 1 0 0 0,-1 0 1 0 0,1 1-1 0 0,25 2 0 0 0,-35-1-375 0 0,-1 0 0 0 0,0 1 0 0 0,0-1 0 0 0,0 1-1 0 0,1 0 1 0 0,-1 0 0 0 0,0 0 0 0 0,0 1 0 0 0,0-1 0 0 0,0 1-1 0 0,-1-1 1 0 0,1 1 0 0 0,0 0 0 0 0,-1 0 0 0 0,1 0-1 0 0,-1 1 1 0 0,0-1 0 0 0,1 0 0 0 0,-1 1 0 0 0,0 0-1 0 0,-1-1 1 0 0,1 1 0 0 0,0 0 0 0 0,-1 0 0 0 0,0 0 0 0 0,1 0-1 0 0,-1 0 1 0 0,0 0 0 0 0,-1 1 0 0 0,1-1 0 0 0,-1 0-1 0 0,1 0 1 0 0,-1 1 0 0 0,0 4 0 0 0,0 2-64 0 0,-1 1 1 0 0,0-1 0 0 0,0 0-1 0 0,-1 1 1 0 0,0-1-1 0 0,-1 0 1 0 0,0 0-1 0 0,-1 0 1 0 0,0 0-1 0 0,0-1 1 0 0,-1 0-1 0 0,0 0 1 0 0,-13 16 0 0 0,-5 3-69 0 0,-2-2 1 0 0,-48 41 0 0 0,-14 15 801 0 0,87-82-652 0 0,-1 1 0 0 0,1-1 0 0 0,-1 0 0 0 0,1 1 0 0 0,-1-1 0 0 0,1 1 0 0 0,-1-1 0 0 0,1 1 0 0 0,-1-1-1 0 0,1 1 1 0 0,-1-1 0 0 0,1 1 0 0 0,0 0 0 0 0,-1-1 0 0 0,1 1 0 0 0,0 0 0 0 0,0-1 0 0 0,-1 1 0 0 0,1 0 0 0 0,0-1 0 0 0,0 1 0 0 0,0 0 0 0 0,0-1 0 0 0,0 1 0 0 0,0 0 0 0 0,0-1 0 0 0,0 1 0 0 0,0 0 0 0 0,0-1 0 0 0,1 1 0 0 0,-1 0 0 0 0,0-1 0 0 0,0 1 0 0 0,1 0 0 0 0,-1-1 0 0 0,0 1 0 0 0,1-1 0 0 0,-1 1 0 0 0,0 0 0 0 0,1-1-1 0 0,-1 1 1 0 0,1-1 0 0 0,-1 1 0 0 0,1-1 0 0 0,-1 0 0 0 0,1 1 0 0 0,-1-1 0 0 0,1 1 0 0 0,0-1 0 0 0,-1 0 0 0 0,1 0 0 0 0,0 1 0 0 0,-1-1 0 0 0,1 0 0 0 0,0 0 0 0 0,-1 0 0 0 0,1 1 0 0 0,0-1 0 0 0,1 0 0 0 0,8 2-67 0 0,0-1 0 0 0,1 0 0 0 0,13 0-1 0 0,-11-1 187 0 0,103 7-972 0 0,143-11 1 0 0,-233 1 807 0 0</inkml:trace>
</inkml:ink>
</file>

<file path=ppt/ink/ink1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1:47.54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20 25 10594 0 0,'-2'-20'3512'0'0,"1"15"-1396"0"0,0 12 894 0 0,-5 6 1187 0 0,-3 8-4393 0 0,9 5 232 0 0,0 0 1 0 0,1-1-1 0 0,2 1 0 0 0,8 35 0 0 0,32 99-93 0 0,-39-146 29 0 0,4 11-1542 0 0,-1-3-6218 0 0</inkml:trace>
</inkml:ink>
</file>

<file path=ppt/ink/ink1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1:47.83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0 107 13827 0 0,'10'1'807'0'0,"1"0"0"0"0,-1 0 0 0 0,0-1 0 0 0,1 0 0 0 0,-1-1 0 0 0,0 0 1 0 0,1 0-1 0 0,18-6 0 0 0,-5 2-433 0 0,235-60 76 0 0,-183 43-5076 0 0,-59 18 4154 0 0,-3 1 339 0 0</inkml:trace>
</inkml:ink>
</file>

<file path=ppt/ink/ink1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1:48.05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 0 14283 0 0,'0'0'125'0'0,"-1"1"0"0"0,1-1 0 0 0,0 0 1 0 0,0 1-1 0 0,-1-1 0 0 0,1 1 0 0 0,0-1 0 0 0,0 0 0 0 0,0 1 0 0 0,0-1 0 0 0,-1 1 1 0 0,1-1-1 0 0,0 1 0 0 0,0-1 0 0 0,0 0 0 0 0,0 1 0 0 0,0-1 0 0 0,0 1 0 0 0,0-1 0 0 0,0 1 1 0 0,0-1-1 0 0,0 1 0 0 0,1-1 0 0 0,-1 0 0 0 0,0 1 0 0 0,0-1 0 0 0,0 1 0 0 0,0-1 1 0 0,1 0-1 0 0,-1 1 0 0 0,0-1 0 0 0,0 0 0 0 0,1 1 0 0 0,-1-1 0 0 0,0 0 0 0 0,1 1 1 0 0,14 18 1325 0 0,-11-15-820 0 0,6 10-306 0 0,0 1 0 0 0,0 0 0 0 0,-2 0 0 0 0,0 1 0 0 0,-1-1-1 0 0,0 2 1 0 0,-2-1 0 0 0,0 1 0 0 0,4 20 0 0 0,4 51-193 0 0,-8-48-1149 0 0,17 68 0 0 0,-14-81-6994 0 0</inkml:trace>
</inkml:ink>
</file>

<file path=ppt/ink/ink1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1:48.33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30 13 9218 0 0,'-28'-12'13584'0'0,"28"13"-13368"0"0,-1 13-334 0 0,43 426 1074 0 0,-14-252-8447 0 0,-24-159 448 0 0</inkml:trace>
</inkml:ink>
</file>

<file path=ppt/ink/ink1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1:48.68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14 363 2761 0 0,'-5'-26'2003'0'0,"1"0"1"0"0,1 0 0 0 0,2 0 0 0 0,2-44 0 0 0,0 62-1641 0 0,0 1 0 0 0,0-1 1 0 0,1 0-1 0 0,0 0 0 0 0,0 1 0 0 0,1-1 0 0 0,0 1 1 0 0,0-1-1 0 0,0 1 0 0 0,1 0 0 0 0,1 1 1 0 0,-1-1-1 0 0,1 1 0 0 0,0-1 0 0 0,0 2 0 0 0,1-1 1 0 0,0 0-1 0 0,0 1 0 0 0,10-7 0 0 0,-4 5-73 0 0,1 1 0 0 0,0 0 0 0 0,0 1-1 0 0,0 0 1 0 0,1 1 0 0 0,0 0 0 0 0,17-2 0 0 0,-21 5-198 0 0,-1 0 1 0 0,1 0 0 0 0,-1 1 0 0 0,1 0 0 0 0,-1 1 0 0 0,0 0 0 0 0,1 1 0 0 0,-1 0-1 0 0,0 0 1 0 0,0 1 0 0 0,17 7 0 0 0,-23-8-94 0 0,0-1 0 0 0,0 1 0 0 0,-1 0 1 0 0,1 0-1 0 0,-1 0 0 0 0,0 1 0 0 0,1-1 0 0 0,-1 1 0 0 0,0-1 0 0 0,0 1 1 0 0,-1 0-1 0 0,1-1 0 0 0,0 1 0 0 0,-1 0 0 0 0,0 0 0 0 0,0 0 0 0 0,0 0 1 0 0,0 1-1 0 0,0-1 0 0 0,0 0 0 0 0,-1 0 0 0 0,0 0 0 0 0,1 1 0 0 0,-1-1 1 0 0,-1 0-1 0 0,1 0 0 0 0,0 1 0 0 0,-1-1 0 0 0,1 0 0 0 0,-1 0 0 0 0,-2 4 1 0 0,-2 11-70 0 0,-1-1 0 0 0,-2 0 0 0 0,1 0 0 0 0,-13 18 1 0 0,18-31 60 0 0,-69 102-298 0 0,44-70 226 0 0,-23 43 1 0 0,49-78 85 0 0,1 0 1 0 0,-1 0-1 0 0,1 1 1 0 0,-1-1-1 0 0,1 0 1 0 0,-1 0-1 0 0,1 0 1 0 0,0 0-1 0 0,0 0 1 0 0,-1 1 0 0 0,1-1-1 0 0,0 0 1 0 0,0 0-1 0 0,0 0 1 0 0,0 0-1 0 0,0 1 1 0 0,0-1-1 0 0,1 0 1 0 0,-1 0 0 0 0,0 0-1 0 0,1 0 1 0 0,-1 1-1 0 0,1-1 1 0 0,-1 0-1 0 0,1 0 1 0 0,0 2-1 0 0,1-2 21 0 0,0 1 0 0 0,1 0 0 0 0,-1 0-1 0 0,0-1 1 0 0,0 1 0 0 0,1-1 0 0 0,-1 0-1 0 0,0 1 1 0 0,1-1 0 0 0,0 0 0 0 0,3 0-1 0 0,5 2 64 0 0,0-1-1 0 0,1 0 1 0 0,-1-1-1 0 0,21-1 1 0 0,62-9-1621 0 0,-75 7 431 0 0</inkml:trace>
</inkml:ink>
</file>

<file path=ppt/ink/ink1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1:49.08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27 1376 0 0,'15'-21'17525'0'0,"-12"20"-16828"0"0,13-3 2990 0 0,-2 3-4578 0 0,-11 2 898 0 0,0 0 0 0 0,0-1 1 0 0,0 1-1 0 0,0 1 0 0 0,0-1 0 0 0,-1 0 0 0 0,1 1 0 0 0,0-1 0 0 0,-1 1 1 0 0,1 0-1 0 0,-1 0 0 0 0,0 0 0 0 0,0 0 0 0 0,1 0 0 0 0,-1 0 1 0 0,-1 1-1 0 0,1-1 0 0 0,0 1 0 0 0,-1-1 0 0 0,1 1 0 0 0,-1 0 0 0 0,0 0 1 0 0,1 0-1 0 0,-1-1 0 0 0,-1 1 0 0 0,1 0 0 0 0,0 0 0 0 0,-1 5 0 0 0,3 8 20 0 0,-2-1-1 0 0,0 1 0 0 0,0 0 1 0 0,-3 18-1 0 0,-5 25-220 0 0,-3 0 1 0 0,-3 0-1 0 0,-2-1 0 0 0,-37 93 1 0 0,50-146 147 0 0,1-1 92 0 0,-1 0 0 0 0,0 0-1 0 0,1 1 1 0 0,0-1-1 0 0,-1 9 1 0 0,2-12-29 0 0,0-1 1 0 0,0 1-1 0 0,0-1 1 0 0,0 1-1 0 0,0-1 0 0 0,0 1 1 0 0,0-1-1 0 0,0 0 1 0 0,1 1-1 0 0,-1-1 1 0 0,0 1-1 0 0,0-1 0 0 0,0 1 1 0 0,1-1-1 0 0,-1 0 1 0 0,0 1-1 0 0,1-1 1 0 0,-1 1-1 0 0,0-1 0 0 0,1 0 1 0 0,-1 1-1 0 0,0-1 1 0 0,1 0-1 0 0,0 1 1 0 0,0-1 18 0 0,0 0 0 0 0,0 1 1 0 0,1-1-1 0 0,-1 0 0 0 0,0 0 1 0 0,0 0-1 0 0,1 0 1 0 0,-1 0-1 0 0,0 0 0 0 0,0-1 1 0 0,1 1-1 0 0,-1 0 0 0 0,0-1 1 0 0,1 0-1 0 0,20-7 242 0 0,-1-2 0 0 0,-1 0 0 0 0,0-2-1 0 0,24-17 1 0 0,20-11 24 0 0,-39 27-656 0 0,1 1 0 0 0,0 1 0 0 0,0 1 0 0 0,1 2-1 0 0,0 0 1 0 0,34-4 0 0 0,-22 6-7645 0 0</inkml:trace>
</inkml:ink>
</file>

<file path=ppt/ink/ink1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2:03.140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</inkml:brush>
  </inkml:definitions>
  <inkml:trace contextRef="#ctx0" brushRef="#br0">2675 188 5985 0 0,'3'-38'1921'0'0,"-2"29"-1699"0"0,0 1 0 0 0,0 0 0 0 0,-1-1 0 0 0,0 1 0 0 0,-2-13 0 0 0,1 18-190 0 0,0 1 1 0 0,0-1-1 0 0,0 0 1 0 0,0 1-1 0 0,0-1 0 0 0,-1 0 1 0 0,1 1-1 0 0,-1 0 1 0 0,1-1-1 0 0,-1 1 0 0 0,0 0 1 0 0,0 0-1 0 0,0 0 0 0 0,0 0 1 0 0,-1 0-1 0 0,1 0 1 0 0,0 1-1 0 0,-1-1 0 0 0,1 1 1 0 0,-5-2-1 0 0,-13-5 166 0 0,0 1-1 0 0,-1 0 0 0 0,0 2 1 0 0,0 1-1 0 0,0 0 1 0 0,-41-1-1 0 0,-131 12 899 0 0,164-5-1249 0 0,-41 7-238 0 0,1 3 1 0 0,0 4 0 0 0,-85 30 0 0 0,25-8 54 0 0,19-4 619 0 0,2 4-1 0 0,1 5 1 0 0,3 4-1 0 0,-104 65 1 0 0,184-95-268 0 0,0 1 1 0 0,1 1-1 0 0,0 1 1 0 0,2 1-1 0 0,-23 29 1 0 0,-20 20 185 0 0,18-24-463 0 0,-2-2-1 0 0,-81 58 0 0 0,91-76-358 0 0,-88 63-1202 0 0,109-75 2006 0 0,2 0 0 0 0,0 1-1 0 0,0 1 1 0 0,1 0-1 0 0,-14 23 1 0 0,18-24-178 0 0,1 0 0 0 0,0 1 0 0 0,1 0 0 0 0,-11 32-1 0 0,17-40-8 0 0,1 0-1 0 0,-1 0 0 0 0,1 1 0 0 0,1-1 0 0 0,0 0 1 0 0,0 0-1 0 0,0 0 0 0 0,1 1 0 0 0,0-1 0 0 0,1 0 1 0 0,0 0-1 0 0,0 0 0 0 0,4 8 0 0 0,0-3-15 0 0,0 0 0 0 0,0-1 0 0 0,1 0 0 0 0,1 0 0 0 0,0-1 0 0 0,0 0 0 0 0,1 0 0 0 0,20 18 0 0 0,-13-16-46 0 0,1 0 0 0 0,0-2 1 0 0,0 0-1 0 0,1 0 0 0 0,27 10 0 0 0,0-5-45 0 0,0-1-1 0 0,1-3 0 0 0,0-2 0 0 0,72 7 1 0 0,209 6 854 0 0,-270-23-486 0 0,1-4 0 0 0,-1-1 0 0 0,96-23 0 0 0,-45 0 328 0 0,-2-4 1 0 0,0-5 0 0 0,-3-5 0 0 0,-1-4 0 0 0,186-116 0 0 0,-157 65-440 0 0,-116 83-140 0 0,0 0 0 0 0,-1-1 0 0 0,0-1 0 0 0,-1 0 1 0 0,20-34-1 0 0,-15 15 148 0 0,-1-1 1 0 0,-2-1 0 0 0,-1 0 0 0 0,-2-1-1 0 0,-2-1 1 0 0,-1 0 0 0 0,-2 0-1 0 0,2-48 1 0 0,-8 82-25 0 0,-1-1 1 0 0,-1 0-1 0 0,1 1 0 0 0,-1-1 1 0 0,0 0-1 0 0,0 1 0 0 0,0-1 1 0 0,-1 1-1 0 0,0 0 0 0 0,0-1 1 0 0,-1 1-1 0 0,1 0 0 0 0,-1 0 0 0 0,0 0 1 0 0,-5-6-1 0 0,1 5-114 0 0,1-1 0 0 0,-1 1 0 0 0,0 0 0 0 0,0 1 0 0 0,0 0 0 0 0,-1 0 0 0 0,0 0-1 0 0,-16-6 1 0 0,0 3-77 0 0,0 0 0 0 0,0 2 1 0 0,-1 1-1 0 0,0 1 0 0 0,0 1 0 0 0,-28 0 0 0 0,12 4 95 0 0,-1 1 1 0 0,1 2-1 0 0,-78 19 1 0 0,-118 47-90 0 0,155-43 24 0 0,-273 103-933 0 0,276-94 630 0 0,0 4 1 0 0,-94 64-1 0 0,57-17 465 0 0,-107 104 0 0 0,160-134-54 0 0,41-37 39 0 0,-33 38-1 0 0,48-50-133 0 0,1 1 1 0 0,0 0-1 0 0,0 0 1 0 0,0 0-1 0 0,2 1 1 0 0,-1-1-1 0 0,1 1 1 0 0,-3 11-1 0 0,6-19-27 0 0,1 0 0 0 0,-1 0 0 0 0,1 0-1 0 0,0 0 1 0 0,0 1 0 0 0,0-1 0 0 0,0 0-1 0 0,0 0 1 0 0,0 0 0 0 0,1 0-1 0 0,-1 0 1 0 0,1 0 0 0 0,-1 0 0 0 0,1 0-1 0 0,0-1 1 0 0,0 1 0 0 0,0 0 0 0 0,0 0-1 0 0,1 2 1 0 0,1-1-47 0 0,-1-1 0 0 0,1 1 0 0 0,0-1 0 0 0,-1 0 1 0 0,1 0-1 0 0,0 0 0 0 0,0 0 0 0 0,0 0 0 0 0,1-1 0 0 0,4 2 0 0 0,5 1-148 0 0,0-1 0 0 0,1 0 0 0 0,-1-1 0 0 0,24 1 0 0 0,17-2 101 0 0,1-3 1 0 0,92-15 0 0 0,107-36 955 0 0,-89 17-279 0 0,-31 4-260 0 0,-1-6 0 0 0,153-66-1 0 0,-42-8 572 0 0,-122 54-1027 0 0,-93 45 177 0 0,-1-1 0 0 0,0-1-1 0 0,-1-2 1 0 0,-1-1 0 0 0,0 0-1 0 0,-1-2 1 0 0,-1-1 0 0 0,30-35-1 0 0,-52 54 16 0 0,0 0-1 0 0,-1-1 1 0 0,1 1-1 0 0,-1 0 1 0 0,1-1-1 0 0,-1 1 1 0 0,0-1-1 0 0,0 1 1 0 0,0-1-1 0 0,0 0 0 0 0,0 1 1 0 0,0-1-1 0 0,-1 0 1 0 0,0 0-1 0 0,1 1 1 0 0,-1-1-1 0 0,0 0 1 0 0,0 0-1 0 0,-1 0 1 0 0,1 1-1 0 0,-2-5 1 0 0,1 3 35 0 0,-1 0 1 0 0,0 0 0 0 0,0 0 0 0 0,-1 1 0 0 0,1-1-1 0 0,-1 1 1 0 0,0 0 0 0 0,0 0 0 0 0,0 0 0 0 0,0 0 0 0 0,0 0-1 0 0,-7-4 1 0 0,-4-1 78 0 0,1 1 1 0 0,-1 0-1 0 0,-1 1 0 0 0,0 0 0 0 0,0 2 1 0 0,-26-6-1 0 0,-2 4-311 0 0,0 3 0 0 0,-1 1 0 0 0,0 2 0 0 0,1 2 0 0 0,-64 11 0 0 0,-212 60-864 0 0,315-73 1030 0 0,-90 28-114 0 0,0 4 0 0 0,3 3 0 0 0,1 5-1 0 0,-158 95 1 0 0,220-117 132 0 0,1 1 0 0 0,1 2 0 0 0,1 0 0 0 0,-24 27 0 0 0,37-36 65 0 0,1 1 0 0 0,0 1 0 0 0,1-1 0 0 0,1 2 0 0 0,0-1 0 0 0,1 1 0 0 0,1 1-1 0 0,0-1 1 0 0,-8 30 0 0 0,13-37-88 0 0,1 1-1 0 0,0 0 1 0 0,0-1-1 0 0,0 1 1 0 0,1 0-1 0 0,1-1 1 0 0,0 1-1 0 0,0 0 1 0 0,0-1 0 0 0,1 1-1 0 0,0-1 1 0 0,1 0-1 0 0,0 0 1 0 0,0 1-1 0 0,1-2 1 0 0,0 1-1 0 0,0 0 1 0 0,1-1-1 0 0,0 0 1 0 0,0 0-1 0 0,10 10 1 0 0,-2-5-85 0 0,0-1 0 0 0,1 0 0 0 0,0-1 0 0 0,1 0 0 0 0,0-1 0 0 0,1-1 0 0 0,0 0 0 0 0,0-1 0 0 0,30 8 0 0 0,14 0 330 0 0,0-2 0 0 0,79 6 1 0 0,128-4 961 0 0,-173-12-1144 0 0,-63 0-50 0 0,0-3 0 0 0,0 0 0 0 0,0-2 0 0 0,0-1-1 0 0,-1-2 1 0 0,0-1 0 0 0,0-1 0 0 0,50-20 0 0 0,215-111 2273 0 0,-221 99-1677 0 0,127-92 0 0 0,-188 121-546 0 0,1-1 0 0 0,-2 0 0 0 0,1-1 0 0 0,-2 0 0 0 0,0-1 0 0 0,0 0 0 0 0,-1-1 0 0 0,-1 0 0 0 0,14-28 0 0 0,-18 30 25 0 0,-1 1 0 0 0,-1-1 0 0 0,0 0 0 0 0,0 0 0 0 0,-1 0 0 0 0,-1 0 0 0 0,0 0 0 0 0,0 0 1 0 0,-2 0-1 0 0,1-1 0 0 0,-1 1 0 0 0,-1 0 0 0 0,0 0 0 0 0,-6-16 0 0 0,2 11 2 0 0,0 0 0 0 0,-1 0-1 0 0,-1 1 1 0 0,-1 0-1 0 0,0 0 1 0 0,-1 1 0 0 0,-1 0-1 0 0,0 1 1 0 0,-1 0-1 0 0,0 1 1 0 0,-1 0 0 0 0,-1 1-1 0 0,-28-20 1 0 0,1 8-184 0 0,0 1 0 0 0,-1 2 1 0 0,-1 1-1 0 0,-52-15 0 0 0,6 3 91 0 0,-74-24 262 0 0,137 49-247 0 0,0 2 0 0 0,0 0 0 0 0,-1 2 0 0 0,-41 0 0 0 0,-50 9-389 0 0,1 5 1 0 0,-157 34 0 0 0,132-19-103 0 0,76-16 212 0 0,1 3 1 0 0,-94 32-1 0 0,70-9 126 0 0,2 4 0 0 0,-121 75 1 0 0,-144 132-1047 0 0,334-234 951 0 0,0 2-1 0 0,1 0 1 0 0,-25 30-1 0 0,36-39 187 0 0,1 1 0 0 0,1 0 0 0 0,-1 1-1 0 0,1-1 1 0 0,0 1 0 0 0,1-1 0 0 0,0 1 0 0 0,0 0 0 0 0,1 0 0 0 0,0 1-1 0 0,0-1 1 0 0,1 0 0 0 0,0 10 0 0 0,0 8-72 0 0,2 0-1 0 0,1-1 1 0 0,1 1 0 0 0,1-1-1 0 0,1 1 1 0 0,2-2 0 0 0,0 1-1 0 0,18 39 1 0 0,-17-48 93 0 0,1 0 1 0 0,0 0-1 0 0,1-1 1 0 0,1 0-1 0 0,0-1 1 0 0,1 0-1 0 0,0-1 0 0 0,1 0 1 0 0,1-1-1 0 0,0-1 1 0 0,1 0-1 0 0,0-1 1 0 0,16 9-1 0 0,7-1-280 0 0,0-3 0 0 0,1 0 0 0 0,1-3 0 0 0,0-1 0 0 0,0-2 0 0 0,72 7 1 0 0,-45-12 381 0 0,0-3 0 0 0,0-2 0 0 0,93-15-1 0 0,-100 7 204 0 0,0-4-1 0 0,0-2 0 0 0,-1-2 0 0 0,-2-3 0 0 0,0-2 0 0 0,-1-3 0 0 0,-1-3 0 0 0,99-66 0 0 0,-124 70-166 0 0,-2-1-1 0 0,-1-1 0 0 0,-2-2 1 0 0,0 0-1 0 0,-2-1 0 0 0,-1-2 1 0 0,-1 0-1 0 0,-2-2 0 0 0,-1 0 1 0 0,-1 0-1 0 0,-2-2 1 0 0,-2 0-1 0 0,-1-1 0 0 0,-2 0 1 0 0,10-61-1 0 0,-18 79 12 0 0,0-1 0 0 0,-2 0 0 0 0,0 1 0 0 0,0-1 0 0 0,-2 0 1 0 0,0 1-1 0 0,-2-1 0 0 0,0 1 0 0 0,-1 0 0 0 0,0 0 0 0 0,-2 0 0 0 0,0 1 0 0 0,-1 0 0 0 0,0 1 1 0 0,-2-1-1 0 0,0 1 0 0 0,-1 1 0 0 0,0 0 0 0 0,-1 1 0 0 0,-1 0 0 0 0,0 1 0 0 0,-19-15 0 0 0,2 4-52 0 0,-2 1-1 0 0,0 1 1 0 0,-59-28-1 0 0,69 39-30 0 0,-1 2 1 0 0,-1 1-1 0 0,1 1 0 0 0,-1 1 0 0 0,-1 0 0 0 0,-46-2 0 0 0,10 5-153 0 0,-1 3-1 0 0,-68 10 0 0 0,92-5 16 0 0,0 2 0 0 0,1 2 0 0 0,0 1-1 0 0,-58 24 1 0 0,-272 143-317 0 0,305-141 344 0 0,1 2 0 0 0,1 3 0 0 0,-88 81 0 0 0,108-85 267 0 0,1 2-1 0 0,-36 48 1 0 0,64-71-120 0 0,0-1 1 0 0,1 2-1 0 0,1 0 0 0 0,1 0 0 0 0,0 0 0 0 0,1 1 1 0 0,1 0-1 0 0,0 0 0 0 0,-4 34 0 0 0,6-21-245 0 0,1 0 0 0 0,2 0 1 0 0,1 0-1 0 0,1 0 0 0 0,2 1 0 0 0,8 33 0 0 0,-7-48 9 0 0,0 0 0 0 0,2 0-1 0 0,0 0 1 0 0,1-1 0 0 0,0 0 0 0 0,1 0 0 0 0,1-1-1 0 0,1 0 1 0 0,0 0 0 0 0,1-1 0 0 0,0-1 0 0 0,17 15 0 0 0,5 1 254 0 0,2-2 0 0 0,1-1 0 0 0,1-3 0 0 0,1 0 0 0 0,69 29 0 0 0,-70-38-8 0 0,0-1-1 0 0,0-1 0 0 0,1-2 0 0 0,1-2 0 0 0,-1-2 1 0 0,65 3-1 0 0,-68-10 123 0 0,0-1 0 0 0,-1-3-1 0 0,1 0 1 0 0,-1-2 0 0 0,-1-2 0 0 0,1-1 0 0 0,58-27 0 0 0,-33 8 301 0 0,-1-2 1 0 0,-1-3-1 0 0,63-49 0 0 0,-97 64-351 0 0,-1 0 0 0 0,-1-2-1 0 0,0 0 1 0 0,-2-1-1 0 0,0-1 1 0 0,-2-1 0 0 0,0 0-1 0 0,16-34 1 0 0,-12 14-13 0 0,-2-2-1 0 0,-2 0 1 0 0,-1-2 0 0 0,9-54 0 0 0,-18 71-89 0 0,35-194 214 0 0,-37 188-208 0 0,-1-1-1 0 0,-3 1 1 0 0,-1-1-1 0 0,-5-39 1 0 0,4 67-19 0 0,-1 0 1 0 0,0-1 0 0 0,-1 1 0 0 0,0 0-1 0 0,-1 1 1 0 0,0-1 0 0 0,-1 0 0 0 0,0 1-1 0 0,0 0 1 0 0,-1 0 0 0 0,0 1 0 0 0,-1-1-1 0 0,1 1 1 0 0,-2 1 0 0 0,1-1 0 0 0,-14-9-1 0 0,9 9-42 0 0,-1 0 0 0 0,0 1 0 0 0,0 0 0 0 0,0 1 0 0 0,-1 0 0 0 0,0 1 0 0 0,0 1-1 0 0,0 0 1 0 0,-1 1 0 0 0,1 1 0 0 0,-20-2 0 0 0,-6 3-437 0 0,0 1-1 0 0,1 2 1 0 0,-1 2 0 0 0,1 1-1 0 0,0 2 1 0 0,0 2 0 0 0,1 1-1 0 0,0 2 1 0 0,1 2 0 0 0,-54 28-1 0 0,27-6-4385 0 0</inkml:trace>
</inkml:ink>
</file>

<file path=ppt/ink/ink1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2:09.394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</inkml:brush>
  </inkml:definitions>
  <inkml:trace contextRef="#ctx0" brushRef="#br0">1481 414 6913 0 0,'6'-13'1084'0'0,"0"0"-1"0"0,0 0 0 0 0,2 0 0 0 0,12-17 1 0 0,-12 20-1057 0 0,-1-1-1 0 0,0 0 1 0 0,0-1 0 0 0,-1 0 0 0 0,6-19 0 0 0,-10 26-165 0 0,-1 0 1 0 0,0 0-1 0 0,0 0 0 0 0,-1 0 1 0 0,1-1-1 0 0,-1 1 1 0 0,-1 0-1 0 0,1 0 0 0 0,-1-1 1 0 0,1 1-1 0 0,-1 0 1 0 0,-1 0-1 0 0,1 0 1 0 0,-1 0-1 0 0,-3-7 0 0 0,1 4 15 0 0,-1 1-1 0 0,1 1 0 0 0,-1-1 0 0 0,-1 1 1 0 0,1-1-1 0 0,-1 2 0 0 0,0-1 0 0 0,-1 1 0 0 0,-7-6 1 0 0,-4-1 70 0 0,-1 2 0 0 0,-1-1 0 0 0,0 2 0 0 0,0 1 0 0 0,-1 1 1 0 0,-35-9-1 0 0,25 11 487 0 0,-1 0 1 0 0,0 2-1 0 0,-1 2 0 0 0,1 0 1 0 0,0 3-1 0 0,0 0 1 0 0,-45 10-1 0 0,35-3-257 0 0,0 3 0 0 0,1 1 0 0 0,1 2 0 0 0,0 1 0 0 0,-39 23 0 0 0,20-2-516 0 0,-108 88 0 0 0,-16 10-1952 0 0,137-108 1774 0 0,28-18 628 0 0,0 1 1 0 0,-23 18-1 0 0,41-27-28 0 0,-1-1-1 0 0,-2 3 331 0 0,3-3-331 0 0,-1 1 1 0 0,1-1-1 0 0,-1 1 1 0 0,1 0-1 0 0,0-1 1 0 0,-1 1-1 0 0,1 0 1 0 0,0-1-1 0 0,-1 1 1 0 0,1 0-1 0 0,0 0 1 0 0,0-1-1 0 0,0 1 0 0 0,0 0 1 0 0,0 0-1 0 0,0-1 1 0 0,0 1-1 0 0,0 0 1 0 0,0 0-1 0 0,0-1 1 0 0,0 1-1 0 0,0 0 1 0 0,0 0-1 0 0,1-1 1 0 0,-1 1-1 0 0,1 1 1 0 0,0 0 25 0 0,1 0 0 0 0,0 0 0 0 0,0 0 0 0 0,0 0 1 0 0,0 0-1 0 0,0 0 0 0 0,0 0 0 0 0,1-1 0 0 0,4 3 0 0 0,6 3 65 0 0,1-1 0 0 0,23 7-1 0 0,-2-4-75 0 0,1-1-1 0 0,1-2 1 0 0,-1-2 0 0 0,61 0-1 0 0,151-17-316 0 0,-221 11 152 0 0,125-15-1318 0 0,0-6 1 0 0,159-47 0 0 0,280-132 2293 0 0,-568 193-477 0 0,-16 7-301 0 0,1 0 1 0 0,-1-1-1 0 0,0 0 1 0 0,0 0 0 0 0,0-1-1 0 0,0 0 1 0 0,-1 0 0 0 0,1-1-1 0 0,-1 1 1 0 0,7-9-1 0 0,-13 13-122 0 0,1 0 0 0 0,-1 0-1 0 0,0 0 1 0 0,0-1-1 0 0,0 1 1 0 0,0 0 0 0 0,0 0-1 0 0,0-1 1 0 0,0 1-1 0 0,1 0 1 0 0,-1-1-1 0 0,0 1 1 0 0,0 0 0 0 0,0 0-1 0 0,0-1 1 0 0,0 1-1 0 0,0 0 1 0 0,0 0 0 0 0,0-1-1 0 0,0 1 1 0 0,-1 0-1 0 0,1-1 1 0 0,0 1-1 0 0,0 0 1 0 0,0 0 0 0 0,0-1-1 0 0,0 1 1 0 0,0 0-1 0 0,0 0 1 0 0,-1 0 0 0 0,1-1-1 0 0,0 1 1 0 0,0 0-1 0 0,0 0 1 0 0,-1 0-1 0 0,1-1 1 0 0,-14-6 319 0 0,-18 1 211 0 0,31 6-510 0 0,-40-4 100 0 0,0 1 0 0 0,0 2 0 0 0,-71 8 0 0 0,-123 31-1432 0 0,102-14 1008 0 0,-377 76 247 0 0,424-76 317 0 0,1 2 1 0 0,2 5-1 0 0,-146 75 0 0 0,168-73-237 0 0,2 3 1 0 0,2 2-1 0 0,-77 67 0 0 0,115-87-10 0 0,1 0 0 0 0,1 2 0 0 0,0 0-1 0 0,2 1 1 0 0,-16 27 0 0 0,23-33 18 0 0,0 1 0 0 0,2 0 0 0 0,-1 0 0 0 0,2 1 0 0 0,0 0 0 0 0,1 0 0 0 0,1 0 0 0 0,-2 30 1 0 0,5-40-119 0 0,0 0 0 0 0,0 1 0 0 0,0-1 0 0 0,1 0 0 0 0,0 0 1 0 0,1 0-1 0 0,-1 0 0 0 0,1-1 0 0 0,1 1 0 0 0,-1 0 1 0 0,1-1-1 0 0,0 0 0 0 0,1 1 0 0 0,-1-1 0 0 0,1 0 0 0 0,9 9 1 0 0,-5-7-10 0 0,0-1 0 0 0,1 0-1 0 0,0-1 1 0 0,0 0 0 0 0,1 0 0 0 0,-1-1 0 0 0,1 0 0 0 0,1 0 0 0 0,-1-1 0 0 0,12 2 0 0 0,6 1 230 0 0,1-1-1 0 0,-1-1 1 0 0,1-2-1 0 0,-1-1 1 0 0,1-1-1 0 0,0-2 1 0 0,0 0-1 0 0,-1-2 1 0 0,51-12-1 0 0,14-10 677 0 0,139-58 0 0 0,-202 71-664 0 0,138-58 751 0 0,-3-8 0 0 0,210-135 0 0 0,-327 182-684 0 0,51-45 1 0 0,-79 60-136 0 0,-2-1 1 0 0,0-2-1 0 0,-1 1 1 0 0,-1-2-1 0 0,15-24 1 0 0,-28 39-88 0 0,0 0 0 0 0,0 0 1 0 0,0-1-1 0 0,-1 1 1 0 0,0-1-1 0 0,0 0 1 0 0,-1 1-1 0 0,1-1 0 0 0,-1 0 1 0 0,0 0-1 0 0,-1-9 1 0 0,0 12-14 0 0,0 0-1 0 0,-1 0 1 0 0,1 0 0 0 0,-1 0 0 0 0,0 0 0 0 0,0 0 0 0 0,0 1 0 0 0,0-1 0 0 0,-1 0-1 0 0,1 0 1 0 0,-1 1 0 0 0,0-1 0 0 0,1 1 0 0 0,-1 0 0 0 0,0-1 0 0 0,0 1-1 0 0,-1 0 1 0 0,1 0 0 0 0,0 0 0 0 0,-1 1 0 0 0,1-1 0 0 0,-1 0 0 0 0,0 1 0 0 0,-3-2-1 0 0,-6-2-142 0 0,0 1-1 0 0,-1 1 0 0 0,1 0 0 0 0,-1 0 1 0 0,0 1-1 0 0,0 1 0 0 0,0 0 0 0 0,0 1 1 0 0,-22 2-1 0 0,-11 4-280 0 0,-60 15 0 0 0,38-3 349 0 0,0 3 0 0 0,1 3 0 0 0,2 3 0 0 0,0 2 0 0 0,2 3 1 0 0,2 4-1 0 0,1 1 0 0 0,1 3 0 0 0,-61 57 0 0 0,96-75 187 0 0,1 1 0 0 0,1 1-1 0 0,1 1 1 0 0,2 0-1 0 0,-20 34 1 0 0,30-44-146 0 0,1 1 0 0 0,0 0 1 0 0,1 0-1 0 0,1 0 0 0 0,0 1 0 0 0,2 0 0 0 0,-1 0 1 0 0,2 1-1 0 0,1-1 0 0 0,0 1 0 0 0,1 19 0 0 0,1-32-104 0 0,0 0 0 0 0,1 0 0 0 0,0 0 1 0 0,0 0-1 0 0,0 0 0 0 0,1 0 0 0 0,0 0 0 0 0,0 0 0 0 0,0-1 0 0 0,0 1 0 0 0,1-1 0 0 0,0 1 0 0 0,0-1 0 0 0,0 0 0 0 0,7 7 0 0 0,-4-5 30 0 0,1-1 1 0 0,-1-1-1 0 0,1 1 0 0 0,0-1 1 0 0,1 0-1 0 0,-1-1 0 0 0,1 0 1 0 0,-1 0-1 0 0,11 2 1 0 0,8 1 251 0 0,1-2 1 0 0,0-1 0 0 0,0-1 0 0 0,54-4-1 0 0,-2-4 1116 0 0,125-28 0 0 0,75-35 203 0 0,-261 64-1409 0 0,143-44 173 0 0,-1-8 0 0 0,160-81 0 0 0,-282 120-194 0 0,46-29 1 0 0,-75 41-18 0 0,0 0 1 0 0,-1 0-1 0 0,1-1 1 0 0,-1 0 0 0 0,0-1-1 0 0,-1 0 1 0 0,0 0-1 0 0,0 0 1 0 0,-1-1-1 0 0,9-16 1 0 0,-14 24-3 0 0,-1-1 0 0 0,1 0 1 0 0,0 0-1 0 0,-1 0 0 0 0,1 0 0 0 0,-1 1 1 0 0,1-1-1 0 0,-1 0 0 0 0,0 0 1 0 0,0 0-1 0 0,0 0 0 0 0,0 0 0 0 0,0 0 1 0 0,-1 0-1 0 0,1 0 0 0 0,0 0 0 0 0,-1 0 1 0 0,0 0-1 0 0,1 1 0 0 0,-3-5 1 0 0,1 3 3 0 0,0 0 0 0 0,-1 1 0 0 0,1-1 0 0 0,-1 0 0 0 0,1 1 0 0 0,-1-1 1 0 0,0 1-1 0 0,0 0 0 0 0,0 0 0 0 0,-5-2 0 0 0,-7-3-22 0 0,0 1 0 0 0,0 1-1 0 0,0 1 1 0 0,-17-4 0 0 0,-29-2-463 0 0,0 3 1 0 0,-1 2-1 0 0,1 3 1 0 0,-1 2-1 0 0,-87 12 1 0 0,-302 78-1812 0 0,375-69 2257 0 0,1 3-1 0 0,-89 41 0 0 0,121-45 25 0 0,2 2 0 0 0,1 1 0 0 0,0 2 0 0 0,2 3 0 0 0,-38 34 0 0 0,59-47 20 0 0,0 2 0 0 0,2 0 0 0 0,0 1 0 0 0,0 0 0 0 0,2 1 0 0 0,-21 40 0 0 0,31-52-13 0 0,0 0 0 0 0,0 0 1 0 0,1 0-1 0 0,0 1 0 0 0,1-1 1 0 0,0 0-1 0 0,0 1 1 0 0,0 0-1 0 0,1-1 0 0 0,1 14 1 0 0,0-15-24 0 0,1 0 0 0 0,-1 0 0 0 0,1 0 0 0 0,1 0 0 0 0,-1-1 0 0 0,1 1 0 0 0,0-1 0 0 0,0 1 0 0 0,0-1 0 0 0,1 0 0 0 0,0-1 1 0 0,0 1-1 0 0,0 0 0 0 0,0-1 0 0 0,6 4 0 0 0,3 2 25 0 0,1-1 0 0 0,0 0 0 0 0,1-1 1 0 0,0-1-1 0 0,0 0 0 0 0,1-1 0 0 0,-1 0 0 0 0,1-2 0 0 0,1 0 1 0 0,18 2-1 0 0,19 1 593 0 0,95-1-1 0 0,-46-11 439 0 0,-1-3 0 0 0,0-5-1 0 0,188-50 1 0 0,-220 43-750 0 0,0-3 1 0 0,-2-2-1 0 0,-1-4 1 0 0,89-51-1 0 0,-137 67-275 0 0,0 0-1 0 0,-1-1 1 0 0,-1 0-1 0 0,0-2 1 0 0,-2 0-1 0 0,29-36 1 0 0,-37 43-26 0 0,-1-1 0 0 0,0 0 0 0 0,0 0 0 0 0,0-1-1 0 0,-2 1 1 0 0,1-1 0 0 0,-1 0 0 0 0,-1-1 0 0 0,0 1 0 0 0,-1 0 0 0 0,0-1 0 0 0,0 0 0 0 0,-1 1 0 0 0,-1-1 0 0 0,-1-15 0 0 0,-1 19-36 0 0,0-1 0 0 0,-1 1 1 0 0,0-1-1 0 0,0 1 0 0 0,-1 0 0 0 0,0 1 0 0 0,0-1 0 0 0,-1 1 0 0 0,0-1 0 0 0,0 2 1 0 0,0-1-1 0 0,-1 0 0 0 0,0 1 0 0 0,-1 0 0 0 0,1 1 0 0 0,-1-1 0 0 0,-1 1 0 0 0,-11-7 0 0 0,-14-5-266 0 0,0 1-1 0 0,-1 1 0 0 0,-36-10 1 0 0,57 21 220 0 0,-51-16-54 0 0,-2 3 0 0 0,0 3 0 0 0,-1 3 0 0 0,0 2 0 0 0,-1 4 0 0 0,1 3 0 0 0,-1 2 0 0 0,1 4 0 0 0,-1 2 0 0 0,1 4 0 0 0,-113 30 0 0 0,81-13-423 0 0,-173 50-1595 0 0,211-56 1879 0 0,0 2-1 0 0,-76 43 1 0 0,130-63 280 0 0,0 1 0 0 0,0 1-1 0 0,1-1 1 0 0,0 1 0 0 0,0 0 0 0 0,0 0 0 0 0,0 1-1 0 0,1 0 1 0 0,0 0 0 0 0,-6 8 0 0 0,9-10 23 0 0,0 1 1 0 0,0 0 0 0 0,0 0 0 0 0,0 0 0 0 0,1 0 0 0 0,0 1 0 0 0,0-1-1 0 0,0 0 1 0 0,0 0 0 0 0,1 1 0 0 0,0-1 0 0 0,0 1 0 0 0,1-1-1 0 0,0 0 1 0 0,2 11 0 0 0,0-5 57 0 0,0 1 1 0 0,1-1-1 0 0,0 0 0 0 0,1 0 1 0 0,0 0-1 0 0,1-1 0 0 0,0 0 1 0 0,1 0-1 0 0,0 0 0 0 0,0-1 1 0 0,1 0-1 0 0,0 0 0 0 0,1-1 1 0 0,0 0-1 0 0,0-1 0 0 0,1 1 1 0 0,0-2-1 0 0,0 0 0 0 0,17 8 1 0 0,-5-5-97 0 0,-1-1 0 0 0,1-2 0 0 0,0 0 0 0 0,1-1 1 0 0,0-1-1 0 0,-1-1 0 0 0,1-2 0 0 0,0 0 0 0 0,30-3 0 0 0,21-4 339 0 0,-1-4-1 0 0,0-3 0 0 0,-1-4 1 0 0,-1-2-1 0 0,0-3 0 0 0,74-36 1 0 0,-94 36-585 0 0,78-23 0 0 0,-82 33-4183 0 0</inkml:trace>
</inkml:ink>
</file>

<file path=ppt/ink/ink1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2:17.795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15 284 7834 0 0,'-11'-8'1557'0'0,"10"8"-1459"0"0,1-1-1 0 0,0 0 0 0 0,-1 1 1 0 0,1-1-1 0 0,0 0 1 0 0,-1 0-1 0 0,1 1 0 0 0,0-1 1 0 0,0 0-1 0 0,0 0 0 0 0,0 0 1 0 0,0 0-1 0 0,-1 1 0 0 0,1-1 1 0 0,1 0-1 0 0,-1 0 1 0 0,0-1-1 0 0,0 0-239 0 0,1 0 187 0 0,-1 0-1 0 0,1 0 0 0 0,-1 0 0 0 0,1 1 0 0 0,0-1 0 0 0,0 0 1 0 0,0 1-1 0 0,0-1 0 0 0,0 1 0 0 0,0-1 0 0 0,0 1 0 0 0,1-1 1 0 0,-1 1-1 0 0,0 0 0 0 0,4-2 0 0 0,22-15 219 0 0,-27 17-259 0 0,39-18 313 0 0,1 2 0 0 0,1 1 0 0 0,67-16 1 0 0,-29 8 397 0 0,34-5 150 0 0,2 4 0 0 0,129-11 1 0 0,-214 31-1184 0 0,26-4-968 0 0,-53 9 1195 0 0,0 0 1 0 0,1 0-1 0 0,-1 0 1 0 0,1 0 0 0 0,-1 1-1 0 0,0-1 1 0 0,1 1-1 0 0,-1 0 1 0 0,0 0-1 0 0,1 0 1 0 0,-1 0 0 0 0,4 3-1 0 0</inkml:trace>
</inkml:ink>
</file>

<file path=ppt/ink/ink1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2:18.129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0 310 7834 0 0,'8'-7'159'0'0,"0"0"1"0"0,1 0 0 0 0,0 1 0 0 0,0 1-1 0 0,1-1 1 0 0,11-4 0 0 0,66-22 309 0 0,-46 18-213 0 0,117-41 1472 0 0,3 7 0 0 0,267-43 1 0 0,-398 87-1827 0 0,97-13 393 0 0,-42 16-5887 0 0</inkml:trace>
</inkml:ink>
</file>

<file path=ppt/ink/ink1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2:18.463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1 188 5529 0 0,'0'-1'92'0'0,"1"-1"0"0"0,0 1-1 0 0,0 0 1 0 0,0-1 0 0 0,-1 1-1 0 0,1 0 1 0 0,0 0-1 0 0,0 0 1 0 0,0 0 0 0 0,1 0-1 0 0,-1 0 1 0 0,0 0 0 0 0,0 0-1 0 0,1 0 1 0 0,-1 0 0 0 0,0 1-1 0 0,1-1 1 0 0,2 0 0 0 0,32-10 1896 0 0,-23 8-2034 0 0,114-30 2165 0 0,197-24 0 0 0,-145 29-1367 0 0,25-3-843 0 0,-160 28-2702 0 0,49 1 1 0 0</inkml:trace>
</inkml:ink>
</file>

<file path=ppt/ink/ink1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2:18.714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1 280 7370 0 0,'7'-5'109'0'0,"1"0"-1"0"0,-1 0 1 0 0,1 1 0 0 0,1 0 0 0 0,-1 1 0 0 0,0-1 0 0 0,1 2 0 0 0,0-1 0 0 0,12-1 0 0 0,10-4 285 0 0,858-191 6566 0 0,-767 175-7999 0 0,-70 14-4229 0 0</inkml:trace>
</inkml:ink>
</file>

<file path=ppt/ink/ink1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2:19.382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12 144 7658 0 0,'-12'-12'483'0'0,"16"2"206"0"0,28-4 571 0 0,34-2 434 0 0,1 3-1 0 0,105-7 1 0 0,-49 7-927 0 0,-55 4-427 0 0,210-22 656 0 0,-199 25-1484 0 0,122 8 0 0 0,-193-1 84 0 0,1-1 0 0 0,0 1 0 0 0,-1 0 0 0 0,1 1 0 0 0,-1 0 0 0 0,1 0 0 0 0,-1 1-1 0 0,0 0 1 0 0,12 6 0 0 0,-10 0-803 0 0</inkml:trace>
</inkml:ink>
</file>

<file path=ppt/ink/ink1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2:19.666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1 254 9218 0 0,'4'-4'130'0'0,"1"0"0"0"0,0 1 0 0 0,0 0 0 0 0,0 0 0 0 0,0 0 0 0 0,0 0 0 0 0,1 1 0 0 0,8-3 0 0 0,52-11 455 0 0,-27 7-108 0 0,234-56 2856 0 0,541-55 0 0 0,-761 114-3663 0 0,-28 3-344 0 0,1 0 0 0 0,0 2-1 0 0,0 0 1 0 0,-1 2 0 0 0,51 8-1 0 0</inkml:trace>
</inkml:ink>
</file>

<file path=ppt/ink/ink1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2:19.921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1 205 7370 0 0,'153'-22'4219'0'0,"562"-88"3161"0"0,-607 91-7158 0 0,222-30-1745 0 0,-284 44-4847 0 0</inkml:trace>
</inkml:ink>
</file>

<file path=ppt/ink/ink1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2:22.081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606 281 12443 0 0,'4'-2'144'0'0,"0"-1"1"0"0,0 1 0 0 0,0 1 0 0 0,0-1 0 0 0,0 0-1 0 0,0 1 1 0 0,1 0 0 0 0,-1 0 0 0 0,1 0 0 0 0,4 0-1 0 0,10-2-39 0 0,660-129 2858 0 0,-619 121-3018 0 0,159-23 241 0 0,277-8 0 0 0,549 16 1508 0 0,-558 15-1431 0 0,-427 10-268 0 0,241-3 129 0 0,-4 25-168 0 0,-157 5 77 0 0,-120-22-69 0 0,-1 2 0 0 0,-1 1-1 0 0,1 0 1 0 0,-1 1 0 0 0,19 12 0 0 0,-33-18-31 0 0,-1 0-1 0 0,1 0 1 0 0,-1 1-1 0 0,0 0 1 0 0,0 0-1 0 0,0-1 1 0 0,0 2 0 0 0,0-1-1 0 0,-1 0 1 0 0,1 0-1 0 0,-1 1 1 0 0,0 0-1 0 0,0-1 1 0 0,2 7-1 0 0,-3-7 19 0 0,-1-1-1 0 0,0 0 0 0 0,0 0 0 0 0,0 1 0 0 0,0-1 0 0 0,0 0 0 0 0,0 1 0 0 0,0-1 0 0 0,-1 0 1 0 0,0 0-1 0 0,1 0 0 0 0,-1 1 0 0 0,0-1 0 0 0,0 0 0 0 0,0 0 0 0 0,0 0 0 0 0,0 0 0 0 0,0 0 1 0 0,-1 0-1 0 0,1-1 0 0 0,-1 1 0 0 0,1 0 0 0 0,-1-1 0 0 0,0 1 0 0 0,0-1 0 0 0,0 0 1 0 0,-3 3-1 0 0,-20 12-126 0 0,-1-1 0 0 0,-1-1 0 0 0,-40 15 0 0 0,-91 24-255 0 0,138-47 324 0 0,-124 33-989 0 0,-162 24 0 0 0,-155 0-573 0 0,86-14 1445 0 0,83-5 209 0 0,-997 122-3977 0 0,742-137 4197 0 0,74-20 1244 0 0,383-9-786 0 0,40 1-175 0 0,-77-3 587 0 0,109 1-603 0 0,-1-1 0 0 0,1-1-1 0 0,0-1 1 0 0,-29-9-1 0 0,47 13-425 0 0,0 0-1 0 0,-1 0 1 0 0,1 0-1 0 0,-1 0 1 0 0,1 0-1 0 0,-1 0 1 0 0,1 0-1 0 0,-1-1 1 0 0,1 1-1 0 0,0 0 1 0 0,-1 0-1 0 0,1 0 1 0 0,-1 0-1 0 0,1-1 1 0 0,0 1-1 0 0,-1 0 1 0 0,1-1-1 0 0,-1 1 1 0 0,1 0-1 0 0,0 0 1 0 0,0-1-1 0 0,-1 1 1 0 0,1-1-1 0 0,0 1 1 0 0,-1 0-1 0 0,1-1 1 0 0,0 1-1 0 0,0-1 1 0 0,0 1-1 0 0,0 0 1 0 0,-1-1-1 0 0,1 1 1 0 0,0-1-1 0 0,0 1 1 0 0,0-1-1 0 0,0 1 1 0 0,0-1-1 0 0,17-9 462 0 0,29-2-793 0 0,79-4-339 0 0,130-2 0 0 0,-175 14 721 0 0,1970-141 2808 0 0,-512 47-975 0 0,-1474 96-2027 0 0,0-2-815 0 0,0 3 0 0 0,112 14 1 0 0,-173-13 811 0 0,-1 1-1 0 0,1-1 1 0 0,-1 1-1 0 0,0-1 1 0 0,1 1 0 0 0,-1 0-1 0 0,0 0 1 0 0,1 0 0 0 0,1 2-1 0 0,-4 3-676 0 0,-15 0 248 0 0,-29 2 143 0 0,0-1 0 0 0,0-3 0 0 0,-48-1 0 0 0,-135-14-461 0 0,218 11 788 0 0,-395-40-756 0 0,-23-2 1230 0 0,-23 21-2048 0 0,-120-9-1164 0 0,47-26 3226 0 0,368 38 459 0 0,-233-20 1351 0 0,382 38-2115 0 0,0-1-1 0 0,0 1 1 0 0,-1 0-1 0 0,1 1 1 0 0,0-1 0 0 0,0 1-1 0 0,0 0 1 0 0,0 1-1 0 0,-7 2 1 0 0,12-4-62 0 0,0 1 1 0 0,-1 0 0 0 0,1 0-1 0 0,0 0 1 0 0,0-1 0 0 0,0 1 0 0 0,0 0-1 0 0,0 1 1 0 0,0-1 0 0 0,0 0-1 0 0,0 0 1 0 0,0 0 0 0 0,0 0-1 0 0,0 1 1 0 0,1-1 0 0 0,-2 3 0 0 0,1-1-87 0 0,1-1 1 0 0,0 1-1 0 0,-1 0 1 0 0,1-1-1 0 0,0 1 1 0 0,0 0-1 0 0,1-1 1 0 0,-1 1-1 0 0,0 0 1 0 0,1-1 0 0 0,0 1-1 0 0,0 3 1 0 0,5 7-162 0 0,0 1 1 0 0,0-1-1 0 0,2 0 1 0 0,-1 0-1 0 0,2-1 1 0 0,-1 0 0 0 0,2 0-1 0 0,0-1 1 0 0,0 0-1 0 0,1-1 1 0 0,0-1-1 0 0,23 17 1 0 0,14 4 322 0 0,1-2 0 0 0,53 23-1 0 0,-66-34-138 0 0,63 27 518 0 0,2-4 1 0 0,1-5-1 0 0,2-4 1 0 0,1-5-1 0 0,164 20 1 0 0,-61-26 726 0 0,357-12-1 0 0,209-64 2051 0 0,-399 25-2706 0 0,62-14-675 0 0,-304 24 24 0 0,163-48 0 0 0,-255 57-851 0 0,-89 12-1386 0 0,-488 51 3763 0 0,235-19-748 0 0,135-17-402 0 0,-1240 146 852 0 0,739-65-1145 0 0,-4-33-914 0 0,643-62 541 0 0,-57 6-1072 0 0,80-6 1350 0 0,-1 0-1 0 0,1 0 1 0 0,-1 0 0 0 0,1 1-1 0 0,-1 0 1 0 0,1 0-1 0 0,0 1 1 0 0,0-1 0 0 0,0 1-1 0 0,0 0 1 0 0,-7 7 0 0 0</inkml:trace>
</inkml:ink>
</file>

<file path=ppt/ink/ink1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2:39.7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35 88 8290 0 0,'-3'-1'256'0'0,"1"-1"1"0"0,-1 0-1 0 0,0-1 1 0 0,1 1 0 0 0,-1 0-1 0 0,1-1 1 0 0,-4-4-1 0 0,-5-12 4771 0 0,42 28-3584 0 0,-22-4-1439 0 0,-1 0 1 0 0,0 0 0 0 0,-1 1 0 0 0,1 0-1 0 0,-1 0 1 0 0,0 1 0 0 0,-1 0 0 0 0,0 0-1 0 0,8 12 1 0 0,7 12 105 0 0,16 34 0 0 0,-29-51-73 0 0,53 107 496 0 0,41 68-207 0 0,-86-164-242 0 0,0-1-1 0 0,2-1 1 0 0,1 0-1 0 0,0-2 0 0 0,30 26 1 0 0,-45-43 1 0 0,34 25 360 0 0,-35-27-341 0 0,0 0 0 0 0,0 0 0 0 0,1 0 0 0 0,-1-1-1 0 0,0 1 1 0 0,0-1 0 0 0,1 0 0 0 0,-1 0 0 0 0,1 0-1 0 0,4 1 1 0 0,-7-3-54 0 0,0 1-1 0 0,1 0 0 0 0,-1 0 1 0 0,0-1-1 0 0,0 1 0 0 0,0-1 1 0 0,0 1-1 0 0,0-1 0 0 0,0 0 1 0 0,0 1-1 0 0,0-1 1 0 0,0 0-1 0 0,-1 0 0 0 0,1 1 1 0 0,0-1-1 0 0,0 0 0 0 0,-1 0 1 0 0,1 0-1 0 0,0 0 0 0 0,-1 0 1 0 0,1 0-1 0 0,-1 0 0 0 0,1 0 1 0 0,-1 0-1 0 0,0 0 1 0 0,1 0-1 0 0,-1 0 0 0 0,0-2 1 0 0,6-37 485 0 0,-5 33-437 0 0,6-202 823 0 0,-8 143-861 0 0,3-1-1 0 0,3 1 1 0 0,18-86 0 0 0,-18 130-87 0 0,-4 12-3 0 0,1 0 0 0 0,0 0 0 0 0,1 1 0 0 0,0-1 0 0 0,0 1 0 0 0,1 0 0 0 0,0 0 0 0 0,1 0 0 0 0,8-13 0 0 0,-12 22-1 0 0,-1 0 1 0 0,0 0-1 0 0,1 0 0 0 0,-1-1 0 0 0,0 1 0 0 0,1 0 0 0 0,-1 0 0 0 0,0 0 1 0 0,1 0-1 0 0,-1 0 0 0 0,0-1 0 0 0,1 1 0 0 0,-1 0 0 0 0,0 0 0 0 0,1 0 0 0 0,-1 0 1 0 0,0 0-1 0 0,1 0 0 0 0,-1 0 0 0 0,1 0 0 0 0,-1 0 0 0 0,0 0 0 0 0,1 1 1 0 0,-1-1-1 0 0,0 0 0 0 0,1 0 0 0 0,-1 0 0 0 0,0 0 0 0 0,1 1 0 0 0,-1-1 1 0 0,0 0-1 0 0,1 0 0 0 0,-1 0 0 0 0,0 1 0 0 0,0-1 0 0 0,1 0 0 0 0,-1 1 1 0 0,1-1-1 0 0,8 14-3065 0 0</inkml:trace>
</inkml:ink>
</file>

<file path=ppt/ink/ink1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2:40.2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27 284 6913 0 0,'-1'0'1'0'0,"0"0"-1"0"0,0 1 0 0 0,0-1 1 0 0,0 0-1 0 0,0-1 0 0 0,0 1 1 0 0,0 0-1 0 0,0 0 0 0 0,0 0 1 0 0,0-1-1 0 0,0 1 0 0 0,0 0 1 0 0,0-1-1 0 0,0 1 0 0 0,0-1 1 0 0,1 1-1 0 0,-1-1 0 0 0,0 1 1 0 0,0-1-1 0 0,0 0 0 0 0,1 0 1 0 0,-1 1-1 0 0,0-1 0 0 0,1 0 1 0 0,-1 0-1 0 0,0 0 0 0 0,1 1 1 0 0,-1-3-1 0 0,0 1-33 0 0,1 0 1 0 0,0-1-1 0 0,-1 1 1 0 0,1-1-1 0 0,0 1 1 0 0,1 0-1 0 0,-1-1 1 0 0,0 1-1 0 0,1 0 1 0 0,-1 0-1 0 0,1-1 1 0 0,0-2-1 0 0,3-4 21 0 0,0-1 1 0 0,1 1-1 0 0,0 0 0 0 0,0 0 0 0 0,8-9 0 0 0,15-15 1380 0 0,35-34 0 0 0,-53 58-838 0 0,0 0 1 0 0,0 1-1 0 0,1 0 1 0 0,0 1-1 0 0,0 0 1 0 0,1 0-1 0 0,0 2 1 0 0,15-6-1 0 0,-27 10-503 0 0,1 1 0 0 0,0 0 1 0 0,-1 0-1 0 0,1 0 0 0 0,0-1 0 0 0,0 1 0 0 0,-1 0 0 0 0,1 0 1 0 0,0 0-1 0 0,-1 0 0 0 0,1 0 0 0 0,0 1 0 0 0,0-1 1 0 0,-1 0-1 0 0,1 0 0 0 0,0 0 0 0 0,-1 1 0 0 0,1-1 1 0 0,0 0-1 0 0,-1 0 0 0 0,1 1 0 0 0,-1-1 0 0 0,1 1 1 0 0,0-1-1 0 0,-1 1 0 0 0,1-1 0 0 0,0 2 0 0 0,7 20 522 0 0,-10 28 565 0 0,-8 14-273 0 0,-6 51 22 0 0,15-100-671 0 0,0-1 1 0 0,2 1-1 0 0,-1-1 0 0 0,2 0 0 0 0,5 26 0 0 0,-6-37-157 0 0,0-1 0 0 0,0 1 0 0 0,0-1 1 0 0,0 1-1 0 0,0-1 0 0 0,0 1 0 0 0,1-1 0 0 0,-1 0 0 0 0,1 0 0 0 0,0 0 0 0 0,-1 0 1 0 0,1 0-1 0 0,0 0 0 0 0,0 0 0 0 0,1-1 0 0 0,-1 1 0 0 0,0 0 0 0 0,5 1 0 0 0,-3-1 86 0 0,1-1 1 0 0,0 1-1 0 0,0-1 0 0 0,-1 0 0 0 0,1-1 0 0 0,0 1 0 0 0,0-1 0 0 0,0 0 0 0 0,8-1 0 0 0,6-2 52 0 0,-1 0 1 0 0,0-2-1 0 0,-1 0 0 0 0,25-11 1 0 0,-6 0-329 0 0,-26 10-291 0 0,0 1 0 0 0,1 1 0 0 0,-1 0 0 0 0,1 0 0 0 0,17-3-1 0 0</inkml:trace>
</inkml:ink>
</file>

<file path=ppt/ink/ink1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2:40.57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49 46 3569 0 0,'-13'1'306'0'0,"-9"2"-231"0"0,9 0 4522 0 0,52-18 1159 0 0,-16 6-4514 0 0,0 1 1 0 0,39-9-1 0 0,-57 16-1440 0 0,1 0 0 0 0,0 1 0 0 0,0-1 0 0 0,0 1 0 0 0,-1 0 0 0 0,1 0 1 0 0,0 1-1 0 0,0 0 0 0 0,-1 0 0 0 0,1 0 0 0 0,0 1 0 0 0,-1-1 0 0 0,1 1 0 0 0,-1 1 1 0 0,0-1-1 0 0,7 5 0 0 0</inkml:trace>
</inkml:ink>
</file>

<file path=ppt/ink/ink1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2:40.7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0 179 1376 0 0,'0'1'107'0'0,"3"-1"503"0"0,-1 0-1 0 0,0-1 1 0 0,0 0 0 0 0,1 1 0 0 0,-1-1-1 0 0,0 0 1 0 0,0 0 0 0 0,0 0-1 0 0,2-2 1 0 0,-2 2-36 0 0,34-19 4683 0 0,63-47 1 0 0,-47 29-5862 0 0,1 4-4145 0 0,-36 24-973 0 0</inkml:trace>
</inkml:ink>
</file>

<file path=ppt/ink/ink1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2:41.6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23 437 9218 0 0,'-4'-7'643'0'0,"1"-1"0"0"0,0 1 0 0 0,0-1 0 0 0,1 0 0 0 0,0 0 0 0 0,0-1 0 0 0,1 1 0 0 0,0 0 0 0 0,0 0 0 0 0,1-1 0 0 0,0 1 0 0 0,3-17 0 0 0,-3 24-588 0 0,0-1 1 0 0,0 1-1 0 0,1-1 0 0 0,-1 1 0 0 0,0 0 0 0 0,1-1 1 0 0,-1 1-1 0 0,1 0 0 0 0,0 0 0 0 0,0-1 0 0 0,-1 1 1 0 0,1 0-1 0 0,0 0 0 0 0,0 0 0 0 0,0 0 0 0 0,0 0 1 0 0,0 0-1 0 0,0 0 0 0 0,0 0 0 0 0,1 0 0 0 0,-1 1 1 0 0,0-1-1 0 0,0 0 0 0 0,1 1 0 0 0,-1-1 1 0 0,0 1-1 0 0,1-1 0 0 0,-1 1 0 0 0,0 0 0 0 0,1-1 1 0 0,-1 1-1 0 0,1 0 0 0 0,-1 0 0 0 0,1 0 0 0 0,-1 0 1 0 0,0 0-1 0 0,1 1 0 0 0,-1-1 0 0 0,1 0 0 0 0,-1 1 1 0 0,0-1-1 0 0,1 1 0 0 0,1 0 0 0 0,2 2 0 0 0,1-1-1 0 0,0 1 1 0 0,-1 1 0 0 0,0-1-1 0 0,0 1 1 0 0,0 0 0 0 0,0 0-1 0 0,6 8 1 0 0,83 114-76 0 0,7 9-20 0 0,-62-89 37 0 0,46 49 35 0 0,-84-95-9 0 0,-1 0 0 0 0,0 0 0 0 0,0 1 0 0 0,0-1 0 0 0,0 0 0 0 0,0 0 0 0 0,0 0 0 0 0,0 0 0 0 0,1 0 0 0 0,-1 0 0 0 0,0 0 0 0 0,0 0 0 0 0,0 0 0 0 0,0 0 0 0 0,0 1 0 0 0,1-1 0 0 0,-1 0 0 0 0,0 0 0 0 0,0 0 0 0 0,0 0-1 0 0,0 0 1 0 0,1 0 0 0 0,-1 0 0 0 0,0 0 0 0 0,0 0 0 0 0,0 0 0 0 0,0 0 0 0 0,1-1 0 0 0,-1 1 0 0 0,0 0 0 0 0,0 0 0 0 0,0 0 0 0 0,0 0 0 0 0,0 0 0 0 0,1 0 0 0 0,-1 0 0 0 0,0 0 0 0 0,0 0 0 0 0,0 0 0 0 0,0-1 0 0 0,0 1 0 0 0,0 0 0 0 0,0 0 0 0 0,1 0 0 0 0,-1 0 0 0 0,0 0 0 0 0,0 0 0 0 0,0-1 0 0 0,0 1 0 0 0,0 0 0 0 0,0 0 0 0 0,0 0 0 0 0,0 0 0 0 0,0-1 0 0 0,4-14 537 0 0,-3-19-235 0 0,-5-108 135 0 0,4-102-428 0 0,3 211-31 0 0,-2 0 0 0 0,2 0 0 0 0,2 0 0 0 0,0 1 0 0 0,19-59 0 0 0,-22 88 1 0 0,-1-1-1 0 0,1 1 1 0 0,0 0 0 0 0,0 0-1 0 0,0-1 1 0 0,0 1 0 0 0,0 0-1 0 0,4-2 1 0 0,-6 4-81 0 0,1 0 0 0 0,0 1-1 0 0,0-1 1 0 0,0 1 0 0 0,-1-1 0 0 0,1 1 0 0 0,0-1-1 0 0,0 1 1 0 0,0-1 0 0 0,0 1 0 0 0,0 0 0 0 0,0 0 0 0 0,0-1-1 0 0,0 1 1 0 0,0 0 0 0 0,0 0 0 0 0,0 0 0 0 0,0 0-1 0 0,0 0 1 0 0,0 0 0 0 0,0 0 0 0 0,0 0 0 0 0,0 1-1 0 0,0-1 1 0 0,0 0 0 0 0,0 1 0 0 0,-1-1 0 0 0,1 0 0 0 0,0 1-1 0 0,0-1 1 0 0,0 1 0 0 0,0-1 0 0 0,0 1 0 0 0,-1 0-1 0 0,2 0 1 0 0</inkml:trace>
</inkml:ink>
</file>

<file path=ppt/ink/ink1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2:42.1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195 6 6449 0 0,'0'-1'-34'0'0,"-22"-4"9454"0"0,15 19-10046 0 0,-4 5 993 0 0,-45 89 942 0 0,50-95-1127 0 0,1 0 1 0 0,0 1-1 0 0,1 0 0 0 0,0 0 1 0 0,2 0-1 0 0,-3 17 0 0 0,5-28-171 0 0,0 0 0 0 0,0-1 1 0 0,0 1-1 0 0,1 0 0 0 0,-1 0 0 0 0,1-1 0 0 0,-1 1 0 0 0,1-1 0 0 0,0 1 0 0 0,0-1 0 0 0,0 1 1 0 0,0-1-1 0 0,1 1 0 0 0,-1-1 0 0 0,0 0 0 0 0,1 0 0 0 0,0 0 0 0 0,0 0 0 0 0,-1 0 0 0 0,1 0 1 0 0,0 0-1 0 0,0 0 0 0 0,1-1 0 0 0,-1 1 0 0 0,0-1 0 0 0,1 0 0 0 0,-1 1 0 0 0,4 0 0 0 0,7 3-91 0 0,1-1 0 0 0,0-1 1 0 0,0 0-1 0 0,21 1 0 0 0,-23-2-41 0 0,0-1 0 0 0,0 2 1 0 0,15 4-1 0 0,-24-6 81 0 0,1 0-1 0 0,0 1 0 0 0,-1 0 1 0 0,0-1-1 0 0,1 1 1 0 0,-1 1-1 0 0,0-1 0 0 0,0 0 1 0 0,0 1-1 0 0,0 0 1 0 0,0-1-1 0 0,-1 1 0 0 0,1 0 1 0 0,-1 1-1 0 0,0-1 1 0 0,0 0-1 0 0,0 0 0 0 0,0 1 1 0 0,-1 0-1 0 0,1-1 1 0 0,-1 1-1 0 0,0 0 0 0 0,0-1 1 0 0,0 1-1 0 0,-1 0 1 0 0,1 4-1 0 0,-1-2 53 0 0,-1 0 0 0 0,0 0 0 0 0,0 0-1 0 0,0 0 1 0 0,0 0 0 0 0,-1 0 0 0 0,0-1 0 0 0,-1 1 0 0 0,1-1-1 0 0,-1 1 1 0 0,0-1 0 0 0,0 0 0 0 0,-1 0 0 0 0,1 0 0 0 0,-1-1-1 0 0,-6 6 1 0 0,-4 4 455 0 0,0-1-1 0 0,-2 0 1 0 0,1-2-1 0 0,-2 1 0 0 0,-30 14 1 0 0,41-22-401 0 0,0-1 1 0 0,0-1-1 0 0,-1 1 0 0 0,1-1 1 0 0,-1 0-1 0 0,1-1 0 0 0,-1 0 1 0 0,0 0-1 0 0,1 0 0 0 0,-1-1 1 0 0,0 0-1 0 0,0 0 0 0 0,1 0 1 0 0,-1-1-1 0 0,0 0 0 0 0,1-1 0 0 0,-1 1 1 0 0,1-1-1 0 0,-1 0 0 0 0,-7-4 1 0 0,1-6-950 0 0</inkml:trace>
</inkml:ink>
</file>

<file path=ppt/ink/ink1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2:43.2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156 677 2304 0 0,'-26'5'2817'0'0,"-1"-1"0"0"0,0-1-1 0 0,-38-1 1 0 0,65-2-2714 0 0,-1 0 1 0 0,1 0 0 0 0,0 1-1 0 0,-1-1 1 0 0,1 0-1 0 0,0 0 1 0 0,-1 0-1 0 0,1 0 1 0 0,0 0-1 0 0,-1 0 1 0 0,1 0-1 0 0,0 0 1 0 0,-1 0 0 0 0,1 0-1 0 0,0-1 1 0 0,-1 1-1 0 0,1 0 1 0 0,0 0-1 0 0,0 0 1 0 0,-1 0-1 0 0,1 0 1 0 0,0-1-1 0 0,-1 1 1 0 0,1 0 0 0 0,0 0-1 0 0,0 0 1 0 0,-1-1-1 0 0,1 1 1 0 0,0 0-1 0 0,0 0 1 0 0,0-1-1 0 0,-1 1 1 0 0,1 0-1 0 0,0-1 1 0 0,14-10 1942 0 0,-1 5-2017 0 0,1 1-1 0 0,0 1 0 0 0,-1 0 0 0 0,2 0 0 0 0,23-2 1 0 0,83-1-148 0 0,-48 4 26 0 0,738-73 18 0 0,-742 67 75 0 0,413-64 0 0 0,-184 26 0 0 0,-51 10 0 0 0,220-27 0 0 0,-248 38 0 0 0,-81 8 9 0 0,456-65 99 0 0,-413 51-107 0 0,769-108 689 0 0,-889 134-539 0 0,209-17 140 0 0,-189 20-294 0 0,107 10 0 0 0,-183-7-378 0 0,44 8 1240 0 0,-27 2-1952 0 0,-21-9 784 0 0,-1-1 1 0 0,1 1-1 0 0,0 0 0 0 0,0 0 1 0 0,-1-1-1 0 0,1 1 1 0 0,0 0-1 0 0,-1 0 1 0 0,1 0-1 0 0,-1 0 1 0 0,1 0-1 0 0,-1 0 0 0 0,1 0 1 0 0,-1 0-1 0 0,0 0 1 0 0,1 2-1 0 0</inkml:trace>
</inkml:ink>
</file>

<file path=ppt/ink/ink1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2:54.2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6 122 6913 0 0,'-1'-7'820'0'0,"-1"-1"-1"0"0,1 0 0 0 0,0 1 0 0 0,1-1 0 0 0,-1 0 0 0 0,2 1 0 0 0,-1-1 0 0 0,1 0 1 0 0,0 1-1 0 0,1-1 0 0 0,0 1 0 0 0,0-1 0 0 0,5-12 0 0 0,-6 20-790 0 0,-1 0 0 0 0,0 0 1 0 0,1-1-1 0 0,-1 1 0 0 0,0 0 0 0 0,1 0 0 0 0,-1 0 0 0 0,0-1 0 0 0,1 1 0 0 0,-1 0 1 0 0,1 0-1 0 0,-1 0 0 0 0,0 0 0 0 0,1 0 0 0 0,-1 0 0 0 0,1 0 0 0 0,-1 0 0 0 0,0 0 0 0 0,1 0 1 0 0,-1 0-1 0 0,1 0 0 0 0,-1 0 0 0 0,0 0 0 0 0,1 0 0 0 0,-1 1 0 0 0,1-1 0 0 0,-1 0 1 0 0,0 0-1 0 0,1 0 0 0 0,-1 1 0 0 0,0-1 0 0 0,1 0 0 0 0,-1 0 0 0 0,0 1 0 0 0,1-1 0 0 0,-1 0 1 0 0,0 0-1 0 0,0 1 0 0 0,1-1 0 0 0,-1 0 0 0 0,0 1 0 0 0,0-1 0 0 0,0 1 0 0 0,1-1 0 0 0,-1 0 1 0 0,0 1-1 0 0,0 0 0 0 0,11 18 300 0 0,5 25 109 0 0,-2 0-1 0 0,15 77 1 0 0,-17-66-356 0 0,92 327-4 0 0,-56-245-7267 0 0</inkml:trace>
</inkml:ink>
</file>

<file path=ppt/ink/ink1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2:54.7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105 227 3945 0 0,'-8'-7'760'0'0,"0"-1"-1"0"0,1 0 1 0 0,0 0 0 0 0,1 0 0 0 0,0-1-1 0 0,-7-14 1 0 0,11 20-546 0 0,1-1 0 0 0,0 1 1 0 0,0 0-1 0 0,0 0 0 0 0,1-1 0 0 0,-1 1 0 0 0,1-1 1 0 0,0 1-1 0 0,0 0 0 0 0,0-1 0 0 0,0 1 0 0 0,1-1 1 0 0,-1 1-1 0 0,1 0 0 0 0,0-1 0 0 0,0 1 0 0 0,0 0 0 0 0,0 0 1 0 0,1-1-1 0 0,-1 1 0 0 0,1 0 0 0 0,0 1 0 0 0,0-1 1 0 0,3-3-1 0 0,1-1-108 0 0,1 0 1 0 0,0 1-1 0 0,0 0 1 0 0,1 0-1 0 0,0 1 1 0 0,0 0-1 0 0,0 0 1 0 0,1 1-1 0 0,-1 0 1 0 0,1 1-1 0 0,0 0 1 0 0,0 0-1 0 0,0 1 1 0 0,1 0 0 0 0,-1 0-1 0 0,1 1 1 0 0,-1 0-1 0 0,0 1 1 0 0,1 0-1 0 0,-1 1 1 0 0,1 0-1 0 0,17 4 1 0 0,-24-4-108 0 0,-1-1 0 0 0,1 1 0 0 0,-1 0 0 0 0,1 1 0 0 0,-1-1 0 0 0,0 0 0 0 0,0 1 0 0 0,1-1 0 0 0,-1 1 0 0 0,0 0 0 0 0,0-1 0 0 0,-1 1-1 0 0,1 0 1 0 0,0 0 0 0 0,-1 0 0 0 0,1 1 0 0 0,-1-1 0 0 0,0 0 0 0 0,1 1 0 0 0,0 3 0 0 0,-1-2-3 0 0,0 1 0 0 0,0-1 0 0 0,-1 1-1 0 0,1 0 1 0 0,-1-1 0 0 0,-1 1 0 0 0,1 0-1 0 0,0-1 1 0 0,-1 1 0 0 0,-2 8 0 0 0,-2 2-8 0 0,-1-1 1 0 0,0 0 0 0 0,-1 0-1 0 0,0 0 1 0 0,-18 25 0 0 0,-7-2 118 0 0,-63 61 0 0 0,61-67 3 0 0,2 1 0 0 0,-36 49 0 0 0,68-80-93 0 0,-1-1 1 0 0,1 0 0 0 0,0 0 0 0 0,0 0-1 0 0,0 0 1 0 0,0 0 0 0 0,0 1-1 0 0,0-1 1 0 0,0 0 0 0 0,0 0 0 0 0,0 0-1 0 0,0 0 1 0 0,0 1 0 0 0,0-1-1 0 0,0 0 1 0 0,0 0 0 0 0,0 0 0 0 0,0 0-1 0 0,0 1 1 0 0,0-1 0 0 0,0 0-1 0 0,0 0 1 0 0,0 0 0 0 0,0 0 0 0 0,0 0-1 0 0,0 1 1 0 0,0-1 0 0 0,0 0-1 0 0,1 0 1 0 0,-1 0 0 0 0,0 0 0 0 0,0 0-1 0 0,0 0 1 0 0,0 1 0 0 0,0-1-1 0 0,0 0 1 0 0,0 0 0 0 0,1 0 0 0 0,-1 0-1 0 0,0 0 1 0 0,0 0 0 0 0,0 0-1 0 0,0 0 1 0 0,0 0 0 0 0,1 0 0 0 0,-1 0-1 0 0,0 1 1 0 0,0-1 0 0 0,0 0-1 0 0,0 0 1 0 0,1 0 0 0 0,15 1 264 0 0,17-3-240 0 0,69-9 97 0 0,-1 4 1 0 0,109 7-1 0 0,-141 1-743 0 0,-48-1 25 0 0</inkml:trace>
</inkml:ink>
</file>

<file path=ppt/ink/ink1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2:55.1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49 172 4609 0 0,'-2'-1'226'0'0,"-1"0"0"0"0,0 0 0 0 0,0 0 0 0 0,1 0 0 0 0,-1-1 0 0 0,1 1 0 0 0,-1-1 0 0 0,1 0 0 0 0,0 0 0 0 0,-1 0 1 0 0,1 0-1 0 0,0 0 0 0 0,1 0 0 0 0,-1-1 0 0 0,0 1 0 0 0,0-1 0 0 0,1 1 0 0 0,0-1 0 0 0,-1 1 0 0 0,1-1 0 0 0,0 0 0 0 0,0 0 0 0 0,0 0 0 0 0,1 1 0 0 0,-1-1 0 0 0,1 0 0 0 0,0 0 0 0 0,0 0 0 0 0,0 0 0 0 0,0 0 0 0 0,0 0 1 0 0,0 0-1 0 0,1 0 0 0 0,-1 0 0 0 0,1 1 0 0 0,0-1 0 0 0,0 0 0 0 0,0 0 0 0 0,2-2 0 0 0,-1 0-47 0 0,1 0 0 0 0,0 0 0 0 0,1 0 0 0 0,-1 1 0 0 0,1-1-1 0 0,-1 1 1 0 0,1 0 0 0 0,1 0 0 0 0,-1 0 0 0 0,0 1 0 0 0,1-1 0 0 0,0 1 0 0 0,0 0 0 0 0,0 0 0 0 0,0 1 0 0 0,0 0 0 0 0,9-3 0 0 0,-11 4-94 0 0,0 0 0 0 0,0 0-1 0 0,1 1 1 0 0,-1-1 0 0 0,1 1 0 0 0,-1-1 0 0 0,0 1 0 0 0,1 0 0 0 0,-1 0 0 0 0,1 1 0 0 0,-1-1 0 0 0,0 1 0 0 0,1 0 0 0 0,-1 0 0 0 0,0 0 0 0 0,0 0 0 0 0,0 0 0 0 0,1 1 0 0 0,-1-1 0 0 0,-1 1 0 0 0,1 0 0 0 0,0 0-1 0 0,0 0 1 0 0,-1 0 0 0 0,1 0 0 0 0,-1 1 0 0 0,1-1 0 0 0,-1 1 0 0 0,3 5 0 0 0,0 2-98 0 0,0 0-1 0 0,-1 0 1 0 0,-1 1-1 0 0,0-1 1 0 0,0 1-1 0 0,-1-1 1 0 0,0 1-1 0 0,-1 0 1 0 0,0 16-1 0 0,-1 14-87 0 0,-8 46 0 0 0,6-61 78 0 0,-5 22-65 0 0,4-34 55 0 0,1 0 0 0 0,0 0 0 0 0,1 1 0 0 0,0-1-1 0 0,1 0 1 0 0,4 23 0 0 0,-4-36 38 0 0,0 0 0 0 0,0 0 0 0 0,1 0 0 0 0,-1 0-1 0 0,0 0 1 0 0,1 0 0 0 0,-1 0 0 0 0,1 0 0 0 0,-1 0 0 0 0,1 0 0 0 0,-1 0 0 0 0,1 0 0 0 0,0 0 0 0 0,0 0-1 0 0,-1 0 1 0 0,1-1 0 0 0,0 1 0 0 0,0 0 0 0 0,0-1 0 0 0,0 1 0 0 0,0 0 0 0 0,0-1 0 0 0,0 1-1 0 0,0-1 1 0 0,1 1 0 0 0,0-1 19 0 0,1 0 0 0 0,-1 0-1 0 0,0 0 1 0 0,0 0 0 0 0,1 0 0 0 0,-1 0-1 0 0,0-1 1 0 0,0 1 0 0 0,0-1-1 0 0,0 0 1 0 0,0 0 0 0 0,3-1 0 0 0,7-4 155 0 0,1-2 1 0 0,-2 0-1 0 0,16-12 1 0 0,-19 14-75 0 0,35-26-144 0 0,1 2 1 0 0,1 2-1 0 0,2 2 0 0 0,1 2 1 0 0,54-18-1 0 0,-72 31-1116 0 0</inkml:trace>
</inkml:ink>
</file>

<file path=ppt/ink/ink1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2:55.6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11979 0 0,'3'3'4578'0'0,"7"7"-1391"0"0,18 26-2739 0 0,-6 8-110 0 0,-1 2-1 0 0,-2 0 1 0 0,-3 1-1 0 0,-1 0 1 0 0,9 60-1 0 0,-9-16-960 0 0,5 174 0 0 0,-21-189-1667 0 0,-5-26-2007 0 0</inkml:trace>
</inkml:ink>
</file>

<file path=ppt/ink/ink1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2:56.0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4 307 3225 0 0,'-1'-7'255'0'0,"0"0"0"0"0,0 0 1 0 0,1-1-1 0 0,-1 1 1 0 0,2 0-1 0 0,-1 0 0 0 0,1 0 1 0 0,0 0-1 0 0,0 0 0 0 0,1 0 1 0 0,4-10-1 0 0,-2 6 228 0 0,1 1-1 0 0,1-1 1 0 0,0 1-1 0 0,0 0 1 0 0,1 0-1 0 0,12-13 1 0 0,-6 10 92 0 0,0 0 0 0 0,1 1 0 0 0,0 1 0 0 0,1 0 0 0 0,0 1 0 0 0,0 1 0 0 0,1 0 0 0 0,34-13 0 0 0,-39 18-386 0 0,1 1 1 0 0,-1 0-1 0 0,1 1 1 0 0,0 0-1 0 0,-1 1 1 0 0,1 0-1 0 0,0 1 1 0 0,0 0-1 0 0,0 1 1 0 0,0 0-1 0 0,15 4 1 0 0,-22-3-181 0 0,-1-1 0 0 0,0 1 0 0 0,1-1 0 0 0,-1 1 0 0 0,0 0 0 0 0,0 1 0 0 0,0-1 0 0 0,-1 1 0 0 0,1-1 0 0 0,0 1 0 0 0,-1 0 0 0 0,0 1 0 0 0,0-1 0 0 0,0 0 0 0 0,0 1 1 0 0,0 0-1 0 0,-1 0 0 0 0,1-1 0 0 0,-1 2 0 0 0,0-1 0 0 0,-1 0 0 0 0,1 0 0 0 0,-1 0 0 0 0,1 1 0 0 0,-1-1 0 0 0,-1 1 0 0 0,1-1 0 0 0,-1 1 0 0 0,1 0 0 0 0,-1-1 0 0 0,-1 9 0 0 0,-1 7-92 0 0,-2-1 0 0 0,0 1 0 0 0,-1 0 1 0 0,0-1-1 0 0,-2 0 0 0 0,0 0 0 0 0,-13 22 0 0 0,-76 120-1080 0 0,9-39 2181 0 0,87-122-982 0 0,0 0-1 0 0,0 1 1 0 0,0-1 0 0 0,0 0-1 0 0,0 0 1 0 0,0 0-1 0 0,0 1 1 0 0,0-1 0 0 0,0 0-1 0 0,0 0 1 0 0,0 0 0 0 0,0 1-1 0 0,0-1 1 0 0,0 0 0 0 0,0 0-1 0 0,0 0 1 0 0,0 1 0 0 0,0-1-1 0 0,0 0 1 0 0,0 0 0 0 0,0 0-1 0 0,0 0 1 0 0,0 1 0 0 0,1-1-1 0 0,-1 0 1 0 0,0 0 0 0 0,0 0-1 0 0,0 0 1 0 0,0 1 0 0 0,0-1-1 0 0,1 0 1 0 0,-1 0 0 0 0,0 0-1 0 0,0 0 1 0 0,0 0-1 0 0,0 0 1 0 0,1 1 0 0 0,-1-1-1 0 0,0 0 1 0 0,0 0 0 0 0,0 0-1 0 0,1 0 1 0 0,-1 0 0 0 0,16 3 434 0 0,15-2-239 0 0,39-5 280 0 0,-10 0-493 0 0,100 5 1 0 0,-95 5-2309 0 0,-30-3-3945 0 0</inkml:trace>
</inkml:ink>
</file>

<file path=ppt/ink/ink1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2:56.2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 0 9218 0 0,'-14'11'6606'0'0,"14"-10"-6166"0"0,-1 0 1 0 0,0 1-1 0 0,-5 25 3245 0 0,10 33-2421 0 0,-2-46-892 0 0,38 297-1575 0 0,-35-287-6425 0 0</inkml:trace>
</inkml:ink>
</file>

<file path=ppt/ink/ink1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2:56.5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0 101 12443 0 0,'26'-4'4374'0'0,"42"-10"-2156"0"0,57-15-543 0 0,53-16-3368 0 0,-153 37-5137 0 0</inkml:trace>
</inkml:ink>
</file>

<file path=ppt/ink/ink1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2:56.7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8754 0 0,'20'25'10890'0'0,"-5"-6"-9476"0"0,-6-5-1129 0 0,-1 0 1 0 0,0 1-1 0 0,-2 0 1 0 0,0 1-1 0 0,0-1 1 0 0,-1 1-1 0 0,-1 0 1 0 0,2 17-1 0 0,8 133-179 0 0,-12-53-88 0 0,1 38-376 0 0,1-119 2 0 0</inkml:trace>
</inkml:ink>
</file>

<file path=ppt/ink/ink1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2:57.0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 1 11058 0 0,'-1'0'158'0'0,"1"0"-1"0"0,-1 0 1 0 0,0 1-1 0 0,1-1 0 0 0,-1 0 1 0 0,0 1-1 0 0,1-1 1 0 0,-1 1-1 0 0,0-1 1 0 0,1 1-1 0 0,-1-1 0 0 0,1 1 1 0 0,-1-1-1 0 0,1 1 1 0 0,-1 0-1 0 0,1-1 0 0 0,0 1 1 0 0,-1 0-1 0 0,1-1 1 0 0,0 1-1 0 0,-1 0 1 0 0,1-1-1 0 0,0 1 0 0 0,0 0 1 0 0,0 0-1 0 0,-1-1 1 0 0,1 1-1 0 0,0 0 0 0 0,0 0 1 0 0,0-1-1 0 0,0 1 1 0 0,0 0-1 0 0,0 0 1 0 0,1-1-1 0 0,-1 1 0 0 0,0 1 1 0 0,7 36 1795 0 0,-6-32-1553 0 0,27 118 617 0 0,23 141 1103 0 0,-45-210-2315 0 0,16 122-3652 0 0</inkml:trace>
</inkml:ink>
</file>

<file path=ppt/ink/ink1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2:57.4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41 377 5529 0 0,'-12'-35'1329'0'0,"-11"-62"-1"0"0,21 84-719 0 0,0 0-1 0 0,1 0 1 0 0,1 0-1 0 0,0 0 1 0 0,0 0-1 0 0,1 0 1 0 0,1 0-1 0 0,4-17 1 0 0,-3 23-382 0 0,0 0 0 0 0,0 0 0 0 0,0 0-1 0 0,1 1 1 0 0,0 0 0 0 0,0 0 0 0 0,1 0 0 0 0,0 0 0 0 0,0 0 0 0 0,0 1-1 0 0,1 0 1 0 0,-1 0 0 0 0,1 1 0 0 0,0 0 0 0 0,10-6 0 0 0,-12 8-122 0 0,-1 0 0 0 0,1 1 0 0 0,0-1 0 0 0,0 1 0 0 0,-1 0 0 0 0,1 0 0 0 0,0 0 0 0 0,0 0 0 0 0,0 0 0 0 0,0 1 0 0 0,0 0 0 0 0,0 0 0 0 0,0 0 0 0 0,0 0 1 0 0,0 1-1 0 0,0 0 0 0 0,0-1 0 0 0,0 1 0 0 0,0 1 0 0 0,0-1 0 0 0,0 1 0 0 0,-1-1 0 0 0,1 1 0 0 0,-1 0 0 0 0,1 0 0 0 0,-1 1 0 0 0,0-1 0 0 0,1 1 0 0 0,2 3 0 0 0,-1-1-114 0 0,-1 0 1 0 0,0 0-1 0 0,0 0 0 0 0,0 1 0 0 0,-1 0 0 0 0,0-1 0 0 0,0 1 0 0 0,0 0 0 0 0,-1 1 0 0 0,0-1 0 0 0,0 0 0 0 0,-1 1 0 0 0,1-1 0 0 0,-1 1 1 0 0,-1 0-1 0 0,1-1 0 0 0,-1 1 0 0 0,0-1 0 0 0,-1 1 0 0 0,0 0 0 0 0,0-1 0 0 0,0 1 0 0 0,-1-1 0 0 0,-2 8 0 0 0,-7 12-61 0 0,0 0 0 0 0,-2-1 0 0 0,-1-1 0 0 0,-26 35 0 0 0,-8 16-5 0 0,48-75 76 0 0,0 1 1 0 0,0-1-1 0 0,-1 0 0 0 0,1 0 0 0 0,0 0 0 0 0,0 0 0 0 0,0 1 1 0 0,-1-1-1 0 0,1 0 0 0 0,0 0 0 0 0,0 1 0 0 0,0-1 1 0 0,0 0-1 0 0,0 0 0 0 0,-1 1 0 0 0,1-1 0 0 0,0 0 0 0 0,0 0 1 0 0,0 1-1 0 0,0-1 0 0 0,0 0 0 0 0,0 1 0 0 0,0-1 0 0 0,0 0 1 0 0,0 0-1 0 0,0 1 0 0 0,0-1 0 0 0,0 0 0 0 0,0 0 1 0 0,0 1-1 0 0,0-1 0 0 0,0 0 0 0 0,0 1 0 0 0,1-1 0 0 0,-1 0 1 0 0,0 0-1 0 0,0 1 0 0 0,0-1 0 0 0,0 0 0 0 0,1 0 1 0 0,-1 0-1 0 0,0 1 0 0 0,0-1 0 0 0,0 0 0 0 0,1 0 0 0 0,-1 0 1 0 0,0 1-1 0 0,0-1 0 0 0,1 0 0 0 0,-1 0 0 0 0,1 0 0 0 0,19-5 138 0 0,25-18 101 0 0,-18 7-197 0 0,1 2-1 0 0,0 1 0 0 0,38-12 0 0 0,2 9-5977 0 0,-44 12-293 0 0</inkml:trace>
</inkml:ink>
</file>

<file path=ppt/ink/ink1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2:57.9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54 61 4609 0 0,'-32'7'821'0'0,"31"-7"-690"0"0,1 0 0 0 0,-1 0 0 0 0,0 0 0 0 0,0 0 0 0 0,1 0 0 0 0,-1 0 0 0 0,0 0 0 0 0,0 0 0 0 0,1 0 0 0 0,-1-1-1 0 0,0 1 1 0 0,0 0 0 0 0,1 0 0 0 0,-1-1 0 0 0,0 1 0 0 0,1 0 0 0 0,-1-1 0 0 0,0 1 0 0 0,1-1 0 0 0,-1 1 0 0 0,1-1 0 0 0,-1 1 0 0 0,1-1 0 0 0,-1 1 0 0 0,1-1 0 0 0,-1 1-1 0 0,1-1 1 0 0,-1 0 0 0 0,1 1 0 0 0,0-1 0 0 0,-1 0 0 0 0,1 1 0 0 0,0-1 0 0 0,0 0 0 0 0,-1 0 0 0 0,1 1 0 0 0,0-1 0 0 0,0 0 0 0 0,0-1 0 0 0,0 1 81 0 0,1-1 0 0 0,0 0 1 0 0,-1 1-1 0 0,1-1 1 0 0,0 1-1 0 0,0-1 0 0 0,0 1 1 0 0,0-1-1 0 0,0 1 1 0 0,0 0-1 0 0,1-1 0 0 0,-1 1 1 0 0,0 0-1 0 0,1 0 0 0 0,-1 0 1 0 0,0 0-1 0 0,1 0 1 0 0,-1 0-1 0 0,1 0 0 0 0,1 0 1 0 0,34-14 1919 0 0,-33 13-2023 0 0,0 1 1 0 0,0 0 0 0 0,0 0 0 0 0,0 0-1 0 0,1 0 1 0 0,-1 1 0 0 0,0 0-1 0 0,0 0 1 0 0,1 0 0 0 0,-1 0-1 0 0,0 1 1 0 0,0 0 0 0 0,1-1 0 0 0,-1 2-1 0 0,0-1 1 0 0,0 0 0 0 0,0 1-1 0 0,7 3 1 0 0,-7-2-8 0 0,-1 1-1 0 0,1-1 0 0 0,-1 1 1 0 0,1-1-1 0 0,-1 1 1 0 0,0 0-1 0 0,0 0 1 0 0,-1 0-1 0 0,1 1 0 0 0,-1-1 1 0 0,0 0-1 0 0,0 1 1 0 0,-1 0-1 0 0,1-1 1 0 0,-1 1-1 0 0,1 6 1 0 0,0 3-66 0 0,0 1 0 0 0,-1 0 0 0 0,-1 0 0 0 0,0 0 0 0 0,-4 28 0 0 0,-22 71 311 0 0,24-106-330 0 0,2-7 35 0 0,-1 1 1 0 0,1 0 0 0 0,-1 0 0 0 0,1 0 0 0 0,0 0 0 0 0,0 0-1 0 0,0 0 1 0 0,0-1 0 0 0,0 1 0 0 0,0 0 0 0 0,0 0-1 0 0,1 0 1 0 0,-1 0 0 0 0,2 2 0 0 0,-2-3-18 0 0,1 0 0 0 0,-1 0 1 0 0,1 0-1 0 0,-1-1 0 0 0,1 1 0 0 0,0 0 0 0 0,-1-1 1 0 0,1 1-1 0 0,0 0 0 0 0,0-1 0 0 0,0 1 0 0 0,0-1 1 0 0,-1 1-1 0 0,1-1 0 0 0,0 0 0 0 0,0 1 1 0 0,0-1-1 0 0,0 0 0 0 0,0 0 0 0 0,1 1 0 0 0,4-1 48 0 0,0 0-1 0 0,0-1 1 0 0,-1 0-1 0 0,1 1 1 0 0,0-2-1 0 0,-1 1 1 0 0,1-1-1 0 0,5-2 0 0 0,22-10-854 0 0,55-33-1 0 0,-62 32-7249 0 0</inkml:trace>
</inkml:ink>
</file>

<file path=ppt/ink/ink1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3:19.5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62 6449 0 0,'9'-30'2253'0'0,"0"-1"3463"0"0,-9 31-5543 0 0,1 0 0 0 0,-1 0 1 0 0,1 0-1 0 0,-1 0 1 0 0,1 1-1 0 0,0-1 0 0 0,-1 0 1 0 0,1 0-1 0 0,-1 1 1 0 0,1-1-1 0 0,-1 0 0 0 0,1 1 1 0 0,-1-1-1 0 0,0 0 0 0 0,1 1 1 0 0,-1-1-1 0 0,1 0 1 0 0,-1 1-1 0 0,0-1 0 0 0,1 1 1 0 0,-1-1-1 0 0,0 1 0 0 0,0-1 1 0 0,1 1-1 0 0,-1-1 1 0 0,0 1-1 0 0,0-1 0 0 0,0 1 1 0 0,1 0-1 0 0,12 24 44 0 0,8 33 282 0 0,-3 1-1 0 0,13 74 0 0 0,-7-23-316 0 0,57 232 114 0 0,-60-276-188 0 0,-7-28 78 0 0,-3 1 1 0 0,12 68 0 0 0,-22-106-214 0 0,-1 0 1 0 0,0 0 0 0 0,0 0 0 0 0,0 0-1 0 0,0-1 1 0 0,0 1 0 0 0,-1 0-1 0 0,1 0 1 0 0,0 0 0 0 0,0 0-1 0 0,0-1 1 0 0,-1 1 0 0 0,1 0-1 0 0,0 0 1 0 0,-1 0 0 0 0,1-1-1 0 0,-1 1 1 0 0,1 0 0 0 0,-1-1-1 0 0,1 1 1 0 0,-1 0 0 0 0,1-1-1 0 0,-1 1 1 0 0,0-1 0 0 0,1 1-1 0 0,-1-1 1 0 0,0 1 0 0 0,0-1 0 0 0,1 1-1 0 0,-1-1 1 0 0,0 0 0 0 0,0 1-1 0 0,-1-1 1 0 0,-2 0-992 0 0</inkml:trace>
</inkml:ink>
</file>

<file path=ppt/ink/ink1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3:20.3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1 709 5529 0 0,'17'-22'13613'0'0,"-14"20"-12784"0"0,15-3-1476 0 0,171-21 2520 0 0,-161 22-1860 0 0,-19 3-3 0 0,0-1 0 0 0,0 1 0 0 0,1-2 1 0 0,16-5-1 0 0,-25 7-10 0 0,-1 0 0 0 0,1 0 0 0 0,-1 0 0 0 0,1 0 0 0 0,-1 1 0 0 0,0-1 0 0 0,1 0 0 0 0,-1 0 0 0 0,0 0 0 0 0,0 0 0 0 0,1 0 0 0 0,-1 0 0 0 0,0 0 0 0 0,0 0 0 0 0,0 0 0 0 0,0 0 0 0 0,0 0 0 0 0,-1 0 0 0 0,1 0 0 0 0,0-2 0 0 0,-5-20 0 0 0,-30-63 0 0 0,27 70 0 0 0,1-1 0 0 0,0 1 0 0 0,1-2 0 0 0,1 1 0 0 0,1-1 0 0 0,0 1 0 0 0,-1-24 0 0 0,5 23 0 0 0,1 0 1 0 0,0-1-1 0 0,1 1 1 0 0,1 0 0 0 0,1 0-1 0 0,0 1 1 0 0,2-1-1 0 0,0 1 1 0 0,1 0-1 0 0,0 0 1 0 0,2 1 0 0 0,0 0-1 0 0,0 1 1 0 0,1-1-1 0 0,1 2 1 0 0,1 0 0 0 0,21-20-1 0 0,-31 31 2 0 0,1 1-1 0 0,-1 0 1 0 0,1 0 0 0 0,-1 0-1 0 0,1 0 1 0 0,0 1-1 0 0,0-1 1 0 0,0 1-1 0 0,0-1 1 0 0,0 1 0 0 0,0 0-1 0 0,0 0 1 0 0,0 1-1 0 0,0-1 1 0 0,0 1 0 0 0,0-1-1 0 0,1 1 1 0 0,-1 0-1 0 0,0 0 1 0 0,0 0 0 0 0,1 1-1 0 0,-1-1 1 0 0,0 1-1 0 0,0 0 1 0 0,0 0-1 0 0,0 0 1 0 0,0 0 0 0 0,0 0-1 0 0,0 1 1 0 0,0-1-1 0 0,0 1 1 0 0,-1 0 0 0 0,1 0-1 0 0,-1 0 1 0 0,1 0-1 0 0,-1 0 1 0 0,4 5 0 0 0,1 2-10 0 0,0 0 0 0 0,-1 0 0 0 0,0 1 0 0 0,0 0 0 0 0,-1 0 0 0 0,0 0 0 0 0,-1 1 0 0 0,-1-1 0 0 0,5 18 1 0 0,-6-10-65 0 0,0 1 0 0 0,-1 0 0 0 0,-1-1 0 0 0,-4 34 0 0 0,0 15-33 0 0,4-66 107 0 0,0 0 0 0 0,0 0-1 0 0,0 0 1 0 0,0-1 0 0 0,0 1-1 0 0,0 0 1 0 0,0 0-1 0 0,0 0 1 0 0,1-1 0 0 0,-1 1-1 0 0,0 0 1 0 0,0-1 0 0 0,1 1-1 0 0,-1 0 1 0 0,0 0-1 0 0,1-1 1 0 0,-1 1 0 0 0,1 0-1 0 0,-1-1 1 0 0,1 1 0 0 0,-1-1-1 0 0,1 1 1 0 0,-1-1-1 0 0,1 1 1 0 0,0-1 0 0 0,0 1-1 0 0,1 0 8 0 0,-1-1 0 0 0,0 0 0 0 0,1 0 0 0 0,-1 0 0 0 0,1 1-1 0 0,-1-1 1 0 0,0-1 0 0 0,1 1 0 0 0,-1 0 0 0 0,0 0 0 0 0,1 0-1 0 0,-1-1 1 0 0,3 0 0 0 0,6-3 124 0 0,-1-1 0 0 0,1 0 0 0 0,10-8 0 0 0,-12 9 72 0 0,13-10 48 0 0,-1-1 0 0 0,35-34 1 0 0,12-9-678 0 0,-59 53-372 0 0,-1 1-249 0 0</inkml:trace>
</inkml:ink>
</file>

<file path=ppt/ink/ink1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3:21.1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4 105 9218 0 0,'-1'-9'277'0'0,"0"0"0"0"0,0 0 0 0 0,1 0 0 0 0,0 0 0 0 0,2-15 0 0 0,1-12 4425 0 0,6 82-1111 0 0,-8-12-2845 0 0,-4 41 0 0 0,1-54-633 0 0,1-1 1 0 0,0 1-1 0 0,2 0 1 0 0,0-1-1 0 0,1 1 1 0 0,9 34-1 0 0,-10-51-97 0 0,1 0-1 0 0,0 0 0 0 0,0 0 0 0 0,0 0 1 0 0,1-1-1 0 0,-1 1 0 0 0,1-1 0 0 0,0 1 1 0 0,-1-1-1 0 0,2 0 0 0 0,-1 0 0 0 0,0 0 1 0 0,1-1-1 0 0,-1 1 0 0 0,1-1 1 0 0,0 0-1 0 0,0 1 0 0 0,0-2 0 0 0,0 1 1 0 0,0 0-1 0 0,0-1 0 0 0,0 0 0 0 0,0 0 1 0 0,1 0-1 0 0,-1-1 0 0 0,7 1 1 0 0,11-1 97 0 0,0 0 0 0 0,1-2 1 0 0,-1 0-1 0 0,24-6 1 0 0,-3 0-44 0 0,167-26-346 0 0,-207 33-59 0 0,0 1 0 0 0,0-1 1 0 0,0 0-1 0 0,-1-1 0 0 0,1 1 1 0 0,0 0-1 0 0,-1-1 0 0 0,5-2 1 0 0,7-11-5823 0 0</inkml:trace>
</inkml:ink>
</file>

<file path=ppt/ink/ink1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3:21.4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12 9674 0 0,'-2'-1'412'0'0,"1"-1"-1"0"0,-1 1 1 0 0,0 0 0 0 0,1 0 0 0 0,-1 0-1 0 0,0 0 1 0 0,0 0 0 0 0,0 1-1 0 0,0-1 1 0 0,0 0 0 0 0,-2 1 0 0 0,-6 5 4082 0 0,10-5-4307 0 0,-1 1 0 0 0,1-1 1 0 0,0 1-1 0 0,-4 19 3348 0 0,5 4-3719 0 0,-1-20-325 0 0,19 320 966 0 0,-11-183-429 0 0,0 26 8 0 0,-9-150-475 0 0,-1-1 0 0 0,0 0 1 0 0,-1 1-1 0 0,-1-1 0 0 0,-6 18 0 0 0</inkml:trace>
</inkml:ink>
</file>

<file path=ppt/ink/ink1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3:22.1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8 513 5985 0 0,'-8'1'11600'0'0,"38"-5"-9585"0"0,35 1-1 0 0,-76-27-1103 0 0,5 16-908 0 0,2 0 0 0 0,-1-1 1 0 0,2 1-1 0 0,0-1 0 0 0,1 0 1 0 0,0 0-1 0 0,1 0 0 0 0,1-1 1 0 0,0 1-1 0 0,1 0 0 0 0,1 0 1 0 0,0 0-1 0 0,1 0 0 0 0,1 1 1 0 0,0-1-1 0 0,1 1 0 0 0,1 0 1 0 0,0 0-1 0 0,0 0 0 0 0,2 1 1 0 0,0 0-1 0 0,0 0 0 0 0,18-19 1 0 0,-5 7-4 0 0,-11 13 0 0 0,0 0 0 0 0,1 0 0 0 0,0 1 0 0 0,0 1 0 0 0,24-17 0 0 0,-34 27 0 0 0,0-1 0 0 0,0 1 0 0 0,0-1 0 0 0,0 1 0 0 0,0-1 0 0 0,0 1 0 0 0,0 0 0 0 0,1-1 0 0 0,-1 1 0 0 0,0 0 0 0 0,0 0 0 0 0,0 0 0 0 0,0 0 0 0 0,1 0 0 0 0,-1 0 0 0 0,0 0 0 0 0,0 1 0 0 0,0-1 0 0 0,0 0 0 0 0,0 1 0 0 0,1-1 0 0 0,-1 0 0 0 0,0 1 0 0 0,2 1 0 0 0,-1 0 0 0 0,0 0 0 0 0,0 0 0 0 0,0 0 0 0 0,0 0 0 0 0,0 0 0 0 0,0 1 0 0 0,-1-1 0 0 0,1 1 0 0 0,2 4 0 0 0,0 5 0 0 0,1 1 0 0 0,-2-1 0 0 0,4 21 0 0 0,-2 8 3 0 0,-2 0-1 0 0,-2 1 1 0 0,-5 55 0 0 0,1-36 31 0 0,3-55-37 0 0,-1-1 0 0 0,1 1 0 0 0,1 0 0 0 0,-1-1 0 0 0,1 1 0 0 0,0 0 0 0 0,1-1 0 0 0,-1 1 0 0 0,1-1 0 0 0,0 0 0 0 0,3 7 0 0 0,-3-10 14 0 0,-1 0-1 0 0,1 0 1 0 0,0 0-1 0 0,0 0 1 0 0,-1 0-1 0 0,1-1 1 0 0,0 1-1 0 0,1 0 1 0 0,-1-1-1 0 0,0 0 0 0 0,0 1 1 0 0,1-1-1 0 0,-1 0 1 0 0,0 0-1 0 0,1 0 1 0 0,-1-1-1 0 0,1 1 1 0 0,0-1-1 0 0,-1 1 1 0 0,1-1-1 0 0,-1 0 0 0 0,1 0 1 0 0,0 0-1 0 0,-1 0 1 0 0,6-1-1 0 0,11-2 142 0 0,-1-2-1 0 0,1 0 0 0 0,-1-1 1 0 0,0 0-1 0 0,0-2 0 0 0,0 0 1 0 0,-1-1-1 0 0,-1-1 1 0 0,28-20-1 0 0,-24 10-2265 0 0</inkml:trace>
</inkml:ink>
</file>

<file path=ppt/ink/ink1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3:26.7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128 479 5529 0 0,'-8'-6'544'0'0,"0"0"1"0"0,0-1-1 0 0,0 0 0 0 0,1 0 0 0 0,0-1 0 0 0,1 0 1 0 0,-10-16-1 0 0,3 4 658 0 0,2-1-1 0 0,-11-27 1 0 0,9-4 2402 0 0,34 75 393 0 0,1-2-3833 0 0,33 52 253 0 0,-26-32-343 0 0,2-1 0 0 0,2-2-1 0 0,71 65 1 0 0,-103-103-73 0 0,23 19-9 0 0,43 28 0 0 0,-60-44 22 0 0,-1 1 0 0 0,1-1 0 0 0,-1 1 0 0 0,1-2 0 0 0,0 1 0 0 0,0-1 0 0 0,1 0 0 0 0,-1-1 0 0 0,0 0 1 0 0,1 0-1 0 0,-1 0 0 0 0,14-1 0 0 0,-18-1 33 0 0,0 0-1 0 0,1 0 1 0 0,-1-1 0 0 0,0 1 0 0 0,0-1 0 0 0,0 1 0 0 0,-1-1 0 0 0,1 0-1 0 0,0 0 1 0 0,-1 0 0 0 0,1-1 0 0 0,-1 1 0 0 0,0 0 0 0 0,1-1-1 0 0,-1 0 1 0 0,0 0 0 0 0,-1 1 0 0 0,1-1 0 0 0,0 0 0 0 0,-1 0 0 0 0,0 0-1 0 0,2-7 1 0 0,3-7 162 0 0,-2-1 0 0 0,5-34 0 0 0,-8 46-186 0 0,13-111 238 0 0,-8 52-174 0 0,19-87 0 0 0,-20 133-134 0 0,0 1-1 0 0,2-1 1 0 0,0 1 0 0 0,0 0-1 0 0,2 1 1 0 0,0 0 0 0 0,1 0-1 0 0,25-30 1 0 0,-34 45-47 0 0,0 1-55 0 0,0-1 0 0 0,1 0-1 0 0,-1 1 1 0 0,0-1 0 0 0,1 1-1 0 0,-1 0 1 0 0,1-1 0 0 0,-1 1-1 0 0,1 0 1 0 0,0 0 0 0 0,0 0-1 0 0,-1 0 1 0 0,1 0 0 0 0,0 1-1 0 0,0-1 1 0 0,0 0 0 0 0,3 0-1 0 0</inkml:trace>
</inkml:ink>
</file>

<file path=ppt/ink/ink1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3:27.0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 1840 0 0,'-3'1'23252'0'0,"25"76"-26444"0"0,-6-7 3690 0 0,12 122-1 0 0,3 19-507 0 0,-31-207-125 0 0,8 32-95 0 0,-1-12-5774 0 0</inkml:trace>
</inkml:ink>
</file>

<file path=ppt/ink/ink1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3:27.4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7 129 920 0 0,'-7'-5'9673'0'0,"24"-7"-6294"0"0,27-9-1556 0 0,15-6 47 0 0,-36 14-1925 0 0,1 2 0 0 0,0 1 0 0 0,1 1 0 0 0,46-11 0 0 0,-57 19-4186 0 0</inkml:trace>
</inkml:ink>
</file>

<file path=ppt/ink/ink1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3:27.6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95 9218 0 0,'1'1'83'0'0,"1"0"0"0"0,-1-1 1 0 0,1 1-1 0 0,0 0 0 0 0,-1-1 0 0 0,1 0 0 0 0,-1 1 1 0 0,1-1-1 0 0,0 0 0 0 0,-1 0 0 0 0,1 0 0 0 0,0 0 1 0 0,-1 0-1 0 0,1 0 0 0 0,0 0 0 0 0,-1 0 0 0 0,1-1 1 0 0,1 0-1 0 0,39-11 1155 0 0,-26 7-872 0 0,79-29 902 0 0,-73 24-1392 0 0,1 1 0 0 0,0 2 0 0 0,0 0 0 0 0,40-6 0 0 0,-47 12 124 0 0</inkml:trace>
</inkml:ink>
</file>

<file path=ppt/ink/ink1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3:28.0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1 101 6449 0 0,'0'-1'166'0'0,"0"-1"-1"0"0,0 1 1 0 0,1-1-1 0 0,-1 1 1 0 0,0-1 0 0 0,1 1-1 0 0,0-1 1 0 0,-1 1-1 0 0,1-1 1 0 0,0 1-1 0 0,-1-1 1 0 0,1 1-1 0 0,0 0 1 0 0,0 0-1 0 0,0-1 1 0 0,0 1-1 0 0,3-2 1 0 0,23-23 2430 0 0,-24 23-2409 0 0,3-2 216 0 0,0 0-1 0 0,-1 1 1 0 0,2 0-1 0 0,-1 0 1 0 0,0 0 0 0 0,1 1-1 0 0,0-1 1 0 0,-1 2-1 0 0,1-1 1 0 0,1 1 0 0 0,10-2-1 0 0,-15 4-347 0 0,0-1-1 0 0,0 1 1 0 0,0 0 0 0 0,0 0-1 0 0,0 1 1 0 0,0-1-1 0 0,0 1 1 0 0,0-1 0 0 0,0 1-1 0 0,0 0 1 0 0,0 0-1 0 0,0 0 1 0 0,0 1 0 0 0,-1-1-1 0 0,1 1 1 0 0,0-1-1 0 0,-1 1 1 0 0,1 0 0 0 0,-1 0-1 0 0,0 0 1 0 0,0 0 0 0 0,0 1-1 0 0,0-1 1 0 0,0 1-1 0 0,0-1 1 0 0,0 1 0 0 0,-1-1-1 0 0,1 1 1 0 0,-1 0-1 0 0,1 4 1 0 0,2 4-50 0 0,0 1 0 0 0,-2-1 0 0 0,1 1 0 0 0,-1 0 0 0 0,-1 0 0 0 0,0 0 0 0 0,-1 0 0 0 0,0 0 0 0 0,-3 19 0 0 0,-5 15 71 0 0,-14 51 1 0 0,8-42 260 0 0,9-34-157 0 0,2-13 8 0 0,1-1 1 0 0,-1 1-1 0 0,2 0 1 0 0,-1 1-1 0 0,1-1 0 0 0,1 0 1 0 0,0 0-1 0 0,0 0 0 0 0,0 0 1 0 0,1 1-1 0 0,2 9 1 0 0,-3-17-163 0 0,1 0 0 0 0,-1 0 0 0 0,1 0 0 0 0,0 0 0 0 0,-1 0 1 0 0,1 0-1 0 0,0-1 0 0 0,0 1 0 0 0,-1 0 0 0 0,1 0 1 0 0,0 0-1 0 0,0-1 0 0 0,0 1 0 0 0,0 0 0 0 0,0-1 0 0 0,0 1 1 0 0,0-1-1 0 0,0 1 0 0 0,0-1 0 0 0,0 0 0 0 0,0 1 0 0 0,1-1 1 0 0,-1 0-1 0 0,0 0 0 0 0,2 0 0 0 0,34-4 35 0 0,-33 3-476 0 0,1 0 0 0 0,-1 0 0 0 0,0 1 0 0 0,0 0 0 0 0,0-1 0 0 0,6 2 1 0 0</inkml:trace>
</inkml:ink>
</file>

<file path=ppt/ink/ink1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3:28.1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58 10594 0 0,'2'0'288'0'0,"1"-1"1"0"0,-1 0-1 0 0,0 0 0 0 0,1 0 0 0 0,-1 0 0 0 0,0 0 0 0 0,0 0 1 0 0,0 0-1 0 0,0 0 0 0 0,0-1 0 0 0,0 1 0 0 0,0-1 0 0 0,0 0 1 0 0,-1 0-1 0 0,1 1 0 0 0,-1-1 0 0 0,3-3 0 0 0,-3 3-269 0 0,0 0-1 0 0,1 0 1 0 0,-1 0-1 0 0,0 0 0 0 0,0 0 1 0 0,0 0-1 0 0,-1 0 1 0 0,1 0-1 0 0,0 0 0 0 0,-1-1 1 0 0,1-1-1 0 0,-4-1-377 0 0,-2 5 359 0 0</inkml:trace>
</inkml:ink>
</file>

<file path=ppt/ink/ink1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3:29.0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1 164 10138 0 0,'0'0'288'0'0,"0"0"-230"0"0,0-1-1 0 0,-1 1 1 0 0,1 0-1 0 0,0 0 1 0 0,0 0-1 0 0,0 0 1 0 0,2-4 1611 0 0,-2 4-1611 0 0,0 0-1 0 0,0 0 1 0 0,0 0-1 0 0,1 0 1 0 0,-1-1-1 0 0,0 1 1 0 0,0 0-1 0 0,0 0 1 0 0,0 0 0 0 0,1 0-1 0 0,-1 0 1 0 0,0 0-1 0 0,15 3 2663 0 0,-2 5-2297 0 0,-1 0 0 0 0,0 1 0 0 0,0 1 0 0 0,-1 0 0 0 0,-1 0 0 0 0,1 1-1 0 0,-2 1 1 0 0,0 0 0 0 0,14 23 0 0 0,3 12-156 0 0,29 73 1 0 0,-37-76-212 0 0,1-1 0 0 0,32 48 0 0 0,-50-88-20 0 0,1 0 1 0 0,0-1 0 0 0,0 1-1 0 0,0-1 1 0 0,0 1-1 0 0,1-1 1 0 0,-1 0-1 0 0,1 0 1 0 0,-1 0 0 0 0,1 0-1 0 0,0 0 1 0 0,3 1-1 0 0,-6-3-10 0 0,1 1-1 0 0,0-1 1 0 0,0 0 0 0 0,-1 0-1 0 0,1 0 1 0 0,0 0-1 0 0,0 0 1 0 0,-1 0 0 0 0,1 0-1 0 0,0 0 1 0 0,-1 0-1 0 0,1 0 1 0 0,0-1 0 0 0,0 1-1 0 0,-1 0 1 0 0,1 0-1 0 0,0-1 1 0 0,-1 1-1 0 0,1 0 1 0 0,-1-1 0 0 0,2 0-1 0 0,-1 0 16 0 0,1-1-1 0 0,-1 1 0 0 0,0-1 1 0 0,0 1-1 0 0,0-1 1 0 0,0 0-1 0 0,0 0 0 0 0,0 1 1 0 0,0-1-1 0 0,0 0 0 0 0,0-3 1 0 0,56-256 756 0 0,-23 88-426 0 0,-27 143-413 0 0,-2 4-193 0 0,1 1 0 0 0,2-1 0 0 0,0 1 0 0 0,15-30-1 0 0,-14 40-722 0 0</inkml:trace>
</inkml:ink>
</file>

<file path=ppt/ink/ink1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3:29.4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53 3225 0 0,'-1'-1'231'0'0,"1"0"0"0"0,0-1-1 0 0,-1 1 1 0 0,1 0 0 0 0,0-1 0 0 0,-1 1 0 0 0,1 0 0 0 0,0-1 0 0 0,0 1 0 0 0,0 0 0 0 0,0-1 0 0 0,0 1 0 0 0,1 0-1 0 0,-1-1 1 0 0,0 1 0 0 0,1 0 0 0 0,-1-1 0 0 0,1 1 0 0 0,-1 0 0 0 0,1 0 0 0 0,-1-1 0 0 0,1 1 0 0 0,0 0 0 0 0,0 0-1 0 0,0 0 1 0 0,-1 0 0 0 0,1 0 0 0 0,0 0 0 0 0,0 0 0 0 0,1 0 0 0 0,-1 0 0 0 0,0 1 0 0 0,0-1 0 0 0,0 0 0 0 0,0 1 0 0 0,1-1-1 0 0,-1 1 1 0 0,0-1 0 0 0,3 0 0 0 0,0 0 24 0 0,0-1-1 0 0,0 1 1 0 0,1 0-1 0 0,-1 0 1 0 0,0 0-1 0 0,1 0 1 0 0,-1 1-1 0 0,1 0 1 0 0,-1 0-1 0 0,1 0 1 0 0,6 2-1 0 0,-6-1-194 0 0,0 1 0 0 0,-1-1-1 0 0,1 1 1 0 0,-1 0 0 0 0,0 1-1 0 0,1-1 1 0 0,-1 1 0 0 0,0 0-1 0 0,0 0 1 0 0,-1 0 0 0 0,1 1-1 0 0,-1-1 1 0 0,1 1 0 0 0,-1 0 0 0 0,0 0-1 0 0,-1 0 1 0 0,1 0 0 0 0,-1 0-1 0 0,0 1 1 0 0,0-1 0 0 0,0 1-1 0 0,0-1 1 0 0,-1 1 0 0 0,0 0-1 0 0,0 0 1 0 0,0-1 0 0 0,0 6-1 0 0,0 14 326 0 0,-1-1 0 0 0,-1 0-1 0 0,-1 0 1 0 0,-8 36-1 0 0,0 2 1543 0 0,10-58-1894 0 0,-1 1-1 0 0,1 0 0 0 0,0 0 0 0 0,0 0 0 0 0,0-1 0 0 0,0 1 0 0 0,0 0 0 0 0,1-1 0 0 0,0 1 0 0 0,0 0 1 0 0,0-1-1 0 0,0 1 0 0 0,1-1 0 0 0,-1 1 0 0 0,1-1 0 0 0,0 0 0 0 0,0 1 0 0 0,0-1 0 0 0,0 0 0 0 0,1 0 0 0 0,-1-1 1 0 0,1 1-1 0 0,0 0 0 0 0,-1-1 0 0 0,1 0 0 0 0,1 1 0 0 0,-1-1 0 0 0,0 0 0 0 0,0-1 0 0 0,1 1 0 0 0,-1-1 1 0 0,1 1-1 0 0,-1-1 0 0 0,1 0 0 0 0,0 0 0 0 0,-1-1 0 0 0,1 1 0 0 0,0-1 0 0 0,0 0 0 0 0,-1 0 0 0 0,1 0 0 0 0,0 0 1 0 0,0-1-1 0 0,-1 1 0 0 0,8-3 0 0 0,52-17-225 0 0,-24 2-5944 0 0,-12 7-812 0 0</inkml:trace>
</inkml:ink>
</file>

<file path=ppt/ink/ink1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3:29.7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72 13363 0 0,'6'-7'633'0'0,"0"0"1"0"0,1 0 0 0 0,0 0-1 0 0,0 1 1 0 0,1 0-1 0 0,-1 1 1 0 0,1-1 0 0 0,0 2-1 0 0,1-1 1 0 0,10-4-1 0 0,-17 9-928 0 0,-1-1 0 0 0,1 1 0 0 0,0-1 0 0 0,-1 1 1 0 0,1 0-1 0 0,0 0 0 0 0,-1 0 0 0 0,1 0 0 0 0,0 0 0 0 0,-1 0 0 0 0,1 0 0 0 0,0 1 0 0 0,-1-1 0 0 0,1 0 0 0 0,-1 1 0 0 0,1 0 0 0 0,0-1 0 0 0,-1 1 0 0 0,0 0 0 0 0,1 0 0 0 0,-1 0 0 0 0,2 1 0 0 0</inkml:trace>
</inkml:ink>
</file>

<file path=ppt/ink/ink1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3:29.8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61 3681 0 0,'1'1'381'0'0,"0"-1"0"0"0,0 1 0 0 0,0 0 0 0 0,0-1 0 0 0,0 0 0 0 0,0 1 0 0 0,0-1 0 0 0,0 0 0 0 0,0 0 0 0 0,1 1 0 0 0,-1-1 0 0 0,0 0 0 0 0,0 0 0 0 0,0 0 0 0 0,0 0 0 0 0,1-1 0 0 0,-1 1 0 0 0,0 0 0 0 0,2-1 0 0 0,33-3 3584 0 0,97-36-1560 0 0,-90 26-2652 0 0,-26 8 235 0 0</inkml:trace>
</inkml:ink>
</file>

<file path=ppt/ink/ink1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3:30.2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43 7834 0 0,'1'-1'258'0'0,"0"-1"1"0"0,-1 0 0 0 0,1 1 0 0 0,0-1-1 0 0,0 1 1 0 0,0-1 0 0 0,0 1 0 0 0,0 0-1 0 0,0-1 1 0 0,1 1 0 0 0,-1 0-1 0 0,0 0 1 0 0,1 0 0 0 0,-1 0 0 0 0,0 0-1 0 0,1 0 1 0 0,0 0 0 0 0,2-1 0 0 0,32-12 3955 0 0,-34 13-4017 0 0,1 0 0 0 0,-1 0 0 0 0,1 1 1 0 0,-1 0-1 0 0,1-1 0 0 0,0 1 1 0 0,-1 0-1 0 0,1 0 0 0 0,-1 0 1 0 0,1 1-1 0 0,0-1 0 0 0,-1 1 0 0 0,1-1 1 0 0,-1 1-1 0 0,1 0 0 0 0,-1 0 1 0 0,0 0-1 0 0,1 0 0 0 0,-1 0 0 0 0,4 3 1 0 0,-3-1-115 0 0,0 0 1 0 0,0 1 0 0 0,-1-1-1 0 0,1 0 1 0 0,-1 1 0 0 0,0-1 0 0 0,0 1-1 0 0,0 0 1 0 0,0 0 0 0 0,-1 0-1 0 0,2 7 1 0 0,1 7-116 0 0,-1 0-1 0 0,-1 0 1 0 0,-1 0-1 0 0,-2 33 1 0 0,-4 14 32 0 0,-2 42 0 0 0,7-97 0 0 0,0 1 0 0 0,1-1 0 0 0,1 0 0 0 0,0 1 0 0 0,0-1 0 0 0,1 0 0 0 0,7 17 0 0 0,-9-25-45 0 0,0 1 1 0 0,0-1-1 0 0,1 0 0 0 0,-1 1 1 0 0,1-1-1 0 0,-1 0 1 0 0,1 0-1 0 0,0 0 0 0 0,0 0 1 0 0,0 0-1 0 0,0 0 1 0 0,1-1-1 0 0,-1 1 0 0 0,0-1 1 0 0,6 3-1 0 0,3 0-226 0 0</inkml:trace>
</inkml:ink>
</file>

<file path=ppt/ink/ink1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3:30.3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1 14283 0 0,'-3'11'632'0'0,"2"-5"136"0"0,1-1-616 0 0,1 0-152 0 0,0-3 0 0 0,2 1 809 0 0,0 0 135 0 0,0 1 24 0 0,1 1 8 0 0,2-1-240 0 0,-2 0-40 0 0,2-1-15 0 0</inkml:trace>
</inkml:ink>
</file>

<file path=ppt/ink/ink1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3:38.1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91 168 7834 0 0,'-6'-18'1369'0'0,"2"3"-475"0"0,-1 0 1 0 0,0 0-1 0 0,-1 0 1 0 0,-1 1-1 0 0,0 0 1 0 0,-1 0-1 0 0,0 1 1 0 0,-14-16-1 0 0,22 28-771 0 0,0 1 0 0 0,0 0-1 0 0,0-1 1 0 0,-1 1 0 0 0,1 0 0 0 0,-1-1 368 0 0,1 0-369 0 0,0 1 1 0 0,-1 0 0 0 0,1 0 0 0 0,0 0-1 0 0,-1-1 1 0 0,1 1 0 0 0,0 0 0 0 0,-1 0-1 0 0,1 0 1 0 0,0 0 0 0 0,-1 0 0 0 0,1 0-1 0 0,-1 0 1 0 0,1-1 0 0 0,0 1 0 0 0,-1 0-1 0 0,1 0 1 0 0,-1 0 0 0 0,1 1 0 0 0,0-1-1 0 0,-1 0 1 0 0,1 0 0 0 0,-1 0 0 0 0,-1 14 1243 0 0,11 31-1761 0 0,-6-35 789 0 0,90 512-196 0 0,23 100-15 0 0,-43-336-1447 0 0,-48-195 649 0 0,-20-70-659 0 0</inkml:trace>
</inkml:ink>
</file>

<file path=ppt/ink/ink1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3:38.6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257 61 5529 0 0,'-22'2'587'0'0,"1"1"0"0"0,-1 1 0 0 0,1 1 1 0 0,-27 9-1 0 0,35-9 304 0 0,0 0 0 0 0,1 1 0 0 0,-1 1 0 0 0,1 0 0 0 0,0 0 0 0 0,1 1 0 0 0,-19 18 0 0 0,30-26-809 0 0,-1 0 1 0 0,1 0 0 0 0,0 0 0 0 0,-1 0-1 0 0,1 0 1 0 0,0 1 0 0 0,-1-1-1 0 0,1 0 1 0 0,0 0 0 0 0,0 0 0 0 0,-1 1-1 0 0,1-1 1 0 0,0 0 0 0 0,0 1-1 0 0,-1-1 1 0 0,1 0 0 0 0,0 0 0 0 0,0 1-1 0 0,0-1 1 0 0,0 0 0 0 0,-1 1-1 0 0,1-1 1 0 0,0 0 0 0 0,0 1 0 0 0,0-1-1 0 0,0 0 1 0 0,0 1 0 0 0,0-1-1 0 0,0 0 1 0 0,0 1 0 0 0,0-1 0 0 0,0 0-1 0 0,0 1 1 0 0,0-1 0 0 0,0 0 0 0 0,0 1-1 0 0,0-1 1 0 0,1 0 0 0 0,-1 1-1 0 0,16-2 1072 0 0,29-13-883 0 0,-41 13-71 0 0,33-12 77 0 0,164-54 1464 0 0,-151 53-1561 0 0,1 3-1 0 0,56-6 0 0 0,182 8-82 0 0,-51 5-463 0 0,-127-11-3118 0 0,-87 10-3578 0 0</inkml:trace>
</inkml:ink>
</file>

<file path=ppt/ink/ink1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3:38.9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1 220 6913 0 0,'17'-10'1251'0'0,"0"0"-1"0"0,18-16 0 0 0,8-5 849 0 0,99-56 3329 0 0,-46 32-6050 0 0</inkml:trace>
</inkml:ink>
</file>

<file path=ppt/ink/ink1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3:39.2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7834 0 0,'2'17'9158'0'0,"-1"-14"-8620"0"0,13 23 2558 0 0,-10-17-2832 0 0,10 21 326 0 0,-2 0 1 0 0,-1 1-1 0 0,-2 1 1 0 0,9 48-1 0 0,8 135-479 0 0,-19-132 61 0 0,55 497-247 0 0,-60-563-322 0 0</inkml:trace>
</inkml:ink>
</file>

<file path=ppt/ink/ink1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3:39.7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100 964 7834 0 0,'-11'6'299'0'0,"-33"14"700"0"0,42-19-888 0 0,0 0 1 0 0,1-1 0 0 0,-1 1-1 0 0,0-1 1 0 0,0 1-1 0 0,0-1 1 0 0,0 0-1 0 0,0 0 1 0 0,0 0-1 0 0,0 0 1 0 0,0 0 0 0 0,0 0-1 0 0,0 0 1 0 0,1-1-1 0 0,-1 1 1 0 0,0-1-1 0 0,0 1 1 0 0,0-1-1 0 0,0 0 1 0 0,-1-1-1 0 0,2 2-31 0 0,1-1-1 0 0,-1 0 0 0 0,1 0 0 0 0,0 0 0 0 0,-1 1 0 0 0,1-1 0 0 0,0 0 0 0 0,0 0 0 0 0,0 0 0 0 0,0 0 0 0 0,-1 0 0 0 0,1 0 0 0 0,0 0 0 0 0,1 1 0 0 0,-1-1 0 0 0,0 0 0 0 0,0 0 1 0 0,0 0-1 0 0,0 0 0 0 0,1 0 0 0 0,-1 0 0 0 0,0 1 0 0 0,1-1 0 0 0,-1 0 0 0 0,1 0 0 0 0,-1 0 0 0 0,1 1 0 0 0,-1-1 0 0 0,1 0 0 0 0,0 1 0 0 0,-1-1 0 0 0,1 0 0 0 0,0 1 1 0 0,0-1-1 0 0,27-26 1074 0 0,-26 25-1033 0 0,31-23 662 0 0,1 1 1 0 0,1 1-1 0 0,47-22 0 0 0,119-46 476 0 0,-131 62-837 0 0,308-104 653 0 0,289-92 112 0 0,-342 94-329 0 0,-124 47-1109 0 0,-99 36 75 0 0,-74 33 176 0 0,1 2 0 0 0,0 0 0 0 0,0 2 0 0 0,36-9 0 0 0,-49 19-1604 0 0</inkml:trace>
</inkml:ink>
</file>

<file path=ppt/ink/ink1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3:40.3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1 190 7834 0 0,'11'-13'7851'0'0,"36"-20"-5381"0"0,56-29 1 0 0,-33 23-3378 0 0,-4-4-6095 0 0</inkml:trace>
</inkml:ink>
</file>

<file path=ppt/ink/ink1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3:40.6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240 0 2304 0 0,'-30'26'48'0'0,"-4"1"1428"0"0,1 1 1 0 0,1 3-1 0 0,2 0 1 0 0,-31 41-1 0 0,59-69-1166 0 0,-1 1 1 0 0,1-1-1 0 0,0 1 1 0 0,0 0-1 0 0,1-1 0 0 0,-1 1 1 0 0,1 0-1 0 0,0 0 1 0 0,0 0-1 0 0,0 0 0 0 0,0 0 1 0 0,0 5-1 0 0,1-7-247 0 0,1 0 0 0 0,-1 0 0 0 0,1 0 0 0 0,-1 0 0 0 0,1 0 0 0 0,0-1 0 0 0,-1 1 0 0 0,1 0 0 0 0,0 0-1 0 0,0-1 1 0 0,0 1 0 0 0,1-1 0 0 0,-1 1 0 0 0,0-1 0 0 0,1 1 0 0 0,-1-1 0 0 0,1 0 0 0 0,-1 1 0 0 0,1-1 0 0 0,-1 0 0 0 0,1 0 0 0 0,0 0 0 0 0,-1 0 0 0 0,1-1 0 0 0,0 1-1 0 0,0 0 1 0 0,3 0 0 0 0,66 17 892 0 0,17 6-88 0 0,-80-21-827 0 0,0 1 0 0 0,0 0 1 0 0,0 0-1 0 0,0 0 1 0 0,0 1-1 0 0,-1 0 0 0 0,13 12 1 0 0,-18-14-21 0 0,1-1 0 0 0,-1 1 0 0 0,0 0 0 0 0,0 0 0 0 0,0 0 0 0 0,0 0 0 0 0,0 0 0 0 0,-1 1 0 0 0,1-1 0 0 0,-1 0 0 0 0,0 1 0 0 0,0-1 0 0 0,0 1 0 0 0,-1-1 0 0 0,1 1 0 0 0,-1 4 0 0 0,0-2 81 0 0,-1 1 0 0 0,0 0 0 0 0,0-1 0 0 0,0 1 0 0 0,-1-1 1 0 0,0 0-1 0 0,0 1 0 0 0,-4 6 0 0 0,-4 6 350 0 0,-1 0 0 0 0,-1-1 1 0 0,-1 0-1 0 0,-19 21 0 0 0,24-29-550 0 0,-1 0 1 0 0,0-1-1 0 0,-1 0 1 0 0,1 0-1 0 0,-2-1 1 0 0,1 0-1 0 0,-1-1 0 0 0,0 0 1 0 0,-21 9-1 0 0,15-11-7166 0 0</inkml:trace>
</inkml:ink>
</file>

<file path=ppt/ink/ink1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3:41.0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22 6913 0 0,'0'-1'503'0'0,"-1"-1"-1"0"0,1 1 0 0 0,0-1 1 0 0,0 1-1 0 0,0-1 0 0 0,0 1 1 0 0,1-1-1 0 0,-1 1 0 0 0,0-1 1 0 0,1 1-1 0 0,-1-1 0 0 0,1 1 1 0 0,-1 0-1 0 0,1-1 0 0 0,12 4 5128 0 0,-12-1-5440 0 0,-1 0 0 0 0,23 42 1899 0 0,48 191-1622 0 0,10 24-60 0 0,-73-241-581 0 0,-1-1 1 0 0,2 0-1 0 0,0 0 0 0 0,1-1 1 0 0,1-1-1 0 0,0 1 0 0 0,1-2 1 0 0,21 21-1 0 0,-7-14-7641 0 0</inkml:trace>
</inkml:ink>
</file>

<file path=ppt/ink/ink1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3:41.5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94 6913 0 0,'6'-6'5136'0'0,"24"-14"-3590"0"0,2 2-194 0 0,-16 9-951 0 0,0 0 1 0 0,0 1 0 0 0,1 0 0 0 0,23-6 0 0 0,-40 14-394 0 0,1 0 0 0 0,0-1 0 0 0,-1 1 0 0 0,1 0 0 0 0,0 0 0 0 0,-1 0 0 0 0,1-1 0 0 0,-1 1 0 0 0,1 0 0 0 0,0 0 0 0 0,-1 0 0 0 0,1 0 0 0 0,0 0 0 0 0,-1 1 0 0 0,1-1 0 0 0,0 0 0 0 0,-1 0 0 0 0,1 0 0 0 0,0 0 0 0 0,-1 1 0 0 0,1-1 0 0 0,-1 0 0 0 0,1 1 0 0 0,0-1 0 0 0,-1 0 0 0 0,1 1 0 0 0,-1-1 0 0 0,1 1 0 0 0,-1 0-5 0 0,1 0 0 0 0,-1 0 0 0 0,0 0-1 0 0,0 0 1 0 0,0 0 0 0 0,0 0 0 0 0,0 0-1 0 0,0 0 1 0 0,0 0 0 0 0,0 0 0 0 0,-1 0 0 0 0,1 0-1 0 0,0 0 1 0 0,0 0 0 0 0,-1 0 0 0 0,0 1-1 0 0,-24 41-34 0 0,22-39 54 0 0,-68 94 459 0 0,-20 30-15 0 0,90-127-460 0 0,0 1 1 0 0,0-1-1 0 0,0 0 0 0 0,1 1 0 0 0,-1-1 1 0 0,0 1-1 0 0,0-1 0 0 0,1 1 1 0 0,-1-1-1 0 0,1 1 0 0 0,-1-1 1 0 0,1 1-1 0 0,0-1 0 0 0,-1 1 1 0 0,1 0-1 0 0,0-1 0 0 0,0 1 1 0 0,0 0-1 0 0,0-1 0 0 0,1 1 1 0 0,-1 0-1 0 0,0-1 0 0 0,1 1 1 0 0,1 2-1 0 0,-1-2-14 0 0,1-1 1 0 0,-1 1-1 0 0,1-1 0 0 0,0 0 1 0 0,0 0-1 0 0,0 1 1 0 0,0-1-1 0 0,0-1 0 0 0,0 1 1 0 0,0 0-1 0 0,0 0 1 0 0,0-1-1 0 0,0 1 0 0 0,0-1 1 0 0,0 0-1 0 0,1 1 0 0 0,-1-1 1 0 0,3-1-1 0 0,53 0-159 0 0,-48-1 149 0 0,1 1 0 0 0,0 1 0 0 0,0 0 1 0 0,0 0-1 0 0,-1 1 0 0 0,1 0 0 0 0,0 1 1 0 0,-1 0-1 0 0,1 1 0 0 0,14 6 0 0 0,-23-9 12 0 0,-1 1 0 0 0,1 0 0 0 0,-1 0-1 0 0,1 1 1 0 0,-1-1 0 0 0,0 0-1 0 0,0 0 1 0 0,0 1 0 0 0,0-1-1 0 0,0 0 1 0 0,0 1 0 0 0,0-1-1 0 0,0 1 1 0 0,0-1 0 0 0,0 1-1 0 0,-1 0 1 0 0,1-1 0 0 0,-1 1 0 0 0,1 2-1 0 0,-1 0 0 0 0,1 0 0 0 0,-1 0 1 0 0,0 0-1 0 0,-1 0 0 0 0,1 0 0 0 0,-1 0 0 0 0,0-1 0 0 0,-1 6 0 0 0,-4 6 6 0 0,0 1 0 0 0,-1-2-1 0 0,-10 17 1 0 0,14-25 5 0 0,-27 40 81 0 0,20-32-50 0 0,0 2 1 0 0,1-1-1 0 0,-8 18 1 0 0,17-33-162 0 0,0 0-1 0 0,0 1 1 0 0,-1-1 0 0 0,1 0-1 0 0,0 1 1 0 0,0-1 0 0 0,0 1-1 0 0,0-1 1 0 0,-1 0 0 0 0,1 1 0 0 0,0-1-1 0 0,0 1 1 0 0,0-1 0 0 0,0 0-1 0 0,0 1 1 0 0,0-1 0 0 0,0 1 0 0 0,0-1-1 0 0,0 0 1 0 0,0 1 0 0 0,0-1-1 0 0,1 1 1 0 0,-1-1 0 0 0,0 0-1 0 0,0 1 1 0 0,0-1 0 0 0,0 0 0 0 0,1 1-1 0 0,-1-1 1 0 0,0 0 0 0 0,0 1-1 0 0,1-1 1 0 0,-1 0 0 0 0,0 1 0 0 0,0-1-1 0 0,1 0 1 0 0,-1 0 0 0 0,0 1-1 0 0,1-1 1 0 0</inkml:trace>
</inkml:ink>
</file>

<file path=ppt/ink/ink1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3:42.0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0 10594 0 0,'3'12'4961'0'0,"-5"10"-2759"0"0,1-19-1266 0 0,-1 17-400 0 0,2 0-1 0 0,0 0 0 0 0,1 0 0 0 0,1 0 0 0 0,0-1 1 0 0,2 1-1 0 0,11 35 0 0 0,60 131-1021 0 0,-53-137 871 0 0,48 106-281 0 0,53 125 690 0 0,-78-177-538 0 0,-21-52-102 0 0,18 59 0 0 0,51 158 206 0 0,-81-238-314 0 0,-5-14-6 0 0,0 0 0 0 0,-1 1 0 0 0,-1 0 0 0 0,-1 0 0 0 0,0 1 1 0 0,1 22-1 0 0,-6-35 683 0 0</inkml:trace>
</inkml:ink>
</file>

<file path=ppt/ink/ink1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3:42.5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1 968 0 0,'0'10'19763'0'0,"55"-7"-17939"0"0,-56 0-1814 0 0,0 1-1 0 0,0 0 0 0 0,0 0 0 0 0,0-1 1 0 0,-1 1-1 0 0,-2 5 0 0 0,3-6 27 0 0,-8 13 13 0 0,0 1 1 0 0,-19 25 0 0 0,19-30-20 0 0,1 0 1 0 0,0 0 0 0 0,1 1 0 0 0,0 0-1 0 0,-6 19 1 0 0,13-32-31 0 0,-1 1 0 0 0,1-1 0 0 0,0 1 0 0 0,0-1 0 0 0,0 1 0 0 0,0-1 0 0 0,0 1 0 0 0,0-1 0 0 0,0 1 0 0 0,0-1 0 0 0,0 1 0 0 0,0 0 0 0 0,0-1 0 0 0,0 1 0 0 0,0-1 0 0 0,0 1 0 0 0,1-1 0 0 0,-1 1 0 0 0,0-1 0 0 0,0 0 0 0 0,1 1 0 0 0,-1-1 0 0 0,0 1 0 0 0,1-1 0 0 0,-1 1 0 0 0,0-1 0 0 0,1 0 0 0 0,-1 1 0 0 0,0-1 0 0 0,1 0 0 0 0,-1 1 0 0 0,1-1 0 0 0,-1 0 0 0 0,1 0 0 0 0,-1 1 0 0 0,1-1 0 0 0,-1 0 0 0 0,1 0 0 0 0,-1 0 0 0 0,1 0 0 0 0,-1 0 0 0 0,1 0 0 0 0,-1 0 0 0 0,1 0 0 0 0,-1 0 0 0 0,1 0 0 0 0,-1 0 0 0 0,1 0 0 0 0,-1 0 0 0 0,1 0 0 0 0,-1 0 0 0 0,1 0 0 0 0,-1 0 0 0 0,1-1 0 0 0,0 1 0 0 0,37-11 0 0 0,-30 9 0 0 0,34-13-19 0 0,-34 11 14 0 0,0 0 1 0 0,1 1 0 0 0,-1 1-1 0 0,0-1 1 0 0,1 1 0 0 0,0 0-1 0 0,0 1 1 0 0,-1 0 0 0 0,1 1 0 0 0,9 0-1 0 0,-17 0 6 0 0,0 0 0 0 0,0 0-1 0 0,0 1 1 0 0,0-1 0 0 0,0 0 0 0 0,0 1-1 0 0,0-1 1 0 0,0 1 0 0 0,0-1 0 0 0,0 1-1 0 0,0-1 1 0 0,-1 1 0 0 0,1-1-1 0 0,0 1 1 0 0,0 0 0 0 0,-1 0 0 0 0,1-1-1 0 0,0 1 1 0 0,-1 0 0 0 0,1 0 0 0 0,-1 0-1 0 0,1-1 1 0 0,0 3 0 0 0,0-1 0 0 0,-1 1 0 0 0,1-1 0 0 0,-1 0 1 0 0,0 1-1 0 0,0-1 0 0 0,0 0 0 0 0,0 1 0 0 0,0-1 1 0 0,0 0-1 0 0,-1 3 0 0 0,-2 6 2 0 0,-1 0 0 0 0,1-1 0 0 0,-8 14 0 0 0,10-22-3 0 0,-22 43-3 0 0,14-27 1 0 0,0-1 0 0 0,0 1 0 0 0,2 0-1 0 0,0 1 1 0 0,-6 29 0 0 0,13-46-6 0 0,0 0 1 0 0,-1 0-1 0 0,1-1 0 0 0,0 1 0 0 0,0 0 1 0 0,0 0-1 0 0,1 0 0 0 0,-1 0 1 0 0,0 0-1 0 0,1-1 0 0 0,-1 1 1 0 0,1 0-1 0 0,-1 0 0 0 0,1-1 1 0 0,0 1-1 0 0,0 0 0 0 0,0-1 1 0 0,0 1-1 0 0,0-1 0 0 0,0 1 0 0 0,0-1 1 0 0,0 1-1 0 0,3 1 0 0 0,-1-1 10 0 0,0 0 0 0 0,0-1 0 0 0,1 1 0 0 0,-1-1-1 0 0,1 1 1 0 0,-1-1 0 0 0,1 0 0 0 0,-1 0-1 0 0,1-1 1 0 0,0 1 0 0 0,3-1 0 0 0,12 1-27 0 0,-1-2 1 0 0,0 0-1 0 0,30-6 0 0 0,-48 6 20 0 0,6 0-510 0 0,24-3-841 0 0,-10 5-5600 0 0</inkml:trace>
</inkml:ink>
</file>

<file path=ppt/ink/ink1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3:43.2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2311 0 920 0 0,'5'50'7103'0'0,"15"25"-559"0"0,-17-63-5528 0 0,8 20 1659 0 0,26 51 0 0 0,-24-57-2001 0 0,-1 1 0 0 0,15 52 1 0 0,15 182 315 0 0,-9-39-91 0 0,-24-183-662 0 0,1 0 0 0 0,1-2 0 0 0,29 62 1 0 0,0-23 304 0 0,76 111 0 0 0,-111-181-530 0 0,-1 0 1 0 0,0 0-1 0 0,0 0 1 0 0,0 1-1 0 0,-1 0 0 0 0,0 0 1 0 0,-1 0-1 0 0,4 12 1 0 0,-10-16-15 0 0,0-1 1 0 0,-1 1-1 0 0,1-1 1 0 0,0 1-1 0 0,-1-1 1 0 0,0 0-1 0 0,-8 2 1 0 0,13-4-1 0 0,-75 20-236 0 0,-1-2 0 0 0,-105 9 0 0 0,92-15-180 0 0,-111 29 1 0 0,-78 59-201 0 0,-18 6 54 0 0,-481 112 52 0 0,722-204 473 0 0,-1-1 0 0 0,-77 6 0 0 0,-116-3-2376 0 0,210-15 1550 0 0,19 1-9 0 0,0-1 0 0 0,-1 0-1 0 0,1-2 1 0 0,0-1-1 0 0,0 0 1 0 0,0-2-1 0 0,0 0 1 0 0,-22-8 0 0 0,19 1-3767 0 0</inkml:trace>
</inkml:ink>
</file>

<file path=ppt/ink/ink1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3:43.7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36 3225 0 0,'10'-36'15486'0'0,"-2"55"-14486"0"0,-6-15-493 0 0,116 290 1883 0 0,-35-79-2329 0 0,-34-98-12 0 0,124 305 91 0 0,-102-239-17 0 0,156 472 413 0 0,-222-635-465 0 0,4 14 264 0 0,7 48 1 0 0,-15-73-277 0 0,0 0 1 0 0,-1-1-1 0 0,0 1 1 0 0,0 0-1 0 0,-1 0 1 0 0,0-1-1 0 0,-1 1 1 0 0,1 0-1 0 0,-2-1 1 0 0,-5 17-1 0 0,7-24-59 0 0,1 0 0 0 0,0-1-1 0 0,-1 1 1 0 0,1 0-1 0 0,-1 0 1 0 0,1-1 0 0 0,-1 1-1 0 0,1 0 1 0 0,-1 0-1 0 0,1-1 1 0 0,-1 1 0 0 0,0-1-1 0 0,1 1 1 0 0,-1-1-1 0 0,0 1 1 0 0,1-1 0 0 0,-1 1-1 0 0,0-1 1 0 0,0 1-1 0 0,1-1 1 0 0,-1 0 0 0 0,0 1-1 0 0,0-1 1 0 0,0 0-1 0 0,-1 0 1 0 0,1 0-29 0 0,0 0 0 0 0,0-1 0 0 0,-1 1-1 0 0,1-1 1 0 0,0 1 0 0 0,0-1 0 0 0,0 0 0 0 0,0 1 0 0 0,0-1 0 0 0,0 0-1 0 0,0 0 1 0 0,0 0 0 0 0,0 0 0 0 0,0 0 0 0 0,1 0 0 0 0,-1 0 0 0 0,0 0-1 0 0,0-2 1 0 0,-9-14-227 0 0</inkml:trace>
</inkml:ink>
</file>

<file path=ppt/ink/ink1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3:44.2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71 6449 0 0,'-57'-36'6269'0'0,"0"1"3280"0"0,57 39-9321 0 0,0-1-1 0 0,1 0 0 0 0,0 0 0 0 0,-1 0 1 0 0,1 0-1 0 0,0 0 0 0 0,3 5 0 0 0,68 181-87 0 0,-43-107-26 0 0,47 94 0 0 0,-72-167-191 0 0,1-1 1 0 0,0 1-1 0 0,1-1 0 0 0,10 13 0 0 0,-11-17-259 0 0</inkml:trace>
</inkml:ink>
</file>

<file path=ppt/ink/ink1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3:45.4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17 5065 0 0,'-16'-17'16773'0'0,"19"28"-16868"0"0,20 85 265 0 0,-18-68-74 0 0,2 0 1 0 0,0 0-1 0 0,17 37 1 0 0,-20-56-84 0 0,0-1 0 0 0,1 0 0 0 0,-1-1 0 0 0,2 1 0 0 0,-1-1 1 0 0,1 0-1 0 0,0 0 0 0 0,1-1 0 0 0,0 0 0 0 0,0 0 0 0 0,0 0 0 0 0,0-1 0 0 0,1 0 1 0 0,0-1-1 0 0,9 4 0 0 0,-11-5 12 0 0,1 0 0 0 0,-1 0 0 0 0,1-1 1 0 0,0 0-1 0 0,0 0 0 0 0,0-1 0 0 0,-1 0 0 0 0,2 0 1 0 0,11-1-1 0 0,-15-1-9 0 0,1 0-1 0 0,0 0 1 0 0,-1 0 0 0 0,1-1 0 0 0,-1 1-1 0 0,1-1 1 0 0,-1 0 0 0 0,0-1 0 0 0,0 1-1 0 0,0-1 1 0 0,0 0 0 0 0,0 0 0 0 0,-1 0-1 0 0,1 0 1 0 0,3-5 0 0 0,51-61-491 0 0,-23 20-6773 0 0</inkml:trace>
</inkml:ink>
</file>

<file path=ppt/ink/ink1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3:45.6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44 4609 0 0,'0'-2'281'0'0,"-1"-1"-1"0"0,0 1 1 0 0,1 0 0 0 0,-1-1-1 0 0,0 1 1 0 0,0 0 0 0 0,0 0 0 0 0,0-1-1 0 0,-1 1 1 0 0,1 0 0 0 0,-1 0-1 0 0,1 0 1 0 0,-1 1 0 0 0,-27-13 11840 0 0,32 26-9224 0 0,11 20-2497 0 0,78 204 1513 0 0,-87-222-1964 0 0,25 74 99 0 0,-3-31-3042 0 0</inkml:trace>
</inkml:ink>
</file>

<file path=ppt/ink/ink1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3:46.5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98 561 6449 0 0,'3'1'300'0'0,"-1"-1"0"0"0,1 0-1 0 0,0 0 1 0 0,-1 0 0 0 0,1 0 0 0 0,0 0-1 0 0,-1-1 1 0 0,1 1 0 0 0,0-1-1 0 0,3-1 1 0 0,2-2 462 0 0,1 0 0 0 0,-1 0 1 0 0,1-1-1 0 0,-1 0 0 0 0,-1-1 0 0 0,13-10 0 0 0,-16 12-461 0 0,1 0-1 0 0,-1-1 0 0 0,0 0 1 0 0,0 1-1 0 0,-1-1 0 0 0,0-1 1 0 0,1 1-1 0 0,-2 0 0 0 0,1-1 1 0 0,-1 1-1 0 0,3-10 0 0 0,-5 13-264 0 0,1-1 0 0 0,-2 0 0 0 0,1 0 0 0 0,0 0-1 0 0,0 0 1 0 0,-1 0 0 0 0,0 0 0 0 0,1 1 0 0 0,-1-1 0 0 0,0 0-1 0 0,-1 0 1 0 0,1 1 0 0 0,0-1 0 0 0,-1 1 0 0 0,1-1-1 0 0,-1 1 1 0 0,0 0 0 0 0,0-1 0 0 0,-4-3 0 0 0,-5-4-56 0 0,0-1 0 0 0,-19-11 0 0 0,22 17 50 0 0,-32-23-137 0 0,25 19 132 0 0,1 0 0 0 0,0-1 0 0 0,1-1-1 0 0,-24-24 1 0 0,34 31 10 0 0,0 0-1 0 0,1 0 0 0 0,-1 0 1 0 0,1 0-1 0 0,0 0 1 0 0,0 0-1 0 0,0 0 0 0 0,0-1 1 0 0,1 1-1 0 0,0-1 1 0 0,0 0-1 0 0,0 1 0 0 0,0-1 1 0 0,1 0-1 0 0,0 1 1 0 0,0-1-1 0 0,0 0 0 0 0,1 1 1 0 0,-1-1-1 0 0,1 0 1 0 0,0 1-1 0 0,3-8 0 0 0,-1 3 28 0 0,0 1 0 0 0,1 0 0 0 0,0 1 0 0 0,1-1-1 0 0,-1 1 1 0 0,1 0 0 0 0,0 0 0 0 0,1 0 0 0 0,0 1 0 0 0,0 0 0 0 0,1 0-1 0 0,-1 0 1 0 0,1 1 0 0 0,0 0 0 0 0,1 0 0 0 0,8-4 0 0 0,-11 7-44 0 0,-1 0 1 0 0,1 0-1 0 0,0 0 1 0 0,0 1-1 0 0,0 0 1 0 0,1 0-1 0 0,-1 0 1 0 0,0 1 0 0 0,0-1-1 0 0,1 1 1 0 0,-1 0-1 0 0,0 1 1 0 0,0-1-1 0 0,0 1 1 0 0,1 0 0 0 0,-1 1-1 0 0,0-1 1 0 0,0 1-1 0 0,0 0 1 0 0,-1 0-1 0 0,1 0 1 0 0,0 1-1 0 0,-1 0 1 0 0,0 0 0 0 0,1 0-1 0 0,-1 0 1 0 0,5 6-1 0 0,3 5-10 0 0,-1 0 0 0 0,-1 0 0 0 0,0 1-1 0 0,15 32 1 0 0,-20-35-8 0 0,1 1-1 0 0,0-2 1 0 0,1 1 0 0 0,1-1-1 0 0,0 0 1 0 0,0 0-1 0 0,1-1 1 0 0,0 0-1 0 0,17 13 1 0 0,-25-23 6 0 0,0 1 1 0 0,-1-1-1 0 0,1 1 1 0 0,0-1-1 0 0,0 1 1 0 0,0-1-1 0 0,0 0 0 0 0,0 0 1 0 0,-1 1-1 0 0,1-1 1 0 0,0 0-1 0 0,0 0 1 0 0,0 0-1 0 0,0 0 1 0 0,0 0-1 0 0,0 0 0 0 0,0 0 1 0 0,0 0-1 0 0,0-1 1 0 0,0 1-1 0 0,0 0 1 0 0,-1 0-1 0 0,3-2 1 0 0,-1 1 30 0 0,0 0 1 0 0,0-1-1 0 0,0 0 1 0 0,0 1-1 0 0,0-1 1 0 0,0 0 0 0 0,0 0-1 0 0,2-4 1 0 0,3-6 177 0 0,0 0 0 0 0,8-23 0 0 0,-10 24-166 0 0,0-2-533 0 0,1 0 0 0 0,1 0 1 0 0,0 1-1 0 0,1 0 0 0 0,0 0 1 0 0,10-10-1 0 0</inkml:trace>
</inkml:ink>
</file>

<file path=ppt/ink/ink1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3:47.2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1 461 6449 0 0,'0'1'158'0'0,"0"0"-1"0"0,0-1 0 0 0,1 1 0 0 0,-1 0 0 0 0,1 0 0 0 0,-1-1 0 0 0,1 1 1 0 0,-1 0-1 0 0,1 0 0 0 0,-1-1 0 0 0,1 1 0 0 0,-1-1 0 0 0,1 1 0 0 0,0-1 1 0 0,0 1-1 0 0,-1-1 0 0 0,1 1 0 0 0,0-1 0 0 0,0 1 0 0 0,-1-1 1 0 0,1 0-1 0 0,1 1 0 0 0,20 10 1856 0 0,-9-6-891 0 0,1 0 0 0 0,-1-2 0 0 0,0 1 0 0 0,1-2 0 0 0,14 2-1 0 0,-24-4-1048 0 0,0 0-1 0 0,-1 1 0 0 0,1-1 1 0 0,0 0-1 0 0,0-1 0 0 0,0 1 1 0 0,0-1-1 0 0,-1 0 0 0 0,1 0 1 0 0,0 0-1 0 0,-1 0 0 0 0,1-1 1 0 0,-1 1-1 0 0,1-1 0 0 0,-1 0 1 0 0,0 0-1 0 0,0 0 0 0 0,1-1 1 0 0,-1 1-1 0 0,-1-1 0 0 0,1 1 1 0 0,0-1-1 0 0,2-3 0 0 0,-4 3-63 0 0,0 1-1 0 0,0 0 1 0 0,0-1-1 0 0,-1 1 1 0 0,1-1-1 0 0,-1 1 1 0 0,1-1-1 0 0,-1 1 0 0 0,0-1 1 0 0,0 0-1 0 0,0 1 1 0 0,0-1-1 0 0,-1 1 1 0 0,1-1-1 0 0,0 1 1 0 0,-3-5-1 0 0,-18-45 197 0 0,10 27-158 0 0,2 1 67 0 0,1 0-1 0 0,1-1 0 0 0,2 0 1 0 0,-6-46-1 0 0,10 62-78 0 0,1 0-1 0 0,0 0 1 0 0,0 0 0 0 0,0 1-1 0 0,1-1 1 0 0,1 0 0 0 0,-1 0-1 0 0,1 1 1 0 0,1-1 0 0 0,0 1 0 0 0,0-1-1 0 0,0 1 1 0 0,1 0 0 0 0,1 1-1 0 0,-1-1 1 0 0,1 1 0 0 0,9-11-1 0 0,-13 16-20 0 0,1 1 0 0 0,-1-1-1 0 0,1 0 1 0 0,0 1-1 0 0,0 0 1 0 0,0-1-1 0 0,0 1 1 0 0,0 0-1 0 0,0 0 1 0 0,0 0 0 0 0,0 0-1 0 0,0 0 1 0 0,0 1-1 0 0,1-1 1 0 0,-1 1-1 0 0,4-1 1 0 0,-4 1-8 0 0,0 0-1 0 0,-1 1 1 0 0,1-1-1 0 0,0 0 1 0 0,0 1-1 0 0,-1 0 1 0 0,1-1 0 0 0,-1 1-1 0 0,1 0 1 0 0,0 0-1 0 0,-1 0 1 0 0,0 0 0 0 0,1 0-1 0 0,-1 0 1 0 0,1 1-1 0 0,-1-1 1 0 0,1 2 0 0 0,5 7-5 0 0,0 0 1 0 0,-1 1-1 0 0,-1 0 1 0 0,0 0-1 0 0,5 15 1 0 0,3 6 3 0 0,-11-28 1 0 0,0 0 1 0 0,0 0 0 0 0,0 0-1 0 0,1-1 1 0 0,0 1-1 0 0,0-1 1 0 0,0 1-1 0 0,0-1 1 0 0,0 0 0 0 0,0 0-1 0 0,1-1 1 0 0,0 1-1 0 0,-1-1 1 0 0,1 1 0 0 0,0-1-1 0 0,0 0 1 0 0,7 2-1 0 0,-8-4 16 0 0,1 1 0 0 0,-1-1 0 0 0,1 0 0 0 0,-1 0 0 0 0,1 0 0 0 0,-1 0 0 0 0,0 0 0 0 0,1-1 0 0 0,-1 1 0 0 0,0-1 0 0 0,1 0 0 0 0,-1 0 0 0 0,0-1 0 0 0,0 1 0 0 0,0 0 0 0 0,0-1 1 0 0,0 0-1 0 0,0 0 0 0 0,0 0 0 0 0,0 0 0 0 0,-1 0 0 0 0,1-1 0 0 0,2-2 0 0 0,6-8-14 0 0,-1 0 1 0 0,-1-1-1 0 0,10-18 1 0 0,-17 29-22 0 0,11-19-287 0 0</inkml:trace>
</inkml:ink>
</file>

<file path=ppt/ink/ink1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3:48.2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1 341 6913 0 0,'26'-18'2786'0'0,"-18"11"-2175"0"0,173-105 6681 0 0,-98 64-6210 0 0,-46 26-960 0 0,0-2 0 0 0,-2-1 0 0 0,48-44 0 0 0,-83 69-120 0 0,0 0 1 0 0,0 0-1 0 0,0 0 0 0 0,0 0 0 0 0,0 0 1 0 0,0 0-1 0 0,0 0 0 0 0,-1 0 0 0 0,1 0 0 0 0,0 0 1 0 0,0 0-1 0 0,0-1 0 0 0,0 1 0 0 0,0 0 1 0 0,0 0-1 0 0,0 0 0 0 0,0 0 0 0 0,0 0 1 0 0,0 0-1 0 0,0 0 0 0 0,0 0 0 0 0,-1 0 1 0 0,1 0-1 0 0,0 0 0 0 0,0 0 0 0 0,0-1 0 0 0,0 1 1 0 0,0 0-1 0 0,0 0 0 0 0,0 0 0 0 0,0 0 1 0 0,0 0-1 0 0,0 0 0 0 0,0 0 0 0 0,0 0 1 0 0,0 0-1 0 0,0-1 0 0 0,0 1 0 0 0,0 0 1 0 0,0 0-1 0 0,0 0 0 0 0,0 0 0 0 0,0 0 0 0 0,0 0 1 0 0,0 0-1 0 0,1 0 0 0 0,-1 0 0 0 0,0-1 1 0 0,0 1-1 0 0,0 0 0 0 0,0 0 0 0 0,0 0 1 0 0,0 0-1 0 0,0 0 0 0 0,0 0 0 0 0,0 0 1 0 0,0 0-1 0 0,-14 4 57 0 0,-19 9-32 0 0,29-10-54 0 0,-4 0 23 0 0,0 1-1 0 0,1 1 1 0 0,0-1 0 0 0,0 1 0 0 0,0 1 0 0 0,1-1-1 0 0,0 1 1 0 0,-11 13 0 0 0,16-18 14 0 0,1-1 1 0 0,0 1 0 0 0,-1 0-1 0 0,1-1 1 0 0,0 1-1 0 0,0 0 1 0 0,-1 0-1 0 0,1-1 1 0 0,0 1 0 0 0,0 0-1 0 0,0-1 1 0 0,0 1-1 0 0,0 0 1 0 0,0 0 0 0 0,0-1-1 0 0,0 1 1 0 0,0 0-1 0 0,0 0 1 0 0,1-1-1 0 0,-1 1 1 0 0,0 0 0 0 0,0-1-1 0 0,1 1 1 0 0,-1 0-1 0 0,0-1 1 0 0,1 1 0 0 0,-1-1-1 0 0,1 2 1 0 0,1-1-3 0 0,-1 0 0 0 0,1 0 0 0 0,0 0 0 0 0,-1 0 0 0 0,1 0 0 0 0,0 0 0 0 0,0 0 0 0 0,-1 0 0 0 0,1-1 0 0 0,3 1 0 0 0,2 1 32 0 0,0-1 0 0 0,0-1 0 0 0,0 1 0 0 0,-1-1 0 0 0,10-1 0 0 0,-8-1 120 0 0,1 0 0 0 0,-1-1 0 0 0,0 0 0 0 0,0 0 0 0 0,0-1 0 0 0,0 0 1 0 0,-1-1-1 0 0,12-8 0 0 0,-17 11-92 0 0,0 1 1 0 0,0-1-1 0 0,0 0 0 0 0,0 0 1 0 0,0 0-1 0 0,0 0 1 0 0,-1-1-1 0 0,1 1 0 0 0,-1 0 1 0 0,0-1-1 0 0,1 1 1 0 0,-1-1-1 0 0,1-4 0 0 0,-2 6-45 0 0,0-1 0 0 0,0 0-1 0 0,0 0 1 0 0,0 0 0 0 0,0 0 0 0 0,-1 1-1 0 0,1-1 1 0 0,0 0 0 0 0,-1 0-1 0 0,0 1 1 0 0,1-1 0 0 0,-1 0-1 0 0,0 1 1 0 0,0-1 0 0 0,0 1-1 0 0,0-1 1 0 0,0 1 0 0 0,0-1-1 0 0,0 1 1 0 0,0 0 0 0 0,-1-1 0 0 0,-2-1-1 0 0,3 2-12 0 0,0 0 1 0 0,0 0-1 0 0,0 1 0 0 0,-1-1 0 0 0,1 0 1 0 0,0 0-1 0 0,-1 1 0 0 0,1-1 0 0 0,0 1 0 0 0,-1-1 1 0 0,1 1-1 0 0,-1-1 0 0 0,1 1 0 0 0,-1 0 1 0 0,1 0-1 0 0,-1 0 0 0 0,1 0 0 0 0,-1 0 0 0 0,1 0 1 0 0,-1 0-1 0 0,1 0 0 0 0,-1 1 0 0 0,1-1 1 0 0,0 1-1 0 0,-1-1 0 0 0,1 1 0 0 0,-1-1 1 0 0,1 1-1 0 0,0 0 0 0 0,-1 0 0 0 0,1-1 0 0 0,0 1 1 0 0,0 0-1 0 0,0 0 0 0 0,0 0 0 0 0,0 1 1 0 0,0-1-1 0 0,-1 1 0 0 0,-5 10-130 0 0</inkml:trace>
</inkml:ink>
</file>

<file path=ppt/ink/ink1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3:48.8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202 209 6449 0 0,'-67'47'3589'0'0,"-64"48"584"0"0,127-90-3759 0 0,7-3-67 0 0,17-5 181 0 0,27-12 103 0 0,142-81 1254 0 0,-13 5-1 0 0,20 22-229 0 0,-51 20-757 0 0,-144 49-1001 0 0,0 0 1 0 0,0 0 0 0 0,0-1-1 0 0,1 1 1 0 0,-1 0-1 0 0,0-1 1 0 0,0 1 0 0 0,0-1-1 0 0,0 0 1 0 0,0 1-1 0 0,0-1 1 0 0,0 0 0 0 0,0 0-1 0 0,-1 1 1 0 0,1-1-1 0 0,1-2 1 0 0,-12-11-2650 0 0,7 11 2498 0 0,-3-4-1473 0 0</inkml:trace>
</inkml:ink>
</file>

<file path=ppt/ink/ink1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3:49.5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81 258 9674 0 0,'-77'-45'8099'0'0,"74"41"-6958"0"0,11 2-571 0 0,11 3-132 0 0,7 6-299 0 0,1 1 1 0 0,-1 0 0 0 0,26 15-1 0 0,-29-13-52 0 0,0 0-1 0 0,1-2 1 0 0,0-1-1 0 0,26 5 0 0 0,-35-9 64 0 0,35 3 286 0 0,-48-6-370 0 0,1 0-1 0 0,-1 0 1 0 0,1-1 0 0 0,-1 1-1 0 0,1 0 1 0 0,-1-1 0 0 0,0 1-1 0 0,1-1 1 0 0,-1 0 0 0 0,1 0-1 0 0,-1 0 1 0 0,0 0 0 0 0,0 0-1 0 0,0-1 1 0 0,4-2 0 0 0,-5 3-26 0 0,-1 0 0 0 0,1-1 0 0 0,-1 1 0 0 0,1 0 0 0 0,-1 0 0 0 0,1 0 0 0 0,-1-1 0 0 0,0 1 0 0 0,0 0 0 0 0,0-1 0 0 0,0 1 0 0 0,0 0 0 0 0,0-1 0 0 0,0 1 0 0 0,0 0 0 0 0,0 0 0 0 0,0-1 0 0 0,-1 1 0 0 0,0-3 0 0 0,-11-29 349 0 0,8 25-293 0 0,-3-9-155 0 0,0 0 172 0 0,1 1 0 0 0,0-2 1 0 0,1 1-1 0 0,-3-24 1 0 0,7 36-327 0 0,1 0 1 0 0,-1 0 0 0 0,1 1-1 0 0,1-1 1 0 0,-1 0 0 0 0,1 0-1 0 0,0 1 1 0 0,0-1-1 0 0,0 1 1 0 0,0-1 0 0 0,1 0-1 0 0,0 1 1 0 0,0 0 0 0 0,0 0-1 0 0,0-1 1 0 0,1 1-1 0 0,0 0 1 0 0,0 1 0 0 0,0-1-1 0 0,0 1 1 0 0,6-6 0 0 0</inkml:trace>
</inkml:ink>
</file>

<file path=ppt/ink/ink1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3:49.7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1 8290 0 0,'-1'4'485'0'0,"0"0"1"0"0,0 0 0 0 0,0 1 0 0 0,1-1-1 0 0,0 0 1 0 0,0 1 0 0 0,0-1-1 0 0,0 0 1 0 0,1 1 0 0 0,-1-1-1 0 0,3 8 1 0 0,-1-4-20 0 0,5 35 2415 0 0,15 47 1 0 0,-16-70-2605 0 0,1-1 1 0 0,0 0 0 0 0,2 0 0 0 0,17 29-1 0 0,-10-30-1941 0 0</inkml:trace>
</inkml:ink>
</file>

<file path=ppt/ink/ink1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3:50.3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33 6449 0 0,'1'3'4554'0'0,"7"-3"-1256"0"0,12-3-381 0 0,-17 2-3245 0 0,28-12 1293 0 0,-25 10-1546 0 0,1 0-1 0 0,0 0 1 0 0,-1 1 0 0 0,1 0-1 0 0,0 0 1 0 0,10-1 0 0 0,-9 3-850 0 0</inkml:trace>
</inkml:ink>
</file>

<file path=ppt/ink/ink1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3:50.4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1 138 7370 0 0,'0'4'1576'0'0,"1"-5"-1144"0"0,2-2 0 0 0,0-3-224 0 0,2-2-48 0 0,4-4 0 0 0,2-3-8 0 0,3-1-1400 0 0,1-2-272 0 0,3-2-57 0 0,-1-1-15 0 0,3 0 1256 0 0</inkml:trace>
</inkml:ink>
</file>

<file path=ppt/ink/ink1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3:50.6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20 5985 0 0,'0'-1'183'0'0,"0"1"-1"0"0,0-1 0 0 0,0 1 1 0 0,0-1-1 0 0,0 0 0 0 0,0 1 1 0 0,0-1-1 0 0,0 1 0 0 0,1-1 1 0 0,-1 1-1 0 0,0-1 0 0 0,3-3 1642 0 0,-2 4-1642 0 0,-1 0 1 0 0,1-1-1 0 0,-1 1 0 0 0,1 0 1 0 0,-1 0-1 0 0,1-1 0 0 0,-1 1 1 0 0,1 0-1 0 0,-1 0 0 0 0,1 0 1 0 0,-1 0-1 0 0,1 0 0 0 0,0 0 1 0 0,24-6 2580 0 0,-22 7-2647 0 0,0 0 0 0 0,1 1 0 0 0,-1 0 1 0 0,0 0-1 0 0,0 0 0 0 0,0 0 0 0 0,0 0 1 0 0,0 1-1 0 0,-1-1 0 0 0,1 1 0 0 0,-1 0 0 0 0,1-1 1 0 0,-1 1-1 0 0,0 0 0 0 0,0 1 0 0 0,0-1 1 0 0,-1 0-1 0 0,1 0 0 0 0,1 7 0 0 0,3 8-204 0 0,0 1-1 0 0,3 28 0 0 0,-6-32 284 0 0,4 36-166 0 0,5 26 237 0 0,-10-70-496 0 0,0 1 1 0 0,0-1-1 0 0,1 0 1 0 0,0-1-1 0 0,0 1 1 0 0,0 0-1 0 0,8 10 1 0 0</inkml:trace>
</inkml:ink>
</file>

<file path=ppt/ink/ink1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3:50.8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1 920 0 0,'2'18'80'0'0,"-1"-4"-80"0"0,1-1 0 0 0,-2-5 0 0 0,1 1 3049 0 0,-1-3-1345 0 0,0 5 17 0 0,-1 3-297 0 0,1 3-56 0 0,-2-2-16 0 0,2-2 1 0 0,-1-3-1697 0 0,-1-6-336 0 0</inkml:trace>
</inkml:ink>
</file>

<file path=ppt/ink/ink1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3:53.0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49 425 456 0 0,'7'-39'492'0'0,"-5"32"-489"0"0,0 0 0 0 0,0-1 0 0 0,-1 1 1 0 0,0-11-1 0 0,-1 16 211 0 0,0 0 0 0 0,0 0 1 0 0,0 0-1 0 0,-1 1 0 0 0,1-1 0 0 0,0 0 1 0 0,-1 1-1 0 0,0-1 0 0 0,1 0 1 0 0,-1 1-1 0 0,0-1 0 0 0,0 1 0 0 0,0-1 1 0 0,0 1-1 0 0,0-1 0 0 0,0 1 1 0 0,0 0-1 0 0,0-1 0 0 0,-1 1 0 0 0,1 0 1 0 0,-1 0-1 0 0,1 0 0 0 0,-2-1 1 0 0,-40-20 12162 0 0,54 28-8403 0 0,45 27-3971 0 0,-17-10-18 0 0,62 29 0 0 0,-89-47 12 0 0,1 0 0 0 0,-1-1 1 0 0,1-1-1 0 0,0 0 1 0 0,-1 0-1 0 0,1-1 1 0 0,1-1-1 0 0,-1 0 0 0 0,25-3 1 0 0,-35 2 24 0 0,-1 0-1 0 0,1 0 1 0 0,-1-1 0 0 0,0 1 0 0 0,1-1 0 0 0,-1 1 0 0 0,0-1-1 0 0,0 0 1 0 0,1 0 0 0 0,-1 0 0 0 0,0 0 0 0 0,0-1 0 0 0,0 1 0 0 0,0-1-1 0 0,0 1 1 0 0,0-1 0 0 0,-1 1 0 0 0,1-1 0 0 0,0 0 0 0 0,-1 0-1 0 0,0 0 1 0 0,1 0 0 0 0,0-2 0 0 0,-1 0 20 0 0,0 1 1 0 0,0-1-1 0 0,-1 0 1 0 0,1 1-1 0 0,-1-1 0 0 0,0 0 1 0 0,0 1-1 0 0,0-1 1 0 0,-1 0-1 0 0,1 1 0 0 0,-1-1 1 0 0,0 1-1 0 0,0-1 1 0 0,-2-5-1 0 0,0 1 32 0 0,-10-27 406 0 0,-14-65 1 0 0,25 91-564 0 0,0-1 0 0 0,1 1 0 0 0,0-1 0 0 0,1 0 1 0 0,0 1-1 0 0,0-1 0 0 0,1 0 0 0 0,1 1 1 0 0,-1-1-1 0 0,2 1 0 0 0,-1-1 0 0 0,6-10 1 0 0,-7 16-253 0 0,1 1 0 0 0,0 0 1 0 0,0 0-1 0 0,1 0 0 0 0,-1 0 1 0 0,0 0-1 0 0,1 1 0 0 0,0-1 1 0 0,0 1-1 0 0,0-1 0 0 0,0 1 1 0 0,0 0-1 0 0,0 0 0 0 0,1 1 1 0 0,-1-1-1 0 0,0 1 0 0 0,6-2 1 0 0,10-2-1683 0 0</inkml:trace>
</inkml:ink>
</file>

<file path=ppt/ink/ink1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3:53.3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70 2761 0 0,'16'-21'3592'0'0,"-11"16"-2512"0"0,0-1 0 0 0,0 1 0 0 0,0 0-1 0 0,1 1 1 0 0,-1-1 0 0 0,1 1 0 0 0,1 0-1 0 0,5-3 1 0 0,-10 7-942 0 0,1-1-1 0 0,-1 0 1 0 0,0 1 0 0 0,0-1-1 0 0,1 1 1 0 0,-1 0-1 0 0,0 0 1 0 0,1-1 0 0 0,-1 2-1 0 0,0-1 1 0 0,1 0-1 0 0,-1 0 1 0 0,0 1 0 0 0,0-1-1 0 0,1 1 1 0 0,-1 0-1 0 0,0 0 1 0 0,0 0-1 0 0,0 0 1 0 0,0 0 0 0 0,0 0-1 0 0,0 0 1 0 0,0 1-1 0 0,0-1 1 0 0,-1 1 0 0 0,1-1-1 0 0,0 1 1 0 0,-1 0-1 0 0,2 1 1 0 0,3 5-89 0 0,0 0 0 0 0,0 0 0 0 0,-1 0 0 0 0,-1 0 1 0 0,1 1-1 0 0,-1 0 0 0 0,5 16 0 0 0,-2 2-4 0 0,4 37 0 0 0,7 24 630 0 0,-18-86-664 0 0,1-1 1 0 0,-1 1 0 0 0,0-1 0 0 0,1 1 0 0 0,-1-1 0 0 0,1 1 0 0 0,0-1 0 0 0,-1 0-1 0 0,1 1 1 0 0,0-1 0 0 0,0 0 0 0 0,0 0 0 0 0,0 0 0 0 0,0 0 0 0 0,0 0 0 0 0,0 0-1 0 0,0 0 1 0 0,0 0 0 0 0,1 0 0 0 0,-1 0 0 0 0,0 0 0 0 0,2 0 0 0 0,-2-1 12 0 0,1 0 0 0 0,-1 0-1 0 0,1 0 1 0 0,-1 0 0 0 0,1 0 0 0 0,-1 0 0 0 0,1-1 0 0 0,-1 1 0 0 0,1 0 0 0 0,-1-1 0 0 0,0 1 0 0 0,1-1 0 0 0,-1 0 0 0 0,0 1 0 0 0,1-1 0 0 0,-1 0 0 0 0,0 0 0 0 0,1-1 0 0 0,5-4 64 0 0,-1 0 0 0 0,0 0 0 0 0,0-1 0 0 0,-1 1 0 0 0,0-2 0 0 0,5-8 0 0 0,29-63-634 0 0,-26 48-100 0 0</inkml:trace>
</inkml:ink>
</file>

<file path=ppt/ink/ink1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3:53.8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80 12443 0 0,'0'-2'435'0'0,"-3"-2"172"0"0,0-1 1 0 0,1 0 0 0 0,-1 0 0 0 0,1 0 0 0 0,1 0-1 0 0,-1 0 1 0 0,1 0 0 0 0,0-1 0 0 0,0 1 0 0 0,0 0 0 0 0,1-1-1 0 0,0-7 1 0 0,0 13-577 0 0,0 0 0 0 0,0-1 0 0 0,0 1 0 0 0,0 0 0 0 0,0 0 0 0 0,0 0 0 0 0,0-1 0 0 0,0 1 0 0 0,0 0 0 0 0,1 0 0 0 0,-1 0 0 0 0,0 0 0 0 0,0-1 0 0 0,0 1 0 0 0,0 0 0 0 0,0 0 0 0 0,1 0 0 0 0,-1 0 0 0 0,0 0 0 0 0,0 0-1 0 0,0-1 1 0 0,1 1 0 0 0,-1 0 0 0 0,0 0 0 0 0,0 0 0 0 0,0 0 0 0 0,1 0 0 0 0,-1 0 0 0 0,0 0 0 0 0,0 0 0 0 0,0 0 0 0 0,1 0 0 0 0,-1 0 0 0 0,0 0 0 0 0,0 0 0 0 0,0 0 0 0 0,1 0 0 0 0,-1 0 0 0 0,0 0 0 0 0,1 1 0 0 0,9 6 457 0 0,6 12-228 0 0,2 7-80 0 0,-2 1 1 0 0,19 43 0 0 0,19 33-161 0 0,-47-93-404 0 0,0 0 0 0 0,0 0 0 0 0,1-1 1 0 0,1 0-1 0 0,-1 0 0 0 0,1 0 0 0 0,12 7 0 0 0</inkml:trace>
</inkml:ink>
</file>

<file path=ppt/ink/ink1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3:54.2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149 19 1840 0 0,'-1'-2'402'0'0,"0"1"-1"0"0,-1-1 0 0 0,1 1 0 0 0,-1-1 0 0 0,1 1 1 0 0,-1 0-1 0 0,0 0 0 0 0,0 0 0 0 0,1 0 0 0 0,-1 0 0 0 0,0 0 1 0 0,0 0-1 0 0,0 1 0 0 0,0-1 0 0 0,0 1 0 0 0,0-1 1 0 0,0 1-1 0 0,0 0 0 0 0,0 0 0 0 0,0 0 0 0 0,0 0 1 0 0,0 0-1 0 0,0 0 0 0 0,-3 1 0 0 0,2 1-100 0 0,0-1 0 0 0,0 1-1 0 0,0 0 1 0 0,0 0 0 0 0,0 0-1 0 0,0 0 1 0 0,0 1 0 0 0,1-1 0 0 0,0 1-1 0 0,-1 0 1 0 0,1-1 0 0 0,0 1-1 0 0,0 0 1 0 0,-2 5 0 0 0,-5 9-223 0 0,0 1 0 0 0,1 1 0 0 0,1 0 0 0 0,1 0 0 0 0,0 0 0 0 0,2 1 0 0 0,0 0 0 0 0,1-1 0 0 0,0 27 0 0 0,3-45-82 0 0,0 0 0 0 0,0 0 0 0 0,0 0 0 0 0,0 0 0 0 0,0 0 0 0 0,0 0 0 0 0,0 0 0 0 0,0 0 0 0 0,0 0 0 0 0,0 0 0 0 0,1-1 0 0 0,-1 1 0 0 0,0 0 0 0 0,1 0 0 0 0,-1 0 0 0 0,1 0 0 0 0,-1-1 0 0 0,1 1 0 0 0,-1 0 0 0 0,2 1 0 0 0,-2-2 0 0 0,1 0 1 0 0,-1 0-1 0 0,1 0 1 0 0,-1 0-1 0 0,1 0 1 0 0,0 0-1 0 0,-1 0 1 0 0,1 0-1 0 0,-1 0 1 0 0,1 0-1 0 0,-1-1 1 0 0,1 1-1 0 0,-1 0 1 0 0,1 0-1 0 0,-1 0 1 0 0,1-1-1 0 0,-1 1 1 0 0,1 0-1 0 0,-1-1 1 0 0,0 1-1 0 0,1 0 1 0 0,-1-1-1 0 0,1 1 1 0 0,-1-1-1 0 0,3-2-9 0 0,0 0 0 0 0,0 0-1 0 0,-1-1 1 0 0,0 1 0 0 0,1-1 0 0 0,-1 1 0 0 0,2-8 0 0 0,7-55 209 0 0,-11 56 310 0 0,1 0 0 0 0,0 1 0 0 0,1-1 0 0 0,0 0 1 0 0,1 0-1 0 0,0 1 0 0 0,0 0 0 0 0,8-17 0 0 0,-10 25-460 0 0,0 0 0 0 0,0 0 1 0 0,0 1-1 0 0,0-1 0 0 0,0 0 0 0 0,0 0 0 0 0,1 1 0 0 0,-1-1 0 0 0,0 1 0 0 0,0-1 0 0 0,0 1 0 0 0,1 0 1 0 0,-1-1-1 0 0,0 1 0 0 0,0 0 0 0 0,1 0 0 0 0,-1 0 0 0 0,0-1 0 0 0,0 2 0 0 0,1-1 0 0 0,-1 0 0 0 0,0 0 0 0 0,0 0 1 0 0,1 0-1 0 0,-1 1 0 0 0,0-1 0 0 0,0 1 0 0 0,1-1 0 0 0,-1 1 0 0 0,1 0 0 0 0,42 23-113 0 0,-32-16 139 0 0,45 27-383 0 0,-35-21-26 0 0</inkml:trace>
</inkml:ink>
</file>

<file path=ppt/ink/ink1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3:54.6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0 11058 0 0,'0'1'108'0'0,"-1"-1"-1"0"0,1 1 1 0 0,0-1-1 0 0,0 0 1 0 0,-1 1 0 0 0,1 0-1 0 0,0-1 1 0 0,0 1-1 0 0,0-1 1 0 0,-1 1-1 0 0,1-1 1 0 0,0 1-1 0 0,0-1 1 0 0,0 1-1 0 0,0-1 1 0 0,0 1-1 0 0,0 0 1 0 0,0-1-1 0 0,0 1 1 0 0,0-1 0 0 0,1 1-1 0 0,-1-1 1 0 0,0 1-1 0 0,0-1 1 0 0,0 1-1 0 0,1-1 1 0 0,-1 2-1 0 0,10 19 1090 0 0,-8-15-585 0 0,4 6-61 0 0,79 177 4113 0 0,-66-152-4326 0 0,2-1 0 0 0,51 65 0 0 0,-48-73-208 0 0,-16-21-108 0 0,-1 1 0 0 0,0 0 0 0 0,0 0 0 0 0,-1 1 0 0 0,0 0 0 0 0,-1 0 0 0 0,5 10 0 0 0,-9-18-84 0 0,-1 0 0 0 0,0 0 0 0 0,0 0 0 0 0,1 0 0 0 0,-1 0 0 0 0,0 0 0 0 0,0 0 0 0 0,0 0 0 0 0,0 0 0 0 0,0 0 0 0 0,0 0 0 0 0,0 0 0 0 0,0 0 0 0 0,-1 0 0 0 0,1 0 0 0 0,0 0 0 0 0,0 0 0 0 0,-1 0 0 0 0,0 2 0 0 0,-2-2-419 0 0</inkml:trace>
</inkml:ink>
</file>

<file path=ppt/ink/ink1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3:54.9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2 170 6913 0 0,'-2'-10'11585'0'0,"3"10"-11440"0"0,18 3 682 0 0,1 0 0 0 0,28 9 0 0 0,-29-7-433 0 0,0-1 1 0 0,0 0 0 0 0,36 2-1 0 0,-52-6-287 0 0,1 0 0 0 0,0 0 0 0 0,0 0 0 0 0,0 0 0 0 0,0-1 1 0 0,-1 0-1 0 0,1 1 0 0 0,0-1 0 0 0,0-1 0 0 0,6-2 0 0 0,-9 3-63 0 0,1-1 1 0 0,0 0-1 0 0,-1 1 1 0 0,1-1-1 0 0,-1 0 1 0 0,0 0-1 0 0,0 0 1 0 0,1 0-1 0 0,-1 0 1 0 0,0 0-1 0 0,-1 0 0 0 0,1 0 1 0 0,0 0-1 0 0,-1 0 1 0 0,1 0-1 0 0,-1-1 1 0 0,0 1-1 0 0,1 0 1 0 0,-1-5-1 0 0,1-9-410 0 0,0 1 0 0 0,2-1 0 0 0,0 1 0 0 0,0 0 0 0 0,2-1 0 0 0,6-13 0 0 0,0 7 164 0 0</inkml:trace>
</inkml:ink>
</file>

<file path=ppt/ink/ink1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3:55.6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120 386 3225 0 0,'-12'8'429'0'0,"0"0"1"0"0,0 1-1 0 0,1 1 1 0 0,0-1-1 0 0,-16 20 1 0 0,5-6 233 0 0,21-22-631 0 0,0-1 0 0 0,0 1 0 0 0,0 0 0 0 0,0-1-1 0 0,1 1 1 0 0,-1 0 0 0 0,0 0 0 0 0,0-1 0 0 0,1 1 0 0 0,-1 0-1 0 0,1 0 1 0 0,-1 0 0 0 0,1 0 0 0 0,-1 0 0 0 0,1 0-1 0 0,-1 0 1 0 0,1 0 0 0 0,0 0 0 0 0,-1 0 0 0 0,1 2-1 0 0,1-3 31 0 0,0 0-1 0 0,0 1 0 0 0,0-1 0 0 0,0 0 0 0 0,0 0 0 0 0,0 0 0 0 0,-1 0 1 0 0,1 0-1 0 0,0 0 0 0 0,0 0 0 0 0,0-1 0 0 0,0 1 0 0 0,0 0 0 0 0,0 0 0 0 0,0-1 1 0 0,0 1-1 0 0,0-1 0 0 0,49-21 1271 0 0,254-116 2125 0 0,-42 20-1453 0 0,106-42-291 0 0,-292 128-1660 0 0,-59 25-445 0 0,1 0 1 0 0,32-7-1 0 0,-35 12-5216 0 0</inkml:trace>
</inkml:ink>
</file>

<file path=ppt/ink/ink1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4:16.6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41 13363 0 0,'0'-41'7193'0'0,"0"56"-6797"0"0,2-1 0 0 0,-1 0 1 0 0,6 19-1 0 0,1 12-284 0 0,1 106 19 0 0,-13 206 0 0 0,-2-38 83 0 0,8-238-164 0 0,26 155 0 0 0,14-36 319 0 0,-14-77 399 0 0,25 251-1 0 0,-50-322-556 0 0,0-31-206 0 0,-2 1 0 0 0,0 0 0 0 0,-1 0 0 0 0,-2 0-1 0 0,-5 29 1 0 0,3-38-405 0 0</inkml:trace>
</inkml:ink>
</file>

<file path=ppt/ink/ink1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4:17.1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226 60 8290 0 0,'-43'11'998'0'0,"0"1"0"0"0,1 3 0 0 0,-45 22 1 0 0,77-30 413 0 0,11-1-350 0 0,21 1 232 0 0,35-4-455 0 0,482-39 1510 0 0,-178 7-1192 0 0,582-41 1356 0 0,-458 48-1793 0 0,-455 22-674 0 0,53 6 0 0 0,-73-5-23 0 0,-1 1 1 0 0,1 0 0 0 0,-1 0-1 0 0,0 1 1 0 0,0 1 0 0 0,0-1-1 0 0,0 1 1 0 0,-1 1-1 0 0,13 8 1 0 0,-20-13-90 0 0,0 1-1 0 0,0 0 1 0 0,0 0-1 0 0,0-1 1 0 0,0 1-1 0 0,-1 0 1 0 0,1 0 0 0 0,0 0-1 0 0,-1 0 1 0 0,1 0-1 0 0,-1 0 1 0 0,1 0-1 0 0,-1 0 1 0 0,1 0-1 0 0,-1 0 1 0 0,0 0 0 0 0,1 0-1 0 0,-1 0 1 0 0,0 0-1 0 0,0 0 1 0 0,0 0-1 0 0,0 1 1 0 0,0-1-1 0 0,0 0 1 0 0,0 0 0 0 0,0 0-1 0 0,0 0 1 0 0,-1 0-1 0 0,1 0 1 0 0,0 0-1 0 0,-1 0 1 0 0,1 0-1 0 0,-1 1 1 0 0</inkml:trace>
</inkml:ink>
</file>

<file path=ppt/ink/ink1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4:17.4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99 19 4865 0 0,'-21'4'220'0'0,"-28"5"1030"0"0,20 4 3504 0 0,72-16 1343 0 0,-18 3-5010 0 0,205-30 4090 0 0,-172 22-5789 0 0,-47 6 420 0 0,0 1-1 0 0,0 0 1 0 0,0 1-1 0 0,0 0 1 0 0,16 3-1 0 0,-14 1-902 0 0</inkml:trace>
</inkml:ink>
</file>

<file path=ppt/ink/ink1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4:17.8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13 5985 0 0,'-48'-12'16689'0'0,"55"34"-16798"0"0,-4-16 504 0 0,6 37-171 0 0,-1 0-1 0 0,-3 1 1 0 0,1 72 0 0 0,0-8-90 0 0,92 673-24 0 0,-53-476 323 0 0,2 347-216 0 0,-46-628-246 0 0,-1 0 0 0 0,-5 23-1 0 0,4-39-410 0 0</inkml:trace>
</inkml:ink>
</file>

<file path=ppt/ink/ink1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4:18.7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94 338 6913 0 0,'-4'-1'248'0'0,"-1"0"-1"0"0,0 0 0 0 0,0 0 0 0 0,0 0 0 0 0,0 1 0 0 0,0 0 0 0 0,0 0 0 0 0,0 0 0 0 0,0 1 1 0 0,0 0-1 0 0,0 0 0 0 0,0 0 0 0 0,0 0 0 0 0,0 1 0 0 0,1 0 0 0 0,-11 8 2085 0 0,23-8-1443 0 0,13-1-206 0 0,313-42 2677 0 0,-129 10-2656 0 0,703-42 1514 0 0,-365 36-1425 0 0,10-1-104 0 0,-75 2-474 0 0,105-10 24 0 0,-139 13-31 0 0,-272 23-176 0 0,-156 9-55 0 0,-3-1 29 0 0,0 2-1 0 0,1-1 1 0 0,-1 1-1 0 0,1 1 1 0 0,-1 1-1 0 0,24 5 1 0 0,-44-13 46 0 0,16-2 105 0 0,-9 7-166 0 0,1 1 16 0 0,-1 0 1 0 0,1 0-1 0 0,-1 0 0 0 0,1-1 1 0 0,-1 1-1 0 0,1 0 0 0 0,-1 0 1 0 0,1 0-1 0 0,-1 0 0 0 0,1 0 1 0 0,-1 0-1 0 0,1 0 1 0 0,-1 0-1 0 0,1 0 0 0 0,-1 0 1 0 0,0 0-1 0 0,1 0 0 0 0,-1 1 1 0 0,1-1-1 0 0,-1 0 0 0 0,1 0 1 0 0,-1 0-1 0 0,1 1 0 0 0,-1-1 1 0 0,1 0-1 0 0,-1 1 0 0 0,0-1 1 0 0,1 0-1 0 0,-1 1 0 0 0,0-1 1 0 0,1 0-1 0 0,-1 1 0 0 0,0-1 1 0 0,1 1-1 0 0,11 16 280 0 0,-10-14-263 0 0,11 20-24 0 0,0 0-1 0 0,-2 0 1 0 0,0 2-1 0 0,-2-1 1 0 0,8 31-1 0 0,22 131 15 0 0,-9 10 96 0 0,51 236 273 0 0,-58-352-230 0 0,2 4-97 0 0,25 157-1 0 0,-48-167-2011 0 0</inkml:trace>
</inkml:ink>
</file>

<file path=ppt/ink/ink1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4:19.3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370 1 6913 0 0,'-38'21'4384'0'0,"-72"27"939"0"0,45-22-3035 0 0,-79 47 1 0 0,143-73-2268 0 0,0 0 0 0 0,1 0 0 0 0,-1 1 0 0 0,1-1 0 0 0,-1 0 0 0 0,0 1 0 0 0,1-1 1 0 0,-1 0-1 0 0,1 1 0 0 0,-1-1 0 0 0,1 1 0 0 0,-1-1 0 0 0,1 1 0 0 0,-1-1 1 0 0,1 1-1 0 0,-1 0 0 0 0,1-1 0 0 0,0 1 0 0 0,-1-1 0 0 0,1 1 0 0 0,0 0 0 0 0,0-1 1 0 0,-1 1-1 0 0,1 0 0 0 0,0-1 0 0 0,0 1 0 0 0,0 0 0 0 0,0 0 0 0 0,0 0-10 0 0,1 0-1 0 0,0 0 1 0 0,-1 0-1 0 0,1-1 0 0 0,0 1 1 0 0,-1 0-1 0 0,1-1 1 0 0,0 1-1 0 0,0 0 1 0 0,0-1-1 0 0,0 1 0 0 0,0-1 1 0 0,0 1-1 0 0,0-1 1 0 0,0 0-1 0 0,1 1 0 0 0,55 10-46 0 0,-48-10 113 0 0,84 10 109 0 0,-42-5-182 0 0,86 19 0 0 0,-134-24-4 0 0,-1-1 0 0 0,1 1 0 0 0,-1-1 0 0 0,0 1 0 0 0,0 0 0 0 0,1 0 0 0 0,-1 0 0 0 0,0 0 0 0 0,0 1 0 0 0,0-1 0 0 0,0 0 0 0 0,0 1 0 0 0,0-1 0 0 0,0 1 0 0 0,-1 0 0 0 0,1 0 0 0 0,0-1 0 0 0,-1 1 0 0 0,0 0 0 0 0,2 4 0 0 0,-2-4 0 0 0,-1 0 0 0 0,0 1 0 0 0,0-1 0 0 0,-1 0 0 0 0,1 1 0 0 0,0-1 0 0 0,-1 0 0 0 0,1 1 0 0 0,-1-1 0 0 0,0 0 0 0 0,0 0 0 0 0,0 0 0 0 0,0 1 0 0 0,0-1 0 0 0,0 0 0 0 0,-1 0 0 0 0,1-1 0 0 0,-1 1 0 0 0,1 0 0 0 0,-4 3 0 0 0,-20 19-43 0 0,0-1 0 0 0,-53 36 0 0 0,46-36-8 0 0,-48 44-1 0 0,79-66 52 0 0,0-1 0 0 0,0 1 0 0 0,0 0 0 0 0,0 0 0 0 0,1 0 0 0 0,-1 0 0 0 0,0 0 0 0 0,0 0 0 0 0,1 0 1 0 0,-1 1-1 0 0,0-1 0 0 0,1 0 0 0 0,-1 0 0 0 0,1 0 0 0 0,-1 1 0 0 0,1-1 0 0 0,0 0 0 0 0,0 0 0 0 0,0 1 0 0 0,-1-1 1 0 0,1 0-1 0 0,0 1 0 0 0,1 1 0 0 0,-1-1 0 0 0,1-1 1 0 0,0 0-1 0 0,0 1 0 0 0,0-1 1 0 0,0 0-1 0 0,0 0 0 0 0,0 0 1 0 0,0 0-1 0 0,0 0 0 0 0,0 0 1 0 0,1 0-1 0 0,-1 0 1 0 0,0-1-1 0 0,1 1 0 0 0,-1 0 1 0 0,0-1-1 0 0,3 1 0 0 0,8 3 7 0 0,0-1 0 0 0,0-1 1 0 0,23 2-1 0 0,-30-3-3 0 0,28 1 17 0 0,-25-2-11 0 0,1 0 0 0 0,0 0 0 0 0,0 1 0 0 0,0 0 0 0 0,0 1 1 0 0,-1 0-1 0 0,1 0 0 0 0,-1 1 0 0 0,1 0 0 0 0,14 8 0 0 0,-21-9-11 0 0,-1 0 1 0 0,1-1-1 0 0,-1 1 0 0 0,0 0 1 0 0,1 0-1 0 0,-1 0 0 0 0,0 0 1 0 0,0 1-1 0 0,-1-1 0 0 0,1 0 1 0 0,0 0-1 0 0,-1 0 0 0 0,1 1 1 0 0,-1-1-1 0 0,0 0 1 0 0,0 1-1 0 0,0-1 0 0 0,0 0 1 0 0,0 1-1 0 0,0-1 0 0 0,-1 0 1 0 0,1 0-1 0 0,-1 1 0 0 0,1-1 1 0 0,-1 0-1 0 0,0 0 0 0 0,-2 4 1 0 0,-3 8 93 0 0,-1-1 0 0 0,-15 25 0 0 0,20-36-67 0 0,-31 42-266 0 0,19-27 326 0 0,-19 30 0 0 0,30-42-149 0 0,1-1 0 0 0,0 1 0 0 0,0 0 0 0 0,0 0 0 0 0,0 0-1 0 0,1 0 1 0 0,-1 0 0 0 0,1 0 0 0 0,0 0 0 0 0,1 0 0 0 0,0 0 0 0 0,0 6 0 0 0,1-4-758 0 0</inkml:trace>
</inkml:ink>
</file>

<file path=ppt/ink/ink1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4:19.6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5529 0 0,'18'11'10008'0'0,"-18"-9"-9722"0"0,8 30 3265 0 0,-6-21-3041 0 0,69 366 3316 0 0,-31-145-3053 0 0,66 493-203 0 0,-104-703-586 0 0,18 289 512 0 0,-20-311-560 0 0,0 1-1 0 0,0-1 0 0 0,0 1 0 0 0,0-1 0 0 0,0 1 0 0 0,0-1 0 0 0,0 1 0 0 0,0-1 0 0 0,0 0 1 0 0,0 1-1 0 0,0-1 0 0 0,0 1 0 0 0,0-1 0 0 0,1 1 0 0 0,-1-1 0 0 0,0 1 0 0 0,0-1 0 0 0,0 0 1 0 0,1 1-1 0 0,-1-1 0 0 0,0 0 0 0 0,0 1 0 0 0,1-1 0 0 0,-1 1 0 0 0,0-1 0 0 0,1 0 0 0 0,-1 0 1 0 0,1 1-1 0 0,-1-1 0 0 0,0 0 0 0 0,1 1 0 0 0</inkml:trace>
</inkml:ink>
</file>

<file path=ppt/ink/ink1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4:20.9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4352 0 920 0 0,'-48'18'10932'0'0,"23"-5"-7897"0"0,0 2 0 0 0,-30 21-1 0 0,36-18-1315 0 0,19-10-1460 0 0,14-2-8 0 0,89 0-233 0 0,-1-1 19 0 0,-90-3-16 0 0,0 0 0 0 0,0 1 0 0 0,0 0-1 0 0,0 1 1 0 0,0 0 0 0 0,12 6 0 0 0,-22-9-19 0 0,0 0-1 0 0,0 0 0 0 0,0 0 0 0 0,0 0 0 0 0,0 0 0 0 0,0 1 1 0 0,-1-1-1 0 0,1 1 0 0 0,0-1 0 0 0,-1 1 0 0 0,1-1 1 0 0,-1 1-1 0 0,1 0 0 0 0,-1 0 0 0 0,0 0 0 0 0,0 0 1 0 0,0 0-1 0 0,0 0 0 0 0,0 0 0 0 0,0 0 0 0 0,0 0 0 0 0,-1 0 1 0 0,1 0-1 0 0,-1 1 0 0 0,0-1 0 0 0,1 0 0 0 0,-1 0 1 0 0,0 1-1 0 0,0-1 0 0 0,-1 0 0 0 0,1 0 0 0 0,0 1 1 0 0,-1-1-1 0 0,1 0 0 0 0,-1 0 0 0 0,0 0 0 0 0,0 0 1 0 0,0 0-1 0 0,0 0 0 0 0,0 0 0 0 0,0 0 0 0 0,-2 3 1 0 0,-7 8-10 0 0,0-1 0 0 0,0 0 1 0 0,-1 0-1 0 0,-23 17 1 0 0,27-23-7 0 0,-46 37 8 0 0,28-23 71 0 0,-42 40-1 0 0,67-60-64 0 0,-1 1 0 0 0,0-1 1 0 0,1 1-1 0 0,-1-1 0 0 0,1 1 0 0 0,-1 0 0 0 0,1-1 0 0 0,-1 1 1 0 0,1-1-1 0 0,-1 1 0 0 0,1 0 0 0 0,0 0 0 0 0,-1-1 1 0 0,1 1-1 0 0,0 0 0 0 0,0 0 0 0 0,-1-1 0 0 0,1 1 0 0 0,0 0 1 0 0,0 0-1 0 0,0 0 0 0 0,0-1 0 0 0,0 1 0 0 0,0 0 0 0 0,0 0 1 0 0,0 0-1 0 0,1-1 0 0 0,-1 1 0 0 0,0 1 0 0 0,1-1 0 0 0,1 0-1 0 0,-1 0 0 0 0,0 0 0 0 0,0 0 0 0 0,0 0 0 0 0,1 0 0 0 0,-1-1 0 0 0,0 1 0 0 0,1 0 0 0 0,-1-1 1 0 0,0 1-1 0 0,1-1 0 0 0,-1 0 0 0 0,3 1 0 0 0,5 0 21 0 0,1 0 1 0 0,-1 0-1 0 0,0-1 0 0 0,10-2 0 0 0,9-2 127 0 0,-18 2-109 0 0,0 0 1 0 0,-1 1-1 0 0,1 0 0 0 0,0 0 1 0 0,0 1-1 0 0,-1 0 1 0 0,1 1-1 0 0,0 0 1 0 0,9 3-1 0 0,-18-4-40 0 0,-1 0 0 0 0,1 1-1 0 0,-1-1 1 0 0,1 0 0 0 0,-1 0-1 0 0,0 1 1 0 0,1-1 0 0 0,-1 1 0 0 0,1-1-1 0 0,-1 0 1 0 0,1 1 0 0 0,-1-1 0 0 0,0 1-1 0 0,1-1 1 0 0,-1 1 0 0 0,0-1-1 0 0,0 1 1 0 0,1-1 0 0 0,-1 1 0 0 0,0-1-1 0 0,0 1 1 0 0,0-1 0 0 0,0 1-1 0 0,1-1 1 0 0,-1 1 0 0 0,0-1 0 0 0,0 1-1 0 0,0-1 1 0 0,0 1 0 0 0,0 0-1 0 0,0-1 1 0 0,-1 1 0 0 0,1-1 0 0 0,0 1-1 0 0,0-1 1 0 0,0 1 0 0 0,0-1 0 0 0,-1 1-1 0 0,1-1 1 0 0,0 1 0 0 0,0-1-1 0 0,-1 1 1 0 0,1-1 0 0 0,-1 1 0 0 0,-18 25-224 0 0,14-21 202 0 0,-32 36 73 0 0,-15 19 90 0 0,48-54-133 0 0,-1 1 1 0 0,1-1 0 0 0,0 1 0 0 0,1 0-1 0 0,0 0 1 0 0,0 1 0 0 0,-4 13-1 0 0,7-18-20 0 0,0 1-1 0 0,-1-1 1 0 0,1 1-1 0 0,0-1 1 0 0,1 1-1 0 0,-1-1 0 0 0,1 1 1 0 0,-1-1-1 0 0,1 1 1 0 0,0-1-1 0 0,0 0 0 0 0,1 1 1 0 0,-1-1-1 0 0,1 0 1 0 0,-1 0-1 0 0,1 0 0 0 0,0 0 1 0 0,0 0-1 0 0,1 0 1 0 0,-1-1-1 0 0,0 1 0 0 0,1-1 1 0 0,0 0-1 0 0,3 3 1 0 0,5 3-859 0 0,2 0-1 0 0,-1 0 1 0 0,1-1 0 0 0,18 6 0 0 0,-28-11 949 0 0,0 0 0 0 0,0 1 0 0 0,0-1 1 0 0,0 0-1 0 0,0 1 0 0 0,-1 0 0 0 0,1-1 0 0 0,-1 1 0 0 0,1 0 0 0 0,-1 1 0 0 0,3 4 0 0 0,20 43 1711 0 0,-17-34-1464 0 0,11 27 252 0 0,-2 1-1 0 0,19 80 0 0 0,8 99 375 0 0,-33-161-924 0 0,46 189 207 0 0,-2-11-103 0 0,-33-148 57 0 0,-13-57 27 0 0,-1 1 0 0 0,5 48 0 0 0,-13-78-211 0 0,1 0 0 0 0,-1 0 0 0 0,-1 0 0 0 0,0 0 0 0 0,0 0 0 0 0,0-1 0 0 0,-1 1 0 0 0,0 0 0 0 0,0 0 0 0 0,0-1 0 0 0,-1 1 0 0 0,-4 7 0 0 0,4-10 11 0 0,0 0 0 0 0,0 0 0 0 0,-1 0 0 0 0,1 0 0 0 0,-1-1 1 0 0,0 0-1 0 0,0 0 0 0 0,0 0 0 0 0,0 0 0 0 0,0 0 0 0 0,0-1 0 0 0,-1 0 1 0 0,0 0-1 0 0,1 0 0 0 0,-1 0 0 0 0,0-1 0 0 0,-8 2 0 0 0,-480 41 920 0 0,259-31-803 0 0,-145 13-497 0 0,-313 27-332 0 0,3 39-242 0 0,215-14 430 0 0,208-37 55 0 0,-181 23 272 0 0,-108 16 334 0 0,489-69-52 0 0,-1-3 1 0 0,-1-3 0 0 0,-94-5-1 0 0,135-5-116 0 0,22 4-107 0 0,0 0 0 0 0,0 0 1 0 0,0 1-1 0 0,0-1 0 0 0,0 1 1 0 0,0 0-1 0 0,-10 2 0 0 0,13-2-293 0 0,-1 0-1 0 0,1-1 0 0 0,-1 1 1 0 0,1-1-1 0 0,-1 1 1 0 0,1-1-1 0 0,-1 0 1 0 0,1 1-1 0 0,0-1 1 0 0,-1-1-1 0 0,1 1 0 0 0,0 0 1 0 0,0 0-1 0 0,0-1 1 0 0,0 1-1 0 0,0-1 1 0 0,0 0-1 0 0,1 0 1 0 0,-1 0-1 0 0,0 1 1 0 0,1-1-1 0 0,-1-1 0 0 0,1 1 1 0 0,0 0-1 0 0,-2-4 1 0 0,-1-4-518 0 0</inkml:trace>
</inkml:ink>
</file>

<file path=ppt/ink/ink1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4:21.4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 6913 0 0,'-1'13'11246'0'0,"35"84"-7844"0"0,-20-50-2953 0 0,12 61 0 0 0,58 319-24 0 0,-50-288-335 0 0,54 138 0 0 0,-1 0 496 0 0,-75-225-459 0 0,-3 2 0 0 0,-2 0-1 0 0,0 71 1 0 0,-7-43 33 0 0,-16 131 0 0 0,15-194-297 0 0,1-16-166 0 0</inkml:trace>
</inkml:ink>
</file>

<file path=ppt/ink/ink1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4:22.0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0 201 14283 0 0,'27'-18'5144'0'0,"25"-11"-4128"0"0,174-73 1290 0 0,-68 50-3977 0 0</inkml:trace>
</inkml:ink>
</file>

<file path=ppt/ink/ink1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4:22.3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 0 3225 0 0,'-36'16'2100'0'0,"31"-15"-1553"0"0,0 1-1 0 0,-1 0 1 0 0,2 0-1 0 0,-1 0 1 0 0,0 0-1 0 0,0 1 0 0 0,1 0 1 0 0,-1 0-1 0 0,1 0 1 0 0,0 1-1 0 0,-4 3 1 0 0,7-2-80 0 0,-1 0 0 0 0,1 1 0 0 0,0-1 0 0 0,1 1 1 0 0,-1-1-1 0 0,1 0 0 0 0,0 1 0 0 0,1-1 1 0 0,-1 1-1 0 0,1-1 0 0 0,3 11 0 0 0,-2-1-83 0 0,-1-1-218 0 0,1-1-1 0 0,0 0 0 0 0,1 0 1 0 0,1 0-1 0 0,0 0 0 0 0,0 0 1 0 0,1-1-1 0 0,1 0 0 0 0,0 0 1 0 0,0 0-1 0 0,2-1 1 0 0,-1 0-1 0 0,1 0 0 0 0,1-1 1 0 0,0 0-1 0 0,15 13 0 0 0,-5-8 184 0 0,-1 2-1 0 0,-1 0 0 0 0,30 38 0 0 0,-41-47-298 0 0,-2 0 1 0 0,1 0-1 0 0,-1 0 0 0 0,0 1 0 0 0,0 0 1 0 0,-1 0-1 0 0,-1 0 0 0 0,1 0 0 0 0,-1 0 1 0 0,-1 0-1 0 0,0 0 0 0 0,0 1 1 0 0,-1 13-1 0 0,-2-6-25 0 0,-1 0-1 0 0,0 0 1 0 0,-1 0 0 0 0,-1 0 0 0 0,-1-1-1 0 0,0 0 1 0 0,-1 0 0 0 0,-1-1 0 0 0,0 0-1 0 0,-1 0 1 0 0,-1-1 0 0 0,0 0 0 0 0,-1 0-1 0 0,0-2 1 0 0,-1 1 0 0 0,-1-1 0 0 0,-24 18-1 0 0,24-22-645 0 0</inkml:trace>
</inkml:ink>
</file>

<file path=ppt/ink/ink1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4:22.6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1 329 10594 0 0,'2'-2'470'0'0,"0"0"1"0"0,0 0-1 0 0,0 0 0 0 0,1 1 0 0 0,-1-1 1 0 0,1 1-1 0 0,-1-1 0 0 0,1 1 0 0 0,-1 0 0 0 0,1 0 1 0 0,0 0-1 0 0,0 1 0 0 0,0-1 0 0 0,5 0 1 0 0,-3 1-62 0 0,-1 0 1 0 0,1 0-1 0 0,0 1 0 0 0,-1 0 1 0 0,1 0-1 0 0,0 0 1 0 0,-1 0-1 0 0,7 3 1 0 0,5 5 51 0 0,0 0 0 0 0,0 0 0 0 0,25 22 0 0 0,-26-20-346 0 0,21 17 144 0 0,-16-11-66 0 0,1-1 1 0 0,1-1-1 0 0,0-1 1 0 0,47 21 0 0 0,-68-34-156 0 0,0-1 0 0 0,-1 0 0 0 0,1 0 1 0 0,0 0-1 0 0,-1 0 0 0 0,1 0 1 0 0,0 0-1 0 0,-1 0 0 0 0,1 0 0 0 0,0 0 1 0 0,0 0-1 0 0,-1 0 0 0 0,1 0 0 0 0,0-1 1 0 0,-1 1-1 0 0,1 0 0 0 0,0 0 1 0 0,-1-1-1 0 0,1 1 0 0 0,-1-1 0 0 0,1 1 1 0 0,0 0-1 0 0,-1-1 0 0 0,1 1 0 0 0,-1-1 1 0 0,1 1-1 0 0,-1-1 0 0 0,1 1 1 0 0,-1-1-1 0 0,0 0 0 0 0,1 1 0 0 0,-1-1 1 0 0,0 0-1 0 0,1 1 0 0 0,-1-1 0 0 0,0 0 1 0 0,0 1-1 0 0,0-1 0 0 0,1 0 1 0 0,-1 1-1 0 0,0-1 0 0 0,0 0 0 0 0,0 0 1 0 0,0 1-1 0 0,0-1 0 0 0,-1-1 1 0 0,0-44 843 0 0,1 33-644 0 0,-1-3-401 0 0,0-202 2077 0 0,5 145-4165 0 0,4 1-4171 0 0,1 18-2387 0 0</inkml:trace>
</inkml:ink>
</file>

<file path=ppt/ink/ink1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4:23.4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36 16131 0 0,'0'-1'175'0'0,"2"-3"635"0"0,0-1 0 0 0,0 1 0 0 0,1 0 0 0 0,-1 0 0 0 0,1 1 0 0 0,4-5 0 0 0,-7 8-756 0 0,0-1 0 0 0,0 1 1 0 0,1 0-1 0 0,-1 0 0 0 0,0-1 1 0 0,1 1-1 0 0,-1 0 0 0 0,0 0 1 0 0,1 0-1 0 0,-1 0 0 0 0,1-1 1 0 0,-1 1-1 0 0,0 0 0 0 0,1 0 1 0 0,-1 0-1 0 0,1 0 1 0 0,-1 0-1 0 0,0 0 0 0 0,1 0 1 0 0,-1 0-1 0 0,1 0 0 0 0,-1 0 1 0 0,1 0-1 0 0,-1 0 0 0 0,0 1 1 0 0,1-1-1 0 0,-1 0 0 0 0,1 0 1 0 0,0 1-24 0 0,0 0 0 0 0,0 1 0 0 0,0-1 1 0 0,0 0-1 0 0,0 0 0 0 0,0 0 0 0 0,0 1 0 0 0,0-1 0 0 0,-1 0 1 0 0,1 1-1 0 0,-1-1 0 0 0,1 3 0 0 0,19 60 65 0 0,-4 1 0 0 0,13 106 0 0 0,-6-27-32 0 0,-15-103-93 0 0,46 209-851 0 0,-45-219 301 0 0</inkml:trace>
</inkml:ink>
</file>

<file path=ppt/ink/ink1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4:23.9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1 469 3225 0 0,'1'1'166'0'0,"-1"0"0"0"0,1 0 0 0 0,0 0 0 0 0,0-1 1 0 0,0 1-1 0 0,-1 0 0 0 0,1-1 0 0 0,0 1 0 0 0,0 0 0 0 0,0-1 1 0 0,0 1-1 0 0,0-1 0 0 0,0 0 0 0 0,1 1 0 0 0,-1-1 0 0 0,0 0 1 0 0,0 0-1 0 0,0 0 0 0 0,1 0 0 0 0,25 5 2692 0 0,-13-4-1734 0 0,0 0 0 0 0,-1 0 1 0 0,1-1-1 0 0,0-1 0 0 0,0-1 0 0 0,0 0 1 0 0,-1 0-1 0 0,22-7 0 0 0,-34 8-1067 0 0,0 0-1 0 0,0 1 0 0 0,0-1 1 0 0,0 0-1 0 0,0 0 0 0 0,0 1 1 0 0,-1-1-1 0 0,1 0 0 0 0,0 0 1 0 0,0 0-1 0 0,-1 0 1 0 0,1 0-1 0 0,-1 0 0 0 0,1 0 1 0 0,-1-1-1 0 0,1 1 0 0 0,-1 0 1 0 0,1 0-1 0 0,-1 0 1 0 0,0 0-1 0 0,0 0 0 0 0,0-1 1 0 0,0 1-1 0 0,0 0 0 0 0,0 0 1 0 0,0 0-1 0 0,0-1 1 0 0,0 1-1 0 0,0 0 0 0 0,-1 0 1 0 0,0-2-1 0 0,-16-42 221 0 0,12 34-108 0 0,-1-7-57 0 0,0 1-1 0 0,0-1 1 0 0,2 0-1 0 0,0-1 1 0 0,1 1-1 0 0,0-35 1 0 0,3 40-74 0 0,0 0 1 0 0,2-1 0 0 0,-1 1 0 0 0,2 0-1 0 0,-1 0 1 0 0,2 0 0 0 0,0 0 0 0 0,0 1-1 0 0,1 0 1 0 0,10-17 0 0 0,-12 24-32 0 0,1 1 1 0 0,-1-1 0 0 0,1 1-1 0 0,1 0 1 0 0,-1 0-1 0 0,0 0 1 0 0,1 0-1 0 0,0 1 1 0 0,0 0-1 0 0,0 0 1 0 0,0 0-1 0 0,1 1 1 0 0,-1-1-1 0 0,1 1 1 0 0,-1 1-1 0 0,8-3 1 0 0,-10 4-4 0 0,0-1 0 0 0,1 1 0 0 0,-1-1 0 0 0,0 1 0 0 0,0 0 0 0 0,0 0 0 0 0,0 0 0 0 0,0 0 0 0 0,0 1 0 0 0,0-1 0 0 0,0 1 0 0 0,0 0 0 0 0,0 0 0 0 0,0 0 0 0 0,0 0 0 0 0,0 0 0 0 0,0 1 0 0 0,-1-1 0 0 0,1 1 0 0 0,0 0 0 0 0,-1 0 0 0 0,0 0 0 0 0,1 0 0 0 0,-1 0 0 0 0,0 1 0 0 0,0-1 0 0 0,0 0 0 0 0,0 1 0 0 0,-1 0 0 0 0,1-1 0 0 0,1 6 0 0 0,4 12-34 0 0,-2 1 0 0 0,0 0 0 0 0,-1 0-1 0 0,-1 1 1 0 0,-2-1 0 0 0,0 27 0 0 0,-1-28 0 0 0,1 1-1 0 0,0-1 1 0 0,2 0 0 0 0,0 1-1 0 0,1-1 1 0 0,1 0 0 0 0,8 19 0 0 0,-12-35 26 0 0,1-1 0 0 0,0 1 1 0 0,0 0-1 0 0,0-1 0 0 0,0 1 1 0 0,1-1-1 0 0,0 0 0 0 0,-1 0 1 0 0,1 0-1 0 0,0 0 0 0 0,0 0 1 0 0,1-1-1 0 0,-1 1 0 0 0,1-1 1 0 0,-1 0-1 0 0,1 0 0 0 0,6 3 1 0 0,-4-4 21 0 0,-1 0-1 0 0,1 0 1 0 0,-1 0 0 0 0,1-1 0 0 0,0 0 0 0 0,-1 0 0 0 0,1 0 0 0 0,-1-1 0 0 0,1 0 0 0 0,-1 0 0 0 0,10-3 0 0 0,4-3 119 0 0,0-1 0 0 0,0-1 1 0 0,-1-1-1 0 0,0 0 1 0 0,31-25-1 0 0,-29 18-180 0 0,-4 4 220 0 0,1 0-1 0 0,21-12 1 0 0,-35 23-323 0 0,1 0 1 0 0,0 0 0 0 0,-1 0-1 0 0,1 1 1 0 0,0-1-1 0 0,0 1 1 0 0,0 0 0 0 0,0 0-1 0 0,0 0 1 0 0,1 1 0 0 0,-1-1-1 0 0,0 1 1 0 0,0 0 0 0 0,0 0-1 0 0,1 0 1 0 0,6 3 0 0 0</inkml:trace>
</inkml:ink>
</file>

<file path=ppt/ink/ink1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4:24.5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21 14283 0 0,'0'-1'139'0'0,"0"-1"1"0"0,1 1-1 0 0,-1 0 1 0 0,0 0-1 0 0,1 0 0 0 0,-1 0 1 0 0,1 0-1 0 0,-1 0 0 0 0,1 0 1 0 0,-1 0-1 0 0,1 0 1 0 0,0 0-1 0 0,-1 0 0 0 0,1 0 1 0 0,0 1-1 0 0,0-1 0 0 0,0 0 1 0 0,0 0-1 0 0,0 1 0 0 0,1-2 1 0 0,-1 2-38 0 0,-1 0-1 0 0,1 1 1 0 0,0-1 0 0 0,0 0 0 0 0,-1 0 0 0 0,1 0-1 0 0,-1 1 1 0 0,1-1 0 0 0,0 0 0 0 0,-1 1-1 0 0,1-1 1 0 0,-1 0 0 0 0,1 1 0 0 0,0-1 0 0 0,-1 1-1 0 0,1-1 1 0 0,-1 1 0 0 0,0-1 0 0 0,1 1-1 0 0,-1 0 1 0 0,1-1 0 0 0,-1 1 0 0 0,1 1 0 0 0,2 4 112 0 0,0 0 0 0 0,0 1 0 0 0,-1 0 0 0 0,0 0-1 0 0,2 9 1 0 0,1 25 137 0 0,0 43 1 0 0,-4-49-210 0 0,1 1 0 0 0,14 67 0 0 0,-13-93-106 0 0,-1-1 1 0 0,2 1-1 0 0,-1-1 0 0 0,1 0 0 0 0,1 0 1 0 0,-1 0-1 0 0,2 0 0 0 0,-1-1 0 0 0,1 0 1 0 0,0 0-1 0 0,1-1 0 0 0,0 1 0 0 0,0-2 1 0 0,16 13-1 0 0,-19-16-8 0 0,1-1 1 0 0,0 1 0 0 0,0-1-1 0 0,-1 0 1 0 0,1-1-1 0 0,0 1 1 0 0,1-1-1 0 0,-1 0 1 0 0,0 0 0 0 0,0-1-1 0 0,0 1 1 0 0,1-1-1 0 0,-1-1 1 0 0,0 1-1 0 0,0 0 1 0 0,0-1 0 0 0,1 0-1 0 0,-1-1 1 0 0,0 1-1 0 0,0-1 1 0 0,-1 0 0 0 0,1 0-1 0 0,9-6 1 0 0,8-5 39 0 0,-1-1 0 0 0,-1 0 0 0 0,32-31 0 0 0,-36 31-91 0 0,-2 1-148 0 0,82-71-1209 0 0,-31 29-5058 0 0,-55 45 4110 0 0,-3 2-9 0 0</inkml:trace>
</inkml:ink>
</file>

<file path=ppt/ink/ink1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4:24.7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3 4609 0 0,'-30'-3'-66'0'0,"28"4"523"0"0,-1-1 0 0 0,1 0-1 0 0,0 1 1 0 0,-1-1 0 0 0,1 1-1 0 0,0 0 1 0 0,0 0 0 0 0,-1 0-1 0 0,1 0 1 0 0,0 0 0 0 0,0 1-1 0 0,0-1 1 0 0,-3 3-1 0 0,3-2 153 0 0,0 1 1 0 0,1-1-1 0 0,-1 0 0 0 0,0 1 0 0 0,1-1 0 0 0,-1 1 0 0 0,1-1 0 0 0,0 1 0 0 0,0 0 0 0 0,0 0 0 0 0,-1 3 0 0 0,0 25 954 0 0,8 36-76 0 0,3-1 0 0 0,25 93 0 0 0,-16-82-1174 0 0,11 98 0 0 0,-26-144-437 0 0,-1-1-218 0 0</inkml:trace>
</inkml:ink>
</file>

<file path=ppt/ink/ink1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4:25.2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21 467 10138 0 0,'-1'0'156'0'0,"0"1"0"0"0,0-1 0 0 0,0 1 0 0 0,-1-1 0 0 0,1 1 0 0 0,0 0 0 0 0,0-1 0 0 0,0 1 0 0 0,0 0 0 0 0,0 0 0 0 0,0 0 0 0 0,0 0 0 0 0,1 0 0 0 0,-1 0 0 0 0,0 0 0 0 0,0 0 0 0 0,1 0 0 0 0,-1 0 0 0 0,1 0-1 0 0,-1 1 1 0 0,1-1 0 0 0,-1 0 0 0 0,1 0 0 0 0,0 0 0 0 0,0 1 0 0 0,-1-1 0 0 0,1 0 0 0 0,0 1 0 0 0,0-1 0 0 0,0 0 0 0 0,1 0 0 0 0,-1 1 0 0 0,0-1 0 0 0,0 0 0 0 0,1 0 0 0 0,-1 1 0 0 0,0-1 0 0 0,1 0 0 0 0,-1 0 0 0 0,1 0 0 0 0,0 1 0 0 0,-1-1 0 0 0,1 0 0 0 0,0 0 0 0 0,0 0 0 0 0,0 0 0 0 0,0-1-1 0 0,0 1 1 0 0,2 2 0 0 0,2 2 324 0 0,0 0-1 0 0,1-1 1 0 0,0 1 0 0 0,0-1-1 0 0,0 0 1 0 0,0-1-1 0 0,11 5 1 0 0,-5-3-353 0 0,-1-1 0 0 0,1-1 0 0 0,0 0 0 0 0,0 0 0 0 0,0-1 0 0 0,0-1 1 0 0,1 0-1 0 0,-1-1 0 0 0,0 0 0 0 0,1-1 0 0 0,20-4 0 0 0,-30 4-125 0 0,-1 0-1 0 0,0 0 1 0 0,1 0-1 0 0,-1-1 1 0 0,0 1-1 0 0,0 0 1 0 0,0-1 0 0 0,0 0-1 0 0,0 1 1 0 0,0-1-1 0 0,0 0 1 0 0,-1 0-1 0 0,1 0 1 0 0,-1 0-1 0 0,1-1 1 0 0,-1 1-1 0 0,0 0 1 0 0,0-1-1 0 0,0 1 1 0 0,0 0-1 0 0,0-1 1 0 0,0 1-1 0 0,-1-1 1 0 0,1 1 0 0 0,-1-1-1 0 0,0 0 1 0 0,0 1-1 0 0,0-1 1 0 0,0 1-1 0 0,0-1 1 0 0,-2-4-1 0 0,0-10 9 0 0,-1 0-1 0 0,-2 0 0 0 0,-9-28 1 0 0,6 24-22 0 0,-16-49 12 0 0,8 29 0 0 0,-11-51 0 0 0,25 80 0 0 0,-1-1 0 0 0,2 0 0 0 0,-1 1 0 0 0,2-1 0 0 0,0 0 0 0 0,0 0 0 0 0,1 1 0 0 0,5-21 0 0 0,-6 30 1 0 0,1 1 1 0 0,0-1-1 0 0,0 1 1 0 0,0-1-1 0 0,0 1 1 0 0,0-1-1 0 0,0 1 0 0 0,1 0 1 0 0,-1-1-1 0 0,1 1 1 0 0,0 0-1 0 0,-1 0 1 0 0,1 0-1 0 0,0 1 0 0 0,0-1 1 0 0,0 0-1 0 0,1 1 1 0 0,-1-1-1 0 0,0 1 1 0 0,1 0-1 0 0,-1-1 0 0 0,1 1 1 0 0,-1 0-1 0 0,1 1 1 0 0,-1-1-1 0 0,1 0 1 0 0,-1 1-1 0 0,1-1 0 0 0,0 1 1 0 0,0 0-1 0 0,-1 0 1 0 0,1 0-1 0 0,0 0 1 0 0,-1 1-1 0 0,1-1 0 0 0,0 1 1 0 0,-1-1-1 0 0,4 3 1 0 0,3-1-2 0 0,-1 1 1 0 0,1 0 0 0 0,-1 0 0 0 0,0 1-1 0 0,0 0 1 0 0,-1 1 0 0 0,1 0 0 0 0,-1 0-1 0 0,0 0 1 0 0,10 11 0 0 0,-6-3 3 0 0,0 2 1 0 0,-1-1-1 0 0,-1 1 0 0 0,0 1 0 0 0,-1 0 1 0 0,12 32-1 0 0,20 105-21 0 0,-11-35 233 0 0,-29-117-169 0 0,0 1 0 0 0,0-1 0 0 0,1 1 0 0 0,-1-1 0 0 0,0 0-1 0 0,1 1 1 0 0,-1-1 0 0 0,1 1 0 0 0,0-1 0 0 0,-1 0 0 0 0,1 1-1 0 0,0-1 1 0 0,0 0 0 0 0,0 0 0 0 0,0 0 0 0 0,0 0-1 0 0,0 1 1 0 0,0-1 0 0 0,0-1 0 0 0,0 1 0 0 0,0 0 0 0 0,1 0-1 0 0,-1 0 1 0 0,0-1 0 0 0,1 1 0 0 0,1 0 0 0 0,0-1-16 0 0,-1-1 1 0 0,1 0-1 0 0,-1 0 1 0 0,0 0-1 0 0,1 0 1 0 0,-1-1-1 0 0,0 1 1 0 0,0 0-1 0 0,0-1 1 0 0,0 0-1 0 0,0 1 1 0 0,0-1-1 0 0,0 0 1 0 0,0 0-1 0 0,1-2 1 0 0,24-29 38 0 0,24-37-1 0 0,-5 6-7435 0 0,-21 30-456 0 0</inkml:trace>
</inkml:ink>
</file>

<file path=ppt/ink/ink1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4:26.2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446 214 1376 0 0,'-8'-7'516'0'0,"0"0"1"0"0,-1 0-1 0 0,0 1 0 0 0,0 0 0 0 0,0 0 0 0 0,-1 1 0 0 0,0 1 1 0 0,0 0-1 0 0,0 0 0 0 0,0 1 0 0 0,0 0 0 0 0,-1 1 0 0 0,0 0 0 0 0,1 0 1 0 0,-1 1-1 0 0,0 1 0 0 0,0 0 0 0 0,0 0 0 0 0,-19 4 0 0 0,-7 3 814 0 0,-1 2 0 0 0,1 2 0 0 0,1 1 0 0 0,-43 21 0 0 0,190-52 1486 0 0,586-84-1718 0 0,-87 17 243 0 0,-554 74-3054 0 0</inkml:trace>
</inkml:ink>
</file>

<file path=ppt/ink/ink1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4:26.7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51 112 6913 0 0,'-5'2'678'0'0,"1"0"0"0"0,-1 0-1 0 0,1 0 1 0 0,0 0-1 0 0,0 1 1 0 0,0-1 0 0 0,0 1-1 0 0,0 0 1 0 0,0 0-1 0 0,-4 6 1 0 0,8-9-615 0 0,1 0 1 0 0,-1 1-1 0 0,0-1 0 0 0,1 0 0 0 0,-1 1 1 0 0,0-1-1 0 0,1 0 0 0 0,-1 1 0 0 0,1-1 1 0 0,-1 0-1 0 0,1 0 0 0 0,-1 0 0 0 0,0 1 1 0 0,1-1-1 0 0,-1 0 0 0 0,1 0 0 0 0,-1 0 1 0 0,1 0-1 0 0,-1 0 0 0 0,1 0 0 0 0,-1 0 1 0 0,1 0-1 0 0,-1 0 0 0 0,1 0 0 0 0,-1 0 0 0 0,1 0 1 0 0,-1 0-1 0 0,1 0 0 0 0,-1-1 0 0 0,1 1 1 0 0,0 0-1 0 0,21-3 540 0 0,33-11 660 0 0,54-19 0 0 0,32-9 72 0 0,115-5-20 0 0,-211 42-1179 0 0,1 2 1 0 0,-1 2 0 0 0,78 8 0 0 0,-120-6-298 0 0,15 2 342 0 0,-18-3-241 0 0,0 0 1 0 0,1 0-1 0 0,-1 0 1 0 0,0 0-1 0 0,1 0 1 0 0,-1 1-1 0 0,0-1 1 0 0,0 0-1 0 0,1 0 0 0 0,-1 0 1 0 0,0 0-1 0 0,0 0 1 0 0,1 1-1 0 0,-1-1 1 0 0,0 0-1 0 0,0 0 0 0 0,0 0 1 0 0,1 1-1 0 0,-1-1 1 0 0,0 0-1 0 0,0 0 1 0 0,0 0-1 0 0,0 1 1 0 0,1-1-1 0 0,-1 0 0 0 0,0 0 1 0 0,0 1-1 0 0,0-1 1 0 0,0 0-1 0 0,0 1 1 0 0,0-1-1 0 0,0 0 0 0 0,0 0 1 0 0,0 1-1 0 0,0-1 1 0 0,0 0-1 0 0,0 1 1 0 0,0-1-1 0 0,0 0 1 0 0,0 0-1 0 0,0 1 0 0 0,0-1 1 0 0,0 0-1 0 0,0 1 1 0 0,-1-1-1 0 0,1 0 1 0 0,0 0-1 0 0,0 1 0 0 0,0-1 1 0 0</inkml:trace>
</inkml:ink>
</file>

<file path=ppt/ink/ink1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4:27.3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103 128 10138 0 0,'-16'-6'581'0'0,"-38"-15"2160"0"0,22 4 2216 0 0,54 40-1500 0 0,11 28-3481 0 0,-19-27 187 0 0,8 10-150 0 0,75 108-43 0 0,-82-123 60 0 0,1-1 0 0 0,0 0-1 0 0,2-1 1 0 0,0-1-1 0 0,22 15 1 0 0,-37-29-17 0 0,0 1 0 0 0,1-1-1 0 0,0 0 1 0 0,-1 0 0 0 0,1 0-1 0 0,0 0 1 0 0,0-1 0 0 0,0 0 0 0 0,0 0-1 0 0,0 0 1 0 0,0 0 0 0 0,0 0-1 0 0,0-1 1 0 0,6 0 0 0 0,-8 0 22 0 0,1-1 1 0 0,-1 0-1 0 0,1 0 0 0 0,-1 0 1 0 0,1 0-1 0 0,-1 0 0 0 0,0-1 1 0 0,0 1-1 0 0,1-1 0 0 0,-1 1 1 0 0,0-1-1 0 0,0 0 0 0 0,-1 0 1 0 0,1 0-1 0 0,0 0 0 0 0,-1 0 1 0 0,1 0-1 0 0,-1-1 0 0 0,1 1 1 0 0,-1 0-1 0 0,0-1 0 0 0,0 1 1 0 0,1-4-1 0 0,7-24 228 0 0,-1 0 0 0 0,-1-1 0 0 0,-2 1-1 0 0,-1-1 1 0 0,0-53 0 0 0,-2 43-452 0 0,1 1-1 0 0,13-62 0 0 0,-6 75-577 0 0,-5 19 94 0 0</inkml:trace>
</inkml:ink>
</file>

<file path=ppt/ink/ink1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4:27.6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49 8754 0 0,'-3'-14'-25'0'0,"-1"-21"13233"0"0,6 54-12345 0 0,0 1 0 0 0,6 18-1 0 0,-2-5-670 0 0,26 112 630 0 0,-7-75-2042 0 0,-18-55-1009 0 0,1 0 0 0 0,12 18 0 0 0</inkml:trace>
</inkml:ink>
</file>

<file path=ppt/ink/ink1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4:28.1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14283 0 0,'3'2'8'0'0,"-1"0"0"0"0,0 0 0 0 0,0 0 1 0 0,0 0-1 0 0,0 0 0 0 0,-1 1 0 0 0,1-1 0 0 0,-1 0 0 0 0,1 1 0 0 0,-1 0 0 0 0,0-1 0 0 0,0 1 1 0 0,1 4-1 0 0,0-2 600 0 0,33 86 1014 0 0,-5 1 1 0 0,21 110 0 0 0,11 34 421 0 0,-48-188-2428 0 0,-4-14-1563 0 0,1 0 0 0 0,18 38 1 0 0</inkml:trace>
</inkml:ink>
</file>

<file path=ppt/ink/ink1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4:28.5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230 98 6913 0 0,'-1'-2'88'0'0,"0"1"0"0"0,0 0 0 0 0,0-1-1 0 0,-1 1 1 0 0,1 0 0 0 0,0-1-1 0 0,-1 1 1 0 0,1 0 0 0 0,-1 0-1 0 0,1 0 1 0 0,-1 0 0 0 0,0 0 0 0 0,1 1-1 0 0,-1-1 1 0 0,0 0 0 0 0,0 1-1 0 0,1-1 1 0 0,-1 1 0 0 0,-2-1 0 0 0,1 2 111 0 0,0 0 0 0 0,0-1 0 0 0,0 1 0 0 0,0 0 1 0 0,0 0-1 0 0,0 1 0 0 0,0-1 0 0 0,0 1 1 0 0,1-1-1 0 0,-1 1 0 0 0,-3 3 0 0 0,-6 5 33 0 0,-1 1-1 0 0,2 0 1 0 0,-1 1 0 0 0,2 1-1 0 0,0 0 1 0 0,0 0-1 0 0,-12 25 1 0 0,10-16 42 0 0,1 1 1 0 0,1 0-1 0 0,1 0 1 0 0,-7 34-1 0 0,15-55-256 0 0,1 0 0 0 0,0 1 1 0 0,0-1-1 0 0,-1 0 0 0 0,2 1 0 0 0,-1-1 0 0 0,0 0 1 0 0,0 0-1 0 0,1 1 0 0 0,0 2 0 0 0,6-1 138 0 0,2-16-48 0 0,1-13 314 0 0,-1 0 0 0 0,-2-1 0 0 0,-1 0 0 0 0,-1 0 0 0 0,3-31 0 0 0,-4 26 47 0 0,0-3 93 0 0,-3 20-105 0 0,0 0 0 0 0,1 0 0 0 0,0 0-1 0 0,2 1 1 0 0,-1-1 0 0 0,2 1 0 0 0,8-18 0 0 0,-13 30-428 0 0,0 1 0 0 0,1-1 0 0 0,-1 1 0 0 0,0-1 0 0 0,1 1 0 0 0,-1 0 0 0 0,1-1 0 0 0,-1 1 0 0 0,1-1 0 0 0,-1 1 0 0 0,1 0 0 0 0,-1-1-1 0 0,1 1 1 0 0,-1 0 0 0 0,1 0 0 0 0,-1-1 0 0 0,1 1 0 0 0,0 0 0 0 0,-1 0 0 0 0,1 0 0 0 0,0 0 0 0 0,-1 0 0 0 0,1 0 0 0 0,-1 0 0 0 0,1 0 0 0 0,0 0 0 0 0,-1 0 0 0 0,2 0 0 0 0,18 11 271 0 0,11 21-120 0 0,-30-32-164 0 0,2 5-35 0 0,151 165-1153 0 0,-129-147-6743 0 0</inkml:trace>
</inkml:ink>
</file>

<file path=ppt/ink/ink1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4:29.0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23 398 8290 0 0,'-18'-178'4545'0'0,"14"26"75"0"0,4 85-197 0 0,1 69-4292 0 0,0 1 0 0 0,0-1 0 0 0,0 1-1 0 0,0-1 1 0 0,1 0 0 0 0,-1 0 0 0 0,1 1 0 0 0,2 2 0 0 0,4 7-46 0 0,11 25-15 0 0,-1 2 0 0 0,-3 0 1 0 0,12 42-1 0 0,21 125 250 0 0,0-5-181 0 0,-36-160-219 0 0,2-1 1 0 0,34 71-1 0 0,-12-49-153 0 0,-20-36-3089 0 0</inkml:trace>
</inkml:ink>
</file>

<file path=ppt/ink/ink1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4:29.3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29 145 6449 0 0,'-18'-14'697'0'0,"18"14"-584"0"0,-1 1 0 0 0,1-1 0 0 0,-1 0 0 0 0,1 0 0 0 0,-1 0 0 0 0,1 0 1 0 0,-1 0-1 0 0,1 0 0 0 0,0 0 0 0 0,-1 1 0 0 0,1-1 0 0 0,-1 0 0 0 0,1 0 1 0 0,0 1-1 0 0,-1-1 0 0 0,1 0 0 0 0,0 0 0 0 0,-1 1 0 0 0,1-1 0 0 0,0 0 1 0 0,-1 1-1 0 0,1-1 0 0 0,0 1 0 0 0,0-1 0 0 0,-1 0 0 0 0,1 1 0 0 0,0-1 1 0 0,0 1-1 0 0,0-1 0 0 0,0 1 0 0 0,-1-1 0 0 0,1 1 0 0 0,0-1 0 0 0,0 0 1 0 0,0 1-1 0 0,0-1 0 0 0,0 1 0 0 0,0-1 0 0 0,0 1 0 0 0,0-1 0 0 0,1 1 1 0 0,-1-1-1 0 0,0 1 0 0 0,0-1 0 0 0,0 0 0 0 0,1 2 0 0 0,4 22 5601 0 0,-2-20-5513 0 0,1 0 0 0 0,-1 0-1 0 0,1-1 1 0 0,0 1 0 0 0,-1-1-1 0 0,2 0 1 0 0,-1 0 0 0 0,0-1-1 0 0,0 1 1 0 0,1-1-1 0 0,0 0 1 0 0,-1 0 0 0 0,1 0-1 0 0,0-1 1 0 0,0 0 0 0 0,0 0-1 0 0,0 0 1 0 0,9 0 0 0 0,0 0 27 0 0,0-1 0 0 0,0 0-1 0 0,0-1 1 0 0,-1 0 0 0 0,24-6 0 0 0,-28 5-96 0 0,0-1 0 0 0,0 0 0 0 0,0 0 0 0 0,-1-1 0 0 0,0 0 1 0 0,1-1-1 0 0,-2 1 0 0 0,1-2 0 0 0,0 1 0 0 0,9-10 0 0 0,-9 6-44 0 0,0-1-1 0 0,-1 0 0 0 0,0 0 1 0 0,0 0-1 0 0,-1 0 1 0 0,-1-1-1 0 0,7-17 0 0 0,11-30-2292 0 0</inkml:trace>
</inkml:ink>
</file>

<file path=ppt/ink/ink1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4:30.6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142 39 10594 0 0,'-1'-1'174'0'0,"0"1"-1"0"0,1 0 1 0 0,-1 0 0 0 0,1 0-1 0 0,-1 0 1 0 0,1-1-1 0 0,-1 1 1 0 0,0 0 0 0 0,1 0-1 0 0,-1 0 1 0 0,1 0-1 0 0,-1 1 1 0 0,1-1 0 0 0,-1 0-1 0 0,0 0 1 0 0,1 0-1 0 0,-1 0 1 0 0,1 0 0 0 0,-1 1-1 0 0,1-1 1 0 0,-1 0-1 0 0,1 1 1 0 0,-1-1-1 0 0,1 0 1 0 0,-1 1 0 0 0,1-1-1 0 0,-1 0 1 0 0,1 1-1 0 0,0-1 1 0 0,-1 1 0 0 0,1-1-1 0 0,0 1 1 0 0,-1-1-1 0 0,1 1 1 0 0,0-1 0 0 0,-1 1-1 0 0,1 0 1 0 0,-18 28-34 0 0,14-21 473 0 0,-15 23-374 0 0,1 1 0 0 0,2 1 1 0 0,1 0-1 0 0,-17 61 0 0 0,75-183 121 0 0,-32 53 242 0 0,-2-1-1 0 0,-2 0 0 0 0,5-65 1 0 0,-12 101-591 0 0,0 1 10 0 0,0 0 0 0 0,0-1 0 0 0,1 1 1 0 0,-1 0-1 0 0,0 0 0 0 0,0-1 0 0 0,0 1 1 0 0,0 0-1 0 0,0 0 0 0 0,0 0 0 0 0,0-1 1 0 0,1 1-1 0 0,-1 0 0 0 0,0 0 0 0 0,0 0 1 0 0,0 0-1 0 0,0-1 0 0 0,1 1 0 0 0,-1 0 1 0 0,0 0-1 0 0,0 0 0 0 0,0 0 0 0 0,1 0 1 0 0,-1 0-1 0 0,0-1 0 0 0,0 1 0 0 0,1 0 1 0 0,-1 0-1 0 0,0 0 0 0 0,0 0 0 0 0,1 0 0 0 0,-1 0 1 0 0,0 0-1 0 0,0 0 0 0 0,1 0 0 0 0,-1 0 1 0 0,0 0-1 0 0,0 0 0 0 0,0 0 0 0 0,1 1 1 0 0,-1-1-1 0 0,0 0 0 0 0,0 0 0 0 0,1 0 1 0 0,-1 0-1 0 0,0 0 0 0 0,0 0 0 0 0,1 1 1 0 0,18 11 255 0 0,16 18-238 0 0,141 136 171 0 0,-151-145-617 0 0</inkml:trace>
</inkml:ink>
</file>

<file path=ppt/ink/ink1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4:33.7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82 173 3225 0 0,'-2'-19'792'0'0,"-1"1"1"0"0,-1 0 0 0 0,-8-25-1 0 0,9 36-137 0 0,0 0 0 0 0,0 1 1 0 0,-1-1-1 0 0,1 0 0 0 0,-1 1 0 0 0,-1 0 0 0 0,1 0 0 0 0,-1 0 0 0 0,-1 1 0 0 0,-14-6 7313 0 0,20 11-7868 0 0,5 22 2219 0 0,18 41-3341 0 0,-12-35 1707 0 0,70 218 144 0 0,19 53-597 0 0,-96-288-736 0 0,-1 0 0 0 0,0 1 0 0 0,-1-1 1 0 0,0 1-1 0 0,1 14 0 0 0</inkml:trace>
</inkml:ink>
</file>

<file path=ppt/ink/ink1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4:34.0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71 7370 0 0,'-26'-25'7021'0'0,"25"24"-6663"0"0,-1 0 0 0 0,1 0 0 0 0,0 0 0 0 0,0-1-1 0 0,0 1 1 0 0,0-1 0 0 0,0 1 0 0 0,0-1 0 0 0,1 1 0 0 0,-1-1 0 0 0,0 1 0 0 0,1-1 0 0 0,-1 1 0 0 0,1-1 0 0 0,0 0-1 0 0,0 1 1 0 0,-1-1 0 0 0,1-2 0 0 0,1 4-296 0 0,-1-1 0 0 0,1 1 1 0 0,-1-1-1 0 0,1 1 0 0 0,-1-1 0 0 0,1 1 0 0 0,0 0 0 0 0,-1-1 0 0 0,1 1 0 0 0,0 0 0 0 0,-1 0 0 0 0,1-1 1 0 0,0 1-1 0 0,-1 0 0 0 0,1 0 0 0 0,0 0 0 0 0,0 0 0 0 0,-1 0 0 0 0,1 0 0 0 0,0 0 0 0 0,-1 0 1 0 0,1 0-1 0 0,0 0 0 0 0,-1 0 0 0 0,1 1 0 0 0,0-1 0 0 0,-1 0 0 0 0,1 0 0 0 0,0 1 0 0 0,-1-1 1 0 0,1 0-1 0 0,0 1 0 0 0,23 11 131 0 0,30 25 92 0 0,46 27-246 0 0,-89-58-21 0 0,0-1-1 0 0,1 0 0 0 0,-1 0 0 0 0,1-1 0 0 0,0-1 0 0 0,0 0 1 0 0,15 2-1 0 0,-22-5 39 0 0,0 0 1 0 0,0-1-1 0 0,0 1 1 0 0,0-1-1 0 0,0 0 1 0 0,0 0-1 0 0,-1 0 1 0 0,1-1-1 0 0,0 1 1 0 0,-1-1-1 0 0,1 0 1 0 0,-1-1-1 0 0,0 1 1 0 0,0-1-1 0 0,0 0 1 0 0,0 0-1 0 0,0 0 1 0 0,5-6-1 0 0,31-41-347 0 0,-17 15-2846 0 0,-11 15-462 0 0,1 0-4101 0 0</inkml:trace>
</inkml:ink>
</file>

<file path=ppt/ink/ink1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4:34.5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2046 61 2304 0 0,'44'-28'2183'0'0,"-34"22"-513"0"0,1-1 0 0 0,1 2 0 0 0,-1 0 0 0 0,16-5 0 0 0,-42 23 2990 0 0,-5 3-3530 0 0,-5-1-433 0 0,-1-2 0 0 0,0 0 1 0 0,-1-1-1 0 0,-50 13 0 0 0,-119 19-32 0 0,120-29-489 0 0,-589 107-165 0 0,251-54-11 0 0,161-16 157 0 0,162-29-33 0 0,-140 14 0 0 0,212-38-522 0 0,21 1-105 0 0</inkml:trace>
</inkml:ink>
</file>

<file path=ppt/ink/ink1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4:36.1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486 404 6449 0 0,'-99'20'3360'0'0,"-124"9"0"0"0,59-9 1244 0 0,215-30-3890 0 0,58-20 0 0 0,19-5-668 0 0,626-143 1559 0 0,-209 47-198 0 0,-426 101-1344 0 0,148-27 12 0 0,-253 56-75 0 0</inkml:trace>
</inkml:ink>
</file>

<file path=ppt/ink/ink1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4:41.4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31 247 3225 0 0,'-3'-1'-304'0'0,"-25"-15"10930"0"0,33 16-9955 0 0,1 1-494 0 0,-1 1 0 0 0,0-1 0 0 0,1 1 0 0 0,-1 0 1 0 0,0 0-1 0 0,0 1 0 0 0,0-1 0 0 0,-1 1 0 0 0,1 0 1 0 0,0 0-1 0 0,-1 1 0 0 0,0-1 0 0 0,0 1 0 0 0,4 5 1 0 0,73 83 992 0 0,-56-61-989 0 0,1-1 0 0 0,37 32 0 0 0,-42-43-164 0 0,-4-5-21 0 0,33 25-1 0 0,-45-36 12 0 0,0 0-1 0 0,0-1 0 0 0,0 1 0 0 0,0-1 1 0 0,1 0-1 0 0,-1 0 0 0 0,0-1 0 0 0,1 1 1 0 0,0-1-1 0 0,-1-1 0 0 0,1 1 0 0 0,8-1 1 0 0,-13 0 28 0 0,1 0 0 0 0,-1-1 0 0 0,1 1 0 0 0,-1-1 0 0 0,1 1 1 0 0,-1-1-1 0 0,1 0 0 0 0,-1 0 0 0 0,0 1 0 0 0,1-1 0 0 0,-1 0 0 0 0,0 0 1 0 0,0 0-1 0 0,1-1 0 0 0,-1 1 0 0 0,0 0 0 0 0,0 0 0 0 0,0-1 1 0 0,-1 1-1 0 0,1 0 0 0 0,0-1 0 0 0,0 1 0 0 0,-1-1 0 0 0,1 1 0 0 0,-1-1 1 0 0,1 1-1 0 0,-1-1 0 0 0,0 1 0 0 0,1-3 0 0 0,1-7 223 0 0,-1 0 1 0 0,0 0-1 0 0,-1-14 0 0 0,0 11-28 0 0,0-20-194 0 0,9-176 1096 0 0,-4 159-2664 0 0,2 1 0 0 0,16-56 0 0 0,-16 81-4954 0 0</inkml:trace>
</inkml:ink>
</file>

<file path=ppt/ink/ink1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4:41.8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58 10282 0 0,'8'-8'495'0'0,"27"-25"1731"0"0,-33 31-2048 0 0,0 0-1 0 0,0 1 1 0 0,0-1-1 0 0,0 1 0 0 0,0 0 1 0 0,1 0-1 0 0,-1-1 1 0 0,1 2-1 0 0,-1-1 1 0 0,0 0-1 0 0,1 0 0 0 0,0 1 1 0 0,-1-1-1 0 0,5 1 1 0 0,-6 0-129 0 0,1 1 0 0 0,-1-1 0 0 0,1 1 1 0 0,-1 0-1 0 0,1 0 0 0 0,-1 0 1 0 0,1-1-1 0 0,-1 1 0 0 0,0 0 0 0 0,0 1 1 0 0,0-1-1 0 0,1 0 0 0 0,-1 0 0 0 0,0 0 1 0 0,0 1-1 0 0,0-1 0 0 0,-1 1 1 0 0,1-1-1 0 0,0 1 0 0 0,-1-1 0 0 0,1 1 1 0 0,0 2-1 0 0,10 41 240 0 0,-9-37-216 0 0,10 62 168 0 0,-7-32 156 0 0,15 49 0 0 0,-20-86-374 0 0,1 0 0 0 0,-1 0 0 0 0,0 0 0 0 0,1 0 0 0 0,-1 0 0 0 0,1 0 0 0 0,-1 0 0 0 0,1 0 1 0 0,0 0-1 0 0,-1 0 0 0 0,1 0 0 0 0,0 0 0 0 0,-1 0 0 0 0,1-1 0 0 0,0 1 0 0 0,0 0 0 0 0,0 0 1 0 0,0-1-1 0 0,0 1 0 0 0,0-1 0 0 0,0 1 0 0 0,0-1 0 0 0,0 1 0 0 0,0-1 0 0 0,1 1 0 0 0,1-1 9 0 0,-1 0-1 0 0,0 0 1 0 0,1-1-1 0 0,-1 1 0 0 0,0 0 1 0 0,1-1-1 0 0,-1 1 0 0 0,0-1 1 0 0,0 0-1 0 0,0 1 0 0 0,4-3 1 0 0,4-2 62 0 0,-1-1 0 0 0,1-1 0 0 0,15-13 0 0 0,45-48-1303 0 0,-54 53-5359 0 0</inkml:trace>
</inkml:ink>
</file>

<file path=ppt/ink/ink1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4:42.8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4 5065 0 0,'-8'-4'5840'0'0,"8"13"-3223"0"0,1-2-3187 0 0,0 0 763 0 0,1 1 1 0 0,0-1-1 0 0,0 1 0 0 0,1-1 0 0 0,0 0 0 0 0,0 0 1 0 0,1 0-1 0 0,0 0 0 0 0,0-1 0 0 0,6 7 0 0 0,13 25 412 0 0,-1 16-542 0 0,-2 2 0 0 0,-3 0 0 0 0,14 80 0 0 0,-14-61-11 0 0,28 83 0 0 0,-32-129-2 0 0,0-2 0 0 0,2 1 1 0 0,26 35-1 0 0,-26-43 173 0 0,-2 1 1 0 0,0 0-1 0 0,-1 1 0 0 0,-1 0 1 0 0,-2 1-1 0 0,9 28 0 0 0,-17-45-177 0 0,0 0 0 0 0,0 0 0 0 0,-1 0 0 0 0,0 0 0 0 0,-1 7 0 0 0,1 24-184 0 0,2-33-1062 0 0</inkml:trace>
</inkml:ink>
</file>

<file path=ppt/ink/ink1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4:44.3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27 197 11058 0 0,'-4'-6'606'0'0,"0"0"0"0"0,1 0 0 0 0,0-1-1 0 0,1 0 1 0 0,-1 1 0 0 0,1-1-1 0 0,0 0 1 0 0,1 0 0 0 0,-2-11 0 0 0,3 18-584 0 0,1 1 1 0 0,-1-1-1 0 0,0 0 1 0 0,0 0-1 0 0,0 1 1 0 0,0-1-1 0 0,1 0 1 0 0,-1 0-1 0 0,0 0 1 0 0,0 1-1 0 0,0-1 1 0 0,1 0-1 0 0,-1 0 0 0 0,0 0 1 0 0,0 0-1 0 0,1 0 1 0 0,-1 1-1 0 0,0-1 1 0 0,0 0-1 0 0,1 0 1 0 0,-1 0-1 0 0,0 0 1 0 0,0 0-1 0 0,1 0 1 0 0,-1 0-1 0 0,0 0 1 0 0,0 0-1 0 0,1 0 1 0 0,-1 0-1 0 0,0 0 1 0 0,0 0-1 0 0,1 0 1 0 0,-1 0-1 0 0,0 0 1 0 0,1 0-1 0 0,-1-1 1 0 0,0 1-1 0 0,0 0 1 0 0,1 0-1 0 0,-1 0 1 0 0,0 0-1 0 0,0 0 1 0 0,0-1-1 0 0,1 1 1 0 0,-1 0-1 0 0,0 0 1 0 0,0 0-1 0 0,0-1 1 0 0,0 1-1 0 0,1 0 1 0 0,-1 0-1 0 0,0-1 1 0 0,0 1-1 0 0,0 0 0 0 0,0 0 1 0 0,0-1-1 0 0,0 1 1 0 0,0 0-1 0 0,0 0 1 0 0,0-1-1 0 0,0 1 1 0 0,0 0-1 0 0,0-1 1 0 0,0 1-1 0 0,0 0 1 0 0,0 0-1 0 0,0-1 1 0 0,15 18 363 0 0,8 19-392 0 0,-1 1 0 0 0,-3 1 0 0 0,-1 0 0 0 0,14 42 1 0 0,30 65-88 0 0,-51-124 83 0 0,0 0 0 0 0,2-1 1 0 0,1-1-1 0 0,25 30 0 0 0,-37-48 10 0 0,56 55 294 0 0,-53-52-235 0 0,0 0-1 0 0,0 0 1 0 0,1 0 0 0 0,-1-1 0 0 0,1 0-1 0 0,0 0 1 0 0,0 0 0 0 0,0-1 0 0 0,0 0-1 0 0,8 2 1 0 0,-12-4 52 0 0,0 0-1 0 0,0-1 0 0 0,0 1 0 0 0,0 0 1 0 0,-1 0-1 0 0,1-1 0 0 0,0 1 1 0 0,0-1-1 0 0,-1 0 0 0 0,1 1 0 0 0,0-1 1 0 0,-1 0-1 0 0,1 0 0 0 0,-1 0 1 0 0,1 0-1 0 0,-1 0 0 0 0,1 0 1 0 0,-1-1-1 0 0,0 1 0 0 0,0 0 0 0 0,1-1 1 0 0,-1 1-1 0 0,0-1 0 0 0,0 1 1 0 0,0-1-1 0 0,1-3 0 0 0,2-5-35 0 0,1-1 0 0 0,-2 1 0 0 0,4-15 1 0 0,-4 15 157 0 0,49-253 979 0 0,-28 116-1179 0 0,-17 111-33 0 0,13-60-160 0 0,-17 86 2 0 0,0 0-1 0 0,0 1 1 0 0,1 0 0 0 0,1-1 0 0 0,-1 1 0 0 0,1 1 0 0 0,8-11 0 0 0,-13 19 59 0 0,1-1 0 0 0,-1 0 0 0 0,0 1 0 0 0,1-1 0 0 0,-1 1 1 0 0,1-1-1 0 0,-1 1 0 0 0,0-1 0 0 0,1 1 0 0 0,-1-1 1 0 0,1 1-1 0 0,0-1 0 0 0,-1 1 0 0 0,1 0 0 0 0,-1-1 0 0 0,1 1 1 0 0,0 0-1 0 0,-1 0 0 0 0,1-1 0 0 0,0 1 0 0 0,-1 0 0 0 0,1 0 1 0 0,0 0-1 0 0,-1 0 0 0 0,1 0 0 0 0,0 0 0 0 0,-1 0 0 0 0,1 0 1 0 0,0 0-1 0 0,-1 0 0 0 0,1 0 0 0 0,0 0 0 0 0,-1 0 1 0 0,1 1-1 0 0,0-1 0 0 0,0 0 0 0 0,0 2-80 0 0,1-1 1 0 0,-1 1-1 0 0,0-1 0 0 0,0 1 0 0 0,0 0 1 0 0,0-1-1 0 0,0 1 0 0 0,0 0 1 0 0,0 0-1 0 0,0-1 0 0 0,0 4 0 0 0,4 12 45 0 0</inkml:trace>
</inkml:ink>
</file>

<file path=ppt/ink/ink1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4:44.4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11979 0 0,'5'10'751'0'0,"0"-1"1"0"0,0 1 0 0 0,-1-1-1 0 0,-1 1 1 0 0,1 0 0 0 0,2 17-1 0 0,7 68 2556 0 0,-10-63-2024 0 0,2 28-570 0 0,-3-30-1480 0 0,8 42-1 0 0</inkml:trace>
</inkml:ink>
</file>

<file path=ppt/ink/ink1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4:44.7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1 119 6449 0 0,'0'-1'140'0'0,"0"1"1"0"0,0-1-1 0 0,0 0 0 0 0,-1 1 0 0 0,1-1 0 0 0,0 0 0 0 0,0 1 0 0 0,0-1 0 0 0,0 0 0 0 0,0 1 1 0 0,0-1-1 0 0,1 0 0 0 0,-1 1 0 0 0,0-1 0 0 0,0 0 0 0 0,0 1 0 0 0,1-1 0 0 0,-1 1 0 0 0,0-1 1 0 0,1 0-1 0 0,-1 1 0 0 0,0-1 0 0 0,1 1 0 0 0,-1-1 0 0 0,1 1 0 0 0,-1-1 0 0 0,1 1 0 0 0,-1-1 1 0 0,1 1-1 0 0,-1 0 0 0 0,2-1 0 0 0,23-20 3300 0 0,-19 17-3951 0 0,14-14 925 0 0,-14 12-410 0 0,0 0 1 0 0,0 1-1 0 0,0-1 1 0 0,1 1 0 0 0,0 1-1 0 0,0 0 1 0 0,0-1 0 0 0,0 2-1 0 0,1-1 1 0 0,-1 1-1 0 0,10-2 1 0 0,-16 5-8 0 0,0 0 0 0 0,-1 0 1 0 0,1 0-1 0 0,-1 0 0 0 0,1 0 0 0 0,0 0 1 0 0,-1 0-1 0 0,1 0 0 0 0,0 0 0 0 0,-1 0 0 0 0,1 1 1 0 0,-1-1-1 0 0,1 0 0 0 0,0 0 0 0 0,-1 1 0 0 0,1-1 1 0 0,-1 1-1 0 0,1-1 0 0 0,-1 0 0 0 0,1 1 1 0 0,-1-1-1 0 0,0 1 0 0 0,1-1 0 0 0,-1 1 0 0 0,1-1 1 0 0,-1 1-1 0 0,0-1 0 0 0,1 1 0 0 0,-1-1 0 0 0,0 1 1 0 0,0 0-1 0 0,1 0 0 0 0,-1 8-73 0 0</inkml:trace>
</inkml:ink>
</file>

<file path=ppt/ink/ink1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4:44.8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60 5985 0 0,'1'3'264'0'0,"2"-2"56"0"0,0 0-256 0 0,1 1-64 0 0,0-2 0 0 0,0 0 0 0 0,3-2 729 0 0,3 1 127 0 0,9-2 24 0 0,5-1 8 0 0,6-3-64 0 0,2-3-16 0 0,-1 1 1 0 0,-3 0-1 0 0,-1 0-1376 0 0,-3 3-272 0 0,-2 2-57 0 0,-7 1-15 0 0</inkml:trace>
</inkml:ink>
</file>

<file path=ppt/ink/ink1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4:45.5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 1840 0 0,'12'-2'2219'0'0,"1"1"0"0"0,0 0 0 0 0,0 0 0 0 0,-1 1 0 0 0,22 3 0 0 0,-16-2-1010 0 0,-14-1-1061 0 0,1 1 0 0 0,-1-1 0 0 0,0 1 0 0 0,1 0 0 0 0,-1 0-1 0 0,0 1 1 0 0,1-1 0 0 0,-1 1 0 0 0,0 0 0 0 0,0 0-1 0 0,0 0 1 0 0,-1 1 0 0 0,1-1 0 0 0,-1 1 0 0 0,1 0 0 0 0,4 5-1 0 0,-4-3-83 0 0,0 1-1 0 0,0 0 0 0 0,-1-1 0 0 0,1 1 1 0 0,-1 1-1 0 0,-1-1 0 0 0,1 0 1 0 0,-1 1-1 0 0,2 12 0 0 0,-1 5-93 0 0,0 0 1 0 0,-2 0-1 0 0,-1 0 0 0 0,-1 0 1 0 0,-4 25-1 0 0,-17 69 61 0 0,0 6 125 0 0,20-106-79 0 0,1 1 0 0 0,0-1 1 0 0,2 0-1 0 0,4 33 0 0 0,-4-45-308 0 0,1 0-1 0 0,0 0 1 0 0,0-1 0 0 0,0 1-1 0 0,4 6 1 0 0</inkml:trace>
</inkml:ink>
</file>

<file path=ppt/ink/ink1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4:45.7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9218 0 0,'1'5'816'0'0,"0"-1"-656"0"0,1-1-160 0 0,-2-1 0 0 0,0-1 432 0 0,0 2 48 0 0,1 3 16 0 0,1 2 1 0 0,-2 5-1002 0 0,-2 0-199 0 0,1-2-32 0 0</inkml:trace>
</inkml:ink>
</file>

<file path=ppt/ink/ink1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4:46.2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1 266 12443 0 0,'14'27'2732'0'0,"33"47"1"0"0,-14-27-2134 0 0,5 6 396 0 0,67 73 0 0 0,-93-112-810 0 0,2-2 0 0 0,-1 1-1 0 0,2-2 1 0 0,0 0 0 0 0,0 0 0 0 0,1-1 0 0 0,0-1 0 0 0,0-1-1 0 0,1-1 1 0 0,20 7 0 0 0,-34-13-157 0 0,0-1 1 0 0,0 1-1 0 0,0-1 0 0 0,1 1 0 0 0,-1-1 0 0 0,0 0 1 0 0,0-1-1 0 0,0 1 0 0 0,1 0 0 0 0,-1-1 0 0 0,0 0 1 0 0,0 1-1 0 0,0-1 0 0 0,0-1 0 0 0,0 1 0 0 0,0 0 1 0 0,0-1-1 0 0,0 1 0 0 0,-1-1 0 0 0,1 0 0 0 0,0 0 1 0 0,-1 0-1 0 0,0 0 0 0 0,1 0 0 0 0,-1-1 0 0 0,0 1 1 0 0,0-1-1 0 0,0 0 0 0 0,-1 1 0 0 0,4-7 0 0 0,3-7 115 0 0,-1-1 0 0 0,0 0 0 0 0,-1 0 0 0 0,4-23 0 0 0,-7 30-53 0 0,33-168 295 0 0,-27 121-644 0 0,2 1 0 0 0,3 1-1 0 0,36-94 1 0 0,-47 143 51 0 0,0 0 0 0 0,0 0 0 0 0,1 0 0 0 0,0 0 0 0 0,0 1 0 0 0,5-6 0 0 0,6-2-985 0 0</inkml:trace>
</inkml:ink>
</file>

<file path=ppt/ink/ink1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4:46.6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22 121 9674 0 0,'-1'-1'112'0'0,"-1"1"0"0"0,1-1 1 0 0,0 0-1 0 0,0 1 0 0 0,-1-1 0 0 0,1 0 0 0 0,0 0 1 0 0,0 0-1 0 0,0 0 0 0 0,0 0 0 0 0,0 0 0 0 0,0 0 1 0 0,0 0-1 0 0,0-1 0 0 0,1 1 0 0 0,-1 0 0 0 0,0 0 1 0 0,1-1-1 0 0,-1 1 0 0 0,1 0 0 0 0,-1-1 0 0 0,1 1 1 0 0,0-2-1 0 0,0 1 133 0 0,0 0 0 0 0,0-1 1 0 0,0 1-1 0 0,1 0 0 0 0,-1 0 1 0 0,1 0-1 0 0,0 0 0 0 0,0 0 1 0 0,0 0-1 0 0,0 0 0 0 0,0 0 1 0 0,0 0-1 0 0,2-3 0 0 0,2 0 137 0 0,0-1-1 0 0,0 1 1 0 0,0 0-1 0 0,0 1 1 0 0,1-1-1 0 0,0 1 1 0 0,0 0-1 0 0,11-5 1 0 0,-11 6-254 0 0,0 1 1 0 0,1 0-1 0 0,-1 0 1 0 0,1 0-1 0 0,-1 1 1 0 0,1 0 0 0 0,0 0-1 0 0,0 1 1 0 0,-1-1-1 0 0,1 2 1 0 0,8 0-1 0 0,-12 0-90 0 0,0-1-1 0 0,1 1 1 0 0,-1 1-1 0 0,-1-1 1 0 0,1 0-1 0 0,0 1 0 0 0,0-1 1 0 0,0 1-1 0 0,-1 0 1 0 0,1 0-1 0 0,-1 0 1 0 0,1 0-1 0 0,-1 0 1 0 0,0 1-1 0 0,0-1 1 0 0,0 1-1 0 0,0-1 1 0 0,0 1-1 0 0,-1 0 1 0 0,1 0-1 0 0,-1-1 0 0 0,0 1 1 0 0,0 0-1 0 0,0 1 1 0 0,1 4-1 0 0,1 10-18 0 0,-1 1 0 0 0,-1 0 0 0 0,0 0 0 0 0,-2-1 0 0 0,0 1 0 0 0,-1 0 0 0 0,-4 19 0 0 0,2-19 76 0 0,1 1-1 0 0,1-1 0 0 0,1 1 0 0 0,1 0 0 0 0,0 0 0 0 0,5 24 0 0 0,-5-43-89 0 0,0 0 1 0 0,0 0-1 0 0,0 0 0 0 0,0 0 0 0 0,0 0 1 0 0,1 0-1 0 0,-1 0 0 0 0,0-1 1 0 0,1 1-1 0 0,-1 0 0 0 0,1 0 0 0 0,-1 0 1 0 0,1 0-1 0 0,-1-1 0 0 0,1 1 0 0 0,-1 0 1 0 0,1-1-1 0 0,0 1 0 0 0,-1 0 0 0 0,1-1 1 0 0,0 1-1 0 0,0-1 0 0 0,0 1 0 0 0,-1-1 1 0 0,1 1-1 0 0,0-1 0 0 0,1 1 1 0 0,0-1-3 0 0,-1 0 0 0 0,1-1 0 0 0,0 1 1 0 0,-1 0-1 0 0,1-1 0 0 0,-1 1 1 0 0,1-1-1 0 0,-1 1 0 0 0,1-1 0 0 0,-1 1 1 0 0,1-1-1 0 0,-1 0 0 0 0,0 0 1 0 0,3-1-1 0 0,5-7-34 0 0,1 1 0 0 0,-1-1 0 0 0,9-12 0 0 0,-15 17 1 0 0,50-61-2532 0 0,-34 44 1579 0 0</inkml:trace>
</inkml:ink>
</file>

<file path=ppt/ink/ink1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4:46.8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77 9218 0 0,'-5'-9'11484'0'0,"24"-2"-11312"0"0,-1-3 273 0 0,-7 4-795 0 0,1 1-1 0 0,1 1 0 0 0,13-7 0 0 0</inkml:trace>
</inkml:ink>
</file>

<file path=ppt/ink/ink1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4:47.0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79 6913 0 0,'1'5'2633'0'0,"2"-6"-1953"0"0,4-2 184 0 0,2-1 41 0 0,3-3 7 0 0,1-2 0 0 0,3-4-1904 0 0,1 2-377 0 0,3-2-71 0 0,-2 2-24 0 0,-3 0 1120 0 0</inkml:trace>
</inkml:ink>
</file>

<file path=ppt/ink/ink1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4:47.4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67 4609 0 0,'-1'-2'389'0'0,"1"0"0"0"0,-1 0 0 0 0,1 0 0 0 0,-1 0 0 0 0,1-1 0 0 0,0 1 0 0 0,0 0 0 0 0,0 0 0 0 0,0 0 0 0 0,0-1 0 0 0,1 1 0 0 0,-1 0 0 0 0,1 0 0 0 0,-1 0 0 0 0,1 0 0 0 0,0 0 0 0 0,0 0 0 0 0,0 0 0 0 0,0 0 0 0 0,0 0 0 0 0,0 0 0 0 0,0 1 0 0 0,1-1 0 0 0,-1 0 0 0 0,1 1 0 0 0,-1-1 0 0 0,1 1 0 0 0,-1-1 0 0 0,1 1 0 0 0,0 0 0 0 0,0 0 0 0 0,2-2 0 0 0,-2 3-95 0 0,1-1 0 0 0,-1 0-1 0 0,0 1 1 0 0,1-1 0 0 0,-1 1 0 0 0,0-1-1 0 0,1 1 1 0 0,-1 0 0 0 0,1 0 0 0 0,-1 0-1 0 0,1 1 1 0 0,3 0 0 0 0,-3 0-261 0 0,0 0 0 0 0,0 0-1 0 0,0 0 1 0 0,-1 0 0 0 0,1 1 0 0 0,0-1 0 0 0,0 1 0 0 0,-1 0 0 0 0,1 0 0 0 0,-1 0-1 0 0,3 3 1 0 0,2 4 20 0 0,0-1 1 0 0,-1 2-1 0 0,-1-1 0 0 0,1 0 0 0 0,-1 1 0 0 0,-1 0 0 0 0,0 1 0 0 0,0-1 0 0 0,-1 0 1 0 0,-1 1-1 0 0,3 15 0 0 0,0 17-43 0 0,0 65-1 0 0,-5-95 36 0 0,0-9-48 0 0,0 45 20 0 0,3 1-1 0 0,10 56 1 0 0,-11-92-27 0 0,1 0 1 0 0,1 0 0 0 0,0-1-1 0 0,1 0 1 0 0,1 0 0 0 0,0 0-1 0 0,0 0 1 0 0,2-1 0 0 0,-1 0-1 0 0,1-1 1 0 0,1 1-1 0 0,15 14 1 0 0,-15-19-176 0 0</inkml:trace>
</inkml:ink>
</file>

<file path=ppt/ink/ink1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4:47.5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 9218 0 0,'-2'10'816'0'0,"2"-3"-656"0"0,0 0-160 0 0,5 6 4073 0 0,-4-9-2609 0 0,2 4-727 0 0,1 2-137 0 0,2-1-32 0 0,1-2-8 0 0</inkml:trace>
</inkml:ink>
</file>

<file path=ppt/ink/ink1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5:12.4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97 14283 0 0,'0'0'434'0'0,"1"-3"554"0"0,5 6-882 0 0,14 11 21 0 0,-12-12 3138 0 0,-8-3-3194 0 0,0 1 0 0 0,0 0 0 0 0,0 0 0 0 0,0 0 0 0 0,1-1 0 0 0,-1 1 0 0 0,0 0 0 0 0,0 0 0 0 0,0 0 0 0 0,1-1 1 0 0,-1 1-1 0 0,0 0 0 0 0,0 0 0 0 0,0 0 0 0 0,1 0 0 0 0,-1 0 0 0 0,0-1 0 0 0,0 1 0 0 0,1 0 0 0 0,-1 0 0 0 0,0 0 0 0 0,0 0 0 0 0,1 0 0 0 0,-1 0 0 0 0,0 0 0 0 0,0 0 0 0 0,1 0 0 0 0,-1 0 0 0 0,0 0 0 0 0,1 0 0 0 0,-1 0 0 0 0,0 0 0 0 0,0 0 1 0 0,1 0-1 0 0,-1 0 0 0 0,0 1 0 0 0,0-1 0 0 0,0 0 0 0 0,1 0 0 0 0,-1 0 0 0 0,0 0 0 0 0,0 0 0 0 0,1 1 0 0 0,-1-1 0 0 0,0 0 0 0 0,0 0 0 0 0,0 0 0 0 0,0 1 0 0 0,1-1 0 0 0,-1 0 0 0 0,33 32 320 0 0,-1 2 0 0 0,-1 0 0 0 0,42 64 0 0 0,-16-21-213 0 0,-2-9 131 0 0,4-3 0 0 0,89 79 0 0 0,-146-143-260 0 0,-1 1 1 0 0,1 0 0 0 0,0-1-1 0 0,0 0 1 0 0,0 1-1 0 0,0-1 1 0 0,0 0 0 0 0,0 0-1 0 0,0 0 1 0 0,0 0 0 0 0,0-1-1 0 0,1 1 1 0 0,3 0-1 0 0,-6-1-27 0 0,0 0-1 0 0,1 0 0 0 0,-1 0 0 0 0,1 0 0 0 0,-1 0 1 0 0,1 0-1 0 0,-1 0 0 0 0,0-1 0 0 0,1 1 0 0 0,-1 0 1 0 0,0 0-1 0 0,1-1 0 0 0,-1 1 0 0 0,0 0 0 0 0,1 0 1 0 0,-1-1-1 0 0,0 1 0 0 0,1 0 0 0 0,-1-1 1 0 0,0 1-1 0 0,0 0 0 0 0,1-1 0 0 0,-1 1 0 0 0,0 0 1 0 0,0-2-1 0 0,1-19 408 0 0,-22-117 433 0 0,-18-152-1640 0 0,38 277 641 0 0,-4-88-811 0 0,5 91 707 0 0,0 0-1 0 0,1 1 0 0 0,1-1 1 0 0,0 0-1 0 0,0 0 0 0 0,1 0 1 0 0,6-15-1 0 0,1 9-1810 0 0</inkml:trace>
</inkml:ink>
</file>

<file path=ppt/ink/ink1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5:12.7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15291 0 0,'28'49'3810'0'0,"-18"-34"-2679"0"0,-1 2-1 0 0,-1-1 1 0 0,9 23 0 0 0,-10-15-817 0 0,-1 1 1 0 0,-1 0-1 0 0,-2 0 1 0 0,0 0-1 0 0,-1 29 1 0 0,-12 130-972 0 0,4-108-1369 0 0,4-46-6207 0 0</inkml:trace>
</inkml:ink>
</file>

<file path=ppt/ink/ink1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5:13.0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47 13827 0 0,'3'4'3682'0'0,"-3"-4"-3623"0"0,16-6 2031 0 0,18-12 234 0 0,-26 14-2284 0 0,-1 0 0 0 0,0 0-1 0 0,1 1 1 0 0,8-3 0 0 0,17 1-2639 0 0</inkml:trace>
</inkml:ink>
</file>

<file path=ppt/ink/ink1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5:13.2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0 115 7834 0 0,'6'-2'806'0'0,"0"0"0"0"0,-1 0 0 0 0,1 0 0 0 0,-1 0 0 0 0,0-1 1 0 0,1 0-1 0 0,7-7 0 0 0,2 1 109 0 0,21-13 920 0 0,-18 11-1238 0 0,0 1-1 0 0,22-10 1 0 0,-33 18-1721 0 0,0-1 0 0 0,0 1 0 0 0,0 1 1 0 0,1-1-1 0 0,11 0 0 0 0,-5 0-869 0 0,0 0 1204 0 0</inkml:trace>
</inkml:ink>
</file>

<file path=ppt/ink/ink1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5:13.7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30 173 14747 0 0,'-29'-13'8262'0'0,"43"21"-7683"0"0,5 3-424 0 0,-1 0 0 0 0,0 2 1 0 0,-1 0-1 0 0,20 21 0 0 0,58 69-16 0 0,-60-63-130 0 0,19 23-88 0 0,47 49 136 0 0,-90-101-60 0 0,1 0 0 0 0,1-1 0 0 0,0 0 0 0 0,1-1 0 0 0,-1 0 0 0 0,31 12 0 0 0,-43-20 34 0 0,0 0-1 0 0,0-1 1 0 0,0 1-1 0 0,1-1 1 0 0,-1 1-1 0 0,0-1 1 0 0,1 0-1 0 0,-1 1 1 0 0,0-1-1 0 0,1 0 1 0 0,-1 0 0 0 0,1 0-1 0 0,-1 0 1 0 0,0 0-1 0 0,1 0 1 0 0,-1-1-1 0 0,0 1 1 0 0,1 0-1 0 0,-1-1 1 0 0,0 1-1 0 0,1-1 1 0 0,-1 1-1 0 0,0-1 1 0 0,0 0-1 0 0,0 1 1 0 0,1-1-1 0 0,-1 0 1 0 0,0 0-1 0 0,0 0 1 0 0,0 0-1 0 0,0 0 1 0 0,-1 0-1 0 0,1 0 1 0 0,0 0 0 0 0,0 0-1 0 0,-1-1 1 0 0,1 1-1 0 0,0 0 1 0 0,-1 0-1 0 0,1-1 1 0 0,-1 1-1 0 0,0 0 1 0 0,1-1-1 0 0,-1 1 1 0 0,0 0-1 0 0,0-3 1 0 0,2-9 212 0 0,-2 1 1 0 0,1-1-1 0 0,-2 1 0 0 0,-1-16 1 0 0,0 16-167 0 0,-9-102 429 0 0,-3-64-749 0 0,13 143-199 0 0,1 0 0 0 0,2 0 0 0 0,7-36 0 0 0,-8 65 106 0 0,1 0 0 0 0,-1 0-1 0 0,1 1 1 0 0,0-1-1 0 0,0 0 1 0 0,1 1-1 0 0,0-1 1 0 0,0 1-1 0 0,5-8 1 0 0</inkml:trace>
</inkml:ink>
</file>

<file path=ppt/ink/ink1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5:14.1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122 55 10138 0 0,'-9'-21'757'0'0,"-8"-6"5196"0"0,16 27-5726 0 0,0-1 0 0 0,1 0 0 0 0,-1 1 0 0 0,0-1 0 0 0,0 1 0 0 0,1-1-1 0 0,-1 1 1 0 0,0-1 0 0 0,0 1 0 0 0,0 0 0 0 0,0-1 0 0 0,1 1 0 0 0,-1 0 0 0 0,0 0 0 0 0,0 0 0 0 0,0 0-1 0 0,0 0 1 0 0,0 0 0 0 0,0 0 0 0 0,0 0 0 0 0,-1 0 0 0 0,0 1-176 0 0,1-1 0 0 0,-1 1 0 0 0,0 0 1 0 0,0 0-1 0 0,1 0 0 0 0,-1 0 0 0 0,1 1 0 0 0,-1-1 0 0 0,1 0 1 0 0,-1 1-1 0 0,1-1 0 0 0,0 1 0 0 0,0-1 0 0 0,-2 3 1 0 0,-3 5 26 0 0,0 0 0 0 0,0 1 1 0 0,0 0-1 0 0,1 0 1 0 0,1 1-1 0 0,0-1 1 0 0,0 1-1 0 0,1 0 0 0 0,1 0 1 0 0,-3 18-1 0 0,5-21-74 0 0,-1 0 0 0 0,2-1-1 0 0,-1 1 1 0 0,1 0 0 0 0,0-1-1 0 0,1 1 1 0 0,0-1 0 0 0,0 1-1 0 0,1-1 1 0 0,0 0 0 0 0,0 0 0 0 0,0 0-1 0 0,1 0 1 0 0,0-1 0 0 0,0 0-1 0 0,9 10 1 0 0,5 3 26 0 0,2-1 1 0 0,27 20-1 0 0,28 26-95 0 0,-68-57 73 0 0,-1 0 0 0 0,1 1 0 0 0,-1 0-1 0 0,-1 0 1 0 0,1 0 0 0 0,-2 0-1 0 0,7 15 1 0 0,-9-20 9 0 0,-1 1-1 0 0,0 0 0 0 0,-1 0 1 0 0,1-1-1 0 0,-1 1 1 0 0,1 0-1 0 0,-1 0 1 0 0,0 0-1 0 0,-1-1 1 0 0,1 1-1 0 0,0 0 1 0 0,-1 0-1 0 0,0-1 1 0 0,-2 5-1 0 0,1 0 21 0 0,-2-1 0 0 0,1 0 0 0 0,-1 0 0 0 0,0-1 0 0 0,0 1 0 0 0,-8 8-1 0 0,-2 0 31 0 0,-1-1 0 0 0,0 0 0 0 0,0-1 0 0 0,-25 16 0 0 0,26-20-144 0 0,0-1 1 0 0,0 0-1 0 0,-24 9 0 0 0,1-10-6768 0 0</inkml:trace>
</inkml:ink>
</file>

<file path=ppt/ink/ink1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5:14.7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72 15203 0 0,'-3'-6'697'0'0,"1"-1"0"0"0,-1 1 0 0 0,0 0-1 0 0,-1 0 1 0 0,1 0 0 0 0,-1 1 0 0 0,0-1-1 0 0,-1 1 1 0 0,1 0 0 0 0,-11-9 0 0 0,14 14-672 0 0,1 0 1 0 0,0 0 0 0 0,-1 0-1 0 0,1 0 1 0 0,0 0 0 0 0,0 1 0 0 0,-1-1-1 0 0,1 0 1 0 0,0 0 0 0 0,-1 0 0 0 0,1 0-1 0 0,0 0 1 0 0,-1 0 0 0 0,1 1-1 0 0,0-1 1 0 0,0 0 0 0 0,-1 0 0 0 0,1 0-1 0 0,0 1 1 0 0,0-1 0 0 0,0 0 0 0 0,-1 0-1 0 0,1 1 1 0 0,0-1 0 0 0,0 0-1 0 0,0 0 1 0 0,0 1 0 0 0,0-1 0 0 0,-1 0-1 0 0,1 1 1 0 0,0-1 0 0 0,0 0 0 0 0,0 1-1 0 0,0-1 1 0 0,0 0 0 0 0,0 1-1 0 0,0-1 1 0 0,0 0 0 0 0,0 0 0 0 0,0 1-1 0 0,0-1 1 0 0,0 0 0 0 0,0 1 0 0 0,0-1-1 0 0,1 0 1 0 0,-1 1 0 0 0,0-1-1 0 0,3 22 221 0 0,-3-20-165 0 0,130 595 1205 0 0,-102-484-1203 0 0,-11-52-1090 0 0,3 0 0 0 0,2-2 1 0 0,48 91-1 0 0</inkml:trace>
</inkml:ink>
</file>

<file path=ppt/ink/ink1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5:15.0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7 235 6913 0 0,'-6'-47'554'0'0,"6"37"453"0"0,0 0-1 0 0,1 0 1 0 0,0 0-1 0 0,1 0 1 0 0,0 1-1 0 0,0-1 1 0 0,1 1-1 0 0,0-1 1 0 0,1 1-1 0 0,0 0 1 0 0,9-15-1 0 0,-9 18-626 0 0,1 0 1 0 0,-1 0-1 0 0,1 1 1 0 0,0 0-1 0 0,12-9 0 0 0,-16 12-358 0 0,1 1 1 0 0,0-1-1 0 0,0 1 0 0 0,0 0 0 0 0,0-1 0 0 0,0 1 0 0 0,0 0 0 0 0,0 1 0 0 0,0-1 0 0 0,0 0 0 0 0,0 0 1 0 0,1 1-1 0 0,-1-1 0 0 0,0 1 0 0 0,0 0 0 0 0,1 0 0 0 0,-1 0 0 0 0,0 0 0 0 0,1 0 0 0 0,-1 0 0 0 0,4 2 1 0 0,-4-1 15 0 0,1 0 1 0 0,-1 1 0 0 0,1-1-1 0 0,-1 1 1 0 0,0 0 0 0 0,0 0 0 0 0,0-1-1 0 0,0 2 1 0 0,0-1 0 0 0,-1 0 0 0 0,1 0-1 0 0,0 0 1 0 0,-1 1 0 0 0,0-1 0 0 0,2 4-1 0 0,2 6 71 0 0,-1 0-1 0 0,-1 0 1 0 0,0 1-1 0 0,0-1 1 0 0,-1 1 0 0 0,0 20-1 0 0,-3-2-235 0 0,-2 1 0 0 0,-2-1-1 0 0,0 0 1 0 0,-2-1 0 0 0,-20 54 0 0 0,12-40-76 0 0,-13 74-1 0 0,27-117 238 0 0,1 0-1 0 0,-1 1 0 0 0,1-1 0 0 0,0 0 0 0 0,-1 1 0 0 0,1-1 1 0 0,0 0-1 0 0,0 0 0 0 0,0 1 0 0 0,0-1 0 0 0,0 0 0 0 0,0 1 0 0 0,0-1 1 0 0,1 0-1 0 0,-1 1 0 0 0,0-1 0 0 0,1 0 0 0 0,-1 0 0 0 0,1 1 0 0 0,0-1 1 0 0,-1 0-1 0 0,1 0 0 0 0,0 0 0 0 0,0 0 0 0 0,-1 0 0 0 0,1 0 1 0 0,0 0-1 0 0,0 0 0 0 0,0 0 0 0 0,0 0 0 0 0,0-1 0 0 0,0 1 0 0 0,1 0 1 0 0,-1-1-1 0 0,2 2 0 0 0,1-2 37 0 0,0 1-1 0 0,0-1 1 0 0,0 0 0 0 0,1-1 0 0 0,-1 1-1 0 0,0-1 1 0 0,0 1 0 0 0,0-1-1 0 0,0-1 1 0 0,5-1 0 0 0,68-27-121 0 0,-57 21-830 0 0,0 1 0 0 0,1 0 0 0 0,0 2-1 0 0,0 0 1 0 0,0 2 0 0 0,26-3 0 0 0,-16 6-688 0 0,-2-1 972 0 0</inkml:trace>
</inkml:ink>
</file>

<file path=ppt/ink/ink1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5:15.2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15 6449 0 0,'-45'-15'18126'0'0,"44"16"-17887"0"0,-3 20-1420 0 0,4 23 1842 0 0,1 1 1 0 0,3-1-1 0 0,16 79 0 0 0,50 127-400 0 0,-61-222-603 0 0,2 2-2023 0 0,-5-9-2866 0 0,1 6-2776 0 0</inkml:trace>
</inkml:ink>
</file>

<file path=ppt/ink/ink1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5:15.6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292 228 17972 0 0,'-25'10'837'0'0,"-57"24"1602"0"0,-102 27 1 0 0,589-139-233 0 0,9 23-1651 0 0,-198 28-193 0 0,665-76 387 0 0,-419 52-751 0 0,-262 34-289 0 0,-157 16-167 0 0,1 1 0 0 0,67 11 0 0 0,-109-11 425 0 0,33 9-717 0 0,-34-8 701 0 0,0-1 1 0 0,-1 1-1 0 0,1-1 0 0 0,0 1 1 0 0,0-1-1 0 0,-1 1 0 0 0,1-1 1 0 0,0 1-1 0 0,-1 0 0 0 0,1-1 0 0 0,0 1 1 0 0,-1 0-1 0 0,1 0 0 0 0,-1-1 1 0 0,1 1-1 0 0,-1 0 0 0 0,1 0 1 0 0,-1 0-1 0 0,0 0 0 0 0,0 0 0 0 0,1 0 1 0 0,-1-1-1 0 0,0 1 0 0 0,0 0 1 0 0,0 0-1 0 0,0 0 0 0 0,0 0 1 0 0,0 0-1 0 0,0 0 0 0 0,0 0 1 0 0,0 0-1 0 0,-1 0 0 0 0,1 0 0 0 0,0 0 1 0 0,-7 14-536 0 0</inkml:trace>
</inkml:ink>
</file>

<file path=ppt/ink/ink1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5:15.9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14371 0 0,'0'2'112'0'0,"-1"-1"0"0"0,1 1 1 0 0,1-1-1 0 0,-1 1 0 0 0,0 0 0 0 0,0-1 0 0 0,0 1 1 0 0,1-1-1 0 0,-1 1 0 0 0,1-1 0 0 0,-1 0 0 0 0,1 1 0 0 0,0-1 1 0 0,0 1-1 0 0,1 1 0 0 0,20 27 983 0 0,-11-14 264 0 0,32 51 1384 0 0,56 127 0 0 0,-73-132-2315 0 0,-3 2 0 0 0,-2 1 0 0 0,-3 0 1 0 0,14 106-1 0 0,-12-29-129 0 0,-5-44-3889 0 0,-15-95 2559 0 0</inkml:trace>
</inkml:ink>
</file>

<file path=ppt/ink/ink1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5:16.2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9 327 8754 0 0,'-3'-21'559'0'0,"0"0"0"0"0,1 0 1 0 0,1 0-1 0 0,1 0 0 0 0,1 0 1 0 0,1 0-1 0 0,8-34 0 0 0,-8 44-101 0 0,2 1 0 0 0,-1 0-1 0 0,2-1 1 0 0,-1 1 0 0 0,1 1-1 0 0,1-1 1 0 0,6-8 0 0 0,-10 15-307 0 0,1 0 1 0 0,-1 0-1 0 0,1 0 0 0 0,0 1 0 0 0,0-1 1 0 0,0 1-1 0 0,0 0 0 0 0,0 0 1 0 0,0 0-1 0 0,1 0 0 0 0,-1 1 1 0 0,1-1-1 0 0,-1 1 0 0 0,1 0 0 0 0,0 0 1 0 0,-1 0-1 0 0,1 1 0 0 0,0-1 1 0 0,0 1-1 0 0,-1 0 0 0 0,1 0 1 0 0,0 0-1 0 0,0 1 0 0 0,4 0 0 0 0,7 3 71 0 0,1 1-1 0 0,-1 0 0 0 0,0 2 1 0 0,-1-1-1 0 0,1 2 0 0 0,-1 0 0 0 0,-1 1 1 0 0,1 0-1 0 0,-2 1 0 0 0,1 0 0 0 0,-1 1 1 0 0,13 16-1 0 0,-21-21-222 0 0,-1 0 0 0 0,0 0 1 0 0,0 0-1 0 0,0 1 0 0 0,0-1 0 0 0,-1 1 1 0 0,0 0-1 0 0,-1 0 0 0 0,0 0 0 0 0,0 0 0 0 0,0 0 1 0 0,-1 0-1 0 0,0 0 0 0 0,0 0 0 0 0,-1 0 1 0 0,1 0-1 0 0,-2 0 0 0 0,1-1 0 0 0,-1 1 0 0 0,-3 7 1 0 0,-6 17 9 0 0,-1-1-1 0 0,-32 57 1 0 0,37-75 1 0 0,-15 26 130 0 0,13-25 101 0 0,1 1 1 0 0,1 0 0 0 0,0 0-1 0 0,0 1 1 0 0,-4 19 0 0 0,11-34-221 0 0,-1 1 1 0 0,1-1-1 0 0,0 1 1 0 0,0-1-1 0 0,0 1 1 0 0,0 0-1 0 0,0-1 1 0 0,0 1-1 0 0,0-1 0 0 0,0 1 1 0 0,0-1-1 0 0,1 1 1 0 0,-1 0-1 0 0,0-1 1 0 0,0 1-1 0 0,0-1 1 0 0,1 1-1 0 0,-1-1 1 0 0,0 1-1 0 0,1-1 1 0 0,-1 1-1 0 0,0-1 1 0 0,1 0-1 0 0,-1 1 1 0 0,1-1-1 0 0,-1 1 1 0 0,0-1-1 0 0,1 0 0 0 0,0 1 1 0 0,22 4 139 0 0,24-8-121 0 0,-46 2-25 0 0,204-38-5474 0 0,-171 35-2050 0 0</inkml:trace>
</inkml:ink>
</file>

<file path=ppt/ink/ink1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5:16.4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7 12443 0 0,'-4'-6'2852'0'0,"4"6"-2746"0"0,-1 0-1 0 0,1 0 1 0 0,0 0-1 0 0,0 0 1 0 0,-1 0 0 0 0,1 0-1 0 0,0 0 1 0 0,-1 0 0 0 0,1 0-1 0 0,0 0 1 0 0,0 0 0 0 0,-1 0-1 0 0,-4 11 2877 0 0,2 17-701 0 0,8 6-1591 0 0,0 0 0 0 0,3-1 0 0 0,1 1 0 0 0,24 60 0 0 0,-11-33-452 0 0,-19-53-319 0 0,21 53-350 0 0,-22-56 63 0 0,1 1 0 0 0,0-1 0 0 0,0-1 0 0 0,0 1 0 0 0,1 0 0 0 0,-1-1 0 0 0,1 1 0 0 0,8 6 0 0 0,-4-6-583 0 0</inkml:trace>
</inkml:ink>
</file>

<file path=ppt/ink/ink1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5:16.8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101 140 3225 0 0,'-14'-13'7121'0'0,"13"12"-6574"0"0,1 0 1 0 0,-1 0 0 0 0,0-2 0 0 0,0 1-539 0 0,0 0-1 0 0,0 0 1 0 0,0 0 0 0 0,0 0 0 0 0,-1 0-1 0 0,1 0 1 0 0,0 1 0 0 0,-1-1 0 0 0,0 1 0 0 0,-2-3-1 0 0,-5 5-1818 0 0,-7 14 4693 0 0,-8 22 4820 0 0,17-26-7901 0 0,6-10 242 0 0,0 0 1 0 0,0 1-1 0 0,0-1 0 0 0,0 0 0 0 0,0 1 0 0 0,0-1 0 0 0,1 1 1 0 0,-1-1-1 0 0,1 1 0 0 0,-1 0 0 0 0,1-1 0 0 0,-1 1 0 0 0,1-1 1 0 0,0 1-1 0 0,0 0 0 0 0,0-1 0 0 0,0 3 0 0 0,0-3-17 0 0,1 0-1 0 0,-1-1 0 0 0,0 1 1 0 0,1-1-1 0 0,-1 1 0 0 0,1-1 1 0 0,0 1-1 0 0,-1-1 0 0 0,1 0 1 0 0,-1 1-1 0 0,1-1 0 0 0,0 0 1 0 0,-1 1-1 0 0,1-1 0 0 0,-1 0 0 0 0,1 0 1 0 0,0 1-1 0 0,0-1 0 0 0,-1 0 1 0 0,1 0-1 0 0,0 0 0 0 0,-1 0 1 0 0,1 0-1 0 0,0 0 0 0 0,-1 0 1 0 0,2 0-1 0 0,7-2 105 0 0,-1 1-1 0 0,1-1 1 0 0,-1-1 0 0 0,0 1-1 0 0,9-5 1 0 0,133-47 900 0 0,-113 43-1488 0 0,0-1-1 0 0,-1-2 1 0 0,-1-1-1 0 0,-1-2 1 0 0,42-27-1 0 0,-57 29-7414 0 0</inkml:trace>
</inkml:ink>
</file>

<file path=ppt/ink/ink1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5:17.0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 1 7370 0 0,'-28'15'628'0'0,"21"-12"997"0"0,1 1 0 0 0,0 0 0 0 0,1 0 1 0 0,-9 9-1 0 0,12-11-1030 0 0,-1 0 1 0 0,1 1-1 0 0,1-1 0 0 0,-1 1 1 0 0,0 0-1 0 0,1-1 0 0 0,-1 1 1 0 0,1 0-1 0 0,0 0 0 0 0,0 0 1 0 0,0 0-1 0 0,-1 4 0 0 0,2-4-602 0 0,0 1-1 0 0,-1 0 0 0 0,1 0 1 0 0,1 0-1 0 0,-1-1 1 0 0,0 1-1 0 0,2 5 0 0 0,59 176 2513 0 0,-10-35-2014 0 0,-46-131-516 0 0,4 12-635 0 0,1 1 0 0 0,25 53 0 0 0,-22-63-128 0 0</inkml:trace>
</inkml:ink>
</file>

<file path=ppt/ink/ink1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5:17.3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25 14283 0 0,'-6'-12'2041'0'0,"1"-1"2951"0"0,8 25-2838 0 0,59 243 1072 0 0,-31-105-3740 0 0,14-5-7597 0 0</inkml:trace>
</inkml:ink>
</file>

<file path=ppt/ink/ink1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5:17.6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1 181 6449 0 0,'2'-14'272'0'0,"0"1"0"0"0,1-1 0 0 0,6-19 0 0 0,-6 26 248 0 0,0 1 1 0 0,1-1 0 0 0,-1 1-1 0 0,1-1 1 0 0,1 1 0 0 0,-1 0-1 0 0,1 1 1 0 0,7-8 0 0 0,-7 9-67 0 0,1-1 0 0 0,0 0 0 0 0,1 1 0 0 0,-1 1 0 0 0,1-1 0 0 0,-1 1 1 0 0,1 0-1 0 0,0 0 0 0 0,0 1 0 0 0,1 0 0 0 0,-1 0 0 0 0,0 0 0 0 0,1 1 1 0 0,-1 1-1 0 0,1-1 0 0 0,-1 1 0 0 0,1 0 0 0 0,-1 1 0 0 0,14 2 0 0 0,-16-2-405 0 0,-1 0-1 0 0,0 0 1 0 0,0 1-1 0 0,1 0 1 0 0,-1 0-1 0 0,0 0 1 0 0,0 0-1 0 0,0 0 1 0 0,-1 1-1 0 0,1-1 1 0 0,-1 1-1 0 0,1 0 1 0 0,-1 0-1 0 0,0 1 1 0 0,0-1-1 0 0,0 1 1 0 0,-1-1-1 0 0,1 1 1 0 0,-1 0-1 0 0,0 0 1 0 0,0 0-1 0 0,0 0 1 0 0,0 0-1 0 0,-1 1 1 0 0,0-1-1 0 0,0 1 1 0 0,0-1-1 0 0,0 0 1 0 0,-1 1-1 0 0,0-1 1 0 0,1 1-1 0 0,-2-1 1 0 0,0 10-1 0 0,-3 8-44 0 0,-1 0 0 0 0,-1 0 0 0 0,-1 0 0 0 0,-1-1 0 0 0,-1 0 0 0 0,-13 23 0 0 0,10-20 180 0 0,0 1 0 0 0,2 0-1 0 0,-12 44 1 0 0,21-67-142 0 0,1-1 0 0 0,0 1 0 0 0,-1 0 0 0 0,1-1 0 0 0,0 1 0 0 0,0-1 0 0 0,0 1 1 0 0,0 0-1 0 0,0-1 0 0 0,0 1 0 0 0,0-1 0 0 0,1 1 0 0 0,-1-1 0 0 0,1 1 0 0 0,-1 0 0 0 0,1-1 0 0 0,0 2 0 0 0,0-2-23 0 0,-1-1 0 0 0,1 1 0 0 0,0 0 0 0 0,0-1 0 0 0,-1 0 0 0 0,1 1 0 0 0,0-1 0 0 0,0 1 0 0 0,-1-1 1 0 0,1 0-1 0 0,0 1 0 0 0,0-1 0 0 0,0 0 0 0 0,0 0 0 0 0,0 0 0 0 0,-1 0 0 0 0,1 0 0 0 0,0 0 0 0 0,0 0 0 0 0,0 0 0 0 0,0 0 0 0 0,1-1 0 0 0,7-1-19 0 0,0-1 0 0 0,0 0-1 0 0,-1-1 1 0 0,15-8 0 0 0,-8 4-247 0 0,69-27-1806 0 0,-60 27 1047 0 0</inkml:trace>
</inkml:ink>
</file>

<file path=ppt/ink/ink1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5:17.9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 2304 0 0,'12'-2'16516'0'0,"7"4"-14917"0"0,-11-1-1435 0 0,-1 0 0 0 0,1 1 0 0 0,-1 0 1 0 0,1 1-1 0 0,-1-1 0 0 0,0 1 0 0 0,0 1 0 0 0,0-1 0 0 0,0 1 0 0 0,-1 1 1 0 0,0-1-1 0 0,0 1 0 0 0,0 0 0 0 0,0 0 0 0 0,0 1 0 0 0,-1-1 0 0 0,0 1 1 0 0,-1 1-1 0 0,1-1 0 0 0,-1 1 0 0 0,0-1 0 0 0,-1 1 0 0 0,0 0 0 0 0,0 0 1 0 0,3 12-1 0 0,0 9 23 0 0,-1 1 1 0 0,-2 0-1 0 0,0 0 0 0 0,-2 0 1 0 0,-4 38-1 0 0,3-48 32 0 0,-1-13-164 0 0,1 1 0 0 0,0 0 1 0 0,1 0-1 0 0,0 0 1 0 0,0 0-1 0 0,1 0 1 0 0,3 10-1 0 0,-5-16-49 0 0,1 0 0 0 0,-1 0-1 0 0,1 0 1 0 0,-1 0 0 0 0,1 1 0 0 0,0-1-1 0 0,0-1 1 0 0,0 1 0 0 0,-1 0-1 0 0,1 0 1 0 0,0 0 0 0 0,0 0 0 0 0,0-1-1 0 0,0 1 1 0 0,0 0 0 0 0,0-1 0 0 0,1 1-1 0 0,-1-1 1 0 0,1 1 0 0 0,0 0-6 0 0,0-1-1 0 0,0 0 1 0 0,0 0 0 0 0,0-1 0 0 0,0 1 0 0 0,0 0-1 0 0,0-1 1 0 0,0 1 0 0 0,-1-1 0 0 0,1 1 0 0 0,0-1-1 0 0,0 0 1 0 0,-1 0 0 0 0,1 0 0 0 0,0 0 0 0 0,2-2-1 0 0,10-8-335 0 0,-1-1 0 0 0,0 0 0 0 0,-1-1 0 0 0,-1-1 0 0 0,15-20 0 0 0,-4 5-5600 0 0,-1 2-2078 0 0</inkml:trace>
</inkml:ink>
</file>

<file path=ppt/ink/ink1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5:18.2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61 6913 0 0,'0'22'10550'0'0,"1"-20"-10199"0"0,1-2-102 0 0,-1 0 0 0 0,1 0 1 0 0,-1 0-1 0 0,0 0 0 0 0,1 0 0 0 0,-1 0 0 0 0,0 0 0 0 0,1 0 0 0 0,-1 0 0 0 0,1 0 0 0 0,-1-1 1 0 0,0 1-1 0 0,1-1 0 0 0,-1 1 0 0 0,2-2 0 0 0,49-28 665 0 0,-51 29-840 0 0,2-1-71 0 0,8-6-248 0 0,1 0 1 0 0,0 1-1 0 0,0 1 0 0 0,23-10 0 0 0,-25 13-926 0 0</inkml:trace>
</inkml:ink>
</file>

<file path=ppt/ink/ink1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5:18.4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14 139 11522 0 0,'-14'35'2223'0'0,"14"-34"-2115"0"0,1-1 0 0 0,-1 0 1 0 0,0 0-1 0 0,0 0 0 0 0,1 0 0 0 0,-1 0 1 0 0,0 0-1 0 0,0 0 0 0 0,1 0 0 0 0,-1 0 1 0 0,0 0-1 0 0,1 0 0 0 0,-1 0 0 0 0,0 0 0 0 0,1 0 1 0 0,-1 0-1 0 0,4-2 1516 0 0,-4 2-1516 0 0,13-6 1143 0 0,3-5-233 0 0,-1-1 0 0 0,-1-1-1 0 0,25-26 1 0 0,-27 25-1558 0 0,0 1 0 0 0,1 1 0 0 0,1 0 0 0 0,29-19 0 0 0,-27 22 517 0 0</inkml:trace>
</inkml:ink>
</file>

<file path=ppt/ink/ink1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5:19.4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16 137 8290 0 0,'-1'1'150'0'0,"0"-1"1"0"0,0 0-1 0 0,0 1 1 0 0,1 0 0 0 0,-1-1-1 0 0,0 1 1 0 0,0-1-1 0 0,0 1 1 0 0,1 0-1 0 0,-1 0 1 0 0,0-1 0 0 0,1 1-1 0 0,-1 0 1 0 0,0 0-1 0 0,1 0 1 0 0,-1 0-1 0 0,1 0 1 0 0,0 0 0 0 0,-1 0-1 0 0,1 0 1 0 0,0 0-1 0 0,-1 0 1 0 0,1 0-1 0 0,0 0 1 0 0,0 0 0 0 0,0 0-1 0 0,0 0 1 0 0,0 0-1 0 0,0 1 1 0 0,1 0 106 0 0,0-1 1 0 0,0 0-1 0 0,0 1 1 0 0,0-1-1 0 0,1 0 1 0 0,-1 0-1 0 0,0 0 1 0 0,1 0 0 0 0,-1 0-1 0 0,0 0 1 0 0,1 0-1 0 0,-1-1 1 0 0,1 1-1 0 0,-1 0 1 0 0,1-1-1 0 0,0 1 1 0 0,-1-1-1 0 0,1 1 1 0 0,2-1-1 0 0,12 2 280 0 0,0 0 0 0 0,0-1-1 0 0,0-1 1 0 0,0 0 0 0 0,0-1-1 0 0,0-1 1 0 0,20-5 0 0 0,1-2-83 0 0,68-27 1 0 0,-58 16-618 0 0,76-46 0 0 0,-54 22-5289 0 0</inkml:trace>
</inkml:ink>
</file>

<file path=ppt/ink/ink1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5:19.7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1 8290 0 0,'-11'13'8316'0'0,"6"7"-5023"0"0,3 20-1525 0 0,2-39-1600 0 0,0 12-58 0 0,1 0 0 0 0,1-1-1 0 0,0 1 1 0 0,0-1-1 0 0,1 1 1 0 0,1-1 0 0 0,0 0-1 0 0,1 0 1 0 0,0-1 0 0 0,1 1-1 0 0,0-1 1 0 0,12 15-1 0 0,7 6-138 0 0,1-2-1 0 0,49 43 0 0 0,-65-63 64 0 0,4 2-14 0 0,-2 1 1 0 0,0 0 0 0 0,0 1-1 0 0,-2 0 1 0 0,1 1-1 0 0,-2 0 1 0 0,14 29-1 0 0,-21-39 19 0 0,1 1-1 0 0,-2-1 0 0 0,1 0 1 0 0,-1 1-1 0 0,0 0 0 0 0,0-1 1 0 0,0 1-1 0 0,-1 0 0 0 0,0-1 1 0 0,0 1-1 0 0,0 0 0 0 0,-1 0 1 0 0,0-1-1 0 0,0 1 0 0 0,0-1 1 0 0,-1 1-1 0 0,1-1 0 0 0,-2 1 1 0 0,1-1-1 0 0,0 0 0 0 0,-1 0 1 0 0,0 0-1 0 0,0 0 0 0 0,-1-1 1 0 0,1 1-1 0 0,-1-1 1 0 0,0 0-1 0 0,-6 5 0 0 0,3-3-30 0 0,-2 0-1 0 0,1 0 0 0 0,0-1 1 0 0,-1 0-1 0 0,0-1 1 0 0,0 0-1 0 0,-19 6 0 0 0,7-5-1754 0 0,0 0 0 0 0,-34 2 0 0 0,50-6 308 0 0</inkml:trace>
</inkml:ink>
</file>

<file path=ppt/ink/ink1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5:20.1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1 145 9218 0 0,'22'25'12302'0'0,"1"4"-9009"0"0,-8-10-3652 0 0,34 35-1 0 0,206 160 1479 0 0,-250-210-1114 0 0,1 1-1 0 0,0-1 0 0 0,0-1 1 0 0,0 1-1 0 0,7 2 0 0 0,-12-5 6 0 0,0-1-1 0 0,0 0 1 0 0,0 1-1 0 0,0-1 1 0 0,0 0-1 0 0,0 1 1 0 0,0-1-1 0 0,0 0 1 0 0,1 0-1 0 0,-1 0 1 0 0,0 0-1 0 0,0 0 1 0 0,0 0-1 0 0,0 0 1 0 0,0-1-1 0 0,0 1 1 0 0,0 0-1 0 0,0 0 1 0 0,0-1-1 0 0,0 1 0 0 0,0-1 1 0 0,0 1-1 0 0,0-1 1 0 0,-1 1-1 0 0,1-1 1 0 0,0 0-1 0 0,0 1 1 0 0,0-1-1 0 0,-1 0 1 0 0,1 0-1 0 0,0 1 1 0 0,-1-1-1 0 0,1 0 1 0 0,0 0-1 0 0,-1 0 1 0 0,1 0-1 0 0,-1 0 1 0 0,0 0-1 0 0,1 0 1 0 0,-1 0-1 0 0,1-2 0 0 0,12-52 267 0 0,7-58-1 0 0,-11 56-733 0 0,17-57-1 0 0,14-2-2754 0 0,-23 78-4786 0 0</inkml:trace>
</inkml:ink>
</file>

<file path=ppt/ink/ink1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5:20.8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12443 0 0,'2'5'6701'0'0,"0"8"-3341"0"0,17 71-2651 0 0,19 126 127 0 0,-20-96-1571 0 0,36 119 0 0 0,-40-192-7361 0 0</inkml:trace>
</inkml:ink>
</file>

<file path=ppt/ink/ink1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5:21.5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29 300 14283 0 0,'-17'5'2265'0'0,"6"1"2158"0"0,33-7-4031 0 0,1-2 0 0 0,-1-1 0 0 0,34-10-1 0 0,-8 3-164 0 0,73-16 241 0 0,844-155 891 0 0,-391 127-1002 0 0,-33 42-122 0 0,-384 13-207 0 0,264 10 3 0 0,-222-1-1672 0 0,-188-7 1108 0 0,-6 3-3 0 0</inkml:trace>
</inkml:ink>
</file>

<file path=ppt/ink/ink1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5:22.1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17972 0 0,'9'24'6035'0'0,"18"31"-5874"0"0,-6-10 258 0 0,75 188 449 0 0,-4-6-358 0 0,-67-175-1900 0 0,1-1-1 0 0,44 61 1 0 0</inkml:trace>
</inkml:ink>
</file>

<file path=ppt/ink/ink1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5:22.3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1 246 5985 0 0,'1'-18'447'0'0,"0"15"155"0"0,0 0-1 0 0,0 0 1 0 0,1 0 0 0 0,-1-1-1 0 0,1 1 1 0 0,-1 1-1 0 0,1-1 1 0 0,0 0 0 0 0,0 0-1 0 0,0 1 1 0 0,1-1-1 0 0,-1 1 1 0 0,1-1 0 0 0,-1 1-1 0 0,1 0 1 0 0,5-3 0 0 0,7-5 281 0 0,0 2 1 0 0,1-1 0 0 0,0 2-1 0 0,0 0 1 0 0,28-7 0 0 0,93-16 430 0 0,-83 19-884 0 0,91-20 273 0 0,75-15-3177 0 0,-192 41-5426 0 0</inkml:trace>
</inkml:ink>
</file>

<file path=ppt/ink/ink1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5:22.5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0 14283 0 0,'-2'0'215'0'0,"1"1"1"0"0,-1-1-1 0 0,1 0 1 0 0,-1 0-1 0 0,1 1 0 0 0,0-1 1 0 0,-1 1-1 0 0,1-1 0 0 0,-1 1 1 0 0,1 0-1 0 0,0-1 1 0 0,-1 1-1 0 0,1 0 0 0 0,0 0 1 0 0,0 0-1 0 0,0 0 1 0 0,0 0-1 0 0,0 0 0 0 0,0 0 1 0 0,-2 2-1 0 0,3 0 31 0 0,0-1 0 0 0,0 0 1 0 0,0 0-1 0 0,0 0 0 0 0,1 1 0 0 0,-1-1 1 0 0,1 0-1 0 0,-1 0 0 0 0,1 0 0 0 0,0 0 1 0 0,0 0-1 0 0,-1 0 0 0 0,2 0 0 0 0,0 2 0 0 0,121 210 3575 0 0,-57-59-3828 0 0,-43-97-889 0 0,-13-32 228 0 0</inkml:trace>
</inkml:ink>
</file>

<file path=ppt/ink/ink1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5:23.2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 13827 0 0,'5'-16'9057'0'0,"-1"28"-9018"0"0,0 0 0 0 0,0 0 0 0 0,-2 1 0 0 0,1-1 0 0 0,-2 1 0 0 0,1 19 1 0 0,-7 82 430 0 0,-1 1-26 0 0,6-101-416 0 0,1 0 0 0 0,1 0 0 0 0,0 0 1 0 0,1 0-1 0 0,0 0 0 0 0,5 13 0 0 0,-4-19-10 0 0,-1 0 0 0 0,1 1 0 0 0,0-2 1 0 0,1 1-1 0 0,0 0 0 0 0,0-1 0 0 0,1 0 0 0 0,0 0 0 0 0,0 0 0 0 0,0-1 0 0 0,1 0 0 0 0,0 0 0 0 0,14 8 1 0 0,-15-10-4 0 0,1-1 0 0 0,0-1-1 0 0,-1 1 1 0 0,1-1 0 0 0,0 0 0 0 0,0-1 0 0 0,0 0 0 0 0,1 0 0 0 0,-1 0 0 0 0,0-1 0 0 0,0 0 0 0 0,0 0 0 0 0,1-1 0 0 0,-1 0 0 0 0,0 0 0 0 0,0-1 0 0 0,12-4 0 0 0,12-8-140 0 0,-1-1-1 0 0,0-1 1 0 0,-1-2 0 0 0,0-2 0 0 0,35-30-1 0 0,-29 22-374 0 0,39-33-4493 0 0,-66 54 3466 0 0</inkml:trace>
</inkml:ink>
</file>

<file path=ppt/ink/ink1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5:23.5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9 12443 0 0,'-4'-1'-313'0'0,"2"0"856"0"0,0 0 0 0 0,0 0 1 0 0,0 0-1 0 0,0 0 1 0 0,0 1-1 0 0,0-1 1 0 0,0 1-1 0 0,0-1 0 0 0,-4 1 1 0 0,5 0-371 0 0,0 1 0 0 0,1-1-1 0 0,-1 1 1 0 0,1-1 0 0 0,-1 1 0 0 0,1 0 0 0 0,-1-1 0 0 0,1 1 0 0 0,-1-1 0 0 0,1 1-1 0 0,0 0 1 0 0,-1-1 0 0 0,1 1 0 0 0,0 0 0 0 0,-1 0 0 0 0,1-1 0 0 0,0 1-1 0 0,0 0 1 0 0,0 0 0 0 0,0-1 0 0 0,0 1 0 0 0,0 0 0 0 0,0 0 0 0 0,0 0 0 0 0,0-1-1 0 0,0 1 1 0 0,0 0 0 0 0,0 0 0 0 0,0-1 0 0 0,1 1 0 0 0,0 1 0 0 0,27 157 2295 0 0,1 11-1316 0 0,-22-92-1026 0 0,11 71 414 0 0,-14-128-1239 0 0,1 1 0 0 0,1-1 0 0 0,0 0 0 0 0,18 34-1 0 0,-10-29-7951 0 0</inkml:trace>
</inkml:ink>
</file>

<file path=ppt/ink/ink1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5:23.8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25 8754 0 0,'1'1'139'0'0,"-1"0"0"0"0,1 0 0 0 0,-1-1 0 0 0,1 1-1 0 0,0 0 1 0 0,-1 0 0 0 0,1-1 0 0 0,0 1 0 0 0,0 0 0 0 0,-1-1 0 0 0,1 1 0 0 0,0-1 0 0 0,0 1 0 0 0,0-1 0 0 0,0 1-1 0 0,0-1 1 0 0,0 0 0 0 0,0 1 0 0 0,0-1 0 0 0,0 0 0 0 0,0 0 0 0 0,0 0 0 0 0,1 0 0 0 0,26 5 1868 0 0,-9-5-1677 0 0,-1-1-1 0 0,1-1 1 0 0,-1 0-1 0 0,1-2 1 0 0,27-7-1 0 0,-21 4-3429 0 0,45-6-1 0 0,-48 12 936 0 0</inkml:trace>
</inkml:ink>
</file>

<file path=ppt/ink/ink1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5:23.9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4 100 16588 0 0,'-3'9'736'0'0,"2"-4"152"0"0,1 0-712 0 0,1-2-176 0 0,2-2 0 0 0,0-1 0 0 0,3 0 256 0 0,2 0 24 0 0,7-1 0 0 0,5-2 0 0 0,7-3 352 0 0,1-5 72 0 0,4-2 9 0 0,0-4 7 0 0,2-2-1576 0 0,4 1-313 0 0,0 1-63 0 0,0-1-16 0 0</inkml:trace>
</inkml:ink>
</file>

<file path=ppt/ink/ink1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5:28.1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9 16131 0 0,'-2'-1'408'0'0,"1"0"0"0"0,0 0-1 0 0,-1 1 1 0 0,1-1-1 0 0,-1 0 1 0 0,1 0-1 0 0,-1 1 1 0 0,1-1-1 0 0,-1 1 1 0 0,1-1 0 0 0,-1 1-1 0 0,0 0 1 0 0,-2-1-1 0 0,3 1-375 0 0,1 0-1 0 0,-1 0 0 0 0,1 0 0 0 0,-1 0 0 0 0,1 0 1 0 0,-1 0-1 0 0,1 1 0 0 0,-1-1 0 0 0,1 0 1 0 0,0 0-1 0 0,-1 0 0 0 0,1 0 0 0 0,-1 0 1 0 0,1 1-1 0 0,-1-1 0 0 0,1 0 0 0 0,0 0 1 0 0,-1 1-1 0 0,1-1 0 0 0,0 0 0 0 0,-1 1 1 0 0,1-1-1 0 0,0 0 0 0 0,-1 1 0 0 0,1-1 1 0 0,0 1-1 0 0,0-1 0 0 0,-1 0 0 0 0,1 1 1 0 0,0-1-1 0 0,0 1 0 0 0,0-1 0 0 0,0 1 0 0 0,0-1 1 0 0,0 1-1 0 0,0-1 0 0 0,-1 1 0 0 0,1-1 1 0 0,0 0-1 0 0,1 1 0 0 0,-1-1 0 0 0,0 1 1 0 0,0-1-1 0 0,0 1 0 0 0,0-1 0 0 0,0 1 1 0 0,0-1-1 0 0,0 1 0 0 0,1-1 0 0 0,-1 0 1 0 0,0 1-1 0 0,1 0 0 0 0,39 100 820 0 0,-19-51-810 0 0,25 94 1 0 0,-29-52 334 0 0,8 172 1 0 0,-14-115-1411 0 0,-6-103 613 0 0</inkml:trace>
</inkml:ink>
</file>

<file path=ppt/ink/ink1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5:28.4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5 391 10138 0 0,'-4'-39'1987'0'0,"4"13"3364"0"0,0 20-3362 0 0,9 20 1500 0 0,8 11-3381 0 0,38 74 365 0 0,30 48-38 0 0,-71-128-373 0 0,0 0 0 0 0,1 0 1 0 0,0-1-1 0 0,2-1 1 0 0,19 15-1 0 0,-35-31-18 0 0,0 0-1 0 0,0 0 1 0 0,0 0 0 0 0,0 0 0 0 0,1 0-1 0 0,-1 0 1 0 0,0-1 0 0 0,1 1 0 0 0,-1 0 0 0 0,1-1-1 0 0,-1 1 1 0 0,1-1 0 0 0,-1 1 0 0 0,1-1-1 0 0,-1 0 1 0 0,1 0 0 0 0,-1 0 0 0 0,1 0-1 0 0,-1 0 1 0 0,1 0 0 0 0,-1 0 0 0 0,1 0 0 0 0,-1-1-1 0 0,1 1 1 0 0,2-1 0 0 0,-2-1-16 0 0,0 1 0 0 0,0-1 0 0 0,0 0 1 0 0,1 0-1 0 0,-2 0 0 0 0,1 0 0 0 0,0 0 0 0 0,0-1 0 0 0,-1 1 1 0 0,1 0-1 0 0,-1-1 0 0 0,0 1 0 0 0,2-4 0 0 0,3-10 147 0 0,-1 0 0 0 0,0-1 0 0 0,3-26 0 0 0,-7 39-65 0 0,7-62 396 0 0,-1-71 0 0 0,7-54-496 0 0,-9 163-1465 0 0,11-37 0 0 0,-10 46-608 0 0,2-1-1 0 0,15-29 1 0 0,-3 15-5951 0 0</inkml:trace>
</inkml:ink>
</file>

<file path=ppt/ink/ink1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5:29.9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26 426 14747 0 0,'-24'4'5905'0'0,"23"-4"-5850"0"0,1 0 0 0 0,0 1 0 0 0,0-1 0 0 0,0 0 0 0 0,0 1 0 0 0,0-1 0 0 0,0 0 0 0 0,0 0 0 0 0,0 1 0 0 0,0-1 0 0 0,0 0 0 0 0,0 0 0 0 0,0 1 0 0 0,0-1 0 0 0,0 0 0 0 0,0 1 0 0 0,0-1 0 0 0,0 0 0 0 0,0 0 0 0 0,0 1 0 0 0,0-1 0 0 0,0 0 0 0 0,0 0 0 0 0,1 1 0 0 0,-1-1 0 0 0,0 0 0 0 0,0 0 0 0 0,0 1 0 0 0,0-1 0 0 0,1 0 0 0 0,-1 0 0 0 0,0 0 0 0 0,0 1 0 0 0,0-1 0 0 0,1 0 0 0 0,-1 0 0 0 0,0 0-1 0 0,0 0 1 0 0,1 0 0 0 0,-1 1 0 0 0,44 23-246 0 0,-31-18 457 0 0,11 5-269 0 0,0-2 0 0 0,1 0 0 0 0,40 8-1 0 0,-38-12 42 0 0,-1 3-1 0 0,-1 0 1 0 0,30 13-1 0 0,-54-23 92 0 0,0-1-1 0 0,0 0 0 0 0,0 0 1 0 0,0 0-1 0 0,0 0 1 0 0,-1 0-1 0 0,1 0 0 0 0,-1 0 1 0 0,0 0-1 0 0,0 0 1 0 0,0-4-1 0 0,1-10-19 0 0,26-315-89 0 0,-20 284-889 0 0,15-55 0 0 0,-17 84-380 0 0</inkml:trace>
</inkml:ink>
</file>

<file path=ppt/ink/ink1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5:30.4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59 14283 0 0,'-2'0'264'0'0,"0"0"-1"0"0,1-1 1 0 0,-1 0 0 0 0,1 1 0 0 0,-1-1-1 0 0,1 0 1 0 0,-1 0 0 0 0,1 0-1 0 0,-1 0 1 0 0,1 0 0 0 0,0 0 0 0 0,-1 0-1 0 0,1 0 1 0 0,0 0 0 0 0,0-1-1 0 0,0 1 1 0 0,0 0 0 0 0,0-1 0 0 0,0 1-1 0 0,0-1 1 0 0,-1-2 0 0 0,2 3-200 0 0,0 0 1 0 0,-1 0-1 0 0,1 0 1 0 0,0 0-1 0 0,-1 1 1 0 0,1-1-1 0 0,0 0 1 0 0,0 0-1 0 0,0 0 1 0 0,0 0-1 0 0,0 0 1 0 0,0 0 0 0 0,0 0-1 0 0,0 1 1 0 0,0-1-1 0 0,0 0 1 0 0,0 0-1 0 0,0 0 1 0 0,1 0-1 0 0,-1 0 1 0 0,0 1-1 0 0,1-1 1 0 0,-1 0-1 0 0,1 0 1 0 0,-1 0-1 0 0,1 1 1 0 0,-1-1-1 0 0,1 0 1 0 0,-1 1 0 0 0,1-1-1 0 0,0 0 1 0 0,-1 1-1 0 0,1-1 1 0 0,0 1-1 0 0,0-1 1 0 0,-1 1-1 0 0,1-1 1 0 0,0 1-1 0 0,0 0 1 0 0,0-1-1 0 0,0 1 1 0 0,-1 0-1 0 0,1 0 1 0 0,0 0-1 0 0,1-1 1 0 0,1 1-43 0 0,0-1-1 0 0,0 1 1 0 0,1-1 0 0 0,-1 1 0 0 0,0 0-1 0 0,0 0 1 0 0,0 1 0 0 0,0-1 0 0 0,0 0-1 0 0,0 1 1 0 0,0 0 0 0 0,0 0 0 0 0,0 0-1 0 0,0 0 1 0 0,0 0 0 0 0,0 1 0 0 0,0-1-1 0 0,3 4 1 0 0,-3-2-21 0 0,0 0 0 0 0,0 0-1 0 0,0 1 1 0 0,0-1 0 0 0,-1 1 0 0 0,1 0-1 0 0,-1-1 1 0 0,0 1 0 0 0,0 0 0 0 0,-1 1-1 0 0,3 6 1 0 0,0 10-41 0 0,0 0 0 0 0,-2 0 0 0 0,0 0 0 0 0,-2 30 0 0 0,0-36 75 0 0,-1 10-72 0 0,0-17 46 0 0,1 1 0 0 0,-1-1-1 0 0,2 0 1 0 0,-1 0 0 0 0,1 1 0 0 0,0-1 0 0 0,5 14 0 0 0,-6-22 4 0 0,0 1 0 0 0,0-1 0 0 0,0 0 1 0 0,0 1-1 0 0,0-1 0 0 0,1 0 0 0 0,-1 1 1 0 0,0-1-1 0 0,0 0 0 0 0,0 0 0 0 0,1 1 1 0 0,-1-1-1 0 0,0 0 0 0 0,1 1 0 0 0,-1-1 1 0 0,0 0-1 0 0,0 0 0 0 0,1 0 0 0 0,-1 1 1 0 0,0-1-1 0 0,1 0 0 0 0,-1 0 0 0 0,1 0 0 0 0,-1 0 1 0 0,0 0-1 0 0,1 0 0 0 0,-1 1 0 0 0,0-1 1 0 0,1 0-1 0 0,-1 0 0 0 0,1 0 0 0 0,-1 0 1 0 0,0-1-1 0 0,1 1 0 0 0,-1 0 0 0 0,0 0 1 0 0,1 0-1 0 0,15-12 253 0 0,7-22-83 0 0,-23 34-178 0 0,84-129-629 0 0,-62 100 344 0 0</inkml:trace>
</inkml:ink>
</file>

<file path=ppt/ink/ink1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5:30.6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1 155 12899 0 0,'0'0'1152'0'0,"0"-2"-928"0"0,1 2-224 0 0,2-1 0 0 0,0-1 552 0 0,1-2 64 0 0,3-2 16 0 0,3-4 1 0 0,8-4-281 0 0,0-3-64 0 0,1-1 0 0 0,1-1-8 0 0,-1 2-2169 0 0,3 3-423 0 0,2 2-89 0 0,-3 2-23 0 0,-3 2 1912 0 0</inkml:trace>
</inkml:ink>
</file>

<file path=ppt/ink/ink1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5:30.8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1 121 12899 0 0,'3'5'1264'0'0,"-2"-3"-1128"0"0,1-2-136 0 0,-1 0 0 0 0,2 0 0 0 0,0-2 544 0 0,1-1 72 0 0,3 1 24 0 0,2-6 1 0 0,2-1-201 0 0,2-6-40 0 0,0-2-8 0 0,2-3 0 0 0,4-4-328 0 0,1-3-64 0 0</inkml:trace>
</inkml:ink>
</file>

<file path=ppt/ink/ink1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5:31.1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53 9218 0 0,'-10'-15'6737'0'0,"20"18"-3795"0"0,9 6-2578 0 0,-1 1 0 0 0,0 1 0 0 0,-1 1-1 0 0,0 0 1 0 0,-1 1 0 0 0,0 1-1 0 0,-1 0 1 0 0,18 24 0 0 0,10 18-129 0 0,43 73 0 0 0,-54-77-65 0 0,75 92 0 0 0,-94-130-104 0 0,-4-4 53 0 0,-1 0 1 0 0,14 18-1 0 0,-38-55 31 0 0,1-1-1 0 0,1-1 1 0 0,2 0 0 0 0,1-1 0 0 0,1 0-1 0 0,1-1 1 0 0,2 0 0 0 0,1 0 0 0 0,2-1-1 0 0,-1-35 1 0 0,10-48-1762 0 0,4 39-4463 0 0,2 16-1400 0 0</inkml:trace>
</inkml:ink>
</file>

<file path=ppt/ink/ink1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5:31.5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243 71 10594 0 0,'-25'-28'1747'0'0,"21"23"-786"0"0,0 0 0 0 0,-1 0 0 0 0,1 0 0 0 0,-1 1 0 0 0,-10-8 0 0 0,14 11-795 0 0,-1 0-1 0 0,0 0 0 0 0,0 0 0 0 0,0 1 1 0 0,0-1-1 0 0,0 1 0 0 0,0-1 1 0 0,0 1-1 0 0,0 0 0 0 0,0-1 0 0 0,0 1 1 0 0,0 0-1 0 0,0 0 0 0 0,0 1 1 0 0,0-1-1 0 0,0 0 0 0 0,0 1 0 0 0,0-1 1 0 0,0 1-1 0 0,1 0 0 0 0,-1-1 0 0 0,0 1 1 0 0,-3 2-1 0 0,-6 4-64 0 0,0 2 1 0 0,1-1-1 0 0,0 1 0 0 0,0 0 1 0 0,1 1-1 0 0,0 1 1 0 0,1-1-1 0 0,0 1 0 0 0,1 0 1 0 0,0 1-1 0 0,1 0 0 0 0,0 0 1 0 0,1 0-1 0 0,0 1 0 0 0,-3 14 1 0 0,7-24-100 0 0,1 0 0 0 0,-1 1-1 0 0,1-1 1 0 0,0 0 0 0 0,0 0 0 0 0,0 0 0 0 0,1 0 0 0 0,-1 0 0 0 0,1 0 0 0 0,0 0-1 0 0,0 0 1 0 0,0-1 0 0 0,0 1 0 0 0,0 0 0 0 0,1 0 0 0 0,-1-1 0 0 0,1 1 0 0 0,-1 0 0 0 0,1-1-1 0 0,0 0 1 0 0,0 1 0 0 0,0-1 0 0 0,1 0 0 0 0,-1 0 0 0 0,0 0 0 0 0,1-1 0 0 0,0 1 0 0 0,5 2-1 0 0,7 4-27 0 0,0-2-1 0 0,1 0 0 0 0,-1 0 0 0 0,20 3 0 0 0,-16-4-23 0 0,-5-1 21 0 0,1-1 9 0 0,-1 1 1 0 0,1 1-1 0 0,-1 0 1 0 0,0 1-1 0 0,16 10 1 0 0,-27-14 19 0 0,0 0 0 0 0,-1 0-1 0 0,1 0 1 0 0,-1 0 0 0 0,1 0 0 0 0,-1 1-1 0 0,0-1 1 0 0,0 1 0 0 0,0-1 0 0 0,0 1 0 0 0,-1 0-1 0 0,1 0 1 0 0,-1-1 0 0 0,1 1 0 0 0,-1 1-1 0 0,0-1 1 0 0,0 0 0 0 0,-1 0 0 0 0,1 0-1 0 0,-1 0 1 0 0,1 1 0 0 0,-1-1 0 0 0,0 0 0 0 0,0 0-1 0 0,0 1 1 0 0,-1-1 0 0 0,1 0 0 0 0,-1 0-1 0 0,0 0 1 0 0,-1 5 0 0 0,-3 4-38 0 0,0 0 0 0 0,0-1-1 0 0,-1 0 1 0 0,-1 1 0 0 0,0-2 0 0 0,-10 14-1 0 0,-29 29-6392 0 0,15-20-753 0 0</inkml:trace>
</inkml:ink>
</file>

<file path=ppt/ink/ink1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5:31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21 14283 0 0,'-21'-20'9004'0'0,"28"38"-8494"0"0,37 138 606 0 0,-27-89-924 0 0,2 0 0 0 0,54 119 0 0 0,-70-178-427 0 0,1-1 0 0 0,0 0 0 0 0,0 0 0 0 0,1 0 0 0 0,0 0-1 0 0,0-1 1 0 0,1 1 0 0 0,-1-1 0 0 0,1-1 0 0 0,1 1 0 0 0,12 8 0 0 0</inkml:trace>
</inkml:ink>
</file>

<file path=ppt/ink/ink1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5:32.2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50 446 2761 0 0,'-2'-6'-92'0'0,"-36"-158"3968"0"0,34 142-2576 0 0,1 0 0 0 0,1 0 0 0 0,1 0 1 0 0,2 0-1 0 0,3-33 0 0 0,-3 49-1037 0 0,1 1 1 0 0,-1 0 0 0 0,1 0 0 0 0,1 0-1 0 0,-1 0 1 0 0,1 0 0 0 0,-1 0 0 0 0,1 1-1 0 0,1-1 1 0 0,-1 1 0 0 0,1 0 0 0 0,-1 0-1 0 0,1 0 1 0 0,0 0 0 0 0,1 1 0 0 0,-1-1-1 0 0,1 1 1 0 0,-1 0 0 0 0,10-4-1 0 0,-6 4-79 0 0,0-1-1 0 0,0 1 1 0 0,0 1-1 0 0,0 0 0 0 0,1 0 1 0 0,-1 0-1 0 0,0 1 1 0 0,1 0-1 0 0,-1 1 0 0 0,1 0 1 0 0,-1 0-1 0 0,12 2 1 0 0,-18-1-176 0 0,0-1 0 0 0,1 1 0 0 0,-1 0 1 0 0,1 0-1 0 0,-1 0 0 0 0,0 0 0 0 0,1 0 0 0 0,-1 1 1 0 0,0-1-1 0 0,0 1 0 0 0,0-1 0 0 0,0 1 1 0 0,0 0-1 0 0,-1 0 0 0 0,1-1 0 0 0,0 1 0 0 0,-1 0 1 0 0,0 1-1 0 0,1-1 0 0 0,-1 0 0 0 0,0 0 1 0 0,0 1-1 0 0,0-1 0 0 0,0 0 0 0 0,0 1 0 0 0,-1-1 1 0 0,1 1-1 0 0,-1-1 0 0 0,0 1 0 0 0,0-1 0 0 0,1 1 1 0 0,-2-1-1 0 0,1 1 0 0 0,0 0 0 0 0,-1 3 1 0 0,-1 9-47 0 0,-1-1 1 0 0,-1 0 0 0 0,0 0-1 0 0,-10 24 1 0 0,-7 8 178 0 0,-52 81 0 0 0,7-16 852 0 0,65-109-955 0 0,0-1 1 0 0,0 1-1 0 0,1-1 1 0 0,-1 1-1 0 0,0-1 1 0 0,0 1-1 0 0,1-1 0 0 0,-1 1 1 0 0,1 0-1 0 0,0-1 1 0 0,-1 1-1 0 0,1 0 1 0 0,0-1-1 0 0,0 1 0 0 0,0 0 1 0 0,0 0-1 0 0,0-1 1 0 0,1 1-1 0 0,-1 0 0 0 0,0-1 1 0 0,1 1-1 0 0,-1 0 1 0 0,1-1-1 0 0,0 1 1 0 0,1 2-1 0 0,0-3-1 0 0,0 1 0 0 0,0 0 0 0 0,1 0-1 0 0,-1-1 1 0 0,0 1 0 0 0,1-1 0 0 0,-1 0 0 0 0,1 0 0 0 0,0 0-1 0 0,-1 0 1 0 0,1 0 0 0 0,0 0 0 0 0,0-1 0 0 0,0 1 0 0 0,2-1-1 0 0,17 1-414 0 0,0 0 0 0 0,0-1-1 0 0,0-2 1 0 0,0 0 0 0 0,24-6 0 0 0,-20 3-7791 0 0</inkml:trace>
</inkml:ink>
</file>

<file path=ppt/ink/ink1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5:32.5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8 13827 0 0,'-11'-2'1445'0'0,"11"2"-1412"0"0,0 0-1 0 0,0 0 1 0 0,0 0-1 0 0,0-1 1 0 0,0 1 0 0 0,0 0-1 0 0,0 0 1 0 0,0 0-1 0 0,0-1 1 0 0,0 1-1 0 0,0 0 1 0 0,0 0-1 0 0,0 0 1 0 0,0 0 0 0 0,0-1-1 0 0,0 1 1 0 0,0 0-1 0 0,0 0 1 0 0,1 0-1 0 0,-1 0 1 0 0,0-1-1 0 0,0 1 1 0 0,0 0 0 0 0,0 0-1 0 0,0 0 1 0 0,0 0-1 0 0,0 0 1 0 0,1 0-1 0 0,-1-1 1 0 0,0 1 0 0 0,0 0-1 0 0,0 0 1 0 0,0 0-1 0 0,1 0 1 0 0,-1 0-1 0 0,0 0 1 0 0,0 0-1 0 0,0 0 1 0 0,0 0 0 0 0,1 0-1 0 0,-1 0 1 0 0,0 0-1 0 0,0 0 1 0 0,0 0-1 0 0,1 0 1 0 0,-1 0-1 0 0,2 0 894 0 0,2 0-202 0 0,2 0-459 0 0,1 0 1 0 0,-1 0-1 0 0,1 1 0 0 0,-1 0 1 0 0,0 0-1 0 0,0 1 0 0 0,1-1 1 0 0,-1 1-1 0 0,0 1 0 0 0,0-1 1 0 0,5 4-1 0 0,0 1-105 0 0,-1-1 0 0 0,-1 1 0 0 0,1 1 0 0 0,-1 0 1 0 0,12 14-1 0 0,-4-1 19 0 0,-1 0 0 0 0,0 2 0 0 0,-2 0 1 0 0,20 41-1 0 0,-34-63-148 0 0,0 1 1 0 0,1-1-1 0 0,-1 0 0 0 0,1 0 1 0 0,0 1-1 0 0,-1-1 0 0 0,1 0 1 0 0,0 0-1 0 0,0 0 0 0 0,0 0 1 0 0,0 0-1 0 0,-1 0 0 0 0,2 0 0 0 0,-1 0 1 0 0,0-1-1 0 0,0 1 0 0 0,0 0 1 0 0,0-1-1 0 0,0 1 0 0 0,1 0 1 0 0,-1-1-1 0 0,0 1 0 0 0,0-1 1 0 0,1 0-1 0 0,-1 1 0 0 0,0-1 1 0 0,1 0-1 0 0,1 0 0 0 0,0-1 60 0 0,1 0 0 0 0,0 0 1 0 0,0 0-1 0 0,-1-1 0 0 0,1 1 0 0 0,0-1 0 0 0,-1 0 0 0 0,6-4 0 0 0,36-20-2156 0 0,-37 22 939 0 0,-1 1 0 0 0,1 0 0 0 0,0 0 0 0 0,10-2 0 0 0</inkml:trace>
</inkml:ink>
</file>

<file path=ppt/ink/ink1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5:32.9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7 749 6913 0 0,'-7'14'3887'0'0,"37"-15"-1244"0"0,32-16-652 0 0,0-2 1 0 0,80-36 0 0 0,-5 1-607 0 0,102-23-250 0 0,263-48 0 0 0,257-10-498 0 0,-744 132-614 0 0,431-61 7 0 0,63-10 265 0 0,-8-42-1960 0 0,-459 104-3784 0 0,-8 1-1837 0 0</inkml:trace>
</inkml:ink>
</file>

<file path=ppt/ink/ink1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5:33.3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12899 0 0,'1'2'508'0'0,"0"0"1"0"0,0 0 0 0 0,0 0-1 0 0,0 0 1 0 0,1 0 0 0 0,-1-1-1 0 0,1 1 1 0 0,-1 0 0 0 0,1-1-1 0 0,-1 1 1 0 0,1-1 0 0 0,3 2-1 0 0,7 7 277 0 0,6 12-308 0 0,-1 0 0 0 0,0 1 1 0 0,-2 0-1 0 0,-1 2 0 0 0,-1-1 0 0 0,-1 2 0 0 0,-1 0 0 0 0,-2 0 0 0 0,0 1 0 0 0,7 42 0 0 0,0 23-120 0 0,6 168 0 0 0,-18-209-543 0 0,1 26 54 0 0,-8-28-2884 0 0</inkml:trace>
</inkml:ink>
</file>

<file path=ppt/ink/ink1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5:33.5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0 284 10594 0 0,'3'-13'346'0'0,"0"1"0"0"0,0 0 0 0 0,1 0 0 0 0,1 0-1 0 0,0 0 1 0 0,0 1 0 0 0,1 0 0 0 0,9-13 0 0 0,0 4 598 0 0,1 1 1 0 0,0 0-1 0 0,22-18 1 0 0,-28 27-352 0 0,0 1 0 0 0,1 1 0 0 0,0 0 0 0 0,0 1 0 0 0,22-11 0 0 0,-30 16-535 0 0,-1 1-1 0 0,0 0 1 0 0,1 0 0 0 0,-1 0-1 0 0,1 0 1 0 0,-1 1-1 0 0,1-1 1 0 0,0 1-1 0 0,-1-1 1 0 0,1 1-1 0 0,-1 0 1 0 0,1 0-1 0 0,0 0 1 0 0,-1 0-1 0 0,1 1 1 0 0,-1-1-1 0 0,1 1 1 0 0,-1-1-1 0 0,1 1 1 0 0,-1 0-1 0 0,1 0 1 0 0,-1 0-1 0 0,1 0 1 0 0,-1 1-1 0 0,0-1 1 0 0,0 1-1 0 0,0-1 1 0 0,0 1-1 0 0,0 0 1 0 0,0 0 0 0 0,0 0-1 0 0,0 0 1 0 0,-1 0-1 0 0,1 0 1 0 0,-1 0-1 0 0,3 5 1 0 0,0 3-40 0 0,0 1-1 0 0,0 0 1 0 0,-1 0 0 0 0,-1 0 0 0 0,0 0 0 0 0,0 1 0 0 0,-1-1 0 0 0,0 0 0 0 0,-1 1-1 0 0,-2 18 1 0 0,-4 13 21 0 0,-17 64-1 0 0,5-30 399 0 0,16-71-368 0 0,1 1-1 0 0,0 0 0 0 0,0 0 1 0 0,1-1-1 0 0,0 1 0 0 0,0 0 1 0 0,0 0-1 0 0,2 7 0 0 0,-1-12-60 0 0,0 1 0 0 0,0-1-1 0 0,0 0 1 0 0,0 0 0 0 0,1 1-1 0 0,-1-1 1 0 0,1 0 0 0 0,-1 0-1 0 0,1 0 1 0 0,0-1 0 0 0,0 1 0 0 0,0 0-1 0 0,0-1 1 0 0,0 1 0 0 0,0-1-1 0 0,0 1 1 0 0,0-1 0 0 0,1 0-1 0 0,-1 0 1 0 0,0 0 0 0 0,1 0-1 0 0,-1-1 1 0 0,1 1 0 0 0,3 0-1 0 0,5 0-220 0 0,-1 0 0 0 0,0-1-1 0 0,1 0 1 0 0,-1-1 0 0 0,1 0 0 0 0,-1 0-1 0 0,0-1 1 0 0,0-1 0 0 0,0 1 0 0 0,0-2-1 0 0,0 1 1 0 0,10-7 0 0 0,11-3-7685 0 0</inkml:trace>
</inkml:ink>
</file>

<file path=ppt/ink/ink1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5:33.7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5065 0 0,'2'8'5946'0'0,"3"12"-2298"0"0,14 58 3220 0 0,0-5-5280 0 0,10 91 1 0 0,-23-112-2921 0 0,-5-38 813 0 0</inkml:trace>
</inkml:ink>
</file>

<file path=ppt/ink/ink1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5:34.1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0 260 6449 0 0,'0'-37'11408'0'0,"0"37"-11224"0"0,0 1-1 0 0,0 0 0 0 0,0-1 1 0 0,1 1-1 0 0,-1-1 1 0 0,0 1-1 0 0,0 0 0 0 0,0-1 1 0 0,0 1-1 0 0,0-1 0 0 0,1 1 1 0 0,-1-1-1 0 0,0 1 1 0 0,1-1-1 0 0,-1 1 0 0 0,0-1 1 0 0,1 1-1 0 0,-1-1 1 0 0,0 1-1 0 0,1-1 0 0 0,-1 0 1 0 0,1 1-1 0 0,-1-1 1 0 0,1 0-1 0 0,-1 1 0 0 0,1-1 1 0 0,-1 0-1 0 0,1 1 1 0 0,-1-1-1 0 0,2 0 0 0 0,24 0 1657 0 0,33-20-2225 0 0,-47 16 957 0 0,38-15-230 0 0,67-35 0 0 0,-93 41-1008 0 0,0-1 0 0 0,-2-1 0 0 0,0-1-1 0 0,34-32 1 0 0,-41 31-4980 0 0,-2 0-1796 0 0</inkml:trace>
</inkml:ink>
</file>

<file path=ppt/ink/ink1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5:34.3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1 2761 0 0,'-22'18'165'0'0,"19"-16"458"0"0,1 0 0 0 0,0 1 0 0 0,1-1 0 0 0,-1 1 0 0 0,0-1 0 0 0,1 1 0 0 0,-1 0-1 0 0,1 0 1 0 0,-1 3 0 0 0,-2 30 6487 0 0,6-7-5376 0 0,10 42 1166 0 0,22 81 1 0 0,-21-100-2524 0 0,-4-19-295 0 0,21 55 0 0 0,-19-63-322 0 0</inkml:trace>
</inkml:ink>
</file>

<file path=ppt/ink/ink1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5:34.5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1 12899 0 0,'-1'0'192'0'0,"1"1"0"0"0,-1-1-1 0 0,1 1 1 0 0,-1 0 0 0 0,1-1 0 0 0,-1 1 0 0 0,1 0 0 0 0,-1-1 0 0 0,1 1 0 0 0,0 0 0 0 0,0-1 0 0 0,-1 1-1 0 0,1 0 1 0 0,0 0 0 0 0,0-1 0 0 0,0 1 0 0 0,0 0 0 0 0,0 0 0 0 0,0-1 0 0 0,0 1 0 0 0,0 0 0 0 0,0 0 0 0 0,0-1-1 0 0,0 1 1 0 0,0 0 0 0 0,0 0 0 0 0,1 0 0 0 0,4 31 1099 0 0,-4-27-878 0 0,30 139 1964 0 0,53 147-1 0 0,-34-127-5288 0 0</inkml:trace>
</inkml:ink>
</file>

<file path=ppt/ink/ink1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5:34.8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0 108 10594 0 0,'2'-5'239'0'0,"-1"0"-1"0"0,1 0 0 0 0,-1 1 1 0 0,1-1-1 0 0,1 0 0 0 0,-1 1 1 0 0,1-1-1 0 0,-1 1 1 0 0,1 0-1 0 0,0 0 0 0 0,1 0 1 0 0,4-5-1 0 0,-1 4 381 0 0,-1 0-1 0 0,1 0 1 0 0,1 1 0 0 0,-1 0-1 0 0,0 0 1 0 0,15-4 0 0 0,-18 6-334 0 0,1 0 0 0 0,-1 1 0 0 0,1 0 0 0 0,0 0 0 0 0,-1 0 1 0 0,1 0-1 0 0,0 1 0 0 0,0 0 0 0 0,-1 0 0 0 0,1 0 0 0 0,0 0 0 0 0,5 2 0 0 0,-8-1-227 0 0,1-1 1 0 0,-1 1-1 0 0,0 0 0 0 0,0 1 0 0 0,0-1 0 0 0,0 0 0 0 0,0 0 1 0 0,0 1-1 0 0,0-1 0 0 0,0 1 0 0 0,-1 0 0 0 0,1 0 0 0 0,0-1 0 0 0,-1 1 1 0 0,0 0-1 0 0,1 0 0 0 0,-1 0 0 0 0,0 1 0 0 0,0-1 0 0 0,0 0 1 0 0,0 0-1 0 0,-1 0 0 0 0,1 1 0 0 0,0-1 0 0 0,-1 4 0 0 0,2 15 52 0 0,-1 0 0 0 0,-1 0 0 0 0,-1 0-1 0 0,0 0 1 0 0,-2 0 0 0 0,-1-1 0 0 0,-6 23 0 0 0,4-19-32 0 0,1 1 0 0 0,1-1 0 0 0,1 1 1 0 0,1 38-1 0 0,2-59-71 0 0,0 0 0 0 0,1 0 0 0 0,-1-1 0 0 0,1 1 0 0 0,0 0 0 0 0,0 0 0 0 0,0-1 0 0 0,1 1 0 0 0,-1 0 0 0 0,1-1 0 0 0,0 0 0 0 0,0 1 0 0 0,0-1 1 0 0,0 0-1 0 0,1 0 0 0 0,-1 0 0 0 0,1 0 0 0 0,-1 0 0 0 0,1-1 0 0 0,0 1 0 0 0,0-1 0 0 0,6 3 0 0 0,-5-3-8 0 0,0-1 0 0 0,0 1 0 0 0,0-1 0 0 0,1 0 0 0 0,-1-1 0 0 0,0 1 0 0 0,0-1 0 0 0,1 0 0 0 0,-1 0 0 0 0,0 0 0 0 0,0 0 0 0 0,1-1 0 0 0,-1 0 0 0 0,0 0 0 0 0,0 0 0 0 0,0 0 0 0 0,0-1 1 0 0,0 1-1 0 0,7-5 0 0 0,9-6-371 0 0,-1-2-1 0 0,0 0 1 0 0,17-16 0 0 0,-9 6-709 0 0,-5 7 281 0 0</inkml:trace>
</inkml:ink>
</file>

<file path=ppt/ink/ink1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5:35.1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7370 0 0,'1'3'299'0'0,"-1"0"0"0"0,1-1 0 0 0,-1 1 0 0 0,1 0 1 0 0,0 0-1 0 0,0 0 0 0 0,0 0 0 0 0,1-1 1 0 0,-1 1-1 0 0,1 0 0 0 0,-1-1 0 0 0,1 1 1 0 0,0-1-1 0 0,0 0 0 0 0,3 3 0 0 0,42 34 3121 0 0,-17-15-769 0 0,-26-20-2391 0 0,0 0-1 0 0,-1 0 1 0 0,1 0 0 0 0,-1 0 0 0 0,0 0-1 0 0,0 1 1 0 0,0 0 0 0 0,-1 0 0 0 0,0-1 0 0 0,0 1-1 0 0,0 1 1 0 0,0-1 0 0 0,-1 0 0 0 0,0 0-1 0 0,0 1 1 0 0,0 8 0 0 0,-1 2-61 0 0,-2-1-1 0 0,1 1 1 0 0,-2 0-1 0 0,-6 21 1 0 0,7-32-101 0 0,1 0-1 0 0,0 0 0 0 0,1 1 1 0 0,-1-1-1 0 0,1 0 1 0 0,0 1-1 0 0,1 9 1 0 0,0-14-66 0 0,-1 0 0 0 0,0 0 0 0 0,0 0-1 0 0,1 0 1 0 0,-1-1 0 0 0,0 1 0 0 0,1 0 0 0 0,-1 0 0 0 0,1 0 0 0 0,-1-1 0 0 0,1 1-1 0 0,-1 0 1 0 0,1-1 0 0 0,0 1 0 0 0,-1 0 0 0 0,1-1 0 0 0,0 1 0 0 0,-1-1 0 0 0,1 1-1 0 0,1 0 1 0 0,0-1-1 0 0,-1 0-1 0 0,1 1 0 0 0,-1-1 1 0 0,1 0-1 0 0,0 0 0 0 0,-1 0 0 0 0,1 0 1 0 0,-1-1-1 0 0,1 1 0 0 0,-1 0 1 0 0,1-1-1 0 0,-1 1 0 0 0,1-1 1 0 0,-1 1-1 0 0,0-1 0 0 0,3-1 0 0 0,8-6 20 0 0,1 0-1 0 0,-1-1 1 0 0,0 0-1 0 0,-1-1 1 0 0,13-14-1 0 0,-11 9-1864 0 0,2 2 0 0 0,16-13-1 0 0,5 3-3429 0 0,-1 3-248 0 0</inkml:trace>
</inkml:ink>
</file>

<file path=ppt/ink/ink1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5:35.3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51 12443 0 0,'-2'-5'3118'0'0,"2"4"-3047"0"0,9-6 2207 0 0,17-6 398 0 0,-21 10-2105 0 0,4-1-333 0 0,0 1 0 0 0,0-1 0 0 0,15-3 0 0 0,-17 6-1172 0 0,-1 0 0 0 0,1 0 0 0 0,0 1 0 0 0,0-1 0 0 0,12 2 0 0 0,-3 2-1240 0 0</inkml:trace>
</inkml:ink>
</file>

<file path=ppt/ink/ink1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5:35.5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37 3225 0 0,'10'23'5505'0'0,"-4"-23"-3633"0"0,1 0-519 0 0,6-3-105 0 0,0-1-16 0 0,2-2-8 0 0,0-1-1160 0 0,-1-1-224 0 0,2-1-56 0 0,1 0-8 0 0,5 2 224 0 0,1 0 0 0 0</inkml:trace>
</inkml:ink>
</file>

<file path=ppt/ink/ink1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5:35.7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46 14547 0 0,'0'1'86'0'0,"1"0"-1"0"0,0 0 1 0 0,0 0-1 0 0,-1-1 1 0 0,1 1-1 0 0,0 0 1 0 0,0-1-1 0 0,0 1 1 0 0,0-1-1 0 0,0 1 1 0 0,0-1-1 0 0,0 1 1 0 0,0-1-1 0 0,0 0 1 0 0,1 1 0 0 0,-1-1-1 0 0,0 0 1 0 0,0 0-1 0 0,1 0 1 0 0,29 1 299 0 0,-20-1 565 0 0,0 0-258 0 0,22 1 2221 0 0,67-6 0 0 0,-91 4-3007 0 0,-1-1-1 0 0,1 1 1 0 0,0-2-1 0 0,0 1 1 0 0,-1-1-1 0 0,0 0 1 0 0,1-1-1 0 0,-1 0 0 0 0,-1 0 1 0 0,1-1-1 0 0,-1 0 1 0 0,12-10-1 0 0</inkml:trace>
</inkml:ink>
</file>

<file path=ppt/ink/ink1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5:35.9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125 0 920 0 0,'-6'4'593'0'0,"0"0"0"0"0,0 0 1 0 0,1 0-1 0 0,-1 1 0 0 0,1 0 0 0 0,0 0 0 0 0,0 0 0 0 0,-6 9 0 0 0,4-5 45 0 0,0-1 19 0 0,0 1 0 0 0,0-1 0 0 0,1 1-1 0 0,1 1 1 0 0,-1-1 0 0 0,2 1 0 0 0,-1 0 0 0 0,1 0 0 0 0,1 0-1 0 0,-4 18 1 0 0,6-21-369 0 0,0-1 0 0 0,1 1-1 0 0,0-1 1 0 0,0 0 0 0 0,1 1-1 0 0,0-1 1 0 0,0 0 0 0 0,1 1-1 0 0,-1-1 1 0 0,1 0 0 0 0,0 0-1 0 0,1 0 1 0 0,0 0 0 0 0,0-1-1 0 0,0 1 1 0 0,0-1 0 0 0,1 1 0 0 0,0-1-1 0 0,7 6 1 0 0,15 15 938 0 0,49 36 0 0 0,-51-45-869 0 0,-2 1 1 0 0,0 2-1 0 0,32 35 1 0 0,-51-50-307 0 0,1 0 0 0 0,-1-1 0 0 0,-1 1 0 0 0,1 0 0 0 0,-1 0 0 0 0,1 1 0 0 0,-1-1 1 0 0,-1 0-1 0 0,1 1 0 0 0,-1-1 0 0 0,0 1 0 0 0,0 0 0 0 0,-1-1 0 0 0,0 1 0 0 0,0 0 0 0 0,0-1 0 0 0,0 1 0 0 0,-1-1 0 0 0,0 1 0 0 0,0 0 0 0 0,-1-1 0 0 0,-2 7 0 0 0,1-4-221 0 0,-1 1-1 0 0,-1-1 0 0 0,1 0 1 0 0,-1 0-1 0 0,-1 0 0 0 0,0-1 1 0 0,0 1-1 0 0,0-1 0 0 0,-1-1 1 0 0,1 1-1 0 0,-2-1 0 0 0,-11 8 1 0 0,-1-3-7988 0 0</inkml:trace>
</inkml:ink>
</file>

<file path=ppt/ink/ink1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5:36.3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1 117 4609 0 0,'0'5'1647'0'0,"0"0"0"0"0,1 1 0 0 0,0-1 0 0 0,0 0 0 0 0,0 0 0 0 0,4 7 0 0 0,18 32 2384 0 0,-8-23-2959 0 0,29 33 1 0 0,-10-16-170 0 0,2-1 0 0 0,1-3 0 0 0,45 33 0 0 0,-63-57-401 0 0,-19-10-472 0 0,1 0-1 0 0,-1 0 0 0 0,0 0 0 0 0,1 0 1 0 0,-1 0-1 0 0,0 0 0 0 0,0 0 0 0 0,1 0 0 0 0,-1 0 1 0 0,0 0-1 0 0,1 0 0 0 0,-1 0 0 0 0,0 0 1 0 0,0 0-1 0 0,1 0 0 0 0,-1 0 0 0 0,0 0 0 0 0,1 0 1 0 0,-1 0-1 0 0,0-1 0 0 0,0 1 0 0 0,1 0 1 0 0,-1 0-1 0 0,0 0 0 0 0,0-1 0 0 0,0 1 1 0 0,1 0-1 0 0,-1 0 0 0 0,0-1 0 0 0,0 1 0 0 0,1 0 1 0 0,-1-4 106 0 0,1 1 0 0 0,-1 0 0 0 0,0-1 0 0 0,0 1 0 0 0,0-1 0 0 0,-1 1 0 0 0,1 0 0 0 0,-1-4 0 0 0,0 2-182 0 0,-8-62 231 0 0,4 0-1 0 0,3-68 1 0 0,13 20-8983 0 0,-3 76 62 0 0</inkml:trace>
</inkml:ink>
</file>

<file path=ppt/ink/ink1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5:38.4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1 207 8290 0 0,'0'0'148'0'0,"0"1"0"0"0,0-1 0 0 0,-1 1 0 0 0,1-1 1 0 0,0 0-1 0 0,0 1 0 0 0,0-1 0 0 0,4 9 3852 0 0,-3-8-3852 0 0,-1-1 0 0 0,0 0 1 0 0,1 0-1 0 0,-1 0 0 0 0,0 0 0 0 0,1 0 0 0 0,0 1 0 0 0,16 6 2356 0 0,-9-5-2085 0 0,0-2 0 0 0,0 1 0 0 0,-1-1 0 0 0,1 0 0 0 0,0-1 0 0 0,0 1 0 0 0,0-2 0 0 0,0 1 0 0 0,-1-1 0 0 0,10-3 0 0 0,75-33 724 0 0,-92 38-1142 0 0,139-75 963 0 0,-96 49-1903 0 0,2 3 0 0 0,76-31 0 0 0,-109 51-910 0 0</inkml:trace>
</inkml:ink>
</file>

<file path=ppt/ink/ink1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5:38.6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155 0 6913 0 0,'-13'10'655'0'0,"-1"-1"0"0"0,1 2 0 0 0,1 0-1 0 0,0 1 1 0 0,1 0 0 0 0,0 0-1 0 0,0 1 1 0 0,2 1 0 0 0,-17 28 0 0 0,23-35-335 0 0,-1-1-1 0 0,1 1 1 0 0,1 1 0 0 0,-1-1 0 0 0,1 0 0 0 0,0 0 0 0 0,1 1 0 0 0,0-1 0 0 0,0 1 0 0 0,1-1 0 0 0,0 1 0 0 0,0-1 0 0 0,0 1 0 0 0,1 0 0 0 0,0-1 0 0 0,1 0 0 0 0,0 1 0 0 0,0-1-1 0 0,1 0 1 0 0,-1 0 0 0 0,1 0 0 0 0,1 0 0 0 0,7 11 0 0 0,5 2 85 0 0,2 0 0 0 0,0-1 0 0 0,42 32 0 0 0,-36-32-31 0 0,-1 2-1 0 0,25 28 1 0 0,-45-46-306 0 0,-1-1 0 0 0,1 1 1 0 0,-1 0-1 0 0,0 0 0 0 0,0 1 1 0 0,-1-1-1 0 0,1 0 0 0 0,0 1 1 0 0,-1-1-1 0 0,0 1 0 0 0,0-1 1 0 0,0 1-1 0 0,0-1 0 0 0,-1 1 1 0 0,1 0-1 0 0,-1-1 0 0 0,0 5 1 0 0,-1-4-49 0 0,0 0 1 0 0,0 1 0 0 0,-1-1-1 0 0,1 0 1 0 0,-1 0 0 0 0,0-1 0 0 0,0 1-1 0 0,-1 0 1 0 0,1-1 0 0 0,-1 1-1 0 0,1-1 1 0 0,-1 0 0 0 0,0 0-1 0 0,-6 5 1 0 0,-41 30-2031 0 0,18-20-6397 0 0</inkml:trace>
</inkml:ink>
</file>

<file path=ppt/ink/ink1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5:36.9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486 365 8754 0 0,'-128'48'4434'0'0,"-214"93"3717"0"0,341-141-8105 0 0,0 0 0 0 0,0 1-1 0 0,0-1 1 0 0,0 1 0 0 0,0 0-1 0 0,0-1 1 0 0,0 1 0 0 0,0 0-1 0 0,0-1 1 0 0,0 1 0 0 0,0 0-1 0 0,0 0 1 0 0,1 0 0 0 0,-1 0-1 0 0,-1 1 1 0 0,2-1-31 0 0,1-1 1 0 0,-1 0-1 0 0,0 1 0 0 0,0-1 1 0 0,0 0-1 0 0,0 1 0 0 0,0-1 1 0 0,0 0-1 0 0,0 1 0 0 0,1-1 1 0 0,-1 0-1 0 0,0 1 0 0 0,0-1 1 0 0,0 0-1 0 0,1 0 0 0 0,-1 1 1 0 0,0-1-1 0 0,0 0 0 0 0,1 0 1 0 0,-1 1-1 0 0,0-1 0 0 0,1 0 1 0 0,-1 0-1 0 0,0 0 0 0 0,1 0 1 0 0,-1 1-1 0 0,0-1 0 0 0,1 0 1 0 0,-1 0-1 0 0,1 0 0 0 0,37 6 173 0 0,-1-7-74 0 0,0-1 1 0 0,67-12-1 0 0,74-28 298 0 0,-115 26-254 0 0,772-165 1928 0 0,-564 133-1790 0 0,485-81 738 0 0,38-7-2511 0 0,-749 130-700 0 0,-8 1-6300 0 0</inkml:trace>
</inkml:ink>
</file>

<file path=ppt/ink/ink1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5:37.3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44 10594 0 0,'0'-2'382'0'0,"0"0"0"0"0,0 0 0 0 0,1 0 0 0 0,-1 0 0 0 0,0 0 0 0 0,1 0 0 0 0,-1 0 1 0 0,1 0-1 0 0,0 0 0 0 0,-1 0 0 0 0,1 0 0 0 0,0 1 0 0 0,0-1 0 0 0,0 0 0 0 0,0 0 0 0 0,1 1 0 0 0,-1-1 0 0 0,0 1 0 0 0,1-1 0 0 0,-1 1 0 0 0,4-2 0 0 0,-5 2-227 0 0,1 1 0 0 0,0 0 0 0 0,-1-1 0 0 0,1 1 0 0 0,0 0-1 0 0,0 0 1 0 0,-1 0 0 0 0,1-1 0 0 0,0 1 0 0 0,0 0 0 0 0,-1 0 0 0 0,1 0 0 0 0,0 0 0 0 0,-1 0 0 0 0,1 1-1 0 0,0-1 1 0 0,0 0 0 0 0,-1 0 0 0 0,1 0 0 0 0,0 1 0 0 0,1 0 0 0 0,-1 0-95 0 0,0-1 0 0 0,0 2 0 0 0,0-1 0 0 0,1 0 1 0 0,-1 0-1 0 0,0 0 0 0 0,0 0 0 0 0,-1 1 0 0 0,1-1 0 0 0,0 0 0 0 0,0 1 1 0 0,-1-1-1 0 0,1 1 0 0 0,0 1 0 0 0,6 24 85 0 0,-2 1 0 0 0,0-1 0 0 0,-2 1-1 0 0,-1 0 1 0 0,-1 28 0 0 0,-2-28-141 0 0,2 1 0 0 0,1 0 0 0 0,2-1-1 0 0,11 49 1 0 0,-10-64 0 0 0,0-1 1 0 0,1 0-1 0 0,0 0 0 0 0,0 0 0 0 0,2-1 1 0 0,-1 0-1 0 0,1 0 0 0 0,1-1 1 0 0,0 0-1 0 0,0-1 0 0 0,1 0 0 0 0,0 0 1 0 0,1-1-1 0 0,14 8 0 0 0,-19-12-13 0 0,0-1 0 0 0,0 1 0 0 0,1-1 0 0 0,-1-1 1 0 0,1 0-1 0 0,0 1 0 0 0,-1-2 0 0 0,1 1 0 0 0,0-1 0 0 0,0 0 0 0 0,0-1 0 0 0,0 0 0 0 0,0 0 0 0 0,0 0 0 0 0,1-1 0 0 0,-2 0 0 0 0,1 0 1 0 0,0-1-1 0 0,0 1 0 0 0,0-2 0 0 0,-1 1 0 0 0,1-1 0 0 0,-1 0 0 0 0,0 0 0 0 0,1-1 0 0 0,-2 0 0 0 0,1 0 0 0 0,7-6 0 0 0,4-6-789 0 0,-1-1-1 0 0,-1-1 1 0 0,23-34-1 0 0,-23 29-917 0 0</inkml:trace>
</inkml:ink>
</file>

<file path=ppt/ink/ink1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5:37.5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152 42 3225 0 0,'-9'-7'412'0'0,"-1"1"0"0"0,0 1 0 0 0,1-1 0 0 0,-16-4 0 0 0,22 8 100 0 0,-1 1 1 0 0,0 0 0 0 0,0 0 0 0 0,1 0 0 0 0,-1 1 0 0 0,0-1-1 0 0,0 1 1 0 0,0 0 0 0 0,0 0 0 0 0,0 0 0 0 0,1 0 0 0 0,-1 1 0 0 0,0 0-1 0 0,0 0 1 0 0,0 0 0 0 0,-4 2 0 0 0,6-2-205 0 0,1 0-1 0 0,-1 0 1 0 0,1 0-1 0 0,0 1 1 0 0,-1-1-1 0 0,1 0 1 0 0,0 1-1 0 0,0-1 1 0 0,0 1-1 0 0,0-1 1 0 0,0 1-1 0 0,1 0 1 0 0,-1-1-1 0 0,0 1 1 0 0,1 0-1 0 0,-1 0 1 0 0,1-1-1 0 0,-1 1 1 0 0,1 0-1 0 0,0 0 1 0 0,0 0-1 0 0,0 2 1 0 0,5 48 1608 0 0,-3-38-1656 0 0,17 178 1674 0 0,33 201-1567 0 0,-43-356-2506 0 0,1 0-6336 0 0</inkml:trace>
</inkml:ink>
</file>

<file path=ppt/ink/ink1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5:38.9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49 14283 0 0,'2'2'1272'0'0,"1"0"-1016"0"0,1-1-256 0 0,0-1 0 0 0,0 0 585 0 0,2-1 71 0 0,3 1 16 0 0,5 0 0 0 0,5-2-224 0 0,0 0-48 0 0,3-4-8 0 0,-1 0 0 0 0,-2-1-1680 0 0,-1 0-344 0 0,-1 0-65 0 0,-4 1-7 0 0,1 0 1320 0 0,-4 2 272 0 0</inkml:trace>
</inkml:ink>
</file>

<file path=ppt/ink/ink1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5:39.0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40 12443 0 0,'0'7'1104'0'0,"2"-1"-880"0"0,1-3-224 0 0,-1-3 0 0 0,1 0 768 0 0,1 0 104 0 0,5 1 24 0 0,2 1 9 0 0,7-2-745 0 0,4-6-160 0 0,4-7 0 0 0,1-4 0 0 0,-1-6-80 0 0</inkml:trace>
</inkml:ink>
</file>

<file path=ppt/ink/ink1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5:40.0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6 3225 0 0,'-16'-2'-502'0'0,"16"1"494"0"0,-1 1 0 0 0,0-1 0 0 0,1 1 1 0 0,-1 0-1 0 0,0 0 0 0 0,1-1 0 0 0,-1 1 0 0 0,0 0 0 0 0,0 0 0 0 0,1 0 0 0 0,-1 0 0 0 0,0 0 0 0 0,1 0 1 0 0,-1 0-1 0 0,0 0 0 0 0,0 0 0 0 0,1 0 0 0 0,-1 0 0 0 0,0 1 0 0 0,1-1 0 0 0,-1 0 0 0 0,0 0 0 0 0,1 1 1 0 0,-1-1-1 0 0,0 0 0 0 0,1 1 0 0 0,-1-1 0 0 0,0 1 0 0 0,1-1 0 0 0,-1 1 0 0 0,1-1 0 0 0,-1 1 0 0 0,1-1 1 0 0,-1 1-1 0 0,1 0 0 0 0,0-1 0 0 0,-1 1 0 0 0,1-1 0 0 0,0 1 0 0 0,-1 0 0 0 0,1 0 0 0 0,0-1 0 0 0,0 1 0 0 0,0 0 1 0 0,0-1-1 0 0,-1 1 0 0 0,1 0 0 0 0,0 0 0 0 0,0-1 0 0 0,0 1 0 0 0,1 0 0 0 0,-1 0 0 0 0,0 0 0 0 0,0 17-10 0 0,0-18 16 0 0,0 0 0 0 0,0 1 1 0 0,0-1-1 0 0,-1 0 0 0 0,1 0 0 0 0,0 1 0 0 0,0-1 1 0 0,0 0-1 0 0,0 0 0 0 0,0 1 0 0 0,0-1 0 0 0,0 0 1 0 0,1 0-1 0 0,-1 1 0 0 0,0-1 0 0 0,0 0 0 0 0,0 0 1 0 0,0 1-1 0 0,0-1 0 0 0,0 0 0 0 0,0 0 0 0 0,0 1 1 0 0,1-1-1 0 0,-1 0 0 0 0,0 0 0 0 0,0 0 0 0 0,0 1 1 0 0,1-1-1 0 0,-1 0 0 0 0,0 0 0 0 0,0 0 0 0 0,0 0 1 0 0,1 1-1 0 0,-1-1 0 0 0,0 0 0 0 0,0 0 1 0 0,1 0-1 0 0,-1 0 0 0 0,0 0 0 0 0,0 0 0 0 0,1 0 1 0 0,-1 0-1 0 0,0 0 0 0 0,0 0 0 0 0,1 0 0 0 0,-1 0 1 0 0,0 0-1 0 0,0 0 0 0 0,1 0 0 0 0,-1 0 0 0 0,0 0 1 0 0,1 0-1 0 0,-1 0 0 0 0,0-1 0 0 0,3 0-9 0 0</inkml:trace>
</inkml:ink>
</file>

<file path=ppt/ink/ink1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5:40.5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 33 6913 0 0,'-22'-33'17356'0'0,"20"50"-16361"0"0,2-13-1490 0 0,-37 200 411 0 0,22-140 24 0 0,-10 99 0 0 0,24-154 72 0 0,1-1-1 0 0,0 1 1 0 0,0-1-1 0 0,1 0 1 0 0,0 1-1 0 0,1-1 0 0 0,-1 0 1 0 0,2 1-1 0 0,-1-1 1 0 0,5 8-1 0 0,-6-12-3 0 0,1-1 0 0 0,1 0 1 0 0,-1 0-1 0 0,0 0 0 0 0,1 0 0 0 0,-1 0 0 0 0,1 0 0 0 0,0-1 0 0 0,0 1 0 0 0,0-1 0 0 0,0 0 0 0 0,0 0 0 0 0,1 0 0 0 0,-1 0 1 0 0,1 0-1 0 0,-1-1 0 0 0,1 0 0 0 0,0 0 0 0 0,-1 0 0 0 0,1 0 0 0 0,0 0 0 0 0,0-1 0 0 0,7 1 0 0 0,-1-1 31 0 0,1-1 1 0 0,-1 0-1 0 0,0 0 0 0 0,1-1 0 0 0,-1-1 0 0 0,0 0 0 0 0,0 0 1 0 0,0-1-1 0 0,16-8 0 0 0,7-7 35 0 0,43-33-1 0 0,-50 32-417 0 0,57-31 0 0 0,-62 42-431 0 0,1 0 0 0 0,33-9 0 0 0,-39 14-239 0 0</inkml:trace>
</inkml:ink>
</file>

<file path=ppt/ink/ink1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5:40.8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8 15203 0 0,'-1'-1'248'0'0,"0"1"-1"0"0,-1-1 0 0 0,1 0 1 0 0,-1 0-1 0 0,1 1 0 0 0,-1-1 1 0 0,1 1-1 0 0,-1-1 0 0 0,1 1 1 0 0,-1-1-1 0 0,1 1 0 0 0,-1 0 1 0 0,1 0-1 0 0,-1 0 0 0 0,0 0 1 0 0,1 0-1 0 0,-1 0 0 0 0,1 0 1 0 0,-4 1-1 0 0,4 1-99 0 0,1-1-1 0 0,-1 0 1 0 0,0 0 0 0 0,0 1 0 0 0,1-1 0 0 0,-1 0-1 0 0,1 1 1 0 0,-1-1 0 0 0,1 1 0 0 0,-1-1-1 0 0,1 1 1 0 0,0-1 0 0 0,0 1 0 0 0,0-1 0 0 0,0 1-1 0 0,0-1 1 0 0,0 1 0 0 0,0-1 0 0 0,0 0-1 0 0,1 1 1 0 0,0 2 0 0 0,11 56 1108 0 0,28 87 0 0 0,-6-28-362 0 0,5 49 259 0 0,21 80-1284 0 0,-5-86-4528 0 0,-45-136-3788 0 0</inkml:trace>
</inkml:ink>
</file>

<file path=ppt/ink/ink1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5:41.2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72 10594 0 0,'-19'-3'-44'0'0,"-9"4"4759"0"0,27-1-4519 0 0,1 0-1 0 0,-1 0 0 0 0,0 0 1 0 0,1 0-1 0 0,-1 1 1 0 0,0-1-1 0 0,1 0 0 0 0,-1 1 1 0 0,1-1-1 0 0,-1 0 1 0 0,1 1-1 0 0,-1-1 0 0 0,1 1 1 0 0,-1-1-1 0 0,1 1 1 0 0,-1-1-1 0 0,1 1 1 0 0,-1-1-1 0 0,1 1 0 0 0,0-1 1 0 0,-1 1-1 0 0,1-1 1 0 0,0 1-1 0 0,-1 0 0 0 0,1 1-43 0 0,0-1 0 0 0,1 1 0 0 0,-1-1 0 0 0,0 1 0 0 0,0-1 0 0 0,0 1 0 0 0,1-1 0 0 0,-1 1 0 0 0,1-1 0 0 0,-1 0 0 0 0,1 1 0 0 0,0-1 0 0 0,0 0 0 0 0,-1 1 0 0 0,3 1 0 0 0,115 150 2053 0 0,-6-10-1523 0 0,-92-113-542 0 0,47 62-2 0 0,-58-81-101 0 0,0-1-1 0 0,1 0 1 0 0,0-1-1 0 0,1 0 1 0 0,-1 0-1 0 0,15 7 1 0 0,-25-15-17 0 0,1-1-1 0 0,0 0 1 0 0,-1 1 0 0 0,1-1 0 0 0,0 1-1 0 0,-1-1 1 0 0,1 0 0 0 0,0 0 0 0 0,0 1-1 0 0,-1-1 1 0 0,1 0 0 0 0,0 0 0 0 0,0 0-1 0 0,0 0 1 0 0,-1 0 0 0 0,1 0-1 0 0,0 0 1 0 0,0 0 0 0 0,-1 0 0 0 0,1 0-1 0 0,0 0 1 0 0,0-1 0 0 0,0 1 0 0 0,-1 0-1 0 0,1 0 1 0 0,0-1 0 0 0,0 0 0 0 0,0 0 24 0 0,0 0 0 0 0,0 0 0 0 0,0-1 0 0 0,0 1 0 0 0,0 0 0 0 0,-1-1 0 0 0,1 1 1 0 0,0 0-1 0 0,-1-1 0 0 0,1 1 0 0 0,-1-1 0 0 0,0 1 0 0 0,1-3 0 0 0,0-9 285 0 0,0 1-1 0 0,-2-26 0 0 0,0 24-192 0 0,1-13 1 0 0,8-195 818 0 0,-5 195-1569 0 0,1 1 0 0 0,2-1 0 0 0,0 1-1 0 0,2 1 1 0 0,0-1 0 0 0,16-30 0 0 0,-2 19-8510 0 0</inkml:trace>
</inkml:ink>
</file>

<file path=ppt/ink/ink1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6:21.52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1512 357 13363 0 0,'-12'-26'235'0'0,"-2"0"1"0"0,0 1 0 0 0,-2 0-1 0 0,-1 1 1 0 0,0 1-1 0 0,-2 0 1 0 0,-1 2-1 0 0,-37-32 1 0 0,41 40-221 0 0,-2 1 0 0 0,0 0 0 0 0,0 1 1 0 0,-1 1-1 0 0,0 1 0 0 0,-1 0 0 0 0,0 2 1 0 0,0 0-1 0 0,-1 1 0 0 0,0 1 0 0 0,0 1 0 0 0,-30-1 1 0 0,16 4-29 0 0,0 2 1 0 0,0 1-1 0 0,0 2 1 0 0,1 2-1 0 0,-50 14 1 0 0,16 1-127 0 0,-107 50-1 0 0,147-57 138 0 0,1 2 0 0 0,1 0 0 0 0,1 2 0 0 0,0 1 0 0 0,1 1 0 0 0,1 1 0 0 0,1 1 0 0 0,1 1 0 0 0,1 1 0 0 0,1 0 0 0 0,-28 49 0 0 0,11-7-28 0 0,2 2 1 0 0,4 2-1 0 0,-36 123 1 0 0,47-122 14 0 0,3 1 0 0 0,3 0 1 0 0,-4 96-1 0 0,13-50-34 0 0,14 154-1 0 0,-3-207 73 0 0,2 0 0 0 0,3-1 0 0 0,3-1-1 0 0,2 0 1 0 0,4-1 0 0 0,1-1 0 0 0,47 86 0 0 0,-50-111 103 0 0,2-2 0 0 0,1-1 1 0 0,2 0-1 0 0,1-2 1 0 0,2-1-1 0 0,1-1 1 0 0,1-1-1 0 0,1-2 0 0 0,1-1 1 0 0,1-1-1 0 0,2-2 1 0 0,0-1-1 0 0,51 22 1 0 0,-43-26-1 0 0,2-2 0 0 0,0-2 0 0 0,0-1 0 0 0,1-3 0 0 0,0-1 1 0 0,1-3-1 0 0,0-2 0 0 0,78-3 0 0 0,-69-5-34 0 0,0-3-1 0 0,-1-2 1 0 0,0-2-1 0 0,0-2 1 0 0,-1-3-1 0 0,94-45 1 0 0,-85 32 143 0 0,-2-4 0 0 0,-1-2 0 0 0,-3-2 0 0 0,0-3 0 0 0,-3-3 0 0 0,-2-1 0 0 0,70-81 0 0 0,127-184 666 0 0,-205 246-760 0 0,-2-1 0 0 0,-4-2 0 0 0,34-83 0 0 0,-47 90-61 0 0,-3-1 0 0 0,-3-1 1 0 0,-3-1-1 0 0,-2-1 1 0 0,-3 0-1 0 0,2-90 0 0 0,-11 114-16 0 0,-2 0 0 0 0,-2 0 0 0 0,-1 0 0 0 0,-3 0-1 0 0,-1 1 1 0 0,-1 0 0 0 0,-3 0 0 0 0,-1 1 0 0 0,-2 1-1 0 0,-1 0 1 0 0,-30-49 0 0 0,33 66-86 0 0,-1 1 0 0 0,-1 1 0 0 0,-1 0 1 0 0,0 1-1 0 0,-2 0 0 0 0,1 2 0 0 0,-2 0 0 0 0,0 1 0 0 0,-1 1 1 0 0,-40-20-1 0 0,33 21-30 0 0,0 1 1 0 0,-1 2-1 0 0,-1 1 1 0 0,1 1-1 0 0,-1 1 1 0 0,0 1-1 0 0,-1 2 0 0 0,-40 1 1 0 0,6 3-157 0 0,0 3 1 0 0,0 3-1 0 0,-98 24 1 0 0,122-21-350 0 0,2 3 1 0 0,0 0-1 0 0,0 3 0 0 0,1 1 1 0 0,1 2-1 0 0,-61 42 1 0 0,31-8-6033 0 0</inkml:trace>
</inkml:ink>
</file>

<file path=ppt/ink/ink1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6:22.42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121 2163 11058 0 0,'-15'8'806'0'0,"10"-5"-703"0"0,0 0 0 0 0,1-1 0 0 0,-1 1 1 0 0,0-1-1 0 0,-1-1 0 0 0,1 1 0 0 0,-8 1 0 0 0,11-3-40 0 0,0 0 0 0 0,1 0 0 0 0,-1-1 0 0 0,1 1 1 0 0,-1 0-1 0 0,0-1 0 0 0,1 1 0 0 0,-1-1 0 0 0,1 0 1 0 0,-1 1-1 0 0,1-1 0 0 0,0 0 0 0 0,-1 0 0 0 0,1 0 0 0 0,0 0 1 0 0,0 0-1 0 0,0 0 0 0 0,-1 0 0 0 0,1-1 0 0 0,0 1 0 0 0,0 0 1 0 0,1-1-1 0 0,-1 1 0 0 0,0-1 0 0 0,0 1 0 0 0,1 0 0 0 0,-1-1 1 0 0,1 0-1 0 0,-1 1 0 0 0,0-4 0 0 0,-4-16 390 0 0,0-1 0 0 0,1 0 0 0 0,1 0 0 0 0,1 0 0 0 0,0-1 0 0 0,2 1 0 0 0,1-1 0 0 0,1 1 0 0 0,1 0 0 0 0,1 0 0 0 0,10-36 0 0 0,10-12-39 0 0,2 1 0 0 0,41-77 0 0 0,-18 52-136 0 0,75-106 0 0 0,78-79-1 0 0,-130 190-179 0 0,4 4 1 0 0,171-147-1 0 0,-101 101-184 0 0,35-29 126 0 0,-129 118 2 0 0,93-57-1 0 0,-90 66-49 0 0,-20 10 9 0 0,1 2-1 0 0,0 1 1 0 0,2 2-1 0 0,70-23 1 0 0,-102 40-113 0 0,-1 0 1 0 0,1 0-1 0 0,0 1 0 0 0,0-1 1 0 0,0 1-1 0 0,-1 1 0 0 0,1-1 1 0 0,0 1-1 0 0,-1 0 0 0 0,1 0 1 0 0,0 1-1 0 0,5 2 0 0 0,5 3-1680 0 0,0 1-1 0 0,23 15 0 0 0,-11-7-1214 0 0,-4-2 513 0 0</inkml:trace>
</inkml:ink>
</file>

<file path=ppt/ink/ink1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6:23.3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14 5985 0 0,'10'-4'5221'0'0,"21"0"-3469"0"0,-29 4-1395 0 0,57-4 1316 0 0,-1 3 0 0 0,79 8 0 0 0,-79-3-1260 0 0,11 1-12 0 0,78 16-1 0 0,-113-14-224 0 0,-1 2 0 0 0,0 0 0 0 0,0 3 0 0 0,40 20 0 0 0,-68-30-130 0 0,-1 0 0 0 0,1 1-1 0 0,-1 0 1 0 0,0-1 0 0 0,0 1 0 0 0,0 1-1 0 0,-1-1 1 0 0,1 1 0 0 0,-1-1-1 0 0,1 1 1 0 0,-1 0 0 0 0,-1 0-1 0 0,1 1 1 0 0,0-1 0 0 0,-1 0-1 0 0,0 1 1 0 0,0 0 0 0 0,0-1 0 0 0,-1 1-1 0 0,2 6 1 0 0,-3-3 28 0 0,1 0 0 0 0,-1 1 0 0 0,0-1 0 0 0,-1 0 0 0 0,0 1 0 0 0,0-1 0 0 0,-1 0 0 0 0,0 0 1 0 0,-1 0-1 0 0,0 0 0 0 0,-5 11 0 0 0,-17 33 321 0 0,-59 88 0 0 0,-46 42-93 0 0,30-46-218 0 0,79-107-199 0 0,-27 42-41 0 0,43-63-26 0 0,1 0 0 0 0,1 0-1 0 0,-1 0 1 0 0,1 1 0 0 0,0-1-1 0 0,1 1 1 0 0,-2 11-1 0 0,4-8-1114 0 0</inkml:trace>
</inkml:ink>
</file>

<file path=ppt/ink/ink1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6:23.83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122 295 2288 0 0,'-8'-1'171'0'0,"1"-1"0"0"0,0 0 0 0 0,0 0-1 0 0,0 0 1 0 0,0-1 0 0 0,-13-8 0 0 0,16 8 281 0 0,-1 0 0 0 0,1 0 0 0 0,0-1 1 0 0,0 0-1 0 0,1 0 0 0 0,-1 0 0 0 0,1 0 1 0 0,0 0-1 0 0,0-1 0 0 0,0 0 0 0 0,0 1 0 0 0,1-1 1 0 0,0 0-1 0 0,0 0 0 0 0,0 0 0 0 0,-1-7 1 0 0,2 5 76 0 0,-1 0 1 0 0,1 1-1 0 0,1-1 1 0 0,-1 0-1 0 0,1 0 0 0 0,1 0 1 0 0,-1 1-1 0 0,1-1 1 0 0,0 0-1 0 0,1 1 1 0 0,0-1-1 0 0,0 1 1 0 0,0-1-1 0 0,0 1 1 0 0,6-9-1 0 0,-4 9-307 0 0,0 0 0 0 0,0 0 0 0 0,1 0 0 0 0,0 1 0 0 0,0 0 0 0 0,0 0 0 0 0,0 0 0 0 0,1 1 0 0 0,0 0 0 0 0,0 0 0 0 0,0 0 0 0 0,0 0 0 0 0,1 1 0 0 0,11-4 0 0 0,-16 7-213 0 0,0-1 0 0 0,-1 0 0 0 0,1 1 0 0 0,0-1 0 0 0,0 1 0 0 0,0 0 0 0 0,0 0 0 0 0,0 0 0 0 0,0 0 0 0 0,0 0 0 0 0,0 0 0 0 0,-1 0 0 0 0,1 0 0 0 0,0 1 0 0 0,0-1 0 0 0,0 1 0 0 0,0 0 0 0 0,0-1 1 0 0,-1 1-1 0 0,1 0 0 0 0,0 0 0 0 0,1 1 0 0 0,-1 1-12 0 0,0-1 1 0 0,1 0-1 0 0,-1 1 1 0 0,-1-1 0 0 0,1 1-1 0 0,0 0 1 0 0,-1 0-1 0 0,1-1 1 0 0,-1 1-1 0 0,0 0 1 0 0,0 0-1 0 0,1 4 1 0 0,0 5-41 0 0,0-1 0 0 0,0 1 0 0 0,-2 0 0 0 0,1 0 0 0 0,-1 0 0 0 0,-2 12 0 0 0,-4 3-10 0 0,-1-1 0 0 0,-1 0 0 0 0,-1 0 0 0 0,-1-1 0 0 0,-2-1 0 0 0,-16 29 1 0 0,10-19 63 0 0,1 0 0 0 0,-14 42 0 0 0,31-74 3 0 0,-1-1 0 0 0,1 0 0 0 0,-1 1 0 0 0,1-1 0 0 0,0 0 0 0 0,-1 1 0 0 0,1-1 0 0 0,0 0 0 0 0,0 1 0 0 0,0-1 0 0 0,0 1 0 0 0,0-1 0 0 0,0 0 0 0 0,1 1-1 0 0,-1-1 1 0 0,0 1 0 0 0,1-1 0 0 0,-1 0 0 0 0,1 0 0 0 0,-1 1 0 0 0,2 1 0 0 0,-1-2-3 0 0,0 0 1 0 0,0-1-1 0 0,0 1 0 0 0,1 0 1 0 0,-1 0-1 0 0,0-1 1 0 0,1 1-1 0 0,-1-1 0 0 0,0 1 1 0 0,1-1-1 0 0,-1 1 0 0 0,0-1 1 0 0,1 0-1 0 0,-1 0 1 0 0,0 0-1 0 0,1 0 0 0 0,1 0 1 0 0,9-1 38 0 0,-1-1 1 0 0,1 0-1 0 0,-1-1 1 0 0,13-5-1 0 0,-13 5 0 0 0,143-54-371 0 0,-54 13-2788 0 0,-66 28-4119 0 0</inkml:trace>
</inkml:ink>
</file>

<file path=ppt/ink/ink1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6:24.38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61 632 7834 0 0,'-8'-17'1926'0'0,"-5"-7"2148"0"0,-13-39 0 0 0,23 53-3648 0 0,0-1 0 0 0,0 0 0 0 0,2 1 0 0 0,-1-1 0 0 0,1 0 0 0 0,1 0 0 0 0,0-11 1 0 0,2-11-170 0 0,2 0 0 0 0,1 1 0 0 0,11-39 0 0 0,-12 57-174 0 0,1 0-1 0 0,1 0 1 0 0,0 1 0 0 0,1-1 0 0 0,0 2 0 0 0,1-1 0 0 0,1 1-1 0 0,0 0 1 0 0,15-16 0 0 0,-19 23-83 0 0,13-14 13 0 0,2 1-1 0 0,39-29 1 0 0,-55 44-13 0 0,1 0 1 0 0,-1 0-1 0 0,1 1 1 0 0,0-1-1 0 0,0 1 1 0 0,0 0-1 0 0,0 0 1 0 0,0 0-1 0 0,0 1 1 0 0,0 0-1 0 0,1 0 1 0 0,-1 0-1 0 0,0 1 1 0 0,1 0-1 0 0,-1 0 1 0 0,0 0-1 0 0,1 0 0 0 0,-1 1 1 0 0,0 0-1 0 0,11 3 1 0 0,-11-1-17 0 0,0 1 0 0 0,1-1 0 0 0,-1 1 0 0 0,-1 0 0 0 0,1 0 0 0 0,-1 1 0 0 0,0-1 0 0 0,0 1-1 0 0,0 0 1 0 0,0 0 0 0 0,-1 0 0 0 0,0 1 0 0 0,0-1 0 0 0,0 1 0 0 0,-1 0 0 0 0,0 0 0 0 0,2 7 0 0 0,2 8-149 0 0,-2 0 0 0 0,0 0 0 0 0,2 36-1 0 0,-6-15 57 0 0,-2-1 0 0 0,-9 53-1 0 0,5-46 350 0 0,-1 52-1 0 0,7-99-211 0 0,-1 0-1 0 0,1 1 1 0 0,0-1-1 0 0,0 1 0 0 0,0-1 1 0 0,0 0-1 0 0,1 1 1 0 0,-1-1-1 0 0,0 0 1 0 0,1 1-1 0 0,-1-1 1 0 0,0 0-1 0 0,1 1 1 0 0,0-1-1 0 0,-1 0 1 0 0,1 0-1 0 0,0 1 1 0 0,-1-1-1 0 0,1 0 0 0 0,0 0 1 0 0,0 0-1 0 0,0 0 1 0 0,0 0-1 0 0,0 0 1 0 0,0 0-1 0 0,0-1 1 0 0,1 1-1 0 0,-1 0 1 0 0,0-1-1 0 0,0 1 1 0 0,1 0-1 0 0,-1-1 1 0 0,0 1-1 0 0,1-1 1 0 0,-1 0-1 0 0,0 0 0 0 0,1 1 1 0 0,-1-1-1 0 0,0 0 1 0 0,1 0-1 0 0,-1 0 1 0 0,1 0-1 0 0,-1-1 1 0 0,0 1-1 0 0,1 0 1 0 0,1-1-1 0 0,9-2 103 0 0,0-1 0 0 0,-1 0 0 0 0,0-1 0 0 0,15-8 0 0 0,-17 8-72 0 0,273-150 632 0 0,-201 109-1234 0 0,-23 15-1774 0 0,-31 17-5712 0 0</inkml:trace>
</inkml:ink>
</file>

<file path=ppt/ink/ink1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6:25.47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879 129 11979 0 0,'-7'-11'313'0'0,"-1"1"1"0"0,0 0-1 0 0,-1 1 1 0 0,0 0-1 0 0,-1 0 1 0 0,0 1-1 0 0,0 1 1 0 0,-1-1 0 0 0,0 2-1 0 0,0-1 1 0 0,0 1-1 0 0,-1 1 1 0 0,0 0-1 0 0,0 1 1 0 0,0 0-1 0 0,-1 1 1 0 0,-13-2-1 0 0,12 4-70 0 0,1 0 0 0 0,-1 1 0 0 0,0 0-1 0 0,0 1 1 0 0,1 0 0 0 0,-1 1 0 0 0,1 1-1 0 0,-1 0 1 0 0,-20 9 0 0 0,15-4-53 0 0,1 1 1 0 0,1 0-1 0 0,-1 2 0 0 0,2 0 1 0 0,-31 26-1 0 0,14-5-110 0 0,2 2-1 0 0,1 1 0 0 0,1 1 1 0 0,3 2-1 0 0,-24 42 1 0 0,20-24-170 0 0,2 2 1 0 0,3 1 0 0 0,3 1 0 0 0,2 1 0 0 0,3 1-1 0 0,3 1 1 0 0,2 0 0 0 0,-4 74 0 0 0,15-91-87 0 0,1 0 0 0 0,2-1 0 0 0,2 1 0 0 0,2-1 0 0 0,3 1 1 0 0,1-2-1 0 0,2 1 0 0 0,2-2 0 0 0,2 0 0 0 0,1 0 0 0 0,3-2 0 0 0,1 0 1 0 0,2-2-1 0 0,41 54 0 0 0,-43-68 191 0 0,2 0 1 0 0,0-2 0 0 0,2 0-1 0 0,1-2 1 0 0,0-1-1 0 0,1-1 1 0 0,1-1-1 0 0,1-2 1 0 0,1-1-1 0 0,0-1 1 0 0,0-1 0 0 0,2-2-1 0 0,-1-1 1 0 0,1-1-1 0 0,1-2 1 0 0,0-1-1 0 0,61 2 1 0 0,-52-7 108 0 0,0-3 0 0 0,0 0 0 0 0,0-3 1 0 0,0-2-1 0 0,0-1 0 0 0,-1-2 0 0 0,-1-2 0 0 0,0-2 0 0 0,0-2 0 0 0,-2-1 0 0 0,54-32 1 0 0,-39 15 139 0 0,-2-1-1 0 0,-1-3 1 0 0,-2-2 0 0 0,-2-2 0 0 0,-1-2 0 0 0,-3-2 0 0 0,-2-2 0 0 0,-1-2 0 0 0,-3-1 0 0 0,-2-1 0 0 0,42-90 0 0 0,-42 67-33 0 0,-2-1 0 0 0,-4-2 0 0 0,18-84 0 0 0,-39 131-204 0 0,-1 0 0 0 0,-2 0-1 0 0,-1 0 1 0 0,-1 0 0 0 0,-2-1-1 0 0,-1 1 1 0 0,-2-1 0 0 0,-1 1-1 0 0,-1 0 1 0 0,-2 0 0 0 0,-11-34-1 0 0,10 47-4 0 0,-1 0 0 0 0,0 0 0 0 0,-1 1 0 0 0,-1 0 0 0 0,-1 1 0 0 0,0 0 0 0 0,-1 1 0 0 0,-1 0 0 0 0,0 2 0 0 0,-30-24 0 0 0,31 27-66 0 0,-1 1 0 0 0,0 0 0 0 0,0 1-1 0 0,-1 1 1 0 0,0 0 0 0 0,-1 1 0 0 0,1 0-1 0 0,-1 1 1 0 0,0 1 0 0 0,-1 1 0 0 0,1 0-1 0 0,0 1 1 0 0,-24 0 0 0 0,32 3-171 0 0,-1 0 1 0 0,1 0 0 0 0,0 0-1 0 0,-1 1 1 0 0,1 1 0 0 0,0-1-1 0 0,0 1 1 0 0,1 1 0 0 0,-1-1-1 0 0,-8 6 1 0 0,-13 12-7593 0 0</inkml:trace>
</inkml:ink>
</file>

<file path=ppt/ink/ink1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6:26.08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6 244 9674 0 0,'-5'-9'5817'0'0,"13"11"-3160"0"0,17 12-1984 0 0,1 9-643 0 0,0-2 0 0 0,2-1-1 0 0,1-1 1 0 0,48 23 0 0 0,135 48 103 0 0,-113-50-112 0 0,33 14 8 0 0,266 69 1 0 0,-321-107-18 0 0,1-2 1 0 0,0-4-1 0 0,1-4 1 0 0,0-3-1 0 0,88-8 0 0 0,-4-14 359 0 0,187-45 0 0 0,155-67 703 0 0,-200 49-800 0 0,-53 14-33 0 0,131-33 194 0 0,188-47 141 0 0,-532 137-547 0 0,-11 5-29 0 0,1-2-1 0 0,-1-2 0 0 0,-1 0 0 0 0,0-2 0 0 0,39-22 1 0 0,-66 34 0 0 0,0 0 1 0 0,1 0-1 0 0,-1 0 1 0 0,0-1 0 0 0,1 1-1 0 0,-1 0 1 0 0,0 0-1 0 0,1 0 1 0 0,-1 0 0 0 0,0-1-1 0 0,0 1 1 0 0,1 0-1 0 0,-1 0 1 0 0,0-1 0 0 0,0 1-1 0 0,0 0 1 0 0,1-1-1 0 0,-1 1 1 0 0,0 0 0 0 0,0 0-1 0 0,0-1 1 0 0,0 1-1 0 0,0 0 1 0 0,0-1 0 0 0,1 1-1 0 0,-1 0 1 0 0,0-1-1 0 0,0 1 1 0 0,0 0 0 0 0,0-1-1 0 0,0 1 1 0 0,0-1-1 0 0,0 1 1 0 0,0 0 0 0 0,-1-1-1 0 0,1 1 1 0 0,0 0-1 0 0,0-1 1 0 0,0 1 0 0 0,0 0-1 0 0,0 0 1 0 0,0-1-1 0 0,-1 1 1 0 0,1 0 0 0 0,0-1-1 0 0,0 1 1 0 0,-1 0-1 0 0,1-1 1 0 0,-16-7-4892 0 0</inkml:trace>
</inkml:ink>
</file>

<file path=ppt/ink/ink1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6:26.52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176 73 6449 0 0,'-65'-30'1216'0'0,"10"4"1451"0"0,45 22-998 0 0,-1 0-1 0 0,1 1 1 0 0,-14-3-1 0 0,35 16 3024 0 0,15 4-4497 0 0,193 80 749 0 0,-178-73-914 0 0,0 2 1 0 0,-2 2 0 0 0,42 33 0 0 0,-78-56-9 0 0,0 0 0 0 0,0 1 1 0 0,0-1-1 0 0,-1 1 0 0 0,1 0 1 0 0,-1 0-1 0 0,0 0 0 0 0,0 0 1 0 0,0 0-1 0 0,0 0 0 0 0,0 0 1 0 0,0 1-1 0 0,-1-1 0 0 0,0 1 1 0 0,0-1-1 0 0,1 6 0 0 0,-2-4 13 0 0,0-1-1 0 0,0 0 1 0 0,-1 0-1 0 0,0 1 1 0 0,0-1-1 0 0,0 0 1 0 0,0 0-1 0 0,-1 0 1 0 0,1 0-1 0 0,-1 0 1 0 0,0 0-1 0 0,0-1 1 0 0,-6 8-1 0 0,-11 14 111 0 0,-1-1-1 0 0,-1-1 0 0 0,-42 35 0 0 0,37-36-365 0 0,2 1 0 0 0,-41 50 0 0 0,61-69-52 0 0,1 1 1 0 0,0 1-1 0 0,0-1 1 0 0,0 0-1 0 0,0 1 0 0 0,1-1 1 0 0,-3 9-1 0 0,3 3-534 0 0</inkml:trace>
</inkml:ink>
</file>

<file path=ppt/ink/ink1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6:27.14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56 30 8754 0 0,'1'-1'78'0'0,"30"-24"5643"0"0,-31 24-5626 0 0,1 1 1 0 0,-1 0-1 0 0,1-1 1 0 0,0 1-1 0 0,-1 0 1 0 0,1 0-1 0 0,-1-1 1 0 0,1 1-1 0 0,-1 0 1 0 0,1 0-1 0 0,0 0 1 0 0,-1 0-1 0 0,1 0 1 0 0,-1 0-1 0 0,1 0 1 0 0,0 0-1 0 0,-1 0 1 0 0,1 0-1 0 0,-1 0 1 0 0,1 0-1 0 0,0 0 0 0 0,-1 0 1 0 0,1 0-1 0 0,-1 1 1 0 0,1-1-1 0 0,-1 0 1 0 0,1 0-1 0 0,-1 1 1 0 0,1-1-1 0 0,-1 0 1 0 0,1 1-1 0 0,-1-1 1 0 0,1 1-1 0 0,-1-1 1 0 0,1 1-1 0 0,-1-1 1 0 0,0 1-1 0 0,1-1 1 0 0,-1 1-1 0 0,0-1 1 0 0,1 1-1 0 0,-1-1 1 0 0,0 1-1 0 0,0-1 1 0 0,0 1-1 0 0,1 0 1 0 0,-1-1-1 0 0,0 1 1 0 0,0-1-1 0 0,0 1 1 0 0,0 0-1 0 0,0-1 1 0 0,0 1-1 0 0,0-1 0 0 0,0 1 1 0 0,-1 0-1 0 0,1 0 1 0 0,-1 26 168 0 0,-1 0 0 0 0,-1-1 0 0 0,-2 1 0 0 0,0-1 0 0 0,-16 45 0 0 0,1-2-22 0 0,5-13-229 0 0,4-20 27 0 0,2 1 0 0 0,-7 62 0 0 0,15-90-33 0 0,0 0-1 0 0,1 1 0 0 0,1-1 0 0 0,-1 0 1 0 0,1 0-1 0 0,1 0 0 0 0,-1 1 0 0 0,2-1 1 0 0,-1-1-1 0 0,1 1 0 0 0,1 0 0 0 0,-1-1 1 0 0,2 1-1 0 0,-1-1 0 0 0,1 0 0 0 0,6 7 1 0 0,-8-12 9 0 0,1 1 0 0 0,-1-1 1 0 0,1 0-1 0 0,0 0 0 0 0,0 0 1 0 0,0 0-1 0 0,1-1 0 0 0,-1 1 0 0 0,1-1 1 0 0,-1 0-1 0 0,1-1 0 0 0,0 1 1 0 0,-1-1-1 0 0,1 0 0 0 0,0 0 1 0 0,0-1-1 0 0,0 1 0 0 0,0-1 0 0 0,0 0 1 0 0,0 0-1 0 0,0-1 0 0 0,0 1 1 0 0,0-1-1 0 0,-1 0 0 0 0,6-2 1 0 0,14-5 77 0 0,0-1 1 0 0,0-1 0 0 0,38-22 0 0 0,-21 10 78 0 0,18-9-59 0 0,-28 14-612 0 0,40-15 0 0 0,-71 32 385 0 0,5-2-980 0 0</inkml:trace>
</inkml:ink>
</file>

<file path=ppt/ink/ink1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6:28.14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439 628 6913 0 0,'-1'7'469'0'0,"0"0"-1"0"0,0 1 0 0 0,0-1 1 0 0,-1 0-1 0 0,0 0 0 0 0,0 0 1 0 0,-1 0-1 0 0,1 0 0 0 0,-2-1 0 0 0,1 1 1 0 0,-1-1-1 0 0,0 0 0 0 0,0 0 1 0 0,-1 0-1 0 0,-9 10 0 0 0,9-12-216 0 0,0 1 0 0 0,0-1 1 0 0,0 0-1 0 0,0 0 0 0 0,0-1 0 0 0,-1 0 0 0 0,0 0 0 0 0,1 0 0 0 0,-1-1 0 0 0,0 1 0 0 0,-1-2 0 0 0,1 1 1 0 0,0 0-1 0 0,0-1 0 0 0,-1-1 0 0 0,1 1 0 0 0,-1-1 0 0 0,-8 0 0 0 0,3-2-38 0 0,0 0 0 0 0,-1-1-1 0 0,1 0 1 0 0,1-1 0 0 0,-1 0-1 0 0,0-1 1 0 0,1 0 0 0 0,0-1 0 0 0,0 0-1 0 0,1-1 1 0 0,-1 0 0 0 0,1-1 0 0 0,1 0-1 0 0,0 0 1 0 0,0-1 0 0 0,-14-18-1 0 0,14 14-155 0 0,0-1 0 0 0,2 1 0 0 0,-1-1 0 0 0,2-1 0 0 0,0 1 0 0 0,1-1 0 0 0,0 0 0 0 0,1 0 0 0 0,1 0 0 0 0,0-1 0 0 0,1 1-1 0 0,0-32 1 0 0,3 24-52 0 0,0 0-1 0 0,2 0 1 0 0,0 0-1 0 0,2 0 0 0 0,0 0 1 0 0,2 1-1 0 0,17-41 0 0 0,-17 48-14 0 0,1 1-1 0 0,1 0 0 0 0,0 0 1 0 0,1 1-1 0 0,0 0 0 0 0,1 1 1 0 0,1 0-1 0 0,0 1 0 0 0,0 0 0 0 0,1 1 1 0 0,27-16-1 0 0,-23 15-6 0 0,0 2 0 0 0,1 0 0 0 0,0 1 0 0 0,1 1 0 0 0,0 0 0 0 0,34-6 0 0 0,-48 12-4 0 0,0 0 0 0 0,1 1 0 0 0,-1 0 0 0 0,0 0 0 0 0,0 0 0 0 0,1 0 0 0 0,-1 1 0 0 0,0 0 0 0 0,0 0 0 0 0,0 1 0 0 0,0-1 0 0 0,0 1 0 0 0,0 0 0 0 0,0 0 0 0 0,-1 1 0 0 0,1-1 0 0 0,-1 1 0 0 0,1 0 0 0 0,-1 0 0 0 0,0 1 0 0 0,0-1 0 0 0,-1 1 0 0 0,1 0 0 0 0,-1 0 0 0 0,1 0 0 0 0,-1 1 0 0 0,-1-1 0 0 0,1 1 0 0 0,-1-1 0 0 0,3 8 0 0 0,1 3-92 0 0,-1 1 1 0 0,-1 1-1 0 0,0-1 1 0 0,-1 1-1 0 0,-1-1 0 0 0,-1 1 1 0 0,0 0-1 0 0,-1-1 1 0 0,-1 1-1 0 0,0 0 1 0 0,-7 28-1 0 0,-5 9-233 0 0,-2 0 1 0 0,-25 59-1 0 0,-16 21-283 0 0,-26 69-35 0 0,73-174 575 0 0,1 0 1 0 0,2 1-1 0 0,0-1 1 0 0,2 1-1 0 0,0 36 1 0 0,4-57 71 0 0,1 0 0 0 0,0 0 0 0 0,0 0 0 0 0,1 0 0 0 0,0 0 0 0 0,0-1 0 0 0,1 1 0 0 0,0-1 0 0 0,1 1 0 0 0,-1-1 0 0 0,2 0 0 0 0,5 8 0 0 0,-8-13 40 0 0,1 1 0 0 0,0 0 0 0 0,1-1 0 0 0,-1 1 0 0 0,1-1 0 0 0,-1 0 0 0 0,1 0 0 0 0,0-1 0 0 0,0 1 0 0 0,0-1 0 0 0,0 0 0 0 0,1 0 0 0 0,-1 0 0 0 0,1 0 0 0 0,-1-1 0 0 0,1 0 0 0 0,-1 0 0 0 0,1 0 0 0 0,0 0 0 0 0,-1-1 0 0 0,1 0 0 0 0,0 0 0 0 0,0 0 0 0 0,5-2 0 0 0,4 0 132 0 0,-1-1-1 0 0,0-1 1 0 0,0 0-1 0 0,0-1 1 0 0,-1 0-1 0 0,0-1 1 0 0,0-1-1 0 0,0 0 1 0 0,-1 0-1 0 0,0-1 1 0 0,0 0 0 0 0,-1-1-1 0 0,0-1 1 0 0,0 1-1 0 0,-1-1 1 0 0,-1-1-1 0 0,12-17 1 0 0,-15 19-49 0 0,1 0 0 0 0,-1-1 0 0 0,-1 1 1 0 0,0-1-1 0 0,0-1 0 0 0,-1 1 0 0 0,0 0 0 0 0,-1-1 1 0 0,0 1-1 0 0,0-1 0 0 0,-2 0 0 0 0,1 1 0 0 0,-1-1 0 0 0,-1 0 1 0 0,0 0-1 0 0,0 1 0 0 0,-1-1 0 0 0,0 1 0 0 0,-1-1 1 0 0,0 1-1 0 0,-1 0 0 0 0,-6-13 0 0 0,4 13-56 0 0,0 0-1 0 0,-1 0 0 0 0,0 1 1 0 0,0 0-1 0 0,-1 0 1 0 0,0 0-1 0 0,-1 1 1 0 0,0 1-1 0 0,0-1 0 0 0,0 1 1 0 0,-1 1-1 0 0,0 0 1 0 0,0 0-1 0 0,-1 1 1 0 0,0 1-1 0 0,0 0 0 0 0,-18-5 1 0 0,10 5-295 0 0,1 1-1 0 0,-1 1 1 0 0,1 0 0 0 0,-1 2 0 0 0,0 0-1 0 0,0 1 1 0 0,0 1 0 0 0,1 0 0 0 0,-1 2-1 0 0,-24 7 1 0 0,12 2-1326 0 0,30-12 1559 0 0,0 0 0 0 0,0-1-1 0 0,0 1 1 0 0,0 0 0 0 0,0-1-1 0 0,0 1 1 0 0,0 0 0 0 0,0 0 0 0 0,1 0-1 0 0,-1 0 1 0 0,0 0 0 0 0,0 0 0 0 0,1 0-1 0 0,-1 0 1 0 0,1 0 0 0 0,-1 0 0 0 0,1 1-1 0 0,-1-1 1 0 0,1 0 0 0 0,0 0 0 0 0,0 0-1 0 0,-1 1 1 0 0,1 1 0 0 0,2 4 21 0 0</inkml:trace>
</inkml:ink>
</file>

<file path=ppt/ink/ink1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6:28.76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69 671 6449 0 0,'-43'9'1761'0'0,"17"12"8410"0"0,27-21-10085 0 0,10 3 1787 0 0,14-3-504 0 0,7-6-552 0 0,46-14 1 0 0,-2 0-517 0 0,-67 19-224 0 0,20-7-14 0 0,-29 7-61 0 0,1 1-1 0 0,-1 0 1 0 0,1 0-1 0 0,-1-1 1 0 0,1 1-1 0 0,-1 0 1 0 0,1-1-1 0 0,-1 1 1 0 0,0 0-1 0 0,1-1 1 0 0,-1 1 0 0 0,0-1-1 0 0,1 1 1 0 0,-1-1-1 0 0,0 1 1 0 0,0-1-1 0 0,1 1 1 0 0,-1-1-1 0 0,0 1 1 0 0,0-1 0 0 0,0 1-1 0 0,0-1 1 0 0,0 1-1 0 0,0-1 1 0 0,1 1-1 0 0,-1-1 1 0 0,-1 1-1 0 0,1-1 1 0 0,0 0-1 0 0,0 1 1 0 0,0-1 0 0 0,0 1-1 0 0,0-1 1 0 0,0 1-1 0 0,-1-1 1 0 0,1 1-1 0 0,0-1 1 0 0,0 1-1 0 0,-1-1 1 0 0,1 1-1 0 0,0 0 1 0 0,-1-1 0 0 0,0 0-1 0 0,-7-13 33 0 0,0-1 0 0 0,1 0 1 0 0,0 0-1 0 0,1-1 0 0 0,1 0 0 0 0,0 0 0 0 0,1 0 1 0 0,1 0-1 0 0,1-1 0 0 0,0 1 0 0 0,1-22 0 0 0,2 4 67 0 0,1 1 0 0 0,2 0 0 0 0,1 0 0 0 0,16-53 0 0 0,-16 72-112 0 0,0 0 0 0 0,1 0 1 0 0,1 1-1 0 0,0 0 0 0 0,0 0 1 0 0,1 1-1 0 0,1 0 0 0 0,0 1 0 0 0,16-16 1 0 0,-20 22 4 0 0,0 0-1 0 0,1 0 1 0 0,0 0 0 0 0,0 1 0 0 0,0-1 0 0 0,0 2 0 0 0,1-1 0 0 0,-1 1 0 0 0,1 0 0 0 0,0 0 0 0 0,0 0 0 0 0,0 1 0 0 0,1 1 0 0 0,-1-1 0 0 0,0 1 0 0 0,1 0 0 0 0,-1 1-1 0 0,1-1 1 0 0,-1 2 0 0 0,11 0 0 0 0,-14 0-8 0 0,1 1 0 0 0,-1 0-1 0 0,0-1 1 0 0,0 1 0 0 0,0 1-1 0 0,0-1 1 0 0,0 1 0 0 0,0-1-1 0 0,-1 1 1 0 0,1 0 0 0 0,-1 0-1 0 0,0 1 1 0 0,0-1 0 0 0,0 1 0 0 0,0-1-1 0 0,-1 1 1 0 0,1 0 0 0 0,-1 0-1 0 0,0 0 1 0 0,0 0 0 0 0,0 1-1 0 0,1 7 1 0 0,3 9-97 0 0,-1 1 0 0 0,-1-1 0 0 0,2 31-1 0 0,-6-46 101 0 0,2 34-151 0 0,-2 0-1 0 0,-7 53 1 0 0,3-51-18 0 0,2 80 0 0 0,2-117 226 0 0,0-1 0 0 0,1 0 0 0 0,-1 0 0 0 0,1 0 0 0 0,0 0 0 0 0,0 0 0 0 0,1 0 0 0 0,-1 0 0 0 0,1-1 0 0 0,0 1 0 0 0,0 0 0 0 0,0-1 0 0 0,0 1 0 0 0,0-1 0 0 0,1 0 0 0 0,0 0 0 0 0,4 5 0 0 0,-4-7-9 0 0,-1 1-1 0 0,1-1 1 0 0,0 0 0 0 0,-1 0 0 0 0,1 0 0 0 0,0 0 0 0 0,0-1-1 0 0,0 1 1 0 0,0-1 0 0 0,-1 0 0 0 0,1 1 0 0 0,0-1 0 0 0,0 0 0 0 0,0-1-1 0 0,0 1 1 0 0,0-1 0 0 0,0 1 0 0 0,-1-1 0 0 0,1 0 0 0 0,0 0-1 0 0,0 0 1 0 0,-1 0 0 0 0,1 0 0 0 0,-1-1 0 0 0,5-2 0 0 0,140-101 946 0 0,-77 52-3248 0 0,-40 31-6153 0 0</inkml:trace>
</inkml:ink>
</file>

<file path=ppt/ink/ink1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6:40.46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49 102 5529 0 0,'-19'-5'2409'0'0,"17"5"-1952"0"0,1 0 1 0 0,-1 0-1 0 0,0 0 0 0 0,1 0 1 0 0,-1 0-1 0 0,0-1 0 0 0,1 1 1 0 0,-1-1-1 0 0,0 1 0 0 0,1-1 1 0 0,-1 0-1 0 0,1 0 0 0 0,-1 1 1 0 0,1-1-1 0 0,0 0 0 0 0,-3-2 1 0 0,5-1-94 0 0,1 1 0 0 0,0 0 0 0 0,0 0 0 0 0,0 1 0 0 0,0-1 0 0 0,1 0 0 0 0,-1 1 0 0 0,1-1 0 0 0,-1 1 0 0 0,5-3 1 0 0,4-2-207 0 0,1 0 0 0 0,-1 1 1 0 0,1 0-1 0 0,0 1 0 0 0,1 0 1 0 0,-1 1-1 0 0,1 0 0 0 0,0 1 1 0 0,0 0-1 0 0,0 1 0 0 0,0 1 1 0 0,0 0-1 0 0,20 2 0 0 0,15 3-54 0 0,1 2 0 0 0,65 17 0 0 0,17 2-1 0 0,-47-17-10 0 0,113-3 1 0 0,84-20 119 0 0,-258 16-1119 0 0,-20-1-29 0 0</inkml:trace>
</inkml:ink>
</file>

<file path=ppt/ink/ink1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6:40.8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65 105 4609 0 0,'-18'-17'1266'0'0,"-24"-29"7427"0"0,41 46-8564 0 0,1-1 0 0 0,-1 1-1 0 0,1-1 1 0 0,0 1 0 0 0,-1-1-1 0 0,1 1 1 0 0,0-1-1 0 0,-1 1 1 0 0,1-1 0 0 0,0 0-1 0 0,0 1 1 0 0,0-1 0 0 0,-1 1-1 0 0,1-1 1 0 0,0 0-1 0 0,0 1 1 0 0,0-1 0 0 0,0 0-1 0 0,0 1 1 0 0,0-1 0 0 0,0 0-1 0 0,1 1 1 0 0,-1-1-1 0 0,0 1 1 0 0,0-1 0 0 0,0 0-1 0 0,1 1 1 0 0,-1-1 0 0 0,0 1-1 0 0,1-2 1 0 0,19-10 1588 0 0,27 2-521 0 0,-40 10-1126 0 0,0 0 1 0 0,0 0 0 0 0,0 1 0 0 0,0-1 0 0 0,-1 2 0 0 0,1-1 0 0 0,0 1 0 0 0,0 0 0 0 0,-1 0 0 0 0,1 1-1 0 0,-1-1 1 0 0,0 2 0 0 0,0-1 0 0 0,0 1 0 0 0,9 6 0 0 0,-9-4-60 0 0,0 0 0 0 0,0 1 1 0 0,-1-1-1 0 0,1 1 0 0 0,-2 0 0 0 0,1 1 1 0 0,-1-1-1 0 0,0 1 0 0 0,0 0 0 0 0,-1 0 0 0 0,0 0 1 0 0,2 9-1 0 0,-2-4 15 0 0,0 0-1 0 0,-1 0 1 0 0,0 0 0 0 0,-1 1 0 0 0,-1-1-1 0 0,0 0 1 0 0,-1 0 0 0 0,0 1 0 0 0,-1-1-1 0 0,0 0 1 0 0,-1 0 0 0 0,0 0 0 0 0,-2-1-1 0 0,1 1 1 0 0,-1-1 0 0 0,-1 0 0 0 0,0 0-1 0 0,-1-1 1 0 0,0 0 0 0 0,-1 0 0 0 0,0 0-1 0 0,-12 11 1 0 0,-65 62-2088 0 0</inkml:trace>
</inkml:ink>
</file>

<file path=ppt/ink/ink1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6:41.43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36 31 7834 0 0,'-22'-31'12721'0'0,"8"44"-15012"0"0</inkml:trace>
</inkml:ink>
</file>

<file path=ppt/ink/ink1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6:44.72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36 8754 0 0,'-2'-36'12615'0'0,"9"53"-11302"0"0,23 92-661 0 0,24 159-1 0 0,-36-165-514 0 0,113 392 247 0 0,-90-359-382 0 0,-39-128-281 0 0,0-1-1 0 0,-1 0 1 0 0,0 0 0 0 0,0 1 0 0 0,-1-1-1 0 0,0 0 1 0 0,0 1 0 0 0,0-1 0 0 0,-3 12-1 0 0,4-1-723 0 0,0-13 887 0 0</inkml:trace>
</inkml:ink>
</file>

<file path=ppt/ink/ink1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6:45.02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52 4609 0 0,'1'-13'36'0'0,"-4"-25"15953"0"0,3 61-14406 0 0,1 3-1293 0 0,75 492 1838 0 0,-54-387-1968 0 0,-17-104-177 0 0,12 43 1 0 0,-14-62-308 0 0,0 0 0 0 0,0-1 1 0 0,0 1-1 0 0,1-1 1 0 0,0 0-1 0 0,0 0 1 0 0,1 0-1 0 0,0 0 0 0 0,11 10 1 0 0</inkml:trace>
</inkml:ink>
</file>

<file path=ppt/ink/ink1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6:45.38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461 29 2304 0 0,'0'-2'357'0'0,"0"1"-1"0"0,0 0 0 0 0,-1-1 1 0 0,1 1-1 0 0,0-1 0 0 0,-1 1 0 0 0,1 0 1 0 0,-1-1-1 0 0,0 1 0 0 0,1 0 0 0 0,-1 0 1 0 0,0-1-1 0 0,0 1 0 0 0,0 0 0 0 0,0 0 1 0 0,0 0-1 0 0,0 0 0 0 0,0 0 0 0 0,0 0 1 0 0,0 1-1 0 0,-1-1 0 0 0,-1-1 0 0 0,2 2-30 0 0,-1 0 0 0 0,1 0 0 0 0,-1 0 0 0 0,1 0 0 0 0,0 0-1 0 0,-1 0 1 0 0,1 1 0 0 0,-1-1 0 0 0,1 0 0 0 0,-1 1-1 0 0,1-1 1 0 0,0 1 0 0 0,-1 0 0 0 0,1-1 0 0 0,0 1 0 0 0,0 0-1 0 0,-3 2 1 0 0,-5 5 580 0 0,1 0-1 0 0,-1 1 1 0 0,1 0 0 0 0,-7 10-1 0 0,10-13-1082 0 0,-104 140 1881 0 0,-60 73-1450 0 0,151-198-222 0 0,-24 30 28 0 0,39-47-33 0 0,0 0 0 0 0,1 1-1 0 0,-1-1 1 0 0,1 1-1 0 0,0 0 1 0 0,0 0 0 0 0,1 0-1 0 0,-1-1 1 0 0,1 2-1 0 0,0 4 1 0 0,1-8-5 0 0,0 0 1 0 0,0 1-1 0 0,1-1 1 0 0,-1 0-1 0 0,1 1 1 0 0,0-1-1 0 0,0 0 1 0 0,-1 0-1 0 0,2 0 1 0 0,-1 0-1 0 0,0 0 1 0 0,0 0-1 0 0,1 0 0 0 0,-1 0 1 0 0,1 0-1 0 0,-1 0 1 0 0,1-1-1 0 0,0 1 1 0 0,0-1-1 0 0,-1 1 1 0 0,1-1-1 0 0,0 0 1 0 0,0 0-1 0 0,1 0 1 0 0,-1 0-1 0 0,0 0 1 0 0,0 0-1 0 0,0 0 1 0 0,1-1-1 0 0,2 1 0 0 0,7 2 37 0 0,0 0-1 0 0,0-1 0 0 0,0-1 1 0 0,18 0-1 0 0,36-4-524 0 0,113-21 0 0 0,-110 13-5659 0 0,-36 7-1181 0 0</inkml:trace>
</inkml:ink>
</file>

<file path=ppt/ink/ink1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6:45.91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1 509 3225 0 0,'14'-14'10886'0'0,"-12"13"-10108"0"0,28-15 5156 0 0,-19 10-4628 0 0,-10 5-1244 0 0,0 1 0 0 0,0-1 0 0 0,0 0 0 0 0,1 1 0 0 0,-1-1 0 0 0,0 0 0 0 0,0 0 0 0 0,0 0 0 0 0,0 0 1 0 0,-1 0-1 0 0,1 0 0 0 0,0 0 0 0 0,0 0 0 0 0,-1 0 0 0 0,1-1 0 0 0,0 1 0 0 0,-1 0 0 0 0,1 0 0 0 0,-1-1 0 0 0,0 1 0 0 0,1 0 1 0 0,-1-1-1 0 0,0-2 0 0 0,0 0-32 0 0,-1 0-1 0 0,1 0 1 0 0,-1 0 0 0 0,-1 0 0 0 0,1 0 0 0 0,-3-6 0 0 0,-4-13 75 0 0,6 11-74 0 0,0-1 0 0 0,1 0 0 0 0,0 0 0 0 0,1 0 0 0 0,1 1 0 0 0,0-1 0 0 0,0 0 1 0 0,1 0-1 0 0,1 1 0 0 0,0-1 0 0 0,1 1 0 0 0,1 0 0 0 0,-1 0 0 0 0,2 0 0 0 0,11-18 0 0 0,-8 14 8 0 0,2 1-1 0 0,-1 0 1 0 0,2 0 0 0 0,0 1 0 0 0,1 1-1 0 0,0 0 1 0 0,1 0 0 0 0,0 2 0 0 0,1 0-1 0 0,22-13 1 0 0,-35 23-24 0 0,0 0 0 0 0,0 0-1 0 0,0 0 1 0 0,0 0 0 0 0,1 0 0 0 0,-1 0-1 0 0,0 1 1 0 0,1-1 0 0 0,-1 1 0 0 0,0 0-1 0 0,1-1 1 0 0,-1 1 0 0 0,0 0 0 0 0,1 0 0 0 0,-1 1-1 0 0,0-1 1 0 0,1 0 0 0 0,-1 1 0 0 0,0-1-1 0 0,1 1 1 0 0,3 2 0 0 0,-3-1-12 0 0,0 0 0 0 0,0 1-1 0 0,0-1 1 0 0,0 1 0 0 0,-1 0 0 0 0,1 0 0 0 0,-1 0 0 0 0,0 0-1 0 0,0 0 1 0 0,0 0 0 0 0,0 1 0 0 0,2 4 0 0 0,2 11-124 0 0,0 0 0 0 0,-1 0 0 0 0,-1 0 0 0 0,2 22 0 0 0,-5-37 81 0 0,4 51-263 0 0,-3-27 144 0 0,9 47 0 0 0,-9-68 160 0 0,0 1 1 0 0,1 0 0 0 0,-1-1 0 0 0,1 0 0 0 0,1 0 0 0 0,0 0 0 0 0,0 0 0 0 0,0 0 0 0 0,0-1 0 0 0,10 10 0 0 0,-12-14 0 0 0,0 0-1 0 0,1-1 1 0 0,-1 1 0 0 0,0-1 0 0 0,1 1-1 0 0,-1-1 1 0 0,1 0 0 0 0,0 0-1 0 0,-1 0 1 0 0,1-1 0 0 0,0 1-1 0 0,0-1 1 0 0,-1 1 0 0 0,1-1-1 0 0,0 0 1 0 0,0 0 0 0 0,0 0-1 0 0,-1 0 1 0 0,1-1 0 0 0,0 1-1 0 0,0-1 1 0 0,-1 0 0 0 0,1 1 0 0 0,0-1-1 0 0,-1-1 1 0 0,5-1 0 0 0,8-5 95 0 0,0 0 1 0 0,0-1-1 0 0,17-14 1 0 0,-9 7-22 0 0,2-1-310 0 0,0 1 0 0 0,2 2 0 0 0,-1 0 0 0 0,43-13-1 0 0,-53 22-362 0 0</inkml:trace>
</inkml:ink>
</file>

<file path=ppt/ink/ink1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6:47.10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182 0 2304 0 0,'-43'7'1479'0'0,"27"-4"1262"0"0,1 1 1 0 0,0 1-1 0 0,1 1 0 0 0,-28 14 1 0 0,11 1-2382 0 0,31-21-305 0 0,-1 0-1 0 0,1 1 0 0 0,0-1 1 0 0,-1 0-1 0 0,1 1 0 0 0,-1-1 0 0 0,1 0 1 0 0,0 1-1 0 0,-1-1 0 0 0,1 0 0 0 0,0 1 1 0 0,0-1-1 0 0,-1 1 0 0 0,1-1 0 0 0,0 1 1 0 0,0-1-1 0 0,0 1 0 0 0,0-1 0 0 0,0 1 1 0 0,-1-1-1 0 0,1 1 0 0 0,0-1 1 0 0,0 0-1 0 0,0 1 0 0 0,0-1 0 0 0,0 1 1 0 0,0-1-1 0 0,1 1 0 0 0,-1-1 0 0 0,0 1 1 0 0,0-1-1 0 0,0 1 0 0 0,1 0 0 0 0,15 13 638 0 0,30 7-475 0 0,-42-20-97 0 0,39 13 161 0 0,-1-2-1 0 0,1-2 0 0 0,64 7 0 0 0,137-1 519 0 0,-103-9-566 0 0,-43-2-178 0 0,1-4 1 0 0,-1-4-1 0 0,1-4 1 0 0,155-32-1 0 0,-245 36-512 0 0,60-16 1044 0 0,-64 18-1619 0 0,0-1 1 0 0,0-1-1 0 0,0 1 0 0 0,0-1 1 0 0,-1 0-1 0 0,6-4 0 0 0</inkml:trace>
</inkml:ink>
</file>

<file path=ppt/ink/ink1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6:47.39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10594 0 0,'8'2'8994'0'0,"14"3"-6231"0"0,41 11-2655 0 0,-48-9-59 0 0,-1 1 0 0 0,1 0 0 0 0,-1 0-1 0 0,-1 2 1 0 0,0-1 0 0 0,0 2-1 0 0,-1 0 1 0 0,-1 0 0 0 0,1 1 0 0 0,-2 1-1 0 0,0-1 1 0 0,0 2 0 0 0,-1-1-1 0 0,7 17 1 0 0,-4-7-46 0 0,-1 1-1 0 0,-1 1 1 0 0,-1 0-1 0 0,-1 0 1 0 0,-1 0-1 0 0,-1 1 1 0 0,-2 0-1 0 0,2 28 1 0 0,-5-44-110 0 0,-1 1 0 0 0,0-1-1 0 0,0 1 1 0 0,-2-1 0 0 0,1 1 0 0 0,-1-1 0 0 0,0 0 0 0 0,-1 1 0 0 0,0-1-1 0 0,-1-1 1 0 0,0 1 0 0 0,-1 0 0 0 0,0-1 0 0 0,0 0 0 0 0,-1 0-1 0 0,-9 10 1 0 0</inkml:trace>
</inkml:ink>
</file>

<file path=ppt/ink/ink1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6:47.85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94 61 10138 0 0,'-48'-31'3089'0'0,"2"1"5059"0"0,49 33-7884 0 0,0 1-1 0 0,-1-1 1 0 0,0 1-1 0 0,1-1 1 0 0,-1 1-1 0 0,0 0 1 0 0,-1 0-1 0 0,1 0 1 0 0,0 5-1 0 0,4 4-34 0 0,25 64-33 0 0,30 116 1 0 0,5 86 157 0 0,-40-159-159 0 0,-13-53-907 0 0,-2 0-1 0 0,2 105 1 0 0,-13-145-231 0 0</inkml:trace>
</inkml:ink>
</file>

<file path=ppt/ink/ink1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6:49.21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71 22 4145 0 0,'-9'-5'1651'0'0,"4"2"-1262"0"0,1 1 1 0 0,0 0-1 0 0,-1 0 0 0 0,0 0 1 0 0,1 0-1 0 0,-1 1 0 0 0,-6-2 1 0 0,-8 7 3296 0 0,20-1-2916 0 0,1 0-1 0 0,-1 0 1 0 0,1 0-1 0 0,0 0 1 0 0,-1 0-1 0 0,1 0 1 0 0,1 0-1 0 0,-1-1 1 0 0,3 3-1 0 0,3 5-713 0 0,-5-4 54 0 0,0 0 0 0 0,0 0-1 0 0,-1 0 1 0 0,0 0 0 0 0,0 0-1 0 0,0 1 1 0 0,-1-1 0 0 0,0 1 0 0 0,0 7-1 0 0,0 66-97 0 0,-1-36 84 0 0,0-38-91 0 0,0 12 17 0 0,1 0-1 0 0,0 0 1 0 0,2 0 0 0 0,7 32-1 0 0,-8-45 4 0 0,-1-1 0 0 0,1 1 0 0 0,0-1 0 0 0,0 0 0 0 0,1 0 0 0 0,-1 0 0 0 0,1 0-1 0 0,0 0 1 0 0,0-1 0 0 0,0 1 0 0 0,0-1 0 0 0,1 0 0 0 0,0 0 0 0 0,-1 0 0 0 0,1 0-1 0 0,0-1 1 0 0,0 1 0 0 0,1-1 0 0 0,-1 0 0 0 0,0 0 0 0 0,1-1 0 0 0,-1 1 0 0 0,8 1-1 0 0,10 0 94 0 0,-1-1 0 0 0,0 0-1 0 0,1-2 1 0 0,-1 0 0 0 0,23-4-1 0 0,104-22-28 0 0,-87 11-576 0 0,28-4-4295 0 0,-76 18 3195 0 0,0 0 0 0 0,1 0 1 0 0,-1 1-1 0 0,1 1 0 0 0,12 2 0 0 0,-5 0 633 0 0</inkml:trace>
</inkml:ink>
</file>

<file path=ppt/ink/ink1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6:49.58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52 44 6913 0 0,'-15'-14'319'0'0,"-3"-4"2369"0"0,-1 6 4933 0 0,20 23-3719 0 0,7 19-3381 0 0,-8-28-296 0 0,98 414 991 0 0,-85-341-1547 0 0,10 53 648 0 0,-1-44-6947 0 0,-11-52-569 0 0</inkml:trace>
</inkml:ink>
</file>

<file path=ppt/ink/ink1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6:49.88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143 41 5529 0 0,'-14'-40'11539'0'0,"14"40"-11385"0"0,-17 16 856 0 0,1 5-468 0 0,1 1 0 0 0,1 1 1 0 0,-17 35-1 0 0,25-43-342 0 0,0-1 1 0 0,1 1-1 0 0,0 0 1 0 0,1 0-1 0 0,1 0 1 0 0,1 0-1 0 0,-2 23 1 0 0,4-35-155 0 0,0 1 1 0 0,0-1 0 0 0,0 1 0 0 0,1-1-1 0 0,-1 1 1 0 0,1-1 0 0 0,0 0-1 0 0,0 1 1 0 0,0-1 0 0 0,0 0 0 0 0,0 0-1 0 0,1 1 1 0 0,0-1 0 0 0,-1 0 0 0 0,1-1-1 0 0,0 1 1 0 0,1 0 0 0 0,-1 0-1 0 0,3 2 1 0 0,-2-3-8 0 0,1 0 0 0 0,-1 0-1 0 0,1 0 1 0 0,0 0 0 0 0,0-1-1 0 0,0 1 1 0 0,0-1 0 0 0,0 0-1 0 0,0 0 1 0 0,0 0 0 0 0,0-1 0 0 0,0 0-1 0 0,7 0 1 0 0,7-1-51 0 0,-1-1 0 0 0,0-1 1 0 0,0-1-1 0 0,0 0 0 0 0,0-1 0 0 0,19-9 0 0 0,6-3-752 0 0,-21 9 31 0 0</inkml:trace>
</inkml:ink>
</file>

<file path=ppt/ink/ink1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6:50.49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0 619 1840 0 0,'10'10'11539'0'0,"72"-21"-3987"0"0,-65 8-6949 0 0,0-1-1 0 0,0-1 1 0 0,17-6-1 0 0,-34 10-600 0 0,1 1 1 0 0,0 0-1 0 0,-1-1 0 0 0,1 0 0 0 0,-1 1 1 0 0,1-1-1 0 0,-1 1 0 0 0,1-1 1 0 0,-1 0-1 0 0,1 1 0 0 0,-1-1 0 0 0,1 0 1 0 0,-1 1-1 0 0,0-1 0 0 0,1 0 1 0 0,-1 1-1 0 0,0-1 0 0 0,0 0 0 0 0,0 0 1 0 0,1 0-1 0 0,-1 1 0 0 0,0-1 1 0 0,0 0-1 0 0,0 0 0 0 0,0 0 0 0 0,0 1 1 0 0,-1-1-1 0 0,1 0 0 0 0,0 0 1 0 0,0 1-1 0 0,0-1 0 0 0,-1 0 0 0 0,1 0 1 0 0,0 1-1 0 0,-1-1 0 0 0,0-1 1 0 0,-19-34 98 0 0,11 20-79 0 0,1-2 13 0 0,1 0 0 0 0,0-1 0 0 0,2 0 0 0 0,0 0 0 0 0,2 0 0 0 0,0-1 0 0 0,-1-23 0 0 0,3 3 69 0 0,2 1 0 0 0,9-63 0 0 0,-8 93-73 0 0,-1 0 0 0 0,1 0-1 0 0,1 1 1 0 0,-1-1 0 0 0,2 1 0 0 0,-1-1-1 0 0,1 1 1 0 0,0 0 0 0 0,1 0-1 0 0,0 1 1 0 0,0-1 0 0 0,1 1 0 0 0,11-11-1 0 0,-13 14-14 0 0,1 0-1 0 0,0 1 1 0 0,0 0-1 0 0,0 0 0 0 0,0 0 1 0 0,1 0-1 0 0,-1 1 0 0 0,1 0 1 0 0,0 0-1 0 0,-1 1 0 0 0,1-1 1 0 0,0 1-1 0 0,0 0 0 0 0,0 1 1 0 0,0 0-1 0 0,0 0 1 0 0,0 0-1 0 0,0 0 0 0 0,0 1 1 0 0,0 0-1 0 0,9 3 0 0 0,-8-2-37 0 0,-1 1 0 0 0,0 0 0 0 0,0 0 0 0 0,0 0 0 0 0,0 1 0 0 0,-1 0 0 0 0,1 0 0 0 0,-1 0 0 0 0,0 1 0 0 0,-1 0 0 0 0,1 0 0 0 0,-1 0 0 0 0,0 0 0 0 0,0 1 0 0 0,0-1 0 0 0,-1 1 0 0 0,1 0 0 0 0,-2 0 0 0 0,1 0 0 0 0,3 13 0 0 0,2 10-160 0 0,-1 1-1 0 0,-1-1 1 0 0,1 39-1 0 0,-6-63 167 0 0,3 56-204 0 0,-4-39 202 0 0,1-1 1 0 0,1 0 0 0 0,2 0 0 0 0,0 0-1 0 0,9 28 1 0 0,-13-47 47 0 0,1-1-1 0 0,-1 1 1 0 0,1-1-1 0 0,0 0 1 0 0,0 1-1 0 0,0-1 1 0 0,0 0-1 0 0,0 0 1 0 0,0 0 0 0 0,0 1-1 0 0,0-1 1 0 0,0 0-1 0 0,0 0 1 0 0,1-1-1 0 0,-1 1 1 0 0,0 0-1 0 0,1 0 1 0 0,-1-1 0 0 0,1 1-1 0 0,-1 0 1 0 0,1-1-1 0 0,-1 0 1 0 0,1 1-1 0 0,-1-1 1 0 0,1 0-1 0 0,-1 0 1 0 0,1 0 0 0 0,-1 0-1 0 0,1 0 1 0 0,0 0-1 0 0,-1 0 1 0 0,1 0-1 0 0,-1-1 1 0 0,1 1-1 0 0,-1 0 1 0 0,1-1 0 0 0,-1 0-1 0 0,0 1 1 0 0,3-2-1 0 0,7-4 125 0 0,-1 1 1 0 0,1-2-1 0 0,-1 1 0 0 0,10-10 1 0 0,-11 9-97 0 0,172-146-342 0 0,-151 131-248 0 0</inkml:trace>
</inkml:ink>
</file>

<file path=ppt/ink/ink1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45:37.4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5 112 920 0 0,'-4'-4'7275'0'0,"39"63"-5875"0"0,-30-48-1240 0 0,-1-1-1 0 0,-1 0 1 0 0,0 1-1 0 0,0 0 0 0 0,-1 0 1 0 0,1 18-1 0 0,-2-21-34 0 0,0 1-1 0 0,0-1 0 0 0,0 1 0 0 0,1-1 1 0 0,0 1-1 0 0,1-1 0 0 0,0 0 1 0 0,0 0-1 0 0,1 0 0 0 0,0 0 0 0 0,9 13 1 0 0,-13-21-101 0 0,1 1 1 0 0,-1 0 0 0 0,1 0-1 0 0,-1 0 1 0 0,1-1 0 0 0,-1 1 0 0 0,1 0-1 0 0,0-1 1 0 0,-1 1 0 0 0,1 0-1 0 0,0-1 1 0 0,0 1 0 0 0,-1-1 0 0 0,1 1-1 0 0,0-1 1 0 0,0 0 0 0 0,0 1-1 0 0,0-1 1 0 0,0 0 0 0 0,0 1 0 0 0,-1-1-1 0 0,1 0 1 0 0,0 0 0 0 0,0 0-1 0 0,0 0 1 0 0,0 0 0 0 0,0 0 0 0 0,0 0-1 0 0,0 0 1 0 0,0 0 0 0 0,0 0-1 0 0,0-1 1 0 0,1 0 0 0 0,-1 0 32 0 0,0 0 0 0 0,0 0-1 0 0,0-1 1 0 0,0 1 0 0 0,0-1 0 0 0,0 1 0 0 0,-1-1 0 0 0,1 1 0 0 0,-1-1 0 0 0,1 0 0 0 0,-1 1 0 0 0,1-1 0 0 0,-1 1-1 0 0,0-1 1 0 0,0 0 0 0 0,0 1 0 0 0,0-4 0 0 0,2-36 280 0 0,2-1 1 0 0,2 1-1 0 0,13-45 1 0 0,-2 6-854 0 0,-13 26-3723 0 0,-3 47 250 0 0</inkml:trace>
</inkml:ink>
</file>

<file path=ppt/ink/ink1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45:38.1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 81 920 0 0,'-1'0'43'0'0,"1"0"0"0"0,0 0 0 0 0,0 0 0 0 0,0-1-1 0 0,-1 1 1 0 0,1 0 0 0 0,0 0 0 0 0,0 0 0 0 0,0 0-1 0 0,0 0 1 0 0,-1 0 0 0 0,1 0 0 0 0,0-1 0 0 0,0 1 0 0 0,0 0-1 0 0,0 0 1 0 0,0 0 0 0 0,0 0 0 0 0,-1-1 0 0 0,1 1 0 0 0,0 0-1 0 0,0 0 1 0 0,0 0 0 0 0,0 0 0 0 0,0-1 0 0 0,0 1 0 0 0,0 0-1 0 0,0 0 1 0 0,0 0 0 0 0,0-1 0 0 0,0 1 0 0 0,0 0 0 0 0,0 0-1 0 0,0 0 1 0 0,0-1 0 0 0,0 1 0 0 0,0 0 0 0 0,0 0 0 0 0,0 0-1 0 0,0 0 1 0 0,0-1 0 0 0,0 1 0 0 0,1 0 0 0 0,5-16 1204 0 0,9-12-34 0 0,-14 26-1112 0 0,1 0-1 0 0,-1 0 1 0 0,0 0-1 0 0,1 0 1 0 0,-1 0-1 0 0,1 0 1 0 0,0 1-1 0 0,-1-1 1 0 0,1 1-1 0 0,0-1 1 0 0,0 1-1 0 0,0 0 1 0 0,0 0-1 0 0,0-1 1 0 0,0 1-1 0 0,0 1 1 0 0,1-1-1 0 0,-1 0 1 0 0,0 0-1 0 0,1 1 1 0 0,2-1-1 0 0,-3 2-36 0 0,0-1 0 0 0,0 1 0 0 0,-1 0 0 0 0,1 0 0 0 0,0 0 0 0 0,0 0 0 0 0,0 0-1 0 0,-1 0 1 0 0,1 0 0 0 0,-1 1 0 0 0,1-1 0 0 0,-1 1 0 0 0,1-1 0 0 0,-1 1 0 0 0,0-1 0 0 0,0 1 0 0 0,0 0 0 0 0,0 0-1 0 0,0-1 1 0 0,0 1 0 0 0,0 0 0 0 0,0 0 0 0 0,-1 0 0 0 0,1 3 0 0 0,4 8-55 0 0,0 0 0 0 0,-1 1 0 0 0,-1 0 0 0 0,0 0 0 0 0,-1 0 0 0 0,-1 0 0 0 0,0 0 0 0 0,-1 1 1 0 0,0-1-1 0 0,-1 0 0 0 0,-1 0 0 0 0,0 0 0 0 0,-1 0 0 0 0,-5 15 0 0 0,-15 30-89 0 0,26-64 216 0 0,0 1 1 0 0,0 1-1 0 0,0-1 0 0 0,1 0 1 0 0,0 1-1 0 0,-1-1 0 0 0,1 1 1 0 0,1 0-1 0 0,-1 1 0 0 0,0-1 0 0 0,7-2 1 0 0,1-1 340 0 0,0 1 0 0 0,-1 1-1 0 0,21-5 1 0 0,16 1 0 0 0,-45 7-492 0 0,1 1 0 0 0,-1 0-1 0 0,0 0 1 0 0,0 0 0 0 0,0 0-1 0 0,1 0 1 0 0,-1 1-1 0 0,0-1 1 0 0,0 1 0 0 0,0 0-1 0 0,0 0 1 0 0,5 2 0 0 0,3 8-1602 0 0,-8-8 653 0 0</inkml:trace>
</inkml:ink>
</file>

<file path=ppt/ink/ink1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46:21.3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44 43 1376 0 0,'-31'-29'4214'0'0,"18"15"2997"0"0,17 21-1328 0 0,1 3-3471 0 0,7 26-3568 0 0,-9-29 1844 0 0,1 9-554 0 0,-1 0 0 0 0,0 1 0 0 0,1 32 0 0 0,-3-29 183 0 0,1-1 0 0 0,6 29 0 0 0,6-5-140 0 0,2 1-1 0 0,29 55 0 0 0,1 0-23 0 0,-36-75-483 0 0,1 0 0 0 0,1-1 0 0 0,1 0 0 0 0,2-1 1 0 0,26 32-1 0 0</inkml:trace>
</inkml:ink>
</file>

<file path=ppt/ink/ink1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46:24.6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62 5985 0 0,'-1'26'7014'0'0,"6"51"-4648"0"0,-1-53-2109 0 0,0 0 1 0 0,2 0 0 0 0,1-1 0 0 0,1 0 0 0 0,0 0-1 0 0,14 22 1 0 0,-17-34-237 0 0,1 0 0 0 0,1-1-1 0 0,-1 0 1 0 0,2-1 0 0 0,-1 1-1 0 0,1-1 1 0 0,1-1 0 0 0,0 0 0 0 0,0 0-1 0 0,0 0 1 0 0,1-1 0 0 0,0-1-1 0 0,1 0 1 0 0,12 6 0 0 0,-19-10 0 0 0,1-1 0 0 0,0 0 0 0 0,0 0 0 0 0,0 0-1 0 0,0 0 1 0 0,0-1 0 0 0,0 0 0 0 0,0 0 0 0 0,0 0 0 0 0,0 0 0 0 0,0-1 0 0 0,0 0 0 0 0,0 0 0 0 0,0-1 0 0 0,0 1 0 0 0,0-1 0 0 0,-1 0 0 0 0,1 0 0 0 0,-1 0 0 0 0,1-1 0 0 0,-1 0 0 0 0,0 0 0 0 0,0 0-1 0 0,0 0 1 0 0,-1 0 0 0 0,1-1 0 0 0,-1 0 0 0 0,1 0 0 0 0,-1 0 0 0 0,-1 0 0 0 0,1 0 0 0 0,0 0 0 0 0,-1-1 0 0 0,0 0 0 0 0,0 1 0 0 0,0-1 0 0 0,-1 0 0 0 0,0 0 0 0 0,0 0 0 0 0,0 0 0 0 0,0 0-1 0 0,-1 0 1 0 0,0 0 0 0 0,0 0 0 0 0,0 0 0 0 0,0 0 0 0 0,-1 0 0 0 0,0 0 0 0 0,0 0 0 0 0,-4-9 0 0 0,0 2 85 0 0,-2 0-1 0 0,0 0 1 0 0,0 0-1 0 0,-1 1 1 0 0,-16-18-1 0 0,-54-48 671 0 0,45 46-365 0 0,-5-10-183 0 0,-17-16 112 0 0,50 52-454 0 0,-1 0 0 0 0,0 0 1 0 0,0 1-1 0 0,0 0 1 0 0,0 0-1 0 0,0 1 1 0 0,-14-5-1 0 0,15 7-733 0 0,1 1-217 0 0</inkml:trace>
</inkml:ink>
</file>

<file path=ppt/ink/ink1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46:25.7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49 230 2761 0 0,'-28'-19'3089'0'0,"26"17"-2703"0"0,0 1-1 0 0,1 0 0 0 0,-1-1 1 0 0,0 1-1 0 0,1-1 0 0 0,-1 1 1 0 0,1-1-1 0 0,0 0 0 0 0,-1 1 1 0 0,1-1-1 0 0,0 0 0 0 0,0 0 1 0 0,0-2-1 0 0,1 4-309 0 0,0 0 0 0 0,1 0-1 0 0,-1 0 1 0 0,1 0 0 0 0,-1 0-1 0 0,0 0 1 0 0,1 0 0 0 0,-1 0 0 0 0,0 0-1 0 0,1 1 1 0 0,-1-1 0 0 0,1 0 0 0 0,-1 0-1 0 0,0 0 1 0 0,1 1 0 0 0,-1-1 0 0 0,0 0-1 0 0,1 0 1 0 0,-1 1 0 0 0,0-1-1 0 0,0 0 1 0 0,1 1 0 0 0,-1-1 0 0 0,0 0-1 0 0,0 1 1 0 0,0-1 0 0 0,1 0 0 0 0,-1 1-1 0 0,0-1 1 0 0,0 0 0 0 0,0 2 0 0 0,11 13 122 0 0,0 3 144 0 0,1-1 0 0 0,1 0-1 0 0,1-1 1 0 0,0 0 0 0 0,1-1 0 0 0,20 16 0 0 0,-27-23-191 0 0,2-2 0 0 0,-1 1 0 0 0,1-1 0 0 0,0-1 0 0 0,0 0 0 0 0,0 0 0 0 0,1-1-1 0 0,0 0 1 0 0,0-1 0 0 0,0 0 0 0 0,0-1 0 0 0,0 0 0 0 0,15 0 0 0 0,-24-2-99 0 0,1 0 0 0 0,-1 0 1 0 0,0 0-1 0 0,1-1 0 0 0,-1 1 0 0 0,0-1 0 0 0,1 1 0 0 0,-1-1 0 0 0,0 0 0 0 0,0 1 0 0 0,1-1 0 0 0,-1 0 0 0 0,0-1 0 0 0,0 1 1 0 0,0 0-1 0 0,0-1 0 0 0,-1 1 0 0 0,1-1 0 0 0,0 1 0 0 0,0-1 0 0 0,-1 0 0 0 0,1 0 0 0 0,-1 0 0 0 0,0 0 0 0 0,0 0 1 0 0,1 0-1 0 0,-1 0 0 0 0,0 0 0 0 0,-1 0 0 0 0,1-1 0 0 0,1-3 0 0 0,0-7 35 0 0,-1 1-1 0 0,0 0 1 0 0,-1 0-1 0 0,0 0 1 0 0,-2-14 0 0 0,1 8 5 0 0,-2-4 98 0 0,0 1 0 0 0,-11-33 0 0 0,10 41-200 0 0,0 0 1 0 0,1 0 0 0 0,0 0 0 0 0,1-1 0 0 0,0 1 0 0 0,2-1-1 0 0,-1 1 1 0 0,1-1 0 0 0,3-17 0 0 0,1 29-2373 0 0</inkml:trace>
</inkml:ink>
</file>

<file path=ppt/ink/ink1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45:34.1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3 100 456 0 0,'1'-12'206'0'0,"0"10"47"0"0,-1 0 0 0 0,1-1-1 0 0,-1 1 1 0 0,0 0 0 0 0,0 0 0 0 0,0 0 0 0 0,0 0 0 0 0,0-1-1 0 0,-1 1 1 0 0,1 0 0 0 0,-1 0 0 0 0,1 0 0 0 0,-1 0-1 0 0,-1-3 1 0 0,8 11 454 0 0,0 1 0 0 0,-1 0 0 0 0,0 1 0 0 0,0-1 0 0 0,-1 1-1 0 0,0 0 1 0 0,4 10 0 0 0,18 65 484 0 0,-18-55-755 0 0,13 32 1 0 0,-15-46-346 0 0,1-1-1 0 0,0 1 1 0 0,17 22 0 0 0,-21-33-81 0 0,-1 1 0 0 0,1-1 0 0 0,0 0 1 0 0,0 0-1 0 0,0 0 0 0 0,1 0 0 0 0,-1 0 1 0 0,1-1-1 0 0,-1 1 0 0 0,1-1 1 0 0,0 0-1 0 0,0 0 0 0 0,0-1 0 0 0,0 1 1 0 0,0-1-1 0 0,0 0 0 0 0,0 0 0 0 0,7 1 1 0 0,-10-3 60 0 0,1 1 1 0 0,0-1-1 0 0,-1 1 1 0 0,1-1-1 0 0,-1 1 0 0 0,1-1 1 0 0,-1 0-1 0 0,1 0 1 0 0,-1 0-1 0 0,0 0 1 0 0,1 0-1 0 0,-1 0 1 0 0,0 0-1 0 0,0 0 0 0 0,0 0 1 0 0,0-1-1 0 0,0 1 1 0 0,0-1-1 0 0,0 1 1 0 0,0 0-1 0 0,0-1 1 0 0,-1 1-1 0 0,1-3 0 0 0,15-41 446 0 0,-13 35-476 0 0,8-30-137 0 0,-2-1 0 0 0,5-60-1 0 0,-5-22-3683 0 0,-9 96-305 0 0</inkml:trace>
</inkml:ink>
</file>

<file path=ppt/ink/ink1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45:34.5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 49 2761 0 0,'-10'1'598'0'0,"17"-5"1023"0"0,14-4 280 0 0,6 1-561 0 0,2-3-1083 0 0,1 3 1 0 0,36-5-1 0 0,-54 10-648 0 0</inkml:trace>
</inkml:ink>
</file>

<file path=ppt/ink/ink1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45:35.3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52 112 3225 0 0,'-1'-9'6385'0'0,"-2"10"-6368"0"0,0 0 0 0 0,0 0 0 0 0,0 0 0 0 0,1 0 0 0 0,-1 1 0 0 0,0 0 0 0 0,1-1 0 0 0,-1 1 0 0 0,1 0 0 0 0,0 0 0 0 0,0 0 0 0 0,0 0 0 0 0,0 1 0 0 0,0-1 0 0 0,0 0 0 0 0,0 1 0 0 0,1 0 0 0 0,-1-1 0 0 0,1 1 0 0 0,0 0 0 0 0,0 0 0 0 0,0 0 0 0 0,-1 3 0 0 0,4-16 694 0 0,10-17-547 0 0,6 6-251 0 0,-5 6 68 0 0,0 0 0 0 0,-2-1 0 0 0,13-21 0 0 0,-21 23 1189 0 0,-3 16-1096 0 0,-1-1-1 0 0,1 1 1 0 0,-1 0 0 0 0,1 0 0 0 0,-1 0-1 0 0,1 0 1 0 0,0 0 0 0 0,0 0 0 0 0,0 0-1 0 0,0 0 1 0 0,0 0 0 0 0,1 2 0 0 0,5 32 463 0 0,1-1 1 0 0,2 0 0 0 0,1 0 0 0 0,21 46-1 0 0,-26-68-624 0 0,-1-1 0 0 0,-1 1-1 0 0,0 0 1 0 0,2 24 0 0 0,-4-26-48 0 0,0 0 0 0 0,1 0 0 0 0,0 0 0 0 0,1 0 0 0 0,0-1 0 0 0,9 20 0 0 0,-6-21-2342 0 0</inkml:trace>
</inkml:ink>
</file>

<file path=ppt/ink/ink1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45:35.6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36 106 3225 0 0,'-4'-6'-625'0'0,"-18"-30"-370"0"0,21 34 1199 0 0,0 0 0 0 0,0 0 0 0 0,0 0 0 0 0,0-1 0 0 0,0 1 0 0 0,0 0 0 0 0,0-1 0 0 0,1 1 0 0 0,-1-1 0 0 0,1 1 0 0 0,0-1 0 0 0,0-4 0 0 0,2 6 37 0 0,0 0 1 0 0,0 0 0 0 0,1 0-1 0 0,-1 0 1 0 0,0 0-1 0 0,1 0 1 0 0,-1 1-1 0 0,1-1 1 0 0,-1 1 0 0 0,1 0-1 0 0,-1 0 1 0 0,1-1-1 0 0,3 2 1 0 0,2-2 5 0 0,76-17-1001 0 0,-71 16 744 0 0</inkml:trace>
</inkml:ink>
</file>

<file path=ppt/ink/ink1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47:11.5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0 184 5065 0 0,'4'0'817'0'0,"0"0"0"0"0,-1 1 0 0 0,1-1 0 0 0,0-1 0 0 0,-1 1 0 0 0,1 0 1 0 0,0-1-1 0 0,5-1 0 0 0,12-7 220 0 0,-1 0 1 0 0,-1-1-1 0 0,1-1 1 0 0,-2-1-1 0 0,25-19 1 0 0,-4 3-55 0 0,-13 9-1065 0 0,31-19 693 0 0,-53 35-1451 0 0,1 1-1 0 0,-1 0 0 0 0,1 1 0 0 0,-1-1 1 0 0,1 1-1 0 0,7-1 0 0 0,-7 1-5292 0 0</inkml:trace>
</inkml:ink>
</file>

<file path=ppt/ink/ink1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47:12.0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 4 5529 0 0,'0'0'136'0'0,"0"-1"0"0"0,-1 1-1 0 0,1 0 1 0 0,0 0-1 0 0,0-1 1 0 0,-1 1 0 0 0,1 0-1 0 0,0 0 1 0 0,-1 0 0 0 0,1-1-1 0 0,0 1 1 0 0,-1 0 0 0 0,1 0-1 0 0,-1 0 1 0 0,1 0 0 0 0,0 0-1 0 0,-1 0 1 0 0,1-1 0 0 0,-1 1-1 0 0,1 0 1 0 0,0 0 0 0 0,-1 0-1 0 0,1 1 1 0 0,-1-1 0 0 0,1 0-1 0 0,0 0 1 0 0,-1 0 0 0 0,1 0-1 0 0,-1 0 1 0 0,1 0 0 0 0,0 0-1 0 0,-1 1 1 0 0,0 13 1645 0 0,14 33-1147 0 0,-8-32 596 0 0,2 12-970 0 0,-4-14-1 0 0,0 0 1 0 0,1 0 0 0 0,0-1-1 0 0,1 0 1 0 0,6 13 0 0 0,-10-23-224 0 0,1 1-1 0 0,0-1 1 0 0,0 1 0 0 0,-1-1 0 0 0,1 0 0 0 0,1 0 0 0 0,-1 0 0 0 0,0 0 0 0 0,0 0 0 0 0,1 0 0 0 0,-1 0 0 0 0,1-1 0 0 0,0 1 0 0 0,-1-1 0 0 0,1 0 0 0 0,0 0 0 0 0,0 0 0 0 0,0 0 0 0 0,0 0 0 0 0,0-1 0 0 0,0 0 0 0 0,0 1 0 0 0,0-1 0 0 0,0 0 0 0 0,0 0 0 0 0,0 0 0 0 0,3-1 0 0 0,7-2-43 0 0,-1 0 0 0 0,0-1 0 0 0,14-6 1 0 0,-19 6 1 0 0,0 1 1 0 0,1 0-1 0 0,-1 0 1 0 0,1 1-1 0 0,0 0 1 0 0,0 1 0 0 0,-1-1-1 0 0,1 1 1 0 0,0 1-1 0 0,0 0 1 0 0,9 0 0 0 0,-16 1 3 0 0,1-1 1 0 0,-1 0-1 0 0,0 1 1 0 0,1-1-1 0 0,-1 1 1 0 0,0 0-1 0 0,0-1 1 0 0,1 1-1 0 0,-1 0 1 0 0,0 0-1 0 0,0-1 1 0 0,0 1-1 0 0,0 0 1 0 0,0 0-1 0 0,0 0 1 0 0,0 1-1 0 0,-1-1 1 0 0,1 0-1 0 0,0 0 1 0 0,0 0-1 0 0,0 3 1 0 0,0-1 3 0 0,0 1 0 0 0,0-1 0 0 0,-1 1 0 0 0,1-1 0 0 0,-1 1 0 0 0,0-1 0 0 0,0 1 0 0 0,0 5 0 0 0,-2 4 61 0 0,-1-1 0 0 0,0 0 0 0 0,-8 22 0 0 0,1-12 784 0 0,-22 36 1 0 0,19-37-177 0 0,-15 35 1 0 0,27-46-2599 0 0</inkml:trace>
</inkml:ink>
</file>

<file path=ppt/ink/ink1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47:12.5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18 158 5065 0 0,'-9'-7'-189'0'0,"0"-2"9920"0"0,23 16-8605 0 0,5 6-397 0 0,1 0 1 0 0,-1 2 0 0 0,-1 0-1 0 0,25 28 1 0 0,-23-23-363 0 0,1 0-1 0 0,36 25 0 0 0,-56-44-350 0 0,0 0 0 0 0,0-1 0 0 0,0 1 0 0 0,0 0-1 0 0,0-1 1 0 0,0 1 0 0 0,0-1 0 0 0,0 1 0 0 0,0-1 0 0 0,0 0-1 0 0,1 1 1 0 0,-1-1 0 0 0,0 0 0 0 0,0 0 0 0 0,0 0-1 0 0,1 0 1 0 0,-1 0 0 0 0,0 0 0 0 0,0 0 0 0 0,0 0 0 0 0,1 0-1 0 0,-1-1 1 0 0,0 1 0 0 0,0 0 0 0 0,2-2 0 0 0,-1 1 27 0 0,0-1 0 0 0,-1 1 1 0 0,1-1-1 0 0,-1 1 0 0 0,1-1 1 0 0,-1 0-1 0 0,0 0 0 0 0,0 0 1 0 0,0 0-1 0 0,0 0 0 0 0,0 0 1 0 0,0 0-1 0 0,0-2 0 0 0,3-9 179 0 0,-2 0 0 0 0,1 0 0 0 0,0-21 0 0 0,-3 33-219 0 0,1-95 498 0 0,-2 56-1356 0 0,7-59-1 0 0,-1 106-6339 0 0,-6 2 4837 0 0</inkml:trace>
</inkml:ink>
</file>

<file path=ppt/ink/ink1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47:14.7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68 9274 0 0,'0'-2'232'0'0,"0"-1"-1"0"0,1 1 1 0 0,0 0 0 0 0,-1 0 0 0 0,1 0-1 0 0,0 0 1 0 0,0 0 0 0 0,0 0-1 0 0,0 0 1 0 0,0 0 0 0 0,0 0-1 0 0,1 0 1 0 0,-1 1 0 0 0,1-1 0 0 0,-1 0-1 0 0,1 1 1 0 0,0-1 0 0 0,-1 1-1 0 0,1 0 1 0 0,0-1 0 0 0,0 1-1 0 0,0 0 1 0 0,0 0 0 0 0,3 0 0 0 0,6-4-1383 0 0,1 0 1 0 0,25-5-1 0 0,-29 8-272 0 0,3 0-2960 0 0</inkml:trace>
</inkml:ink>
</file>

<file path=ppt/ink/ink1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47:15.0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0 116 7834 0 0,'13'-8'272'0'0,"-1"0"1"0"0,0 0-1 0 0,18-19 1 0 0,23-15 134 0 0,-48 39-436 0 0,-1 0-1 0 0,1 0 1 0 0,0 1-1 0 0,0 0 1 0 0,0 0-1 0 0,0 0 1 0 0,1 0 0 0 0,-1 1-1 0 0,9-1 1 0 0,-7 3-1125 0 0,-3 2-64 0 0</inkml:trace>
</inkml:ink>
</file>

<file path=ppt/ink/ink1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47:13.1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0 133 6449 0 0,'87'-24'3507'0'0,"-47"14"-930"0"0,42-16-1 0 0,-71 22-2491 0 0,-1-1 1 0 0,1 0-1 0 0,-1-1 0 0 0,0 0 0 0 0,-1 0 0 0 0,1-1 0 0 0,-1-1 0 0 0,12-11 0 0 0,-15 12-5814 0 0</inkml:trace>
</inkml:ink>
</file>

<file path=ppt/ink/ink1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47:13.5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 1 5985 0 0,'-1'0'226'0'0,"0"0"-1"0"0,0 0 1 0 0,0 0-1 0 0,0 0 1 0 0,0 1-1 0 0,0-1 1 0 0,1 0-1 0 0,-1 0 1 0 0,0 1-1 0 0,0-1 1 0 0,0 1-1 0 0,0-1 1 0 0,1 0-1 0 0,-1 1 1 0 0,0 0-1 0 0,1-1 0 0 0,-1 1 1 0 0,0-1-1 0 0,1 1 1 0 0,-1 0-1 0 0,0-1 1 0 0,1 1-1 0 0,-1 2 1 0 0,-6 24 3493 0 0,7-21-3238 0 0,1 1 0 0 0,-1-1-1 0 0,1 0 1 0 0,0 1 0 0 0,0-1 0 0 0,4 11-1 0 0,-2-12-417 0 0,0 1-1 0 0,0-1 0 0 0,0 0 1 0 0,0 0-1 0 0,1-1 0 0 0,-1 1 1 0 0,1-1-1 0 0,1 0 0 0 0,-1 0 1 0 0,0 0-1 0 0,1 0 0 0 0,8 4 1 0 0,2 0 73 0 0,1-1 1 0 0,31 11-1 0 0,22 9 28 0 0,-64-24-153 0 0,1 0-1 0 0,-1 1 1 0 0,0-1-1 0 0,0 1 1 0 0,0 0-1 0 0,-1 1 0 0 0,1-1 1 0 0,-1 1-1 0 0,6 7 1 0 0,-9-9 22 0 0,1 0 0 0 0,-1 0 0 0 0,0 0 0 0 0,0 0 0 0 0,0 0 0 0 0,0 0 0 0 0,-1 0 0 0 0,1 1 0 0 0,-1-1 0 0 0,0 0 0 0 0,0 0 0 0 0,0 0 0 0 0,0 1 0 0 0,0-1 0 0 0,-1 0 0 0 0,0 0 0 0 0,1 0 0 0 0,-1 0 0 0 0,0 0 0 0 0,0 0 0 0 0,-1 0 0 0 0,1 0 0 0 0,-1 0 0 0 0,1 0 0 0 0,-1-1 0 0 0,0 1 0 0 0,-4 3 0 0 0,2-1-197 0 0,0 0 0 0 0,0 0 0 0 0,-1-1-1 0 0,0 0 1 0 0,0 0 0 0 0,0 0 0 0 0,0 0 0 0 0,-1-1 0 0 0,0 0 0 0 0,1 0-1 0 0,-1 0 1 0 0,0-1 0 0 0,-7 2 0 0 0</inkml:trace>
</inkml:ink>
</file>

<file path=ppt/ink/ink1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47:14.0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0 113 4609 0 0,'1'-3'237'0'0,"-1"0"1"0"0,1 0-1 0 0,-1 0 1 0 0,1 0-1 0 0,0 0 0 0 0,0 1 1 0 0,0-1-1 0 0,1 0 1 0 0,-1 0-1 0 0,3-4 0 0 0,11-11 7650 0 0,-14 18-7684 0 0,-1 0 0 0 0,1 0 0 0 0,-1 0 0 0 0,1 0-1 0 0,0 0 1 0 0,-1 0 0 0 0,1 0 0 0 0,-1 0 0 0 0,1 1 0 0 0,-1-1-1 0 0,1 0 1 0 0,-1 0 0 0 0,1 1 0 0 0,-1-1 0 0 0,1 0 0 0 0,-1 1-1 0 0,1-1 1 0 0,-1 1 0 0 0,0-1 0 0 0,1 1 0 0 0,-1-1 0 0 0,1 1-1 0 0,-1-1 1 0 0,0 1 0 0 0,0-1 0 0 0,1 1 0 0 0,-1 0 0 0 0,14 22-38 0 0,-10-15 228 0 0,14 16-283 0 0,0-2 0 0 0,2 0 0 0 0,1-1 1 0 0,0-1-1 0 0,1-1 0 0 0,27 17 1 0 0,-45-33-70 0 0,0 0 0 0 0,0-1 0 0 0,0 0 0 0 0,0 1 0 0 0,1-1 0 0 0,-1 0 0 0 0,1-1 0 0 0,0 1 0 0 0,6 0 0 0 0,-10-2-27 0 0,1 0 0 0 0,-1 0 0 0 0,0 0 0 0 0,1 0 0 0 0,-1 0 0 0 0,0-1 0 0 0,1 1 0 0 0,-1 0 0 0 0,0-1 0 0 0,0 1 0 0 0,1-1 0 0 0,-1 1 0 0 0,0-1 0 0 0,0 0 0 0 0,0 0 0 0 0,1 1 0 0 0,-1-1 0 0 0,0 0 0 0 0,0 0 0 0 0,0 0 0 0 0,-1 0 0 0 0,1 0 0 0 0,0 0 0 0 0,0 0 0 0 0,-1-1 0 0 0,1 1 0 0 0,0 0 0 0 0,-1 0 0 0 0,1 0 0 0 0,-1-1 0 0 0,1 1 0 0 0,-1 0 0 0 0,0-1 0 0 0,0 1 0 0 0,0 0 0 0 0,1-3 0 0 0,15-82 318 0 0,9-65-1890 0 0,-24 135 479 0 0</inkml:trace>
</inkml:ink>
</file>

<file path=ppt/ink/ink1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47:15.7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47 10594 0 0,'23'-11'8356'0'0,"12"-4"-5729"0"0,4 2-5007 0 0,-3 6-4285 0 0,-28 7 1247 0 0</inkml:trace>
</inkml:ink>
</file>

<file path=ppt/ink/ink1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47:16.0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 37 11522 0 0,'-20'2'954'0'0,"19"-1"-730"0"0,5-2-282 0 0,6-1-335 0 0,32-4 11 0 0,-23 3 79 0 0,0 0 1 0 0,-1-1 0 0 0,30-9 0 0 0,-32 5 302 0 0</inkml:trace>
</inkml:ink>
</file>

<file path=ppt/ink/ink1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47:16.7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8 14283 0 0,'-1'0'26'0'0,"1"0"-1"0"0,0-1 1 0 0,0 1-1 0 0,0 0 1 0 0,0 0-1 0 0,0 0 1 0 0,0-1-1 0 0,0 1 1 0 0,0 0-1 0 0,0 0 1 0 0,0 0-1 0 0,0-1 1 0 0,0 1-1 0 0,0 0 1 0 0,0 0-1 0 0,0 0 1 0 0,0-1-1 0 0,0 1 1 0 0,0 0-1 0 0,0 0 1 0 0,0 0-1 0 0,0-1 1 0 0,0 1-1 0 0,0 0 1 0 0,0 0-1 0 0,0 0 1 0 0,0-1-1 0 0,1 1 1 0 0,-1 0-1 0 0,0 0 1 0 0,0 0-1 0 0,0 0 1 0 0,0-1-1 0 0,1 1 1 0 0,-1 0-1 0 0,0 0 1 0 0,0 0-1 0 0,0 0 1 0 0,0 0-1 0 0,1 0 1 0 0,-1 0 0 0 0,0 0-1 0 0,0 0 1 0 0,0-1-1 0 0,1 1 1 0 0,-1 0-1 0 0,0 0 1 0 0,0 0-1 0 0,1 0 1 0 0,-1 1 0 0 0,1-1 0 0 0,-1 0 1 0 0,1 0-1 0 0,-1 1 0 0 0,1-1 0 0 0,-1 0 1 0 0,1 1-1 0 0,-1-1 0 0 0,1 0 1 0 0,-1 1-1 0 0,0-1 0 0 0,1 1 1 0 0,-1-1-1 0 0,1 1 0 0 0,-1-1 1 0 0,0 1-1 0 0,0-1 0 0 0,1 1 0 0 0,-1-1 1 0 0,0 1-1 0 0,0-1 0 0 0,0 1 1 0 0,1-1-1 0 0,-1 1 0 0 0,0 0 1 0 0,0-1-1 0 0,0 1 0 0 0,0-1 1 0 0,0 1-1 0 0,0 0 0 0 0,9 74 1465 0 0,37 143 0 0 0,45 71-739 0 0,-78-248-761 0 0,-6-18-395 0 0,18 41 0 0 0,-22-59-307 0 0</inkml:trace>
</inkml:ink>
</file>

<file path=ppt/ink/ink1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47:17.1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58 3225 0 0,'12'-8'349'0'0,"2"1"0"0"0,-1 0 1 0 0,1 0-1 0 0,0 1 0 0 0,1 1 1 0 0,-1 1-1 0 0,1 0 0 0 0,0 1 0 0 0,0 0 1 0 0,0 1-1 0 0,0 1 0 0 0,21 0 1 0 0,-33 1-218 0 0,0 0 1 0 0,0 1-1 0 0,-1-1 1 0 0,1 0-1 0 0,0 1 1 0 0,-1 0-1 0 0,1-1 1 0 0,0 1 0 0 0,-1 0-1 0 0,1 1 1 0 0,-1-1-1 0 0,0 0 1 0 0,1 1-1 0 0,-1-1 1 0 0,0 1-1 0 0,0-1 1 0 0,0 1-1 0 0,0 0 1 0 0,0 0-1 0 0,0 0 1 0 0,0 0 0 0 0,-1 1-1 0 0,1-1 1 0 0,-1 0-1 0 0,0 1 1 0 0,1-1-1 0 0,-1 1 1 0 0,0-1-1 0 0,-1 1 1 0 0,1-1-1 0 0,0 1 1 0 0,-1 0-1 0 0,1-1 1 0 0,-1 1 0 0 0,0 0-1 0 0,0 0 1 0 0,0-1-1 0 0,0 1 1 0 0,0 0-1 0 0,-1 0 1 0 0,1-1-1 0 0,-2 4 1 0 0,-3 12 293 0 0,-1 1 0 0 0,0-1 0 0 0,-1-1-1 0 0,-17 31 1 0 0,20-41-406 0 0,-120 203 1770 0 0,124-210-1776 0 0,0 0 1 0 0,-1 0-1 0 0,1 0 1 0 0,0 0-1 0 0,0 0 1 0 0,0 0 0 0 0,0 1-1 0 0,0-1 1 0 0,0 0-1 0 0,0 0 1 0 0,0 0-1 0 0,0 0 1 0 0,-1 0-1 0 0,1 1 1 0 0,0-1 0 0 0,0 0-1 0 0,0 0 1 0 0,0 0-1 0 0,0 0 1 0 0,0 1-1 0 0,0-1 1 0 0,0 0-1 0 0,0 0 1 0 0,0 0 0 0 0,0 0-1 0 0,0 1 1 0 0,1-1-1 0 0,-1 0 1 0 0,0 0-1 0 0,0 0 1 0 0,0 0-1 0 0,0 1 1 0 0,0-1 0 0 0,0 0-1 0 0,0 0 1 0 0,0 0-1 0 0,0 0 1 0 0,1 0-1 0 0,-1 0 1 0 0,0 1-1 0 0,0-1 1 0 0,0 0 0 0 0,0 0-1 0 0,1 0 1 0 0,10 1 399 0 0,17-4 19 0 0,-24 2-335 0 0,138-15 1066 0 0,-48 9-3631 0 0,-77 6-3944 0 0</inkml:trace>
</inkml:ink>
</file>

<file path=ppt/ink/ink1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47:17.5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 10594 0 0,'1'-1'165'0'0,"1"1"1"0"0,-1-1-1 0 0,0 1 0 0 0,0-1 0 0 0,1 1 1 0 0,-1-1-1 0 0,0 1 0 0 0,0 0 0 0 0,1 0 0 0 0,-1-1 1 0 0,1 1-1 0 0,-1 0 0 0 0,0 0 0 0 0,1 0 1 0 0,-1 1-1 0 0,0-1 0 0 0,1 0 0 0 0,-1 0 0 0 0,0 1 1 0 0,0-1-1 0 0,1 1 0 0 0,-1-1 0 0 0,0 1 0 0 0,0 0 1 0 0,1-1-1 0 0,-1 1 0 0 0,0 0 0 0 0,0 0 1 0 0,0 0-1 0 0,0 0 0 0 0,0 0 0 0 0,0 0 0 0 0,-1 0 1 0 0,1 0-1 0 0,0 0 0 0 0,0 0 0 0 0,-1 0 0 0 0,1 1 1 0 0,-1-1-1 0 0,1 0 0 0 0,-1 0 0 0 0,1 1 1 0 0,-1-1-1 0 0,0 2 0 0 0,4 9 640 0 0,-1 1 0 0 0,-1 0-1 0 0,2 24 1 0 0,-3-18-803 0 0,4 27 265 0 0,-3-22-321 0 0,0 0 1 0 0,2 0 0 0 0,1 0-1 0 0,14 42 1 0 0,-14-57-345 0 0</inkml:trace>
</inkml:ink>
</file>

<file path=ppt/ink/ink1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47:18.0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16 111 10138 0 0,'-1'-2'254'0'0,"-1"1"1"0"0,1-1-1 0 0,0 1 0 0 0,-1-1 0 0 0,1 0 1 0 0,0 0-1 0 0,0 0 0 0 0,0 0 0 0 0,0 0 1 0 0,0 0-1 0 0,0 0 0 0 0,1 0 0 0 0,-1 0 1 0 0,1 0-1 0 0,0-1 0 0 0,-1 1 0 0 0,1 0 1 0 0,0 0-1 0 0,0-4 0 0 0,1 3-61 0 0,0 1-1 0 0,0-1 1 0 0,1 1 0 0 0,-1 0-1 0 0,0-1 1 0 0,1 1 0 0 0,0 0-1 0 0,-1 0 1 0 0,1 0 0 0 0,0 0 0 0 0,0 0-1 0 0,0 0 1 0 0,0 0 0 0 0,0 1-1 0 0,1-1 1 0 0,2-1 0 0 0,4-2-550 0 0,1 0 0 0 0,0 0 0 0 0,0 1 0 0 0,17-5 0 0 0,-16 6-962 0 0</inkml:trace>
</inkml:ink>
</file>

<file path=ppt/ink/ink1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47:18.4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0 138 10594 0 0,'12'-10'596'0'0,"1"0"0"0"0,0 2 0 0 0,1-1-1 0 0,0 2 1 0 0,0 0 0 0 0,19-6 0 0 0,4-4 610 0 0,-1 2-372 0 0,11-4-1876 0 0,-22 3-4595 0 0,-20 9 1984 0 0</inkml:trace>
</inkml:ink>
</file>

<file path=ppt/ink/ink1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47:18.9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9674 0 0,'3'7'4987'0'0,"0"14"-3499"0"0,0-5-713 0 0,7 33 785 0 0,5 27-404 0 0,3-1 0 0 0,40 108 1 0 0,-52-169-1257 0 0,17 36 98 0 0,-21-47-100 0 0,0 1 1 0 0,0-1-1 0 0,0 0 1 0 0,1 0 0 0 0,-1 0-1 0 0,1 0 1 0 0,0 0-1 0 0,-1 0 1 0 0,1-1 0 0 0,1 0-1 0 0,3 3 1 0 0,-3-3-897 0 0</inkml:trace>
</inkml:ink>
</file>

<file path=ppt/ink/ink1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47:19.3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1 119 2304 0 0,'65'-43'1086'0'0,"-38"27"1542"0"0,2 2 1 0 0,0 1 0 0 0,59-18-1 0 0,-87 31-2495 0 0,0 0-1 0 0,0-1 1 0 0,0 1 0 0 0,0 0-1 0 0,0-1 1 0 0,0 1-1 0 0,0 0 1 0 0,0 0 0 0 0,0 0-1 0 0,0 0 1 0 0,0 0-1 0 0,0 0 1 0 0,0 0 0 0 0,0 1-1 0 0,0-1 1 0 0,0 0-1 0 0,0 1 1 0 0,0-1 0 0 0,0 0-1 0 0,0 1 1 0 0,0-1-1 0 0,0 1 1 0 0,0-1 0 0 0,0 1-1 0 0,-1 0 1 0 0,1-1-1 0 0,1 2 1 0 0,-1 0-18 0 0,0 0-1 0 0,-1 0 1 0 0,1-1 0 0 0,0 1-1 0 0,-1 0 1 0 0,1 0 0 0 0,-1 0-1 0 0,0 0 1 0 0,0 0 0 0 0,0 0 0 0 0,0 0-1 0 0,0 0 1 0 0,0 3 0 0 0,-3 9 35 0 0,0 0 0 0 0,0 0 0 0 0,-8 16 0 0 0,10-25-43 0 0,-32 75-45 0 0,-7 21 134 0 0,39-99-192 0 0,0 0-1 0 0,1 0 0 0 0,-1 0 1 0 0,1 0-1 0 0,-1 0 1 0 0,1 0-1 0 0,0 0 0 0 0,0 0 1 0 0,0 0-1 0 0,0 0 0 0 0,0 0 1 0 0,0 0-1 0 0,1 0 0 0 0,-1 0 1 0 0,1 0-1 0 0,-1-1 1 0 0,1 1-1 0 0,0 0 0 0 0,0 0 1 0 0,-1 0-1 0 0,1-1 0 0 0,1 1 1 0 0,0 1-1 0 0,0 0 29 0 0,1-2-1 0 0,-1 1 0 0 0,1 0 1 0 0,0 0-1 0 0,-1-1 1 0 0,1 0-1 0 0,0 1 0 0 0,0-1 1 0 0,0 0-1 0 0,0 0 0 0 0,0-1 1 0 0,0 1-1 0 0,4 0 1 0 0,11 0 251 0 0,0-1 1 0 0,0-1-1 0 0,35-5 1 0 0,-49 5-233 0 0,16-1-480 0 0,54-11 1797 0 0,-40 1-2916 0 0,-5-5-4323 0 0</inkml:trace>
</inkml:ink>
</file>

<file path=ppt/ink/ink1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47:19.7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62 8754 0 0,'12'-8'737'0'0,"0"0"0"0"0,0 1 0 0 0,1 0 0 0 0,0 1 0 0 0,0 1 0 0 0,1 0 0 0 0,22-5 0 0 0,-29 8-354 0 0,0 1 0 0 0,0 0 0 0 0,0 0 1 0 0,0 0-1 0 0,0 1 0 0 0,0 0 0 0 0,1 1 0 0 0,-1 0 1 0 0,0 0-1 0 0,0 0 0 0 0,0 1 0 0 0,0 0 1 0 0,0 0-1 0 0,-1 0 0 0 0,1 1 0 0 0,11 7 1 0 0,-15-7-341 0 0,0-1 0 0 0,0 1 1 0 0,0 0-1 0 0,-1 0 1 0 0,1 0-1 0 0,-1 1 1 0 0,0-1-1 0 0,0 1 1 0 0,0-1-1 0 0,-1 1 0 0 0,1-1 1 0 0,-1 1-1 0 0,0 0 1 0 0,0 0-1 0 0,0 0 1 0 0,0 0-1 0 0,-1 0 1 0 0,1 0-1 0 0,-1 0 1 0 0,0 0-1 0 0,-1 7 0 0 0,-2 10-13 0 0,0 0 0 0 0,-2-1-1 0 0,-7 22 1 0 0,1 1 101 0 0,10-40-115 0 0,0 0-1 0 0,0 0 1 0 0,1 0 0 0 0,0 0-1 0 0,-1 0 1 0 0,1 0-1 0 0,0 0 1 0 0,0 0 0 0 0,1 1-1 0 0,0 2 1 0 0,-1-5-11 0 0,0-1 0 0 0,1 0 0 0 0,-1 1-1 0 0,0-1 1 0 0,0 1 0 0 0,1-1 0 0 0,-1 0 0 0 0,0 1 0 0 0,1-1 0 0 0,-1 0 0 0 0,0 1 0 0 0,1-1-1 0 0,-1 0 1 0 0,1 0 0 0 0,-1 1 0 0 0,0-1 0 0 0,1 0 0 0 0,-1 0 0 0 0,1 0 0 0 0,-1 0 0 0 0,1 0-1 0 0,-1 1 1 0 0,1-1 0 0 0,0 0 0 0 0,19-5 3 0 0,-4-3-219 0 0,0-1 1 0 0,-1 0 0 0 0,0 0-1 0 0,-1-2 1 0 0,21-18 0 0 0,-25 19-1298 0 0,0-1 1 0 0,0 0-1 0 0,15-23 0 0 0,-19 22 1372 0 0</inkml:trace>
</inkml:ink>
</file>

<file path=ppt/ink/ink1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47:20.1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1 126 3681 0 0,'53'-29'4569'0'0,"-15"9"-2233"0"0,-16 6-1155 0 0,34-20 1089 0 0,-19 9-3771 0 0,-31 21-3041 0 0</inkml:trace>
</inkml:ink>
</file>

<file path=ppt/ink/ink1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47:20.4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40 7370 0 0,'0'0'140'0'0,"1"1"0"0"0,-1-1 0 0 0,1 0 1 0 0,-1 1-1 0 0,1-1 0 0 0,-1 1 1 0 0,0-1-1 0 0,1 0 0 0 0,0 1 0 0 0,-1-1 1 0 0,1 0-1 0 0,-1 0 0 0 0,1 0 1 0 0,-1 1-1 0 0,1-1 0 0 0,-1 0 0 0 0,1 0 1 0 0,0 0-1 0 0,-1 0 0 0 0,1 0 1 0 0,-1 0-1 0 0,1 0 0 0 0,0 0 1 0 0,-1 0-1 0 0,1 0 0 0 0,-1 0 0 0 0,1-1 1 0 0,-1 1-1 0 0,2 0 0 0 0,23-2 2733 0 0,25-17-126 0 0,-19 2-8129 0 0,-22 11 295 0 0</inkml:trace>
</inkml:ink>
</file>

<file path=ppt/ink/ink1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48:00.5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61 5529 0 0,'0'-3'558'0'0,"1"0"0"0"0,-1 0-1 0 0,0 0 1 0 0,1 0 0 0 0,-1 1-1 0 0,1-1 1 0 0,0 0 0 0 0,0 0-1 0 0,0 0 1 0 0,1 1 0 0 0,-1-1-1 0 0,0 0 1 0 0,1 1 0 0 0,0 0 0 0 0,0-1-1 0 0,0 1 1 0 0,0 0 0 0 0,3-3-1 0 0,-4 4-296 0 0,0 0 0 0 0,0 0-1 0 0,1 1 1 0 0,-1-1 0 0 0,0 1-1 0 0,0-1 1 0 0,1 1 0 0 0,-1-1-1 0 0,1 1 1 0 0,-1-1 0 0 0,0 1-1 0 0,1 0 1 0 0,-1 0 0 0 0,1 0-1 0 0,-1 0 1 0 0,1 0-1 0 0,-1 0 1 0 0,0 0 0 0 0,1 1-1 0 0,1-1 1 0 0,-1 1-192 0 0,0 0-1 0 0,0 0 1 0 0,0 0 0 0 0,0 0-1 0 0,0 1 1 0 0,0-1 0 0 0,0 1-1 0 0,0-1 1 0 0,-1 1-1 0 0,3 1 1 0 0,-2 1-15 0 0,1-1 0 0 0,-1 1 0 0 0,0 0 0 0 0,0-1 1 0 0,-1 1-1 0 0,1 0 0 0 0,-1 0 0 0 0,1 0 0 0 0,-1 0 0 0 0,-1 1 0 0 0,2 7 0 0 0,-1 54 203 0 0,-2-34-125 0 0,3-8-147 0 0,0 1-1 0 0,1-1 1 0 0,2 0 0 0 0,0 0 0 0 0,2-1 0 0 0,0 1 0 0 0,2-2-1 0 0,0 1 1 0 0,2-1 0 0 0,0 0 0 0 0,1-1 0 0 0,2-1 0 0 0,19 25 0 0 0,-25-37-1023 0 0,2 0-4506 0 0,0-1-1596 0 0</inkml:trace>
</inkml:ink>
</file>

<file path=ppt/ink/ink1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48:01.0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66 25 5065 0 0,'0'-1'275'0'0,"0"0"-1"0"0,0 0 0 0 0,0 0 1 0 0,0 0-1 0 0,0 0 1 0 0,0 0-1 0 0,-1 0 1 0 0,1 0-1 0 0,0 0 1 0 0,-1 0-1 0 0,1 0 1 0 0,0 0-1 0 0,-1 1 0 0 0,1-1 1 0 0,-1 0-1 0 0,1 0 1 0 0,-1 0-1 0 0,0 1 1 0 0,1-1-1 0 0,-1 0 1 0 0,0 1-1 0 0,1-1 1 0 0,-1 0-1 0 0,0 1 0 0 0,0-1 1 0 0,0 1-1 0 0,0-1 1 0 0,1 1-1 0 0,-1 0 1 0 0,0-1-1 0 0,0 1 1 0 0,0 0-1 0 0,0-1 1 0 0,0 1-1 0 0,0 0 0 0 0,0 0 1 0 0,0 0-1 0 0,0 0 1 0 0,0 0-1 0 0,0 0 1 0 0,0 0-1 0 0,-1 1 1 0 0,0-1-89 0 0,0 0 0 0 0,0 1 0 0 0,0-1 0 0 0,0 1 1 0 0,0 0-1 0 0,0 0 0 0 0,1-1 0 0 0,-1 1 0 0 0,0 0 1 0 0,1 0-1 0 0,-1 1 0 0 0,0-1 0 0 0,1 0 0 0 0,0 0 1 0 0,-1 1-1 0 0,1-1 0 0 0,0 1 0 0 0,-1-1 1 0 0,1 1-1 0 0,0 0 0 0 0,-1 1 0 0 0,1 5-40 0 0,1 0 0 0 0,-1-1 0 0 0,1 1-1 0 0,1 0 1 0 0,-1 0 0 0 0,2-1 0 0 0,-1 1 0 0 0,1 0 0 0 0,0-1-1 0 0,5 14 1 0 0,1 5-28 0 0,26 165 200 0 0,-15-69-468 0 0,-18-120 55 0 0,-1 0-1 0 0,1 0 1 0 0,-1 0 0 0 0,1 0 0 0 0,0 0 0 0 0,0 0-1 0 0,0 0 1 0 0,0 0 0 0 0,2 3 0 0 0,2-1-810 0 0</inkml:trace>
</inkml:ink>
</file>

<file path=ppt/ink/ink1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48:01.3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148 1 456 0 0,'-3'0'634'0'0,"1"1"0"0"0,-1 0 0 0 0,0 0 0 0 0,1 0 1 0 0,-1 0-1 0 0,1 0 0 0 0,-1 0 0 0 0,1 1 0 0 0,0-1 0 0 0,-1 1 0 0 0,1 0 0 0 0,0-1 0 0 0,-2 4 0 0 0,-28 29 3577 0 0,28-29-3643 0 0,-9 10 355 0 0,5-8-395 0 0,1 0 0 0 0,0 1 0 0 0,1 0 1 0 0,0 1-1 0 0,0-1 0 0 0,1 1 0 0 0,0 0 0 0 0,-7 20 0 0 0,12-29-482 0 0,0 1 0 0 0,1 0-1 0 0,-1-1 1 0 0,0 1 0 0 0,1 0-1 0 0,-1-1 1 0 0,1 1 0 0 0,-1-1-1 0 0,0 1 1 0 0,1 0 0 0 0,0-1-1 0 0,-1 1 1 0 0,1-1 0 0 0,-1 1-1 0 0,1-1 1 0 0,-1 0 0 0 0,1 1-1 0 0,0-1 1 0 0,-1 0 0 0 0,1 1-1 0 0,0-1 1 0 0,0 0 0 0 0,-1 0-1 0 0,1 0 1 0 0,0 1 0 0 0,0-1-1 0 0,-1 0 1 0 0,1 0 0 0 0,0 0-1 0 0,0 0 1 0 0,-1 0 0 0 0,2-1-1 0 0,31 3 194 0 0,-30-3-152 0 0,62-1 391 0 0,-43 0-679 0 0,1 1-1 0 0,-1 1 1 0 0,0 1 0 0 0,29 5-1 0 0,-40-4-7359 0 0</inkml:trace>
</inkml:ink>
</file>

<file path=ppt/ink/ink1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48:01.9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5065 0 0,'4'9'7402'0'0,"7"17"-3648"0"0,29 74-860 0 0,-24-43-2083 0 0,-2 1 0 0 0,9 106 0 0 0,-9-56-714 0 0,0-40-894 0 0,-8-45 9 0 0</inkml:trace>
</inkml:ink>
</file>

<file path=ppt/ink/ink1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48:02.2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 9674 0 0,'0'0'63'0'0,"0"0"0"0"0,0 0 0 0 0,0 0 0 0 0,0 0 0 0 0,0 0 0 0 0,1 0 0 0 0,-1-1 0 0 0,0 1 0 0 0,0 0 0 0 0,0 0 0 0 0,1 0 0 0 0,-1 0 0 0 0,0 0 0 0 0,0 0 0 0 0,0 0-1 0 0,1 0 1 0 0,-1 0 0 0 0,0 0 0 0 0,0 0 0 0 0,0 0 0 0 0,1 0 0 0 0,-1 0 0 0 0,0 0 0 0 0,0 0 0 0 0,0 0 0 0 0,1 0 0 0 0,-1 0 0 0 0,0 0 0 0 0,0 0 0 0 0,0 0 0 0 0,1 1 0 0 0,-1-1 0 0 0,0 0 0 0 0,0 0 0 0 0,0 0 0 0 0,0 0 0 0 0,1 0 0 0 0,-1 0 0 0 0,0 1 0 0 0,0-1 0 0 0,0 0 0 0 0,7 12 2033 0 0,0 14 99 0 0,94 393 3896 0 0,-100-417-6096 0 0,2 7-779 0 0,0 0 0 0 0,0 1 0 0 0,-2-1 0 0 0,1 0 0 0 0,-1 1 0 0 0,0-1 0 0 0,-1 17 0 0 0,-1-18-6278 0 0</inkml:trace>
</inkml:ink>
</file>

<file path=ppt/ink/ink1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48:02.6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136 5 5985 0 0,'11'-5'1490'0'0,"-11"5"-1340"0"0,0 0-1 0 0,1 1 1 0 0,-1-1 0 0 0,0 0-1 0 0,1 0 1 0 0,-1 0 0 0 0,0 0 0 0 0,0 0-1 0 0,0 0 1 0 0,1 0 0 0 0,-1 0-1 0 0,0 1 1 0 0,0-1 0 0 0,1 0 0 0 0,-1 0-1 0 0,0 0 1 0 0,0 0 0 0 0,0 1-1 0 0,0-1 1 0 0,1 0 0 0 0,-1 0-1 0 0,0 1 1 0 0,0-1 0 0 0,0 0 0 0 0,0 0-1 0 0,0 0 1 0 0,0 1 0 0 0,0-1-1 0 0,0 0 1 0 0,1 0 0 0 0,-1 1 0 0 0,0-1-1 0 0,0 0 1 0 0,0 1 0 0 0,0-1-1 0 0,0 0 1 0 0,0 0 0 0 0,-1 2 1369 0 0,-9 19 1102 0 0,0-5-1951 0 0,-1 0 0 0 0,0 0 0 0 0,-22 23 1 0 0,21-26-635 0 0,1 0-1 0 0,1 0 1 0 0,0 1 0 0 0,-12 23 0 0 0,20-35-21 0 0,1 1 0 0 0,-1-1 0 0 0,1 1 0 0 0,0-1 0 0 0,0 1 1 0 0,0 0-1 0 0,0-1 0 0 0,1 1 0 0 0,-1 0 0 0 0,1 0 0 0 0,0-1 0 0 0,-1 1 0 0 0,1 0 0 0 0,1 0 0 0 0,-1 0 0 0 0,0-1 0 0 0,1 1 0 0 0,-1 0 0 0 0,1 0 0 0 0,0-1 0 0 0,0 1 0 0 0,0 0 0 0 0,0-1 0 0 0,0 1 0 0 0,1-1 0 0 0,-1 1 0 0 0,1-1 0 0 0,-1 0 0 0 0,1 0 0 0 0,0 0 0 0 0,0 0 0 0 0,0 0 0 0 0,0 0 0 0 0,0 0 1 0 0,1 0-1 0 0,-1-1 0 0 0,0 1 0 0 0,1-1 0 0 0,3 2 0 0 0,6 1 146 0 0,-1 0 1 0 0,1 0-1 0 0,0-1 1 0 0,0-1-1 0 0,1 0 1 0 0,-1-1 0 0 0,21 0-1 0 0,73-6-1341 0 0,-93 5-6295 0 0</inkml:trace>
</inkml:ink>
</file>

<file path=ppt/ink/ink1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2:34.8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9 205 4145 0 0,'-1'0'105'0'0,"1"-1"-1"0"0,-1 1 1 0 0,1-1-1 0 0,-1 1 1 0 0,0-1 0 0 0,1 0-1 0 0,-1 1 1 0 0,1-1 0 0 0,-1 1-1 0 0,1-1 1 0 0,0 0-1 0 0,-1 0 1 0 0,1 1 0 0 0,0-1-1 0 0,-1 0 1 0 0,1 1 0 0 0,0-1-1 0 0,0 0 1 0 0,0 0-1 0 0,0 0 1 0 0,0 1 0 0 0,0-1-1 0 0,0 0 1 0 0,0 0 0 0 0,0 0-1 0 0,0 1 1 0 0,0-1-1 0 0,0 0 1 0 0,0 0 0 0 0,1 0-1 0 0,0-1-12 0 0,0 1 0 0 0,0 0 0 0 0,1 0 0 0 0,-1-1 0 0 0,1 1 0 0 0,-1 0 0 0 0,0 1 0 0 0,1-1 0 0 0,-1 0 0 0 0,1 0 0 0 0,0 0 0 0 0,-1 1 0 0 0,3-1 0 0 0,11-3-45 0 0,-1 1 1 0 0,25-1 0 0 0,-30 3 71 0 0,367-35 465 0 0,150-7 439 0 0,468-16 1664 0 0,-579 41-2268 0 0,926 17 821 0 0,-574 10-482 0 0,-538-10-484 0 0,-222 1-374 0 0,52-1-1688 0 0,-21-3-2145 0 0,-28 1 96 0 0</inkml:trace>
</inkml:ink>
</file>

<file path=ppt/ink/ink1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2:35.7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4572 0 200 0 0,'-2'1'96'0'0,"0"0"0"0"0,1 0 0 0 0,-1 0 0 0 0,0 0 0 0 0,0 0 0 0 0,0 1 0 0 0,1-1 0 0 0,-1 1 0 0 0,1-1 0 0 0,-1 1 0 0 0,1-1 0 0 0,-1 1 0 0 0,1 0 0 0 0,0 0 0 0 0,0 0 0 0 0,0-1 0 0 0,0 1 1 0 0,0 0-1 0 0,0 0 0 0 0,1 0 0 0 0,-1 1 0 0 0,1-1 0 0 0,-1 0 0 0 0,1 0 0 0 0,0 0 0 0 0,0 0 0 0 0,0 0 0 0 0,0 5 0 0 0,2 5 786 0 0,0 0 0 0 0,1 1 0 0 0,0-1 0 0 0,5 13 0 0 0,2 6 75 0 0,38 205 3670 0 0,-11 123-3576 0 0,-29-10 134 0 0,1 15 460 0 0,33 67-891 0 0,-26-295-746 0 0,42 316 1734 0 0,-40-353-1314 0 0,41 135 0 0 0,-58-233-428 0 0,-1-1 0 0 0,1 1 0 0 0,-1 0 0 0 0,0 0 0 0 0,1 0 0 0 0,-1 0 0 0 0,0 0 0 0 0,0 0 0 0 0,0 0 0 0 0,0 0 0 0 0,0 0 0 0 0,0 0 0 0 0,0 0 0 0 0,0 0 0 0 0,0 0 0 0 0,-1 0 0 0 0,1 0 0 0 0,0 0 0 0 0,-1 0 0 0 0,1 0 0 0 0,0 0 0 0 0,-1 0 0 0 0,1 0 0 0 0,-1 0 0 0 0,0 0 0 0 0,1-1 0 0 0,-1 1 0 0 0,0 0 0 0 0,1 0 0 0 0,-1-1 0 0 0,-1 2 0 0 0,-1-1 0 0 0,-1 1 0 0 0,0-1 0 0 0,1 1 0 0 0,-1-1 0 0 0,0-1 0 0 0,-8 2 0 0 0,-4 1 0 0 0,-91 14-406 0 0,-172 4 0 0 0,149-13 215 0 0,-1045 116 474 0 0,611-47-274 0 0,386-54 97 0 0,-52 9 46 0 0,-220 26-256 0 0,-743 73 3016 0 0,954-112-2514 0 0,202-19-1270 0 0,-1-2 0 0 0,0-1 0 0 0,0-2 0 0 0,-47-12 0 0 0,60 9-241 0 0</inkml:trace>
</inkml:ink>
</file>

<file path=ppt/ink/ink1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2:36.3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1 129 4609 0 0,'1'-9'319'0'0,"15"-57"-579"0"0,-15 62 387 0 0,1 0 1 0 0,0 0-1 0 0,-1 0 0 0 0,1 0 1 0 0,1 1-1 0 0,-1-1 0 0 0,0 1 1 0 0,1-1-1 0 0,0 1 0 0 0,0 0 1 0 0,0 0-1 0 0,0 0 0 0 0,6-4 1 0 0,-9 7-85 0 0,1 0 0 0 0,0 0 0 0 0,-1 0 0 0 0,1 0 0 0 0,0-1 1 0 0,0 1-1 0 0,-1 0 0 0 0,1 0 0 0 0,0 0 0 0 0,-1 0 0 0 0,1 1 0 0 0,0-1 0 0 0,-1 0 1 0 0,1 0-1 0 0,0 0 0 0 0,-1 0 0 0 0,1 1 0 0 0,-1-1 0 0 0,1 0 0 0 0,0 1 0 0 0,-1-1 1 0 0,1 0-1 0 0,-1 1 0 0 0,1-1 0 0 0,-1 1 0 0 0,1-1 0 0 0,-1 1 0 0 0,1-1 1 0 0,-1 1-1 0 0,1-1 0 0 0,-1 1 0 0 0,0 0 0 0 0,1-1 0 0 0,-1 1 0 0 0,0-1 0 0 0,0 1 1 0 0,1 0-1 0 0,-1-1 0 0 0,0 1 0 0 0,0 0 0 0 0,0 1 0 0 0,9 34 500 0 0,-8-31-354 0 0,11 49 540 0 0,38 242 686 0 0,-32 218 1743 0 0,16 141-2163 0 0,70-9-659 0 0,-59-429 1397 0 0,31 407-1 0 0,-72-360 635 0 0,-9-151-4919 0 0,3-96-4296 0 0</inkml:trace>
</inkml:ink>
</file>

<file path=ppt/ink/ink1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2:37.2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54 6449 0 0,'0'-12'654'0'0,"0"9"-530"0"0,0 0-1 0 0,0 1 1 0 0,0-1 0 0 0,1 1 0 0 0,-1-1-1 0 0,1 0 1 0 0,-1 1 0 0 0,1-1 0 0 0,0 1-1 0 0,0-1 1 0 0,0 1 0 0 0,0-1 0 0 0,0 1-1 0 0,3-4 1 0 0,8 39 1847 0 0,-4 0-1421 0 0,-1-1 0 0 0,-2 1 0 0 0,-1 0-1 0 0,-2 54 1 0 0,1-5-283 0 0,159 1499 2632 0 0,-161-1571-2966 0 0,50 405 2416 0 0,-45-206-2640 0 0,-9-144-2635 0 0,-13 76 0 0 0,11-115-2672 0 0</inkml:trace>
</inkml:ink>
</file>

<file path=ppt/ink/ink1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2:37.9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78 69 6913 0 0,'-14'-10'-1161'0'0,"1"0"-1"0"0,0-1 1 0 0,0 0-1 0 0,-12-15 1 0 0,41 30 1203 0 0,10 8 738 0 0,-13-6-381 0 0,1 0 0 0 0,0-1-1 0 0,0-1 1 0 0,0 0-1 0 0,0-1 1 0 0,1 0-1 0 0,15 0 1 0 0,108-1 1334 0 0,-80-3-1044 0 0,597 35 3679 0 0,-129-3-3538 0 0,970-2 1247 0 0,-977-35-1437 0 0,-22-1 44 0 0,-1 27 502 0 0,34 49-1042 0 0,-515-67-155 0 0,-7-1-304 0 0,-1 0-1 0 0,0 1 1 0 0,0 0 0 0 0,0 0-1 0 0,0 0 1 0 0,7 4 0 0 0,-9-2-5213 0 0</inkml:trace>
</inkml:ink>
</file>

<file path=ppt/ink/ink1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2:38.4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8290 0 0,'7'6'4175'0'0,"-2"2"-4161"0"0,0 0 0 0 0,0 0 0 0 0,-1 0 1 0 0,6 17-1 0 0,-6 4 409 0 0,-2 0 1 0 0,-1 0-1 0 0,-1 0 0 0 0,-1 1 1 0 0,-9 41-1 0 0,3-7-72 0 0,4 24 139 0 0,4 1 0 0 0,23 172 1 0 0,-11-158 131 0 0,0 169 1 0 0,-29-82-457 0 0,9-128-165 0 0,2 1 1 0 0,2-1 0 0 0,11 108 0 0 0,45 100-307 0 0,-5-44-230 0 0,-37-161 539 0 0,26 194 566 0 0,-33-210-504 0 0,-2 1 1 0 0,-2 0-1 0 0,-8 61 1 0 0,6-91-139 0 0,2-14-148 0 0,-1 1 0 0 0,1-1-1 0 0,-1 1 1 0 0,0-1 0 0 0,-1 1 0 0 0,1-1-1 0 0,-1 0 1 0 0,-1 0 0 0 0,1 0-1 0 0,-1 0 1 0 0,-6 10 0 0 0,3-12-723 0 0,-1-1-8 0 0</inkml:trace>
</inkml:ink>
</file>

<file path=ppt/ink/ink1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2:39.3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5112 173 13363 0 0,'2'-1'663'0'0,"-2"0"-821"0"0,0 1 0 0 0,0-1 0 0 0,-1 1 1 0 0,1 0-1 0 0,0-1 0 0 0,0 1 1 0 0,0 0-1 0 0,0-1 0 0 0,0 1 0 0 0,0 0 1 0 0,0-1-1 0 0,-1 1 0 0 0,1 0 0 0 0,0 0 1 0 0,0-1-1 0 0,0 1 0 0 0,-1 0 0 0 0,1-1 1 0 0,0 1-1 0 0,-1 0 0 0 0,1 0 0 0 0,0 0 1 0 0,0-1-1 0 0,-1 1 0 0 0,1 0 1 0 0,0 0-1 0 0,-1 0 0 0 0,0-1 0 0 0,-10-3-164 0 0,-1 0-1 0 0,1 1 1 0 0,-1 0 0 0 0,0 1-1 0 0,0 1 1 0 0,-20-1-1 0 0,-84 5-748 0 0,48 0 1080 0 0,-363-16 3960 0 0,176 0-2740 0 0,-54 6-322 0 0,-453-22-515 0 0,214-10 702 0 0,-272 29-871 0 0,684 12-255 0 0,-66 6 80 0 0,-25 0-47 0 0,92 1 1076 0 0,82-4 69 0 0,-55-2 0 0 0,95-5-1008 0 0,-1 0 1 0 0,1-1-1 0 0,-1 0 1 0 0,1-1-1 0 0,-16-6 1 0 0,18 5-82 0 0,0 1 0 0 0,0 0 0 0 0,-1 1 0 0 0,0 0 0 0 0,1 1 1 0 0,-1 1-1 0 0,-17-1 0 0 0,1 3-108 0 0,0 0 0 0 0,0-2-1 0 0,0-1 1 0 0,-37-7 0 0 0,42 5 270 0 0,-1 2 1 0 0,0 1-1 0 0,-37 2 0 0 0,-25-1-1372 0 0,-147-10 1538 0 0,232 10-942 0 0</inkml:trace>
</inkml:ink>
</file>

<file path=ppt/ink/ink1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3:45.8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155 146 4145 0 0,'-6'-26'2104'0'0,"-4"-35"-1"0"0,1 2 2492 0 0,8 82 1056 0 0,-10 28-4461 0 0,3-14-634 0 0,-85 680 1321 0 0,85-577-1406 0 0,5-76-1758 0 0,-1-1-4493 0 0,2-33-947 0 0</inkml:trace>
</inkml:ink>
</file>

<file path=ppt/ink/ink1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3:46.9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63 16 5529 0 0,'-27'-5'1913'0'0,"25"4"-1785"0"0,0 0-1 0 0,0 1 1 0 0,0-1-1 0 0,0 1 1 0 0,-1 0-1 0 0,1-1 1 0 0,0 1-1 0 0,0 0 1 0 0,0 0-1 0 0,0 0 1 0 0,-1 1-1 0 0,1-1 1 0 0,0 0-1 0 0,0 1 1 0 0,-2 2 2462 0 0,4-3-2487 0 0,0 0-1 0 0,0 0 1 0 0,0 0 0 0 0,0 0-1 0 0,0 0 1 0 0,0 1-1 0 0,0-1 1 0 0,0 0 0 0 0,0 0-1 0 0,0 0 1 0 0,0 0 0 0 0,0 0-1 0 0,0 0 1 0 0,0 0 0 0 0,0 0-1 0 0,0 0 1 0 0,0 1-1 0 0,0-1 1 0 0,0 0 0 0 0,0 0-1 0 0,24 0 2220 0 0,51-4-1342 0 0,-31 2-434 0 0,448 4 646 0 0,-469-1-1564 0 0,129 7 1271 0 0,-75-11-1948 0 0,-4-9-3891 0 0,-60 8-944 0 0</inkml:trace>
</inkml:ink>
</file>

<file path=ppt/ink/ink1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3:47.4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98 5529 0 0,'-1'-1'61'0'0,"1"1"-1"0"0,0-1 1 0 0,0 0 0 0 0,0 1-1 0 0,0-1 1 0 0,0 0-1 0 0,0 0 1 0 0,0 1-1 0 0,0-1 1 0 0,1 0 0 0 0,-1 1-1 0 0,0-1 1 0 0,0 0-1 0 0,1 0 1 0 0,-1 1 0 0 0,0-1-1 0 0,1 1 1 0 0,-1-1-1 0 0,1 0 1 0 0,-1 1 0 0 0,0-1-1 0 0,1 1 1 0 0,0-1-1 0 0,-1 1 1 0 0,1-1 0 0 0,-1 1-1 0 0,1-1 1 0 0,-1 1-1 0 0,1 0 1 0 0,0-1-1 0 0,21-14 672 0 0,-4 9-50 0 0,0 1-1 0 0,0 0 1 0 0,0 2 0 0 0,1 0-1 0 0,25 0 1 0 0,-18 1-1342 0 0,-1-1 0 0 0,26-6 0 0 0,-45 7 336 0 0,-1 1-129 0 0,0 0 0 0 0,0-1 0 0 0,0 1 1 0 0,0-1-1 0 0,-1 0 0 0 0,1-1 0 0 0,5-3 1 0 0,-4 1 414 0 0</inkml:trace>
</inkml:ink>
</file>

<file path=ppt/ink/ink1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3:47.8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 7370 0 0,'1'-1'61'0'0,"0"1"0"0"0,-1-1 0 0 0,1 1 0 0 0,0-1 1 0 0,0 1-1 0 0,-1-1 0 0 0,1 1 0 0 0,0-1 0 0 0,0 1 1 0 0,-1 0-1 0 0,1 0 0 0 0,0-1 0 0 0,0 1 1 0 0,0 0-1 0 0,0 0 0 0 0,0 0 0 0 0,-1 0 0 0 0,1 0 1 0 0,0 0-1 0 0,0 0 0 0 0,0 0 0 0 0,0 0 0 0 0,0 0 1 0 0,1 1-1 0 0,23 3 890 0 0,-22-3-847 0 0,-1 1 0 0 0,0-1-1 0 0,0 1 1 0 0,0 0 0 0 0,0 0 0 0 0,0 0-1 0 0,-1 0 1 0 0,1 0 0 0 0,0 0-1 0 0,-1 0 1 0 0,1 0 0 0 0,-1 1-1 0 0,0-1 1 0 0,0 0 0 0 0,0 1-1 0 0,0-1 1 0 0,0 1 0 0 0,-1 0-1 0 0,1-1 1 0 0,-1 1 0 0 0,1 2-1 0 0,2 63 1420 0 0,-3-59-1207 0 0,-11 206 3783 0 0,0 42-1678 0 0,21-105-1485 0 0,0 65-761 0 0,-14-103-2394 0 0,3-89 1064 0 0</inkml:trace>
</inkml:ink>
</file>

<file path=ppt/ink/ink1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3:48.4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93 81 1840 0 0,'-21'5'137'0'0,"15"-4"150"0"0,0 1 1 0 0,1-1-1 0 0,-1 0 0 0 0,0 0 0 0 0,0 0 0 0 0,0-1 0 0 0,0 0 1 0 0,0 0-1 0 0,-10-2 0 0 0,16 2-266 0 0,-1 0 1 0 0,1 0-1 0 0,0 0 0 0 0,0 0 1 0 0,0 0-1 0 0,0 0 0 0 0,0 0 1 0 0,0 0-1 0 0,0 0 0 0 0,0 0 1 0 0,0 0-1 0 0,-1 0 0 0 0,1 0 1 0 0,0-1-1 0 0,0 1 0 0 0,0 0 1 0 0,0 0-1 0 0,0 0 0 0 0,0 0 1 0 0,0 0-1 0 0,0 0 0 0 0,0 0 0 0 0,0 0 1 0 0,0 0-1 0 0,0 0 0 0 0,0 0 1 0 0,-1-1-1 0 0,1 1 0 0 0,0 0 1 0 0,0 0-1 0 0,0 0 0 0 0,0 0 1 0 0,0 0-1 0 0,0 0 0 0 0,0 0 1 0 0,0 0-1 0 0,0 0 0 0 0,0-1 1 0 0,0 1-1 0 0,0 0 0 0 0,0 0 1 0 0,0 0-1 0 0,0 0 0 0 0,0 0 1 0 0,0 0-1 0 0,0 0 0 0 0,1 0 1 0 0,-1 0-1 0 0,0-1 0 0 0,0 1 1 0 0,0 0-1 0 0,0 0 0 0 0,0 0 1 0 0,0 0-1 0 0,0 0 0 0 0,0 0 0 0 0,0 0 1 0 0,0 0-1 0 0,0 0 0 0 0,0 0 1 0 0,0 0-1 0 0,1 0 0 0 0,-1-1 1 0 0,10-3 1161 0 0,13-2 339 0 0,247-15 2289 0 0,-90 10-3099 0 0,213-2 474 0 0,-204 10-1015 0 0,439 6 149 0 0,-351 1-4 0 0,-228-3-260 0 0,83 1 593 0 0,253-28-1 0 0,-276 16-1938 0 0,-86 9-4270 0 0</inkml:trace>
</inkml:ink>
</file>

<file path=ppt/ink/ink1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3:49.0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 66 8754 0 0,'-1'-5'277'0'0,"0"-1"1"0"0,1 1-1 0 0,0-1 1 0 0,0 1-1 0 0,2-9 0 0 0,0-11 1428 0 0,1 33 6 0 0,3 12-510 0 0,-6 27-118 0 0,-10 68 0 0 0,-2 32-216 0 0,13-116-791 0 0,0 0 0 0 0,8 38 0 0 0,-7-55-400 0 0</inkml:trace>
</inkml:ink>
</file>

<file path=ppt/ink/ink1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3:49.7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88 1 2304 0 0,'-8'0'956'0'0,"0"1"0"0"0,0 0-1 0 0,0 1 1 0 0,0 0-1 0 0,0 0 1 0 0,-9 4 0 0 0,-5 8-1768 0 0,27-16 1353 0 0,0 0 1 0 0,0 1 0 0 0,1-1-1 0 0,-1 1 1 0 0,11 0 0 0 0,-13 1-572 0 0,16-5 304 0 0,0 2 0 0 0,0 0-1 0 0,-1 2 1 0 0,2 0-1 0 0,-1 1 1 0 0,0 0-1 0 0,0 2 1 0 0,33 7-1 0 0,-51-9-275 0 0,0 0 1 0 0,0 0-1 0 0,0 0 0 0 0,0 0 0 0 0,0 1 0 0 0,0-1 0 0 0,0 0 1 0 0,-1 1-1 0 0,1-1 0 0 0,0 1 0 0 0,0-1 0 0 0,0 1 0 0 0,-1-1 0 0 0,1 1 1 0 0,0-1-1 0 0,0 1 0 0 0,-1 0 0 0 0,1-1 0 0 0,-1 1 0 0 0,1 0 1 0 0,-1 0-1 0 0,1-1 0 0 0,-1 1 0 0 0,1 0 0 0 0,-1 0 0 0 0,1 0 0 0 0,-1 0 1 0 0,0 0-1 0 0,0 0 0 0 0,0 0 0 0 0,1 1 0 0 0,-2 0-36 0 0,1 1-1 0 0,-1-1 1 0 0,0 0 0 0 0,0 0-1 0 0,0 0 1 0 0,0 0-1 0 0,0 0 1 0 0,-1 0-1 0 0,1 0 1 0 0,-1 0 0 0 0,1-1-1 0 0,-3 4 1 0 0,-8 5-394 0 0,1-1 0 0 0,-26 16 1 0 0,13-10 237 0 0,-33 20 1461 0 0,53-32-1114 0 0,-1 0 0 0 0,1 1 0 0 0,-1 0-1 0 0,1 0 1 0 0,0 0 0 0 0,1 0 0 0 0,-1 1-1 0 0,-4 7 1 0 0,8-11-152 0 0,-1-1-1 0 0,1 0 1 0 0,0 1 0 0 0,0-1-1 0 0,0 0 1 0 0,-1 1 0 0 0,1-1-1 0 0,0 0 1 0 0,0 1 0 0 0,0-1-1 0 0,0 1 1 0 0,0-1 0 0 0,0 0-1 0 0,0 1 1 0 0,0-1-1 0 0,0 1 1 0 0,0-1 0 0 0,0 0-1 0 0,0 1 1 0 0,0-1 0 0 0,0 1-1 0 0,0-1 1 0 0,0 0 0 0 0,0 1-1 0 0,1-1 1 0 0,-1 1 0 0 0,0-1-1 0 0,0 0 1 0 0,0 1 0 0 0,1-1-1 0 0,-1 0 1 0 0,0 1-1 0 0,0-1 1 0 0,1 0 0 0 0,-1 0-1 0 0,0 1 1 0 0,1-1 0 0 0,-1 0-1 0 0,1 1 1 0 0,20 1 221 0 0,22-9 30 0 0,-22 1-232 0 0,35-8 46 0 0,-52 13-62 0 0,1 1-1 0 0,-1-1 0 0 0,0 1 1 0 0,0 0-1 0 0,0 0 1 0 0,0 0-1 0 0,0 1 1 0 0,0-1-1 0 0,0 1 1 0 0,7 2-1 0 0,-10-3-4 0 0,-1 0-1 0 0,1 0 1 0 0,-1 1 0 0 0,0-1-1 0 0,1 0 1 0 0,-1 0-1 0 0,0 0 1 0 0,1 1 0 0 0,-1-1-1 0 0,0 0 1 0 0,0 0-1 0 0,1 1 1 0 0,-1-1 0 0 0,0 0-1 0 0,0 1 1 0 0,1-1 0 0 0,-1 0-1 0 0,0 1 1 0 0,0-1-1 0 0,0 0 1 0 0,1 1 0 0 0,-1-1-1 0 0,0 1 1 0 0,0-1-1 0 0,0 0 1 0 0,0 1 0 0 0,0-1-1 0 0,0 1 1 0 0,0-1-1 0 0,0 0 1 0 0,0 1 0 0 0,0-1-1 0 0,0 1 1 0 0,0-1-1 0 0,0 0 1 0 0,-1 1 0 0 0,-11 16-119 0 0,-20 8-118 0 0,3-8 61 0 0,13-8 622 0 0,-30 22-1 0 0,43-28-280 0 0,0-1 1 0 0,0 1-1 0 0,0 0 0 0 0,0 0 0 0 0,0 0 0 0 0,1 0 1 0 0,-1 0-1 0 0,1 1 0 0 0,0-1 0 0 0,0 1 0 0 0,1-1 1 0 0,-1 1-1 0 0,0 0 0 0 0,-1 6 0 0 0,3-8-188 0 0,0 0 1 0 0,0-1-1 0 0,-1 1 0 0 0,1-1 0 0 0,0 1 1 0 0,0 0-1 0 0,1-1 0 0 0,-1 1 0 0 0,0 0 1 0 0,0-1-1 0 0,1 1 0 0 0,-1-1 0 0 0,1 1 1 0 0,0-1-1 0 0,-1 1 0 0 0,1-1 0 0 0,0 1 0 0 0,0-1 1 0 0,0 0-1 0 0,0 1 0 0 0,0-1 0 0 0,0 0 1 0 0,0 0-1 0 0,0 0 0 0 0,0 0 0 0 0,3 2 1 0 0,1 0-411 0 0,1 0 0 0 0,0-1 0 0 0,0 0 0 0 0,-1 0 0 0 0,12 2 0 0 0,17 7-2407 0 0,-28-7 1428 0 0,-1 0-2448 0 0</inkml:trace>
</inkml:ink>
</file>

<file path=ppt/ink/ink1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3:50.1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15203 0 0,'1'3'299'0'0,"1"0"0"0"0,-1 1-1 0 0,0-1 1 0 0,1 1 0 0 0,-1-1 0 0 0,1 0-1 0 0,0 0 1 0 0,0 0 0 0 0,4 4-1 0 0,-3-3-273 0 0,4 8-243 0 0,0 0 1 0 0,-1 0-1 0 0,-1 0 1 0 0,0 0 0 0 0,-1 1-1 0 0,0 0 1 0 0,-1 0-1 0 0,2 17 1 0 0,-1 14 994 0 0,-1 51 0 0 0,-1-16 1151 0 0,0-46-1282 0 0,21 238 1495 0 0,-22-264-2362 0 0,0 0 0 0 0,-1 0 0 0 0,0-1 0 0 0,-1 15 0 0 0,-7 10-4016 0 0,5-25 1943 0 0</inkml:trace>
</inkml:ink>
</file>

<file path=ppt/ink/ink1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3:50.7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142 1 4145 0 0,'-83'22'6363'0'0,"25"-5"-6769"0"0,107-29 1587 0 0,2 2 1 0 0,-1 3-1 0 0,60-2 0 0 0,-107 9-1223 0 0,-1 0 0 0 0,1 0 0 0 0,0 0-1 0 0,-1 0 1 0 0,1 1 0 0 0,-1-1 0 0 0,1 1 0 0 0,-1-1-1 0 0,1 1 1 0 0,-1 0 0 0 0,1 0 0 0 0,-1 0 0 0 0,0 0-1 0 0,0 1 1 0 0,3 1 0 0 0,-4-2-23 0 0,0 0 0 0 0,-1 0 0 0 0,1 1 0 0 0,-1-1 1 0 0,1 0-1 0 0,-1 0 0 0 0,1 1 0 0 0,-1-1 0 0 0,0 0 0 0 0,0 1 0 0 0,1-1 0 0 0,-1 0 0 0 0,0 0 0 0 0,0 1 0 0 0,-1-1 1 0 0,1 0-1 0 0,0 1 0 0 0,0-1 0 0 0,-1 0 0 0 0,1 1 0 0 0,0-1 0 0 0,-1 0 0 0 0,1 0 0 0 0,-1 0 0 0 0,0 1 0 0 0,1-1 1 0 0,-1 0-1 0 0,0 0 0 0 0,0 0 0 0 0,-1 1 0 0 0,-15 22 1062 0 0,0-1-1 0 0,-37 36 1 0 0,54-58-1011 0 0,-1-1-1 0 0,1 1 1 0 0,-1 0 0 0 0,1 0-1 0 0,0 0 1 0 0,-1-1 0 0 0,1 1-1 0 0,0 0 1 0 0,0 0 0 0 0,-1 0-1 0 0,1 0 1 0 0,0 0 0 0 0,0 0-1 0 0,0 0 1 0 0,0 0 0 0 0,0 0-1 0 0,0 0 1 0 0,1-1 0 0 0,-1 1-1 0 0,0 0 1 0 0,0 0 0 0 0,1 0-1 0 0,-1 0 1 0 0,0 0 0 0 0,1-1 0 0 0,-1 1-1 0 0,1 0 1 0 0,-1 0 0 0 0,1 0-1 0 0,0-1 1 0 0,-1 1 0 0 0,1 0-1 0 0,-1-1 1 0 0,1 1 0 0 0,1 0-1 0 0,-1 0 14 0 0,0 0 0 0 0,0 0 0 0 0,0 0 0 0 0,0-1 0 0 0,-1 1 0 0 0,1 1 0 0 0,0-1 0 0 0,-1 0 0 0 0,1 0 0 0 0,0 0 0 0 0,-1 0 0 0 0,1 0-1 0 0,-1 1 1 0 0,0-1 0 0 0,1 0 0 0 0,-1 0 0 0 0,0 0 0 0 0,0 1 0 0 0,0-1 0 0 0,0 0 0 0 0,0 1 0 0 0,0-1 0 0 0,0 0 0 0 0,0 0 0 0 0,0 1 0 0 0,0-1 0 0 0,-1 0-1 0 0,1 0 1 0 0,-1 1 0 0 0,1-1 0 0 0,-1 0 0 0 0,-1 2 0 0 0,-82 96 2780 0 0,84-99-2751 0 0,-1 0-1 0 0,1 1 1 0 0,0-1-1 0 0,-1 0 1 0 0,1 0-1 0 0,0 1 1 0 0,0-1-1 0 0,-1 0 1 0 0,1 1-1 0 0,0-1 1 0 0,0 0-1 0 0,-1 1 1 0 0,1-1-1 0 0,0 0 1 0 0,0 1-1 0 0,0-1 1 0 0,0 1-1 0 0,-1-1 1 0 0,1 0-1 0 0,0 1 1 0 0,0-1-1 0 0,0 1 1 0 0,0-1-1 0 0,0 0 1 0 0,0 1-1 0 0,0-1 1 0 0,0 1-1 0 0,0-1 1 0 0,1 0-1 0 0,-1 1 1 0 0,0-1-1 0 0,0 1 1 0 0,0-1-1 0 0,1 1 1 0 0,14 2-565 0 0,21-8-3031 0 0,-25 3-1678 0 0</inkml:trace>
</inkml:ink>
</file>

<file path=ppt/ink/ink1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3:51.1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 0 11058 0 0,'-9'7'573'0'0,"-5"8"1573"0"0,14-13-2123 0 0,0 0-1 0 0,-1 0 1 0 0,1 0-1 0 0,1 0 1 0 0,-1 0-1 0 0,0 0 1 0 0,0 0-1 0 0,1 0 1 0 0,-1 0-1 0 0,1-1 1 0 0,1 4-1 0 0,2 12 456 0 0,-1 0 1 0 0,-1 0-1 0 0,0 0 1 0 0,-2 0-1 0 0,-1 30 1 0 0,0 6 503 0 0,1-44-889 0 0,14 259 2389 0 0,-9-227-2107 0 0,1-2 0 0 0,3 1-1 0 0,1-1 1 0 0,24 62 0 0 0,-34-100-405 0 0,6 14 291 0 0,-6-15-311 0 0,0 1 1 0 0,0-1-1 0 0,1 0 1 0 0,-1 0-1 0 0,0 1 1 0 0,0-1-1 0 0,0 0 1 0 0,0 1-1 0 0,0-1 1 0 0,0 0-1 0 0,0 1 1 0 0,0-1-1 0 0,0 0 1 0 0,0 1-1 0 0,0-1 1 0 0,0 0-1 0 0,0 1 1 0 0,0-1-1 0 0,0 0 1 0 0,0 1-1 0 0,0-1 0 0 0,0 0 1 0 0,0 0-1 0 0,0 1 1 0 0,0-1-1 0 0,0 0 1 0 0,-1 1-1 0 0,1-1 1 0 0,0 0-1 0 0,0 0 1 0 0,0 1-1 0 0,-1-1 1 0 0,1 0-1 0 0,0 0 1 0 0,0 1-1 0 0,-1-1 1 0 0,1 0-1 0 0,0 0 1 0 0,0 0-1 0 0,-1 0 1 0 0</inkml:trace>
</inkml:ink>
</file>

<file path=ppt/ink/ink1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3:51.8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 21 9674 0 0,'0'0'90'0'0,"-1"-1"-1"0"0,1 1 1 0 0,0-1-1 0 0,-1 1 1 0 0,1 0-1 0 0,0-1 0 0 0,0 1 1 0 0,-1-1-1 0 0,1 1 1 0 0,0-1-1 0 0,0 1 1 0 0,-1 0-1 0 0,1-1 1 0 0,0 1-1 0 0,0-1 1 0 0,0 1-1 0 0,0-1 1 0 0,0 1-1 0 0,0-1 1 0 0,0 1-1 0 0,0-1 1 0 0,0 0-1 0 0,0 1 1 0 0,0-1-1 0 0,0 1 1 0 0,0 0-1 0 0,1-1 1 0 0,-1 1-1 0 0,0-1 1 0 0,0 1-1 0 0,0-1 1 0 0,1 1-1 0 0,-1-1 1 0 0,0 1-1 0 0,1-1 1 0 0,-1 1-1 0 0,0 0 1 0 0,1-1-1 0 0,-1 1 1 0 0,0 0-1 0 0,1-1 1 0 0,-1 1-1 0 0,1 0 1 0 0,-1 0-1 0 0,1-1 1 0 0,-1 1-1 0 0,0 0 1 0 0,1 0-1 0 0,-1 0 0 0 0,2-1 1 0 0,-1 1-43 0 0,0 0 1 0 0,0 0 0 0 0,0 0-1 0 0,0 0 1 0 0,0 0-1 0 0,0 1 1 0 0,1-1-1 0 0,-1 0 1 0 0,0 0-1 0 0,0 1 1 0 0,0-1-1 0 0,0 1 1 0 0,0-1-1 0 0,0 1 1 0 0,0-1-1 0 0,-1 1 1 0 0,1-1-1 0 0,0 1 1 0 0,0 0-1 0 0,0 0 1 0 0,0-1 0 0 0,-1 1-1 0 0,1 0 1 0 0,0 0-1 0 0,-1 0 1 0 0,1 0-1 0 0,0 1 1 0 0,4 12 93 0 0,-1 1-1 0 0,0 0 1 0 0,-1-1 0 0 0,-1 1 0 0 0,0 0 0 0 0,-1 26 0 0 0,1-16 12 0 0,-2 152 525 0 0,-3-109-956 0 0,9 79 0 0 0,-6-147 232 0 0,9 56-2379 0 0,-8-53 1942 0 0,-1 0 1 0 0,1 0-1 0 0,0-1 0 0 0,1 1 1 0 0,-1 0-1 0 0,0 0 1 0 0,1 0-1 0 0,0-1 0 0 0,2 3 1 0 0,0-10-1707 0 0,0 0-538 0 0</inkml:trace>
</inkml:ink>
</file>

<file path=ppt/ink/ink1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3:52.2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 61 12443 0 0,'-10'4'918'0'0,"8"-4"185"0"0,9-1-577 0 0,-6 0-434 0 0,4 0-11 0 0,23-6 25 0 0,0 1 0 0 0,0 2-1 0 0,0 1 1 0 0,33 0 0 0 0,120 10 2721 0 0,18 0-918 0 0,-14-14-1188 0 0,510-3 609 0 0,-256-7-1133 0 0,-27-2 92 0 0,-249 33-193 0 0,-106-7 140 0 0,107 0 0 0 0,-160-7-291 0 0,-1 0-62 0 0,1 0 0 0 0,-1-1 0 0 0,0 1 0 0 0,0 0 0 0 0,0-1 0 0 0,1 0 0 0 0,-1 1 1 0 0,0-1-1 0 0,5-3 0 0 0,-8 3-323 0 0</inkml:trace>
</inkml:ink>
</file>

<file path=ppt/ink/ink1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3:53.4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10 223 8290 0 0,'-10'1'3266'0'0,"23"-5"-987"0"0,127-58-2306 0 0,64-23-291 0 0,-102 47-262 0 0,-34 11-4335 0 0,-49 19 1449 0 0</inkml:trace>
</inkml:ink>
</file>

<file path=ppt/ink/ink1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3:54.1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 6 3801 0 0,'-1'0'108'0'0,"1"0"0"0"0,0 0-1 0 0,-1 0 1 0 0,1 0 0 0 0,0 0 0 0 0,-1 0 0 0 0,1 0 0 0 0,0 0 0 0 0,0 0 0 0 0,-1 0 0 0 0,1 0-1 0 0,0 0 1 0 0,-1-1 0 0 0,1 1 0 0 0,0 0 0 0 0,0 0 0 0 0,-1 0 0 0 0,1-1 0 0 0,0 1 0 0 0,0 0-1 0 0,0 0 1 0 0,-1 0 0 0 0,1-1 0 0 0,0 1 0 0 0,0 0 0 0 0,0-1 0 0 0,0 1 0 0 0,0 0 0 0 0,-1 0-1 0 0,1-1 1 0 0,0 1 0 0 0,0-1 0 0 0,9 12 1437 0 0,32 61 992 0 0,-30-57-2130 0 0,-2 1-1 0 0,0 1 1 0 0,13 31 0 0 0,-20-42-242 0 0,0 1-1 0 0,-1-1 1 0 0,0 1-1 0 0,0-1 1 0 0,-1 1 0 0 0,1 0-1 0 0,-1-1 1 0 0,-1 1 0 0 0,1 0-1 0 0,-1-1 1 0 0,0 1-1 0 0,-1 0 1 0 0,0-1 0 0 0,-3 10-1 0 0,7-20-130 0 0,1 0 0 0 0,0 0 0 0 0,0 1 0 0 0,0-1-1 0 0,0 1 1 0 0,1 0 0 0 0,-1 0 0 0 0,1 0 0 0 0,6-4-1 0 0,42-24 237 0 0,-28 18-388 0 0,33-12-1 0 0,-50 22 94 0 0,1 0-1 0 0,-1 1 1 0 0,1 0 0 0 0,0 1-1 0 0,-1-1 1 0 0,1 2 0 0 0,0-1-1 0 0,0 1 1 0 0,10 1 0 0 0,-16-1 5 0 0,0 0 1 0 0,-1 0 0 0 0,1 1-1 0 0,0-1 1 0 0,-1 1-1 0 0,1-1 1 0 0,-1 1 0 0 0,1-1-1 0 0,-1 1 1 0 0,1 0-1 0 0,-1 0 1 0 0,1 0 0 0 0,-1 0-1 0 0,0 0 1 0 0,0 0-1 0 0,1 0 1 0 0,-1 0 0 0 0,0 0-1 0 0,0 1 1 0 0,0-1 0 0 0,0 0-1 0 0,0 1 1 0 0,-1-1-1 0 0,2 3 1 0 0,-1-1 2 0 0,-1 0-1 0 0,1 0 1 0 0,-1 0 0 0 0,0 0-1 0 0,0 0 1 0 0,0 0-1 0 0,-1 0 1 0 0,1-1 0 0 0,-1 1-1 0 0,1 0 1 0 0,-1 0 0 0 0,-2 4-1 0 0,-2 6 140 0 0,-1-1 0 0 0,0 0 0 0 0,-1 0 0 0 0,-14 18-1 0 0,-23 23-835 0 0,38-45-348 0 0</inkml:trace>
</inkml:ink>
</file>

<file path=ppt/ink/ink1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3:54.5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9 209 5985 0 0,'-1'0'51'0'0,"1"0"0"0"0,-1-1-1 0 0,1 1 1 0 0,0 0-1 0 0,-1-1 1 0 0,1 1 0 0 0,-1 0-1 0 0,1 0 1 0 0,-1-1 0 0 0,1 1-1 0 0,0-1 1 0 0,-1 1-1 0 0,1 0 1 0 0,0-1 0 0 0,0 1-1 0 0,-1-1 1 0 0,1 1 0 0 0,0-1-1 0 0,0 1 1 0 0,-1-1-1 0 0,1 1 1 0 0,0-1 0 0 0,0 1-1 0 0,0-1 1 0 0,0 1 0 0 0,0-1-1 0 0,0 1 1 0 0,0-1-1 0 0,0 1 1 0 0,0-1 0 0 0,0 1-1 0 0,0-1 1 0 0,0 1-1 0 0,0-1 1 0 0,1 1 0 0 0,-1-1-1 0 0,0 1 1 0 0,0-1 0 0 0,0 1-1 0 0,1-1 1 0 0,-1 1-1 0 0,0 0 1 0 0,1-1 0 0 0,-1 1-1 0 0,0-1 1 0 0,1 1 0 0 0,-1 0-1 0 0,0-1 1 0 0,1 1-1 0 0,-1 0 1 0 0,1-1 0 0 0,-1 1-1 0 0,1 0 1 0 0,-1 0 0 0 0,1 0-1 0 0,0-1 1 0 0,1 0-80 0 0,0 0 0 0 0,0 0-1 0 0,0 0 1 0 0,1 1 0 0 0,-1-1 0 0 0,0 0 0 0 0,1 1 0 0 0,-1 0 0 0 0,0-1 0 0 0,0 1 0 0 0,1 0-1 0 0,-1 0 1 0 0,4 1 0 0 0,-1 0 143 0 0,-1 1 0 0 0,1 0 0 0 0,-1 0 0 0 0,1 0-1 0 0,-1 0 1 0 0,0 1 0 0 0,0-1 0 0 0,0 1 0 0 0,0 0 0 0 0,5 6-1 0 0,31 42 1583 0 0,-35-44-1491 0 0,0 1 0 0 0,0 0 0 0 0,1-1 0 0 0,0 0 0 0 0,0-1 0 0 0,1 1 0 0 0,0-1 0 0 0,0 0 0 0 0,10 6 1 0 0,-15-12-85 0 0,-1 1 1 0 0,0 0-1 0 0,1-1 1 0 0,-1 1-1 0 0,1 0 1 0 0,-1-1-1 0 0,1 0 1 0 0,-1 1 0 0 0,1-1-1 0 0,-1 0 1 0 0,1 0-1 0 0,-1 0 1 0 0,1 0-1 0 0,-1 0 1 0 0,1 0-1 0 0,-1 0 1 0 0,1 0 0 0 0,-1-1-1 0 0,1 1 1 0 0,-1-1-1 0 0,0 1 1 0 0,1-1-1 0 0,1 0 1 0 0,-1-1 65 0 0,0 0 0 0 0,0 1 0 0 0,-1-1 1 0 0,1 0-1 0 0,-1 0 0 0 0,1 0 0 0 0,-1 0 0 0 0,0 0 1 0 0,1-1-1 0 0,-1 1 0 0 0,0 0 0 0 0,1-5 0 0 0,1-7 352 0 0,0 1 0 0 0,-1-1 0 0 0,1-27-1 0 0,-3 38-559 0 0,1-37 257 0 0,-2 16-511 0 0,2 0 1 0 0,1-1-1 0 0,1 1 0 0 0,10-40 0 0 0,-7 44-6826 0 0</inkml:trace>
</inkml:ink>
</file>

<file path=ppt/ink/ink1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3:56.6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28 2304 0 0,'0'-1'514'0'0,"1"-1"0"0"0,-1 0-1 0 0,1 1 1 0 0,-1-1-1 0 0,1 1 1 0 0,0-1 0 0 0,-1 1-1 0 0,1-1 1 0 0,0 1-1 0 0,0 0 1 0 0,0-1 0 0 0,0 1-1 0 0,0 0 1 0 0,0 0-1 0 0,3-2 1 0 0,18-1 1128 0 0,-21 5-1383 0 0,0 0 1 0 0,1 0-1 0 0,-1 0 1 0 0,0 0-1 0 0,0 1 1 0 0,0-1-1 0 0,0 0 1 0 0,0 1-1 0 0,-1-1 1 0 0,1 0-1 0 0,0 1 1 0 0,0 1-1 0 0,0-2-337 0 0,22 33 582 0 0,-20-32-511 0 0,-1 1 1 0 0,1-1-1 0 0,-1 1 0 0 0,0 0 1 0 0,0 0-1 0 0,0 0 0 0 0,0 0 0 0 0,-1 0 1 0 0,1 0-1 0 0,-1 0 0 0 0,0 1 1 0 0,0-1-1 0 0,0 0 0 0 0,0 1 0 0 0,-1-1 1 0 0,1 1-1 0 0,-1-1 0 0 0,0 1 1 0 0,0-1-1 0 0,0 1 0 0 0,-1-1 0 0 0,1 1 1 0 0,-1-1-1 0 0,-1 4 0 0 0,-6 19 19 0 0,-2-2 0 0 0,-19 36-1 0 0,-9 23 1515 0 0,38-82-1505 0 0,-1-1 1 0 0,1 0 0 0 0,0 0 0 0 0,0 0-1 0 0,0 1 1 0 0,0-1 0 0 0,0 0-1 0 0,0 0 1 0 0,0 1 0 0 0,0-1 0 0 0,0 0-1 0 0,0 0 1 0 0,0 0 0 0 0,0 1-1 0 0,0-1 1 0 0,0 0 0 0 0,0 0 0 0 0,0 1-1 0 0,0-1 1 0 0,0 0 0 0 0,0 0-1 0 0,0 1 1 0 0,0-1 0 0 0,0 0 0 0 0,0 0-1 0 0,0 0 1 0 0,0 1 0 0 0,1-1-1 0 0,-1 0 1 0 0,0 0 0 0 0,0 0 0 0 0,0 1-1 0 0,0-1 1 0 0,0 0 0 0 0,1 0-1 0 0,-1 0 1 0 0,0 0 0 0 0,0 0-1 0 0,0 0 1 0 0,1 1 0 0 0,-1-1 0 0 0,0 0-1 0 0,0 0 1 0 0,1 0 0 0 0,15-2 299 0 0,24-13-442 0 0,-31 12 192 0 0,-4 1-120 0 0,59-20-448 0 0,-20 12-2891 0 0,-32 8-2016 0 0</inkml:trace>
</inkml:ink>
</file>

<file path=ppt/ink/ink1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3:56.9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46 5985 0 0,'2'-3'58'0'0,"0"0"-1"0"0,0 0 1 0 0,0 0-1 0 0,1 0 0 0 0,-1 0 1 0 0,1 0-1 0 0,-1 1 1 0 0,1-1-1 0 0,0 1 0 0 0,0 0 1 0 0,0 0-1 0 0,0 0 1 0 0,1 0-1 0 0,-1 0 0 0 0,1 1 1 0 0,-1-1-1 0 0,1 1 1 0 0,-1 0-1 0 0,1 0 0 0 0,7 0 1 0 0,-10 1 58 0 0,0 1 1 0 0,-1-1-1 0 0,1 1 0 0 0,0 0 0 0 0,0-1 1 0 0,-1 1-1 0 0,1 0 0 0 0,0 0 1 0 0,-1 0-1 0 0,1-1 0 0 0,0 1 1 0 0,-1 0-1 0 0,1 0 0 0 0,-1 0 1 0 0,0 0-1 0 0,1 0 0 0 0,-1 0 1 0 0,0 0-1 0 0,0 0 0 0 0,1 0 1 0 0,-1 0-1 0 0,0 0 0 0 0,0 1 1 0 0,3 33 1436 0 0,-3-27-1058 0 0,3 33 461 0 0,-3-24-339 0 0,2 0 0 0 0,0 1 0 0 0,0-1 1 0 0,2 0-1 0 0,9 28 0 0 0,-11-39-1050 0 0,6 14 7 0 0,-6-8-4856 0 0</inkml:trace>
</inkml:ink>
</file>

<file path=ppt/ink/ink1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3:57.3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120 7 7834 0 0,'0'-3'436'0'0,"0"3"-411"0"0,0 0 1 0 0,0 0 0 0 0,0 0-1 0 0,0 0 1 0 0,0 0-1 0 0,0 0 1 0 0,0 0 0 0 0,0 0-1 0 0,0-1 1 0 0,0 1-1 0 0,0 0 1 0 0,0 0 0 0 0,0 0-1 0 0,0 0 1 0 0,0 0-1 0 0,0 0 1 0 0,0-1-1 0 0,0 1 1 0 0,0 0 0 0 0,0 0-1 0 0,0 0 1 0 0,0 0-1 0 0,0 0 1 0 0,0 0 0 0 0,0 0-1 0 0,0 0 1 0 0,0-1-1 0 0,-1 1 1 0 0,1 0 0 0 0,0 0-1 0 0,0 0 1 0 0,0 0-1 0 0,0 0 1 0 0,0 0 0 0 0,0 0-1 0 0,0 0 1 0 0,0 0-1 0 0,0 0 1 0 0,-1 0 0 0 0,1 0-1 0 0,0 0 1 0 0,0 0-1 0 0,0 0 1 0 0,0 0 0 0 0,0-1-1 0 0,0 1 1 0 0,0 0-1 0 0,-1 0 1 0 0,1 0 0 0 0,0 0-1 0 0,0 0 1 0 0,0 1-1 0 0,0-1 1 0 0,0 0 0 0 0,0 0-1 0 0,-1 0 1 0 0,-61 47 32 0 0,56-42 339 0 0,0 0 0 0 0,1 0 1 0 0,-1 1-1 0 0,1 0 0 0 0,1 0 1 0 0,-1 0-1 0 0,1 1 0 0 0,-6 11 1 0 0,10-16-326 0 0,-1 0 0 0 0,1 0 1 0 0,-1-1-1 0 0,1 1 0 0 0,0 0 1 0 0,-1 0-1 0 0,1 0 0 0 0,0 0 1 0 0,0-1-1 0 0,0 1 0 0 0,1 0 1 0 0,-1 0-1 0 0,0 0 0 0 0,1 0 1 0 0,-1-1-1 0 0,1 1 0 0 0,0 0 1 0 0,0-1-1 0 0,-1 1 0 0 0,3 3 1 0 0,0-2 34 0 0,0 0 1 0 0,0 0-1 0 0,0 0 0 0 0,0 0 1 0 0,0 0-1 0 0,0-1 1 0 0,1 0-1 0 0,0 1 1 0 0,3 1-1 0 0,2 0 50 0 0,0 0 0 0 0,0-1 0 0 0,0 0-1 0 0,1 0 1 0 0,-1-1 0 0 0,1-1 0 0 0,14 2-1 0 0,-7-4-180 0 0,0-1 0 0 0,33-7-1 0 0,-33 5-1015 0 0,-2 1-4743 0 0</inkml:trace>
</inkml:ink>
</file>

<file path=ppt/ink/ink1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3:59.4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4 186 6913 0 0,'-1'-5'238'0'0,"0"0"-1"0"0,0 0 1 0 0,1 0-1 0 0,-1 0 1 0 0,1 0-1 0 0,1 0 1 0 0,-1 0-1 0 0,1 0 0 0 0,0 0 1 0 0,2-8-1 0 0,19-49 1283 0 0,-18 56-1509 0 0,-1 1 0 0 0,1 0 0 0 0,-1 0 0 0 0,1 0 0 0 0,1 1-1 0 0,-1-1 1 0 0,1 1 0 0 0,0 0 0 0 0,7-5 0 0 0,-11 9-3 0 0,0-1-1 0 0,0 0 1 0 0,0 0-1 0 0,0 0 1 0 0,0 0-1 0 0,1 1 1 0 0,-1-1-1 0 0,0 1 1 0 0,1-1-1 0 0,-1 1 1 0 0,0-1-1 0 0,1 1 1 0 0,-1 0-1 0 0,0 0 1 0 0,1-1-1 0 0,-1 1 1 0 0,1 0 0 0 0,-1 0-1 0 0,0 1 1 0 0,1-1-1 0 0,-1 0 1 0 0,1 0-1 0 0,-1 1 1 0 0,0-1-1 0 0,1 1 1 0 0,-1-1-1 0 0,0 1 1 0 0,1-1-1 0 0,-1 1 1 0 0,0 0-1 0 0,0 0 1 0 0,0-1-1 0 0,0 1 1 0 0,0 0-1 0 0,0 0 1 0 0,0 0 0 0 0,0 0-1 0 0,0 1 1 0 0,0-1-1 0 0,0 0 1 0 0,-1 0-1 0 0,1 0 1 0 0,0 1-1 0 0,-1-1 1 0 0,1 0-1 0 0,0 3 1 0 0,1 4 84 0 0,-1 1 0 0 0,0-1 0 0 0,0 1 1 0 0,-1 0-1 0 0,0-1 0 0 0,0 1 0 0 0,-1-1 1 0 0,0 1-1 0 0,0 0 0 0 0,-1-1 0 0 0,-1 0 0 0 0,-3 11 1 0 0,2-7 214 0 0,1 1 0 0 0,0 0 0 0 0,1 0 1 0 0,-1 15-1 0 0,3-27-285 0 0,0-1 1 0 0,1 1-1 0 0,-1-1 0 0 0,0 1 0 0 0,0-1 1 0 0,0 0-1 0 0,0 1 0 0 0,1-1 0 0 0,-1 1 1 0 0,0-1-1 0 0,1 0 0 0 0,-1 1 1 0 0,0-1-1 0 0,1 0 0 0 0,-1 1 0 0 0,0-1 1 0 0,1 0-1 0 0,-1 1 0 0 0,0-1 0 0 0,1 0 1 0 0,-1 0-1 0 0,1 1 0 0 0,-1-1 0 0 0,1 0 1 0 0,-1 0-1 0 0,1 0 0 0 0,-1 0 1 0 0,1 0-1 0 0,-1 0 0 0 0,0 0 0 0 0,1 0 1 0 0,-1 0-1 0 0,1 0 0 0 0,-1 0 0 0 0,1 0 1 0 0,-1 0-1 0 0,1 0 0 0 0,-1 0 0 0 0,1 0 1 0 0,-1 0-1 0 0,1-1 0 0 0,-1 1 1 0 0,0 0-1 0 0,1 0 0 0 0,-1-1 0 0 0,1 1 1 0 0,-1 0-1 0 0,1-1 0 0 0,31-15-349 0 0,-23 11 317 0 0,-2 2-123 0 0,0 0 0 0 0,1 0-1 0 0,-1 0 1 0 0,1 1 0 0 0,-1 0 0 0 0,1 1 0 0 0,0 0 0 0 0,0 0 0 0 0,12 0 0 0 0,-18 1 142 0 0,1 1 0 0 0,-1-1 0 0 0,1 1-1 0 0,-1-1 1 0 0,0 1 0 0 0,0 0 0 0 0,1 0-1 0 0,-1 0 1 0 0,0 0 0 0 0,0 0 0 0 0,0 0-1 0 0,0 0 1 0 0,0 1 0 0 0,0-1 0 0 0,0 1-1 0 0,0 0 1 0 0,-1-1 0 0 0,1 1-1 0 0,-1 0 1 0 0,1 0 0 0 0,-1 0 0 0 0,0 0-1 0 0,0 0 1 0 0,1 1 0 0 0,-1-1 0 0 0,-1 0-1 0 0,1 0 1 0 0,0 1 0 0 0,-1-1 0 0 0,1 0-1 0 0,-1 1 1 0 0,0-1 0 0 0,1 1 0 0 0,-2 3-1 0 0,2 1 186 0 0,-2 0 0 0 0,1-1 0 0 0,-1 1 0 0 0,0 0 0 0 0,0 0 0 0 0,-1 0 0 0 0,1-1 0 0 0,-2 1 0 0 0,1-1 0 0 0,-1 0 0 0 0,-4 8-1 0 0,-7-1-2452 0 0,8-8-2851 0 0</inkml:trace>
</inkml:ink>
</file>

<file path=ppt/ink/ink1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3:59.8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11058 0 0,'6'17'4073'0'0,"8"64"-3325"0"0,-13 50 733 0 0,0-20-965 0 0,2-97-936 0 0,2-6-4383 0 0,0-5-640 0 0</inkml:trace>
</inkml:ink>
</file>

<file path=ppt/ink/ink1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4:00.1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90 1 6913 0 0,'-5'2'-64'0'0,"1"1"-1"0"0,-1-1 0 0 0,1 1 1 0 0,-1 0-1 0 0,1 0 0 0 0,0 1 1 0 0,0 0-1 0 0,-6 7 0 0 0,-26 35-298 0 0,35-44 519 0 0,0 0 1 0 0,0 0-1 0 0,0 0 1 0 0,0 0-1 0 0,0 0 0 0 0,0 0 1 0 0,1 1-1 0 0,-1-1 1 0 0,1 0-1 0 0,0 0 0 0 0,0 1 1 0 0,0-1-1 0 0,0 0 1 0 0,0 0-1 0 0,0 1 0 0 0,0-1 1 0 0,1 0-1 0 0,-1 0 1 0 0,1 0-1 0 0,0 0 0 0 0,0 1 1 0 0,-1-1-1 0 0,1 0 1 0 0,0 0-1 0 0,1 0 0 0 0,-1-1 1 0 0,0 1-1 0 0,1 0 1 0 0,-1 0-1 0 0,1-1 0 0 0,-1 1 1 0 0,1-1-1 0 0,0 1 1 0 0,2 1-1 0 0,1 1 191 0 0,0 0-1 0 0,0-1 1 0 0,1 0 0 0 0,-1 0-1 0 0,1 0 1 0 0,0 0 0 0 0,-1-1-1 0 0,1 0 1 0 0,0 0 0 0 0,0-1-1 0 0,9 2 1 0 0,42-4-1994 0 0,-47 0-3418 0 0</inkml:trace>
</inkml:ink>
</file>

<file path=ppt/ink/ink1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4:02.3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 10594 0 0,'0'0'-7'0'0,"0"0"0"0"0,0-1 0 0 0,1 1 0 0 0,-1 0 0 0 0,0-1 1 0 0,0 1-1 0 0,1 0 0 0 0,-1-1 0 0 0,0 1 0 0 0,0 0 0 0 0,1 0 0 0 0,-1-1 0 0 0,0 1 0 0 0,1 0 0 0 0,-1 0 0 0 0,1-1 0 0 0,-1 1 0 0 0,0 0 0 0 0,1 0 0 0 0,-1 0 0 0 0,1 0 0 0 0,-1 0 0 0 0,0 0 0 0 0,1 0 0 0 0,-1 0 0 0 0,1 0 0 0 0,-1 0 1 0 0,0 0-1 0 0,1 0 0 0 0,-1 0 0 0 0,1 0 0 0 0,-1 0 0 0 0,0 0 0 0 0,1 0 0 0 0,-1 0 0 0 0,1 0 0 0 0,-1 1 0 0 0,0-1 0 0 0,1 1 0 0 0,17 8-51 0 0,-13 2 677 0 0,-1 1 0 0 0,1 0 0 0 0,-2 0 0 0 0,4 20 0 0 0,3 9 420 0 0,-8-35-938 0 0,5 19 43 0 0,1-1 1 0 0,16 34-1 0 0,-21-53-108 0 0,-1 0-1 0 0,1 0 1 0 0,0 0-1 0 0,0 0 0 0 0,0-1 1 0 0,1 1-1 0 0,0-1 0 0 0,0 0 1 0 0,0 0-1 0 0,0-1 1 0 0,0 1-1 0 0,1-1 0 0 0,0 0 1 0 0,0 0-1 0 0,0 0 1 0 0,0-1-1 0 0,7 3 0 0 0,-11-4-20 0 0,-1-1 0 0 0,1 0 0 0 0,0 0 0 0 0,-1 0 0 0 0,1 1 0 0 0,0-1 0 0 0,-1 0 0 0 0,1 0 0 0 0,0 0 0 0 0,0 0 0 0 0,-1 0 0 0 0,1 0 0 0 0,0-1 0 0 0,-1 1 0 0 0,1 0 0 0 0,0 0 0 0 0,-1 0 0 0 0,1-1 0 0 0,0 1 0 0 0,-1 0 0 0 0,1-1 0 0 0,0 1 0 0 0,-1 0 0 0 0,1-1 0 0 0,-1 1 0 0 0,1-1 0 0 0,-1 1 0 0 0,1-1 0 0 0,-1 1 0 0 0,1-1 0 0 0,-1 1 0 0 0,1-1 0 0 0,-1 0 0 0 0,0 1 0 0 0,1-1 0 0 0,-1 0 0 0 0,0 1 0 0 0,0-1 0 0 0,1 0 0 0 0,-1 1 0 0 0,0-1 0 0 0,0 0 0 0 0,0 1 0 0 0,0-1 0 0 0,0 0 0 0 0,0 1 0 0 0,0-1 0 0 0,0 0 0 0 0,0 0 0 0 0,0 1 0 0 0,-1-1 0 0 0,1 0 0 0 0,-1-1 0 0 0,-13-47 214 0 0,10 36-243 0 0,-2-9 248 0 0,2 0 1 0 0,0 0 0 0 0,1 0 0 0 0,0-38-1 0 0,9-4-3352 0 0,-5 56-2259 0 0</inkml:trace>
</inkml:ink>
</file>

<file path=ppt/ink/ink1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4:02.6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7834 0 0,'3'1'51'0'0,"1"-1"1"0"0,-1 1 0 0 0,1-1 0 0 0,-1 1 0 0 0,0 0 0 0 0,1 0-1 0 0,-1 0 1 0 0,0 1 0 0 0,0-1 0 0 0,0 1 0 0 0,0 0-1 0 0,0 0 1 0 0,0 0 0 0 0,0 0 0 0 0,0 0 0 0 0,-1 1 0 0 0,1-1-1 0 0,-1 1 1 0 0,0-1 0 0 0,0 1 0 0 0,0 0 0 0 0,0 0-1 0 0,0 0 1 0 0,1 5 0 0 0,2 3 7 0 0,-1 0 0 0 0,0 0 0 0 0,-1 0-1 0 0,0 1 1 0 0,2 23 0 0 0,2 54 81 0 0,-6-75-3553 0 0</inkml:trace>
</inkml:ink>
</file>

<file path=ppt/ink/ink1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4:03.1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 12 10594 0 0,'-7'-12'2217'0'0,"12"17"-1252"0"0,12 22-594 0 0,14 162 1459 0 0,-22-122-6970 0 0,-8-59 3044 0 0,-1-3-1372 0 0</inkml:trace>
</inkml:ink>
</file>

<file path=ppt/ink/ink1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4:03.5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13 133 6913 0 0,'1'2'-79'0'0,"0"0"0"0"0,0-1 0 0 0,0 1 0 0 0,-1 0 0 0 0,1 0-1 0 0,0-1 1 0 0,-1 1 0 0 0,1 0 0 0 0,-1 0 0 0 0,0 0 0 0 0,0 0-1 0 0,0 0 1 0 0,0-1 0 0 0,0 1 0 0 0,0 0 0 0 0,0 0 0 0 0,-1 0-1 0 0,1 0 1 0 0,-1 2 0 0 0,-17 43 982 0 0,44-120 424 0 0,2-13-1564 0 0,-12 33 969 0 0,-16 52-647 0 0,0 1 0 0 0,0 0 1 0 0,0-1-1 0 0,0 1 0 0 0,0 0 0 0 0,0 0 0 0 0,0-1 0 0 0,1 1 1 0 0,-1 0-1 0 0,0 0 0 0 0,0-1 0 0 0,0 1 0 0 0,0 0 0 0 0,0 0 1 0 0,0 0-1 0 0,1-1 0 0 0,-1 1 0 0 0,0 0 0 0 0,0 0 1 0 0,0 0-1 0 0,0-1 0 0 0,1 1 0 0 0,-1 0 0 0 0,0 0 0 0 0,0 0 1 0 0,1 0-1 0 0,-1 0 0 0 0,0 0 0 0 0,0-1 0 0 0,0 1 0 0 0,1 0 1 0 0,-1 0-1 0 0,0 0 0 0 0,1 0 0 0 0,-1 0 0 0 0,0 0 0 0 0,0 0 1 0 0,1 0-1 0 0,-1 0 0 0 0,0 0 0 0 0,0 0 0 0 0,1 0 1 0 0,8 11 1591 0 0,7 24-873 0 0,-14-31-597 0 0,22 52-362 0 0,-15-34 43 0 0</inkml:trace>
</inkml:ink>
</file>

<file path=ppt/ink/ink1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4:04.0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 10138 0 0,'1'-1'61'0'0,"-1"1"-1"0"0,1-1 1 0 0,-1 1 0 0 0,1 0-1 0 0,-1-1 1 0 0,1 1 0 0 0,-1 0-1 0 0,1 0 1 0 0,0-1-1 0 0,-1 1 1 0 0,1 0 0 0 0,-1 0-1 0 0,1 0 1 0 0,0 0 0 0 0,-1 0-1 0 0,1-1 1 0 0,0 1-1 0 0,-1 0 1 0 0,1 1 0 0 0,-1-1-1 0 0,1 0 1 0 0,0 0 0 0 0,-1 0-1 0 0,1 0 1 0 0,0 0-1 0 0,-1 1 1 0 0,1-1 0 0 0,-1 0-1 0 0,1 0 1 0 0,-1 1 0 0 0,1-1-1 0 0,-1 1 1 0 0,1-1 0 0 0,-1 0-1 0 0,1 1 1 0 0,-1-1-1 0 0,1 1 1 0 0,-1-1 0 0 0,1 2-1 0 0,0-1-85 0 0,0 0 0 0 0,1 1 0 0 0,-1-1 0 0 0,0 1 0 0 0,-1 0 0 0 0,1-1 0 0 0,0 1 0 0 0,0 0 1 0 0,-1 0-1 0 0,1-1 0 0 0,-1 1 0 0 0,1 3 0 0 0,-1 15-132 0 0,-1 15 555 0 0,2 0 1 0 0,1-1-1 0 0,13 65 0 0 0,-12-79-433 0 0,-2-12-3786 0 0,-1-4-405 0 0</inkml:trace>
</inkml:ink>
</file>

<file path=ppt/ink/ink1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4:04.3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58 7834 0 0,'0'0'154'0'0,"0"-1"1"0"0,0 0 0 0 0,0 1 0 0 0,1-1-1 0 0,-1 1 1 0 0,0-1 0 0 0,0 0 0 0 0,1 1-1 0 0,-1-1 1 0 0,0 1 0 0 0,1-1 0 0 0,-1 0 0 0 0,0 1-1 0 0,1-1 1 0 0,-1 1 0 0 0,1-1 0 0 0,-1 1-1 0 0,1 0 1 0 0,-1-1 0 0 0,1 1 0 0 0,-1-1-1 0 0,1 1 1 0 0,0 0 0 0 0,-1 0 0 0 0,1-1-1 0 0,-1 1 1 0 0,1 0 0 0 0,0 0 0 0 0,1-1-1 0 0,21-9 175 0 0,-19 9-317 0 0,1 1 0 0 0,-1-1 0 0 0,1 1-1 0 0,0 0 1 0 0,-1 0 0 0 0,1 0 0 0 0,-1 1 0 0 0,1 0-1 0 0,-1-1 1 0 0,1 2 0 0 0,-1-1 0 0 0,8 3-1 0 0,-8-2 268 0 0,1 0 0 0 0,0-1 0 0 0,1 1-1 0 0,-1-1 1 0 0,0 0 0 0 0,0-1 0 0 0,0 1 0 0 0,9-1-1 0 0,-12-1-132 0 0,0 0 0 0 0,-1 0 0 0 0,1 0 0 0 0,0 0 0 0 0,-1 0 0 0 0,1 0 0 0 0,-1-1 0 0 0,1 1 0 0 0,-1 0 0 0 0,0-1 0 0 0,1 1 0 0 0,-1-1 0 0 0,0 1 0 0 0,0-1 0 0 0,0 0 0 0 0,0 0 0 0 0,-1 1 0 0 0,1-1 0 0 0,0 0 0 0 0,-1 0 0 0 0,1 0-1 0 0,-1 0 1 0 0,1-2 0 0 0,3-8-1354 0 0</inkml:trace>
</inkml:ink>
</file>

<file path=ppt/ink/ink1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4:04.9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 0 2761 0 0,'-4'7'248'0'0,"1"-2"-248"0"0,3-1 0 0 0,-1-4 112 0 0,-2 0-24 0 0</inkml:trace>
</inkml:ink>
</file>

<file path=ppt/ink/ink1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4:05.6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63 6913 0 0,'1'-4'506'0'0,"0"1"0"0"0,1 0 0 0 0,-1-1 0 0 0,1 1 0 0 0,0 0 0 0 0,0 0 0 0 0,0 0 0 0 0,0 0 0 0 0,1 1 0 0 0,-1-1 0 0 0,1 1 0 0 0,4-4 0 0 0,-6 5-373 0 0,0 1 1 0 0,0-1-1 0 0,-1 1 1 0 0,1-1-1 0 0,0 1 1 0 0,0 0-1 0 0,0-1 1 0 0,0 1-1 0 0,0 0 1 0 0,0 0-1 0 0,0 0 0 0 0,0 0 1 0 0,-1 0-1 0 0,1 0 1 0 0,0 0-1 0 0,0 0 1 0 0,0 0-1 0 0,0 0 1 0 0,0 0-1 0 0,1 1 1 0 0,-1 0-37 0 0,1 0 0 0 0,-1 0 0 0 0,0 0 1 0 0,0 0-1 0 0,1 0 0 0 0,-1 0 0 0 0,0 0 1 0 0,0 0-1 0 0,0 1 0 0 0,-1-1 0 0 0,1 0 0 0 0,0 1 1 0 0,0-1-1 0 0,-1 0 0 0 0,1 1 0 0 0,0 1 1 0 0,6 20 361 0 0,-1 1 0 0 0,5 34 0 0 0,-8-40-392 0 0,0 1 1 0 0,1 0-1 0 0,1-1 0 0 0,1 0 1 0 0,10 23-1 0 0,-3-15 101 0 0,-9-16-67 0 0,0-1-1 0 0,1 1 0 0 0,0-1 0 0 0,1 0 0 0 0,0 0 0 0 0,0 0 1 0 0,12 11-1 0 0,-17-19-70 0 0,0 0 0 0 0,0-1 0 0 0,0 1 0 0 0,0 0 0 0 0,0-1 0 0 0,0 1 0 0 0,0-1 0 0 0,1 1 0 0 0,-1-1 0 0 0,0 0 0 0 0,0 1 0 0 0,0-1 0 0 0,0 0 0 0 0,1 0 0 0 0,-1 0 0 0 0,0 0 0 0 0,0 0 0 0 0,1 0 0 0 0,-1 0 0 0 0,0 0 0 0 0,0 0 0 0 0,0-1 0 0 0,1 1 0 0 0,-1 0 0 0 0,0-1 0 0 0,0 1 0 0 0,0-1 0 0 0,0 0 0 0 0,0 1 0 0 0,0-1 0 0 0,0 0 0 0 0,0 1 0 0 0,0-1 0 0 0,0 0 0 0 0,0 0 0 0 0,-1 0 0 0 0,1 0 0 0 0,0 0 0 0 0,0 0 0 0 0,-1 0 0 0 0,1 0 0 0 0,-1 0 0 0 0,1 0 0 0 0,0-2 0 0 0,4-8 160 0 0,0 0 1 0 0,-1 0-1 0 0,5-20 1 0 0,-5 16-284 0 0,23-80 257 0 0,-18 56-283 0 0,2 1 1 0 0,28-65-1 0 0,-27 86-1315 0 0,-12 17 1327 0 0,0-1-1 0 0,0 1 1 0 0,0 0 0 0 0,1 0-1 0 0,-1-1 1 0 0,0 1-1 0 0,0 0 1 0 0,0 0 0 0 0,0 0-1 0 0,1-1 1 0 0,-1 1-1 0 0,0 0 1 0 0,0 0 0 0 0,0 0-1 0 0,1-1 1 0 0,-1 1-1 0 0,0 0 1 0 0,0 0 0 0 0,0 0-1 0 0,1 0 1 0 0,-1 0-1 0 0,0 0 1 0 0,1 0 0 0 0,-1-1-1 0 0,0 1 1 0 0,0 0 0 0 0,1 0-1 0 0,-1 0 1 0 0,0 0-1 0 0,0 0 1 0 0,1 0 0 0 0,-1 0-1 0 0,0 0 1 0 0,0 0-1 0 0,1 1 1 0 0,-1-1 0 0 0,0 0-1 0 0,1 0 1 0 0,-1 0-1 0 0,0 0 1 0 0,0 0 0 0 0,1 0-1 0 0,-1 0 1 0 0,0 1-1 0 0,0-1 1 0 0,0 0 0 0 0,1 0-1 0 0,-1 0 1 0 0,0 1-1 0 0,0-1 1 0 0,0 0 0 0 0,0 0-1 0 0,1 0 1 0 0,-1 1-1 0 0,0-1 1 0 0,0 0 0 0 0,0 0-1 0 0,0 1 1 0 0,0-1 0 0 0,0 0-1 0 0,0 1 1 0 0,0-1-1 0 0,0 0 1 0 0,0 0 0 0 0,0 1-1 0 0,0-1 1 0 0,0 0-1 0 0,0 0 1 0 0,0 1 0 0 0,0 4-5089 0 0</inkml:trace>
</inkml:ink>
</file>

<file path=ppt/ink/ink1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4:06.1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14 103 5529 0 0,'-1'-3'237'0'0,"-1"1"0"0"0,1 0 0 0 0,-1-1 0 0 0,1 1-1 0 0,0-1 1 0 0,0 1 0 0 0,0-1 0 0 0,0 0 0 0 0,0 1-1 0 0,1-1 1 0 0,-1 0 0 0 0,1 0 0 0 0,0 1 0 0 0,0-1 0 0 0,0 0-1 0 0,0 0 1 0 0,0 0 0 0 0,0 1 0 0 0,1-1 0 0 0,-1 0 0 0 0,1 0-1 0 0,0 1 1 0 0,2-5 0 0 0,-1 4-58 0 0,-1 1 1 0 0,1-1-1 0 0,0 1 0 0 0,0 0 0 0 0,1 0 1 0 0,-1-1-1 0 0,0 1 0 0 0,1 1 0 0 0,-1-1 1 0 0,1 0-1 0 0,0 1 0 0 0,0-1 0 0 0,-1 1 1 0 0,1 0-1 0 0,0 0 0 0 0,0 0 0 0 0,0 0 1 0 0,0 0-1 0 0,0 1 0 0 0,0 0 0 0 0,4-1 1 0 0,-4 1-72 0 0,0-1 1 0 0,0 1 0 0 0,0 0 0 0 0,0 0 0 0 0,-1 0 0 0 0,1 1 0 0 0,0-1 0 0 0,0 1 0 0 0,0-1 0 0 0,0 1-1 0 0,0 0 1 0 0,-1 0 0 0 0,1 0 0 0 0,0 1 0 0 0,-1-1 0 0 0,1 0 0 0 0,-1 1 0 0 0,0 0 0 0 0,1 0 0 0 0,1 2-1 0 0,-2-2-117 0 0,-1 1 0 0 0,1-1 0 0 0,-1 1 0 0 0,0 0-1 0 0,0-1 1 0 0,0 1 0 0 0,-1 0 0 0 0,1 0 0 0 0,-1-1-1 0 0,1 1 1 0 0,-1 0 0 0 0,0 0 0 0 0,0 0 0 0 0,0 0 0 0 0,-1-1-1 0 0,1 1 1 0 0,-1 0 0 0 0,1 0 0 0 0,-1 0 0 0 0,-2 4-1 0 0,-1 5-20 0 0,-1-1-1 0 0,-1 0 1 0 0,-9 15-1 0 0,9-18 224 0 0,2-1-1 0 0,-1 1 1 0 0,1 1-1 0 0,0-1 1 0 0,1 0-1 0 0,0 1 1 0 0,-4 14-1 0 0,8-22-134 0 0,-1 0 0 0 0,0 0 0 0 0,1 0 1 0 0,-1 0-1 0 0,0 0 0 0 0,1 0 0 0 0,0 0 0 0 0,-1 0 0 0 0,1 0 0 0 0,-1-1 1 0 0,1 1-1 0 0,0 0 0 0 0,-1 0 0 0 0,1-1 0 0 0,0 1 0 0 0,0 0 0 0 0,0-1 1 0 0,0 1-1 0 0,0 0 0 0 0,0-1 0 0 0,0 1 0 0 0,0-1 0 0 0,0 0 0 0 0,0 1 1 0 0,0-1-1 0 0,0 0 0 0 0,0 0 0 0 0,0 0 0 0 0,0 1 0 0 0,2-1 0 0 0,37 4 853 0 0,-37-4-807 0 0,18 0 123 0 0,0 0 1 0 0,0-2 0 0 0,26-5-1 0 0,-1-2-6612 0 0,-32 6-495 0 0</inkml:trace>
</inkml:ink>
</file>

<file path=ppt/ink/ink1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4:06.7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10594 0 0,'1'2'274'0'0,"0"0"0"0"0,0 1-1 0 0,0-1 1 0 0,0 0 0 0 0,-1 1 0 0 0,1-1-1 0 0,0 1 1 0 0,-1-1 0 0 0,0 1-1 0 0,1-1 1 0 0,-1 1 0 0 0,0-1 0 0 0,-1 1-1 0 0,0 4 1 0 0,-1 51 1898 0 0,0-23-1936 0 0,3 0 1 0 0,1 0 0 0 0,10 58-1 0 0,-6-56-565 0 0,-3-29-2205 0 0</inkml:trace>
</inkml:ink>
</file>

<file path=ppt/ink/ink1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4:07.1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1 108 3225 0 0,'2'-7'-25'0'0,"0"1"0"0"0,0-1 0 0 0,1 1 0 0 0,0 0 1 0 0,1 0-1 0 0,-1 0 0 0 0,1 0 0 0 0,0 1 0 0 0,8-8 1 0 0,-16 80 2548 0 0,-3-28-739 0 0,4-28-1346 0 0,1-1 0 0 0,0 1 0 0 0,0 13 0 0 0,5-75 3722 0 0,-2 41-3951 0 0,2-1 0 0 0,-1 1 0 0 0,1 0 1 0 0,1 0-1 0 0,5-12 0 0 0,2-5-317 0 0,-8 19-10 0 0,1-1 1 0 0,0 1-1 0 0,0 0 0 0 0,6-8 1 0 0,-10 15 164 0 0,0 1 0 0 0,1 0 0 0 0,-1 0 0 0 0,1 0 0 0 0,-1 0 0 0 0,0 0 1 0 0,1 0-1 0 0,-1 0 0 0 0,1 0 0 0 0,-1 0 0 0 0,0 0 0 0 0,1 0 0 0 0,-1 0 0 0 0,1 0 1 0 0,-1 0-1 0 0,0 0 0 0 0,1 0 0 0 0,-1 1 0 0 0,0-1 0 0 0,1 0 0 0 0,-1 0 0 0 0,1 0 1 0 0,-1 1-1 0 0,0-1 0 0 0,0 0 0 0 0,1 0 0 0 0,-1 1 0 0 0,0-1 0 0 0,1 0 0 0 0,-1 1 1 0 0,0-1-1 0 0,0 0 0 0 0,1 1 0 0 0,-1-1 0 0 0,0 0 0 0 0,0 1 0 0 0,0-1 0 0 0,0 0 1 0 0,0 1-1 0 0,1-1 0 0 0,-1 1 0 0 0,12 22 989 0 0,-9-18-779 0 0,55 93 713 0 0,-51-83-1236 0 0</inkml:trace>
</inkml:ink>
</file>

<file path=ppt/ink/ink1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4:07.7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 0 6913 0 0,'0'0'2020'0'0,"2"14"4838"0"0,-1 3-6615 0 0,-2-1-1 0 0,0 0 0 0 0,-3 19 0 0 0,1-24-373 0 0,1 0-1 0 0,1 0 1 0 0,0 0-1 0 0,1 0 1 0 0,0 1-1 0 0,0-1 1 0 0,1 0-1 0 0,1 0 1 0 0,0 0-1 0 0,6 19 1 0 0,-5-24-5381 0 0</inkml:trace>
</inkml:ink>
</file>

<file path=ppt/ink/ink1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4:08.4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21 3681 0 0,'0'-1'182'0'0,"0"0"0"0"0,0 0 0 0 0,0 0 0 0 0,1 0 0 0 0,-1 0 0 0 0,1 0 0 0 0,-1 0-1 0 0,1 0 1 0 0,-1 0 0 0 0,1 0 0 0 0,-1 0 0 0 0,1 0 0 0 0,0 1 0 0 0,-1-1 0 0 0,1 0 0 0 0,0 1 0 0 0,0-1 0 0 0,0 0 0 0 0,0 1 0 0 0,-1-1 0 0 0,1 1 0 0 0,0-1 0 0 0,0 1 0 0 0,0 0 0 0 0,0-1 0 0 0,0 1 0 0 0,0 0 0 0 0,0-1 0 0 0,0 1 0 0 0,0 0 0 0 0,0 0 0 0 0,0 0-1 0 0,2 0 1 0 0,16 28 7666 0 0,-6 6-5502 0 0,6 12-2027 0 0,-8-26 31 0 0,0-1 0 0 0,-2 1 0 0 0,10 28-1 0 0,-19-47-336 0 0,0-1-1 0 0,0 1 0 0 0,0 0 1 0 0,1-1-1 0 0,-1 1 0 0 0,0 0 0 0 0,0-1 1 0 0,1 1-1 0 0,-1 0 0 0 0,1-1 1 0 0,-1 1-1 0 0,0 0 0 0 0,1-1 1 0 0,-1 1-1 0 0,1-1 0 0 0,-1 1 0 0 0,1-1 1 0 0,0 1-1 0 0,-1-1 0 0 0,1 0 1 0 0,-1 1-1 0 0,1-1 0 0 0,0 0 0 0 0,-1 1 1 0 0,1-1-1 0 0,0 0 0 0 0,-1 0 1 0 0,1 1-1 0 0,0-1 0 0 0,0 0 1 0 0,-1 0-1 0 0,1 0 0 0 0,1 0 0 0 0,0-1 2 0 0,0 0-1 0 0,0 1 0 0 0,1-1 1 0 0,-1 0-1 0 0,0-1 0 0 0,-1 1 1 0 0,1 0-1 0 0,0 0 0 0 0,0-1 0 0 0,0 1 1 0 0,1-3-1 0 0,6-5-52 0 0,-1-1 0 0 0,13-19-1 0 0,-9 12-716 0 0,0 0 0 0 0,1 2 0 0 0,19-18 0 0 0,-20 20-239 0 0</inkml:trace>
</inkml:ink>
</file>

<file path=ppt/ink/ink1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4:09.5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80 3225 0 0,'8'-2'198'0'0,"0"0"0"0"0,0 0 1 0 0,0 1-1 0 0,0 0 0 0 0,0 0 1 0 0,14 1-1 0 0,-2-1-90 0 0,123 2 108 0 0,-22 2 972 0 0,73-12 1564 0 0,136-2-331 0 0,275-22 405 0 0,-420 18-1953 0 0,529 10 4258 0 0,-442 11-4110 0 0,-191-6-833 0 0,-27-2-155 0 0,1 3 0 0 0,-1 3 0 0 0,63 11 0 0 0,-112-14-93 0 0,0 0 0 0 0,-1 0 1 0 0,1 0-1 0 0,0 1 1 0 0,-1 0-1 0 0,1 0 0 0 0,-1 0 1 0 0,0 0-1 0 0,0 1 1 0 0,0-1-1 0 0,0 1 0 0 0,6 5 1 0 0,-6 1-543 0 0</inkml:trace>
</inkml:ink>
</file>

<file path=ppt/ink/ink1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4:10.1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33 11 920 0 0,'-6'-2'80'0'0,"1"1"-80"0"0,1 0 0 0 0,1 1 0 0 0,2 0 0 0 0,0 0 80 0 0,-1-1-80 0 0,0-1 80 0 0,-2 1-80 0 0,-1-2 0 0 0</inkml:trace>
</inkml:ink>
</file>

<file path=ppt/ink/ink1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4:10.6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52 183 1840 0 0,'-10'-17'5064'0'0,"8"16"-4844"0"0,0-1-1 0 0,0 1 0 0 0,0 0 1 0 0,0 0-1 0 0,-1-1 0 0 0,1 2 1 0 0,0-1-1 0 0,0 0 0 0 0,-3-1 0 0 0,-11 1 218 0 0,14 1 399 0 0,6 2 953 0 0,19 1-1690 0 0,0 0 0 0 0,0-1 0 0 0,42-3 0 0 0,73-15 1371 0 0,-42 4 522 0 0,78-2 1125 0 0,190-23-2143 0 0,63-7 246 0 0,-318 41-801 0 0,211 24 0 0 0,-247-10-459 0 0,1-4-1 0 0,0-3 1 0 0,108-8 0 0 0,112-35 38 0 0,-107 12-44 0 0,-123 21-621 0 0,80 4 1 0 0,-90 2-1557 0 0,-42 0-4439 0 0</inkml:trace>
</inkml:ink>
</file>

<file path=ppt/ink/ink1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4:11.4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235 155 1376 0 0,'-10'-1'1705'0'0,"0"0"-1"0"0,0 0 1 0 0,-18-6-1 0 0,20 5-1308 0 0,-1 0 0 0 0,0 0 0 0 0,0 1 0 0 0,0 0 0 0 0,-17 0 0 0 0,-29 9 1233 0 0,50-7-1478 0 0,1 0 0 0 0,-1 0 0 0 0,1 1-1 0 0,-1-1 1 0 0,1 1 0 0 0,0 0 0 0 0,0 0-1 0 0,0 1 1 0 0,-7 4 0 0 0,11-7-148 0 0,0 0 1 0 0,0 1-1 0 0,0-1 1 0 0,0 0-1 0 0,0 0 1 0 0,0 0-1 0 0,-1 0 1 0 0,1 0-1 0 0,0 0 1 0 0,0 0-1 0 0,0 0 1 0 0,0 1-1 0 0,0-1 1 0 0,0 0-1 0 0,0 0 1 0 0,0 0-1 0 0,0 0 1 0 0,0 0-1 0 0,0 0 1 0 0,0 1-1 0 0,0-1 1 0 0,0 0-1 0 0,0 0 1 0 0,0 0-1 0 0,0 0 1 0 0,0 0-1 0 0,0 0 1 0 0,0 1-1 0 0,0-1 1 0 0,0 0-1 0 0,0 0 1 0 0,0 0-1 0 0,0 0 1 0 0,0 0-1 0 0,0 0 1 0 0,1 0-1 0 0,-1 1 1 0 0,0-1-1 0 0,0 0 1 0 0,0 0-1 0 0,0 0 1 0 0,0 0-1 0 0,0 0 1 0 0,0 0-1 0 0,0 0 1 0 0,1 0-1 0 0,-1 0 1 0 0,0 0-1 0 0,0 0 1 0 0,0 0-1 0 0,0 0 1 0 0,0 1-1 0 0,0-1 1 0 0,1 0-1 0 0,11 2 148 0 0,14-1 125 0 0,-26-1-270 0 0,355-31 5877 0 0,-178 10-5254 0 0,392-13 508 0 0,489-43-465 0 0,-987 70-659 0 0,2 3 1 0 0,-1 4-1 0 0,0 2 0 0 0,0 4 1 0 0,110 23-1 0 0,-178-28-22 0 0,97 15 197 0 0,-91-15-321 0 0,1-1-1 0 0,0 0 1 0 0,-1 0-1 0 0,1-1 0 0 0,0 0 1 0 0,-1-1-1 0 0,14-4 0 0 0,-8-2-288 0 0</inkml:trace>
</inkml:ink>
</file>

<file path=ppt/ink/ink1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2:49.0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45 3041 0 0,'8'-4'0'0'0,"0"0"0"0"0,-1-1 0 0 0,1 0 0 0 0,-1-1 0 0 0,13-11 0 0 0,-21 16 0 0 0,1 1 0 0 0,-1 0 0 0 0,1-1 0 0 0,-1 1 0 0 0,0 0 0 0 0,1-1 0 0 0,-1 1 0 0 0,1 0 0 0 0,-1 0 0 0 0,0 0 0 0 0,1-1 0 0 0,-1 1 0 0 0,1 0 0 0 0,-1 0 0 0 0,0 0 0 0 0,1 0 0 0 0,-1 0 0 0 0,0 0 0 0 0,1 0 0 0 0,-1 0 0 0 0,0 1 0 0 0,0-1 0 0 0,-4 0 0 0 0,0 0 0 0 0</inkml:trace>
</inkml:ink>
</file>

<file path=ppt/ink/ink1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2:49.7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19 4609 0 0,'0'-2'408'0'0,"0"-1"-328"0"0,2 2-80 0 0,-1 1 0 0 0,0 0-768 0 0,-1-3-176 0 0,0 1-32 0 0,0-6-9 0 0</inkml:trace>
</inkml:ink>
</file>

<file path=ppt/ink/ink1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2:52.6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18 254 9218 0 0,'-2'-3'472'0'0,"-1"0"1"0"0,1-1-1 0 0,0 0 0 0 0,1 1 1 0 0,-1-1-1 0 0,1 0 0 0 0,-2-5 0 0 0,3 7-364 0 0,-1 1-1 0 0,1-1 1 0 0,0 0 0 0 0,0 1-1 0 0,0-1 1 0 0,0 0-1 0 0,0 1 1 0 0,0-1-1 0 0,0 1 1 0 0,1-1-1 0 0,-1 0 1 0 0,1 1-1 0 0,-1-1 1 0 0,1 1-1 0 0,-1-1 1 0 0,1 1-1 0 0,0-1 1 0 0,0 1-1 0 0,0-1 1 0 0,0 1-1 0 0,2-2 1 0 0,11 41-1211 0 0,3-9 1741 0 0,1-1 0 0 0,2 0 0 0 0,0-2 0 0 0,2-1 0 0 0,32 30 0 0 0,-14-19-404 0 0,2-2-1 0 0,69 44 1 0 0,-101-72-166 0 0,0 0-1 0 0,0-1 1 0 0,0 0-1 0 0,0 0 1 0 0,1-1 0 0 0,0 0-1 0 0,14 2 1 0 0,-22-5 14 0 0,0-1 0 0 0,0 0 0 0 0,0 0 0 0 0,0 0 0 0 0,0 0 0 0 0,0 0 0 0 0,0-1 0 0 0,-1 1 0 0 0,1-1 0 0 0,0 0 0 0 0,0 0 0 0 0,0 0 0 0 0,0 0 0 0 0,-1-1 0 0 0,1 1 0 0 0,0-1 0 0 0,-1 1 0 0 0,1-1 0 0 0,-1 0 0 0 0,0 0 0 0 0,0 0 0 0 0,0 0 0 0 0,0 0 0 0 0,0-1 0 0 0,0 1 0 0 0,0-1 0 0 0,-1 1 0 0 0,1-1 0 0 0,-1 1 0 0 0,0-1 0 0 0,0 0 0 0 0,2-4 0 0 0,7-29 40 0 0,-2 0 1 0 0,-1-1-1 0 0,-2 0 0 0 0,2-66 0 0 0,-5 60-46 0 0,0-2-630 0 0,6-62 1745 0 0,4 56-2823 0 0,8 2-3941 0 0,-16 42-1371 0 0</inkml:trace>
</inkml:ink>
</file>

<file path=ppt/ink/ink1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2:53.1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 17 13363 0 0,'-8'-15'1504'0'0,"8"13"-858"0"0,5 9-380 0 0,-1 0-297 0 0,-1 1 0 0 0,1 0 0 0 0,-2 1 0 0 0,1-1 0 0 0,-1 0 0 0 0,-1 1 0 0 0,1-1-1 0 0,-1 1 1 0 0,-1 0 0 0 0,0 12 0 0 0,2 23-45 0 0,34 127 2504 0 0,-16-98-7217 0 0,-20-73 4694 0 0,4 12-5448 0 0</inkml:trace>
</inkml:ink>
</file>

<file path=ppt/ink/ink1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2:53.5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45 71 5529 0 0,'-7'1'-390'0'0,"-17"-2"-1389"0"0,23 1 1739 0 0,1 0 0 0 0,-1 0 0 0 0,1 0 0 0 0,-1 0 0 0 0,0 0-1 0 0,1-1 1 0 0,-1 1 0 0 0,1 0 0 0 0,-1 0 0 0 0,0-1 0 0 0,1 1 0 0 0,-1 0-1 0 0,1-1 1 0 0,-1 1 0 0 0,1-1 0 0 0,-1 1 0 0 0,1-1 0 0 0,0 1-1 0 0,-1-1 1 0 0,1 1 0 0 0,0-1 0 0 0,-1 1 0 0 0,1-1 0 0 0,0 1-1 0 0,-1-1 1 0 0,1 0 0 0 0,0 1 0 0 0,0-1 0 0 0,0 0 0 0 0,0 1-1 0 0,0-1 1 0 0,0-1 0 0 0,32-10 5860 0 0,-28 10-5241 0 0,98-36 2076 0 0,-88 34-2798 0 0</inkml:trace>
</inkml:ink>
</file>

<file path=ppt/ink/ink1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2:53.9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89 11979 0 0,'0'-1'81'0'0,"1"0"1"0"0,-1 0-1 0 0,1 0 1 0 0,-1 0-1 0 0,1 1 0 0 0,0-1 1 0 0,0 0-1 0 0,-1 0 1 0 0,1 0-1 0 0,0 1 1 0 0,0-1-1 0 0,0 0 1 0 0,0 1-1 0 0,0-1 1 0 0,0 1-1 0 0,0-1 1 0 0,0 1-1 0 0,2-1 1 0 0,26-10 1 0 0,-20 8 71 0 0,32-15 151 0 0,40-15-1692 0 0,-73 31 557 0 0,-1 0 1 0 0,1 0 0 0 0,-1 1 0 0 0,1 0-1 0 0,0 0 1 0 0,-1 0 0 0 0,1 1 0 0 0,12 1-1 0 0,-13 1 716 0 0,-2 0 99 0 0</inkml:trace>
</inkml:ink>
</file>

<file path=ppt/ink/ink1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2:55.6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22 269 6449 0 0,'-20'-6'2159'0'0,"18"3"-2290"0"0,12 1 521 0 0,-9 2 104 0 0,3 1-305 0 0,0-1-1 0 0,0 1 1 0 0,1-1 0 0 0,-1 1 0 0 0,0-1 0 0 0,1-1 0 0 0,-1 1-1 0 0,0-1 1 0 0,1 1 0 0 0,5-3 0 0 0,2 1 528 0 0,154-24 333 0 0,35-3 28 0 0,319-4 1291 0 0,-355 22-1632 0 0,64-7-466 0 0,410-36 1257 0 0,-465 45-1281 0 0,146-3 170 0 0,43 26-24 0 0,-257-8-298 0 0,-16-4 102 0 0,96-9 0 0 0,91-24 127 0 0,-10 1-65 0 0,-211 26 25 0 0,21-4-79 0 0,1 4 0 0 0,78 6-1 0 0,-146-1-636 0 0,0 1 0 0 0,0 0 0 0 0,14 5 0 0 0,-10-2-6908 0 0</inkml:trace>
</inkml:ink>
</file>

<file path=ppt/ink/ink1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3:08.8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29 10138 0 0,'6'-21'2325'0'0,"-6"21"-2325"0"0,0-1 0 0 0,0 1 0 0 0,1-1 0 0 0,-1 1 0 0 0,0 0 0 0 0,0-1-1 0 0,1 1 1 0 0,-1-1 0 0 0,0 1 0 0 0,0 0 0 0 0,1 0 0 0 0,-1-1-1 0 0,0 1 1 0 0,1 0 0 0 0,-1-1 0 0 0,1 1 0 0 0,-1 0 0 0 0,0 0-1 0 0,1 0 1 0 0,-1-1 0 0 0,1 1 0 0 0,-1 0 0 0 0,1 0 0 0 0,-1 0-1 0 0,0 0 1 0 0,1 0 0 0 0,-1 0 0 0 0,1 0 0 0 0,-1 0 0 0 0,1 0-1 0 0,-1 0 1 0 0,1 0 0 0 0,-1 0 0 0 0,0 0 0 0 0,1 0 0 0 0,-1 0-1 0 0,1 1 1 0 0,-1-1 0 0 0,1 0 0 0 0,-1 0 0 0 0,0 0 0 0 0,1 1-1 0 0,-1-1 1 0 0,0 0 0 0 0,1 0 0 0 0,-1 1 0 0 0,0-1 0 0 0,1 0-1 0 0,-1 1 1 0 0,0-1 0 0 0,1 1 0 0 0,-1-1 0 0 0,0 0 0 0 0,0 1-1 0 0,0-1 1 0 0,1 1 0 0 0,-1-1 0 0 0,0 0 0 0 0,0 1 0 0 0,0-1-1 0 0,0 1 1 0 0,6 14 633 0 0,-1 0 0 0 0,-1 0-1 0 0,0 0 1 0 0,-1 1-1 0 0,0-1 1 0 0,-1 1 0 0 0,-1 26-1 0 0,2 3 422 0 0,8 84 118 0 0,11 100-900 0 0,-12-110-701 0 0,-9-68-4564 0 0</inkml:trace>
</inkml:ink>
</file>

<file path=ppt/ink/ink1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3:09.5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85 29 5529 0 0,'-5'1'-459'0'0,"1"-1"1"0"0,0 1-1 0 0,-1 1 0 0 0,1-1 1 0 0,0 1-1 0 0,-5 2 0 0 0,6-2 1095 0 0,-5 2 270 0 0,-16 7 1340 0 0,24-10-2157 0 0,0-1 1 0 0,-1 0 0 0 0,1 0 0 0 0,0 0-1 0 0,-1 0 1 0 0,1 1 0 0 0,0-1 0 0 0,-1 0-1 0 0,1 0 1 0 0,0 0 0 0 0,-1 0-1 0 0,1 0 1 0 0,0 0 0 0 0,-1 0 0 0 0,1 0-1 0 0,-1 0 1 0 0,1 0 0 0 0,0 0 0 0 0,-1 0-1 0 0,1-1 1 0 0,0 1 0 0 0,-1 0 0 0 0,1 0-1 0 0,0 0 1 0 0,-1 0 0 0 0,1-1 0 0 0,0 1-1 0 0,-1 0 1 0 0,1 0 0 0 0,0 0 0 0 0,0-1-1 0 0,-1 1 1 0 0,1 0 0 0 0,0-1-1 0 0,0 1 1 0 0,-1 0 0 0 0,1 0 0 0 0,0-1-1 0 0,0 1 1 0 0,0 0 0 0 0,0-1 0 0 0,0 1-1 0 0,-1-1 1 0 0,1 1 0 0 0,0 0 0 0 0,0-1-1 0 0,0 1 1 0 0,0 0 0 0 0,0-1 0 0 0,0 0-1 0 0,6-5 1984 0 0,13-2-1580 0 0,-1 1 0 0 0,1 1-1 0 0,0 0 1 0 0,1 1 0 0 0,-1 1 0 0 0,1 1 0 0 0,0 1 0 0 0,0 0 0 0 0,37 3 0 0 0,-55-1-489 0 0,1 1 0 0 0,-1-1 0 0 0,1 1 0 0 0,-1-1 0 0 0,1 1 1 0 0,-1 0-1 0 0,1 0 0 0 0,-1 0 0 0 0,0 0 0 0 0,1 0 0 0 0,-1 1 0 0 0,0-1 0 0 0,0 1 1 0 0,0-1-1 0 0,0 1 0 0 0,0 0 0 0 0,-1 0 0 0 0,1 0 0 0 0,0 0 0 0 0,2 4 0 0 0,-3-3-42 0 0,1 1 0 0 0,-1 0 0 0 0,0 0 0 0 0,0 0 0 0 0,0 0 0 0 0,0 0 0 0 0,-1 0 0 0 0,0 0 0 0 0,0 0 0 0 0,0 0 0 0 0,-1 9 0 0 0,-2 0-125 0 0,0 0 0 0 0,0 0 1 0 0,-2 0-1 0 0,1 0 0 0 0,-2 0 0 0 0,-13 22 0 0 0,10-23 231 0 0,-1-1 0 0 0,-1 0 0 0 0,0-1 0 0 0,0 0 0 0 0,-1 0 0 0 0,0-2 0 0 0,-24 14 0 0 0,2 0-156 0 0,1-3-387 0 0,25-15 320 0 0,0 1 0 0 0,0-1 0 0 0,0 1 0 0 0,0 1-1 0 0,1-1 1 0 0,0 1 0 0 0,-11 12 0 0 0,21-16 346 0 0,0-1-1 0 0,1 0 1 0 0,-1 0 0 0 0,0 0-1 0 0,1 0 1 0 0,-1 0 0 0 0,7-1 0 0 0,64 7 653 0 0,0 3 0 0 0,98 27 0 0 0,-171-37-861 0 0,4 1-186 0 0,0 0 1 0 0,-1 1-1 0 0,1-1 0 0 0,-1 1 1 0 0,1 0-1 0 0,-1 0 1 0 0,0 0-1 0 0,0 1 0 0 0,0-1 1 0 0,5 5-1 0 0,-4-1-5865 0 0</inkml:trace>
</inkml:ink>
</file>

<file path=ppt/ink/ink1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3:09.9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 3 10594 0 0,'-8'-2'900'0'0,"23"7"-721"0"0,-11-3-87 0 0,0 1 0 0 0,-1-1 0 0 0,1 1 0 0 0,0-1-1 0 0,-1 1 1 0 0,1 1 0 0 0,-1-1 0 0 0,0 0 0 0 0,0 1 0 0 0,0-1 0 0 0,-1 1-1 0 0,1 0 1 0 0,-1 0 0 0 0,0 0 0 0 0,0 0 0 0 0,0 0 0 0 0,-1 1 0 0 0,1-1 0 0 0,1 9-1 0 0,1 11 629 0 0,-1 1 0 0 0,1 41 0 0 0,0-5-551 0 0,-3-51-580 0 0,0 0-1 0 0,1 0 0 0 0,0-1 0 0 0,1 1 0 0 0,6 14 0 0 0,-3-11-4482 0 0</inkml:trace>
</inkml:ink>
</file>

<file path=ppt/ink/ink1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3:10.2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 38 8754 0 0,'-3'0'1787'0'0,"7"-2"-395"0"0,16-4 442 0 0,30-4-319 0 0,13 1-642 0 0,15-2-645 0 0,-25 12-5369 0 0,-47 0 308 0 0</inkml:trace>
</inkml:ink>
</file>

<file path=ppt/ink/ink1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3:10.6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37 6913 0 0,'4'-4'-166'0'0,"0"0"-1"0"0,0 0 0 0 0,0 0 1 0 0,1 0-1 0 0,0 1 0 0 0,0 0 1 0 0,7-4-1 0 0,-11 7 265 0 0,0-1 1 0 0,-1 1-1 0 0,1-1 1 0 0,0 1-1 0 0,0-1 1 0 0,0 1 0 0 0,0 0-1 0 0,0 0 1 0 0,0-1-1 0 0,0 1 1 0 0,0 0-1 0 0,0 0 1 0 0,0 0-1 0 0,0 0 1 0 0,0 0-1 0 0,0 0 1 0 0,-1 0-1 0 0,1 1 1 0 0,0-1-1 0 0,0 0 1 0 0,0 0-1 0 0,0 1 1 0 0,0-1 0 0 0,0 1-1 0 0,1 0 1 0 0,-1 0 142 0 0,0 0 0 0 0,1 1 1 0 0,-1-1-1 0 0,0 1 1 0 0,0-1-1 0 0,-1 1 1 0 0,1-1-1 0 0,0 1 1 0 0,0 0-1 0 0,-1-1 0 0 0,1 1 1 0 0,-1 0-1 0 0,1 2 1 0 0,1 10 1121 0 0,-1-1 0 0 0,0 1 1 0 0,-2 16-1 0 0,1-10-992 0 0,0 63 742 0 0,2 29-1174 0 0,7-39-2822 0 0,-5-61 141 0 0,-2-5-2021 0 0</inkml:trace>
</inkml:ink>
</file>

<file path=ppt/ink/ink1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3:11.1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10594 0 0,'2'3'378'0'0,"0"0"-1"0"0,-1 1 1 0 0,1-1-1 0 0,-1 0 1 0 0,0 0-1 0 0,1 1 0 0 0,-1-1 1 0 0,-1 1-1 0 0,1-1 1 0 0,0 1-1 0 0,-1 0 1 0 0,0 4-1 0 0,0 59-111 0 0,0-42 437 0 0,9 161 1896 0 0,0-1-6090 0 0,-9-177-2237 0 0</inkml:trace>
</inkml:ink>
</file>

<file path=ppt/ink/ink1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3:11.5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0 103 5065 0 0,'1'-2'42'0'0,"-1"-1"0"0"0,1 1 0 0 0,0 0 0 0 0,0 0 0 0 0,0 0 0 0 0,0 0 0 0 0,0 0 0 0 0,0 0 1 0 0,1 0-1 0 0,-1 0 0 0 0,1 0 0 0 0,-1 1 0 0 0,1-1 0 0 0,0 0 0 0 0,-1 1 0 0 0,1 0 0 0 0,0-1 0 0 0,3 0 0 0 0,43-26 249 0 0,-37 22-221 0 0,-1 1 0 0 0,1 0-1 0 0,-1 1 1 0 0,1 0-1 0 0,1 0 1 0 0,-1 1-1 0 0,0 1 1 0 0,1 0-1 0 0,20-1 0 0 0,-29 3 3 0 0,0 0-1 0 0,0 0 0 0 0,0 0 0 0 0,0 1 0 0 0,0 0 0 0 0,0-1 0 0 0,0 1 0 0 0,0 0 0 0 0,0 0 0 0 0,0 1 0 0 0,0-1 0 0 0,-1 1 0 0 0,1-1 0 0 0,0 1 0 0 0,3 3 0 0 0,-4-2 22 0 0,0-1-1 0 0,0 1 1 0 0,-1 0 0 0 0,1 0 0 0 0,-1-1-1 0 0,1 1 1 0 0,-1 0 0 0 0,0 1-1 0 0,0-1 1 0 0,0 0 0 0 0,-1 0 0 0 0,1 0-1 0 0,-1 1 1 0 0,0-1 0 0 0,1 0 0 0 0,-2 0-1 0 0,1 1 1 0 0,-1 2 0 0 0,0 8 56 0 0,-1 0 0 0 0,-1-1 0 0 0,0 1 0 0 0,-1-1 1 0 0,0 0-1 0 0,-1 0 0 0 0,-1-1 0 0 0,0 1 0 0 0,0-1 1 0 0,-1-1-1 0 0,-11 14 0 0 0,1-4 272 0 0,-2 0-1 0 0,-1-1 1 0 0,0-1 0 0 0,-34 24 0 0 0,41-31 993 0 0,26-14 61 0 0,13-6-1123 0 0,1 0 1 0 0,32-5 0 0 0,-4 10-1149 0 0,5 11-3946 0 0,-46-4-437 0 0</inkml:trace>
</inkml:ink>
</file>

<file path=ppt/ink/ink1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3:12.1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 44 7370 0 0,'-1'0'39'0'0,"1"0"1"0"0,0 0-1 0 0,0 0 1 0 0,-1 0 0 0 0,1-1-1 0 0,0 1 1 0 0,0 0 0 0 0,0 0-1 0 0,-1 0 1 0 0,1-1-1 0 0,0 1 1 0 0,0 0 0 0 0,0 0-1 0 0,0-1 1 0 0,-1 1 0 0 0,1 0-1 0 0,0 0 1 0 0,0-1-1 0 0,0 1 1 0 0,0 0 0 0 0,0 0-1 0 0,0-1 1 0 0,0 1 0 0 0,0 0-1 0 0,0 0 1 0 0,0-1-1 0 0,0 1 1 0 0,0 0 0 0 0,0 0-1 0 0,0-1 1 0 0,0 1 0 0 0,0 0-1 0 0,0-1 1 0 0,0 1-1 0 0,0 0 1 0 0,1 0 0 0 0,-1 0-1 0 0,0-1 1 0 0,11-12 1005 0 0,16-5-27 0 0,-23 17-875 0 0,0 0-1 0 0,0 0 1 0 0,0 1-1 0 0,-1 0 1 0 0,1 0-1 0 0,0 0 0 0 0,0 0 1 0 0,0 0-1 0 0,0 1 1 0 0,0 0-1 0 0,0 0 1 0 0,0 0-1 0 0,0 0 0 0 0,-1 1 1 0 0,1-1-1 0 0,-1 1 1 0 0,1 0-1 0 0,-1 0 1 0 0,1 0-1 0 0,-1 0 0 0 0,0 1 1 0 0,4 4-1 0 0,-3-3-21 0 0,0 1 0 0 0,0-1 0 0 0,0 1 0 0 0,-1 0 0 0 0,0 0-1 0 0,0 1 1 0 0,0-1 0 0 0,0 1 0 0 0,-1-1 0 0 0,0 1 0 0 0,-1 0-1 0 0,1 0 1 0 0,1 11 0 0 0,-3-1 3 0 0,-1 0 0 0 0,-1 0 0 0 0,0-1-1 0 0,-1 1 1 0 0,0-1 0 0 0,-1 0 0 0 0,-10 23 0 0 0,-8 36 1026 0 0,22-74-1103 0 0,0 1 0 0 0,0-1 0 0 0,0 0 0 0 0,-1 1 1 0 0,1-1-1 0 0,0 0 0 0 0,0 1 0 0 0,0-1 0 0 0,0 0 1 0 0,0 0-1 0 0,0 1 0 0 0,0-1 0 0 0,1 0 0 0 0,-1 1 1 0 0,0-1-1 0 0,0 0 0 0 0,0 1 0 0 0,0-1 1 0 0,0 0-1 0 0,0 0 0 0 0,0 1 0 0 0,1-1 0 0 0,-1 0 1 0 0,0 0-1 0 0,0 1 0 0 0,0-1 0 0 0,1 0 0 0 0,-1 0 1 0 0,0 1-1 0 0,0-1 0 0 0,1 0 0 0 0,-1 0 0 0 0,0 0 1 0 0,0 0-1 0 0,1 1 0 0 0,-1-1 0 0 0,0 0 0 0 0,1 0 1 0 0,-1 0-1 0 0,18-1 777 0 0,23-14-458 0 0,-36 13-226 0 0,37-16-128 0 0,28-10-979 0 0,-23 19-2957 0 0,-35 9-2132 0 0</inkml:trace>
</inkml:ink>
</file>

<file path=ppt/ink/ink1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3:29.6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 20 12899 0 0,'-1'0'38'0'0,"1"-1"0"0"0,0 1 0 0 0,-1 0 1 0 0,1 0-1 0 0,0-1 0 0 0,-1 1 0 0 0,1 0 0 0 0,0-1 1 0 0,0 1-1 0 0,0 0 0 0 0,-1-1 0 0 0,1 1 0 0 0,0-1 0 0 0,0 1 1 0 0,0 0-1 0 0,0-1 0 0 0,0 1 0 0 0,0-1 0 0 0,-1 1 1 0 0,1-1-1 0 0,0 1 0 0 0,0 0 0 0 0,0-1 0 0 0,1 1 1 0 0,-1-1-1 0 0,0 1 0 0 0,0 0 0 0 0,0-1 0 0 0,0 1 1 0 0,0-1-1 0 0,0 1 0 0 0,1 0 0 0 0,-1-1 0 0 0,0 1 1 0 0,0-1-1 0 0,0 1 0 0 0,1 0 0 0 0,-1-1 0 0 0,0 1 1 0 0,1 0-1 0 0,-1 0 0 0 0,0-1 0 0 0,1 1 0 0 0,-1 0 1 0 0,0 0-1 0 0,1-1 0 0 0,-1 1 0 0 0,0 0 0 0 0,1 0 1 0 0,-1 0-1 0 0,1 0 0 0 0,-1 0 0 0 0,0-1 0 0 0,1 1 0 0 0,1 0-15 0 0,-1-1-1 0 0,0 1 1 0 0,1 0-1 0 0,-1 0 0 0 0,1-1 1 0 0,-1 1-1 0 0,0 0 0 0 0,1 0 1 0 0,-1 0-1 0 0,1 1 1 0 0,-1-1-1 0 0,0 0 0 0 0,1 0 1 0 0,-1 1-1 0 0,0-1 1 0 0,1 1-1 0 0,-1-1 0 0 0,3 2 1 0 0,1 3-6 0 0,0 0 0 0 0,-1 0 0 0 0,1 0 1 0 0,-1 0-1 0 0,0 1 0 0 0,-1-1 1 0 0,1 1-1 0 0,-1 0 0 0 0,0 0 0 0 0,0 0 1 0 0,3 12-1 0 0,1 10 429 0 0,7 41 0 0 0,-9-43 76 0 0,7 40 647 0 0,39 234 987 0 0,-50-287-2733 0 0,1-1-173 0 0</inkml:trace>
</inkml:ink>
</file>

<file path=ppt/ink/ink1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3:30.3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55 36 7370 0 0,'-3'-1'76'0'0,"0"-1"0"0"0,0 0 0 0 0,0 1 1 0 0,-1 0-1 0 0,1-1 0 0 0,0 1 1 0 0,0 0-1 0 0,-1 1 0 0 0,1-1 1 0 0,-1 1-1 0 0,1-1 0 0 0,0 1 1 0 0,-7 1-1 0 0,7-3-2970 0 0,12-1 4641 0 0,7-1 284 0 0,47-2 1326 0 0,67-2-2398 0 0,-127 8-995 0 0,0-1 1 0 0,0 1-1 0 0,0 1 1 0 0,0-1-1 0 0,0 0 1 0 0,0 1-1 0 0,0-1 1 0 0,0 1-1 0 0,0 0 1 0 0,-1 0-1 0 0,1 0 1 0 0,0 1-1 0 0,0-1 1 0 0,-1 1 0 0 0,1-1-1 0 0,-1 1 1 0 0,1 0-1 0 0,-1 0 1 0 0,4 4-1 0 0,-4-3-12 0 0,-1-1 0 0 0,0 0 0 0 0,0 1 1 0 0,0 0-1 0 0,-1-1 0 0 0,1 1 0 0 0,-1-1 0 0 0,1 1 0 0 0,-1 0 0 0 0,0 0 0 0 0,0-1 0 0 0,0 1 0 0 0,0 0 1 0 0,0-1-1 0 0,-1 1 0 0 0,1 0 0 0 0,-1-1 0 0 0,0 1 0 0 0,0-1 0 0 0,0 1 0 0 0,0-1 0 0 0,-2 4 1 0 0,-4 6 137 0 0,0 0 1 0 0,0-1 0 0 0,-1 1 0 0 0,-10 9 0 0 0,-9 13 527 0 0,26-33-502 0 0,0 0 1 0 0,0 0-1 0 0,0 0 1 0 0,0 0 0 0 0,0 1-1 0 0,1-1 1 0 0,-1 0-1 0 0,0 1 1 0 0,0-1-1 0 0,1 0 1 0 0,-1 1 0 0 0,1-1-1 0 0,-1 1 1 0 0,1-1-1 0 0,0 1 1 0 0,0-1-1 0 0,-1 1 1 0 0,1-1 0 0 0,0 1-1 0 0,0-1 1 0 0,1 1-1 0 0,-1 0 1 0 0,0-1-1 0 0,0 1 1 0 0,1-1 0 0 0,-1 1-1 0 0,1-1 1 0 0,-1 0-1 0 0,1 1 1 0 0,0-1-1 0 0,-1 0 1 0 0,1 1 0 0 0,0-1-1 0 0,0 0 1 0 0,0 0-1 0 0,0 1 1 0 0,0-1-1 0 0,0 0 1 0 0,0 0 0 0 0,1 0-1 0 0,-1 0 1 0 0,0-1-1 0 0,0 1 1 0 0,1 0-1 0 0,-1 0 1 0 0,2 0 0 0 0,4 1 76 0 0,-1 0 0 0 0,1 0 1 0 0,-1 0-1 0 0,1-1 0 0 0,-1 0 1 0 0,1 0-1 0 0,0 0 0 0 0,-1-1 1 0 0,8-1-1 0 0,2-1-92 0 0,0 1-1 0 0,0 0 1 0 0,30 4-1 0 0,-40-2-364 0 0,0 0 0 0 0,0 1 0 0 0,-1 0 0 0 0,1 0 0 0 0,7 4-1 0 0,-8-3-497 0 0,0 0 1 0 0,0 0-1 0 0,0 1 0 0 0,0 0 0 0 0,-1 0 0 0 0,5 5 0 0 0,-5-4 722 0 0,-4-1 40 0 0</inkml:trace>
</inkml:ink>
</file>

<file path=ppt/ink/ink1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3:30.8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 1 11058 0 0,'-1'0'62'0'0,"1"0"0"0"0,-1 0 0 0 0,1 0 1 0 0,-1 0-1 0 0,1 0 0 0 0,-1 0 0 0 0,1 0 0 0 0,-1 0 0 0 0,1 0 0 0 0,0 0 0 0 0,-1 1 0 0 0,1-1 0 0 0,-1 0 0 0 0,1 0 0 0 0,-1 0 0 0 0,1 1 0 0 0,0-1 0 0 0,-1 0 0 0 0,1 1 0 0 0,0-1 0 0 0,-1 0 0 0 0,1 1 0 0 0,0-1 0 0 0,-1 0 0 0 0,1 1 0 0 0,0-1 0 0 0,0 0 0 0 0,-1 1 1 0 0,1-1-1 0 0,0 1 0 0 0,0-1 0 0 0,0 1 0 0 0,-1-1 0 0 0,1 1 0 0 0,0-1 0 0 0,0 0 0 0 0,0 1 0 0 0,0-1 0 0 0,0 1 0 0 0,0-1 0 0 0,0 1 0 0 0,0-1 0 0 0,0 1 0 0 0,0-1 0 0 0,1 1 0 0 0,-1-1 0 0 0,0 1 0 0 0,0-1 0 0 0,0 0 0 0 0,1 1 0 0 0,-1 0 0 0 0,11 40 1056 0 0,-5-17-397 0 0,1 58 1575 0 0,-4-42-935 0 0,10 54 0 0 0,-12-89-1403 0 0,0-1 1 0 0,1 1 0 0 0,0-1 0 0 0,0 0-1 0 0,0 0 1 0 0,0 0 0 0 0,1 0 0 0 0,-1 0-1 0 0,1 0 1 0 0,0 0 0 0 0,5 4 0 0 0,1 0-937 0 0,1 0 0 0 0,-1-1 0 0 0,14 7 0 0 0,-14-8 888 0 0</inkml:trace>
</inkml:ink>
</file>

<file path=ppt/ink/ink1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3:37.8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102 55 3681 0 0,'-44'-25'1482'0'0,"34"19"35"0"0,0 0 0 0 0,-1 0 1 0 0,-15-6-1 0 0,38 23 5700 0 0,15 20-5876 0 0,-16-18-744 0 0,79 94 683 0 0,21 25-1168 0 0,-100-122-463 0 0,0 0 0 0 0,18 13-1 0 0,9-1-3855 0 0,-25-17-1957 0 0</inkml:trace>
</inkml:ink>
</file>

<file path=ppt/ink/ink1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3:38.2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50 0 15667 0 0,'-1'1'49'0'0,"1"-1"0"0"0,0 0-1 0 0,-1 1 1 0 0,1-1-1 0 0,0 0 1 0 0,-1 1 0 0 0,1-1-1 0 0,0 0 1 0 0,0 1 0 0 0,0-1-1 0 0,-1 1 1 0 0,1-1-1 0 0,0 1 1 0 0,0-1 0 0 0,0 0-1 0 0,0 1 1 0 0,0-1 0 0 0,0 1-1 0 0,0-1 1 0 0,0 1-1 0 0,0-1 1 0 0,0 0 0 0 0,0 1-1 0 0,0-1 1 0 0,0 1 0 0 0,0-1-1 0 0,0 1 1 0 0,0-1-1 0 0,1 0 1 0 0,-1 1 0 0 0,0-1-1 0 0,0 1 1 0 0,1-1 0 0 0,-1 0-1 0 0,0 1 1 0 0,0-1-1 0 0,1 1 1 0 0,12 27-326 0 0,-8-18 389 0 0,-3-4-187 0 0,0 1 0 0 0,0-1 0 0 0,-1 1 0 0 0,1 0 0 0 0,-2 0 0 0 0,1-1 0 0 0,-1 1 0 0 0,0 0-1 0 0,0 0 1 0 0,-1 0 0 0 0,-2 9 0 0 0,-3 9 36 0 0,-17 43 0 0 0,14-46 871 0 0,-8 38 1 0 0,15-49-1164 0 0,-7 27 1210 0 0,2-14-6423 0 0</inkml:trace>
</inkml:ink>
</file>

<file path=ppt/ink/ink1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3:39.7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12 433 7370 0 0,'-1'0'112'0'0,"0"-1"1"0"0,1 1 0 0 0,-1 0 0 0 0,0-1-1 0 0,1 1 1 0 0,-1 0 0 0 0,1-1 0 0 0,-1 1 0 0 0,1-1-1 0 0,-1 1 1 0 0,1-1 0 0 0,-1 1 0 0 0,1-1-1 0 0,-1 0 1 0 0,1 1 0 0 0,0-1 0 0 0,-1 1 0 0 0,1-1-1 0 0,0 0 1 0 0,0 1 0 0 0,-1-1 0 0 0,1 0-1 0 0,0 1 1 0 0,0-1 0 0 0,0 0 0 0 0,0 0-1 0 0,0 1 1 0 0,0-1 0 0 0,0 0 0 0 0,0 1 0 0 0,0-1-1 0 0,0 0 1 0 0,0 1 0 0 0,1-1 0 0 0,-1 0-1 0 0,1 0 1 0 0,0 0-143 0 0,0 0-1 0 0,1 0 1 0 0,0 0 0 0 0,-1 0-1 0 0,1 1 1 0 0,-1-1-1 0 0,1 0 1 0 0,0 1 0 0 0,0-1-1 0 0,-1 1 1 0 0,1 0-1 0 0,0 0 1 0 0,0 0 0 0 0,-1 0-1 0 0,4 0 1 0 0,-1 0 6 0 0,1 1 0 0 0,-1 0 0 0 0,0 0 0 0 0,0 0 1 0 0,0 0-1 0 0,0 1 0 0 0,0-1 0 0 0,0 1 0 0 0,0 0 1 0 0,0 0-1 0 0,0 1 0 0 0,-1-1 0 0 0,1 1 0 0 0,-1 0 1 0 0,0 0-1 0 0,4 4 0 0 0,6 8 494 0 0,0 1 0 0 0,13 22-1 0 0,-13-18 299 0 0,4 3 844 0 0,33 37 0 0 0,-45-54-1285 0 0,2 0-1 0 0,-1 0 1 0 0,0-1 0 0 0,1 1-1 0 0,0-2 1 0 0,1 1 0 0 0,-1-1-1 0 0,1 0 1 0 0,-1 0 0 0 0,12 3 0 0 0,-18-7-274 0 0,0 0 0 0 0,0 0 0 0 0,0 0 1 0 0,0 0-1 0 0,0 0 0 0 0,0 0 1 0 0,0 0-1 0 0,0-1 0 0 0,0 1 0 0 0,0 0 1 0 0,0-1-1 0 0,0 1 0 0 0,0 0 1 0 0,0-1-1 0 0,0 1 0 0 0,-1-1 1 0 0,1 1-1 0 0,0-1 0 0 0,0 0 0 0 0,-1 1 1 0 0,1-1-1 0 0,0 0 0 0 0,-1 1 1 0 0,1-1-1 0 0,0 0 0 0 0,-1 0 0 0 0,1 0 1 0 0,-1 1-1 0 0,1-1 0 0 0,-1 0 1 0 0,0 0-1 0 0,1 0 0 0 0,-1 0 1 0 0,0 0-1 0 0,0 0 0 0 0,0 0 0 0 0,0 0 1 0 0,1 0-1 0 0,-1 0 0 0 0,-1-1 1 0 0,2-50 412 0 0,-1 43-366 0 0,0-196 265 0 0,3 166-486 0 0,1 0-1 0 0,2 0 1 0 0,13-46 0 0 0,29-66-3713 0 0,-41 129-2911 0 0</inkml:trace>
</inkml:ink>
</file>

<file path=ppt/ink/ink1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3:40.0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16588 0 0,'1'3'198'0'0,"-1"-1"0"0"0,1 0 0 0 0,-1 1 0 0 0,1-1 1 0 0,0 0-1 0 0,0 0 0 0 0,0 0 0 0 0,0 1 0 0 0,0-1 1 0 0,1 0-1 0 0,1 1 0 0 0,1 6 44 0 0,12 29-676 0 0,14 48 0 0 0,-21-55-2334 0 0,1-1-1 0 0,2 0 1 0 0,22 41 0 0 0,-31-66 2070 0 0</inkml:trace>
</inkml:ink>
</file>

<file path=ppt/ink/ink1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3:40.4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56 4609 0 0,'0'-1'12'0'0,"0"0"-1"0"0,1 1 1 0 0,-1-1-1 0 0,0 0 1 0 0,0 0 0 0 0,0 1-1 0 0,0-1 1 0 0,1 0-1 0 0,-1 1 1 0 0,0-1 0 0 0,1 0-1 0 0,-1 1 1 0 0,0-1-1 0 0,1 0 1 0 0,-1 1 0 0 0,1-1-1 0 0,-1 1 1 0 0,1-1-1 0 0,-1 1 1 0 0,1-1 0 0 0,0 1-1 0 0,-1-1 1 0 0,1 1-1 0 0,0 0 1 0 0,-1-1 0 0 0,1 1-1 0 0,1-1 1 0 0,25-11-601 0 0,-19 9 532 0 0,-1 0 38 0 0,2-1 2 0 0,0 0 0 0 0,1 0 0 0 0,14-2 0 0 0,-22 5 9 0 0,1 1 1 0 0,-1-1-1 0 0,1 1 1 0 0,-1 0-1 0 0,1 0 1 0 0,-1 0-1 0 0,1 0 1 0 0,-1 1-1 0 0,1-1 1 0 0,-1 1 0 0 0,0-1-1 0 0,1 1 1 0 0,-1 0-1 0 0,0 0 1 0 0,1 0-1 0 0,-1 0 1 0 0,0 0-1 0 0,0 1 1 0 0,3 1 0 0 0,-1 1-4 0 0</inkml:trace>
</inkml:ink>
</file>

<file path=ppt/ink/ink1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3:41.3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32 9218 0 0,'11'0'1223'0'0,"-7"-1"-1099"0"0,-1 1 0 0 0,0 0 0 0 0,0 0 0 0 0,0 0 0 0 0,0 1 0 0 0,0-1 0 0 0,0 1 0 0 0,0 0 0 0 0,4 1 0 0 0,-6-1-94 0 0,1 0-1 0 0,-1 0 0 0 0,0 0 0 0 0,0 1 0 0 0,0-1 0 0 0,0 0 0 0 0,0 1 0 0 0,0-1 0 0 0,0 1 0 0 0,0-1 0 0 0,0 1 0 0 0,-1-1 0 0 0,1 1 0 0 0,-1 0 1 0 0,1-1-1 0 0,-1 1 0 0 0,0 0 0 0 0,1-1 0 0 0,-1 1 0 0 0,0 3 0 0 0,10 184 4277 0 0,-9-182-4022 0 0,2 20 100 0 0,-1-25-354 0 0,0-18 30 0 0,-2 16-59 0 0,2-36-93 0 0,1 1 1 0 0,9-35 0 0 0,-9 59 30 0 0,0 0 1 0 0,1 1-1 0 0,0-1 1 0 0,0 1-1 0 0,1 0 0 0 0,1 0 1 0 0,-1 0-1 0 0,1 1 1 0 0,1 0-1 0 0,13-14 1 0 0,-19 22 74 0 0,0 0-1 0 0,0 0 1 0 0,1 0 0 0 0,-1-1 0 0 0,0 1-1 0 0,1 1 1 0 0,-1-1 0 0 0,1 0 0 0 0,-1 0-1 0 0,1 0 1 0 0,0 1 0 0 0,-1-1 0 0 0,1 1-1 0 0,0 0 1 0 0,-1-1 0 0 0,1 1 0 0 0,0 0-1 0 0,-1 0 1 0 0,1 0 0 0 0,0 0 0 0 0,0 0-1 0 0,-1 0 1 0 0,1 0 0 0 0,0 1 0 0 0,-1-1-1 0 0,1 1 1 0 0,0-1 0 0 0,-1 1 0 0 0,1 0-1 0 0,-1 0 1 0 0,1-1 0 0 0,1 3 0 0 0,-1-2 48 0 0,0 1 0 0 0,1 0 1 0 0,-2 0-1 0 0,1 0 0 0 0,0 0 0 0 0,0 0 1 0 0,0 0-1 0 0,-1 0 0 0 0,1 1 0 0 0,-1-1 1 0 0,0 1-1 0 0,0-1 0 0 0,0 1 0 0 0,0-1 1 0 0,0 1-1 0 0,-1 0 0 0 0,1-1 0 0 0,-1 1 1 0 0,1 4-1 0 0,-1 9 388 0 0,1 0 1 0 0,1-1-1 0 0,0 1 0 0 0,1 0 1 0 0,7 21-1 0 0,-8-29-408 0 0,1-1 0 0 0,0 0 0 0 0,0 0 1 0 0,1 0-1 0 0,0-1 0 0 0,0 1 0 0 0,1-1 0 0 0,0 0 1 0 0,0 0-1 0 0,0 0 0 0 0,0-1 0 0 0,1 0 0 0 0,8 6 1 0 0,-4-6-1544 0 0,1 0-5628 0 0</inkml:trace>
</inkml:ink>
</file>

<file path=ppt/ink/ink1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4:22.7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40 315 15667 0 0,'-12'-1'927'0'0,"-16"-3"-4976"0"0,93-17 4891 0 0,55-3 1146 0 0,195-15-1 0 0,-63 8-850 0 0,62-4 344 0 0,210 7-619 0 0,-368 21-876 0 0,152-2 78 0 0,435-4 667 0 0,-145-2-560 0 0,289 49-128 0 0,-385 6-14 0 0,139 17 70 0 0,-215-51 355 0 0,48-8-448 0 0,-199 16-291 0 0,-97-2 594 0 0,15 0-542 0 0,187 3 300 0 0,99-29-176 0 0,-72 12 37 0 0,-318 3 71 0 0,37 2 2 0 0,211-5 24 0 0,178-11-34 0 0,-232 9 58 0 0,-104-6-29 0 0,97 0-10 0 0,-37 19-50 0 0,259-25 0 0 0,-194-1 40 0 0,-54 5 0 0 0,214-19 0 0 0,-114 18 65 0 0,-186 10-13 0 0,174 2-39 0 0,-148 3-15 0 0,360-2 183 0 0,-147-11-26 0 0,255-1-14 0 0,794-10-55 0 0,432-28-217 0 0,-1455 27 137 0 0,175-2-1 0 0,459 44-16 0 0,-938-22 189 0 0,-66 0-848 0 0,68 5 0 0 0,-109 0 185 0 0,0 0 0 0 0,0 1 0 0 0,0 1 0 0 0,0 1 0 0 0,-1 0 0 0 0,0 1 0 0 0,0 1 0 0 0,16 10 0 0 0,-22-10 76 0 0,-3 0 7 0 0</inkml:trace>
</inkml:ink>
</file>

<file path=ppt/ink/ink1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4:24.1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 1 6913 0 0,'1'19'281'0'0,"1"0"-1"0"0,1 0 1 0 0,7 24-1 0 0,2 11-281 0 0,-3 4 485 0 0,-3 0 1 0 0,-2 0-1 0 0,-7 110 0 0 0,-40 517 5789 0 0,30 1-3553 0 0,33-92-1290 0 0,0 1-627 0 0,-23-390-238 0 0,-1-32 203 0 0,22 200 0 0 0,-10-311-670 0 0,7 76 64 0 0,-14-116-164 0 0,-2 0 1 0 0,0 0 0 0 0,-1 0 0 0 0,-7 30 0 0 0,3-32-115 0 0,3-15-36 0 0,1 0 0 0 0,1 1 0 0 0,-1-1 0 0 0,1 1 0 0 0,0-1 0 0 0,0 1 0 0 0,0-1 0 0 0,1 1 0 0 0,0-1 0 0 0,0 1 1 0 0,1 6-1 0 0</inkml:trace>
</inkml:ink>
</file>

<file path=ppt/ink/ink1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4:13.4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0 159 14283 0 0,'0'-1'8'0'0,"0"0"0"0"0,0 0 0 0 0,0 0 0 0 0,0 0 0 0 0,1 0 1 0 0,-1 0-1 0 0,0 0 0 0 0,1 0 0 0 0,-1 0 0 0 0,0 0 0 0 0,1 0 0 0 0,-1 0 0 0 0,1 0 0 0 0,0 0 0 0 0,-1 0 0 0 0,1 0 1 0 0,0 1-1 0 0,-1-1 0 0 0,1 0 0 0 0,0 1 0 0 0,0-1 0 0 0,1-1 0 0 0,22-15-458 0 0,-22 17 566 0 0,0 0 1 0 0,0 1-1 0 0,1-1 1 0 0,-1 1-1 0 0,0 0 1 0 0,0 0-1 0 0,0-1 1 0 0,0 1-1 0 0,0 1 1 0 0,0-1-1 0 0,0 0 1 0 0,0 0-1 0 0,0 1 1 0 0,0-1-1 0 0,2 4 1 0 0,29 29 2368 0 0,-28-29-2322 0 0,52 61 640 0 0,4-3 0 0 0,93 76 0 0 0,-151-137-754 0 0,-1 0 0 0 0,1 0 0 0 0,0 0 0 0 0,-1 0-1 0 0,1 0 1 0 0,0-1 0 0 0,0 1 0 0 0,0-1-1 0 0,0 0 1 0 0,0 0 0 0 0,1 0 0 0 0,-1 0 0 0 0,0-1-1 0 0,0 1 1 0 0,1-1 0 0 0,-1 0 0 0 0,0 0-1 0 0,1 0 1 0 0,-1 0 0 0 0,6-2 0 0 0,-6 0 8 0 0,1 1-1 0 0,-1-1 1 0 0,0 0 0 0 0,1-1 0 0 0,-1 1 0 0 0,0-1 0 0 0,0 1 0 0 0,-1-1 0 0 0,1 0 0 0 0,-1 0 0 0 0,1 0-1 0 0,-1 0 1 0 0,0 0 0 0 0,0-1 0 0 0,0 1 0 0 0,0-1 0 0 0,1-4 0 0 0,25-69 143 0 0,37-157 1 0 0,-46 158-189 0 0,-16 66-14 0 0,1-2-3672 0 0</inkml:trace>
</inkml:ink>
</file>

<file path=ppt/ink/ink1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4:13.8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10138 0 0,'0'0'1050'0'0,"0"1"-954"0"0,0 1 0 0 0,1-1 0 0 0,0 0 0 0 0,-1 0 0 0 0,1 1 0 0 0,0-1 0 0 0,-1 0 0 0 0,1 0 0 0 0,0 0 0 0 0,0 0 0 0 0,0 0 0 0 0,0 0 0 0 0,0 0 0 0 0,0 0 0 0 0,0 0 0 0 0,0 0 0 0 0,2 0 0 0 0,12 15-532 0 0,-11-2 801 0 0,-1 1 0 0 0,-1-1 1 0 0,-1 1-1 0 0,0 0 0 0 0,-1 18 0 0 0,0-16 228 0 0,0 1 0 0 0,1-1 1 0 0,6 26-1 0 0,20 54-1460 0 0,-24-85-139 0 0</inkml:trace>
</inkml:ink>
</file>

<file path=ppt/ink/ink1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4:14.2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44 9674 0 0,'0'-1'36'0'0,"0"0"0"0"0,1 0 0 0 0,-1 1 0 0 0,0-1 0 0 0,0 0 0 0 0,1 0 0 0 0,-1 0 0 0 0,0 0 0 0 0,1 0 0 0 0,-1 0 0 0 0,1 1 0 0 0,-1-1 0 0 0,1 0 0 0 0,0 1 0 0 0,-1-1 0 0 0,1 0 0 0 0,0 1 0 0 0,-1-1 0 0 0,1 0 0 0 0,0 1 0 0 0,0-1 0 0 0,0 1 0 0 0,-1-1 0 0 0,1 1 0 0 0,0 0 0 0 0,0-1 0 0 0,0 1-1 0 0,1 0 1 0 0,33-14-468 0 0,-32 13 483 0 0,3-1-95 0 0,1 0 1 0 0,0 0 0 0 0,0 1-1 0 0,0 0 1 0 0,-1 0 0 0 0,1 1 0 0 0,0 0-1 0 0,8 0 1 0 0,-9 1-157 0 0</inkml:trace>
</inkml:ink>
</file>

<file path=ppt/ink/ink1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4:14.6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60 10594 0 0,'0'0'472'0'0,"1"0"96"0"0,0 0-455 0 0,2-1-113 0 0,0-1 0 0 0,0 1 0 0 0,0 0 0 0 0,3-3-65 0 0,4 0 65 0 0,4-2-104 0 0,3-2 104 0 0,0-1 0 0 0,0 2 96 0 0,-1-1-23 0 0,0-1-73 0 0</inkml:trace>
</inkml:ink>
</file>

<file path=ppt/ink/ink1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4:34.3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 44 3225 0 0,'-4'-4'288'0'0,"1"0"-288"0"0,2 3 0 0 0,1 0 0 0 0,0 0 88 0 0,-1-1-88 0 0,-2-3 80 0 0,-2-1-80 0 0,-1-3 0 0 0,-2-1 0 0 0</inkml:trace>
</inkml:ink>
</file>

<file path=ppt/ink/ink1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4:34.7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23 194 8290 0 0,'-2'-2'149'0'0,"0"-1"-1"0"0,0 1 1 0 0,0-1 0 0 0,0 1 0 0 0,0-1 0 0 0,1 0 0 0 0,-1 0 0 0 0,1 0 0 0 0,0 0-1 0 0,-1 0 1 0 0,1 0 0 0 0,1 0 0 0 0,-1 0 0 0 0,0 0 0 0 0,1 0 0 0 0,0-1-1 0 0,0 1 1 0 0,0 0 0 0 0,0 0 0 0 0,0-1 0 0 0,1 1 0 0 0,-1 0 0 0 0,1 0-1 0 0,1-5 1 0 0,0 1 29 0 0,-1 1 0 0 0,1 0 1 0 0,1 0-1 0 0,-1 0 0 0 0,1 0 0 0 0,0 1 0 0 0,0-1 0 0 0,1 1 0 0 0,-1 0 0 0 0,1 0 0 0 0,9-9 0 0 0,-7 9 110 0 0,1 1-1 0 0,0 0 0 0 0,0 0 1 0 0,0 0-1 0 0,0 1 1 0 0,0 0-1 0 0,1 1 0 0 0,-1-1 1 0 0,15-1-1 0 0,-19 3-245 0 0,0 1 0 0 0,0 0 0 0 0,1-1 0 0 0,-1 1 0 0 0,0 0 0 0 0,0 1 1 0 0,1-1-1 0 0,-1 1 0 0 0,0-1 0 0 0,0 1 0 0 0,0 0 0 0 0,0 0 0 0 0,1 0 0 0 0,-1 1 0 0 0,-1-1 0 0 0,1 1 0 0 0,0-1 0 0 0,0 1 0 0 0,-1 0 0 0 0,1 0 1 0 0,-1 0-1 0 0,1 1 0 0 0,-1-1 0 0 0,0 0 0 0 0,3 6 0 0 0,1 3-22 0 0,0 1-1 0 0,-1 0 1 0 0,0 1 0 0 0,-1-1 0 0 0,-1 1-1 0 0,0 0 1 0 0,1 14 0 0 0,4 97 224 0 0,-7-93-207 0 0,-2-18 142 0 0,1 0 1 0 0,-2-1 0 0 0,0 1-1 0 0,0-1 1 0 0,-6 18 0 0 0,0-3 698 0 0,9-27-859 0 0,-1 1 0 0 0,0-1 0 0 0,1 0-1 0 0,-1 0 1 0 0,1 1 0 0 0,-1-1 0 0 0,0 0 0 0 0,1 0 0 0 0,-1 0-1 0 0,1 1 1 0 0,-1-1 0 0 0,1 0 0 0 0,-1 0 0 0 0,1 0 0 0 0,-1 0 0 0 0,1 0-1 0 0,-1 0 1 0 0,1 0 0 0 0,-1 0 0 0 0,1 0 0 0 0,-1 0 0 0 0,1 0-1 0 0,-1-1 1 0 0,0 1 0 0 0,1 0 0 0 0,-1 0 0 0 0,1 0 0 0 0,-1 0-1 0 0,1-1 1 0 0,-1 1 0 0 0,0 0 0 0 0,1-1 0 0 0,-1 1 0 0 0,1 0-1 0 0,-1-1 1 0 0,21-8 254 0 0,93-42 975 0 0,-53 34-2097 0 0,0 10-5262 0 0,-47 8-661 0 0</inkml:trace>
</inkml:ink>
</file>

<file path=ppt/ink/ink1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4:35.2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0 198 9218 0 0,'0'0'65'0'0,"0"-1"-1"0"0,0 1 1 0 0,1-1 0 0 0,-1 1 0 0 0,0-1-1 0 0,0 1 1 0 0,0-1 0 0 0,1 1 0 0 0,-1-1-1 0 0,0 1 1 0 0,0-1 0 0 0,1 1-1 0 0,-1 0 1 0 0,0-1 0 0 0,1 1 0 0 0,-1 0-1 0 0,1-1 1 0 0,-1 1 0 0 0,0 0 0 0 0,1-1-1 0 0,-1 1 1 0 0,1 0 0 0 0,-1 0-1 0 0,1-1 1 0 0,-1 1 0 0 0,1 0 0 0 0,-1 0-1 0 0,1 0 1 0 0,-1 0 0 0 0,1 0 0 0 0,-1 0-1 0 0,1 0 1 0 0,-1 0 0 0 0,1 0-1 0 0,-1 0 1 0 0,1 0 0 0 0,-1 0 0 0 0,1 0-1 0 0,-1 0 1 0 0,1 1 0 0 0,26 0 1092 0 0,-21 2-785 0 0,0-1 0 0 0,-1 1 0 0 0,1 0-1 0 0,-1 0 1 0 0,0 0 0 0 0,0 1-1 0 0,0 0 1 0 0,-1 0 0 0 0,1 0 0 0 0,-1 0-1 0 0,0 1 1 0 0,0 0 0 0 0,0 0-1 0 0,3 6 1 0 0,4 9 434 0 0,-1 1-1 0 0,12 34 1 0 0,-15-36-430 0 0,1 1 1 0 0,16 27-1 0 0,-20-41-334 0 0,-1 0-16 0 0,0 0 0 0 0,0-1 0 0 0,1 0 0 0 0,0 0 0 0 0,0 0 0 0 0,0 0 0 0 0,1 0 0 0 0,-1-1-1 0 0,1 0 1 0 0,0 0 0 0 0,0 0 0 0 0,6 2 0 0 0,-8-45 762 0 0,47-269-484 0 0,-35 230-632 0 0,0 15-2547 0 0,-10 47-4525 0 0</inkml:trace>
</inkml:ink>
</file>

<file path=ppt/ink/ink1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4:15.1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0 211 10594 0 0,'1'-1'162'0'0,"-1"-1"1"0"0,0 0-1 0 0,0 0 0 0 0,1 1 0 0 0,-1-1 0 0 0,1 1 0 0 0,0-1 0 0 0,-1 0 0 0 0,1 1 1 0 0,0-1-1 0 0,0 1 0 0 0,0 0 0 0 0,0-1 0 0 0,0 1 0 0 0,0 0 0 0 0,0-1 0 0 0,1 1 1 0 0,-1 0-1 0 0,0 0 0 0 0,1 0 0 0 0,-1 0 0 0 0,1 0 0 0 0,-1 0 0 0 0,3 0 0 0 0,0-2 21 0 0,1 1-1 0 0,0-1 0 0 0,0 1 0 0 0,-1 0 0 0 0,1 0 0 0 0,0 1 1 0 0,8-2-1 0 0,-10 3-149 0 0,0 0 0 0 0,0 1-1 0 0,0-1 1 0 0,0 1 0 0 0,0-1 0 0 0,0 1 0 0 0,0 0 0 0 0,0 0 0 0 0,0 0 0 0 0,0 1 0 0 0,-1-1 0 0 0,1 1 0 0 0,0-1-1 0 0,-1 1 1 0 0,1 0 0 0 0,-1 0 0 0 0,0 0 0 0 0,0 0 0 0 0,1 1 0 0 0,-1-1 0 0 0,3 5 0 0 0,3 6 502 0 0,0 1 0 0 0,0 0 0 0 0,6 19 1 0 0,9 14 562 0 0,-20-43-1018 0 0,-1 1 0 0 0,1-1-1 0 0,0 0 1 0 0,1 0-1 0 0,-1-1 1 0 0,1 1 0 0 0,-1-1-1 0 0,1 1 1 0 0,0-1 0 0 0,0 0-1 0 0,1-1 1 0 0,-1 1-1 0 0,6 1 1 0 0,-8-3-48 0 0,1 0 0 0 0,-1-1 0 0 0,1 1 0 0 0,0-1 0 0 0,-1 0 0 0 0,1 0-1 0 0,-1 0 1 0 0,1 0 0 0 0,0-1 0 0 0,-1 1 0 0 0,1-1 0 0 0,-1 1 0 0 0,1-1 0 0 0,-1 0 0 0 0,1 0 0 0 0,-1 0 0 0 0,0 0 0 0 0,0 0-1 0 0,1-1 1 0 0,-1 1 0 0 0,0-1 0 0 0,0 0 0 0 0,0 1 0 0 0,0-1 0 0 0,-1 0 0 0 0,1 0 0 0 0,1-2 0 0 0,6-7-9 0 0,-1-1 1 0 0,-1 0 0 0 0,0 0-1 0 0,-1 0 1 0 0,0-1-1 0 0,0 0 1 0 0,3-16 0 0 0,21-99-979 0 0,-25 107 570 0 0,-5 17 45 0 0,8-34-1293 0 0,-5 13-4499 0 0,-1 14 593 0 0</inkml:trace>
</inkml:ink>
</file>

<file path=ppt/ink/ink1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4:15.7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29 147 6449 0 0,'-3'-3'288'0'0,"1"0"0"0"0,-1 0-1 0 0,1 0 1 0 0,-1 0-1 0 0,1-1 1 0 0,0 1 0 0 0,0-1-1 0 0,1 1 1 0 0,-1-1-1 0 0,1 0 1 0 0,0 0-1 0 0,0 0 1 0 0,0 1 0 0 0,0-1-1 0 0,0 0 1 0 0,1 0-1 0 0,0 0 1 0 0,0 0 0 0 0,0 0-1 0 0,1 0 1 0 0,-1 0-1 0 0,1 0 1 0 0,0 0 0 0 0,2-8-1 0 0,-1 9-270 0 0,-1 0 1 0 0,1 1-1 0 0,-1-1 0 0 0,1 0 1 0 0,0 0-1 0 0,0 1 0 0 0,0-1 1 0 0,1 1-1 0 0,-1-1 0 0 0,1 1 1 0 0,-1 0-1 0 0,1 0 0 0 0,0 0 1 0 0,-1 1-1 0 0,1-1 0 0 0,0 1 1 0 0,0-1-1 0 0,0 1 0 0 0,1 0 1 0 0,-1 0-1 0 0,0 0 0 0 0,0 0 1 0 0,0 1-1 0 0,1 0 0 0 0,-1-1 1 0 0,0 1-1 0 0,1 0 0 0 0,-1 1 1 0 0,0-1-1 0 0,5 1 0 0 0,0 1 71 0 0,0-1 0 0 0,0 1 0 0 0,0 0 0 0 0,0 1-1 0 0,-1 0 1 0 0,1 0 0 0 0,-1 1 0 0 0,0 0 0 0 0,0 0-1 0 0,8 6 1 0 0,-12-8-60 0 0,-1 1 0 0 0,1 0 1 0 0,0 0-1 0 0,-1 0 0 0 0,0 0 0 0 0,0 0 0 0 0,0 0 0 0 0,0 1 0 0 0,0-1 0 0 0,-1 0 0 0 0,1 1 0 0 0,-1 0 1 0 0,0-1-1 0 0,0 1 0 0 0,0 0 0 0 0,-1-1 0 0 0,1 1 0 0 0,-1 0 0 0 0,0 0 0 0 0,0 0 0 0 0,0 0 1 0 0,-1-1-1 0 0,0 7 0 0 0,-14 34-43 0 0,12-38 316 0 0,0-1 0 0 0,1 1 1 0 0,0 0-1 0 0,0 1 0 0 0,0-1 1 0 0,1 0-1 0 0,0 0 0 0 0,0 1 0 0 0,1-1 1 0 0,0 10-1 0 0,0-16-222 0 0,1 1 0 0 0,-1-1-1 0 0,1 0 1 0 0,0 1 0 0 0,-1-1 0 0 0,1 0-1 0 0,0 1 1 0 0,-1-1 0 0 0,1 0 0 0 0,0 0-1 0 0,0 1 1 0 0,-1-1 0 0 0,1 0 0 0 0,0 0-1 0 0,-1 0 1 0 0,1 0 0 0 0,0 0 0 0 0,0 0-1 0 0,-1 0 1 0 0,1 0 0 0 0,0 0 0 0 0,0 0-1 0 0,-1-1 1 0 0,2 1 0 0 0,25-6-105 0 0,-24 5 88 0 0,19-4-459 0 0,35-7-4500 0 0,-48 11 3425 0 0</inkml:trace>
</inkml:ink>
</file>

<file path=ppt/ink/ink1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4:16.1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19356 0 0,'2'1'161'0'0,"0"0"0"0"0,0 0 0 0 0,0 1 0 0 0,0-1 0 0 0,0 0 0 0 0,1-1 0 0 0,-1 1 0 0 0,0 0 0 0 0,1-1 0 0 0,-1 1 0 0 0,0-1-1 0 0,1 0 1 0 0,2 0 0 0 0,0 1-5 0 0,53 6-916 0 0,-30-6-4759 0 0,45-2 0 0 0,-33-5 3810 0 0,-22 2 1423 0 0,-15 2 140 0 0</inkml:trace>
</inkml:ink>
</file>

<file path=ppt/ink/ink1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4:16.5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73 13827 0 0,'6'-4'608'0'0,"0"1"128"0"0,2 0-584 0 0,0 1-152 0 0,-1-1 0 0 0,0 0 0 0 0,2 0 160 0 0,6-2 8 0 0,8-4 0 0 0,15-4-2952 0 0,3 0-585 0 0,-1 2-120 0 0</inkml:trace>
</inkml:ink>
</file>

<file path=ppt/ink/ink1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4:36.8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 7 7834 0 0,'-7'-1'4174'0'0,"12"-1"-1470"0"0,25-1-454 0 0,8 7-2126 0 0,-37-4-102 0 0,1 0-1 0 0,-1 1 1 0 0,0-1 0 0 0,0 1-1 0 0,0-1 1 0 0,0 1 0 0 0,1-1 0 0 0,-1 1-1 0 0,0-1 1 0 0,0 1 0 0 0,0 0-1 0 0,0 0 1 0 0,-1-1 0 0 0,1 1-1 0 0,0 0 1 0 0,0 0 0 0 0,0 0 0 0 0,-1 0-1 0 0,1 0 1 0 0,0 0 0 0 0,-1 0-1 0 0,2 3 1 0 0,-2 2 15 0 0,1 0 0 0 0,-1 1-1 0 0,0-1 1 0 0,0 0 0 0 0,0 1 0 0 0,-1-1 0 0 0,0 0-1 0 0,-3 9 1 0 0,-19 52 773 0 0,11-34-500 0 0,4-15-111 0 0,-7 25 288 0 0,14-41-426 0 0,1 1-1 0 0,-1-1 1 0 0,1 1 0 0 0,-1 0-1 0 0,1-1 1 0 0,0 1 0 0 0,0 0 0 0 0,0-1-1 0 0,0 1 1 0 0,1 0 0 0 0,-1-1-1 0 0,2 5 1 0 0,-1-5-41 0 0,0-1 1 0 0,0 0-1 0 0,0 0 1 0 0,0 0-1 0 0,0 0 1 0 0,0 0-1 0 0,0-1 1 0 0,0 1-1 0 0,0 0 1 0 0,0 0-1 0 0,0-1 0 0 0,1 1 1 0 0,-1-1-1 0 0,0 1 1 0 0,0-1-1 0 0,1 1 1 0 0,-1-1-1 0 0,0 0 1 0 0,1 0-1 0 0,-1 1 0 0 0,1-1 1 0 0,-1 0-1 0 0,3-1 1 0 0,39-3 143 0 0,-29 1-266 0 0,-4 2 47 0 0,0 1-1 0 0,0-1 0 0 0,0 2 0 0 0,0-1 1 0 0,0 1-1 0 0,0 1 0 0 0,0 0 0 0 0,0 0 0 0 0,-1 1 1 0 0,17 7-1 0 0,-21-8 60 0 0,-1 1 1 0 0,0-1-1 0 0,0 1 0 0 0,0 0 1 0 0,0 0-1 0 0,-1 1 1 0 0,1-1-1 0 0,-1 1 0 0 0,0 0 1 0 0,0 0-1 0 0,0 0 1 0 0,0 0-1 0 0,-1 0 0 0 0,0 1 1 0 0,0-1-1 0 0,0 1 1 0 0,0 0-1 0 0,-1-1 0 0 0,0 1 1 0 0,0 0-1 0 0,0 0 1 0 0,0 0-1 0 0,-1 7 0 0 0,0 0 147 0 0,-1 0-1 0 0,0 0 1 0 0,-1-1-1 0 0,-1 1 0 0 0,0-1 1 0 0,0 1-1 0 0,-1-1 1 0 0,0 0-1 0 0,-7 10 0 0 0,-56 94 230 0 0,63-109-434 0 0,-37 48-942 0 0,22-33-3211 0 0,7-8-1635 0 0,8-9 910 0 0</inkml:trace>
</inkml:ink>
</file>

<file path=ppt/ink/ink1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4:37.2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6 148 12643 0 0,'-1'-1'68'0'0,"1"0"0"0"0,-1 0 0 0 0,1 1-1 0 0,-1-1 1 0 0,1 0 0 0 0,-1 0 0 0 0,1 0 0 0 0,0 0 0 0 0,0 0 0 0 0,-1 0 0 0 0,1 0 0 0 0,0 1 0 0 0,0-1 0 0 0,0 0 0 0 0,0 0 0 0 0,0 0 0 0 0,0 0 0 0 0,0 0 0 0 0,0 0 0 0 0,0 0 0 0 0,1 0-1 0 0,-1 0 1 0 0,0 0 0 0 0,1 1 0 0 0,-1-1 0 0 0,0 0 0 0 0,1 0 0 0 0,-1 0 0 0 0,1 1 0 0 0,0-2 0 0 0,0 1-59 0 0,-1 1 0 0 0,0-1 0 0 0,1 1 1 0 0,-1 0-1 0 0,0-1 0 0 0,1 1 0 0 0,-1-1 0 0 0,0 1 0 0 0,1 0 0 0 0,-1 0 0 0 0,1-1 1 0 0,-1 1-1 0 0,0 0 0 0 0,1 0 0 0 0,-1-1 0 0 0,1 1 0 0 0,-1 0 0 0 0,1 0 1 0 0,-1 0-1 0 0,1 0 0 0 0,-1 0 0 0 0,1 0 0 0 0,0 0 0 0 0,0 0-10 0 0,-1 0 0 0 0,1 1 1 0 0,0-1-1 0 0,-1 0 0 0 0,1 1 0 0 0,0-1 0 0 0,-1 1 0 0 0,1-1 0 0 0,-1 1 0 0 0,1 0 0 0 0,-1-1 0 0 0,1 1 0 0 0,-1-1 0 0 0,0 1 1 0 0,1 0-1 0 0,-1-1 0 0 0,0 1 0 0 0,1 0 0 0 0,-1 0 0 0 0,0-1 0 0 0,0 1 0 0 0,0 1 0 0 0,8 23 1619 0 0,1 1-1 0 0,23 45 0 0 0,-26-60-1349 0 0,1 0 1 0 0,0 0-1 0 0,1-1 0 0 0,0 0 0 0 0,1-1 0 0 0,0 1 0 0 0,0-2 1 0 0,14 10-1 0 0,-10-9-73 0 0,-9-6-173 0 0,1-1 1 0 0,-1 1 0 0 0,0 0-1 0 0,0 0 1 0 0,0 1 0 0 0,0-1-1 0 0,5 7 1 0 0,-10-13 49 0 0,0-1-1 0 0,0 1 1 0 0,1 0 0 0 0,-1-1-1 0 0,1 1 1 0 0,0-1 0 0 0,0 1-1 0 0,0-1 1 0 0,1 1 0 0 0,-1 0-1 0 0,1-4 1 0 0,13-47 59 0 0,-8 32-50 0 0,3-16-158 0 0,2 2 0 0 0,24-54-1 0 0,-1 25-6454 0 0,-10 26-731 0 0</inkml:trace>
</inkml:ink>
</file>

<file path=ppt/ink/ink1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7:35.7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225 47 2304 0 0,'0'-2'163'0'0,"0"1"0"0"0,-1-1 0 0 0,1 0 0 0 0,0 1 0 0 0,0-1 0 0 0,0 0 0 0 0,0 0-1 0 0,0 1 1 0 0,1-1 0 0 0,-1 0 0 0 0,1 1 0 0 0,-1-1 0 0 0,1 0 0 0 0,-1 1 0 0 0,1-1-1 0 0,0 1 1 0 0,0-1 0 0 0,-1 1 0 0 0,1-1 0 0 0,1 1 0 0 0,-1-1 0 0 0,0 1-1 0 0,0 0 1 0 0,0 0 0 0 0,1 0 0 0 0,-1 0 0 0 0,0 0 0 0 0,1 0 0 0 0,-1 0 0 0 0,1 0-1 0 0,1-1 1 0 0,-49 34 419 0 0,-140 91 1597 0 0,169-116-1829 0 0,19-16 347 0 0,22-18 294 0 0,-23 26-990 0 0,0 0 0 0 0,0 0 0 0 0,0 0 0 0 0,1 0 0 0 0,-1 0 0 0 0,1 0 0 0 0,-1 0 0 0 0,1 1 0 0 0,-1-1 0 0 0,1 1 0 0 0,-1-1 0 0 0,1 1 0 0 0,-1-1 0 0 0,3 1 0 0 0,-3 0 1 0 0,0 0-1 0 0,0 0 1 0 0,-1 0 0 0 0,1 0-1 0 0,0 1 1 0 0,0-1 0 0 0,0 0-1 0 0,-1 1 1 0 0,1-1 0 0 0,0 0-1 0 0,-1 1 1 0 0,1-1 0 0 0,0 1 0 0 0,-1-1-1 0 0,1 1 1 0 0,0-1 0 0 0,-1 1-1 0 0,1-1 1 0 0,-1 1 0 0 0,2 1-1 0 0,-1 0 3 0 0,0 1 1 0 0,0-1-1 0 0,0 1 0 0 0,0-1 0 0 0,-1 1 0 0 0,1 0 0 0 0,-1-1 1 0 0,1 1-1 0 0,-1 0 0 0 0,0-1 0 0 0,0 1 0 0 0,0 0 0 0 0,0 0 1 0 0,-1-1-1 0 0,0 4 0 0 0,-29 86-12 0 0,65-129-173 0 0,-17 15 145 0 0,-9 14 1 0 0,-2-1 0 0 0,1 0 0 0 0,-1 0-1 0 0,0-1 1 0 0,-1 0 0 0 0,-1 0 0 0 0,1 0 0 0 0,4-14 0 0 0,-11 28 16 0 0,-1 2-4 0 0,0 0 0 0 0,1 0 0 0 0,0 0 0 0 0,1 0 0 0 0,-1 12 0 0 0,1-17 18 0 0,0 0-1 0 0,1 0 0 0 0,-1 0 1 0 0,0 0-1 0 0,0 0 0 0 0,1 0 1 0 0,-1 0-1 0 0,1-1 0 0 0,-1 1 1 0 0,1 0-1 0 0,-1 0 1 0 0,1 0-1 0 0,-1 0 0 0 0,1 0 1 0 0,0-1-1 0 0,0 1 0 0 0,-1 0 1 0 0,1-1-1 0 0,0 1 1 0 0,0 0-1 0 0,0-1 0 0 0,0 1 1 0 0,-1-1-1 0 0,1 1 0 0 0,0-1 1 0 0,0 0-1 0 0,0 1 1 0 0,0-1-1 0 0,0 0 0 0 0,0 0 1 0 0,0 0-1 0 0,0 1 0 0 0,0-1 1 0 0,0 0-1 0 0,0 0 1 0 0,1-1-1 0 0,-1 1 0 0 0,0 0 1 0 0,0 0-1 0 0,0 0 0 0 0,0-1 1 0 0,0 1-1 0 0,0-1 0 0 0,0 1 13 0 0,-1 0 0 0 0,1 0-1 0 0,-1-1 1 0 0,1 1-1 0 0,-1 0 1 0 0,0 0 0 0 0,1 0-1 0 0,-1-1 1 0 0,0 1-1 0 0,1 0 1 0 0,-1-1 0 0 0,0 1-1 0 0,1 0 1 0 0,-1-1-1 0 0,0 1 1 0 0,1 0 0 0 0,-1-1-1 0 0,0 1 1 0 0,0-1-1 0 0,0 1 1 0 0,1 0-1 0 0,-1-1 1 0 0,0 1 0 0 0,0-1-1 0 0,0 1 1 0 0,0-1-1 0 0,0 1 1 0 0,0 0 0 0 0,0-1-1 0 0,0 1 1 0 0,0-1-1 0 0,0 1 1 0 0,0-1 0 0 0,0 1-1 0 0,0-1 1 0 0,0 1-1 0 0,0 0 1 0 0,-1-1 0 0 0,1 1-1 0 0,0-1 1 0 0,0 1-1 0 0,0 0 1 0 0,-1-1-1 0 0,1 1 1 0 0,0-1 0 0 0,-1 1-1 0 0,1 0 1 0 0,0-1-1 0 0,0 1 1 0 0,-1 0 0 0 0,0-1-1 0 0,0 1 48 0 0</inkml:trace>
</inkml:ink>
</file>

<file path=ppt/ink/ink1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7:38.4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74 84 920 0 0,'-1'-3'200'0'0,"1"-1"0"0"0,-1 0-1 0 0,0 0 1 0 0,1 0 0 0 0,0 0-1 0 0,0 0 1 0 0,1-4 0 0 0,-1-15 1380 0 0,-1 21-1655 0 0,1-21 3852 0 0,5 22-803 0 0,7 12-1620 0 0,-7-6-1194 0 0,-1 1 0 0 0,-1-1-1 0 0,1 1 1 0 0,-1 0 0 0 0,0 0 0 0 0,-1 0 0 0 0,1 1 0 0 0,-1-1-1 0 0,-1 0 1 0 0,1 1 0 0 0,-1 0 0 0 0,0-1 0 0 0,0 11 0 0 0,-1-10-34 0 0,1 0 1 0 0,0-1-1 0 0,0 1 1 0 0,0 0 0 0 0,1-1-1 0 0,0 1 1 0 0,0-1-1 0 0,1 0 1 0 0,-1 0 0 0 0,2 0-1 0 0,-1 0 1 0 0,5 7-1 0 0,-7-12-115 0 0,1 1 0 0 0,-1-1-1 0 0,0 1 1 0 0,1-1-1 0 0,-1 0 1 0 0,1 0-1 0 0,0 0 1 0 0,-1 0 0 0 0,1 0-1 0 0,0 0 1 0 0,-1 0-1 0 0,1 0 1 0 0,0-1-1 0 0,0 1 1 0 0,0-1-1 0 0,0 1 1 0 0,-1-1 0 0 0,1 0-1 0 0,0 0 1 0 0,0 1-1 0 0,0-2 1 0 0,0 1-1 0 0,0 0 1 0 0,0 0 0 0 0,0 0-1 0 0,0-1 1 0 0,-1 1-1 0 0,1-1 1 0 0,0 0-1 0 0,0 1 1 0 0,0-1 0 0 0,-1 0-1 0 0,4-2 1 0 0,-3 1-46 0 0,0 1 1 0 0,0-1-1 0 0,0 0 1 0 0,-1 0-1 0 0,1 0 1 0 0,0 0-1 0 0,-1 0 1 0 0,1-1-1 0 0,-1 1 1 0 0,0 0-1 0 0,0-1 1 0 0,0 1 0 0 0,0-1-1 0 0,0 1 1 0 0,0-1-1 0 0,-1 1 1 0 0,1-1-1 0 0,-1 1 1 0 0,0-1-1 0 0,0 0 1 0 0,0 1-1 0 0,0-1 1 0 0,-1-5-1 0 0,-13-45 603 0 0,13 49-583 0 0,0 1 0 0 0,0 0 0 0 0,-1 0 0 0 0,1 0-1 0 0,-1 0 1 0 0,1 0 0 0 0,-1 0 0 0 0,0 1 0 0 0,0-1-1 0 0,0 0 1 0 0,-1 1 0 0 0,1 0 0 0 0,-1-1 0 0 0,-2-1-1 0 0,3 3 24 0 0,0 1-1 0 0,0 0 1 0 0,0 0 0 0 0,1 0-1 0 0,-1 0 1 0 0,0 0-1 0 0,0 0 1 0 0,1 0-1 0 0,-1 0 1 0 0,0 1-1 0 0,0-1 1 0 0,1 1-1 0 0,-1-1 1 0 0,0 1-1 0 0,1 0 1 0 0,-1 0-1 0 0,1 0 1 0 0,-1 0 0 0 0,1 0-1 0 0,-1 0 1 0 0,1 0-1 0 0,-1 0 1 0 0,1 0-1 0 0,0 1 1 0 0,0-1-1 0 0,0 0 1 0 0,0 1-1 0 0,-2 2 1 0 0,-1 2-2 0 0,-1 1 0 0 0,1 0 1 0 0,0 0-1 0 0,0 0 0 0 0,-2 8 0 0 0,3-4 34 0 0,0 1 0 0 0,0 0-1 0 0,1 0 1 0 0,1 0-1 0 0,0 0 1 0 0,1 21-1 0 0,0-27 7 0 0,0 0 0 0 0,1 0 0 0 0,0-1-1 0 0,0 1 1 0 0,0 0 0 0 0,1 0 0 0 0,0-1 0 0 0,0 1-1 0 0,1-1 1 0 0,-1 1 0 0 0,1-1 0 0 0,0 0 0 0 0,1 0-1 0 0,-1 0 1 0 0,7 6 0 0 0,-9-10-41 0 0,0 0 1 0 0,0 0-1 0 0,-1-1 0 0 0,1 1 0 0 0,0 0 1 0 0,0-1-1 0 0,0 1 0 0 0,0-1 0 0 0,0 1 1 0 0,0-1-1 0 0,0 0 0 0 0,0 1 1 0 0,0-1-1 0 0,0 0 0 0 0,0 0 0 0 0,2 1 1 0 0,-2-1-1 0 0,-1-1-1 0 0,1 1 1 0 0,-1 0 0 0 0,1 0 0 0 0,-1 0 0 0 0,1 0 0 0 0,-1-1 0 0 0,1 1 0 0 0,-1 0 0 0 0,1-1-1 0 0,-1 1 1 0 0,0 0 0 0 0,1-1 0 0 0,-1 1 0 0 0,1 0 0 0 0,-1-1 0 0 0,0 1 0 0 0,1-1 0 0 0,-1 1 0 0 0,0-1-1 0 0,0 1 1 0 0,1-1 0 0 0,-1 0 0 0 0,0 0 8 0 0,1-1 1 0 0,-1 0-1 0 0,0 1 0 0 0,1-1 0 0 0,-1 1 0 0 0,0-1 0 0 0,0 0 1 0 0,0 1-1 0 0,0-1 0 0 0,-1 0 0 0 0,1 1 0 0 0,0-1 1 0 0,-1 1-1 0 0,1-1 0 0 0,-1 1 0 0 0,1-1 0 0 0,-1 1 1 0 0,0-1-1 0 0,0 1 0 0 0,-1-2 0 0 0,0 0-12 0 0,0 1-1 0 0,0-1 1 0 0,0 1-1 0 0,0 0 0 0 0,0 0 1 0 0,-1 0-1 0 0,1 1 1 0 0,0-1-1 0 0,-1 0 1 0 0,0 1-1 0 0,1 0 1 0 0,-1-1-1 0 0,0 1 1 0 0,0 0-1 0 0,0 0 1 0 0,0 1-1 0 0,0-1 1 0 0,1 1-1 0 0,-1-1 1 0 0,-6 1-1 0 0,5 1 0 0 0,0-1 0 0 0,0 1 0 0 0,0 0 1 0 0,1 1-1 0 0,-1-1 0 0 0,0 1 0 0 0,1-1 0 0 0,-1 1 0 0 0,1 0 0 0 0,0 0 0 0 0,-1 1 0 0 0,1-1 1 0 0,0 1-1 0 0,-3 3 0 0 0,2-2 0 0 0,0 1 0 0 0,0-1 0 0 0,0 1 0 0 0,1 0-1 0 0,0 0 1 0 0,0 0 0 0 0,0 0 0 0 0,0 0 0 0 0,1 1 0 0 0,0-1 0 0 0,0 1 0 0 0,1 0 0 0 0,-1-1 0 0 0,1 1 0 0 0,0 0 0 0 0,1 0 0 0 0,0 0 0 0 0,0 0 0 0 0,0 0 0 0 0,0 0 0 0 0,2 7 0 0 0,-2-13 1 0 0,1 1 1 0 0,-1 0-1 0 0,0 0 0 0 0,1 0 1 0 0,-1 0-1 0 0,1 0 1 0 0,-1 0-1 0 0,1 0 0 0 0,-1-1 1 0 0,1 1-1 0 0,-1 0 1 0 0,1-1-1 0 0,0 1 0 0 0,0 0 1 0 0,-1-1-1 0 0,1 1 1 0 0,0 0-1 0 0,0-1 0 0 0,0 0 1 0 0,-1 1-1 0 0,1-1 1 0 0,0 1-1 0 0,0-1 0 0 0,0 0 1 0 0,1 1-1 0 0,0-1 1 0 0,0 0 0 0 0,0 0 0 0 0,0 0-1 0 0,0-1 1 0 0,0 1 0 0 0,0-1 0 0 0,0 1 0 0 0,0-1-1 0 0,0 1 1 0 0,0-1 0 0 0,2-2 0 0 0,2 0 65 0 0,-1 0 1 0 0,0-1 0 0 0,0 1 0 0 0,0-1 0 0 0,0-1-1 0 0,-1 1 1 0 0,4-5 0 0 0,-5 5-8 0 0,-1 1-1 0 0,0 0 1 0 0,0-1-1 0 0,0 0 1 0 0,-1 1 0 0 0,1-1-1 0 0,-1 0 1 0 0,0 0-1 0 0,0 0 1 0 0,0 0 0 0 0,0 0-1 0 0,-1 0 1 0 0,0 0 0 0 0,0 0-1 0 0,0 0 1 0 0,0 0-1 0 0,-1 0 1 0 0,1 0 0 0 0,-1 0-1 0 0,0 0 1 0 0,-2-4-1 0 0,2 5-49 0 0,0 0-1 0 0,-1 1 0 0 0,1-1 0 0 0,-1 1 0 0 0,0-1 0 0 0,0 1 0 0 0,0-1 1 0 0,0 1-1 0 0,0 0 0 0 0,-1 0 0 0 0,1 0 0 0 0,-1 0 0 0 0,1 1 0 0 0,-1-1 0 0 0,0 1 1 0 0,1-1-1 0 0,-1 1 0 0 0,0 0 0 0 0,0 0 0 0 0,0 0 0 0 0,0 1 0 0 0,0-1 0 0 0,0 1 1 0 0,0-1-1 0 0,0 1 0 0 0,0 0 0 0 0,0 0 0 0 0,-4 1 0 0 0,5-1-12 0 0,0 0-1 0 0,1 0 1 0 0,-1 0-1 0 0,1 0 0 0 0,-1 1 1 0 0,1-1-1 0 0,-1 1 1 0 0,1-1-1 0 0,-1 1 1 0 0,1-1-1 0 0,-1 1 0 0 0,1 0 1 0 0,0-1-1 0 0,-1 1 1 0 0,1 0-1 0 0,0 0 1 0 0,-1 0-1 0 0,1 0 0 0 0,0 0 1 0 0,0 1-1 0 0,0-1 1 0 0,0 0-1 0 0,0 0 1 0 0,1 1-1 0 0,-1-1 0 0 0,0 1 1 0 0,0 1-1 0 0,0-1 0 0 0,1-1 0 0 0,0 1 0 0 0,0 0 0 0 0,1 0 0 0 0,-1 0 0 0 0,0 0 0 0 0,0-1 0 0 0,1 1 0 0 0,-1 0 0 0 0,1 0 0 0 0,0-1 0 0 0,-1 1 0 0 0,1 0 0 0 0,0-1 0 0 0,0 1 0 0 0,0-1 0 0 0,0 1 0 0 0,0-1 0 0 0,0 1 0 0 0,1-1 0 0 0,-1 0 0 0 0,0 0 0 0 0,1 0 0 0 0,1 2 0 0 0,-1-2 5 0 0,0 1-1 0 0,0-1 1 0 0,0 0-1 0 0,0 1 1 0 0,0-1-1 0 0,1 0 1 0 0,-1 0-1 0 0,0 0 1 0 0,1-1-1 0 0,-1 1 1 0 0,0 0-1 0 0,1-1 1 0 0,-1 0-1 0 0,1 0 1 0 0,-1 1-1 0 0,1-1 1 0 0,-1-1-1 0 0,1 1 1 0 0,2-1-1 0 0,-1 0 2 0 0,0 0 1 0 0,1-1-1 0 0,-1 0 0 0 0,0 0 0 0 0,0 0 0 0 0,0 0 1 0 0,-1-1-1 0 0,1 1 0 0 0,6-7 0 0 0,-1 0 3 0 0,0-1-1 0 0,-1 0 1 0 0,0 0-1 0 0,0-1 1 0 0,-1 0 0 0 0,7-16-1 0 0,-12 22-10 0 0,0-1 1 0 0,0 1-1 0 0,-1-1 0 0 0,0 1 0 0 0,0-1 1 0 0,0 0-1 0 0,-1 1 0 0 0,1-1 0 0 0,-2 0 0 0 0,1 1 1 0 0,0-1-1 0 0,-3-8 0 0 0,3 12 9 0 0,-1 0-1 0 0,1 0 1 0 0,-1 1 0 0 0,1-1 0 0 0,-1 0-1 0 0,0 1 1 0 0,0-1 0 0 0,0 1-1 0 0,0-1 1 0 0,0 1 0 0 0,0-1-1 0 0,0 1 1 0 0,0 0 0 0 0,-1-1-1 0 0,1 1 1 0 0,0 0 0 0 0,-1 0-1 0 0,1 0 1 0 0,-1 0 0 0 0,1 0-1 0 0,-1 0 1 0 0,0 1 0 0 0,1-1-1 0 0,-1 0 1 0 0,0 1 0 0 0,0-1-1 0 0,1 1 1 0 0,-1 0 0 0 0,0 0-1 0 0,0-1 1 0 0,0 1 0 0 0,1 0-1 0 0,-1 1 1 0 0,0-1 0 0 0,0 0-1 0 0,0 0 1 0 0,1 1 0 0 0,-1-1-1 0 0,0 1 1 0 0,1-1 0 0 0,-1 1 0 0 0,-3 2-1 0 0,0-1-2 0 0,1 1 0 0 0,-1 0 0 0 0,0 0 0 0 0,1 0 0 0 0,0 0 0 0 0,0 1 0 0 0,0-1 0 0 0,0 1 0 0 0,0 0 0 0 0,1 1 0 0 0,0-1 0 0 0,0 0 0 0 0,0 1 0 0 0,0 0 0 0 0,1 0 0 0 0,0 0 0 0 0,0 0 0 0 0,0 0 0 0 0,1 0 0 0 0,-1 0 0 0 0,1 1 0 0 0,0-1 0 0 0,0 10 0 0 0,1-14 0 0 0,0-1 0 0 0,1 1 0 0 0,-1 0 0 0 0,0-1 0 0 0,0 1 0 0 0,0 0 0 0 0,0-1 0 0 0,1 1 0 0 0,-1 0 0 0 0,0-1 0 0 0,1 1 0 0 0,-1 0 0 0 0,0-1 0 0 0,1 1 0 0 0,-1-1 0 0 0,1 1 0 0 0,-1-1 0 0 0,1 1 0 0 0,-1-1 0 0 0,1 1 0 0 0,-1-1 0 0 0,1 0 0 0 0,0 1 0 0 0,-1-1 0 0 0,1 0 0 0 0,1 1 0 0 0,21-1 0 0 0,-16-2 0 0 0,-1 0 0 0 0,0 0 0 0 0,1-1 0 0 0,10-5 0 0 0,-14 5 0 0 0,1 1 0 0 0,-1 0 0 0 0,0-1 0 0 0,0 1 0 0 0,0-1 0 0 0,0 0 0 0 0,-1 0 0 0 0,1 0 0 0 0,-1-1 0 0 0,1 1 0 0 0,-1 0 0 0 0,2-6 0 0 0,-3 7 0 0 0,0 0 0 0 0,-1 0 0 0 0,1 0 0 0 0,-1 0 0 0 0,0 0 0 0 0,0 0 0 0 0,1-1 0 0 0,-1 1 0 0 0,-1 0 0 0 0,1 0 0 0 0,0 0 0 0 0,0-1 0 0 0,-1 1 0 0 0,1 0 0 0 0,-1 0 0 0 0,0 0 0 0 0,0 0 0 0 0,0 0 0 0 0,0 0 0 0 0,0 0 0 0 0,0 0 0 0 0,0 1 0 0 0,0-1 0 0 0,-3-2 0 0 0,1 0 0 0 0,-1 0 0 0 0,0 0 0 0 0,0 0 0 0 0,0 0 0 0 0,0 0 0 0 0,-1 1 0 0 0,1 0 0 0 0,-9-5 0 0 0,12 8 0 0 0,0 0 0 0 0,0-1 0 0 0,0 1 0 0 0,0 0 0 0 0,0 0 0 0 0,0-1 0 0 0,0 1 0 0 0,0 0 0 0 0,0 0 0 0 0,0 0 0 0 0,0 0 0 0 0,-1 1 0 0 0,1-1 0 0 0,0 0 0 0 0,0 0 0 0 0,0 1 0 0 0,0-1 0 0 0,0 0 0 0 0,-1 2 0 0 0,0-1 0 0 0,1 0 0 0 0,-1 1 0 0 0,1-1 0 0 0,-1 1 0 0 0,1-1 0 0 0,-1 1 0 0 0,1 0 0 0 0,0 0 0 0 0,0 0 0 0 0,0-1 0 0 0,0 1 0 0 0,0 0 0 0 0,0 4 0 0 0,0-4 0 0 0,0-1 0 0 0,0 1 0 0 0,0 0 0 0 0,1 0 0 0 0,-1 1 0 0 0,0-1 0 0 0,1 0 0 0 0,0 0 0 0 0,0 0 0 0 0,0 0 0 0 0,0 0 0 0 0,0 0 0 0 0,0 0 0 0 0,0 1 0 0 0,0-1 0 0 0,1 0 0 0 0,-1 0 0 0 0,1 0 0 0 0,0 0 0 0 0,0 0 0 0 0,0 0 0 0 0,0 0 0 0 0,0 0 0 0 0,0-1 0 0 0,0 1 0 0 0,0 0 0 0 0,1-1 0 0 0,-1 1 0 0 0,1 0 0 0 0,-1-1 0 0 0,1 0 0 0 0,-1 1 0 0 0,1-1 0 0 0,0 0 0 0 0,0 0 0 0 0,0 0 0 0 0,0 0 0 0 0,0 0 0 0 0,0 0 0 0 0,3 0 0 0 0,-2 0 0 0 0,0-1 0 0 0,1 1 0 0 0,-1-1 0 0 0,0 0 0 0 0,1 0 0 0 0,-1 0 0 0 0,1-1 0 0 0,-1 1 0 0 0,0-1 0 0 0,0 1 0 0 0,1-1 0 0 0,-1 0 0 0 0,0-1 0 0 0,0 1 0 0 0,0 0 0 0 0,0-1 0 0 0,0 0 0 0 0,0 0 0 0 0,0 1 0 0 0,-1-2 0 0 0,1 1 0 0 0,-1 0 0 0 0,1 0 0 0 0,-1-1 0 0 0,3-4 0 0 0,-2 1 0 0 0,0 1 0 0 0,-1 0 0 0 0,1-1 0 0 0,-1 1 0 0 0,-1-1 0 0 0,1 0 0 0 0,-1 0 0 0 0,0 1 0 0 0,0-1 0 0 0,-1 0 0 0 0,0 0 0 0 0,0-10 0 0 0,0 14 0 0 0,-1 0 0 0 0,1 0 0 0 0,0 0 0 0 0,-1 1 0 0 0,1-1 0 0 0,-1 0 0 0 0,1 0 0 0 0,-1 0 0 0 0,0 1 0 0 0,0-1 0 0 0,0 0 0 0 0,0 1 0 0 0,0-1 0 0 0,0 1 0 0 0,0-1 0 0 0,-1 1 0 0 0,1-1 0 0 0,-1 1 0 0 0,1 0 0 0 0,-1 0 0 0 0,1 0 0 0 0,-1 0 0 0 0,0 0 0 0 0,1 0 0 0 0,-1 0 0 0 0,0 0 0 0 0,0 1 0 0 0,1-1 0 0 0,-1 1 0 0 0,0-1 0 0 0,0 1 0 0 0,0 0 0 0 0,0 0 0 0 0,0-1 0 0 0,0 1 0 0 0,0 1 0 0 0,0-1 0 0 0,1 0 0 0 0,-1 0 0 0 0,0 1 0 0 0,0-1 0 0 0,-3 2 0 0 0,-2 0 0 0 0,1 1-1 0 0,-1 0 1 0 0,0 0-1 0 0,1 0 1 0 0,0 1 0 0 0,0 0-1 0 0,0 0 1 0 0,0 1-1 0 0,1-1 1 0 0,-1 1-1 0 0,1 1 1 0 0,-7 8 0 0 0,10-11 3 0 0,-1 0-1 0 0,1 0 1 0 0,0 1 0 0 0,-1-1 0 0 0,1 1 0 0 0,1-1 0 0 0,-1 1 0 0 0,1 0 0 0 0,-1 0 0 0 0,1 0 0 0 0,0 0-1 0 0,0 0 1 0 0,1 0 0 0 0,-1 0 0 0 0,1 0 0 0 0,0 0 0 0 0,0 0 0 0 0,0 0 0 0 0,1 0 0 0 0,-1 0 0 0 0,1 0-1 0 0,0 0 1 0 0,3 7 0 0 0,-4-10-3 0 0,0 0 0 0 0,1-1 0 0 0,-1 1 0 0 0,0 0 0 0 0,1-1 0 0 0,-1 1 0 0 0,1 0 0 0 0,-1-1 0 0 0,1 1 0 0 0,0-1 0 0 0,-1 1 0 0 0,1 0 0 0 0,-1-1 0 0 0,1 0 0 0 0,0 1 0 0 0,-1-1 0 0 0,1 1 0 0 0,0-1 0 0 0,0 0 0 0 0,-1 1 0 0 0,1-1 0 0 0,0 0 0 0 0,0 0 0 0 0,0 0 0 0 0,-1 0 0 0 0,1 0 0 0 0,0 0 0 0 0,0 0 0 0 0,1 0 0 0 0,0 0 0 0 0,1-1 0 0 0,-1 0 0 0 0,0 0 0 0 0,1 0 0 0 0,-1 0 0 0 0,0 0 0 0 0,0-1 0 0 0,0 1 0 0 0,0 0 0 0 0,2-3 0 0 0,3-2 0 0 0,0-1 0 0 0,-1 0 0 0 0,0-1 0 0 0,6-9 0 0 0,-10 14 3 0 0,0-1-1 0 0,0 1 1 0 0,0-1-1 0 0,-1 0 0 0 0,0 1 1 0 0,1-1-1 0 0,-2 0 1 0 0,1 0-1 0 0,0 0 1 0 0,-1 0-1 0 0,1 0 0 0 0,-1 0 1 0 0,-1 0-1 0 0,1 0 1 0 0,0 0-1 0 0,-2-6 1 0 0,1 8-1 0 0,0 0 1 0 0,0 0-1 0 0,1 0 1 0 0,-2 0-1 0 0,1 0 1 0 0,0 0-1 0 0,0 1 1 0 0,0-1 0 0 0,-1 1-1 0 0,1-1 1 0 0,-1 1-1 0 0,1-1 1 0 0,-1 1-1 0 0,0 0 1 0 0,0-1-1 0 0,1 1 1 0 0,-1 0-1 0 0,0 0 1 0 0,0 0 0 0 0,0 1-1 0 0,0-1 1 0 0,0 0-1 0 0,0 1 1 0 0,0-1-1 0 0,0 1 1 0 0,-1 0-1 0 0,1 0 1 0 0,0 0 0 0 0,0 0-1 0 0,0 0 1 0 0,0 0-1 0 0,0 1 1 0 0,-3 0-1 0 0,2-1-3 0 0,0 2-1 0 0,0-1 1 0 0,0 0 0 0 0,0 0-1 0 0,0 1 1 0 0,0 0-1 0 0,0 0 1 0 0,1 0-1 0 0,-1 0 1 0 0,1 0-1 0 0,-1 0 1 0 0,1 0 0 0 0,0 1-1 0 0,0-1 1 0 0,0 1-1 0 0,0 0 1 0 0,0 0-1 0 0,1-1 1 0 0,-1 1-1 0 0,1 0 1 0 0,0 0 0 0 0,0 1-1 0 0,0-1 1 0 0,-1 6-1 0 0,1-5 0 0 0,0 0 0 0 0,0 0 1 0 0,0 1-1 0 0,1-1 0 0 0,-1 0 0 0 0,1 1 0 0 0,0-1 0 0 0,1 0 0 0 0,-1 1 0 0 0,1-1 0 0 0,0 0 1 0 0,0 0-1 0 0,0 0 0 0 0,0 1 0 0 0,1-1 0 0 0,-1 0 0 0 0,1-1 0 0 0,4 7 0 0 0,-5-9 3 0 0,-1 0-1 0 0,1 0 1 0 0,0-1-1 0 0,-1 1 0 0 0,1 0 1 0 0,0-1-1 0 0,0 1 1 0 0,-1 0-1 0 0,1-1 1 0 0,0 1-1 0 0,0-1 0 0 0,0 0 1 0 0,0 1-1 0 0,0-1 1 0 0,0 0-1 0 0,0 1 1 0 0,-1-1-1 0 0,1 0 0 0 0,0 0 1 0 0,0 0-1 0 0,0 0 1 0 0,0 0-1 0 0,0 0 1 0 0,0 0-1 0 0,2 0 0 0 0,-1-1 2 0 0,-1 0 0 0 0,1 0 0 0 0,0 0 0 0 0,-1 0 0 0 0,1 0 0 0 0,-1 0 0 0 0,1 0 0 0 0,-1 0 0 0 0,1-1 0 0 0,-1 1-1 0 0,0-1 1 0 0,2-1 0 0 0,0-2 3 0 0,0 0-1 0 0,0 0 1 0 0,0 0-1 0 0,-1 0 1 0 0,0-1-1 0 0,0 1 1 0 0,2-11-1 0 0,-3 13-4 0 0,-1 0 0 0 0,0 1 0 0 0,0-1 0 0 0,0 0 0 0 0,0 0 0 0 0,-1 0 0 0 0,1 0 0 0 0,-1 1 0 0 0,0-1 0 0 0,0 0 0 0 0,0 1 0 0 0,0-1 0 0 0,0 0 0 0 0,0 1 0 0 0,-1-1 0 0 0,1 1 0 0 0,-4-4 0 0 0,4 5 0 0 0,1 1 0 0 0,-1-1 0 0 0,0 1 0 0 0,1-1 0 0 0,-1 1 0 0 0,0-1 0 0 0,1 1 0 0 0,-1 0 0 0 0,0-1 0 0 0,0 1 0 0 0,0 0 0 0 0,1-1 0 0 0,-1 1 0 0 0,0 0 0 0 0,0 0 0 0 0,0 0 0 0 0,0 0 0 0 0,1 0 0 0 0,-1 0 0 0 0,0 0 0 0 0,0 0 0 0 0,-1 0 0 0 0,0 1 0 0 0,0 0 0 0 0,1 0 0 0 0,-1 0 0 0 0,1 0 0 0 0,-1 0 0 0 0,1 0 0 0 0,-1 0 0 0 0,1 0 0 0 0,0 1 0 0 0,0-1 0 0 0,-1 1 0 0 0,1-1 0 0 0,0 1 0 0 0,0-1 0 0 0,0 2 0 0 0,-1 1-19 0 0,0-1-1 0 0,0 0 1 0 0,1 1-1 0 0,0-1 1 0 0,-1 1-1 0 0,1-1 1 0 0,1 1-1 0 0,-1 0 0 0 0,0-1 1 0 0,1 1-1 0 0,0 0 1 0 0,0 0-1 0 0,0-1 1 0 0,0 1-1 0 0,1 0 1 0 0,1 5-1 0 0,3 6-264 0 0</inkml:trace>
</inkml:ink>
</file>

<file path=ppt/ink/ink1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6:42.2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103 26 4609 0 0,'-44'-10'2327'0'0,"35"9"-395"0"0,0-1 1 0 0,0 0-1 0 0,1 0 1 0 0,-16-6-1 0 0,34 25 2897 0 0,1 22-4576 0 0,-10-35 44 0 0,16 94 179 0 0,6 111 1 0 0,-9-58-354 0 0,4-17-69 0 0,-3-31 24 0 0,-5-1 0 0 0,-3 142 0 0 0,-9-181 209 0 0,1-9-1163 0 0,-2-18-5304 0 0,2-29-942 0 0</inkml:trace>
</inkml:ink>
</file>

<file path=ppt/ink/ink1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6:42.6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 0 5529 0 0,'-17'1'8354'0'0,"62"2"-5581"0"0,63 4 651 0 0,143 0-2158 0 0,-148-10-926 0 0,-38-1-289 0 0,0 3 1 0 0,0 4 0 0 0,82 12 0 0 0,-102-2-219 0 0,6 1-3580 0 0,-44-13 2236 0 0</inkml:trace>
</inkml:ink>
</file>

<file path=ppt/ink/ink1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6:43.1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 57 456 0 0,'-1'0'156'0'0,"0"1"0"0"0,-1-1 1 0 0,1 0-1 0 0,0 0 0 0 0,0 0 0 0 0,0 0 0 0 0,-1 0 0 0 0,1 0 0 0 0,0 0 1 0 0,0-1-1 0 0,-1 1 0 0 0,1 0 0 0 0,0-1 0 0 0,0 1 0 0 0,0-1 1 0 0,0 1-1 0 0,0-1 0 0 0,0 0 0 0 0,0 1 0 0 0,0-1 0 0 0,0 0 0 0 0,-2-1 1 0 0,3 2-43 0 0,0 0 0 0 0,0-1 0 0 0,0 1 0 0 0,-1 0 0 0 0,1 0 0 0 0,0-1 0 0 0,0 1 1 0 0,0 0-1 0 0,0 0 0 0 0,0 0 0 0 0,0-1 0 0 0,0 1 0 0 0,-1 0 0 0 0,1-1 0 0 0,0 1 0 0 0,0 0 1 0 0,0 0-1 0 0,0-1 0 0 0,0 1 0 0 0,0 0 0 0 0,0 0 0 0 0,0-1 0 0 0,0 1 0 0 0,0 0 1 0 0,0 0-1 0 0,1-1 0 0 0,-1 1 0 0 0,0 0 0 0 0,0 0 0 0 0,0-1 0 0 0,0 1 0 0 0,0 0 0 0 0,0 0 1 0 0,1-1-1 0 0,-1 1 0 0 0,19-4 3471 0 0,-2 2-2009 0 0,-1 1 0 0 0,0-2 0 0 0,31-8 0 0 0,-30 6-1143 0 0,-1 1 0 0 0,0 1-1 0 0,34-3 1 0 0,7 6-2989 0 0,-51-1-3694 0 0</inkml:trace>
</inkml:ink>
</file>

<file path=ppt/ink/ink1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6:43.6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30 2016 0 0,'0'-30'14468'0'0,"20"139"-11775"0"0,10 181 0 0 0,-22-171-2350 0 0,30 149 1 0 0,5-20-155 0 0,-41-216-181 0 0,-1 0 1 0 0,-1 1-1 0 0,-1-1 1 0 0,-2 0-1 0 0,-12 56 1 0 0,5-44-1148 0 0</inkml:trace>
</inkml:ink>
</file>

<file path=ppt/ink/ink1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6:44.3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60 19 2304 0 0,'-22'-6'2562'0'0,"21"5"-2303"0"0,-1 0 1 0 0,1 1-1 0 0,-1-1 1 0 0,1 1 0 0 0,-1-1-1 0 0,1 1 1 0 0,-1-1-1 0 0,0 1 1 0 0,1 0 0 0 0,-1 0-1 0 0,0 0 1 0 0,1 0-1 0 0,-1 0 1 0 0,0 0 0 0 0,0 0-1 0 0,1 0 1 0 0,-1 1-1 0 0,1-1 1 0 0,-1 1 0 0 0,0-1-1 0 0,-2 2 1 0 0,6 1 2389 0 0,9-1-1568 0 0,11-1-289 0 0,433-17 3258 0 0,-266 15-3637 0 0,485 5 189 0 0,-618-2-608 0 0,20 0-11 0 0,0 4 0 0 0,0 2 1 0 0,82 22-1 0 0,-138-24-971 0 0,-11-2-71 0 0</inkml:trace>
</inkml:ink>
</file>

<file path=ppt/ink/ink1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6:44.7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 0 5065 0 0,'-1'0'188'0'0,"1"0"0"0"0,0 1 0 0 0,-1-1 0 0 0,1 0 0 0 0,0 0 0 0 0,-1 0 0 0 0,1 0 0 0 0,0 0 0 0 0,-1 0 0 0 0,1 1 0 0 0,0-1 0 0 0,0 0 0 0 0,-1 0 0 0 0,1 1 1 0 0,0-1-1 0 0,0 0 0 0 0,0 0 0 0 0,-1 1 0 0 0,1-1 0 0 0,0 0 0 0 0,0 0 0 0 0,0 1 0 0 0,0-1 0 0 0,-1 0 0 0 0,1 1 0 0 0,0-1 0 0 0,0 0 0 0 0,0 1 0 0 0,0-1 0 0 0,0 0 0 0 0,0 1 0 0 0,0-1 0 0 0,0 0 0 0 0,0 1 0 0 0,0 0 0 0 0,-3 13 875 0 0,3-14-1113 0 0,-1 20 675 0 0,0 1-1 0 0,1 0 1 0 0,1-1 0 0 0,1 1 0 0 0,1-1 0 0 0,9 32-1 0 0,0 6 104 0 0,-9-38-523 0 0,2 1 1 0 0,10 27 0 0 0,1-12-5536 0 0,-12-29-359 0 0</inkml:trace>
</inkml:ink>
</file>

<file path=ppt/ink/ink1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6:46.3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 0 4609 0 0,'-10'4'7879'0'0,"15"5"-4695"0"0,23 14-2510 0 0,-16-14 1489 0 0,-5-3-1886 0 0,-1 0-1 0 0,-1 1 0 0 0,1 0 0 0 0,-1 0 1 0 0,-1 0-1 0 0,1 0 0 0 0,-1 1 0 0 0,0 0 1 0 0,-1 0-1 0 0,0 0 0 0 0,4 15 0 0 0,-2 2-133 0 0,-2 0 0 0 0,1 42-1 0 0,-4-48-133 0 0,1 0-1 0 0,1 0 0 0 0,0 0 0 0 0,1 0 1 0 0,1 0-1 0 0,9 24 0 0 0,-4-33-1968 0 0</inkml:trace>
</inkml:ink>
</file>

<file path=ppt/ink/ink1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6:47.0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 56 5529 0 0,'-2'1'-142'0'0,"-8"0"1648"0"0,23-7 4084 0 0,16-5-4344 0 0,1 1 0 0 0,0 1 0 0 0,41-6 0 0 0,-52 12-1116 0 0,0 1 0 0 0,0 1 0 0 0,0 0 0 0 0,0 2 0 0 0,0 0 1 0 0,-1 1-1 0 0,20 5 0 0 0,-35-7-129 0 0,-1 1 1 0 0,1-1-1 0 0,-1 1 1 0 0,1 0-1 0 0,-1 0 0 0 0,1 0 1 0 0,-1 0-1 0 0,0 0 1 0 0,1 1-1 0 0,-1-1 0 0 0,0 0 1 0 0,0 1-1 0 0,0 0 1 0 0,0 0-1 0 0,0-1 0 0 0,2 4 1 0 0,-4-3-5 0 0,0-1 0 0 0,1 1 0 0 0,-1 0 0 0 0,0-1 0 0 0,0 1 0 0 0,0-1-1 0 0,0 1 1 0 0,0 0 0 0 0,0-1 0 0 0,0 1 0 0 0,-1 0 0 0 0,1-1 0 0 0,-1 1 0 0 0,1-1 0 0 0,-1 1 0 0 0,0-1 0 0 0,1 1 0 0 0,-1-1 0 0 0,0 0 0 0 0,0 1 0 0 0,0-1 0 0 0,0 0 0 0 0,0 1-1 0 0,0-1 1 0 0,0 0 0 0 0,-3 2 0 0 0,-12 11-97 0 0,0 1 0 0 0,-2-2 1 0 0,1 0-1 0 0,-27 13 0 0 0,22-13 35 0 0,0 1 0 0 0,-26 22 1 0 0,47-36 64 0 0,1 1 1 0 0,-1 0-1 0 0,0-1 0 0 0,0 1 1 0 0,0-1-1 0 0,1 1 0 0 0,-1 0 1 0 0,0-1-1 0 0,1 1 1 0 0,-1 0-1 0 0,0 0 0 0 0,1 0 1 0 0,-1 0-1 0 0,1-1 1 0 0,0 1-1 0 0,-1 0 0 0 0,1 0 1 0 0,0 0-1 0 0,-1 0 0 0 0,1 0 1 0 0,0 0-1 0 0,0 0 1 0 0,0 0-1 0 0,0 0 0 0 0,0 2 1 0 0,0-3-2 0 0,1 1 0 0 0,0 0-1 0 0,0 0 1 0 0,0-1 0 0 0,-1 1 0 0 0,1 0 0 0 0,0-1 0 0 0,0 1-1 0 0,0-1 1 0 0,0 1 0 0 0,0-1 0 0 0,0 1 0 0 0,0-1 0 0 0,0 0 0 0 0,0 0-1 0 0,0 1 1 0 0,1-1 0 0 0,0 0 0 0 0,11 1-18 0 0,0-1-1 0 0,22-2 1 0 0,-33 2 17 0 0,13-2 6 0 0,36-1 47 0 0,-48 3-40 0 0,0 0 1 0 0,0 0-1 0 0,1 0 1 0 0,-1 1-1 0 0,0-1 1 0 0,0 1-1 0 0,0 0 1 0 0,0 0-1 0 0,0 0 0 0 0,0 0 1 0 0,0 1-1 0 0,3 1 1 0 0,-6-2-12 0 0,1-1 1 0 0,-1 1-1 0 0,0-1 0 0 0,0 1 1 0 0,0-1-1 0 0,0 1 0 0 0,0-1 1 0 0,1 1-1 0 0,-1-1 0 0 0,0 1 1 0 0,0-1-1 0 0,0 1 0 0 0,0-1 1 0 0,0 1-1 0 0,-1-1 0 0 0,1 1 1 0 0,0-1-1 0 0,0 1 0 0 0,0-1 1 0 0,0 1-1 0 0,0-1 0 0 0,-1 0 1 0 0,1 1-1 0 0,0-1 1 0 0,0 1-1 0 0,-1-1 0 0 0,1 1 1 0 0,0-1-1 0 0,-1 0 0 0 0,1 1 1 0 0,-1-1-1 0 0,1 0 0 0 0,0 1 1 0 0,-1-1-1 0 0,1 0 0 0 0,-1 0 1 0 0,0 1-1 0 0,-20 15-2 0 0,17-13 3 0 0,-58 38 72 0 0,-20 15 124 0 0,73-48-180 0 0,0-1-1 0 0,1 1 0 0 0,0 0 0 0 0,0 1 0 0 0,1 0 1 0 0,-9 14-1 0 0,16-23-15 0 0,-1 1 1 0 0,1-1-1 0 0,0 1 1 0 0,-1 0-1 0 0,1-1 0 0 0,0 1 1 0 0,-1 0-1 0 0,1 0 1 0 0,0-1-1 0 0,0 1 0 0 0,0 0 1 0 0,0 0-1 0 0,-1-1 1 0 0,1 1-1 0 0,0 0 0 0 0,1 0 1 0 0,-1-1-1 0 0,0 1 1 0 0,0 0-1 0 0,0 0 0 0 0,0-1 1 0 0,0 1-1 0 0,1 0 1 0 0,-1 0-1 0 0,0-1 1 0 0,1 1-1 0 0,-1 0 0 0 0,0-1 1 0 0,1 1-1 0 0,-1-1 1 0 0,1 1-1 0 0,-1 0 0 0 0,1-1 1 0 0,0 1-1 0 0,-1-1 1 0 0,1 1-1 0 0,-1-1 0 0 0,1 0 1 0 0,0 1-1 0 0,-1-1 1 0 0,1 0-1 0 0,0 1 0 0 0,-1-1 1 0 0,1 0-1 0 0,0 0 1 0 0,0 1-1 0 0,-1-1 1 0 0,1 0-1 0 0,1 0 0 0 0,48 5 129 0 0,-36-5-91 0 0,0 1 28 0 0,0 1 0 0 0,-1 1 0 0 0,1 0 0 0 0,0 1 0 0 0,18 7 0 0 0,-29-10-69 0 0,0 0 1 0 0,1 1 0 0 0,-1-1 0 0 0,0 1-1 0 0,0 0 1 0 0,0 0 0 0 0,0 0-1 0 0,-1 0 1 0 0,1 0 0 0 0,0 1 0 0 0,-1-1-1 0 0,1 1 1 0 0,-1 0 0 0 0,0-1 0 0 0,0 1-1 0 0,0 0 1 0 0,-1 0 0 0 0,1 1 0 0 0,-1-1-1 0 0,1 0 1 0 0,-1 0 0 0 0,0 1 0 0 0,0-1-1 0 0,0 1 1 0 0,-1-1 0 0 0,0 1 0 0 0,1 4-1 0 0,-2-5-2 0 0,0 1 1 0 0,0-1-1 0 0,0 1 0 0 0,-1-1 0 0 0,1 1 0 0 0,-1-1 0 0 0,0 0 0 0 0,1 0 0 0 0,-2 0 0 0 0,1 0 0 0 0,0 0 1 0 0,-1 0-1 0 0,1 0 0 0 0,-4 2 0 0 0,-45 35 13 0 0,41-32-13 0 0,-4 1-36 0 0,9-6-22 0 0,1-1 0 0 0,0 1 0 0 0,0-1 0 0 0,1 1 0 0 0,-1 0 0 0 0,1 1 0 0 0,-1-1 0 0 0,1 0 0 0 0,0 1 0 0 0,0 0 0 0 0,-2 4 0 0 0,4-5-626 0 0</inkml:trace>
</inkml:ink>
</file>

<file path=ppt/ink/ink1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6:47.3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 0 4145 0 0,'-4'17'7215'0'0,"6"0"-4792"0"0,-1-14-2622 0 0,8 216 7175 0 0,13 102-5682 0 0,-20-274-1424 0 0,-3-1 0 0 0,-7 60 0 0 0,2-45-5523 0 0,6-55-1140 0 0</inkml:trace>
</inkml:ink>
</file>

<file path=ppt/ink/ink1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6:48.0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 1 5065 0 0,'-27'13'3524'0'0,"27"-13"-3492"0"0,0 0 0 0 0,-1 0 1 0 0,1 0-1 0 0,0 0 0 0 0,0 0 0 0 0,0 0 1 0 0,0 0-1 0 0,0 0 0 0 0,0 0 0 0 0,0 0 1 0 0,0 0-1 0 0,0 0 0 0 0,-1 0 0 0 0,1 1 1 0 0,0-1-1 0 0,0 0 0 0 0,0 0 0 0 0,0 0 1 0 0,0 0-1 0 0,0 0 0 0 0,0 0 0 0 0,0 0 1 0 0,0 0-1 0 0,0 1 0 0 0,0-1 0 0 0,0 0 1 0 0,0 0-1 0 0,0 0 0 0 0,0 0 1 0 0,0 0-1 0 0,0 0 0 0 0,0 0 0 0 0,0 1 1 0 0,0-1-1 0 0,0 0 0 0 0,0 0 0 0 0,0 0 1 0 0,0 0-1 0 0,0 0 0 0 0,0 0 0 0 0,0 0 1 0 0,0 0-1 0 0,0 1 0 0 0,0-1 0 0 0,0 0 1 0 0,0 0-1 0 0,0 0 0 0 0,0 0 0 0 0,0 0 1 0 0,1 0-1 0 0,-1 0 0 0 0,0 0 0 0 0,0 0 1 0 0,0 0-1 0 0,0 1 0 0 0,0-1 1 0 0,0 0-1 0 0,19 1 1010 0 0,375-12 3507 0 0,-189 15-3613 0 0,57-1-191 0 0,281-6 303 0 0,-341 14-702 0 0,-3 0-260 0 0,-145-18-149 0 0,-21 1-1426 0 0,0 5-3802 0 0,-24 5 1713 0 0,-6-3 2341 0 0</inkml:trace>
</inkml:ink>
</file>

<file path=ppt/ink/ink1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6:48.3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36 24 456 0 0,'-5'-6'3447'0'0,"-12"-10"2820"0"0,10 15-2712 0 0,4 12 1176 0 0,-1 210-2719 0 0,6-172-1796 0 0,3 0 0 0 0,16 76 1 0 0,-17-108-202 0 0,0 4 31 0 0,2 0-1 0 0,0 0 0 0 0,1 0 1 0 0,0-1-1 0 0,17 28 1 0 0,0-22-6033 0 0</inkml:trace>
</inkml:ink>
</file>

<file path=ppt/ink/ink1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6:48.9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 33 4145 0 0,'10'-3'8029'0'0,"6"-5"-5747"0"0,8-3-1327 0 0,31 1 1261 0 0,-52 10-2155 0 0,0 0 0 0 0,-1 0 0 0 0,1 0 0 0 0,0 0 0 0 0,-1 0 0 0 0,1 0 0 0 0,-1 1 0 0 0,1-1-1 0 0,0 1 1 0 0,-1 0 0 0 0,1 0 0 0 0,-1 0 0 0 0,0 0 0 0 0,1 0 0 0 0,-1 0 0 0 0,0 1 0 0 0,0-1 0 0 0,1 1-1 0 0,1 1 1 0 0,-4-1-60 0 0,0-1 0 0 0,0 0 0 0 0,1 0 0 0 0,-1 0-1 0 0,0 0 1 0 0,0 0 0 0 0,0 0 0 0 0,0 1 0 0 0,-1-1 0 0 0,1 0-1 0 0,0 0 1 0 0,0 0 0 0 0,-1 0 0 0 0,1 0 0 0 0,-1 0 0 0 0,1 0-1 0 0,-1 0 1 0 0,1 0 0 0 0,-1 0 0 0 0,1 0 0 0 0,-1 0 0 0 0,0 0-1 0 0,0 0 1 0 0,1 0 0 0 0,-2 0 0 0 0,-23 25-85 0 0,24-25 66 0 0,-33 30-189 0 0,18-19 278 0 0,2 1 0 0 0,0 1 0 0 0,0 0 0 0 0,-18 26 0 0 0,31-39-60 0 0,1 0-1 0 0,-1 0 0 0 0,1 0 0 0 0,-1 0 0 0 0,1 0 0 0 0,-1 0 0 0 0,1 0 1 0 0,0 0-1 0 0,-1 0 0 0 0,1 0 0 0 0,0 0 0 0 0,0 0 0 0 0,0 0 1 0 0,-1 0-1 0 0,1 0 0 0 0,0 0 0 0 0,1 0 0 0 0,-1 0 0 0 0,0 0 0 0 0,0 0 1 0 0,0 0-1 0 0,1 0 0 0 0,-1 0 0 0 0,0 0 0 0 0,1 0 0 0 0,-1 0 1 0 0,1 0-1 0 0,-1 0 0 0 0,1 0 0 0 0,0 0 0 0 0,-1 0 0 0 0,1 0 0 0 0,0-1 1 0 0,-1 1-1 0 0,1 0 0 0 0,0 0 0 0 0,0-1 0 0 0,0 1 0 0 0,0-1 1 0 0,0 1-1 0 0,0-1 0 0 0,0 1 0 0 0,0-1 0 0 0,0 0 0 0 0,1 1 0 0 0,8 2 59 0 0,1 0-1 0 0,-1 0 0 0 0,21 2 1 0 0,-10-2 105 0 0,-19-3-170 0 0,40 11 12 0 0,-40-10-16 0 0,1 0 0 0 0,-1 0-1 0 0,1 0 1 0 0,-1 0 0 0 0,1 0 0 0 0,-1 1-1 0 0,0-1 1 0 0,0 1 0 0 0,1-1-1 0 0,-1 1 1 0 0,0 0 0 0 0,-1 0 0 0 0,4 3-1 0 0,-5-4-1 0 0,0 0 1 0 0,0 1-1 0 0,0-1 0 0 0,0 0 0 0 0,0 0 0 0 0,0 0 0 0 0,0 0 1 0 0,0 1-1 0 0,0-1 0 0 0,0 0 0 0 0,-1 0 0 0 0,1 0 0 0 0,0 0 1 0 0,-1 1-1 0 0,1-1 0 0 0,-1 0 0 0 0,1 0 0 0 0,-1 0 1 0 0,0 0-1 0 0,1 0 0 0 0,-1 0 0 0 0,0 0 0 0 0,0-1 0 0 0,0 1 1 0 0,1 0-1 0 0,-1 0 0 0 0,0-1 0 0 0,-2 2 0 0 0,-34 23-68 0 0,31-21 65 0 0,-10 5-5 0 0,8-4-4 0 0,0-1 1 0 0,1 1 0 0 0,-1 0-1 0 0,1 0 1 0 0,0 1 0 0 0,1 0-1 0 0,-1 0 1 0 0,1 0 0 0 0,-6 10-1 0 0,12-16 13 0 0,-1 1 1 0 0,1-1-1 0 0,0 0 0 0 0,0 0 0 0 0,0 1 1 0 0,0-1-1 0 0,0 0 0 0 0,-1 1 0 0 0,1-1 0 0 0,0 0 1 0 0,0 1-1 0 0,0-1 0 0 0,0 0 0 0 0,0 1 1 0 0,0-1-1 0 0,0 0 0 0 0,0 1 0 0 0,0-1 0 0 0,0 0 1 0 0,0 1-1 0 0,0-1 0 0 0,1 0 0 0 0,-1 1 1 0 0,0-1-1 0 0,0 0 0 0 0,0 1 0 0 0,0-1 0 0 0,0 0 1 0 0,1 0-1 0 0,-1 1 0 0 0,0-1 0 0 0,0 0 1 0 0,1 0-1 0 0,-1 1 0 0 0,0-1 0 0 0,0 0 0 0 0,1 0 1 0 0,-1 1-1 0 0,18 3-70 0 0,18-4-72 0 0,-36 0 142 0 0,49-2-541 0 0,-47 2 472 0 0,1 0 1 0 0,-1 0 0 0 0,0 0 0 0 0,0 0 0 0 0,0 0 0 0 0,0 1 0 0 0,0-1 0 0 0,0 1 0 0 0,1 0-1 0 0,-1 0 1 0 0,-1 0 0 0 0,1 0 0 0 0,0 0 0 0 0,0 0 0 0 0,0 0 0 0 0,0 0 0 0 0,-1 1 0 0 0,1-1 0 0 0,1 3-1 0 0,-2-3-144 0 0,-1 0-1 0 0,0 1 1 0 0,1-1-1 0 0,-1 0 0 0 0,0 1 1 0 0,0-1-1 0 0,0 0 1 0 0,0 1-1 0 0,0-1 0 0 0,0 0 1 0 0,-1 1-1 0 0,1-1 1 0 0,0 0-1 0 0,-1 1 0 0 0,1-1 1 0 0,-1 0-1 0 0,1 1 0 0 0,-1-1 1 0 0,1 0-1 0 0,-1 0 1 0 0,0 0-1 0 0,0 0 0 0 0,0 0 1 0 0,-1 2-1 0 0,-1 1-1108 0 0</inkml:trace>
</inkml:ink>
</file>

<file path=ppt/ink/ink1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6:49.2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 20 2304 0 0,'-1'-5'96'0'0,"-1"-10"12678"0"0,3 25-10174 0 0,6 86 757 0 0,-5 50-2763 0 0,0-6-610 0 0,23 91 129 0 0,-4-65 287 0 0,-20-147-289 0 0,-2 0-1 0 0,0-1 1 0 0,-4 23-1 0 0,0 4-89 0 0,5-43-51 0 0,0-1-1 0 0,-1 0 1 0 0,1 0 0 0 0,0 1-1 0 0,1-1 1 0 0,-1 0 0 0 0,0 0-1 0 0,0 0 1 0 0,0 1 0 0 0,1-1-1 0 0,-1 0 1 0 0,1 0 0 0 0,-1 0 0 0 0,1 0-1 0 0,-1 0 1 0 0,1 0 0 0 0,0 0-1 0 0,-1 0 1 0 0,1 0 0 0 0,0 0-1 0 0,1 1 1 0 0,1 0-711 0 0</inkml:trace>
</inkml:ink>
</file>

<file path=ppt/ink/ink1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6:50.0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52 5065 0 0,'7'-1'679'0'0,"0"0"0"0"0,-1 0-1 0 0,1-1 1 0 0,12-4 0 0 0,8-3 473 0 0,69-6 547 0 0,0 5 0 0 0,0 3-1 0 0,98 7 1 0 0,112 22 725 0 0,-148-7-1444 0 0,48 15-266 0 0,-59-7-362 0 0,-134-22-1237 0 0,1-1 0 0 0,-1 0 0 0 0,1-1 0 0 0,-1 0 0 0 0,16-5 0 0 0,-27 6 697 0 0,9-2-5572 0 0</inkml:trace>
</inkml:ink>
</file>

<file path=ppt/ink/ink1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6:50.3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 2 3225 0 0,'-1'-1'1654'0'0,"1"1"-1504"0"0,0 0 0 0 0,0 0 1 0 0,0-1-1 0 0,0 1 0 0 0,0 0 1 0 0,-1 0-1 0 0,1 0 0 0 0,0 0 1 0 0,0 0-1 0 0,0 0 1 0 0,0 0-1 0 0,0 0 0 0 0,-1 0 1 0 0,1 0-1 0 0,0 0 0 0 0,0 0 1 0 0,0 0-1 0 0,0 0 0 0 0,0 0 1 0 0,-1 0-1 0 0,1 0 0 0 0,-1 1 1655 0 0,1 0-1655 0 0,-3 8 3393 0 0,3 15-1712 0 0,25 84 1431 0 0,7 36-1965 0 0,4 15-526 0 0,-22-109-444 0 0,-3 1-1 0 0,9 84 1 0 0,-20-132-404 0 0,1-1 0 0 0,-1 1 0 0 0,0 0 0 0 0,0 0 0 0 0,0-1 0 0 0,0 1 0 0 0,0 0 0 0 0,-1-1 0 0 0,1 1 0 0 0,-1 0 0 0 0,0-1 0 0 0,0 1 0 0 0,0-1 0 0 0,0 1 0 0 0,0-1 0 0 0,0 0 0 0 0,-1 1 0 0 0,1-1 0 0 0,-1 0 0 0 0,1 0 0 0 0,-4 3 0 0 0</inkml:trace>
</inkml:ink>
</file>

<file path=ppt/ink/ink1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6:51.0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206 1 2304 0 0,'-18'3'954'0'0,"0"1"-1"0"0,1 0 0 0 0,0 1 0 0 0,0 1 0 0 0,1 1 0 0 0,-1 0 0 0 0,1 1 1 0 0,1 1-1 0 0,-22 16 0 0 0,36-24-814 0 0,-1-1 1 0 0,1 1-1 0 0,0 0 1 0 0,0 0-1 0 0,0 0 1 0 0,0 0-1 0 0,0 0 1 0 0,0 0-1 0 0,0 0 1 0 0,0 0-1 0 0,1 0 1 0 0,-1 0-1 0 0,0 1 1 0 0,1-1-1 0 0,-1 0 1 0 0,0 0-1 0 0,1 1 1 0 0,0-1-1 0 0,-1 0 1 0 0,1 1-1 0 0,0-1 1 0 0,0 3-1 0 0,0-3-35 0 0,1 0-1 0 0,-1 0 1 0 0,1 0 0 0 0,0 0-1 0 0,0-1 1 0 0,0 1-1 0 0,-1 0 1 0 0,1-1-1 0 0,0 1 1 0 0,0 0 0 0 0,0-1-1 0 0,0 1 1 0 0,0-1-1 0 0,0 1 1 0 0,0-1 0 0 0,0 0-1 0 0,1 1 1 0 0,-1-1-1 0 0,0 0 1 0 0,0 0-1 0 0,1 0 1 0 0,12 2 390 0 0,0-1-1 0 0,0-1 1 0 0,15-1-1 0 0,-28 0-482 0 0,35-1 411 0 0,67-3 32 0 0,-92 5-476 0 0,0 0 0 0 0,-1 2 1 0 0,1-1-1 0 0,-1 1 0 0 0,1 1 0 0 0,-1-1 0 0 0,13 7 1 0 0,-23-9 16 0 0,1 0 1 0 0,-1 0 0 0 0,1 1 0 0 0,0-1-1 0 0,-1 0 1 0 0,1 0 0 0 0,-1 1 0 0 0,1-1-1 0 0,-1 1 1 0 0,1-1 0 0 0,-1 0 0 0 0,1 1-1 0 0,-1-1 1 0 0,1 1 0 0 0,-1-1 0 0 0,0 1-1 0 0,1 0 1 0 0,-1-1 0 0 0,0 1 0 0 0,1-1-1 0 0,-1 1 1 0 0,0 0 0 0 0,0-1 0 0 0,1 1-1 0 0,-1-1 1 0 0,0 1 0 0 0,0 0 0 0 0,0-1-1 0 0,0 1 1 0 0,0 0 0 0 0,0 1 0 0 0,-1-1-4 0 0,0 1 0 0 0,1 0 0 0 0,-1 0 0 0 0,0-1 1 0 0,0 1-1 0 0,0 0 0 0 0,-1-1 0 0 0,1 1 1 0 0,0-1-1 0 0,-1 1 0 0 0,-1 0 0 0 0,-48 34-147 0 0,45-32 116 0 0,-5 2 17 0 0,-3 2-23 0 0,1 0 1 0 0,0 1-1 0 0,0 0 1 0 0,1 1-1 0 0,0 0 1 0 0,-19 23-1 0 0,31-33 40 0 0,-1 1 0 0 0,1-1-1 0 0,-1 1 1 0 0,1-1 0 0 0,0 1-1 0 0,-1-1 1 0 0,1 1 0 0 0,0 0-1 0 0,0-1 1 0 0,-1 1 0 0 0,1-1 0 0 0,0 1-1 0 0,0 0 1 0 0,0-1 0 0 0,0 1-1 0 0,0-1 1 0 0,0 1 0 0 0,0 0-1 0 0,0-1 1 0 0,0 1 0 0 0,0 0 0 0 0,0-1-1 0 0,0 1 1 0 0,0-1 0 0 0,0 1-1 0 0,1 0 1 0 0,-1-1 0 0 0,0 1 0 0 0,0-1-1 0 0,1 1 1 0 0,-1 0 0 0 0,2 0-26 0 0,-1 0 0 0 0,0 0 1 0 0,0-1-1 0 0,1 1 1 0 0,-1 0-1 0 0,1-1 0 0 0,-1 1 1 0 0,0-1-1 0 0,1 1 1 0 0,-1-1-1 0 0,1 0 1 0 0,2 1-1 0 0,50-2-784 0 0,-50 1 749 0 0,20-2-299 0 0,46-2-345 0 0,-64 4 639 0 0,1 1 1 0 0,-1-1-1 0 0,0 1 0 0 0,1 0 0 0 0,-1 1 0 0 0,0 0 0 0 0,0 0 0 0 0,8 4 0 0 0,-13-6 70 0 0,-1 0-1 0 0,1 1 0 0 0,-1-1 0 0 0,1 1 0 0 0,-1-1 0 0 0,1 0 0 0 0,-1 1 0 0 0,1-1 1 0 0,-1 1-1 0 0,0-1 0 0 0,1 1 0 0 0,-1-1 0 0 0,0 1 0 0 0,0 0 0 0 0,1-1 0 0 0,-1 1 0 0 0,0-1 1 0 0,0 1-1 0 0,0 0 0 0 0,0-1 0 0 0,0 1 0 0 0,1-1 0 0 0,-1 1 0 0 0,0 0 0 0 0,-1-1 1 0 0,1 1-1 0 0,0-1 0 0 0,0 1 0 0 0,0 0 0 0 0,0-1 0 0 0,0 1 0 0 0,-1-1 0 0 0,1 1 0 0 0,0 0 1 0 0,0-1-1 0 0,-1 1 0 0 0,1-1 0 0 0,0 1 0 0 0,-1-1 0 0 0,1 1 0 0 0,-1-1 0 0 0,1 0 1 0 0,0 1-1 0 0,-1-1 0 0 0,1 1 0 0 0,-1-1 0 0 0,1 0 0 0 0,-2 1 0 0 0,-29 22 45 0 0,28-21-28 0 0,-51 32 383 0 0,34-23-181 0 0,0 1-1 0 0,0 2 1 0 0,2-1 0 0 0,-1 2 0 0 0,-27 30 0 0 0,45-45-210 0 0,0 1 1 0 0,0 0-1 0 0,0 0 1 0 0,1-1-1 0 0,-1 1 1 0 0,0 0-1 0 0,1 0 0 0 0,-1 0 1 0 0,1-1-1 0 0,-1 1 1 0 0,1 0-1 0 0,-1 0 1 0 0,1 0-1 0 0,-1 0 1 0 0,1 0-1 0 0,0 0 1 0 0,0 0-1 0 0,-1 0 0 0 0,1 0 1 0 0,0 0-1 0 0,0 0 1 0 0,0 0-1 0 0,0 1 1 0 0,0-1-1 0 0,1 0 1 0 0,-1 0-1 0 0,0 0 1 0 0,0 0-1 0 0,1 0 0 0 0,-1 0 1 0 0,0 0-1 0 0,1-1 1 0 0,-1 1-1 0 0,1 0 1 0 0,-1 0-1 0 0,1 0 1 0 0,0 0-1 0 0,-1 0 1 0 0,1-1-1 0 0,0 1 0 0 0,0 0 1 0 0,-1-1-1 0 0,1 1 1 0 0,0 0-1 0 0,0-1 1 0 0,0 1-1 0 0,0-1 1 0 0,0 1-1 0 0,0-1 1 0 0,0 0-1 0 0,0 1 0 0 0,0-1 1 0 0,0 0-1 0 0,0 0 1 0 0,2 1-1 0 0,9 1-348 0 0,0 0 1 0 0,0 0-1 0 0,21-1 0 0 0,-23-1-220 0 0,60 2-4591 0 0,-59-3 4041 0 0</inkml:trace>
</inkml:ink>
</file>

<file path=ppt/ink/ink1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6:51.5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 2361 0 0,'0'0'50'0'0,"0"0"0"0"0,0-1 0 0 0,0 1 1 0 0,0 0-1 0 0,0-1 0 0 0,0 1 1 0 0,0 0-1 0 0,1-1 0 0 0,-1 1 0 0 0,0 0 1 0 0,0-1-1 0 0,0 1 0 0 0,0 0 0 0 0,0-1 1 0 0,0 1-1 0 0,1 0 0 0 0,-1 0 1 0 0,0-1-1 0 0,0 1 0 0 0,11 0 13452 0 0,-4 26-11716 0 0,0 1 1 0 0,3 44-1 0 0,-8-29-1684 0 0,-2 0 0 0 0,-1-1-1 0 0,-3 1 1 0 0,-11 53-1 0 0,7-52-67 0 0,2 0-1 0 0,2 1 1 0 0,3 82-1 0 0,10-43-31 0 0,23 314 549 0 0,-31-385-548 0 0,-1 16 11 0 0,2-1 1 0 0,1 0-1 0 0,9 34 0 0 0,-12-60-128 0 0,0 0 0 0 0,1 0 0 0 0,-1 0 0 0 0,0 0 0 0 0,1 0 0 0 0,-1 0 0 0 0,1 0 0 0 0,-1 0-1 0 0,1 0 1 0 0,0 0 0 0 0,-1 0 0 0 0,1-1 0 0 0,0 1 0 0 0,-1 0 0 0 0,1 0 0 0 0,0-1 0 0 0,1 2 0 0 0</inkml:trace>
</inkml:ink>
</file>

<file path=ppt/ink/ink1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6:52.7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67 210 3681 0 0,'-1'-2'229'0'0,"0"0"-1"0"0,0 0 1 0 0,-1 0 0 0 0,1 0 0 0 0,-1 0 0 0 0,1 0-1 0 0,-1 0 1 0 0,0 1 0 0 0,0-1 0 0 0,0 1 0 0 0,0-1-1 0 0,0 1 1 0 0,0 0 0 0 0,0 0 0 0 0,-1 0 0 0 0,1 0-1 0 0,0 0 1 0 0,0 0 0 0 0,-1 1 0 0 0,1-1 0 0 0,-1 1-1 0 0,1-1 1 0 0,-3 1 0 0 0,-12-4 989 0 0,58-14 1075 0 0,-12 12-1744 0 0,1 2 0 0 0,-1 2 0 0 0,0 0 1 0 0,50 4-1 0 0,17-1 353 0 0,158-19 528 0 0,-65 3-843 0 0,305 4 149 0 0,-243 15-427 0 0,468-7 2155 0 0,-406-27-2263 0 0,-85 7-110 0 0,-152 17-93 0 0,263-16-20 0 0,-154 15 59 0 0,187-3-74 0 0,102 8-33 0 0,-290 0 192 0 0,107 4-222 0 0,233 17 1195 0 0,-377-16-633 0 0,-78-4-235 0 0,82 12 0 0 0,-130-8-157 0 0,-15-1-36 0 0,0-1 0 0 0,0 0 0 0 0,0 0 0 0 0,1 0 1 0 0,-1-1-1 0 0,0 0 0 0 0,1 0 0 0 0,7-2 0 0 0,-10-3-419 0 0,-4 1 94 0 0</inkml:trace>
</inkml:ink>
</file>

<file path=ppt/ink/ink1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6:54.0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32 1376 0 0,'1'-1'424'0'0,"1"0"0"0"0,-1 1 0 0 0,1-1-1 0 0,-1 0 1 0 0,1 1 0 0 0,-1-1 0 0 0,0 0-1 0 0,0 0 1 0 0,1 0 0 0 0,-1 0 0 0 0,0-1 0 0 0,0 1-1 0 0,0 0 1 0 0,0 0 0 0 0,0-1 0 0 0,0 1-1 0 0,-1 0 1 0 0,1-1 0 0 0,0 1 0 0 0,-1-1-1 0 0,1 1 1 0 0,-1-1 0 0 0,1 1 0 0 0,-1-4 0 0 0,-5 10 4327 0 0,-5 9-3560 0 0,7-4-959 0 0,1 0 0 0 0,-1 1 0 0 0,2-1 0 0 0,-1 0-1 0 0,2 1 1 0 0,-1-1 0 0 0,1 1 0 0 0,1-1 0 0 0,0 0 0 0 0,0 1-1 0 0,4 12 1 0 0,2 5 47 0 0,1-1 0 0 0,22 50 1 0 0,-7-35-256 0 0,-17-33-138 0 0,0 1 0 0 0,-1-1 0 0 0,7 17 0 0 0,-12-26 60 0 0,0 0 0 0 0,0 1 0 0 0,0-1 0 0 0,0 0 0 0 0,0 1 0 0 0,0-1 1 0 0,0 0-1 0 0,0 1 0 0 0,0-1 0 0 0,0 0 0 0 0,0 0 0 0 0,0 1 1 0 0,0-1-1 0 0,0 0 0 0 0,0 1 0 0 0,0-1 0 0 0,-1 0 0 0 0,1 1 0 0 0,0-1 1 0 0,0 0-1 0 0,0 0 0 0 0,-1 1 0 0 0,1-1 0 0 0,0 0 0 0 0,0 0 1 0 0,0 0-1 0 0,-1 1 0 0 0,1-1 0 0 0,0 0 0 0 0,0 0 0 0 0,-1 0 0 0 0,1 0 1 0 0,0 1-1 0 0,-1-1 0 0 0,1 0 0 0 0,0 0 0 0 0,-1 0 0 0 0,1 0 1 0 0,0 0-1 0 0,0 0 0 0 0,-1 0 0 0 0,1 0 0 0 0,-1 0 0 0 0,-9 0-6196 0 0,5-2 843 0 0</inkml:trace>
</inkml:ink>
</file>

<file path=ppt/ink/ink1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6:54.4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70 3137 0 0,'2'-5'664'0'0,"0"0"1"0"0,1 0-1 0 0,-1 0 0 0 0,1 0 1 0 0,-1 1-1 0 0,2-1 1 0 0,-1 1-1 0 0,0 0 1 0 0,1 0-1 0 0,6-6 0 0 0,-8 8-431 0 0,0 1 0 0 0,0 0-1 0 0,0-1 1 0 0,0 1 0 0 0,0 0-1 0 0,0 0 1 0 0,0 0 0 0 0,1 0-1 0 0,-1 0 1 0 0,0 1 0 0 0,1-1-1 0 0,-1 1 1 0 0,0-1 0 0 0,1 1-1 0 0,-1 0 1 0 0,0 0 0 0 0,1 0 0 0 0,-1 0-1 0 0,1 1 1 0 0,-1-1 0 0 0,0 1-1 0 0,1-1 1 0 0,-1 1 0 0 0,0 0-1 0 0,1 0 1 0 0,2 2 0 0 0,-3-3-149 0 0,0 1 0 0 0,-1 0 0 0 0,1 1 0 0 0,-1-1 0 0 0,1 0 0 0 0,-1 0 0 0 0,1 1 0 0 0,-1-1 0 0 0,0 1 0 0 0,0-1 1 0 0,0 1-1 0 0,0 0 0 0 0,0-1 0 0 0,0 1 0 0 0,0 0 0 0 0,0-1 0 0 0,-1 1 0 0 0,1 0 0 0 0,-1 0 0 0 0,1 3 0 0 0,-1 0-19 0 0,0 0-1 0 0,0-1 0 0 0,0 1 1 0 0,-1 0-1 0 0,1-1 0 0 0,-1 1 0 0 0,-1 0 1 0 0,-1 5-1 0 0,-4 7-24 0 0,-1-1 0 0 0,0 0 0 0 0,-15 21 0 0 0,14-17 24 0 0,9-20-55 0 0,0 0 0 0 0,0 1 1 0 0,0-1-1 0 0,0 0 0 0 0,0 1 0 0 0,0-1 0 0 0,0 0 1 0 0,1 0-1 0 0,-1 1 0 0 0,0-1 0 0 0,0 0 1 0 0,0 1-1 0 0,0-1 0 0 0,0 0 0 0 0,1 0 0 0 0,-1 1 1 0 0,0-1-1 0 0,0 0 0 0 0,0 0 0 0 0,1 1 1 0 0,-1-1-1 0 0,0 0 0 0 0,0 0 0 0 0,1 0 0 0 0,-1 0 1 0 0,0 1-1 0 0,0-1 0 0 0,1 0 0 0 0,-1 0 1 0 0,0 0-1 0 0,0 0 0 0 0,1 0 0 0 0,-1 0 0 0 0,5 0 99 0 0,0 0-1 0 0,-1 0 1 0 0,1 0-1 0 0,-1-1 1 0 0,1 0-1 0 0,5-1 1 0 0,-8 1-80 0 0,41-9 665 0 0,-11 1-672 0 0,2 2 1 0 0,-1 1-1 0 0,1 2 1 0 0,41-1-1 0 0,-59 6-927 0 0</inkml:trace>
</inkml:ink>
</file>

<file path=ppt/ink/ink1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6:55.0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 1 6913 0 0,'-3'2'8284'0'0,"4"6"-4521"0"0,5 14-3606 0 0,-1-1 760 0 0,-3 28-345 0 0,2 23-362 0 0,-4-67-229 0 0,1-1 0 0 0,0 1 1 0 0,0-1-1 0 0,1 0 1 0 0,-1 1-1 0 0,1-1 0 0 0,0 0 1 0 0,0 0-1 0 0,0 0 1 0 0,1 0-1 0 0,-1 0 0 0 0,5 4 1 0 0,-6-7-113 0 0,0 0 1 0 0,0 0-1 0 0,0 0 1 0 0,0 0-1 0 0,0-1 1 0 0,0 1-1 0 0,1 0 1 0 0,-1-1-1 0 0,0 1 1 0 0,1 0-1 0 0,-1-1 1 0 0,0 0-1 0 0,1 1 1 0 0,-1-1-1 0 0,0 0 1 0 0,3 1-1 0 0,12-8-5043 0 0</inkml:trace>
</inkml:ink>
</file>

<file path=ppt/ink/ink1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6:55.4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45 5817 0 0,'6'-5'570'0'0,"0"1"0"0"0,1-1 0 0 0,-1 1 1 0 0,1 0-1 0 0,0 0 0 0 0,0 1 0 0 0,0 0 0 0 0,1 0 0 0 0,-1 1 0 0 0,1 0 0 0 0,-1 0 0 0 0,1 1 0 0 0,0 0 0 0 0,0 0 0 0 0,-1 1 1 0 0,11 0-1 0 0,-17 0-516 0 0,-1 0 0 0 0,1 0 0 0 0,-1 0 0 0 0,1 1 0 0 0,0-1 0 0 0,-1 0 0 0 0,1 0 0 0 0,-1 0 0 0 0,0 1 0 0 0,1-1 0 0 0,-1 0 0 0 0,1 1 0 0 0,-1-1 0 0 0,1 0 0 0 0,-1 1 0 0 0,0-1 0 0 0,1 0 0 0 0,-1 1 0 0 0,0-1 0 0 0,1 1 0 0 0,-1-1 0 0 0,0 1 0 0 0,1-1 0 0 0,-1 0 0 0 0,0 1 0 0 0,0 0 0 0 0,0-1 0 0 0,1 1 0 0 0,-3 20 737 0 0,-16 20-167 0 0,16-37-505 0 0,-3 5 88 0 0,2-4-57 0 0,1-1 1 0 0,-1 1-1 0 0,1 0 0 0 0,0-1 1 0 0,0 1-1 0 0,0 0 1 0 0,1 1-1 0 0,-1-1 0 0 0,1 0 1 0 0,0 0-1 0 0,0 8 0 0 0,2-12-103 0 0,0-1 0 0 0,0 1 0 0 0,-1-1 0 0 0,1 1 0 0 0,0-1 0 0 0,0 1 0 0 0,-1-1 0 0 0,1 0 0 0 0,0 1 0 0 0,0-1 0 0 0,0 0 0 0 0,0 0 0 0 0,-1 0 0 0 0,1 1-1 0 0,0-1 1 0 0,0 0 0 0 0,0 0 0 0 0,0 0 0 0 0,0-1 0 0 0,0 1 0 0 0,-1 0 0 0 0,1 0 0 0 0,0 0 0 0 0,0-1 0 0 0,1 0 0 0 0,27-7-30 0 0,-26 7 20 0 0,39-11-2040 0 0,-33 10 659 0 0</inkml:trace>
</inkml:ink>
</file>

<file path=ppt/ink/ink1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6:56.1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10 5985 0 0,'0'0'213'0'0,"0"-1"-1"0"0,0 1 1 0 0,1 0-1 0 0,-1-1 1 0 0,0 1-1 0 0,0-1 1 0 0,0 1-1 0 0,0 0 1 0 0,0-1-1 0 0,0 1 0 0 0,1-1 1 0 0,-1 1-1 0 0,0 0 1 0 0,0-1-1 0 0,0 1 1 0 0,1 0-1 0 0,-1-1 1 0 0,0 1-1 0 0,1 0 1 0 0,-1 0-1 0 0,0-1 1 0 0,1 1-1 0 0,-1 0 1 0 0,0 0-1 0 0,1-1 1 0 0,-1 1-1 0 0,0 0 0 0 0,1 0 1 0 0,-1 0-1 0 0,0 0 1 0 0,1 0-1 0 0,-1 0 1 0 0,1-1-1 0 0,-1 1 1 0 0,1 0-1 0 0,-1 0 1 0 0,0 0-1 0 0,1 0 1 0 0,-1 1-1 0 0,1-1 1 0 0,-1 0-1 0 0,0 0 0 0 0,1 0 1 0 0,-1 0-1 0 0,1 0 1 0 0,-1 0-1 0 0,0 1 1 0 0,1-1-1 0 0,-1 0 1 0 0,0 0-1 0 0,1 0 1 0 0,0 1-1 0 0,19 13 1951 0 0,-7 2-1667 0 0,-2 1-1 0 0,0 0 0 0 0,0 1 0 0 0,-2 0 0 0 0,10 26 1 0 0,9 17-416 0 0,-13-29-179 0 0,-9-19-243 0 0,0 0 0 0 0,0 0 0 0 0,1-1 0 0 0,1 0 0 0 0,13 15 0 0 0</inkml:trace>
</inkml:ink>
</file>

<file path=ppt/ink/ink1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6:56.5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40 2673 0 0,'5'-4'266'0'0,"0"1"0"0"0,0 0 0 0 0,0-1 0 0 0,0 2 0 0 0,0-1 0 0 0,1 1 0 0 0,-1 0 0 0 0,1 0 0 0 0,9-2 0 0 0,2 0 1425 0 0,0 1-1 0 0,19 0 0 0 0,-32 2-1501 0 0,0 1-1 0 0,0 0 1 0 0,-1 0 0 0 0,1 1 0 0 0,0-1 0 0 0,0 1 0 0 0,-1 0 0 0 0,1 0 0 0 0,0 0 0 0 0,-1 0 0 0 0,1 0 0 0 0,-1 1 0 0 0,0 0 0 0 0,7 4 0 0 0,-9-5-146 0 0,0 1 1 0 0,1-1-1 0 0,-1 1 1 0 0,0-1-1 0 0,0 1 1 0 0,0 0-1 0 0,0-1 0 0 0,0 1 1 0 0,0 0-1 0 0,-1 0 1 0 0,1 0-1 0 0,-1 0 0 0 0,1 0 1 0 0,-1 0-1 0 0,0 0 1 0 0,0 0-1 0 0,0 0 0 0 0,0 0 1 0 0,0-1-1 0 0,0 1 1 0 0,0 0-1 0 0,-1 0 1 0 0,1 0-1 0 0,0 0 0 0 0,-1 0 1 0 0,0 0-1 0 0,0 0 1 0 0,1-1-1 0 0,-3 5 0 0 0,-13 21 607 0 0,-9 17 519 0 0,24-42-1053 0 0,0 0 1 0 0,0 1 0 0 0,0-1 0 0 0,1 1 0 0 0,-1-1 0 0 0,1 0 0 0 0,-1 1 0 0 0,1-1 0 0 0,0 1 0 0 0,0-1 0 0 0,0 1 0 0 0,0-1-1 0 0,1 1 1 0 0,-1-1 0 0 0,2 5 0 0 0,-1-6-28 0 0,0 1 0 0 0,0-1 0 0 0,0 1 0 0 0,1-1 0 0 0,-1 1 1 0 0,1-1-1 0 0,-1 0 0 0 0,1 0 0 0 0,-1 0 0 0 0,1 0 0 0 0,0 0 0 0 0,0 0 0 0 0,-1 0 0 0 0,1 0 0 0 0,0-1 0 0 0,0 1 0 0 0,0-1 0 0 0,0 1 0 0 0,0-1 0 0 0,0 0 0 0 0,0 0 0 0 0,0 0 0 0 0,3 0 0 0 0,48-5 902 0 0,15-10-379 0 0,-37 8-1434 0 0,56-6-1 0 0,-77 12-465 0 0</inkml:trace>
</inkml:ink>
</file>

<file path=ppt/ink/ink1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6:58.1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6 125 6913 0 0,'-1'0'92'0'0,"1"0"-1"0"0,0 0 0 0 0,0 0 1 0 0,0 0-1 0 0,-1 0 0 0 0,1 0 1 0 0,0 0-1 0 0,0 0 0 0 0,0 0 1 0 0,-1 0-1 0 0,1 0 0 0 0,0 0 1 0 0,0 0-1 0 0,0-1 0 0 0,0 1 1 0 0,-1 0-1 0 0,1 0 0 0 0,0 0 1 0 0,0 0-1 0 0,0 0 0 0 0,0 0 1 0 0,0-1-1 0 0,-1 1 0 0 0,1 0 1 0 0,0 0-1 0 0,0 0 0 0 0,0 0 1 0 0,0-1-1 0 0,0 1 0 0 0,0 0 1 0 0,0 0-1 0 0,0 0 0 0 0,0-1 1 0 0,0 1-1 0 0,0 0 0 0 0,0 0 1 0 0,0-1-1 0 0,0 1 94 0 0,0-1 1 0 0,0 1-1 0 0,0 0 1 0 0,1-1-1 0 0,-1 1 0 0 0,0 0 1 0 0,0 0-1 0 0,1-1 1 0 0,-1 1-1 0 0,0 0 0 0 0,1-1 1 0 0,-1 1-1 0 0,0 0 1 0 0,1 0-1 0 0,-1 0 0 0 0,0-1 1 0 0,1 1-1 0 0,-1 0 1 0 0,0 0-1 0 0,1 0 0 0 0,-1 0 1 0 0,1 0-1 0 0,-1 0 1 0 0,0 0-1 0 0,1 0 0 0 0,-1 0 1 0 0,1 0-1 0 0,0 0 1 0 0,7 0 129 0 0,-1 0 1 0 0,1 0-1 0 0,0 1 1 0 0,-1 0-1 0 0,1 0 1 0 0,-1 1-1 0 0,1 0 1 0 0,-1 1-1 0 0,0 0 1 0 0,0 0-1 0 0,0 0 1 0 0,0 1-1 0 0,0 0 1 0 0,8 6-1 0 0,4 7-162 0 0,0 0 0 0 0,-1 1 0 0 0,17 22 0 0 0,18 19-11 0 0,-17-28 43 0 0,-34-30-152 0 0,-1 0 0 0 0,1 0 0 0 0,-1 0 0 0 0,1 0 0 0 0,0 0 0 0 0,-1 0 0 0 0,1 0 0 0 0,0-1 0 0 0,0 1 0 0 0,-1 0 0 0 0,1-1 0 0 0,0 0 0 0 0,0 1 0 0 0,0-1 0 0 0,0 0-1 0 0,0 0 1 0 0,0 0 0 0 0,-1 0 0 0 0,1 0 0 0 0,0-1 0 0 0,0 1 0 0 0,2-1 0 0 0,-3 0-21 0 0,0 0 1 0 0,0-1-1 0 0,0 1 1 0 0,0 0-1 0 0,0 0 1 0 0,-1 0-1 0 0,1 0 0 0 0,0-1 1 0 0,-1 1-1 0 0,1 0 1 0 0,-1-1-1 0 0,0 1 0 0 0,1 0 1 0 0,-1-1-1 0 0,0 1 1 0 0,0-1-1 0 0,0 1 0 0 0,0 0 1 0 0,0-1-1 0 0,0-1 1 0 0,-5-33 169 0 0,4 30-158 0 0,-10-52-177 0 0,-6-36 129 0 0,16 85-330 0 0,0 0 0 0 0,1 0 0 0 0,0 1 0 0 0,1-1 0 0 0,0 0 0 0 0,0 0 1 0 0,1 0-1 0 0,3-10 0 0 0,-4 18 136 0 0,0-1-1 0 0,0 0 1 0 0,0 0 0 0 0,0 0-1 0 0,0 1 1 0 0,0-1 0 0 0,0 1 0 0 0,1-1-1 0 0,-1 1 1 0 0,0-1 0 0 0,1 1 0 0 0,0 0-1 0 0,-1-1 1 0 0,1 1 0 0 0,0 0-1 0 0,-1 0 1 0 0,1 0 0 0 0,0 1 0 0 0,0-1-1 0 0,0 0 1 0 0,0 1 0 0 0,0-1 0 0 0,0 1-1 0 0,-1 0 1 0 0,1-1 0 0 0,0 1 0 0 0,0 0-1 0 0,0 0 1 0 0,3 1 0 0 0,6-1 218 0 0</inkml:trace>
</inkml:ink>
</file>

<file path=ppt/ink/ink1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6:58.5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4145 0 0,'5'23'8392'0'0,"15"17"-4901"0"0,-15-30-3214 0 0,0 0-1 0 0,0 0 1 0 0,4 15-1 0 0,-6-7-219 0 0,-1 0-1 0 0,0 0 0 0 0,-2 19 1 0 0,-1-24-321 0 0,1 0 1 0 0,1 0-1 0 0,0 0 0 0 0,1 0 1 0 0,0 0-1 0 0,1-1 1 0 0,6 19-1 0 0,-7-26-5249 0 0</inkml:trace>
</inkml:ink>
</file>

<file path=ppt/ink/ink1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6:58.9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22 3225 0 0,'0'0'76'0'0,"0"-1"1"0"0,0 1-1 0 0,0-1 1 0 0,0 1-1 0 0,0-1 1 0 0,0 1-1 0 0,0-1 1 0 0,0 1-1 0 0,0-1 1 0 0,0 1-1 0 0,0-1 1 0 0,0 1-1 0 0,0-1 1 0 0,0 1-1 0 0,1 0 1 0 0,-1-1-1 0 0,0 1 1 0 0,0-1-1 0 0,1 1 1 0 0,-1-1-1 0 0,0 1 1 0 0,0 0-1 0 0,1-1 1 0 0,-1 1-1 0 0,0 0 1 0 0,1-1-1 0 0,-1 1 1 0 0,1 0-1 0 0,-1-1 1 0 0,0 1-1 0 0,1 0 1 0 0,-1 0-1 0 0,1-1 1 0 0,-1 1-1 0 0,1 0 1 0 0,-1 0-1 0 0,0 0 1 0 0,1 0-1 0 0,-1 0 1 0 0,1 0-1 0 0,-1 0 1 0 0,2 0-1 0 0,21-7 3091 0 0,-19 7-2882 0 0,-1 1-1 0 0,1 0 1 0 0,0 0 0 0 0,0 1 0 0 0,-1-1 0 0 0,1 1 0 0 0,-1-1 0 0 0,1 1-1 0 0,-1 0 1 0 0,0 1 0 0 0,0-1 0 0 0,0 0 0 0 0,4 5 0 0 0,37 45 676 0 0,-12-12-951 0 0,-18-27-647 0 0,1 0 0 0 0,18 13 0 0 0,-25-21-273 0 0</inkml:trace>
  <inkml:trace contextRef="#ctx0" brushRef="#br0" timeOffset="1">130 204 1376 0 0,'-13'-1'688'0'0,"16"-2"1684"0"0,24-4 2417 0 0,-18 4-5107 0 0,75-29 1685 0 0,-67 26-1367 0 0</inkml:trace>
</inkml:ink>
</file>

<file path=ppt/ink/ink1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6:59.5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7834 0 0,'2'2'746'0'0,"1"0"1"0"0,0 0 0 0 0,0-1 0 0 0,0 0-1 0 0,0 1 1 0 0,1-1 0 0 0,-1 0 0 0 0,4 1 0 0 0,14 5 1647 0 0,-15-4-2193 0 0,0 1 1 0 0,0 0-1 0 0,-1 1 1 0 0,1-1-1 0 0,-1 1 1 0 0,0 0-1 0 0,-1 0 1 0 0,1 1-1 0 0,-1 0 0 0 0,0-1 1 0 0,0 1-1 0 0,-1 0 1 0 0,4 8-1 0 0,3 11-229 0 0,-2 0-1 0 0,8 33 0 0 0,-10-32-130 0 0,16 40-1 0 0,-21-64 94 0 0,13 26-546 0 0,-2-11-2664 0 0</inkml:trace>
</inkml:ink>
</file>

<file path=ppt/ink/ink1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7:00.0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49 1376 0 0,'0'-1'124'0'0,"0"0"0"0"0,-1 1 0 0 0,1-1 0 0 0,0 0 0 0 0,0 0 0 0 0,0 1 0 0 0,0-1 0 0 0,-1 0 0 0 0,1 0 0 0 0,0 0 0 0 0,0 1 0 0 0,0-1 0 0 0,1 0 0 0 0,-1 0 0 0 0,0 0 0 0 0,0 1 0 0 0,0-1 0 0 0,0 0 0 0 0,1 0 0 0 0,-1 1 0 0 0,0-1 0 0 0,1 0 0 0 0,-1 1 0 0 0,1-1 0 0 0,-1 0 0 0 0,1 1 0 0 0,-1-1 0 0 0,1 1 0 0 0,-1-1 0 0 0,1 0 0 0 0,0 1 0 0 0,-1-1 0 0 0,1 1 0 0 0,0 0 0 0 0,-1-1 0 0 0,1 1 0 0 0,0-1 0 0 0,29-16 2171 0 0,-25 16-1972 0 0,0-1 0 0 0,0 1-1 0 0,0 0 1 0 0,0 1 0 0 0,0-1 0 0 0,0 1-1 0 0,0 0 1 0 0,0 0 0 0 0,1 1 0 0 0,-1 0-1 0 0,0 0 1 0 0,0 0 0 0 0,0 0-1 0 0,8 4 1 0 0,-11-4-284 0 0,0 0-1 0 0,0 0 0 0 0,-1 0 0 0 0,1 0 1 0 0,-1 1-1 0 0,1-1 0 0 0,-1 0 1 0 0,1 1-1 0 0,-1-1 0 0 0,0 1 0 0 0,0-1 1 0 0,0 1-1 0 0,1 0 0 0 0,-2-1 0 0 0,1 1 1 0 0,0 0-1 0 0,0 0 0 0 0,-1 0 1 0 0,1-1-1 0 0,0 1 0 0 0,-1 0 0 0 0,0 0 1 0 0,0 0-1 0 0,1 0 0 0 0,-1 0 1 0 0,0 0-1 0 0,-1 0 0 0 0,1 0 0 0 0,0 0 1 0 0,0 0-1 0 0,-1 0 0 0 0,1 0 1 0 0,-1 0-1 0 0,0 0 0 0 0,0-1 0 0 0,1 1 1 0 0,-1 0-1 0 0,0 0 0 0 0,-1-1 1 0 0,0 3-1 0 0,-71 100 2660 0 0,72-104-2681 0 0,1 0 1 0 0,0 1 0 0 0,0-1 0 0 0,-1 0-1 0 0,1 1 1 0 0,0-1 0 0 0,0 0-1 0 0,0 1 1 0 0,-1-1 0 0 0,1 1 0 0 0,0-1-1 0 0,0 0 1 0 0,0 1 0 0 0,0-1-1 0 0,0 1 1 0 0,0-1 0 0 0,0 0-1 0 0,0 1 1 0 0,0-1 0 0 0,0 1 0 0 0,0-1-1 0 0,0 0 1 0 0,0 1 0 0 0,0-1-1 0 0,0 1 1 0 0,0-1 0 0 0,1 0 0 0 0,-1 1-1 0 0,0-1 1 0 0,0 0 0 0 0,0 1-1 0 0,1 0 1 0 0,14 3 310 0 0,27-8 97 0 0,-32 2-186 0 0,-1 1-151 0 0,0 1-1 0 0,0-1 1 0 0,1 1-1 0 0,-1 1 1 0 0,0 0-1 0 0,0 0 1 0 0,12 4 0 0 0,-19-5-86 0 0,1 1 1 0 0,-1 0-1 0 0,0 0 1 0 0,0 0 0 0 0,0 1-1 0 0,0-1 1 0 0,0 0-1 0 0,0 1 1 0 0,0 0 0 0 0,0-1-1 0 0,-1 1 1 0 0,1 0 0 0 0,0 0-1 0 0,-1 0 1 0 0,0 0-1 0 0,1 0 1 0 0,-1 0 0 0 0,0 0-1 0 0,0 0 1 0 0,0 0 0 0 0,0 1-1 0 0,-1-1 1 0 0,1 0-1 0 0,-1 1 1 0 0,1-1 0 0 0,-1 1-1 0 0,0-1 1 0 0,0 0-1 0 0,0 1 1 0 0,0-1 0 0 0,0 1-1 0 0,-1 2 1 0 0,0 5 28 0 0,-1-1 1 0 0,0 0 0 0 0,0 0-1 0 0,-1 1 1 0 0,-1-2-1 0 0,-4 11 1 0 0,-8 9-5798 0 0,12-21-390 0 0</inkml:trace>
</inkml:ink>
</file>

<file path=ppt/ink/ink1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7:00.7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153 18 3681 0 0,'1'0'203'0'0,"0"0"1"0"0,1-1-1 0 0,-1 0 0 0 0,0 1 1 0 0,0-1-1 0 0,0 1 0 0 0,0-1 1 0 0,0 0-1 0 0,0 0 1 0 0,0 0-1 0 0,0 0 0 0 0,0 0 1 0 0,0 0-1 0 0,1-2 0 0 0,-2 3-86 0 0,0-1-1 0 0,0 1 0 0 0,-1 0 0 0 0,1-1 1 0 0,0 1-1 0 0,0 0 0 0 0,-1-1 0 0 0,1 1 0 0 0,0 0 1 0 0,-1 0-1 0 0,1 0 0 0 0,0-1 0 0 0,-1 1 1 0 0,1 0-1 0 0,0 0 0 0 0,-1 0 0 0 0,1-1 0 0 0,-1 1 1 0 0,1 0-1 0 0,0 0 0 0 0,-1 0 0 0 0,1 0 0 0 0,-1 0 1 0 0,1 0-1 0 0,0 0 0 0 0,-1 0 0 0 0,1 0 1 0 0,-1 0-1 0 0,1 0 0 0 0,-6 0 509 0 0,1 1 1 0 0,0-1-1 0 0,-1 1 0 0 0,1-1 1 0 0,0 2-1 0 0,-7 1 0 0 0,1 3-89 0 0,0-1 0 0 0,0 2 0 0 0,0-1 0 0 0,1 2 0 0 0,-11 9 0 0 0,17-14-423 0 0,1 1 1 0 0,-1-1-1 0 0,1 1 0 0 0,0 0 1 0 0,0-1-1 0 0,0 1 1 0 0,1 1-1 0 0,-1-1 1 0 0,1 0-1 0 0,0 0 0 0 0,1 1 1 0 0,-1-1-1 0 0,0 1 1 0 0,1 0-1 0 0,0-1 0 0 0,0 9 1 0 0,1-11-65 0 0,0 1 0 0 0,1-1 0 0 0,0 0 0 0 0,-1 0 1 0 0,1 1-1 0 0,0-1 0 0 0,0 0 0 0 0,0 0 0 0 0,0 0 0 0 0,0 0 0 0 0,1 0 0 0 0,-1 0 1 0 0,1 0-1 0 0,-1 0 0 0 0,1-1 0 0 0,0 1 0 0 0,0-1 0 0 0,0 1 0 0 0,0-1 1 0 0,0 1-1 0 0,0-1 0 0 0,0 0 0 0 0,0 0 0 0 0,0 0 0 0 0,0 0 0 0 0,1-1 0 0 0,-1 1 1 0 0,0-1-1 0 0,4 1 0 0 0,5 1 30 0 0,-1 0 1 0 0,0-1-1 0 0,0 0 1 0 0,0-1-1 0 0,16-1 1 0 0,-5-2-504 0 0,0-1-1 0 0,34-12 1 0 0,-35 9-2444 0 0,-12 6-3591 0 0</inkml:trace>
</inkml:ink>
</file>

<file path=ppt/ink/ink1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7:01.6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10138 0 0,'2'1'360'0'0,"-1"-1"-1"0"0,1 1 1 0 0,-1-1-1 0 0,1 1 0 0 0,-1 0 1 0 0,0 0-1 0 0,1-1 1 0 0,-1 1-1 0 0,0 0 1 0 0,0 0-1 0 0,0 0 1 0 0,2 2-1 0 0,23 28 2264 0 0,-19-18-2136 0 0,0 0 0 0 0,-1 1 0 0 0,-1 0 0 0 0,0 0 0 0 0,-1 1-1 0 0,5 27 1 0 0,11 36-293 0 0,-15-65-339 0 0,21 51 208 0 0,-23-60-478 0 0,-1 0 0 0 0,0 0 0 0 0,1 0 0 0 0,0 0 0 0 0,0-1 0 0 0,0 1 0 0 0,0-1 0 0 0,1 1 0 0 0,-1-1 0 0 0,1 0 0 0 0,7 4 0 0 0,-4-4-5469 0 0</inkml:trace>
</inkml:ink>
</file>

<file path=ppt/ink/ink1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7:02.5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64 33 920 0 0,'-5'-1'552'0'0,"1"0"0"0"0,-1 0-1 0 0,1 0 1 0 0,0 0 0 0 0,-1-1 0 0 0,-3-2 0 0 0,-21-6 5010 0 0,43 9 589 0 0,13-2-4218 0 0,34-4-986 0 0,-48 7-854 0 0,0 0 0 0 0,1 1 0 0 0,-1 1 0 0 0,0 0 0 0 0,0 0 0 0 0,-1 2 0 0 0,1-1 0 0 0,-1 2 0 0 0,19 8 0 0 0,-27-11-94 0 0,-1-1 0 0 0,1 1-1 0 0,-1 0 1 0 0,0 0-1 0 0,0 0 1 0 0,0 1-1 0 0,0-1 1 0 0,0 1 0 0 0,-1 0-1 0 0,1-1 1 0 0,-1 1-1 0 0,0 0 1 0 0,0 1 0 0 0,0-1-1 0 0,0 0 1 0 0,0 1-1 0 0,-1-1 1 0 0,1 1-1 0 0,-1-1 1 0 0,0 1 0 0 0,0-1-1 0 0,0 1 1 0 0,-1 0-1 0 0,1 0 1 0 0,-1-1-1 0 0,0 1 1 0 0,0 0 0 0 0,0 0-1 0 0,-1 0 1 0 0,1-1-1 0 0,-1 1 1 0 0,0 0-1 0 0,0-1 1 0 0,0 1 0 0 0,0-1-1 0 0,-1 1 1 0 0,-2 4-1 0 0,-2 2 85 0 0,0 0-1 0 0,0-1 1 0 0,-1 1-1 0 0,-1-1 0 0 0,0 0 1 0 0,0-1-1 0 0,0 0 0 0 0,-1 0 1 0 0,-10 6-1 0 0,-11 7-1875 0 0,-50 25-1 0 0,68-40-4613 0 0</inkml:trace>
</inkml:ink>
</file>

<file path=ppt/ink/ink1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7:04.2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111 86 5065 0 0,'-1'-1'97'0'0,"0"1"0"0"0,0-1 0 0 0,0 0 0 0 0,0 1 0 0 0,0-1 0 0 0,0 0-1 0 0,0 1 1 0 0,0-1 0 0 0,-1 1 0 0 0,1 0 0 0 0,0-1 0 0 0,0 1 0 0 0,-1 0 0 0 0,1 0 0 0 0,0 0 0 0 0,0 0-1 0 0,-1 0 1 0 0,1 0 0 0 0,0 0 0 0 0,0 0 0 0 0,-1 0 0 0 0,1 1 0 0 0,0-1 0 0 0,0 0 0 0 0,-2 2 0 0 0,0-1 69 0 0,0 1 1 0 0,0 0-1 0 0,0 0 1 0 0,1 1-1 0 0,-1-1 1 0 0,1 0-1 0 0,0 1 1 0 0,-1 0-1 0 0,-2 4 1 0 0,-1 3 64 0 0,1-1 0 0 0,-1 2 0 0 0,2-1 0 0 0,-1 1 1 0 0,-3 13-1 0 0,7-21-203 0 0,1-1 0 0 0,-1 1 0 0 0,1 0 1 0 0,-1-1-1 0 0,1 1 0 0 0,0 0 0 0 0,0 0 0 0 0,0-1 0 0 0,0 1 1 0 0,1 0-1 0 0,-1 0 0 0 0,1-1 0 0 0,0 1 0 0 0,-1 0 0 0 0,1-1 1 0 0,0 1-1 0 0,1-1 0 0 0,-1 1 0 0 0,0-1 0 0 0,1 0 0 0 0,-1 1 0 0 0,1-1 1 0 0,0 0-1 0 0,0 0 0 0 0,0 0 0 0 0,0 0 0 0 0,0-1 0 0 0,0 1 1 0 0,0 0-1 0 0,0-1 0 0 0,1 0 0 0 0,-1 1 0 0 0,1-1 0 0 0,-1 0 1 0 0,1 0-1 0 0,0 0 0 0 0,-1-1 0 0 0,1 1 0 0 0,4 0 0 0 0,0 0 188 0 0,0 0-1 0 0,1 0 0 0 0,-1 0 0 0 0,0-1 0 0 0,1-1 1 0 0,-1 1-1 0 0,0-1 0 0 0,1 0 0 0 0,-1-1 1 0 0,0 1-1 0 0,0-2 0 0 0,0 1 0 0 0,13-7 0 0 0,-3-1 29 0 0,-1-1 0 0 0,-1-1 0 0 0,15-13-1 0 0,-26 21-213 0 0,0 0-1 0 0,0 0 1 0 0,0 0-1 0 0,-1 0 0 0 0,0 0 1 0 0,0-1-1 0 0,0 1 1 0 0,0-1-1 0 0,-1 0 1 0 0,0 0-1 0 0,0 0 0 0 0,0 0 1 0 0,0 0-1 0 0,-1 0 1 0 0,1-11-1 0 0,-2 13-5 0 0,0 0 0 0 0,-1 0 0 0 0,1 0 0 0 0,-1 0 0 0 0,0-1 0 0 0,0 1 0 0 0,0 1-1 0 0,0-1 1 0 0,0 0 0 0 0,-1 0 0 0 0,1 0 0 0 0,-1 1 0 0 0,0-1 0 0 0,0 1 0 0 0,0-1 0 0 0,0 1 0 0 0,0 0 0 0 0,-1 0 0 0 0,1 0-1 0 0,-1 0 1 0 0,1 0 0 0 0,-1 0 0 0 0,0 1 0 0 0,0-1 0 0 0,0 1 0 0 0,1 0 0 0 0,-1 0 0 0 0,0 0 0 0 0,0 0 0 0 0,-1 1 0 0 0,-3-1-1 0 0,0-1 65 0 0,1 1 0 0 0,-1 1 1 0 0,0-1-1 0 0,1 1 0 0 0,-1 0 0 0 0,1 1 0 0 0,-1 0 0 0 0,0 0 0 0 0,1 0 0 0 0,0 1 0 0 0,-1 0 0 0 0,1 0 0 0 0,0 0 0 0 0,-7 5 0 0 0,10-5-88 0 0,0 0 0 0 0,0 0 0 0 0,1 0 0 0 0,-1 0 0 0 0,1 1 0 0 0,0-1 0 0 0,0 1 0 0 0,-1 0 0 0 0,2 0 0 0 0,-1-1 0 0 0,0 1 0 0 0,0 1 0 0 0,1-1 0 0 0,0 0 0 0 0,0 0 0 0 0,0 0 0 0 0,0 1 0 0 0,0-1 0 0 0,1 0 0 0 0,-1 1 0 0 0,1-1 0 0 0,0 1 0 0 0,0-1 0 0 0,0 1 0 0 0,0-1 0 0 0,1 0 0 0 0,-1 1 0 0 0,1-1 0 0 0,0 0 0 0 0,0 1 0 0 0,0-1 0 0 0,1 0 0 0 0,-1 0 0 0 0,1 0 0 0 0,0 0 0 0 0,0 0 0 0 0,0 0 0 0 0,0 0 0 0 0,0-1 0 0 0,0 1 0 0 0,1-1 0 0 0,-1 0 0 0 0,1 1 0 0 0,0-1 0 0 0,0 0 0 0 0,0-1 0 0 0,0 1 0 0 0,0 0 0 0 0,4 1 0 0 0,-6-3 5 0 0,0 1 0 0 0,0-1 0 0 0,0 1 0 0 0,0-1-1 0 0,0 0 1 0 0,0 1 0 0 0,0-1 0 0 0,0 0 0 0 0,0 0 0 0 0,0 0 0 0 0,0 0 0 0 0,1 0 0 0 0,-1 0-1 0 0,0 0 1 0 0,0 0 0 0 0,0 0 0 0 0,0-1 0 0 0,0 1 0 0 0,0 0 0 0 0,0-1 0 0 0,0 1 0 0 0,0 0 0 0 0,0-1-1 0 0,0 0 1 0 0,0 1 0 0 0,0-1 0 0 0,0 1 0 0 0,0-1 0 0 0,0 0 0 0 0,0 0 0 0 0,-1 0 0 0 0,1 1 0 0 0,0-1-1 0 0,-1 0 1 0 0,1 0 0 0 0,0 0 0 0 0,-1 0 0 0 0,1 0 0 0 0,-1 0 0 0 0,0 0 0 0 0,1 0 0 0 0,-1 0 0 0 0,0-1-1 0 0,0 1 1 0 0,1 0 0 0 0,-1 0 0 0 0,0 0 0 0 0,0-2 0 0 0,0-1 17 0 0,1-1 0 0 0,-1 0-1 0 0,0 1 1 0 0,0-1 0 0 0,-1 0 0 0 0,1 0 0 0 0,-1 1 0 0 0,0-1-1 0 0,0 1 1 0 0,-3-8 0 0 0,1 9-22 0 0,1-1 0 0 0,-1 1 0 0 0,0 0 0 0 0,0 0 0 0 0,0 0 0 0 0,0 0 0 0 0,-1 1 0 0 0,1-1 0 0 0,-1 1 0 0 0,0 0 0 0 0,1 0 0 0 0,-1 0 1 0 0,0 0-1 0 0,0 1 0 0 0,0 0 0 0 0,0 0 0 0 0,-1 0 0 0 0,1 0 0 0 0,0 0 0 0 0,0 1 0 0 0,0 0 0 0 0,-1 0 0 0 0,1 0 0 0 0,0 0 0 0 0,0 1 0 0 0,-1 0 0 0 0,1 0 0 0 0,-4 1 0 0 0,3-1 0 0 0,1 1 0 0 0,-1-1 0 0 0,1 1-1 0 0,0 0 1 0 0,0 0 0 0 0,0 0 0 0 0,0 1 0 0 0,0-1 0 0 0,1 1 0 0 0,-1 0-1 0 0,-5 6 1 0 0,7-7 0 0 0,0 0-1 0 0,1 1 1 0 0,-1-1-1 0 0,1 1 0 0 0,-1-1 1 0 0,1 1-1 0 0,0 0 1 0 0,0 0-1 0 0,0-1 1 0 0,1 1-1 0 0,-1 0 1 0 0,0 0-1 0 0,1 0 0 0 0,0 0 1 0 0,0 0-1 0 0,0-1 1 0 0,0 1-1 0 0,0 0 1 0 0,1 4-1 0 0,0-4-5 0 0,0-1 0 0 0,-1 1 1 0 0,1 0-1 0 0,0-1 0 0 0,1 1 0 0 0,-1-1 0 0 0,0 0 0 0 0,1 1 1 0 0,-1-1-1 0 0,1 0 0 0 0,0 0 0 0 0,0 0 0 0 0,-1 0 1 0 0,1 0-1 0 0,1 0 0 0 0,2 2 0 0 0,0-1-2 0 0,0-1 0 0 0,0 1-1 0 0,0-1 1 0 0,1 0 0 0 0,-1 0-1 0 0,1-1 1 0 0,8 2 0 0 0,0-1 1 0 0,1-1 1 0 0,-1 0-1 0 0,0-2 1 0 0,1 1-1 0 0,21-5 1 0 0,-22 2 9 0 0,1-1 1 0 0,21-7-1 0 0,-33 10 26 0 0,1-1 0 0 0,-1 1-1 0 0,0 0 1 0 0,0-1 0 0 0,0 1 0 0 0,-1-1 0 0 0,1 0 0 0 0,0 0 0 0 0,-1 0-1 0 0,1-1 1 0 0,-1 1 0 0 0,1 0 0 0 0,-1-1 0 0 0,0 0 0 0 0,0 1 0 0 0,-1-1 0 0 0,4-6-1 0 0,-5 6-13 0 0,0 0 0 0 0,0 0 0 0 0,0 0 0 0 0,-1 0 0 0 0,1 0-1 0 0,-1 0 1 0 0,1 0 0 0 0,-1 0 0 0 0,0 0 0 0 0,0 0 0 0 0,-1 0 0 0 0,1 1-1 0 0,-1-1 1 0 0,1 0 0 0 0,-1 1 0 0 0,0-1 0 0 0,0 1 0 0 0,-4-5-1 0 0,1 3-2 0 0,1-1 0 0 0,-1 0-1 0 0,0 1 1 0 0,0 0-1 0 0,0 0 1 0 0,-1 0 0 0 0,-11-5-1 0 0,14 8 7 0 0,0 1 0 0 0,0-1 1 0 0,-1 1-1 0 0,1 0 0 0 0,0 0 0 0 0,0 1 0 0 0,-1-1 0 0 0,1 0 1 0 0,0 1-1 0 0,0 0 0 0 0,0 0 0 0 0,0 0 0 0 0,0 0 0 0 0,0 1 1 0 0,0-1-1 0 0,0 1 0 0 0,0-1 0 0 0,0 1 0 0 0,1 0 0 0 0,-1 0 1 0 0,1 0-1 0 0,0 1 0 0 0,-1-1 0 0 0,1 1 0 0 0,0-1 0 0 0,0 1 1 0 0,0-1-1 0 0,1 1 0 0 0,-1 0 0 0 0,1 0 0 0 0,0 0 0 0 0,-1 0 1 0 0,1 0-1 0 0,1 0 0 0 0,-1 1 0 0 0,0 4 0 0 0,1-6-10 0 0,1 0-1 0 0,-1 0 0 0 0,1-1 1 0 0,0 1-1 0 0,0 0 0 0 0,0-1 1 0 0,0 1-1 0 0,0-1 0 0 0,0 1 0 0 0,0-1 1 0 0,0 0-1 0 0,0 1 0 0 0,1-1 1 0 0,-1 0-1 0 0,1 0 0 0 0,-1 0 1 0 0,1 0-1 0 0,-1 0 0 0 0,1 0 1 0 0,0-1-1 0 0,-1 1 0 0 0,1 0 1 0 0,0-1-1 0 0,0 1 0 0 0,-1-1 0 0 0,1 0 1 0 0,0 1-1 0 0,0-1 0 0 0,0 0 1 0 0,-1 0-1 0 0,3-1 0 0 0,6 2 30 0 0,-1-1-1 0 0,1 0 1 0 0,-1-1-1 0 0,15-3 0 0 0,-22 4-4 0 0,0-1 0 0 0,1 1 0 0 0,-1-1 0 0 0,1 0 0 0 0,-1 0 0 0 0,0 0 0 0 0,1 0 0 0 0,-1 0 0 0 0,0 0 0 0 0,0-1 0 0 0,0 1 0 0 0,0-1 0 0 0,0 1 0 0 0,0-1 0 0 0,-1 0-1 0 0,1 0 1 0 0,-1 0 0 0 0,1 0 0 0 0,-1 0 0 0 0,1 0 0 0 0,-1 0 0 0 0,0-1 0 0 0,1-1 0 0 0,-1 0-7 0 0,-1 0 0 0 0,1 1 0 0 0,-1-1 0 0 0,1 1 0 0 0,-1-1 0 0 0,0 0 0 0 0,-1 1 0 0 0,1-1 0 0 0,-1 0 0 0 0,1 1 0 0 0,-1-1 0 0 0,0 1 0 0 0,0-1 0 0 0,-3-4 0 0 0,2 4-8 0 0,0-1 1 0 0,-1 1 0 0 0,1 0 0 0 0,-1 0 0 0 0,0 0 0 0 0,0 0 0 0 0,-1 0 0 0 0,1 0 0 0 0,-1 1 0 0 0,-6-5 0 0 0,8 6-7 0 0,-1 1 0 0 0,1-1 0 0 0,0 1 0 0 0,-1 0 0 0 0,1 0 1 0 0,0 0-1 0 0,-1 0 0 0 0,1 1 0 0 0,-1-1 0 0 0,0 0 0 0 0,1 1 0 0 0,-1 0 1 0 0,1 0-1 0 0,-1 0 0 0 0,0 0 0 0 0,1 0 0 0 0,-1 0 0 0 0,1 1 0 0 0,-1-1 1 0 0,-3 2-1 0 0,2 1-6 0 0,-1-1-1 0 0,1 1 1 0 0,0 0 0 0 0,-1 1 0 0 0,1-1-1 0 0,1 1 1 0 0,-1 0 0 0 0,1-1 0 0 0,-1 2-1 0 0,1-1 1 0 0,0 0 0 0 0,0 1 0 0 0,1-1 0 0 0,0 1-1 0 0,-3 6 1 0 0,3-7-14 0 0,0 1-1 0 0,0-1 1 0 0,1 1-1 0 0,0-1 1 0 0,0 1 0 0 0,0 0-1 0 0,0-1 1 0 0,1 1-1 0 0,-1 0 1 0 0,1 0-1 0 0,0-1 1 0 0,1 1-1 0 0,-1 0 1 0 0,1 0 0 0 0,0-1-1 0 0,3 9 1 0 0,-3-10-1 0 0,1 0 0 0 0,0-1-1 0 0,-1 1 1 0 0,1-1 0 0 0,0 1 0 0 0,0-1 0 0 0,0 0 0 0 0,1 0 0 0 0,-1 0 0 0 0,0 0 0 0 0,1 0 0 0 0,0-1 0 0 0,-1 1-1 0 0,1-1 1 0 0,0 1 0 0 0,0-1 0 0 0,-1 0 0 0 0,1 0 0 0 0,0-1 0 0 0,0 1 0 0 0,0 0 0 0 0,0-1 0 0 0,0 0 0 0 0,0 0 0 0 0,1 0-1 0 0,-1 0 1 0 0,0 0 0 0 0,0 0 0 0 0,0-1 0 0 0,0 0 0 0 0,0 0 0 0 0,4-1 0 0 0,-3 0 26 0 0,-1 1 1 0 0,0 0-1 0 0,0-1 1 0 0,0 0-1 0 0,0 0 1 0 0,0 0-1 0 0,0 0 0 0 0,0 0 1 0 0,-1-1-1 0 0,1 1 1 0 0,-1-1-1 0 0,0 1 1 0 0,0-1-1 0 0,0 0 1 0 0,0 0-1 0 0,0 0 0 0 0,0 0 1 0 0,-1 0-1 0 0,0-1 1 0 0,1 1-1 0 0,-1 0 1 0 0,-1-1-1 0 0,1 1 1 0 0,0-1-1 0 0,-1 1 0 0 0,0-1 1 0 0,1 1-1 0 0,-2-6 1 0 0,1 6-2 0 0,0 1 1 0 0,0-1-1 0 0,-1 1 1 0 0,1-1-1 0 0,-1 1 1 0 0,0-1 0 0 0,1 1-1 0 0,-1-1 1 0 0,0 1-1 0 0,-1 0 1 0 0,1-1-1 0 0,0 1 1 0 0,-1 0-1 0 0,1 0 1 0 0,-1 0 0 0 0,1 0-1 0 0,-1 0 1 0 0,0 0-1 0 0,0 1 1 0 0,0-1-1 0 0,0 1 1 0 0,-3-2-1 0 0,1 1-1 0 0,1 1-1 0 0,-1 0 0 0 0,1 0 0 0 0,-1 1 1 0 0,0-1-1 0 0,0 1 0 0 0,1 0 1 0 0,-1 0-1 0 0,0 0 0 0 0,1 0 0 0 0,-1 1 1 0 0,0-1-1 0 0,-6 3 0 0 0,1 0-34 0 0,-1 0 0 0 0,1 1 1 0 0,0 0-1 0 0,1 0 0 0 0,-1 1 0 0 0,1 0 0 0 0,0 0 0 0 0,0 1 1 0 0,0 0-1 0 0,1 1 0 0 0,-8 8 0 0 0,5 7-1990 0 0,11-11-5369 0 0</inkml:trace>
</inkml:ink>
</file>

<file path=ppt/ink/ink1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7:05.4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124 96 5985 0 0,'-2'-1'214'0'0,"1"-1"0"0"0,-1 1 1 0 0,0 0-1 0 0,0 0 0 0 0,0 0 0 0 0,0 0 0 0 0,0 0 0 0 0,0 1 0 0 0,0-1 0 0 0,-1 1 0 0 0,1-1 1 0 0,0 1-1 0 0,0 0 0 0 0,0 0 0 0 0,-1 0 0 0 0,1 0 0 0 0,0 0 0 0 0,0 0 0 0 0,0 0 0 0 0,-1 1 1 0 0,1-1-1 0 0,0 1 0 0 0,0 0 0 0 0,0 0 0 0 0,0-1 0 0 0,-3 3 0 0 0,0-1 27 0 0,0 1 0 0 0,1 0-1 0 0,-1 0 1 0 0,1 0 0 0 0,-1 0 0 0 0,1 1-1 0 0,0 0 1 0 0,0 0 0 0 0,-5 6 0 0 0,7-7-203 0 0,1-1 1 0 0,-1 1 0 0 0,0-1-1 0 0,1 1 1 0 0,0 0 0 0 0,0 0-1 0 0,0-1 1 0 0,0 1 0 0 0,0 0-1 0 0,0 0 1 0 0,1 0 0 0 0,-1 0-1 0 0,1 0 1 0 0,0 0 0 0 0,0 0-1 0 0,0 0 1 0 0,0 0 0 0 0,1 0-1 0 0,-1 0 1 0 0,1 0 0 0 0,0 0-1 0 0,-1 0 1 0 0,1-1 0 0 0,1 1 0 0 0,-1 0-1 0 0,0 0 1 0 0,1-1 0 0 0,-1 1-1 0 0,1-1 1 0 0,0 1 0 0 0,0-1-1 0 0,4 4 1 0 0,-3-3 38 0 0,1-1 0 0 0,-1 1 1 0 0,1-1-1 0 0,0 0 0 0 0,-1 0 1 0 0,1 0-1 0 0,0 0 0 0 0,0-1 1 0 0,1 1-1 0 0,-1-1 0 0 0,0 0 0 0 0,0-1 1 0 0,0 1-1 0 0,1-1 0 0 0,-1 0 1 0 0,0 0-1 0 0,1 0 0 0 0,-1 0 1 0 0,0-1-1 0 0,1 0 0 0 0,-1 1 0 0 0,6-4 1 0 0,-6 3-14 0 0,1-1 0 0 0,-1 0 1 0 0,0 0-1 0 0,0 0 0 0 0,1 0 1 0 0,-2-1-1 0 0,1 0 0 0 0,0 0 0 0 0,-1 0 1 0 0,1 0-1 0 0,-1-1 0 0 0,0 1 1 0 0,0-1-1 0 0,0 0 0 0 0,0 1 1 0 0,2-6-1 0 0,-5 6-47 0 0,1 1 1 0 0,0 0-1 0 0,-1-1 1 0 0,1 0-1 0 0,-1 1 1 0 0,0-1 0 0 0,0 1-1 0 0,0-1 1 0 0,0 1-1 0 0,0-1 1 0 0,0 1-1 0 0,-1-1 1 0 0,1 0-1 0 0,-1 1 1 0 0,0 0-1 0 0,0-1 1 0 0,0 1-1 0 0,0-1 1 0 0,0 1-1 0 0,0 0 1 0 0,-1 0-1 0 0,1 0 1 0 0,-1 0-1 0 0,0 0 1 0 0,1 0-1 0 0,-1 0 1 0 0,0 0-1 0 0,0 1 1 0 0,0-1-1 0 0,-5-2 1 0 0,4 2-4 0 0,0 0 1 0 0,0 0-1 0 0,-1 0 1 0 0,1 1-1 0 0,-1-1 1 0 0,0 1-1 0 0,1 0 1 0 0,-1 0-1 0 0,0 0 1 0 0,0 1-1 0 0,0-1 1 0 0,0 1-1 0 0,1 0 1 0 0,-1 0-1 0 0,-6 1 1 0 0,7-1-31 0 0,0 1 0 0 0,1-1 0 0 0,-1 1 0 0 0,0 0 1 0 0,0 0-1 0 0,1 0 0 0 0,-1 0 0 0 0,0 0 0 0 0,1 1 1 0 0,0-1-1 0 0,-1 1 0 0 0,1 0 0 0 0,0 0 0 0 0,-1-1 1 0 0,1 2-1 0 0,0-1 0 0 0,1 0 0 0 0,-1 0 0 0 0,0 0 1 0 0,1 1-1 0 0,-3 3 0 0 0,3-4 11 0 0,1 0-1 0 0,0 0 1 0 0,-1 0-1 0 0,1 0 1 0 0,0 0 0 0 0,0 0-1 0 0,0 0 1 0 0,0 0-1 0 0,0 0 1 0 0,0 0 0 0 0,1 0-1 0 0,-1 0 1 0 0,1 0-1 0 0,-1 0 1 0 0,1 0 0 0 0,0 0-1 0 0,0 0 1 0 0,0-1-1 0 0,0 1 1 0 0,0 0 0 0 0,0-1-1 0 0,0 1 1 0 0,1 0 0 0 0,-1-1-1 0 0,1 0 1 0 0,-1 1-1 0 0,1-1 1 0 0,2 2 0 0 0,3 3 7 0 0,1-1 0 0 0,-1 0 0 0 0,1-1 0 0 0,0 0 0 0 0,9 4 0 0 0,-12-7 35 0 0,1 1-1 0 0,-1-1 1 0 0,1 0-1 0 0,-1-1 1 0 0,1 1-1 0 0,0-1 1 0 0,0 0 0 0 0,-1-1-1 0 0,1 1 1 0 0,0-1-1 0 0,5-1 1 0 0,-10 1-21 0 0,1 1 0 0 0,-1 0 0 0 0,0-1 0 0 0,1 1 0 0 0,-1 0 0 0 0,0-1 0 0 0,1 1 1 0 0,-1-1-1 0 0,0 0 0 0 0,0 0 0 0 0,0 1 0 0 0,0-1 0 0 0,0 0 0 0 0,0 0 0 0 0,0 0 0 0 0,0 0 0 0 0,0 0 0 0 0,0 0 0 0 0,0 0 0 0 0,-1 0 1 0 0,1-1-1 0 0,0 1 0 0 0,-1 0 0 0 0,1 0 0 0 0,-1-1 0 0 0,1 1 0 0 0,-1 0 0 0 0,0 0 0 0 0,1-1 0 0 0,-1 1 0 0 0,0-1 0 0 0,0 1 0 0 0,0 0 1 0 0,0-1-1 0 0,0 1 0 0 0,0 0 0 0 0,-1-1 0 0 0,1 1 0 0 0,0 0 0 0 0,-1-1 0 0 0,1 1 0 0 0,-1 0 0 0 0,1 0 0 0 0,-1-1 0 0 0,0 1 1 0 0,1 0-1 0 0,-1 0 0 0 0,0 0 0 0 0,0 0 0 0 0,-1-1 0 0 0,-4-7 83 0 0,0 1 1 0 0,0 0-1 0 0,-1 1 0 0 0,0-1 1 0 0,-1 2-1 0 0,1-1 1 0 0,-14-9-1 0 0,19 15-93 0 0,0 0 0 0 0,1 0 0 0 0,-1 0-1 0 0,0 0 1 0 0,1 0 0 0 0,-1 0 0 0 0,0 0 0 0 0,0 0 0 0 0,0 1 0 0 0,0-1 0 0 0,0 1-1 0 0,0-1 1 0 0,0 1 0 0 0,0 0 0 0 0,0 0 0 0 0,0 0 0 0 0,0 0 0 0 0,0 0 0 0 0,0 0-1 0 0,0 1 1 0 0,0-1 0 0 0,0 1 0 0 0,0-1 0 0 0,0 1 0 0 0,0 0 0 0 0,0 0 0 0 0,1 0-1 0 0,-1 0 1 0 0,0 0 0 0 0,0 0 0 0 0,1 0 0 0 0,-1 0 0 0 0,1 1 0 0 0,-1-1 0 0 0,1 1-1 0 0,0-1 1 0 0,0 1 0 0 0,-1 0 0 0 0,1-1 0 0 0,0 1 0 0 0,0 0 0 0 0,0 0 0 0 0,0 2-1 0 0,0-2-15 0 0,0-1-1 0 0,1 0 1 0 0,-1 1-1 0 0,1-1 0 0 0,-1 0 1 0 0,1 1-1 0 0,0-1 0 0 0,0 1 1 0 0,-1-1-1 0 0,1 1 1 0 0,0-1-1 0 0,0 0 0 0 0,0 1 1 0 0,1-1-1 0 0,-1 1 0 0 0,0-1 1 0 0,0 1-1 0 0,1-1 0 0 0,-1 0 1 0 0,1 1-1 0 0,0-1 1 0 0,-1 0-1 0 0,2 3 0 0 0,0-2 4 0 0,0 0 0 0 0,0 0-1 0 0,1 0 1 0 0,-1 0 0 0 0,0-1 0 0 0,0 1-1 0 0,1-1 1 0 0,-1 1 0 0 0,1-1-1 0 0,0 0 1 0 0,4 1 0 0 0,0 1 7 0 0,1-2-1 0 0,0 1 1 0 0,-1-1 0 0 0,1 0 0 0 0,0 0 0 0 0,0-1 0 0 0,0 0 0 0 0,9-2-1 0 0,-10 0 27 0 0,0 0 0 0 0,-1 0 0 0 0,1 0 0 0 0,0-1 0 0 0,-1 0 0 0 0,0-1 0 0 0,1 1 0 0 0,-1-1 0 0 0,10-9 0 0 0,-14 11-15 0 0,-1 1 0 0 0,1-1-1 0 0,-1 1 1 0 0,1-1 0 0 0,-1 1-1 0 0,0-1 1 0 0,1 0 0 0 0,-1 0 0 0 0,0 0-1 0 0,0 0 1 0 0,-1 0 0 0 0,1 0-1 0 0,0 0 1 0 0,-1 0 0 0 0,1 0 0 0 0,-1 0-1 0 0,1 0 1 0 0,-1 0 0 0 0,0 0-1 0 0,0-1 1 0 0,0 1 0 0 0,0 0 0 0 0,0 0-1 0 0,-1 0 1 0 0,1 0 0 0 0,-1 0-1 0 0,1 0 1 0 0,-1 0 0 0 0,0 0 0 0 0,0 0-1 0 0,0 0 1 0 0,0 0 0 0 0,0 0-1 0 0,0 0 1 0 0,0 1 0 0 0,-2-3 0 0 0,-2-1 5 0 0,1 0 1 0 0,-1 0-1 0 0,1 0 1 0 0,-1 1-1 0 0,0 0 1 0 0,-1 0-1 0 0,1 0 1 0 0,-1 1-1 0 0,0 0 1 0 0,0 0-1 0 0,-11-4 1 0 0,14 6-23 0 0,1 0 1 0 0,-1 1-1 0 0,1 0 0 0 0,-1-1 0 0 0,1 1 1 0 0,0 0-1 0 0,-1 1 0 0 0,1-1 0 0 0,-1 0 1 0 0,1 1-1 0 0,-1-1 0 0 0,1 1 0 0 0,-1-1 1 0 0,1 1-1 0 0,0 0 0 0 0,0 0 0 0 0,-1 1 1 0 0,1-1-1 0 0,0 0 0 0 0,0 1 0 0 0,0-1 1 0 0,0 1-1 0 0,0-1 0 0 0,1 1 0 0 0,-1 0 1 0 0,0 0-1 0 0,1 0 0 0 0,0 0 0 0 0,-1 0 1 0 0,1 0-1 0 0,0 0 0 0 0,0 1 0 0 0,0-1 1 0 0,-1 4-1 0 0,1-3-22 0 0,-1 0 0 0 0,1 1 0 0 0,0-1-1 0 0,0 0 1 0 0,0 1 0 0 0,1-1 0 0 0,-1 1 0 0 0,1 0 0 0 0,0-1 0 0 0,0 1 0 0 0,0-1 0 0 0,1 1 0 0 0,-1-1-1 0 0,1 1 1 0 0,0-1 0 0 0,0 1 0 0 0,0-1 0 0 0,0 1 0 0 0,3 5 0 0 0,-2-7 11 0 0,-1-1 1 0 0,1 1-1 0 0,0 0 1 0 0,-1 0-1 0 0,1-1 1 0 0,0 1-1 0 0,0-1 1 0 0,0 1-1 0 0,0-1 1 0 0,1 0-1 0 0,-1 0 1 0 0,0 0-1 0 0,0 0 1 0 0,1 0-1 0 0,-1 0 1 0 0,0-1-1 0 0,1 1 1 0 0,-1-1-1 0 0,1 0 0 0 0,-1 1 1 0 0,1-1-1 0 0,-1 0 1 0 0,1-1-1 0 0,-1 1 1 0 0,1 0-1 0 0,-1-1 1 0 0,0 1-1 0 0,1-1 1 0 0,4-2-1 0 0,-2 2 24 0 0,0-2 1 0 0,0 1-1 0 0,0 0 0 0 0,0-1 0 0 0,-1 0 0 0 0,1 0 0 0 0,-1-1 1 0 0,1 1-1 0 0,-1-1 0 0 0,0 0 0 0 0,-1 0 0 0 0,1 0 0 0 0,-1 0 1 0 0,1-1-1 0 0,2-6 0 0 0,-4 8 9 0 0,-1 1 0 0 0,0-1-1 0 0,0 1 1 0 0,0-1 0 0 0,0 0 0 0 0,0 0 0 0 0,-1 1-1 0 0,1-1 1 0 0,-1 0 0 0 0,0 0 0 0 0,0 1 0 0 0,0-1-1 0 0,0 0 1 0 0,0 0 0 0 0,-1 0 0 0 0,1 1 0 0 0,-1-1-1 0 0,0 0 1 0 0,0 1 0 0 0,0-1 0 0 0,0 0-1 0 0,0 1 1 0 0,-1-1 0 0 0,1 1 0 0 0,-1 0 0 0 0,1-1-1 0 0,-1 1 1 0 0,0 0 0 0 0,0 0 0 0 0,0 0 0 0 0,-4-3-1 0 0,4 3 11 0 0,-1 1-1 0 0,1-1 0 0 0,0 1 0 0 0,-1 0 0 0 0,1-1 0 0 0,0 1 1 0 0,-1 1-1 0 0,1-1 0 0 0,-1 0 0 0 0,0 0 0 0 0,1 1 0 0 0,-1 0 1 0 0,0-1-1 0 0,1 1 0 0 0,-1 0 0 0 0,-5 1 0 0 0,3 0 12 0 0,0 0 1 0 0,0 0-1 0 0,-1 1 0 0 0,1 0 1 0 0,0 0-1 0 0,0 0 0 0 0,-8 6 0 0 0,-1 1-1 0 0,1 1 0 0 0,1 1-1 0 0,0 0 1 0 0,-17 19 0 0 0,28-28-84 0 0,-8 8 9 0 0,1 0 0 0 0,1 0 0 0 0,-1 1 0 0 0,-5 12 1 0 0,12-21-67 0 0,0-1-1 0 0,0 1 1 0 0,0-1 0 0 0,0 1 0 0 0,1 0 0 0 0,-1-1-1 0 0,0 1 1 0 0,1-1 0 0 0,0 1 0 0 0,-1 0 0 0 0,1 0 0 0 0,0-1-1 0 0,0 1 1 0 0,0 0 0 0 0,0 0 0 0 0,0-1 0 0 0,0 1-1 0 0,0 0 1 0 0,1 0 0 0 0,-1-1 0 0 0,1 1 0 0 0,-1 0 0 0 0,1-1-1 0 0,0 1 1 0 0,-1-1 0 0 0,1 1 0 0 0,0-1 0 0 0,0 1-1 0 0,0-1 1 0 0,0 1 0 0 0,1-1 0 0 0,-1 0 0 0 0,0 0 0 0 0,0 0-1 0 0,1 1 1 0 0,-1-1 0 0 0,1-1 0 0 0,-1 1 0 0 0,1 0-1 0 0,2 1 1 0 0,13 4-6199 0 0</inkml:trace>
</inkml:ink>
</file>

<file path=ppt/ink/ink1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7:06.5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57 76 4145 0 0,'-3'3'650'0'0,"-1"-1"0"0"0,1 1 1 0 0,0 0-1 0 0,0 1 0 0 0,0-1 1 0 0,0 0-1 0 0,-4 8 0 0 0,4-6-333 0 0,0-1-1 0 0,0 1 0 0 0,1 0 1 0 0,-1 0-1 0 0,1 0 1 0 0,0 0-1 0 0,1 0 0 0 0,-1 0 1 0 0,1 0-1 0 0,0 1 0 0 0,0-1 1 0 0,1 7-1 0 0,0-10-223 0 0,0 1 0 0 0,1-1 0 0 0,0 0 0 0 0,-1 1 0 0 0,1-1-1 0 0,0 0 1 0 0,0 0 0 0 0,0 0 0 0 0,0 0 0 0 0,1 0 0 0 0,-1 0 0 0 0,1 0 0 0 0,-1 0-1 0 0,1 0 1 0 0,-1-1 0 0 0,1 1 0 0 0,0 0 0 0 0,0-1 0 0 0,0 0 0 0 0,0 1 0 0 0,0-1 0 0 0,0 0-1 0 0,0 0 1 0 0,0 0 0 0 0,1 0 0 0 0,-1-1 0 0 0,0 1 0 0 0,1-1 0 0 0,-1 1 0 0 0,3-1-1 0 0,-1 1-6 0 0,1 0 0 0 0,-1 0 0 0 0,1 0-1 0 0,0-1 1 0 0,-1 0 0 0 0,1 0-1 0 0,-1 0 1 0 0,1-1 0 0 0,0 1-1 0 0,-1-1 1 0 0,1 0 0 0 0,-1-1 0 0 0,0 1-1 0 0,1-1 1 0 0,-1 0 0 0 0,0 0-1 0 0,0 0 1 0 0,0 0 0 0 0,0-1-1 0 0,0 1 1 0 0,-1-1 0 0 0,1 0 0 0 0,-1-1-1 0 0,0 1 1 0 0,0 0 0 0 0,0-1-1 0 0,0 0 1 0 0,-1 1 0 0 0,1-1-1 0 0,-1 0 1 0 0,0 0 0 0 0,0-1 0 0 0,0 1-1 0 0,-1 0 1 0 0,1-1 0 0 0,-1 1-1 0 0,0-1 1 0 0,-1 1 0 0 0,1-1-1 0 0,-1 1 1 0 0,0-1 0 0 0,0 0 0 0 0,0 1-1 0 0,-1-1 1 0 0,1 1 0 0 0,-1-1-1 0 0,0 1 1 0 0,-1-1 0 0 0,-1-4-1 0 0,2 6-65 0 0,0-1 0 0 0,-1 1-1 0 0,0 0 1 0 0,0-1-1 0 0,0 1 1 0 0,0 0-1 0 0,0 0 1 0 0,0 0-1 0 0,-1 1 1 0 0,0-1 0 0 0,1 0-1 0 0,-1 1 1 0 0,0 0-1 0 0,0 0 1 0 0,0 0-1 0 0,-1 0 1 0 0,1 0-1 0 0,0 0 1 0 0,-8-1-1 0 0,7 2-1 0 0,1 1-1 0 0,-1 0 0 0 0,0-1 0 0 0,0 2 0 0 0,0-1 0 0 0,0 0 0 0 0,1 1 0 0 0,-1 0 0 0 0,0 0 0 0 0,1 0 0 0 0,-1 0 0 0 0,0 1 0 0 0,1-1 0 0 0,0 1 0 0 0,-1 0 0 0 0,1 0 0 0 0,0 0 0 0 0,0 0 1 0 0,-5 5-1 0 0,4-4-34 0 0,1 0 0 0 0,-1 1 1 0 0,0 0-1 0 0,1-1 1 0 0,0 1-1 0 0,0 1 0 0 0,0-1 1 0 0,0 0-1 0 0,0 1 1 0 0,1-1-1 0 0,0 1 0 0 0,0 0 1 0 0,0 0-1 0 0,1 0 1 0 0,0 0-1 0 0,0 0 0 0 0,0 0 1 0 0,0 0-1 0 0,1 9 0 0 0,0-9 4 0 0,1-1-1 0 0,0 0 0 0 0,0 0 0 0 0,1 0 0 0 0,-1 0 0 0 0,1 0 1 0 0,0 0-1 0 0,0 0 0 0 0,0 0 0 0 0,1-1 0 0 0,-1 1 0 0 0,1-1 1 0 0,0 0-1 0 0,0 0 0 0 0,0 0 0 0 0,0 0 0 0 0,0 0 0 0 0,1 0 1 0 0,-1-1-1 0 0,1 0 0 0 0,0 0 0 0 0,0 0 0 0 0,7 3 0 0 0,-8-4 22 0 0,0 0 0 0 0,-1 0 0 0 0,1 0 0 0 0,0 0-1 0 0,0 0 1 0 0,0 0 0 0 0,0-1 0 0 0,0 0 0 0 0,-1 1-1 0 0,1-1 1 0 0,0 0 0 0 0,0 0 0 0 0,0-1 0 0 0,0 1 0 0 0,0-1-1 0 0,0 1 1 0 0,0-1 0 0 0,-1 0 0 0 0,1 0 0 0 0,0 0-1 0 0,-1 0 1 0 0,1-1 0 0 0,0 1 0 0 0,-1-1 0 0 0,0 1-1 0 0,1-1 1 0 0,-1 0 0 0 0,0 0 0 0 0,0 0 0 0 0,0 0-1 0 0,0-1 1 0 0,0 1 0 0 0,-1 0 0 0 0,1-1 0 0 0,1-2-1 0 0,-1 0 11 0 0,1-1 0 0 0,-1 1-1 0 0,0-1 1 0 0,-1 1-1 0 0,1-1 1 0 0,-1 0 0 0 0,0 0-1 0 0,-1 0 1 0 0,1 0-1 0 0,-1 1 1 0 0,-1-1 0 0 0,1 0-1 0 0,-1 0 1 0 0,0 0-1 0 0,0 0 1 0 0,-3-8 0 0 0,2 9-14 0 0,0-1 0 0 0,-1 1 1 0 0,0 0-1 0 0,0 1 1 0 0,0-1-1 0 0,0 0 1 0 0,-1 1-1 0 0,0 0 1 0 0,0 0-1 0 0,0 0 0 0 0,0 0 1 0 0,-1 0-1 0 0,1 1 1 0 0,-1 0-1 0 0,-9-5 1 0 0,11 7-21 0 0,1 0 1 0 0,-1 0-1 0 0,0 1 1 0 0,1-1 0 0 0,-1 1-1 0 0,0-1 1 0 0,0 1-1 0 0,1 0 1 0 0,-1 0 0 0 0,0 0-1 0 0,0 0 1 0 0,1 1-1 0 0,-1-1 1 0 0,0 1 0 0 0,0-1-1 0 0,1 1 1 0 0,-1 0-1 0 0,1 0 1 0 0,-1 0 0 0 0,1 1-1 0 0,-1-1 1 0 0,1 1-1 0 0,0-1 1 0 0,-1 1 0 0 0,1 0-1 0 0,0-1 1 0 0,0 1-1 0 0,0 0 1 0 0,1 1-1 0 0,-1-1 1 0 0,0 0 0 0 0,1 0-1 0 0,0 1 1 0 0,-2 3-1 0 0,2-6 10 0 0,0 1-1 0 0,1 0 0 0 0,-1 0 0 0 0,1 0 0 0 0,-1 0 0 0 0,1 0 1 0 0,-1 0-1 0 0,1 0 0 0 0,-1 0 0 0 0,1 0 0 0 0,0 0 1 0 0,0 1-1 0 0,0-1 0 0 0,0 0 0 0 0,0 0 0 0 0,0 0 0 0 0,0 0 1 0 0,0 0-1 0 0,0 0 0 0 0,0 0 0 0 0,0 1 0 0 0,1-1 0 0 0,-1 0 1 0 0,0 0-1 0 0,1 0 0 0 0,-1 0 0 0 0,1 0 0 0 0,1 2 1 0 0,-1-2 2 0 0,1 1 1 0 0,0-1 0 0 0,0 0 0 0 0,0 1 0 0 0,0-1 0 0 0,1 0 0 0 0,-1 0-1 0 0,0-1 1 0 0,0 1 0 0 0,1 0 0 0 0,-1-1 0 0 0,5 1 0 0 0,6 1 22 0 0,1-1 0 0 0,-1-1 0 0 0,23-3 0 0 0,-28 2 20 0 0,1 0 1 0 0,-1-1 0 0 0,0 0-1 0 0,0 0 1 0 0,0-1 0 0 0,-1 0-1 0 0,14-8 1 0 0,-19 10-24 0 0,0 0 1 0 0,0 0-1 0 0,0 0 0 0 0,-1-1 1 0 0,1 1-1 0 0,0-1 1 0 0,-1 1-1 0 0,1-1 0 0 0,-1 1 1 0 0,0-1-1 0 0,1 0 1 0 0,-1 0-1 0 0,0 0 0 0 0,0 0 1 0 0,0 0-1 0 0,0 0 1 0 0,-1 0-1 0 0,1 0 0 0 0,0 0 1 0 0,-1 0-1 0 0,1 0 1 0 0,-1 0-1 0 0,0 0 0 0 0,0-1 1 0 0,0 1-1 0 0,0 0 0 0 0,0 0 1 0 0,0 0-1 0 0,-1-1 1 0 0,1 1-1 0 0,-1 0 0 0 0,0 0 1 0 0,1 0-1 0 0,-2-2 1 0 0,1 3-17 0 0,1 0 0 0 0,0 0 1 0 0,-1 1-1 0 0,1-1 0 0 0,0 0 1 0 0,-1 1-1 0 0,1-1 0 0 0,-1 1 1 0 0,1-1-1 0 0,-1 0 0 0 0,0 1 1 0 0,1-1-1 0 0,-1 1 0 0 0,0 0 1 0 0,1-1-1 0 0,-1 1 0 0 0,0-1 1 0 0,1 1-1 0 0,-1 0 0 0 0,0 0 1 0 0,0-1-1 0 0,1 1 0 0 0,-1 0 1 0 0,0 0-1 0 0,0 0 0 0 0,-1 0 1 0 0,-22 8-41 0 0,-18 24-376 0 0,2 12-83 0 0,38-41 465 0 0,0 0 0 0 0,0 1 0 0 0,0-1 0 0 0,0 0 0 0 0,0 1 0 0 0,1 0 0 0 0,-1-1 0 0 0,1 1 0 0 0,0 0 0 0 0,0-1 0 0 0,1 1 0 0 0,-1 0 0 0 0,1 4 0 0 0,0-6 29 0 0,0-1-1 0 0,1 1 1 0 0,-1-1 0 0 0,1 0 0 0 0,-1 1-1 0 0,1-1 1 0 0,0 0 0 0 0,0 1-1 0 0,-1-1 1 0 0,1 0 0 0 0,0 0 0 0 0,0 0-1 0 0,0 0 1 0 0,0 0 0 0 0,0 0 0 0 0,1 0-1 0 0,-1 0 1 0 0,0 0 0 0 0,0 0-1 0 0,0-1 1 0 0,1 1 0 0 0,-1 0 0 0 0,1-1-1 0 0,-1 1 1 0 0,0-1 0 0 0,1 0-1 0 0,-1 1 1 0 0,1-1 0 0 0,-1 0 0 0 0,1 0-1 0 0,-1 0 1 0 0,1 0 0 0 0,-1 0 0 0 0,0 0-1 0 0,1 0 1 0 0,2-1 0 0 0,3 0-5 0 0,0 0 1 0 0,1 0 0 0 0,-1-1 0 0 0,0 0-1 0 0,13-5 1 0 0,-15 5 41 0 0,-1-1 0 0 0,0 0 0 0 0,0 0 1 0 0,0 0-1 0 0,0 0 0 0 0,0 0 0 0 0,-1-1 0 0 0,0 0 0 0 0,1 0 0 0 0,2-5 0 0 0,-5 8-31 0 0,0 0 0 0 0,0 0-1 0 0,-1-1 1 0 0,1 1 0 0 0,0 0-1 0 0,-1-1 1 0 0,1 1 0 0 0,-1-1 0 0 0,1 1-1 0 0,-1 0 1 0 0,0-1 0 0 0,0 1-1 0 0,0-1 1 0 0,0 1 0 0 0,0-1 0 0 0,0 1-1 0 0,0-1 1 0 0,0 1 0 0 0,0-1-1 0 0,-1 1 1 0 0,1-1 0 0 0,0 1 0 0 0,-1 0-1 0 0,0-1 1 0 0,1 1 0 0 0,-1 0-1 0 0,0-1 1 0 0,1 1 0 0 0,-1 0 0 0 0,0 0-1 0 0,0 0 1 0 0,0-1 0 0 0,0 1-1 0 0,0 0 1 0 0,0 0 0 0 0,-1 1 0 0 0,1-1-1 0 0,0 0 1 0 0,-2 0 0 0 0,-12-4-1078 0 0,4 6-3705 0 0,-1 4-1407 0 0</inkml:trace>
</inkml:ink>
</file>

<file path=ppt/ink/ink1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7:07.7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119 52 7370 0 0,'-1'0'140'0'0,"0"1"0"0"0,0-1 0 0 0,0 0 0 0 0,0 0 0 0 0,0 1 0 0 0,0-1 0 0 0,0 1 0 0 0,0-1 0 0 0,0 1 0 0 0,0-1 0 0 0,1 1 0 0 0,-1-1 0 0 0,0 1 0 0 0,0 0 0 0 0,0-1 0 0 0,1 1 0 0 0,-1 0 0 0 0,-1 1 0 0 0,-15 17 303 0 0,0 2 95 0 0,-22 34 1 0 0,35-49-427 0 0,1 1-1 0 0,-1-1 1 0 0,1 1 0 0 0,1-1 0 0 0,-1 1-1 0 0,1 0 1 0 0,0 0 0 0 0,1 0-1 0 0,-1 0 1 0 0,1 15 0 0 0,0-20-68 0 0,2 0 1 0 0,-1 0-1 0 0,0-1 1 0 0,0 1 0 0 0,0 0-1 0 0,1 0 1 0 0,-1 0-1 0 0,1 0 1 0 0,0 0 0 0 0,0 0-1 0 0,-1 0 1 0 0,1-1-1 0 0,0 1 1 0 0,1 0-1 0 0,-1-1 1 0 0,0 1 0 0 0,0-1-1 0 0,1 1 1 0 0,-1-1-1 0 0,1 1 1 0 0,-1-1-1 0 0,1 0 1 0 0,-1 0 0 0 0,1 0-1 0 0,0 0 1 0 0,0 0-1 0 0,-1 0 1 0 0,1 0 0 0 0,0-1-1 0 0,0 1 1 0 0,0-1-1 0 0,0 1 1 0 0,0-1-1 0 0,0 0 1 0 0,0 0 0 0 0,0 0-1 0 0,0 0 1 0 0,0 0-1 0 0,0 0 1 0 0,0 0-1 0 0,0-1 1 0 0,2 0 0 0 0,4 0 47 0 0,0-1 0 0 0,0 0 0 0 0,0-1 0 0 0,0 1-1 0 0,0-2 1 0 0,-1 1 0 0 0,1-1 0 0 0,11-8 0 0 0,-8 3-56 0 0,0 0 0 0 0,-1 0-1 0 0,0-1 1 0 0,0 0 0 0 0,11-17-1 0 0,-18 23-25 0 0,0-1 0 0 0,0 1 0 0 0,-1-1 0 0 0,0 0 0 0 0,0 1 0 0 0,0-1 0 0 0,0 0-1 0 0,-1 0 1 0 0,1-1 0 0 0,-2 1 0 0 0,1 0 0 0 0,0 0 0 0 0,-1-1 0 0 0,0 1 0 0 0,0 0 0 0 0,-1 0 0 0 0,-1-9-1 0 0,2 12-15 0 0,-1 0 0 0 0,1 1 0 0 0,-1-1 0 0 0,0 0 0 0 0,1 0 0 0 0,-1 1 0 0 0,0-1 0 0 0,0 0 0 0 0,0 1 0 0 0,0-1 0 0 0,-1 1-1 0 0,1 0 1 0 0,0-1 0 0 0,-1 1 0 0 0,1 0 0 0 0,0 0 0 0 0,-1-1 0 0 0,0 1 0 0 0,1 1 0 0 0,-1-1 0 0 0,-2-1 0 0 0,1 1-22 0 0,-1 0 1 0 0,0 0 0 0 0,1 1-1 0 0,-1-1 1 0 0,1 1 0 0 0,-1 0 0 0 0,0 0-1 0 0,1 0 1 0 0,-1 1 0 0 0,-5 0-1 0 0,0 2-33 0 0,-1-1-1 0 0,1 1 0 0 0,0 1 0 0 0,0-1 0 0 0,0 2 1 0 0,1-1-1 0 0,-13 9 0 0 0,20-12 52 0 0,0 0 1 0 0,-1 0-1 0 0,1 0 0 0 0,0 0 0 0 0,-1 0 0 0 0,1 0 1 0 0,0 0-1 0 0,0 0 0 0 0,0 0 0 0 0,0 1 0 0 0,0-1 1 0 0,0 0-1 0 0,0 1 0 0 0,1-1 0 0 0,-1 0 0 0 0,0 1 0 0 0,1-1 1 0 0,-1 1-1 0 0,1 0 0 0 0,0-1 0 0 0,-1 1 0 0 0,1-1 1 0 0,0 1-1 0 0,0-1 0 0 0,0 4 0 0 0,1-4 21 0 0,0 0 0 0 0,0 0 0 0 0,0 1 0 0 0,0-1 0 0 0,0 0 0 0 0,1 0 1 0 0,-1 0-1 0 0,0 0 0 0 0,1-1 0 0 0,-1 1 0 0 0,0 0 0 0 0,1-1 0 0 0,-1 1 0 0 0,1 0 0 0 0,-1-1 0 0 0,1 0 0 0 0,-1 1 0 0 0,1-1 0 0 0,-1 0 0 0 0,1 0 0 0 0,0 0 0 0 0,-1 0 0 0 0,1 0 0 0 0,-1 0 0 0 0,4-1 0 0 0,4 0 143 0 0,1 0-1 0 0,-1-1 1 0 0,1 0-1 0 0,-1 0 0 0 0,0-1 1 0 0,15-6-1 0 0,-21 7-128 0 0,1 0 0 0 0,-1 1-1 0 0,1-1 1 0 0,-1 0 0 0 0,0-1 0 0 0,0 1-1 0 0,0 0 1 0 0,0-1 0 0 0,0 0-1 0 0,-1 0 1 0 0,1 1 0 0 0,-1-2 0 0 0,1 1-1 0 0,-1 0 1 0 0,0 0 0 0 0,-1-1-1 0 0,1 1 1 0 0,-1-1 0 0 0,2-4 0 0 0,-3 8-28 0 0,1-1 1 0 0,-1 1 0 0 0,0-1 0 0 0,0 1 0 0 0,0-1 0 0 0,0 1 0 0 0,0-1 0 0 0,0 0 0 0 0,0 1 0 0 0,0-1 0 0 0,0 1 0 0 0,0-1 0 0 0,0 1-1 0 0,0-1 1 0 0,0 1 0 0 0,-1-1 0 0 0,1 1 0 0 0,0-1 0 0 0,0 1 0 0 0,-1-1 0 0 0,1 1 0 0 0,0-1 0 0 0,-1 1 0 0 0,1-1 0 0 0,0 1 0 0 0,-1-1-1 0 0,1 1 1 0 0,0 0 0 0 0,-1-1 0 0 0,1 1 0 0 0,-1-1 0 0 0,-20 1-93 0 0,-19 15-48 0 0,31-9 73 0 0,0-1-1 0 0,1 1 0 0 0,-1 1 1 0 0,1 0-1 0 0,0 0 0 0 0,1 0 1 0 0,0 1-1 0 0,0 0 0 0 0,0 0 1 0 0,1 1-1 0 0,-6 12 0 0 0,11-21 80 0 0,1 1 1 0 0,0-1-1 0 0,0 1 0 0 0,-1 0 0 0 0,1-1 0 0 0,0 1 0 0 0,0-1 0 0 0,0 1 1 0 0,-1-1-1 0 0,1 1 0 0 0,0 0 0 0 0,0-1 0 0 0,0 1 0 0 0,0-1 1 0 0,0 1-1 0 0,0 0 0 0 0,0-1 0 0 0,1 1 0 0 0,-1-1 0 0 0,0 1 0 0 0,0 0 1 0 0,0-1-1 0 0,1 1 0 0 0,-1-1 0 0 0,0 1 0 0 0,0-1 0 0 0,1 1 1 0 0,-1-1-1 0 0,0 1 0 0 0,1-1 0 0 0,0 1 0 0 0,0 0 13 0 0,1 0-1 0 0,-1-1 0 0 0,0 1 1 0 0,1-1-1 0 0,-1 0 1 0 0,1 1-1 0 0,-1-1 1 0 0,1 0-1 0 0,-1 0 0 0 0,1 0 1 0 0,-1 0-1 0 0,3 0 1 0 0,3-1 109 0 0,0 0-1 0 0,-1 0 1 0 0,1-1 0 0 0,12-4 0 0 0,-11 2-51 0 0,1-1 0 0 0,-1-1 0 0 0,0 0 0 0 0,0 0 0 0 0,-1 0 0 0 0,0-1 0 0 0,0 0 0 0 0,9-12 0 0 0,-14 17-48 0 0,0-1 0 0 0,-1 0 0 0 0,1 0 0 0 0,0 0 0 0 0,-1 0 0 0 0,0 0 0 0 0,0 0 0 0 0,0 0 0 0 0,0-1 0 0 0,0 1 0 0 0,0 0 0 0 0,-1-6 0 0 0,0 7-24 0 0,0 0 0 0 0,0 0 0 0 0,-1 0-1 0 0,1 0 1 0 0,-1 0 0 0 0,0 0 0 0 0,1 0 0 0 0,-1 0 0 0 0,0 1 0 0 0,0-1 0 0 0,0 0 0 0 0,-1 0 0 0 0,1 1 0 0 0,0-1 0 0 0,-1 1 0 0 0,1-1 0 0 0,-1 1 0 0 0,1-1 0 0 0,-1 1 0 0 0,0 0 0 0 0,1 0 0 0 0,-3-1 0 0 0,0 0-17 0 0,1 1 0 0 0,-1 0 0 0 0,1 0 1 0 0,-1 0-1 0 0,0 0 0 0 0,1 0 0 0 0,-1 1 0 0 0,0 0 1 0 0,1 0-1 0 0,-1 0 0 0 0,0 0 0 0 0,1 1 0 0 0,-1-1 0 0 0,0 1 1 0 0,1 0-1 0 0,-1 0 0 0 0,1 0 0 0 0,-1 0 0 0 0,1 1 1 0 0,-5 2-1 0 0,4-2-2 0 0,0 0-1 0 0,0 0 1 0 0,0 1 0 0 0,1-1-1 0 0,-1 1 1 0 0,1 0 0 0 0,0 0 0 0 0,0 0-1 0 0,0 0 1 0 0,0 0 0 0 0,1 1-1 0 0,-1 0 1 0 0,1-1 0 0 0,0 1 0 0 0,0 0-1 0 0,0 0 1 0 0,-2 5 0 0 0,4-8 14 0 0,0 1 0 0 0,-1-1 0 0 0,1 0 0 0 0,0 0 0 0 0,0 1 0 0 0,0-1 0 0 0,-1 0 0 0 0,1 1 1 0 0,1-1-1 0 0,-1 0 0 0 0,0 1 0 0 0,0-1 0 0 0,0 0 0 0 0,1 0 0 0 0,-1 1 0 0 0,1-1 0 0 0,-1 0 0 0 0,1 0 0 0 0,-1 0 0 0 0,1 0 1 0 0,0 1-1 0 0,0-1 0 0 0,-1 0 0 0 0,1 0 0 0 0,0 0 0 0 0,2 1 0 0 0,-1-1 19 0 0,1 0 1 0 0,-1 1-1 0 0,1-2 1 0 0,-1 1-1 0 0,1 0 0 0 0,0 0 1 0 0,-1-1-1 0 0,1 1 1 0 0,0-1-1 0 0,-1 0 0 0 0,1 0 1 0 0,3 0-1 0 0,5-1 117 0 0,0-1-1 0 0,-1 0 1 0 0,0 0-1 0 0,1-1 1 0 0,15-6-1 0 0,-16 4 22 0 0,0 0-1 0 0,0-1 1 0 0,-1-1-1 0 0,13-9 1 0 0,-20 14-141 0 0,0 0 0 0 0,-1 1 0 0 0,1-1 0 0 0,0 0 0 0 0,-1 0 0 0 0,1-1 0 0 0,-1 1 0 0 0,0 0 0 0 0,1 0 0 0 0,-1-1 0 0 0,1-3 0 0 0,-2 5-16 0 0,0 0 0 0 0,0 0 0 0 0,0 0 0 0 0,0-1 0 0 0,0 1 0 0 0,0 0 0 0 0,0 0 0 0 0,0 0 0 0 0,0 0 0 0 0,-1-1 0 0 0,1 1-1 0 0,-1 0 1 0 0,1 0 0 0 0,-1 0 0 0 0,1 0 0 0 0,-1 0 0 0 0,1 0 0 0 0,-1 0 0 0 0,0 0 0 0 0,0 0 0 0 0,1 0 0 0 0,-1 1 0 0 0,0-1 0 0 0,0 0 0 0 0,0 0 0 0 0,-1 0 0 0 0,-1-1 7 0 0,-1 0 1 0 0,0 1 0 0 0,1-1-1 0 0,-1 1 1 0 0,0 0-1 0 0,1 0 1 0 0,-1 0-1 0 0,0 0 1 0 0,0 1-1 0 0,0-1 1 0 0,0 1 0 0 0,0 0-1 0 0,0 0 1 0 0,1 1-1 0 0,-1-1 1 0 0,0 1-1 0 0,0 0 1 0 0,0 0 0 0 0,0 0-1 0 0,1 0 1 0 0,-5 3-1 0 0,-4 1 65 0 0,-1 1 1 0 0,2 0-1 0 0,-1 1 0 0 0,-19 15 0 0 0,-9 15-23 0 0,37-34-57 0 0,0 0 0 0 0,1 0-1 0 0,0 0 1 0 0,-1 0 0 0 0,1 1 0 0 0,1-1 0 0 0,-1 1-1 0 0,0 0 1 0 0,1-1 0 0 0,0 1 0 0 0,-2 6-1 0 0,3-9-45 0 0,0-1-1 0 0,0 1 0 0 0,0 0 1 0 0,0-1-1 0 0,1 1 0 0 0,-1-1 0 0 0,0 1 1 0 0,0 0-1 0 0,0-1 0 0 0,1 1 1 0 0,-1-1-1 0 0,0 1 0 0 0,1 0 0 0 0,-1-1 1 0 0,0 1-1 0 0,1-1 0 0 0,-1 1 1 0 0,1-1-1 0 0,-1 0 0 0 0,0 1 0 0 0,1-1 1 0 0,0 1-1 0 0,-1-1 0 0 0,1 0 1 0 0,-1 1-1 0 0,1-1 0 0 0,-1 0 1 0 0,1 0-1 0 0,0 1 0 0 0,0-1 0 0 0,6 1-1081 0 0</inkml:trace>
</inkml:ink>
</file>

<file path=ppt/ink/ink1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7:08.9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146 134 5065 0 0,'-2'-2'247'0'0,"0"0"0"0"0,-1 0 0 0 0,1 1 0 0 0,-1-1 0 0 0,0 1 0 0 0,0-1 0 0 0,1 1 0 0 0,-1 0 0 0 0,0 0 0 0 0,0 0 1 0 0,0 0-1 0 0,0 0 0 0 0,0 1 0 0 0,0 0 0 0 0,0-1 0 0 0,0 1 0 0 0,-1 0 0 0 0,1 0 0 0 0,0 1 0 0 0,0-1 0 0 0,0 1 0 0 0,0-1 0 0 0,0 1 0 0 0,0 0 0 0 0,-2 2 0 0 0,1-1-147 0 0,0 0 1 0 0,1 0-1 0 0,0 1 1 0 0,-1 0-1 0 0,1 0 0 0 0,0 0 1 0 0,1 0-1 0 0,-1 0 0 0 0,0 0 1 0 0,1 1-1 0 0,0-1 0 0 0,0 1 1 0 0,0 0-1 0 0,0 0 0 0 0,0 0 1 0 0,1 0-1 0 0,0 0 1 0 0,-1 5-1 0 0,0-4-55 0 0,2-1 0 0 0,-1 1 1 0 0,0 0-1 0 0,1-1 0 0 0,0 1 0 0 0,0 0 1 0 0,0-1-1 0 0,1 1 0 0 0,0 0 1 0 0,0-1-1 0 0,2 7 0 0 0,-3-9-17 0 0,1-1-1 0 0,0 0 1 0 0,0 1-1 0 0,-1-1 1 0 0,1 0-1 0 0,0 1 1 0 0,0-1-1 0 0,1 0 1 0 0,-1 0-1 0 0,0 0 1 0 0,0 0-1 0 0,1 0 1 0 0,-1 0-1 0 0,0 0 1 0 0,1 0-1 0 0,-1-1 1 0 0,1 1 0 0 0,-1-1-1 0 0,1 1 1 0 0,-1-1-1 0 0,1 1 1 0 0,-1-1-1 0 0,1 0 1 0 0,-1 0-1 0 0,1 1 1 0 0,0-1-1 0 0,-1 0 1 0 0,1-1-1 0 0,-1 1 1 0 0,1 0-1 0 0,0 0 1 0 0,-1-1-1 0 0,1 1 1 0 0,-1-1-1 0 0,1 1 1 0 0,1-2 0 0 0,8-2 181 0 0,0-1 1 0 0,0 0-1 0 0,0-1 1 0 0,-1 0-1 0 0,1 0 1 0 0,-2-2 0 0 0,1 1-1 0 0,-1-1 1 0 0,14-15-1 0 0,-18 18-218 0 0,-1 0 1 0 0,1 0-1 0 0,-1-1 0 0 0,0 1 0 0 0,0-1 0 0 0,-1 0 0 0 0,0-1 0 0 0,0 1 0 0 0,0 0 0 0 0,-1-1 0 0 0,0 0 0 0 0,0 1 0 0 0,-1-1 0 0 0,0 0 0 0 0,0 0 0 0 0,0 0 1 0 0,-2-13-1 0 0,1 17-9 0 0,0 0 0 0 0,-1 0 1 0 0,1 0-1 0 0,-1 0 1 0 0,0 0-1 0 0,1 1 0 0 0,-1-1 1 0 0,-1 0-1 0 0,1 0 1 0 0,0 1-1 0 0,-1-1 0 0 0,1 1 1 0 0,-1-1-1 0 0,0 1 1 0 0,0 0-1 0 0,0 0 0 0 0,0 0 1 0 0,0 0-1 0 0,-1 0 1 0 0,1 0-1 0 0,0 0 0 0 0,-1 1 1 0 0,1-1-1 0 0,-1 1 1 0 0,0 0-1 0 0,0 0 0 0 0,1 0 1 0 0,-1 0-1 0 0,0 0 1 0 0,0 0-1 0 0,-4 0 0 0 0,1 1-4 0 0,1 1-1 0 0,0-1 1 0 0,0 1-1 0 0,0 0 0 0 0,0 0 1 0 0,0 0-1 0 0,0 0 1 0 0,0 1-1 0 0,1 0 1 0 0,-1 0-1 0 0,1 1 0 0 0,-1-1 1 0 0,1 1-1 0 0,0 0 1 0 0,-1 0-1 0 0,2 0 1 0 0,-6 6-1 0 0,1 0-39 0 0,0 0 1 0 0,1 0-1 0 0,0 1 0 0 0,1 0 1 0 0,0 0-1 0 0,1 1 0 0 0,0-1 1 0 0,-6 19-1 0 0,10-26 53 0 0,1 0 0 0 0,-1 0 0 0 0,1 0 1 0 0,-1 0-1 0 0,1 1 0 0 0,0-1 0 0 0,0 0 1 0 0,0 0-1 0 0,0 0 0 0 0,1 0 0 0 0,-1 0 0 0 0,1 0 1 0 0,0 0-1 0 0,0 0 0 0 0,2 5 0 0 0,-1-6 17 0 0,0 0 0 0 0,0 0 0 0 0,0 1 0 0 0,0-1 0 0 0,0-1 0 0 0,0 1 0 0 0,1 0 0 0 0,-1 0 0 0 0,1-1-1 0 0,-1 1 1 0 0,1-1 0 0 0,0 0 0 0 0,-1 0 0 0 0,1 0 0 0 0,0 0 0 0 0,0 0 0 0 0,0-1 0 0 0,-1 1 0 0 0,7-1 0 0 0,-5 0 66 0 0,0 0 0 0 0,0 0 0 0 0,1 0 0 0 0,-1-1 0 0 0,0 1 0 0 0,0-1 0 0 0,0 0 0 0 0,0-1 1 0 0,0 1-1 0 0,0-1 0 0 0,0 1 0 0 0,0-1 0 0 0,-1-1 0 0 0,1 1 0 0 0,-1 0 0 0 0,1-1 0 0 0,-1 1 0 0 0,0-1 1 0 0,0 0-1 0 0,0 0 0 0 0,0-1 0 0 0,-1 1 0 0 0,1 0 0 0 0,-1-1 0 0 0,0 0 0 0 0,3-6 0 0 0,-3 7-51 0 0,-1 0 0 0 0,1-1 0 0 0,-1 0 0 0 0,0 1-1 0 0,0-1 1 0 0,0 0 0 0 0,0 1 0 0 0,-1-1 0 0 0,1 0-1 0 0,-1 0 1 0 0,0 0 0 0 0,0 0 0 0 0,-1 1-1 0 0,1-1 1 0 0,-1 0 0 0 0,0 0 0 0 0,0 1 0 0 0,0-1-1 0 0,0 0 1 0 0,-1 1 0 0 0,1-1 0 0 0,-1 1 0 0 0,0 0-1 0 0,0-1 1 0 0,0 1 0 0 0,0 0 0 0 0,-1 0 0 0 0,1 0-1 0 0,-5-3 1 0 0,4 4 45 0 0,0-1-1 0 0,-1 1 1 0 0,1 0 0 0 0,-1 1-1 0 0,1-1 1 0 0,-1 1-1 0 0,0-1 1 0 0,1 1-1 0 0,-1 0 1 0 0,0 0 0 0 0,0 1-1 0 0,0-1 1 0 0,0 1-1 0 0,0 0 1 0 0,0 0 0 0 0,1 0-1 0 0,-1 0 1 0 0,0 1-1 0 0,0 0 1 0 0,-7 2-1 0 0,9-3-58 0 0,-1 1-1 0 0,1 0 0 0 0,0 1 1 0 0,0-1-1 0 0,0 0 0 0 0,0 1 1 0 0,0-1-1 0 0,1 1 0 0 0,-1-1 1 0 0,0 1-1 0 0,1 0 0 0 0,-1 0 1 0 0,1 0-1 0 0,-1 0 0 0 0,1 0 1 0 0,0 0-1 0 0,0 0 0 0 0,0 0 1 0 0,0 0-1 0 0,0 1 0 0 0,1-1 1 0 0,-1 0-1 0 0,0 1 0 0 0,1-1 1 0 0,0 1-1 0 0,0-1 0 0 0,0 0 1 0 0,0 1-1 0 0,0-1 0 0 0,0 1 1 0 0,0-1-1 0 0,1 0 0 0 0,0 1 1 0 0,-1-1-1 0 0,2 3 0 0 0,-1-2-8 0 0,0 0 1 0 0,1 1-1 0 0,-1-1 0 0 0,1 0 0 0 0,0 0 1 0 0,0 0-1 0 0,0 0 0 0 0,0 0 0 0 0,1 0 1 0 0,-1-1-1 0 0,1 1 0 0 0,-1-1 0 0 0,1 1 1 0 0,0-1-1 0 0,0 0 0 0 0,6 3 0 0 0,-4-3-1 0 0,1 1 0 0 0,-1-1 0 0 0,1 0 0 0 0,0 0 0 0 0,0-1 0 0 0,0 0 0 0 0,0 0 0 0 0,0 0 0 0 0,11-1 0 0 0,-12 0 2 0 0,0 0 0 0 0,-1-1-1 0 0,1 1 1 0 0,0-1 0 0 0,-1 0 0 0 0,1-1 0 0 0,-1 1-1 0 0,1-1 1 0 0,-1 0 0 0 0,1 0 0 0 0,-1 0 0 0 0,5-4 0 0 0,-7 4 2 0 0,0 0 0 0 0,1 0 0 0 0,-1 0 0 0 0,0-1 1 0 0,-1 1-1 0 0,1 0 0 0 0,0-1 0 0 0,-1 1 1 0 0,1-1-1 0 0,-1 1 0 0 0,0-1 0 0 0,0 0 0 0 0,0 0 1 0 0,0 1-1 0 0,-1-1 0 0 0,1 0 0 0 0,-1 0 1 0 0,1 0-1 0 0,-1 0 0 0 0,0-5 0 0 0,-1 3 4 0 0,1 1 0 0 0,-1 0 0 0 0,0 0 0 0 0,0 0 0 0 0,-1-1 0 0 0,1 1 0 0 0,-1 0-1 0 0,0 1 1 0 0,0-1 0 0 0,0 0 0 0 0,0 1 0 0 0,-1-1 0 0 0,1 1 0 0 0,-1-1 0 0 0,0 1 0 0 0,0 0-1 0 0,0 0 1 0 0,-1 1 0 0 0,1-1 0 0 0,0 1 0 0 0,-1-1 0 0 0,0 1 0 0 0,0 0 0 0 0,0 1 0 0 0,-5-3 0 0 0,3 2 11 0 0,1 0 1 0 0,0 1-1 0 0,-1 0 1 0 0,1 0-1 0 0,-1 0 1 0 0,1 1-1 0 0,-1-1 1 0 0,1 2-1 0 0,-1-1 1 0 0,1 0-1 0 0,-1 1 1 0 0,1 0-1 0 0,-1 0 1 0 0,1 1-1 0 0,0-1 1 0 0,0 1-1 0 0,-1 0 1 0 0,1 1-1 0 0,-5 3 1 0 0,4-2-4 0 0,0 0 1 0 0,1 1 0 0 0,-1 0 0 0 0,1 0-1 0 0,0 0 1 0 0,1 1 0 0 0,-1-1 0 0 0,1 1-1 0 0,-5 10 1 0 0,8-15-21 0 0,0 1 0 0 0,1 0 0 0 0,-1-1 0 0 0,1 1 0 0 0,-1 0 0 0 0,1-1 0 0 0,-1 1 0 0 0,1 0 0 0 0,0 0 0 0 0,0 0 1 0 0,0-1-1 0 0,0 1 0 0 0,0 0 0 0 0,0 0 0 0 0,1-1 0 0 0,-1 1 0 0 0,0 0 0 0 0,1 0 0 0 0,0-1 0 0 0,-1 1 0 0 0,1 0 0 0 0,0-1 0 0 0,0 1 0 0 0,0-1 0 0 0,0 1 0 0 0,0-1 0 0 0,0 1 0 0 0,0-1 0 0 0,0 0 0 0 0,1 0 0 0 0,-1 0 0 0 0,0 1 0 0 0,1-1 0 0 0,-1 0 0 0 0,1-1 0 0 0,0 1 0 0 0,-1 0 1 0 0,1 0-1 0 0,0-1 0 0 0,-1 1 0 0 0,1-1 0 0 0,3 1 0 0 0,8 3-97 0 0,0 0 1 0 0,0-1 0 0 0,0-1-1 0 0,0 0 1 0 0,23-1 0 0 0,-28-1 57 0 0,0 0 0 0 0,0-1 0 0 0,0 0 0 0 0,0 0 0 0 0,0-1 0 0 0,0 0 0 0 0,0 0 1 0 0,-1-1-1 0 0,1 0 0 0 0,11-7 0 0 0,-18 10 37 0 0,0-1 0 0 0,1 0 0 0 0,-1 1 0 0 0,0-1-1 0 0,0 0 1 0 0,0 0 0 0 0,0 0 0 0 0,0 0 0 0 0,0 0 0 0 0,0 0 0 0 0,0 0 0 0 0,0 0 0 0 0,0 0 0 0 0,-1 0 0 0 0,1 0 0 0 0,0-1 0 0 0,-1 1 0 0 0,1 0-1 0 0,-1 0 1 0 0,0-1 0 0 0,1 1 0 0 0,-1 0 0 0 0,0-1 0 0 0,0 1 0 0 0,1-2 0 0 0,-2 1 9 0 0,0 0-1 0 0,1 1 1 0 0,-1-1-1 0 0,0 0 1 0 0,0 1 0 0 0,0-1-1 0 0,0 1 1 0 0,0-1 0 0 0,0 1-1 0 0,-1-1 1 0 0,1 1-1 0 0,0 0 1 0 0,-1 0 0 0 0,1 0-1 0 0,-4-2 1 0 0,-5-3 57 0 0,-1 0 1 0 0,1 1-1 0 0,-1 0 0 0 0,-16-4 0 0 0,20 7-180 0 0,0 0-1 0 0,1 0 0 0 0,-1 1 0 0 0,0-1 1 0 0,0 2-1 0 0,1-1 0 0 0,-1 1 0 0 0,0 0 1 0 0,0 0-1 0 0,0 0 0 0 0,0 1 0 0 0,0 0 1 0 0,1 1-1 0 0,-1 0 0 0 0,0 0 0 0 0,-11 5 1 0 0,4 2-6161 0 0</inkml:trace>
</inkml:ink>
</file>

<file path=ppt/ink/ink1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7:10.1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54 64 4609 0 0,'-1'0'38'0'0,"0"0"1"0"0,0 1-1 0 0,0-1 0 0 0,0 0 0 0 0,0 0 1 0 0,1 1-1 0 0,-1-1 0 0 0,0 0 1 0 0,0 1-1 0 0,0-1 0 0 0,1 1 0 0 0,-1-1 1 0 0,0 1-1 0 0,1 0 0 0 0,-1-1 1 0 0,0 1-1 0 0,1 0 0 0 0,-1-1 0 0 0,1 1 1 0 0,-1 0-1 0 0,1 0 0 0 0,-1-1 1 0 0,1 1-1 0 0,0 0 0 0 0,-1 0 0 0 0,1 1 1 0 0,-13 30 752 0 0,11-26-613 0 0,-3 5 140 0 0,2 0-1 0 0,-1 1 1 0 0,2-1-1 0 0,-1 0 1 0 0,2 1-1 0 0,-1 0 1 0 0,1 16-1 0 0,1-25-224 0 0,0 0-1 0 0,1-1 1 0 0,-1 1 0 0 0,0-1-1 0 0,1 1 1 0 0,-1-1-1 0 0,1 1 1 0 0,0-1-1 0 0,0 1 1 0 0,0-1-1 0 0,0 0 1 0 0,0 0-1 0 0,1 1 1 0 0,-1-1 0 0 0,1 0-1 0 0,-1 0 1 0 0,1 0-1 0 0,0 0 1 0 0,0-1-1 0 0,0 1 1 0 0,0 0-1 0 0,0-1 1 0 0,0 1-1 0 0,0-1 1 0 0,0 0 0 0 0,1 0-1 0 0,-1 0 1 0 0,0 0-1 0 0,1 0 1 0 0,-1 0-1 0 0,1-1 1 0 0,-1 1-1 0 0,1-1 1 0 0,-1 0-1 0 0,1 1 1 0 0,0-1 0 0 0,-1 0-1 0 0,1-1 1 0 0,-1 1-1 0 0,4-1 1 0 0,1 0 154 0 0,1-1 0 0 0,-1 1 0 0 0,0-2 0 0 0,0 1 0 0 0,0-1 0 0 0,0 0 0 0 0,0 0 0 0 0,-1-1 0 0 0,1 0 0 0 0,-1 0 1 0 0,0-1-1 0 0,0 1 0 0 0,0-1 0 0 0,-1-1 0 0 0,9-10 0 0 0,-12 13-194 0 0,1 1 0 0 0,-1-1 0 0 0,0 0 0 0 0,0 0 0 0 0,-1 0 1 0 0,1 0-1 0 0,-1-1 0 0 0,1 1 0 0 0,-1 0 0 0 0,0-1 0 0 0,-1 1 0 0 0,1-1 0 0 0,0 1 0 0 0,-1-1 1 0 0,0 1-1 0 0,0-1 0 0 0,0 1 0 0 0,0-1 0 0 0,0 1 0 0 0,-1-1 0 0 0,0 1 0 0 0,1-1 1 0 0,-1 1-1 0 0,-1-1 0 0 0,1 1 0 0 0,0 0 0 0 0,-1 0 0 0 0,0-1 0 0 0,1 1 0 0 0,-1 1 0 0 0,0-1 1 0 0,-1 0-1 0 0,1 0 0 0 0,0 1 0 0 0,-4-3 0 0 0,4 3-16 0 0,0 0 0 0 0,0 1-1 0 0,0-1 1 0 0,-1 1 0 0 0,1-1-1 0 0,0 1 1 0 0,-1 0 0 0 0,1 0 0 0 0,-1 0-1 0 0,1 0 1 0 0,-1 1 0 0 0,1-1 0 0 0,-1 1-1 0 0,1-1 1 0 0,-1 1 0 0 0,0 0 0 0 0,1 0-1 0 0,-1 0 1 0 0,0 0 0 0 0,1 1 0 0 0,-1-1-1 0 0,0 1 1 0 0,1-1 0 0 0,-1 1 0 0 0,1 0-1 0 0,-1 0 1 0 0,1 0 0 0 0,0 1-1 0 0,-1-1 1 0 0,1 0 0 0 0,0 1 0 0 0,0-1-1 0 0,0 1 1 0 0,0 0 0 0 0,0 0 0 0 0,0 0-1 0 0,1 0 1 0 0,-3 3 0 0 0,3-3-42 0 0,-1 0 0 0 0,1 0 1 0 0,-1 0-1 0 0,1 0 0 0 0,0 0 1 0 0,0 1-1 0 0,0-1 0 0 0,0 0 1 0 0,0 1-1 0 0,0-1 0 0 0,1 1 0 0 0,-1-1 1 0 0,1 1-1 0 0,0-1 0 0 0,0 1 1 0 0,0-1-1 0 0,0 1 0 0 0,0-1 1 0 0,0 1-1 0 0,1-1 0 0 0,-1 1 1 0 0,1-1-1 0 0,0 1 0 0 0,0-1 0 0 0,0 1 1 0 0,0-1-1 0 0,0 0 0 0 0,0 0 1 0 0,1 0-1 0 0,-1 1 0 0 0,1-1 1 0 0,-1-1-1 0 0,1 1 0 0 0,0 0 0 0 0,0 0 1 0 0,0 0-1 0 0,0-1 0 0 0,0 1 1 0 0,0-1-1 0 0,4 2 0 0 0,1 0 10 0 0,-1 0-1 0 0,1-1 1 0 0,0 0-1 0 0,0 0 1 0 0,0 0-1 0 0,1-1 1 0 0,-1 0 0 0 0,0 0-1 0 0,0-1 1 0 0,1 0-1 0 0,-1-1 1 0 0,14-2-1 0 0,-16 3 48 0 0,1-1-1 0 0,-1-1 1 0 0,1 1 0 0 0,-1-1-1 0 0,0 0 1 0 0,0 0 0 0 0,0 0-1 0 0,0-1 1 0 0,0 0-1 0 0,0 0 1 0 0,-1 0 0 0 0,1-1-1 0 0,-1 1 1 0 0,0-1 0 0 0,0 0-1 0 0,-1 0 1 0 0,7-8 0 0 0,-9 10-49 0 0,0 0 1 0 0,0-1 0 0 0,0 1 0 0 0,0 0 0 0 0,0 0 0 0 0,-1 0 0 0 0,1-1 0 0 0,0 1 0 0 0,-1-1 0 0 0,0 1 0 0 0,0 0 0 0 0,0-1 0 0 0,0 1 0 0 0,0-1 0 0 0,0 1-1 0 0,0 0 1 0 0,-1-1 0 0 0,1 1 0 0 0,-1 0 0 0 0,0-1 0 0 0,0 1 0 0 0,0 0 0 0 0,0 0 0 0 0,0 0 0 0 0,0 0 0 0 0,0 0 0 0 0,-1 0 0 0 0,1 0 0 0 0,-1 0 0 0 0,1 0 0 0 0,-1 1-1 0 0,0-1 1 0 0,0 0 0 0 0,0 1 0 0 0,0 0 0 0 0,-4-3 0 0 0,3 2 8 0 0,-1 0 0 0 0,0 0-1 0 0,0 0 1 0 0,0 1 0 0 0,-1-1-1 0 0,1 1 1 0 0,0 0 0 0 0,0 0 0 0 0,-1 1-1 0 0,1-1 1 0 0,-1 1 0 0 0,1 0 0 0 0,0 0-1 0 0,-1 0 1 0 0,1 1 0 0 0,-1 0-1 0 0,1 0 1 0 0,0 0 0 0 0,-8 3 0 0 0,9-3-15 0 0,0 1 1 0 0,-1-1 0 0 0,1 1 0 0 0,0 0 0 0 0,1 0-1 0 0,-1 0 1 0 0,0 1 0 0 0,0-1 0 0 0,1 1 0 0 0,0-1 0 0 0,-1 1-1 0 0,1 0 1 0 0,0 0 0 0 0,-3 6 0 0 0,5-7-4 0 0,-1 0 0 0 0,1 0-1 0 0,0-1 1 0 0,0 1 0 0 0,0 0 0 0 0,0 0 0 0 0,0 0 0 0 0,0 0 0 0 0,1-1 0 0 0,-1 1 0 0 0,1 0-1 0 0,-1 0 1 0 0,1 0 0 0 0,-1-1 0 0 0,1 1 0 0 0,0 0 0 0 0,0-1 0 0 0,0 1 0 0 0,0-1 0 0 0,0 1 0 0 0,0-1-1 0 0,1 0 1 0 0,-1 1 0 0 0,0-1 0 0 0,1 0 0 0 0,-1 0 0 0 0,1 0 0 0 0,-1 0 0 0 0,4 2 0 0 0,6 4 2 0 0,0 1 1 0 0,1-2 0 0 0,0 1 0 0 0,0-2 0 0 0,1 0-1 0 0,13 4 1 0 0,-24-8 18 0 0,0 0-1 0 0,1-1 0 0 0,-1 1 0 0 0,0-1 1 0 0,0 0-1 0 0,1 1 0 0 0,-1-1 1 0 0,0 0-1 0 0,0 0 0 0 0,1-1 1 0 0,-1 1-1 0 0,0 0 0 0 0,0-1 0 0 0,1 1 1 0 0,-1-1-1 0 0,0 0 0 0 0,0 0 1 0 0,0 0-1 0 0,0 0 0 0 0,0 0 1 0 0,0 0-1 0 0,0-1 0 0 0,0 1 1 0 0,-1 0-1 0 0,1-1 0 0 0,0 0 0 0 0,-1 1 1 0 0,1-1-1 0 0,-1 0 0 0 0,0 0 1 0 0,1 0-1 0 0,-1 0 0 0 0,0 0 1 0 0,0 0-1 0 0,0 0 0 0 0,-1 0 1 0 0,1 0-1 0 0,0 0 0 0 0,-1-1 0 0 0,0 1 1 0 0,1 0-1 0 0,-1 0 0 0 0,0-1 1 0 0,0-2-1 0 0,0-3-7 0 0,-1 0 0 0 0,0 1 0 0 0,0-1-1 0 0,0 0 1 0 0,-1 1 0 0 0,0-1 0 0 0,-1 1 0 0 0,0-1 0 0 0,0 1-1 0 0,0 0 1 0 0,-1 0 0 0 0,0 0 0 0 0,-8-8 0 0 0,9 10-3 0 0,-1 1-1 0 0,1 0 1 0 0,-1 0 0 0 0,0 0 0 0 0,-1 0 0 0 0,1 1 0 0 0,-1-1 0 0 0,-9-4 0 0 0,12 7 0 0 0,-1 0 0 0 0,0 0 0 0 0,1 0 0 0 0,-1 0 1 0 0,0 1-1 0 0,0-1 0 0 0,1 1 0 0 0,-1-1 1 0 0,0 1-1 0 0,0 0 0 0 0,0 0 0 0 0,0 1 0 0 0,1-1 1 0 0,-1 0-1 0 0,0 1 0 0 0,0 0 0 0 0,1 0 0 0 0,-4 1 1 0 0,2 0-11 0 0,1 0 0 0 0,-1 0 0 0 0,1 0 1 0 0,0 0-1 0 0,-1 1 0 0 0,1 0 0 0 0,0-1 0 0 0,0 1 1 0 0,1 1-1 0 0,-1-1 0 0 0,1 0 0 0 0,-1 0 0 0 0,1 1 1 0 0,0 0-1 0 0,0-1 0 0 0,1 1 0 0 0,-1 0 1 0 0,1 0-1 0 0,0 0 0 0 0,0 0 0 0 0,0 0 0 0 0,0 0 1 0 0,1 0-1 0 0,0 0 0 0 0,0 0 0 0 0,0 5 0 0 0,0-3-10 0 0,1 0-1 0 0,-1 1 1 0 0,2-1-1 0 0,-1 0 1 0 0,0 0-1 0 0,1 0 1 0 0,0-1-1 0 0,1 1 1 0 0,-1 0-1 0 0,1-1 0 0 0,0 1 1 0 0,0-1-1 0 0,1 0 1 0 0,0 0-1 0 0,0 0 1 0 0,7 7-1 0 0,-7-10 18 0 0,-1 1 1 0 0,1 0-1 0 0,0-1 0 0 0,0 0 0 0 0,-1 0 0 0 0,1 0 0 0 0,1 0 0 0 0,-1 0 0 0 0,0-1 0 0 0,0 0 1 0 0,1 0-1 0 0,-1 0 0 0 0,9 0 0 0 0,-11-1 10 0 0,-1 0 1 0 0,1-1-1 0 0,0 1 1 0 0,0-1-1 0 0,-1 1 1 0 0,1-1-1 0 0,0 1 1 0 0,-1-1-1 0 0,1 0 0 0 0,-1 0 1 0 0,1 0-1 0 0,-1 0 1 0 0,0 0-1 0 0,1 0 1 0 0,-1 0-1 0 0,0-1 1 0 0,0 1-1 0 0,1 0 1 0 0,-1-1-1 0 0,0 1 0 0 0,0 0 1 0 0,-1-1-1 0 0,1 0 1 0 0,0 1-1 0 0,0-1 1 0 0,-1 1-1 0 0,1-1 1 0 0,-1 0-1 0 0,1 1 0 0 0,-1-1 1 0 0,0 0-1 0 0,0 0 1 0 0,0 1-1 0 0,0-1 1 0 0,0 0-1 0 0,0 0 1 0 0,-1-1-1 0 0,2-5 18 0 0,-2 1-1 0 0,1 0 1 0 0,-1 0-1 0 0,0 0 1 0 0,-1 0 0 0 0,1 0-1 0 0,-1 0 1 0 0,-1 0-1 0 0,1 0 1 0 0,-1 1-1 0 0,-6-10 1 0 0,7 13-25 0 0,0 1 1 0 0,0-1-1 0 0,0 1 1 0 0,-1 0-1 0 0,1-1 1 0 0,0 1-1 0 0,-1 1 0 0 0,0-1 1 0 0,1 0-1 0 0,-1 1 1 0 0,0-1-1 0 0,0 1 0 0 0,0 0 1 0 0,0 0-1 0 0,0 0 1 0 0,0 0-1 0 0,0 0 1 0 0,-1 1-1 0 0,1 0 0 0 0,0-1 1 0 0,0 1-1 0 0,0 0 1 0 0,-1 1-1 0 0,1-1 1 0 0,0 0-1 0 0,0 1 0 0 0,-5 1 1 0 0,0 1 1 0 0,1 0 1 0 0,-1 0-1 0 0,1 0 1 0 0,0 1-1 0 0,1 0 1 0 0,-1 1-1 0 0,1 0 1 0 0,-12 10-1 0 0,16-13-6 0 0,-1 1 0 0 0,1-1 0 0 0,0 1 0 0 0,0-1 0 0 0,1 1 0 0 0,-1 0 0 0 0,0 0 0 0 0,1 0 0 0 0,0 0 0 0 0,-2 6 0 0 0,2-7-9 0 0,1-1 0 0 0,0 1 0 0 0,0 0 0 0 0,0-1 0 0 0,0 1 0 0 0,0 0 0 0 0,0 0 0 0 0,1-1 0 0 0,-1 1 0 0 0,0 0 0 0 0,1-1 1 0 0,0 1-1 0 0,-1-1 0 0 0,1 1 0 0 0,0 0 0 0 0,0-1 0 0 0,0 0 0 0 0,-1 1 0 0 0,2-1 0 0 0,-1 1 0 0 0,2 1 0 0 0,1 0-107 0 0,-1-1-1 0 0,1 1 1 0 0,0-1-1 0 0,0 0 0 0 0,0 0 1 0 0,0 0-1 0 0,0 0 1 0 0,0-1-1 0 0,1 0 1 0 0,-1 0-1 0 0,0 0 1 0 0,1 0-1 0 0,-1-1 1 0 0,1 1-1 0 0,5-1 0 0 0,-2 0-499 0 0,0-1-1 0 0,0 0 0 0 0,-1 0 1 0 0,1 0-1 0 0,0-1 0 0 0,-1 0 1 0 0,1-1-1 0 0,7-3 0 0 0,-3-1 193 0 0</inkml:trace>
</inkml:ink>
</file>

<file path=ppt/ink/ink1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8:00.8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6 106 456 0 0,'6'-26'1319'0'0,"-5"18"-997"0"0,0 0-1 0 0,1 0 0 0 0,0 0 1 0 0,0 0-1 0 0,1 0 1 0 0,0 0-1 0 0,7-11 0 0 0,-10 19-273 0 0,0 0 0 0 0,0-1 0 0 0,1 1 0 0 0,-1 0-1 0 0,0-1 1 0 0,1 1 0 0 0,-1 0 0 0 0,0 0 0 0 0,1-1 0 0 0,-1 1-1 0 0,0 0 1 0 0,1 0 0 0 0,-1 0 0 0 0,0-1 0 0 0,1 1 0 0 0,-1 0-1 0 0,1 0 1 0 0,-1 0 0 0 0,0 0 0 0 0,1 0 0 0 0,-1 0 0 0 0,1 0-1 0 0,-1 0 1 0 0,0 0 0 0 0,1 0 0 0 0,-1 0 0 0 0,1 0 0 0 0,-1 0-1 0 0,0 0 1 0 0,1 0 0 0 0,-1 1 0 0 0,1-1 0 0 0,-1 0 0 0 0,1 0-1 0 0,12 14 573 0 0,4 20-393 0 0,-15-27-170 0 0,0 0 1 0 0,0 1 0 0 0,-1-1-1 0 0,0 1 1 0 0,-1-1 0 0 0,0 1-1 0 0,0-1 1 0 0,0 1-1 0 0,-1-1 1 0 0,-2 10 0 0 0,-4 12 229 0 0,-13 37 0 0 0,1-6 479 0 0,13-25-384 0 0,1 1 1 0 0,-2 68 0 0 0,7-66-1023 0 0,-3 0 0 0 0,-9 50-1 0 0,8-71-2314 0 0</inkml:trace>
</inkml:ink>
</file>

<file path=ppt/ink/ink1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8:01.2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85 3689 0 0,'0'1'3'0'0,"0"0"0"0"0,0 0 0 0 0,0 0 0 0 0,0 0 0 0 0,1 0 0 0 0,-1-1 0 0 0,0 1 0 0 0,0 0 0 0 0,1 0 0 0 0,-1 0 0 0 0,1-1 0 0 0,-1 1 0 0 0,1 0 0 0 0,-1 0 0 0 0,1-1 0 0 0,-1 1 0 0 0,1 0 0 0 0,0-1 0 0 0,-1 1 0 0 0,1-1 0 0 0,0 1 0 0 0,0-1 0 0 0,-1 1 0 0 0,1-1 0 0 0,0 0 0 0 0,0 1 0 0 0,0-1 0 0 0,0 0 0 0 0,-1 1 0 0 0,1-1 0 0 0,0 0 0 0 0,0 0 0 0 0,0 0 0 0 0,0 0 0 0 0,0 0 0 0 0,0 0 0 0 0,-1 0 0 0 0,1 0 0 0 0,0 0 0 0 0,0 0 0 0 0,0-1 0 0 0,0 1 0 0 0,0 0 0 0 0,-1-1 0 0 0,1 1 0 0 0,0 0 0 0 0,0-1 0 0 0,0 1 0 0 0,-1-1 0 0 0,1 1 0 0 0,0-1 0 0 0,-1 0 0 0 0,1 1 0 0 0,0-1 0 0 0,-1 0-1 0 0,2-1 1 0 0,-1 1-12 0 0,0 0 0 0 0,0 0-1 0 0,0 0 1 0 0,1 0-1 0 0,-1 0 1 0 0,0-1-1 0 0,0 1 1 0 0,-1 0-1 0 0,1-1 1 0 0,0 1-1 0 0,0-1 1 0 0,-1 1-1 0 0,1-1 1 0 0,-1 1-1 0 0,1-1 1 0 0,-1 0-1 0 0,0 1 1 0 0,1-1-1 0 0,-1 1 1 0 0,0-1-1 0 0,0 0 1 0 0,0 1-1 0 0,0-1 1 0 0,-1 0-1 0 0,1 1 1 0 0,0-1 0 0 0,-2-2-1 0 0,0-2-34 0 0,-1 0-1 0 0,0 0 1 0 0,-1 1-1 0 0,1 0 1 0 0,-7-8-1 0 0,6 8 9 0 0,-1-1 26 0 0</inkml:trace>
</inkml:ink>
</file>

<file path=ppt/ink/ink1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8:01.7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 12 3225 0 0,'0'-1'-20'0'0,"1"0"0"0"0,-1 0 0 0 0,1 1 0 0 0,0-1 0 0 0,0 0 0 0 0,-1 0 0 0 0,1 1 0 0 0,0-1 0 0 0,0 1 0 0 0,0-1 0 0 0,0 0 0 0 0,0 1 0 0 0,0 0 0 0 0,0-1 0 0 0,0 1 0 0 0,0-1 0 0 0,0 1 0 0 0,2 0 0 0 0,4 1 1073 0 0,-15 11-613 0 0,7-10-338 0 0,-1 0 0 0 0,0 0-1 0 0,0-1 1 0 0,0 1-1 0 0,0-1 1 0 0,0 1 0 0 0,0-1-1 0 0,0 0 1 0 0,0 0 0 0 0,-1 0-1 0 0,1 0 1 0 0,0 0 0 0 0,-4 1-1 0 0,9 2 315 0 0,0 1-416 0 0</inkml:trace>
</inkml:ink>
</file>

<file path=ppt/ink/ink1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8:03.1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 1 3225 0 0,'-1'1'653'0'0,"0"0"1"0"0,1 0 0 0 0,-1 0 0 0 0,1 1-1 0 0,0-1 1 0 0,-1 0 0 0 0,1 0 0 0 0,0 1-1 0 0,0-1 1 0 0,0 0 0 0 0,0 1-1 0 0,0-1 1 0 0,0 0 0 0 0,0 0 0 0 0,0 1-1 0 0,1 1 1 0 0,10 37 3049 0 0,-3-17-2970 0 0,18 32 0 0 0,111 172 1098 0 0,-133-220-1784 0 0,2 0-1 0 0,-1 0 1 0 0,0-1 0 0 0,1 1 0 0 0,10 7 0 0 0,-15-13-27 0 0,0 0 0 0 0,1 0 0 0 0,-1 0 1 0 0,0 0-1 0 0,1-1 0 0 0,-1 1 0 0 0,1 0 1 0 0,-1-1-1 0 0,1 1 0 0 0,-1-1 1 0 0,1 0-1 0 0,-1 1 0 0 0,1-1 0 0 0,-1 0 1 0 0,1 0-1 0 0,-1 0 0 0 0,1 0 0 0 0,-1 0 1 0 0,1 0-1 0 0,-1-1 0 0 0,1 1 0 0 0,-1 0 1 0 0,1-1-1 0 0,-1 1 0 0 0,1-1 1 0 0,-1 0-1 0 0,1 1 0 0 0,-1-1 0 0 0,0 0 1 0 0,0 0-1 0 0,1 0 0 0 0,-1 0 0 0 0,0 0 1 0 0,0 0-1 0 0,0 0 0 0 0,0 0 1 0 0,1-2-1 0 0,14-18 126 0 0,-2 0 0 0 0,0-1 0 0 0,12-28 1 0 0,-12 22-180 0 0,32-46 1 0 0,-1 17-2411 0 0,-28 36-4948 0 0</inkml:trace>
</inkml:ink>
</file>

<file path=ppt/ink/ink1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8:03.6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 0 8290 0 0,'0'0'969'0'0,"-8"28"3431"0"0,4 5-3491 0 0,2 0-1 0 0,1 0 1 0 0,2 1 0 0 0,7 47 0 0 0,35 131 581 0 0,2 12-1668 0 0,-38-177-1713 0 0,-4-23-4475 0 0</inkml:trace>
</inkml:ink>
</file>

<file path=ppt/ink/ink1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8:04.0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5873 0 0,'1'13'1015'0'0,"1"0"0"0"0,-1-1 0 0 0,2 1 0 0 0,0-1 0 0 0,0 0 0 0 0,2 0 0 0 0,-1 0 0 0 0,9 15 0 0 0,-9-19-725 0 0,0 0 0 0 0,1 0 0 0 0,0-1 0 0 0,0 1-1 0 0,1-1 1 0 0,-1 0 0 0 0,2-1 0 0 0,-1 1 0 0 0,1-1 0 0 0,0-1-1 0 0,0 1 1 0 0,11 5 0 0 0,-15-10-259 0 0,-1 0-1 0 0,1 0 1 0 0,0 0-1 0 0,0 0 1 0 0,-1-1 0 0 0,1 1-1 0 0,0-1 1 0 0,0 0-1 0 0,0 0 1 0 0,0 0 0 0 0,0 0-1 0 0,0 0 1 0 0,0-1-1 0 0,-1 1 1 0 0,1-1 0 0 0,0 0-1 0 0,0 0 1 0 0,-1 0-1 0 0,1 0 1 0 0,0 0 0 0 0,-1 0-1 0 0,1-1 1 0 0,-1 0-1 0 0,0 1 1 0 0,1-1 0 0 0,-1 0-1 0 0,0 0 1 0 0,0 0-1 0 0,0 0 1 0 0,0-1 0 0 0,3-4-1 0 0,4-7 179 0 0,0-1 0 0 0,0 0 0 0 0,-1-1 0 0 0,6-18 0 0 0,-9 22-181 0 0,14-35-5759 0 0,-10 26-748 0 0</inkml:trace>
</inkml:ink>
</file>

<file path=ppt/ink/ink1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8:04.6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 1 5529 0 0,'0'0'246'0'0,"-1"0"-1"0"0,0 0 1 0 0,0 0-1 0 0,1 0 1 0 0,-1 0-1 0 0,0 0 1 0 0,1 1 0 0 0,-1-1-1 0 0,0 0 1 0 0,1 0-1 0 0,-1 1 1 0 0,0-1-1 0 0,1 0 1 0 0,-1 1-1 0 0,1-1 1 0 0,-1 1-1 0 0,0-1 1 0 0,1 1-1 0 0,-1-1 1 0 0,1 1 0 0 0,-1-1-1 0 0,1 1 1 0 0,0 0-1 0 0,-1-1 1 0 0,1 1-1 0 0,-1 0 1 0 0,-2 24 3286 0 0,11 29-1082 0 0,-7-51-2275 0 0,28 154 1609 0 0,11 204-1 0 0,-33-283-1659 0 0,-5-64-159 0 0,1 64 214 0 0,-3-72-239 0 0,0 0 0 0 0,-1 0 0 0 0,0 0 0 0 0,0 0 0 0 0,0 0 0 0 0,-1 0 0 0 0,0 0 0 0 0,0-1 0 0 0,0 1 0 0 0,-5 6 0 0 0,5-9-683 0 0,-1-3-209 0 0</inkml:trace>
</inkml:ink>
</file>

<file path=ppt/ink/ink1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8:05.0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 13 3225 0 0,'-18'-2'3426'0'0,"24"9"4758"0"0,11 11-6453 0 0,-15-14-1457 0 0,27 33 1800 0 0,63 65 0 0 0,-91-101-2055 0 0,-1 0 0 0 0,1-1 0 0 0,0 1 0 0 0,-1 0 0 0 0,1-1 0 0 0,0 1-1 0 0,0-1 1 0 0,0 1 0 0 0,-1-1 0 0 0,1 0 0 0 0,0 1 0 0 0,0-1 0 0 0,0 0-1 0 0,0 0 1 0 0,-1 1 0 0 0,1-1 0 0 0,0 0 0 0 0,0 0 0 0 0,0 0 0 0 0,0 0-1 0 0,0 0 1 0 0,0 0 0 0 0,0 0 0 0 0,0 0 0 0 0,-1-1 0 0 0,3 1 0 0 0,-2-1 8 0 0,1-1 1 0 0,0 1 0 0 0,-1 0-1 0 0,1 0 1 0 0,-1-1-1 0 0,0 1 1 0 0,1 0 0 0 0,-1-1-1 0 0,0 0 1 0 0,0 1 0 0 0,0-1-1 0 0,1-2 1 0 0,3-7 56 0 0,0-1-1 0 0,-1-1 1 0 0,3-13 0 0 0,-5 19-71 0 0,18-74-704 0 0,-16 66 45 0 0</inkml:trace>
</inkml:ink>
</file>

<file path=ppt/ink/ink1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8:10.12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7 1 6913 0 0,'-4'0'6906'0'0,"3"0"-6733"0"0,0 28 1832 0 0,2 42-1030 0 0,10 151 1049 0 0,7 279-692 0 0,-18-481-1408 0 0,-1 1-1 0 0,-1 0 1 0 0,-5 25-1 0 0,-7-3-2807 0 0,12-39 1893 0 0</inkml:trace>
</inkml:ink>
</file>

<file path=ppt/ink/ink1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8:10.58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205 3 456 0 0,'0'0'27'0'0,"-1"0"0"0"0,1-1-1 0 0,0 1 1 0 0,0 0 0 0 0,0 0 0 0 0,0 0-1 0 0,-1 0 1 0 0,1-1 0 0 0,0 1 0 0 0,0 0 0 0 0,-1 0-1 0 0,1 0 1 0 0,0 0 0 0 0,0 0 0 0 0,0 0-1 0 0,-1-1 1 0 0,1 1 0 0 0,0 0 0 0 0,-1 0-1 0 0,1 0 1 0 0,0 0 0 0 0,0 0 0 0 0,-1 0 0 0 0,1 0-1 0 0,0 0 1 0 0,0 0 0 0 0,-1 0 0 0 0,1 0-1 0 0,0 1 1 0 0,0-1 0 0 0,-1 0 0 0 0,1 0-1 0 0,0 0 1 0 0,0 0 0 0 0,-1 0 0 0 0,1 0-1 0 0,0 0 1 0 0,0 1 0 0 0,0-1 0 0 0,-1 0 0 0 0,1 0-1 0 0,0 0 1 0 0,0 1 0 0 0,-18 14 1475 0 0,-15 21 818 0 0,4-1-425 0 0,5-5 194 0 0,-2 0 0 0 0,-39 35 1 0 0,76-76-2163 0 0,-1 0-1 0 0,-1-1 1 0 0,15-25-1 0 0,-14 21 311 0 0,0 1 0 0 0,1 0 0 0 0,0 1-1 0 0,1 0 1 0 0,21-18 0 0 0,-31 30-124 0 0,0 1 0 0 0,0 0 0 0 0,0 0 0 0 0,1 0 0 0 0,-1 0 0 0 0,0 1 0 0 0,0-1 0 0 0,1 1 0 0 0,-1-1 0 0 0,0 1 0 0 0,1 0 1 0 0,-1 0-1 0 0,0 0 0 0 0,1 0 0 0 0,-1 0 0 0 0,0 0 0 0 0,1 1 0 0 0,-1-1 0 0 0,0 1 0 0 0,1-1 0 0 0,-1 1 0 0 0,4 2 0 0 0,6 3 443 0 0,-1 0 0 0 0,0 1 1 0 0,12 9-1 0 0,6 3 197 0 0,-4-4 85 0 0,39 32 1 0 0,-27-17-5275 0 0,-30-24 2516 0 0,4 3-4803 0 0</inkml:trace>
</inkml:ink>
</file>

<file path=ppt/ink/ink1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8:11.23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134 55 4145 0 0,'-1'-3'266'0'0,"0"0"0"0"0,0 0 0 0 0,0 0 0 0 0,-1 0-1 0 0,1 0 1 0 0,-1 0 0 0 0,0 1 0 0 0,0-1 0 0 0,0 0 0 0 0,0 1 0 0 0,0 0 0 0 0,-1 0 0 0 0,1-1 0 0 0,-1 1 0 0 0,0 1-1 0 0,1-1 1 0 0,-1 0 0 0 0,0 1 0 0 0,0-1 0 0 0,0 1 0 0 0,-4-1 0 0 0,5 1-40 0 0,0 0-1 0 0,0 1 1 0 0,0-1-1 0 0,0 1 1 0 0,0 0 0 0 0,0-1-1 0 0,0 1 1 0 0,0 0 0 0 0,0 0-1 0 0,0 0 1 0 0,0 0-1 0 0,0 1 1 0 0,0-1 0 0 0,0 1-1 0 0,0-1 1 0 0,0 1 0 0 0,0 0-1 0 0,0-1 1 0 0,0 1-1 0 0,1 0 1 0 0,-1 0 0 0 0,0 0-1 0 0,0 1 1 0 0,1-1 0 0 0,-1 0-1 0 0,1 1 1 0 0,-1-1-1 0 0,1 1 1 0 0,0-1 0 0 0,-1 1-1 0 0,1 0 1 0 0,0-1 0 0 0,0 1-1 0 0,-1 3 1 0 0,-4 15 261 0 0,2 0 0 0 0,0 1 1 0 0,1 0-1 0 0,1-1 0 0 0,1 1 1 0 0,2 34-1 0 0,-1-23-172 0 0,22 420 512 0 0,-15-340-2880 0 0,-5-100-5272 0 0</inkml:trace>
</inkml:ink>
</file>

<file path=ppt/ink/ink1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8:11.69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197 64 2761 0 0,'-3'1'419'0'0,"1"0"1"0"0,0 0-1 0 0,0 1 1 0 0,0-1-1 0 0,0 1 0 0 0,0-1 1 0 0,0 1-1 0 0,0-1 1 0 0,0 1-1 0 0,1 0 1 0 0,-1 0-1 0 0,-1 3 1 0 0,-2 0 291 0 0,-39 41 1921 0 0,23-22-2002 0 0,-2-1-1 0 0,0-2 1 0 0,-30 23-1 0 0,52-49 255 0 0,8-11-470 0 0,9-17-33 0 0,-1 8-387 0 0,1 1 0 0 0,29-33 0 0 0,-35 45 102 0 0,1 1-1 0 0,0 1 1 0 0,1 0-1 0 0,0 0 1 0 0,0 1-1 0 0,21-12 1 0 0,-29 20 83 0 0,-1 0 1 0 0,1 0-1 0 0,-1 0 0 0 0,1 0 1 0 0,-1 0-1 0 0,1 1 0 0 0,-1-1 1 0 0,1 1-1 0 0,0 0 1 0 0,-1 0-1 0 0,1 1 0 0 0,-1-1 1 0 0,1 1-1 0 0,-1 0 0 0 0,1-1 1 0 0,-1 2-1 0 0,1-1 1 0 0,-1 0-1 0 0,0 1 0 0 0,1-1 1 0 0,-1 1-1 0 0,0 0 0 0 0,0 0 1 0 0,4 4-1 0 0,8 6 120 0 0,0 2 1 0 0,-1 0-1 0 0,17 22 0 0 0,-3-4-271 0 0,46 38-487 0 0,-41-41-5227 0 0,-6-7-1177 0 0</inkml:trace>
</inkml:ink>
</file>

<file path=ppt/ink/ink1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8:12.42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3 4609 0 0,'0'0'83'0'0,"0"0"1"0"0,0-1-1 0 0,0 1 0 0 0,0 0 0 0 0,1 0 1 0 0,-1 0-1 0 0,0 0 0 0 0,0-1 0 0 0,0 1 1 0 0,1 0-1 0 0,-1 0 0 0 0,0 0 0 0 0,0 0 1 0 0,1 0-1 0 0,-1 0 0 0 0,0 0 1 0 0,1 0-1 0 0,-1 0 0 0 0,0 0 0 0 0,0-1 1 0 0,1 1-1 0 0,-1 0 0 0 0,0 1 0 0 0,0-1 1 0 0,1 0-1 0 0,-1 0 0 0 0,0 0 1 0 0,0 0-1 0 0,1 0 0 0 0,-1 0 0 0 0,0 0 1 0 0,0 0-1 0 0,1 1 0 0 0,5 9 7735 0 0,3 81-3384 0 0,-10 57-2595 0 0,-1-51-1291 0 0,35 451 90 0 0,-29-498-535 0 0,2 11-3101 0 0,-5-53-4189 0 0</inkml:trace>
</inkml:ink>
</file>

<file path=ppt/ink/ink1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8:13.12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181 0 920 0 0,'-1'2'793'0'0,"-1"-1"1"0"0,0 1-1 0 0,0-1 0 0 0,0 1 1 0 0,0-1-1 0 0,0 0 0 0 0,0 0 1 0 0,0 0-1 0 0,0 0 0 0 0,-3 1 1 0 0,2 0-1407 0 0,-3 1 1032 0 0,1 1-1 0 0,0 0 1 0 0,0 1-1 0 0,0-1 1 0 0,0 1-1 0 0,1 0 1 0 0,-1 0 0 0 0,1 1-1 0 0,-3 5 1 0 0,-27 56 1009 0 0,23-44-871 0 0,5-11-485 0 0,-4 8 132 0 0,1 0 1 0 0,0 0-1 0 0,2 0 1 0 0,-9 38-1 0 0,44-98-1700 0 0,-15 13 902 0 0,5-10 323 0 0,36-54 0 0 0,-47 80 694 0 0,0 1 0 0 0,2 0 0 0 0,-1 1 0 0 0,1-1 1 0 0,0 2-1 0 0,1-1 0 0 0,0 2 0 0 0,0-1 0 0 0,18-8 0 0 0,-27 15-365 0 0,0 0 0 0 0,1 1-1 0 0,-1-1 1 0 0,1 0 0 0 0,0 1-1 0 0,-1 0 1 0 0,1-1 0 0 0,-1 1-1 0 0,1 0 1 0 0,0 0 0 0 0,-1 0-1 0 0,1 0 1 0 0,0 0 0 0 0,-1 0-1 0 0,1 0 1 0 0,-1 1-1 0 0,1-1 1 0 0,0 0 0 0 0,-1 1-1 0 0,1 0 1 0 0,-1-1 0 0 0,1 1-1 0 0,-1 0 1 0 0,0 0 0 0 0,1-1-1 0 0,-1 1 1 0 0,0 0 0 0 0,1 0-1 0 0,-1 1 1 0 0,0-1 0 0 0,0 0-1 0 0,0 0 1 0 0,0 1-1 0 0,0-1 1 0 0,0 0 0 0 0,0 1-1 0 0,-1-1 1 0 0,1 1 0 0 0,0 1-1 0 0,4 9 157 0 0,-1-1 0 0 0,0 1-1 0 0,0 1 1 0 0,1 13-1 0 0,-1-9 0 0 0,-3-13-188 0 0,9 41 425 0 0,25 63-1 0 0,-31-97-525 0 0,1 0 0 0 0,0 0-1 0 0,1 0 1 0 0,0-1 0 0 0,0 0 0 0 0,1 0-1 0 0,0-1 1 0 0,1 0 0 0 0,0 0-1 0 0,1-1 1 0 0,11 9 0 0 0,-6-9-948 0 0,0-1-282 0 0</inkml:trace>
</inkml:ink>
</file>

<file path=ppt/ink/ink1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8:29.16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94 15 13363 0 0,'0'0'82'0'0,"0"-1"1"0"0,0 0-1 0 0,0 1 1 0 0,0-1-1 0 0,0 0 1 0 0,0 0-1 0 0,1 1 1 0 0,-1-1-1 0 0,0 0 1 0 0,0 1-1 0 0,1-1 0 0 0,-1 0 1 0 0,0 1-1 0 0,1-1 1 0 0,-1 1-1 0 0,1-1 1 0 0,-1 1-1 0 0,0-1 1 0 0,1 1-1 0 0,0-1 1 0 0,-1 1-1 0 0,1-1 1 0 0,0 0-1 0 0,5 2-32 0 0,-5 13 209 0 0,-44 194 3327 0 0,20-111-1967 0 0,-12 129 0 0 0,28-6-800 0 0,9-178-1853 0 0,2 0 0 0 0,2 0 0 0 0,13 50-1 0 0,-16-79-5991 0 0</inkml:trace>
</inkml:ink>
</file>

<file path=ppt/ink/ink1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8:29.82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33 109 8754 0 0,'-3'-1'362'0'0,"0"1"-1"0"0,0 0 1 0 0,0-1 0 0 0,0 1 0 0 0,0-1-1 0 0,0 0 1 0 0,1 0 0 0 0,-5-2 0 0 0,7 3-339 0 0,0 0 0 0 0,0 0 0 0 0,0 0 0 0 0,0 0 0 0 0,-1 0 0 0 0,1 0 0 0 0,0 0 0 0 0,0 0 0 0 0,0 0 0 0 0,0 0 0 0 0,0 0 0 0 0,0 0 0 0 0,-1-1 0 0 0,1 1 0 0 0,0 0 0 0 0,0 0 0 0 0,0 0 1 0 0,0 0-1 0 0,0 0 0 0 0,0 0 0 0 0,0-1 0 0 0,0 1 0 0 0,-1 0 0 0 0,1 0 0 0 0,0 0 0 0 0,0 0 0 0 0,0 0 0 0 0,0-1 0 0 0,0 1 0 0 0,0 0 0 0 0,0 0 0 0 0,0 0 0 0 0,0 0 0 0 0,0-1 0 0 0,0 1 0 0 0,0 0 0 0 0,0 0 0 0 0,0 0 1 0 0,0 0-1 0 0,0-1 0 0 0,1 1 0 0 0,-1 0 0 0 0,0 0 0 0 0,0 0 0 0 0,0 0 0 0 0,17-5 699 0 0,177-8 3475 0 0,-46 4-2606 0 0,115-17-173 0 0,400-16-467 0 0,-612 44-1460 0 0,-17 1-5158 0 0,-11 0-1112 0 0</inkml:trace>
</inkml:ink>
</file>

<file path=ppt/ink/ink1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8:30.69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 21 10594 0 0,'-1'0'150'0'0,"1"-1"0"0"0,0 1 0 0 0,-1-1-1 0 0,1 1 1 0 0,0-1 0 0 0,0 1 0 0 0,0-1-1 0 0,-1 0 1 0 0,1 1 0 0 0,0-1 0 0 0,0 1-1 0 0,0-1 1 0 0,0 1 0 0 0,0-1 0 0 0,0 0 0 0 0,0 1-1 0 0,0-1 1 0 0,0 1 0 0 0,1-1 0 0 0,-1 1-1 0 0,0-1 1 0 0,0 0 0 0 0,0 1 0 0 0,1-1-1 0 0,-1 1 1 0 0,0-1 0 0 0,1 1 0 0 0,-1-1 0 0 0,0 1-1 0 0,1-1 1 0 0,-1 1 0 0 0,1 0 0 0 0,-1-1-1 0 0,0 1 1 0 0,1 0 0 0 0,-1-1 0 0 0,1 1-1 0 0,-1 0 1 0 0,1-1 0 0 0,0 1 0 0 0,-1 0 0 0 0,1 0-1 0 0,-1 0 1 0 0,1-1 0 0 0,0 1 0 0 0,0 0-26 0 0,0 1 1 0 0,0-1 0 0 0,0 0 0 0 0,0 0 0 0 0,0 1-1 0 0,0-1 1 0 0,0 1 0 0 0,-1-1 0 0 0,1 1-1 0 0,0-1 1 0 0,0 1 0 0 0,0 0 0 0 0,-1-1 0 0 0,1 1-1 0 0,0 0 1 0 0,-1-1 0 0 0,1 1 0 0 0,0 0-1 0 0,-1 0 1 0 0,1 0 0 0 0,-1-1 0 0 0,1 1 0 0 0,-1 0-1 0 0,0 0 1 0 0,1 0 0 0 0,-1 0 0 0 0,0 0-1 0 0,0 0 1 0 0,0 0 0 0 0,1 0 0 0 0,-1 1 0 0 0,4 50 449 0 0,-2 0 1 0 0,-6 70-1 0 0,1-6-337 0 0,4-44-157 0 0,4 1 0 0 0,3-1 0 0 0,4 0 0 0 0,26 95 0 0 0,-32-154-616 0 0,-6-13 516 0 0,0 1 0 0 0,0-1 0 0 0,0 0 0 0 0,0 1 0 0 0,0-1 0 0 0,1 0 0 0 0,-1 0 0 0 0,0 1 0 0 0,0-1 0 0 0,0 0 0 0 0,1 1 0 0 0,-1-1 0 0 0,0 0 0 0 0,0 0 0 0 0,0 0 0 0 0,1 1 0 0 0,-1-1 0 0 0,0 0 0 0 0,1 0 0 0 0,-1 0 0 0 0,0 0 0 0 0,0 1 0 0 0,1-1 0 0 0,-1 0 0 0 0,0 0 0 0 0,1 0 0 0 0,-1 0 0 0 0,0 0 0 0 0,1 0 0 0 0,-1 0 0 0 0,0 0 0 0 0,1 0 0 0 0,-1 0 0 0 0,0 0 0 0 0,1 0 0 0 0,-1 0 0 0 0,1 0 0 0 0,2-4-428 0 0</inkml:trace>
</inkml:ink>
</file>

<file path=ppt/ink/ink1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8:31.05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24 136 3681 0 0,'-1'-4'304'0'0,"0"0"0"0"0,0 0 0 0 0,0 0 0 0 0,0-1 0 0 0,1 1 0 0 0,0 0 0 0 0,0 0 1 0 0,0-1-1 0 0,0 1 0 0 0,0 0 0 0 0,1 0 0 0 0,0 0 0 0 0,0 0 0 0 0,0-1 0 0 0,0 1 0 0 0,1 0 0 0 0,0 1 0 0 0,0-1 1 0 0,0 0-1 0 0,0 0 0 0 0,4-4 0 0 0,-4 5-82 0 0,0 0 0 0 0,0 0 1 0 0,0 0-1 0 0,0 1 0 0 0,1-1 0 0 0,-1 0 1 0 0,1 1-1 0 0,0 0 0 0 0,0 0 0 0 0,-1 0 1 0 0,2 0-1 0 0,-1 0 0 0 0,0 1 0 0 0,0-1 1 0 0,0 1-1 0 0,1 0 0 0 0,-1 0 0 0 0,1 0 1 0 0,-1 0-1 0 0,1 0 0 0 0,-1 1 0 0 0,1 0 1 0 0,-1 0-1 0 0,1 0 0 0 0,0 0 0 0 0,3 1 0 0 0,-5 0-147 0 0,-1 0 0 0 0,1 0 0 0 0,0 0 0 0 0,0 0 0 0 0,0 0-1 0 0,-1 0 1 0 0,1 1 0 0 0,-1-1 0 0 0,1 1 0 0 0,-1-1-1 0 0,1 1 1 0 0,-1 0 0 0 0,0 0 0 0 0,0-1 0 0 0,0 1-1 0 0,0 0 1 0 0,0 0 0 0 0,0 0 0 0 0,0 0 0 0 0,-1 0-1 0 0,1 0 1 0 0,-1 0 0 0 0,0 1 0 0 0,1-1 0 0 0,-1 0-1 0 0,0 0 1 0 0,0 0 0 0 0,0 0 0 0 0,-1 0 0 0 0,0 3-1 0 0,0 10 163 0 0,-1-1 0 0 0,-1 1 0 0 0,-4 14 0 0 0,6-25-169 0 0,-11 29 206 0 0,-1-1 1 0 0,-2 0 0 0 0,-1-1 0 0 0,-1 0-1 0 0,-43 55 1 0 0,60-85-248 0 0,-1-1 1 0 0,1 1 1 0 0,-1-1 0 0 0,1 1-1 0 0,-1-1 1 0 0,1 1 0 0 0,0-1 0 0 0,-1 1-1 0 0,1-1 1 0 0,0 1 0 0 0,-1-1-1 0 0,1 1 1 0 0,0-1 0 0 0,0 1 0 0 0,0 0-1 0 0,-1-1 1 0 0,1 1 0 0 0,0-1-1 0 0,0 1 1 0 0,0 0 0 0 0,0-1 0 0 0,0 1-1 0 0,0 0 1 0 0,0-1 0 0 0,0 1-1 0 0,1-1 1 0 0,-1 1 0 0 0,0 0 0 0 0,0-1-1 0 0,0 1 1 0 0,1-1 0 0 0,-1 1-1 0 0,1 0 1 0 0,0 0-3 0 0,0 0 1 0 0,1-1-1 0 0,-1 1 0 0 0,0-1 1 0 0,1 1-1 0 0,-1-1 0 0 0,0 1 0 0 0,1-1 1 0 0,-1 0-1 0 0,1 0 0 0 0,-1 0 1 0 0,1 0-1 0 0,1 0 0 0 0,58-9-18 0 0,-51 7 32 0 0,4-1-105 0 0,0 0-1 0 0,0 1 1 0 0,0 1 0 0 0,0 0 0 0 0,1 1 0 0 0,-1 0 0 0 0,0 1 0 0 0,1 1 0 0 0,-1 0 0 0 0,0 1 0 0 0,16 6 0 0 0,-8-1-910 0 0</inkml:trace>
</inkml:ink>
</file>

<file path=ppt/ink/ink1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8:31.41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2 6913 0 0,'0'0'529'0'0,"0"-1"676"0"0,3 22 6583 0 0,6 13-4422 0 0,1 0-2188 0 0,6 68 61 0 0,15 64-450 0 0,-25-144-1065 0 0,1 1 0 0 0,1-1 0 0 0,0 0 0 0 0,2-1 0 0 0,14 24 0 0 0,-15-31-7368 0 0</inkml:trace>
</inkml:ink>
</file>

<file path=ppt/ink/ink1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8:31.78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14 185 10594 0 0,'-1'0'43'0'0,"1"0"0"0"0,0 0-1 0 0,-1 0 1 0 0,1 0-1 0 0,-1 0 1 0 0,1 0 0 0 0,-1 0-1 0 0,1 0 1 0 0,0 0 0 0 0,-1 0-1 0 0,1 0 1 0 0,-1 0 0 0 0,1 0-1 0 0,-1 0 1 0 0,1-1 0 0 0,0 1-1 0 0,-1 0 1 0 0,1 0-1 0 0,-1 0 1 0 0,1-1 0 0 0,0 1-1 0 0,-1 0 1 0 0,1 0 0 0 0,0-1-1 0 0,-1 1 1 0 0,1 0 0 0 0,0-1-1 0 0,0 1 1 0 0,-1 0-1 0 0,1-1 1 0 0,0 1 0 0 0,0-1-1 0 0,0 1 1 0 0,-1 0 0 0 0,1-1-1 0 0,0 1 1 0 0,0-1 0 0 0,0 1-1 0 0,0-1 1 0 0,0 1 0 0 0,0 0-1 0 0,0-1 1 0 0,0 0-1 0 0,12-23 1425 0 0,27-21 865 0 0,-28 34-2543 0 0,-1 1 0 0 0,1 1 0 0 0,1 0 0 0 0,0 0 0 0 0,0 1 0 0 0,0 1 0 0 0,1 0 1 0 0,0 0-1 0 0,1 2 0 0 0,-1-1 0 0 0,1 2 0 0 0,0 0 0 0 0,19-3 0 0 0,-7 5 114 0 0</inkml:trace>
</inkml:ink>
</file>

<file path=ppt/ink/ink1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8:32.18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39 292 6913 0 0,'-5'9'456'0'0,"0"0"0"0"0,0 0-1 0 0,1 0 1 0 0,0 0-1 0 0,1 1 1 0 0,0-1-1 0 0,0 1 1 0 0,1 0-1 0 0,0 0 1 0 0,1 0 0 0 0,0 0-1 0 0,1 1 1 0 0,1 10-1 0 0,-1-14-183 0 0,1-1 0 0 0,0 1 1 0 0,0 0-1 0 0,1-1 0 0 0,0 1 0 0 0,0-1 0 0 0,0 0 0 0 0,1 1 0 0 0,4 6 0 0 0,-4-9-105 0 0,-1-1-1 0 0,1 0 1 0 0,-1 0-1 0 0,1 0 0 0 0,0 0 1 0 0,0 0-1 0 0,1 0 1 0 0,-1-1-1 0 0,0 1 0 0 0,1-1 1 0 0,-1 0-1 0 0,1 0 1 0 0,0-1-1 0 0,0 1 0 0 0,7 2 1 0 0,-8-4-71 0 0,-1 1 1 0 0,1-1-1 0 0,-1 1 1 0 0,1-1 0 0 0,0 0-1 0 0,-1 0 1 0 0,1 0-1 0 0,0 0 1 0 0,-1 0-1 0 0,1 0 1 0 0,-1-1 0 0 0,1 1-1 0 0,-1-1 1 0 0,1 0-1 0 0,-1 0 1 0 0,1 0 0 0 0,-1 0-1 0 0,0 0 1 0 0,1-1-1 0 0,-1 1 1 0 0,3-3-1 0 0,-1 0-36 0 0,-1 1 0 0 0,0-1-1 0 0,-1 0 1 0 0,1 0 0 0 0,-1 0-1 0 0,1 0 1 0 0,-1 0 0 0 0,0-1-1 0 0,-1 1 1 0 0,1-1 0 0 0,0-5-1 0 0,1-4-31 0 0,0-1 0 0 0,-2 0-1 0 0,0 0 1 0 0,0 0-1 0 0,-2 0 1 0 0,-3-25 0 0 0,3 31-28 0 0,-2 0 1 0 0,1 0 0 0 0,-1 0 0 0 0,0 1 0 0 0,-1-1 0 0 0,-5-8 0 0 0,7 14-231 0 0,0-1 1 0 0,0 1 0 0 0,0 0 0 0 0,-1 0-1 0 0,0 0 1 0 0,1 0 0 0 0,-1 0-1 0 0,0 0 1 0 0,0 1 0 0 0,0-1 0 0 0,-1 1-1 0 0,1 0 1 0 0,-1 0 0 0 0,1 0 0 0 0,-1 1-1 0 0,-5-3 1 0 0,1 3-6266 0 0</inkml:trace>
  <inkml:trace contextRef="#ctx0" brushRef="#br0" timeOffset="1">380 5 8290 0 0,'0'-1'76'0'0,"0"1"1"0"0,0 0 0 0 0,0 0-1 0 0,1-1 1 0 0,-1 1 0 0 0,0 0-1 0 0,0 0 1 0 0,0-1 0 0 0,1 1-1 0 0,-1 0 1 0 0,0 0 0 0 0,1 0-1 0 0,-1-1 1 0 0,0 1 0 0 0,0 0-1 0 0,1 0 1 0 0,-1 0 0 0 0,0 0-1 0 0,1 0 1 0 0,-1 0 0 0 0,0 0 0 0 0,1-1-1 0 0,-1 1 1 0 0,0 0 0 0 0,1 0-1 0 0,-1 0 1 0 0,0 0 0 0 0,1 0-1 0 0,-1 1 1 0 0,0-1 0 0 0,1 0-1 0 0,-1 0 1 0 0,0 0 0 0 0,1 0-1 0 0,-1 0 1 0 0,0 0 0 0 0,0 0-1 0 0,1 1 1 0 0,-1-1 0 0 0,0 0-1 0 0,1 0 1 0 0,4 19 2462 0 0,-4 39 770 0 0,-1-39-2479 0 0,0 3-492 0 0,2 0 0 0 0,1 0 0 0 0,0 0 0 0 0,2 0 0 0 0,1 0 0 0 0,0-1-1 0 0,1 0 1 0 0,2 0 0 0 0,18 34 0 0 0,-24-51-394 0 0,17 31-892 0 0,18 44 0 0 0,-34-65-6104 0 0</inkml:trace>
</inkml:ink>
</file>

<file path=ppt/ink/ink1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8:32.55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37 74 6913 0 0,'-13'2'609'0'0,"7"0"-481"0"0,0-1-128 0 0,2-1 0 0 0,0 0 2584 0 0,3-1-1656 0 0,-1-1 97 0 0,1 0 15 0 0,4-2 8 0 0,2-1 0 0 0,4-3-672 0 0,2 1-136 0 0,2-2-24 0 0,10-7-3056 0 0,1 4-609 0 0,1-1-120 0 0</inkml:trace>
</inkml:ink>
</file>

<file path=ppt/ink/ink1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8:32.91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96 6449 0 0,'63'-52'6141'0'0,"-53"44"-5716"0"0,1 1-1 0 0,1 0 1 0 0,-1 1-1 0 0,15-6 0 0 0,-25 11-549 0 0,0 1 0 0 0,-1-1 0 0 0,1 1 0 0 0,0 0 0 0 0,0-1 0 0 0,0 1 0 0 0,-1 0 0 0 0,1 0 0 0 0,0-1-1 0 0,0 1 1 0 0,0 0 0 0 0,0 0 0 0 0,0 0 0 0 0,-1 0 0 0 0,1 0 0 0 0,0 0 0 0 0,0 0 0 0 0,0 0-1 0 0,0 1 1 0 0,0-1 0 0 0,-1 0 0 0 0,1 0 0 0 0,0 1 0 0 0,0-1 0 0 0,0 1 0 0 0,-1-1 0 0 0,1 0-1 0 0,0 1 1 0 0,0 0 0 0 0,-1-1 0 0 0,1 1 0 0 0,-1-1 0 0 0,1 1 0 0 0,0 0 0 0 0,-1-1 0 0 0,1 2-1 0 0,1 4 85 0 0</inkml:trace>
  <inkml:trace contextRef="#ctx0" brushRef="#br0" timeOffset="1">118 180 3225 0 0,'0'1'126'0'0,"-1"-1"0"0"0,1 0 1 0 0,0 1-1 0 0,-1-1 1 0 0,1 0-1 0 0,-1 1 0 0 0,1-1 1 0 0,0 0-1 0 0,-1 1 0 0 0,1-1 1 0 0,0 1-1 0 0,-1-1 0 0 0,1 1 1 0 0,0-1-1 0 0,0 0 1 0 0,0 1-1 0 0,-1-1 0 0 0,1 1 1 0 0,0-1-1 0 0,0 1 0 0 0,0 0 1 0 0,0-1-1 0 0,0 1 1 0 0,0-1-1 0 0,0 1 0 0 0,0-1 1 0 0,0 1-1 0 0,13-6 3153 0 0,21-17-922 0 0,34-29-1745 0 0,-58 43-612 0 0</inkml:trace>
</inkml:ink>
</file>

<file path=ppt/ink/ink1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8:33.26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 12 12899 0 0,'-2'-12'3646'0'0,"5"17"-336"0"0,8 23-1651 0 0,-3 65-838 0 0,-4 96 0 0 0,-5-107-612 0 0,20 154-1 0 0,29-20-32 0 0,-21-125-6921 0 0,-19-69-569 0 0</inkml:trace>
</inkml:ink>
</file>

<file path=ppt/ink/ink1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8:33.63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201 19 8290 0 0,'-120'13'3033'0'0,"40"-10"2340"0"0,319-9-637 0 0,2-5-3424 0 0,285-7-963 0 0,-174 29-185 0 0,-160-4-271 0 0,-173-6-1513 0 0,-4 1-6091 0 0</inkml:trace>
</inkml:ink>
</file>

<file path=ppt/ink/ink1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8:34.04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1 12443 0 0,'4'10'6758'0'0,"1"21"-5708"0"0,-4-22-337 0 0,26 237 1607 0 0,-9-55-1983 0 0,-6-112-400 0 0,3 22-253 0 0,-11-34-3811 0 0,-4-60-2897 0 0</inkml:trace>
</inkml:ink>
</file>

<file path=ppt/ink/ink1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8:34.42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7 101 3889 0 0,'2'-6'274'0'0,"0"0"0"0"0,1 0 0 0 0,0 0 0 0 0,0 0 0 0 0,0 1 0 0 0,1-1-1 0 0,0 1 1 0 0,0 0 0 0 0,0 0 0 0 0,0 1 0 0 0,1-1 0 0 0,0 1 0 0 0,0 0 0 0 0,0 0 0 0 0,8-4 0 0 0,-9 6 68 0 0,-1 0-1 0 0,1 0 1 0 0,0 0 0 0 0,0 0 0 0 0,1 1-1 0 0,-1 0 1 0 0,0 0 0 0 0,0 0-1 0 0,1 0 1 0 0,6 0 0 0 0,-8 2-105 0 0,-1-1 0 0 0,1 0 0 0 0,-1 1 0 0 0,1-1 0 0 0,-1 1 0 0 0,1 0 0 0 0,-1-1 0 0 0,0 1 0 0 0,1 0 0 0 0,-1 1 0 0 0,0-1 0 0 0,0 0 0 0 0,0 1 0 0 0,0-1 0 0 0,0 1 0 0 0,0 0 0 0 0,0-1 1 0 0,0 1-1 0 0,1 3 0 0 0,0-1-68 0 0,-1 1 0 0 0,1-1 0 0 0,-1 1 1 0 0,-1 0-1 0 0,1 0 0 0 0,-1 0 0 0 0,0 0 1 0 0,0 0-1 0 0,0 0 0 0 0,0 0 0 0 0,-1 0 1 0 0,0 0-1 0 0,0 1 0 0 0,-1-1 0 0 0,1 0 1 0 0,-1 0-1 0 0,-3 9 0 0 0,-1 5 14 0 0,-1 0 1 0 0,-1 0-1 0 0,-11 21 0 0 0,2-7-108 0 0,-2 0-1 0 0,-1-1 1 0 0,-2-1 0 0 0,-1-1-1 0 0,-31 33 1 0 0,84-69 1000 0 0,-20 3-1063 0 0,18-8 309 0 0,39-8 0 0 0,-58 18-566 0 0,0-1 0 0 0,0 1 0 0 0,0 0 1 0 0,0 1-1 0 0,0 0 0 0 0,0 1 0 0 0,0 0 0 0 0,11 3 0 0 0,3 2-7132 0 0</inkml:trace>
</inkml:ink>
</file>

<file path=ppt/ink/ink1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8:34.74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1 3681 0 0,'0'0'553'0'0,"1"4"4057"0"0,5 18-1057 0 0,-3-8-2048 0 0,36 125 6912 0 0,-25-96-9570 0 0,23 49-1 0 0,-31-81-6087 0 0</inkml:trace>
</inkml:ink>
</file>

<file path=ppt/ink/ink1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8:35.11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64 3225 0 0,'3'-4'303'0'0,"0"-1"0"0"0,0 1 0 0 0,1 0 0 0 0,0 0 1 0 0,0 1-1 0 0,0-1 0 0 0,0 1 0 0 0,0 0 0 0 0,6-3 1 0 0,-5 2 594 0 0,1 1 0 0 0,-1 0 0 0 0,1 0 0 0 0,0 1 0 0 0,0 0 0 0 0,0 0 0 0 0,10-2 1 0 0,-15 4-745 0 0,0 0 1 0 0,0 0 0 0 0,-1 0 0 0 0,1 0 0 0 0,0 0 0 0 0,0 0 0 0 0,0 0 0 0 0,0 0 0 0 0,0 0 0 0 0,0 0 0 0 0,0 1 0 0 0,0-1-1 0 0,0 0 1 0 0,0 1 0 0 0,-1-1 0 0 0,1 1 0 0 0,0-1 0 0 0,0 1 0 0 0,0-1 0 0 0,-1 1 0 0 0,1 0 0 0 0,0-1 0 0 0,-1 1 0 0 0,1 0-1 0 0,0 1 1 0 0,0 0-5 0 0,0-1 0 0 0,0 1-1 0 0,-1 0 1 0 0,1 0-1 0 0,-1 0 1 0 0,0 0 0 0 0,0 0-1 0 0,1 0 1 0 0,-1 0-1 0 0,0 0 1 0 0,-1 3 0 0 0,-1 5 94 0 0,0 0 1 0 0,0-1-1 0 0,-7 17 1 0 0,-9 12-71 0 0,13-29-134 0 0,0 0-1 0 0,1 0 0 0 0,0 0 1 0 0,1 0-1 0 0,0 0 0 0 0,-2 12 0 0 0,5-21-39 0 0,0 0 0 0 0,0 0 0 0 0,0 0-1 0 0,0 1 1 0 0,0-1 0 0 0,0 0-1 0 0,0 0 1 0 0,0 1 0 0 0,0-1-1 0 0,0 0 1 0 0,1 0 0 0 0,-1 0 0 0 0,0 1-1 0 0,0-1 1 0 0,0 0 0 0 0,0 0-1 0 0,0 1 1 0 0,0-1 0 0 0,0 0-1 0 0,1 0 1 0 0,-1 0 0 0 0,0 0 0 0 0,0 1-1 0 0,0-1 1 0 0,0 0 0 0 0,1 0-1 0 0,-1 0 1 0 0,0 0 0 0 0,0 0 0 0 0,0 0-1 0 0,1 1 1 0 0,-1-1 0 0 0,0 0-1 0 0,0 0 1 0 0,1 0 0 0 0,-1 0-1 0 0,0 0 1 0 0,1 0 0 0 0,13-2-28 0 0,11-7-38 0 0,13-10-106 0 0,-25 10 146 0 0,2 2-1 0 0,-1 0 1 0 0,1 0 0 0 0,1 2-1 0 0,-1 0 1 0 0,1 0 0 0 0,24-3-1 0 0,-38 8 30 0 0,0 0-1 0 0,0 0 1 0 0,0 0-1 0 0,0 0 1 0 0,0 0-1 0 0,-1 0 1 0 0,1 0-1 0 0,0 1 1 0 0,0-1 0 0 0,0 1-1 0 0,0-1 1 0 0,-1 1-1 0 0,1 0 1 0 0,0 0-1 0 0,-1 0 1 0 0,1 0-1 0 0,0 0 1 0 0,-1 0-1 0 0,1 0 1 0 0,-1 0-1 0 0,0 1 1 0 0,1-1-1 0 0,-1 0 1 0 0,1 3-1 0 0,0-1 40 0 0,-1 0-1 0 0,0 0 1 0 0,0 0-1 0 0,0 0 0 0 0,0 1 1 0 0,-1-1-1 0 0,1 0 1 0 0,-1 0-1 0 0,0 1 0 0 0,0-1 1 0 0,0 0-1 0 0,-1 6 1 0 0,-2 6 124 0 0,-1-1 1 0 0,0 1 0 0 0,0-1 0 0 0,-14 27-1 0 0,2-11-833 0 0,-22 29 1 0 0,26-41-380 0 0</inkml:trace>
</inkml:ink>
</file>

<file path=ppt/ink/ink1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8:35.46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1 129 6913 0 0,'79'-27'3841'0'0,"113"-35"2600"0"0,-146 50-5333 0 0,0 2 1 0 0,58-6-1 0 0,-85 15-1821 0 0,-1 1-4172 0 0,-2 0-1523 0 0</inkml:trace>
</inkml:ink>
</file>

<file path=ppt/ink/ink1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8:35.81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36 1 12899 0 0,'-2'1'231'0'0,"0"1"0"0"0,0 0 0 0 0,0-1 1 0 0,1 1-1 0 0,-1 0 0 0 0,0 0 0 0 0,1 0 0 0 0,-1 0 1 0 0,1 0-1 0 0,0 1 0 0 0,-1-1 0 0 0,1 0 0 0 0,0 1 0 0 0,1-1 1 0 0,-1 1-1 0 0,0-1 0 0 0,1 1 0 0 0,-1 4 0 0 0,-6 55 2866 0 0,6-53-2424 0 0,-2 159 1264 0 0,11-57-3821 0 0,-5-84-5683 0 0</inkml:trace>
</inkml:ink>
</file>

<file path=ppt/ink/ink1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8:36.16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8 10138 0 0,'1'-1'197'0'0,"-1"1"0"0"0,1-1 0 0 0,-1 1-1 0 0,1-1 1 0 0,-1 1 0 0 0,1-1 0 0 0,-1 1-1 0 0,1-1 1 0 0,-1 1 0 0 0,1-1 0 0 0,0 1 0 0 0,-1 0-1 0 0,1-1 1 0 0,0 1 0 0 0,-1 0 0 0 0,1 0-1 0 0,0 0 1 0 0,-1-1 0 0 0,1 1 0 0 0,0 0 0 0 0,0 0-1 0 0,-1 0 1 0 0,1 0 0 0 0,0 0 0 0 0,-1 0 0 0 0,1 0-1 0 0,0 0 1 0 0,0 1 0 0 0,-1-1 0 0 0,2 0-1 0 0,-1 2 68 0 0,1-1 0 0 0,-1 0 0 0 0,0 0 0 0 0,0 0 0 0 0,0 1 0 0 0,0-1 0 0 0,-1 0-1 0 0,1 1 1 0 0,0-1 0 0 0,0 1 0 0 0,-1-1 0 0 0,1 1 0 0 0,0 1 0 0 0,7 49 2224 0 0,-6 180-547 0 0,0 4-1744 0 0,0-197-567 0 0,3 1 0 0 0,1-1 0 0 0,21 71 1 0 0,-16-78-554 0 0</inkml:trace>
</inkml:ink>
</file>

<file path=ppt/ink/ink1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8:36.50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24 117 4609 0 0,'-23'1'870'0'0,"22"-2"-803"0"0,1 1 0 0 0,0 0 0 0 0,0 0 0 0 0,0 0 0 0 0,0-1 0 0 0,0 1 0 0 0,0 0 0 0 0,0 0 0 0 0,0 0 0 0 0,0-1 0 0 0,0 1 0 0 0,1 0 0 0 0,-1 0 0 0 0,0 0 0 0 0,0-1 0 0 0,0 1 0 0 0,0 0 0 0 0,0 0 0 0 0,0 0 0 0 0,0 0 0 0 0,0-1-1 0 0,0 1 1 0 0,1 0 0 0 0,-1 0 0 0 0,0 0 0 0 0,0 0 0 0 0,0 0 0 0 0,0 0 0 0 0,0-1 0 0 0,1 1 0 0 0,-1 0 0 0 0,0 0 0 0 0,0 0 0 0 0,0 0 0 0 0,1 0 0 0 0,-1 0 0 0 0,0 0 0 0 0,0 0 0 0 0,0 0 0 0 0,0 0 0 0 0,1 0 0 0 0,-1 0 0 0 0,0 0 0 0 0,0 0 0 0 0,0 0 0 0 0,1 0 0 0 0,-1 0 0 0 0,48-17 6299 0 0,-34 12-6349 0 0,39-12 2780 0 0,61-12 0 0 0,59 3-875 0 0,175 8-1494 0 0,-324 18-833 0 0,0 1 1 0 0,0 1-1 0 0,0 0 1 0 0,-1 2-1 0 0,31 9 1 0 0,-29-4-7027 0 0</inkml:trace>
</inkml:ink>
</file>

<file path=ppt/ink/ink1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8:36.86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 14283 0 0,'1'0'170'0'0,"0"0"1"0"0,0 0-1 0 0,0 0 1 0 0,-1 0-1 0 0,1 0 1 0 0,0 0-1 0 0,0 0 0 0 0,0 1 1 0 0,0-1-1 0 0,0 0 1 0 0,0 0-1 0 0,-1 1 1 0 0,1-1-1 0 0,0 1 0 0 0,0-1 1 0 0,0 1-1 0 0,-1-1 1 0 0,1 1-1 0 0,0-1 1 0 0,-1 1-1 0 0,1-1 0 0 0,0 1 1 0 0,-1 0-1 0 0,1 0 1 0 0,-1-1-1 0 0,1 1 1 0 0,-1 0-1 0 0,0 0 0 0 0,1-1 1 0 0,-1 1-1 0 0,0 0 1 0 0,1 0-1 0 0,-1 1 1 0 0,13 33 1188 0 0,-2 16-553 0 0,-3 0 0 0 0,5 104 0 0 0,4 38-656 0 0,12-65-683 0 0,-14-73-3029 0 0,-12-46-3713 0 0</inkml:trace>
</inkml:ink>
</file>

<file path=ppt/ink/ink1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8:37.27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49 39 1840 0 0,'9'-6'1015'0'0,"1"1"0"0"0,0 0-1 0 0,0 1 1 0 0,0 0 0 0 0,1 0-1 0 0,12-2 1 0 0,-19 5-616 0 0,0 0 1 0 0,1 0-1 0 0,-1 1 0 0 0,0-1 1 0 0,1 1-1 0 0,-1 0 0 0 0,1 0 1 0 0,-1 0-1 0 0,0 1 0 0 0,1-1 1 0 0,-1 1-1 0 0,0 0 1 0 0,1 1-1 0 0,-1-1 0 0 0,0 1 1 0 0,0 0-1 0 0,7 4 0 0 0,-9-4-273 0 0,0 0 0 0 0,-1 0-1 0 0,1 1 1 0 0,-1-1 0 0 0,1 1-1 0 0,-1-1 1 0 0,0 1 0 0 0,1-1-1 0 0,-2 1 1 0 0,1 0-1 0 0,0 0 1 0 0,0-1 0 0 0,-1 1-1 0 0,0 0 1 0 0,1 0 0 0 0,-1 0-1 0 0,0 0 1 0 0,0 0 0 0 0,-1 0-1 0 0,1-1 1 0 0,-1 1 0 0 0,1 0-1 0 0,-1 0 1 0 0,0 0-1 0 0,0-1 1 0 0,0 1 0 0 0,-2 3-1 0 0,-4 9 66 0 0,0 0 0 0 0,-1 0 0 0 0,-12 16-1 0 0,-66 80 617 0 0,4-7 75 0 0,81-102-842 0 0,-1 0 0 0 0,1 0 0 0 0,-1 1 0 0 0,1-1-1 0 0,0 0 1 0 0,0 1 0 0 0,0-1 0 0 0,0 0 0 0 0,0 1 0 0 0,0-1 0 0 0,1 1 0 0 0,-1-1 0 0 0,1 1 0 0 0,0 4 0 0 0,0-7-26 0 0,0 1 0 0 0,0 0 0 0 0,1-1 0 0 0,-1 1 0 0 0,0-1 0 0 0,1 1 1 0 0,-1 0-1 0 0,0-1 0 0 0,1 1 0 0 0,-1-1 0 0 0,0 1 0 0 0,1-1 0 0 0,-1 1 0 0 0,1-1 0 0 0,-1 1 0 0 0,1-1 0 0 0,0 0 0 0 0,-1 1 1 0 0,1-1-1 0 0,-1 0 0 0 0,2 1 0 0 0,22 1 141 0 0,47-9 16 0 0,-40 2-206 0 0,1 2 1 0 0,0 2-1 0 0,0 0 0 0 0,40 6 0 0 0,-49-1-1085 0 0,0 0-4294 0 0,-2-1-1740 0 0</inkml:trace>
</inkml:ink>
</file>

<file path=ppt/ink/ink1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8:37.95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136 47 920 0 0,'0'-2'361'0'0,"0"0"-1"0"0,0 0 1 0 0,0 1 0 0 0,0-1-1 0 0,0 0 1 0 0,-1 0 0 0 0,1 1-1 0 0,0-1 1 0 0,-1 0 0 0 0,1 0-1 0 0,-1 1 1 0 0,1-1 0 0 0,-1 1-1 0 0,0-1 1 0 0,0 1-1 0 0,0-1 1 0 0,0 1 0 0 0,0-1-1 0 0,0 1 1 0 0,0 0 0 0 0,0-1-1 0 0,-1 1 1 0 0,1 0 0 0 0,0 0-1 0 0,-1 0 1 0 0,1 0-1 0 0,-1 0 1 0 0,1 0 0 0 0,-1 1-1 0 0,0-1 1 0 0,1 0 0 0 0,-1 1-1 0 0,0-1 1 0 0,-3 0 0 0 0,3 1-89 0 0,-1 1-1 0 0,1-1 1 0 0,-1 0 0 0 0,0 1 0 0 0,1-1 0 0 0,0 1 0 0 0,-1 0 0 0 0,1-1 0 0 0,-1 1 0 0 0,1 1 0 0 0,0-1-1 0 0,0 0 1 0 0,-1 0 0 0 0,1 1 0 0 0,0-1 0 0 0,0 1 0 0 0,0 0 0 0 0,1 0 0 0 0,-1-1 0 0 0,0 1 0 0 0,1 0-1 0 0,-1 1 1 0 0,-1 3 0 0 0,-5 10 36 0 0,1 0 0 0 0,0 0 0 0 0,2 1-1 0 0,0-1 1 0 0,1 1 0 0 0,-4 32 0 0 0,7-36-247 0 0,0 0 0 0 0,1-1-1 0 0,0 1 1 0 0,1 0 0 0 0,0 0 0 0 0,1-1 0 0 0,1 1 0 0 0,0-1 0 0 0,0 0 0 0 0,6 13 0 0 0,-6-20-31 0 0,0 1 1 0 0,0-1-1 0 0,0 0 1 0 0,0 0-1 0 0,1 0 0 0 0,0 0 1 0 0,0-1-1 0 0,0 1 1 0 0,1-1-1 0 0,-1 0 0 0 0,1-1 1 0 0,0 1-1 0 0,0-1 1 0 0,1 0-1 0 0,-1 0 0 0 0,0 0 1 0 0,1-1-1 0 0,0 0 1 0 0,0 0-1 0 0,-1 0 0 0 0,1-1 1 0 0,0 0-1 0 0,0 0 1 0 0,1-1-1 0 0,-1 1 1 0 0,6-2-1 0 0,-3 1-146 0 0,1-1 0 0 0,0-1 0 0 0,-1 0 1 0 0,0 0-1 0 0,1-1 0 0 0,-1 0 0 0 0,0-1 0 0 0,0 0 0 0 0,-1 0 1 0 0,1-1-1 0 0,-1 0 0 0 0,0-1 0 0 0,0 1 0 0 0,-1-2 1 0 0,12-10-1 0 0,3-8-7718 0 0</inkml:trace>
</inkml:ink>
</file>

<file path=ppt/ink/ink1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8:39.11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13 10138 0 0,'68'-6'4946'0'0,"-4"0"-3737"0"0,-5 6-2555 0 0,-41 0-4031 0 0</inkml:trace>
</inkml:ink>
</file>

<file path=ppt/ink/ink1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8:39.46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 11522 0 0,'1'0'214'0'0,"1"0"-1"0"0,-1 1 1 0 0,1-1-1 0 0,-1 1 1 0 0,1-1-1 0 0,-1 1 0 0 0,1-1 1 0 0,-1 1-1 0 0,0 0 1 0 0,1 0-1 0 0,-1 0 1 0 0,0-1-1 0 0,0 1 0 0 0,0 0 1 0 0,0 1-1 0 0,0-1 1 0 0,0 0-1 0 0,0 0 1 0 0,0 0-1 0 0,0 1 0 0 0,0-1 1 0 0,0 0-1 0 0,-1 1 1 0 0,1-1-1 0 0,-1 1 0 0 0,1-1 1 0 0,-1 0-1 0 0,0 1 1 0 0,1 2-1 0 0,4 51 1281 0 0,-4-49-1210 0 0,-1 46 311 0 0,5 68-1303 0 0,8-42-6509 0 0,-5-46 2758 0 0</inkml:trace>
</inkml:ink>
</file>

<file path=ppt/ink/ink1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8:39.84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9 11522 0 0,'0'-8'1361'0'0,"8"11"552"0"0,9 12 521 0 0,-11-1-1946 0 0,-1 0-1 0 0,-1 0 1 0 0,0 0 0 0 0,-1 1-1 0 0,0-1 1 0 0,-1 1-1 0 0,-1 0 1 0 0,-1 17-1 0 0,4 23 150 0 0,3 6-836 0 0,3-1 0 0 0,2-1 0 0 0,3 0-1 0 0,44 112 1 0 0,-45-137-7417 0 0</inkml:trace>
</inkml:ink>
</file>

<file path=ppt/ink/ink1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8:40.21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43 106 9674 0 0,'-4'1'384'0'0,"1"0"-153"0"0,1 0 0 0 0,-1 0 0 0 0,0 0 0 0 0,0 0-1 0 0,0-1 1 0 0,0 0 0 0 0,0 0 0 0 0,0 1 0 0 0,0-2-1 0 0,0 1 1 0 0,-4-1 0 0 0,12-2 298 0 0,0 0 0 0 0,-1 1 0 0 0,1-1 0 0 0,0 1 0 0 0,0 0 0 0 0,6-2 1 0 0,42-7 1262 0 0,0 3 0 0 0,91-3 0 0 0,-45 4-1255 0 0,122-15 155 0 0,123-9-496 0 0,-328 30-324 0 0,0 1 0 0 0,0 0 0 0 0,0 1 0 0 0,15 3 0 0 0,-17 0-496 0 0</inkml:trace>
</inkml:ink>
</file>

<file path=ppt/ink/ink1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8:40.58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20 1 9218 0 0,'0'0'154'0'0,"-1"-1"-1"0"0,0 1 1 0 0,1 0 0 0 0,-1 0 0 0 0,0 0-1 0 0,1 0 1 0 0,-1 0 0 0 0,0 0 0 0 0,1 0-1 0 0,-1 0 1 0 0,0 1 0 0 0,1-1-1 0 0,-1 0 1 0 0,0 0 0 0 0,1 0 0 0 0,-1 1-1 0 0,0-1 1 0 0,1 0 0 0 0,-1 1 0 0 0,1-1-1 0 0,-1 0 1 0 0,1 1 0 0 0,-1-1-1 0 0,1 1 1 0 0,-1-1 0 0 0,1 1 0 0 0,-1-1-1 0 0,1 1 1 0 0,-1 0 0 0 0,1-1 0 0 0,0 1-1 0 0,-1-1 1 0 0,1 1 0 0 0,0 1-1 0 0,6 24 5033 0 0,-5-22-5489 0 0,50 124 3893 0 0,-30-80-3332 0 0,-3 0-1 0 0,21 81 1 0 0,-19 32-83 0 0,-18-119-801 0 0,3-1-1 0 0,1 0 0 0 0,17 58 1 0 0,-22-93-643 0 0</inkml:trace>
</inkml:ink>
</file>

<file path=ppt/ink/ink1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8:40.93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13 94 4609 0 0,'-1'0'112'0'0,"0"-1"0"0"0,0 1 0 0 0,1-1 0 0 0,-1 1 1 0 0,0-1-1 0 0,1 1 0 0 0,-1-1 0 0 0,0 1 0 0 0,1-1 0 0 0,-1 0 0 0 0,0 1 0 0 0,1-1 1 0 0,-1 0-1 0 0,1 0 0 0 0,-1 1 0 0 0,1-1 0 0 0,0 0 0 0 0,-1 0 0 0 0,1 0 1 0 0,0 1-1 0 0,0-1 0 0 0,-1 0 0 0 0,1 0 0 0 0,0 0 0 0 0,0 0 0 0 0,0 0 0 0 0,0 0 1 0 0,0 1-1 0 0,0-1 0 0 0,0 0 0 0 0,0 0 0 0 0,1 0 0 0 0,-1 0 0 0 0,0 0 0 0 0,1 1 1 0 0,-1-1-1 0 0,0 0 0 0 0,1 0 0 0 0,0-1 0 0 0,0-1 230 0 0,0 0 1 0 0,0 0-1 0 0,1-1 1 0 0,0 1-1 0 0,-1 0 0 0 0,1 0 1 0 0,0 1-1 0 0,1-1 0 0 0,-1 0 1 0 0,4-3-1 0 0,1 2 192 0 0,-1 1 0 0 0,0-1 0 0 0,1 2 1 0 0,0-1-1 0 0,-1 1 0 0 0,1 0 0 0 0,0 0 0 0 0,0 1 0 0 0,0 0 0 0 0,10-1 1 0 0,-9 2-313 0 0,-1 0 1 0 0,0 0 0 0 0,0 0 0 0 0,0 1-1 0 0,0 0 1 0 0,0 0 0 0 0,0 1 0 0 0,0 0-1 0 0,0 0 1 0 0,9 5 0 0 0,-14-6-199 0 0,0 1 1 0 0,0 0-1 0 0,0 0 0 0 0,0-1 1 0 0,0 1-1 0 0,0 1 0 0 0,-1-1 1 0 0,1 0-1 0 0,-1 0 1 0 0,0 1-1 0 0,1-1 0 0 0,-1 0 1 0 0,0 1-1 0 0,0 0 0 0 0,-1-1 1 0 0,1 1-1 0 0,0-1 1 0 0,-1 1-1 0 0,0 0 0 0 0,0-1 1 0 0,0 1-1 0 0,0 0 0 0 0,0 4 1 0 0,-2 9 31 0 0,0 0 0 0 0,-9 29 0 0 0,7-27 23 0 0,-20 52-4 0 0,17-53 33 0 0,1 1 0 0 0,1-1 0 0 0,-5 24 0 0 0,10-39-95 0 0,0-1 0 0 0,-1 1 0 0 0,1-1 0 0 0,0 1 0 0 0,0-1 0 0 0,1 1 0 0 0,-1-1 0 0 0,0 1 0 0 0,0-1 0 0 0,1 1 0 0 0,-1-1 0 0 0,1 0 0 0 0,-1 1 0 0 0,1-1 0 0 0,0 1 0 0 0,-1-1 0 0 0,1 0 0 0 0,0 0 0 0 0,0 0 0 0 0,0 1 0 0 0,2 1 0 0 0,-1-2 5 0 0,0 1 0 0 0,1 0 0 0 0,0-1 1 0 0,-1 0-1 0 0,1 0 0 0 0,0 1 0 0 0,-1-2 1 0 0,1 1-1 0 0,0 0 0 0 0,5 0 0 0 0,6 1 41 0 0,0-2-1 0 0,1 0 1 0 0,22-3-1 0 0,-31 3-42 0 0,2-1-362 0 0,13-1 397 0 0,0 0 0 0 0,40 3 0 0 0,-19 9-6594 0 0,-30-5-564 0 0</inkml:trace>
</inkml:ink>
</file>

<file path=ppt/ink/ink1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8:41.27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2 8754 0 0,'0'0'41'0'0,"0"0"0"0"0,0 0 0 0 0,0 0 0 0 0,0 0 0 0 0,0 0 0 0 0,0 0 1 0 0,0 0-1 0 0,0 0 0 0 0,0 0 0 0 0,0 0 0 0 0,1 0 0 0 0,-1 0 0 0 0,0 0 0 0 0,0 0 0 0 0,0 0 0 0 0,0 0 0 0 0,0 0 1 0 0,0 0-1 0 0,0 1 0 0 0,0-1 0 0 0,0 0 0 0 0,0 0 0 0 0,0-1 0 0 0,0 1 0 0 0,1 0 0 0 0,-1 0 0 0 0,0 0 0 0 0,0 0 1 0 0,0 0-1 0 0,0 0 0 0 0,0 0 0 0 0,0 0 0 0 0,0 0 0 0 0,0 0 0 0 0,0 0 0 0 0,0 0 0 0 0,0 0 0 0 0,0 0 1 0 0,0 0-1 0 0,0 0 0 0 0,1 0 0 0 0,-1 0 0 0 0,0 0 0 0 0,0 0 0 0 0,0 0 0 0 0,0 0 0 0 0,0 0 0 0 0,0-1 0 0 0,0 1 1 0 0,0 0-1 0 0,0 0 0 0 0,0 0 0 0 0,0 0 0 0 0,0 0 0 0 0,0 0 0 0 0,0 0 0 0 0,0 0 0 0 0,0 0 0 0 0,0 0 0 0 0,0 0 1 0 0,0 0-1 0 0,0-1 0 0 0,0 1 0 0 0,0 0 0 0 0,6 9 2037 0 0,5 12 512 0 0,2 29 250 0 0,12 89 0 0 0,-10-46-2542 0 0,-11-68-319 0 0,11 75-1662 0 0,-14-92 448 0 0</inkml:trace>
</inkml:ink>
</file>

<file path=ppt/ink/ink1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8:42.07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49 21 6817 0 0,'-4'2'657'0'0,"1"1"0"0"0,-1-1 0 0 0,1 0 0 0 0,-1 0 0 0 0,0 0 0 0 0,0 0 0 0 0,0-1-1 0 0,0 1 1 0 0,0-1 0 0 0,-7 1 0 0 0,11-2-432 0 0,0-1 257 0 0,13-6 16 0 0,1 1 0 0 0,-1 0 0 0 0,1 1 0 0 0,0 0 0 0 0,1 2 0 0 0,24-5 0 0 0,-33 8-462 0 0,-1-1-1 0 0,1 2 1 0 0,-1-1 0 0 0,0 0-1 0 0,1 1 1 0 0,-1 0 0 0 0,0 0-1 0 0,1 1 1 0 0,-1-1-1 0 0,0 1 1 0 0,0 0 0 0 0,0 1-1 0 0,-1-1 1 0 0,1 1 0 0 0,0 0-1 0 0,-1 0 1 0 0,0 0 0 0 0,1 1-1 0 0,-1 0 1 0 0,-1 0-1 0 0,6 6 1 0 0,0 2 83 0 0,0-1-1 0 0,-1 1 1 0 0,-1 1-1 0 0,0-1 1 0 0,0 1-1 0 0,-1 0 1 0 0,-1 1-1 0 0,5 17 1 0 0,-9-25-52 0 0,0-1 0 0 0,0 1 0 0 0,0 0 0 0 0,-1-1 0 0 0,0 1 1 0 0,0 0-1 0 0,0 0 0 0 0,-1-1 0 0 0,0 1 0 0 0,0-1 0 0 0,0 1 0 0 0,-1 0 1 0 0,0-1-1 0 0,0 0 0 0 0,0 1 0 0 0,-1-1 0 0 0,1 0 0 0 0,-1 0 0 0 0,-1-1 0 0 0,1 1 1 0 0,-1-1-1 0 0,1 1 0 0 0,-7 4 0 0 0,0 0 16 0 0,0 0 0 0 0,-1-1-1 0 0,0 0 1 0 0,-1-1 0 0 0,-16 8 0 0 0,-13-3-6253 0 0,28-11-701 0 0</inkml:trace>
</inkml:ink>
</file>

<file path=ppt/ink/ink1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8:43.25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55 104 10594 0 0,'-2'-3'133'0'0,"1"-1"0"0"0,0 1-1 0 0,0-1 1 0 0,0 1 0 0 0,0-1 0 0 0,0 1-1 0 0,1-1 1 0 0,-1 1 0 0 0,1-1-1 0 0,0 0 1 0 0,0 1 0 0 0,0-1 0 0 0,1 0-1 0 0,-1 1 1 0 0,1-1 0 0 0,1-4-1 0 0,3-20 1573 0 0,-7 18-407 0 0,-5 16-120 0 0,-6 18-89 0 0,4 8-630 0 0,2 1 0 0 0,0 0 0 0 0,3 1 1 0 0,0-1-1 0 0,3 61 0 0 0,25 169 511 0 0,16-51-894 0 0,-30-170-256 0 0</inkml:trace>
</inkml:ink>
</file>

<file path=ppt/ink/ink1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8:44.13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 14283 0 0,'7'2'197'0'0,"-1"0"0"0"0,1 1 0 0 0,0 0-1 0 0,-1 0 1 0 0,7 4 0 0 0,-11-4-138 0 0,1-1-1 0 0,0 1 1 0 0,-1-1-1 0 0,1 1 1 0 0,-1 0-1 0 0,0-1 1 0 0,0 1-1 0 0,0 0 1 0 0,-1 1-1 0 0,1-1 1 0 0,-1 0-1 0 0,2 6 1 0 0,4 12 469 0 0,-2 0 1 0 0,3 27-1 0 0,-6-33-11 0 0,0-1 1 0 0,1 1-1 0 0,0 0 0 0 0,2-1 1 0 0,-1 0-1 0 0,2 0 0 0 0,8 16 1 0 0,-7-20-434 0 0,1 1 1 0 0,1-1-1 0 0,-1 0 1 0 0,18 14-1 0 0,-3-2-4583 0 0</inkml:trace>
</inkml:ink>
</file>

<file path=ppt/ink/ink1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8:44.51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74 21 3225 0 0,'-5'-1'458'0'0,"-1"1"0"0"0,1-1 1 0 0,0 0-1 0 0,0 0 1 0 0,0-1-1 0 0,0 1 0 0 0,-6-3 1 0 0,-15-5-100 0 0,107 22 9135 0 0,52-8-5776 0 0,-22-1-2655 0 0,47 16-499 0 0,-96-10-965 0 0,91 2 1 0 0,-114-16-2490 0 0,-20 1-3859 0 0</inkml:trace>
</inkml:ink>
</file>

<file path=ppt/ink/ink1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8:46.03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620 33 10594 0 0,'-6'4'142'0'0,"0"-1"0"0"0,0 1 0 0 0,-1-1 0 0 0,1 0-1 0 0,-1 0 1 0 0,1-1 0 0 0,-1 0 0 0 0,0 0 0 0 0,0 0-1 0 0,-7 0 1 0 0,-20 6-37 0 0,19-4 492 0 0,-1-1 1 0 0,0 0-1 0 0,0-1 1 0 0,0 0-1 0 0,0-2 1 0 0,0 0-1 0 0,0 0 1 0 0,-26-6-1 0 0,-2-3 1109 0 0,-74-28 0 0 0,73 22-1527 0 0,35 11-326 0 0,-2 1 0 0 0,1 0 0 0 0,0 0 0 0 0,-1 1 0 0 0,1 1 0 0 0,-1 0 0 0 0,1 1 0 0 0,-18 1 0 0 0,18 2-985 0 0</inkml:trace>
</inkml:ink>
</file>

<file path=ppt/ink/ink1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8:46.76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20 41 11522 0 0,'-19'7'1925'0'0,"27"-7"-1454"0"0,37-9-964 0 0,-36 7 692 0 0,81-13 1929 0 0,0 3-1 0 0,174 2 0 0 0,182 37 69 0 0,87 45-1946 0 0,-472-62-233 0 0,-49-8-19 0 0,136 17 8 0 0,-126-17-16 0 0,0-2-1 0 0,0 0 1 0 0,0-1-1 0 0,37-8 1 0 0,-47 6-232 0 0,-1-2-52 0 0</inkml:trace>
</inkml:ink>
</file>

<file path=ppt/ink/ink1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8:47.53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51 54 5041 0 0,'-7'-8'597'0'0,"6"6"-614"0"0,0 0-1 0 0,0 1 0 0 0,0-1 0 0 0,-1 1 0 0 0,1 0 0 0 0,0-1 0 0 0,0 1 1 0 0,-1 0-1 0 0,1 0 0 0 0,-1 0 0 0 0,1 0 0 0 0,-1 0 0 0 0,0 0 1 0 0,1 0-1 0 0,-1 0 0 0 0,0 1 0 0 0,1-1 0 0 0,-1 1 0 0 0,0-1 1 0 0,0 1-1 0 0,0 0 0 0 0,1-1 0 0 0,-1 1 0 0 0,0 0 0 0 0,-3 1 0 0 0,11 2 5021 0 0,8 0-3666 0 0,76-17 3678 0 0,-62 8-3682 0 0,52-3 1 0 0,140 16 755 0 0,-216-7-2043 0 0,-5-2-747 0 0,-2-1-61 0 0,2 1 250 0 0</inkml:trace>
</inkml:ink>
</file>

<file path=ppt/ink/ink1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8:48.53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27 59 1208 0 0,'-1'-2'31'0'0,"1"1"-1"0"0,0 0 0 0 0,0-1 1 0 0,0 1-1 0 0,0 0 1 0 0,0-1-1 0 0,0 1 0 0 0,0 0 1 0 0,0-1-1 0 0,0 1 0 0 0,0 0 1 0 0,1-1-1 0 0,-1 1 1 0 0,1-2-1 0 0,0 2 39 0 0,-1-1 0 0 0,1 1 0 0 0,-1-1 0 0 0,1 1 0 0 0,-1-1 0 0 0,0 0 0 0 0,0 1 0 0 0,0-1 0 0 0,0 1 0 0 0,0-1 0 0 0,0 0 0 0 0,0 1 0 0 0,0-1 1 0 0,-1 0-1 0 0,0-1 0 0 0,1 3 312 0 0,0-1 0 0 0,0 1 0 0 0,0 0 1 0 0,0-1-1 0 0,0 1 0 0 0,0-1 1 0 0,0 1-1 0 0,0-1 0 0 0,-1 1 0 0 0,1 0 1 0 0,0-1-1 0 0,0 1 0 0 0,-1 0 1 0 0,1-1-1 0 0,0 1 0 0 0,0 0 0 0 0,-1-1 1 0 0,1 1-1 0 0,0 0 0 0 0,-1 0 1 0 0,1-1-1 0 0,-1 1 0 0 0,1 0 0 0 0,0 0 1 0 0,-1 0-1 0 0,1-1 0 0 0,-1 1 0 0 0,1 0 1 0 0,0 0-1 0 0,-1 0 0 0 0,1 0 1 0 0,-1 0-1 0 0,1 0 0 0 0,-1 0 0 0 0,-6 15 4119 0 0,2 41-5743 0 0,5-44 2291 0 0,-6 98-286 0 0,5-1-1 0 0,5 1 1 0 0,22 134 0 0 0,-11-94-1377 0 0,-15-85-2220 0 0,-1-53-4417 0 0</inkml:trace>
</inkml:ink>
</file>

<file path=ppt/ink/ink1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8:49.27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335 0 6913 0 0,'1'0'207'0'0,"0"1"-1"0"0,0-1 0 0 0,0 0 0 0 0,0 0 0 0 0,0 0 0 0 0,-1 0 0 0 0,1 1 1 0 0,0-1-1 0 0,0 0 0 0 0,0 1 0 0 0,-1-1 0 0 0,1 1 0 0 0,0-1 0 0 0,0 1 0 0 0,-1-1 1 0 0,1 1-1 0 0,-1-1 0 0 0,1 1 0 0 0,0 0 0 0 0,-1-1 0 0 0,1 2 0 0 0,-1-1-106 0 0,0-1 0 0 0,0 1 0 0 0,0 0-1 0 0,0-1 1 0 0,0 1 0 0 0,0 0 0 0 0,0-1-1 0 0,0 1 1 0 0,0 0 0 0 0,-1-1-1 0 0,1 1 1 0 0,0 0 0 0 0,-1-1 0 0 0,1 1-1 0 0,0-1 1 0 0,-1 1 0 0 0,1-1 0 0 0,-1 1-1 0 0,1-1 1 0 0,-1 1 0 0 0,0 0-1 0 0,-40 28 144 0 0,29-21-662 0 0,-36 25-1098 0 0,-141 93-342 0 0,183-122 2022 0 0,-25 16 450 0 0,29-19-508 0 0,1 0 1 0 0,0 0-1 0 0,-1 0 1 0 0,1 0-1 0 0,0 0 1 0 0,-1 1-1 0 0,1-1 1 0 0,0 0-1 0 0,0 1 1 0 0,0-1-1 0 0,0 0 0 0 0,0 1 1 0 0,1 0-1 0 0,-1-1 1 0 0,0 1-1 0 0,0 1 1 0 0,2-2-43 0 0,-1 0-1 0 0,0 0 1 0 0,1-1 0 0 0,-1 1 0 0 0,1 0 0 0 0,0 0 0 0 0,-1-1 0 0 0,1 1 0 0 0,-1 0-1 0 0,1-1 1 0 0,0 1 0 0 0,0-1 0 0 0,-1 1 0 0 0,1-1 0 0 0,0 1 0 0 0,0-1 0 0 0,0 0 0 0 0,-1 1-1 0 0,1-1 1 0 0,0 0 0 0 0,0 0 0 0 0,0 0 0 0 0,0 1 0 0 0,0-1 0 0 0,1 0 0 0 0,24 3 213 0 0,9-3 927 0 0,1-2 0 0 0,43-7 0 0 0,-51 4-566 0 0,-1 2 0 0 0,1 1 0 0 0,-1 1 0 0 0,56 5 1 0 0,-78-3-602 0 0,0 0 1 0 0,0 0 0 0 0,0 1 0 0 0,0-1 0 0 0,0 1-1 0 0,-1 0 1 0 0,1 1 0 0 0,0-1 0 0 0,-1 1 0 0 0,0 0-1 0 0,0 0 1 0 0,1 0 0 0 0,-2 0 0 0 0,7 7 0 0 0,-8-7-39 0 0,0 0 1 0 0,-1-1-1 0 0,1 1 1 0 0,-1 0-1 0 0,0 0 1 0 0,0 0 0 0 0,0 0-1 0 0,0 0 1 0 0,0 0-1 0 0,-1 0 1 0 0,1 0-1 0 0,-1 0 1 0 0,0 0 0 0 0,0 0-1 0 0,0 0 1 0 0,0 0-1 0 0,-1 1 1 0 0,1-1-1 0 0,-1 0 1 0 0,0 0-1 0 0,0 0 1 0 0,0 0 0 0 0,0-1-1 0 0,0 1 1 0 0,-3 4-1 0 0,-1 2-29 0 0,-1 0-1 0 0,0-1 0 0 0,0 1 0 0 0,-1-2 0 0 0,1 1 0 0 0,-2-1 1 0 0,1 0-1 0 0,-18 12 0 0 0,-4 0 23 0 0,-43 20 0 0 0,46-26 18 0 0,1 1-1 0 0,-36 26 1 0 0,68-40-93 0 0,0 0 0 0 0,0 0 0 0 0,0 0 0 0 0,13-4 0 0 0,11-3-5 0 0,80-16 13 0 0,-101 21 95 0 0,0 1 0 0 0,0 1 1 0 0,0 0-1 0 0,0 0 0 0 0,0 1 0 0 0,0 0 0 0 0,0 1 0 0 0,18 5 1 0 0,-26-6-21 0 0,0-1 1 0 0,-1 1 0 0 0,1 0 0 0 0,0-1-1 0 0,-1 1 1 0 0,1 0 0 0 0,0 0 0 0 0,-1 0 0 0 0,1 0-1 0 0,-1 1 1 0 0,0-1 0 0 0,1 0 0 0 0,-1 1 0 0 0,0-1-1 0 0,0 1 1 0 0,0-1 0 0 0,0 1 0 0 0,0-1 0 0 0,0 1-1 0 0,0 0 1 0 0,0-1 0 0 0,0 3 0 0 0,-1-1 0 0 0,0 0 1 0 0,0-1-1 0 0,0 1 1 0 0,0 0 0 0 0,0-1-1 0 0,-1 1 1 0 0,1 0-1 0 0,-1-1 1 0 0,0 1-1 0 0,0 0 1 0 0,0-1-1 0 0,0 1 1 0 0,-3 3 0 0 0,-5 8 17 0 0,-1 0 1 0 0,-1-1 0 0 0,0 0 0 0 0,-13 11-1 0 0,13-13 20 0 0,-17 15 136 0 0,-57 42-1 0 0,17-16-38 0 0,68-52-140 0 0,0 0 0 0 0,0 0 0 0 0,-1 1 0 0 0,1-1 1 0 0,0 0-1 0 0,0 0 0 0 0,0 0 0 0 0,0 0 0 0 0,-1 0 1 0 0,1 0-1 0 0,0 0 0 0 0,0 1 0 0 0,0-1 0 0 0,0 0 0 0 0,-1 0 1 0 0,1 0-1 0 0,0 0 0 0 0,0 1 0 0 0,0-1 0 0 0,0 0 1 0 0,0 0-1 0 0,0 0 0 0 0,0 1 0 0 0,0-1 0 0 0,0 0 1 0 0,0 0-1 0 0,0 0 0 0 0,0 1 0 0 0,0-1 0 0 0,0 0 0 0 0,0 0 1 0 0,0 0-1 0 0,0 1 0 0 0,0-1 0 0 0,0 0 0 0 0,0 0 1 0 0,0 0-1 0 0,0 1 0 0 0,0-1 0 0 0,0 0 0 0 0,0 0 1 0 0,0 0-1 0 0,0 0 0 0 0,1 1 0 0 0,10 2-1044 0 0,14-4-3201 0 0,-13 0-7 0 0,-1 0-958 0 0</inkml:trace>
</inkml:ink>
</file>

<file path=ppt/ink/ink1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8:49.65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13 1 7370 0 0,'1'1'269'0'0,"0"0"0"0"0,0 0 0 0 0,0 0 1 0 0,0 0-1 0 0,0 0 0 0 0,0 1 1 0 0,-1-1-1 0 0,1 0 0 0 0,-1 0 0 0 0,1 1 1 0 0,-1-1-1 0 0,1 0 0 0 0,-1 1 1 0 0,0-1-1 0 0,0 0 0 0 0,1 1 0 0 0,-1-1 1 0 0,0 1-1 0 0,-1 1 0 0 0,1-2-48 0 0,1 23 2063 0 0,-2-1-1 0 0,-5 32 1 0 0,-1 23-388 0 0,16 203-116 0 0,0-81-1066 0 0,-7-128-845 0 0,-1 94 635 0 0,-3-137-1449 0 0,0-1 0 0 0,-2 1 0 0 0,-13 47 0 0 0,12-63-6582 0 0</inkml:trace>
</inkml:ink>
</file>

<file path=ppt/ink/ink1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8:50.21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0 104 10138 0 0,'8'1'685'0'0,"-1"1"-1"0"0,1-1 1 0 0,-1 1 0 0 0,9 3-1 0 0,31 8 207 0 0,53-4 1752 0 0,155-4-1 0 0,103-27-1412 0 0,-177 9-686 0 0,1083-32 1542 0 0,-1217 45-2153 0 0,174-5-116 0 0,-165 0 221 0 0,105-20 1 0 0,-104 7-23 0 0,-35 9-203 0 0</inkml:trace>
</inkml:ink>
</file>

<file path=ppt/ink/ink1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9:01.16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10 3 5617 0 0,'1'-2'504'0'0,"-2"1"-408"0"0,-1 1-96 0 0,1 0 0 0 0,0 0 0 0 0,-2 0 0 0 0,1 1 0 0 0</inkml:trace>
</inkml:ink>
</file>

<file path=ppt/ink/ink1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9:01.58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55 3681 0 0,'0'0'-35'0'0,"0"0"1"0"0,0 0-1 0 0,0 0 1 0 0,0 0-1 0 0,0 0 1 0 0,1 0-1 0 0,-1 0 1 0 0,0 0 0 0 0,0 0-1 0 0,0 0 1 0 0,0 0-1 0 0,0-1 1 0 0,0 1-1 0 0,0 0 1 0 0,0 0-1 0 0,0 0 1 0 0,0 0-1 0 0,0 0 1 0 0,0 0-1 0 0,0 0 1 0 0,0 0-1 0 0,0 0 1 0 0,0 0-1 0 0,0 0 1 0 0,0-1 0 0 0,0 1-1 0 0,0 0 1 0 0,0 0-1 0 0,0 0 1 0 0,0 0-1 0 0,0 0 1 0 0,0 0-1 0 0,0 0 1 0 0,0 0-1 0 0,0 0 1 0 0,0 0-1 0 0,0 0 1 0 0,0-1-1 0 0,0 1 1 0 0,0 0-1 0 0,0 0 1 0 0,0 0 0 0 0,0 0-1 0 0,0 0 1 0 0,0 0-1 0 0,0 0 1 0 0,-1 0-1 0 0,1 0 1 0 0,0 0-1 0 0,0 0 1 0 0,0 0-1 0 0,0 0 1 0 0,0 0-1 0 0,0 0 1 0 0,0 0-1 0 0,0 0 1 0 0,0 0-1 0 0,0 0 1 0 0,-1 0-1 0 0,14-9-30 0 0,21-7 3086 0 0,-16 11-829 0 0,1 0 0 0 0,0 1 0 0 0,20-1 0 0 0,59 0-2393 0 0,-47 3-1892 0 0,-38 1-1980 0 0</inkml:trace>
</inkml:ink>
</file>

<file path=ppt/ink/ink1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8:45.20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19 9674 0 0,'72'-13'7870'0'0,"-43"10"-6641"0"0,0 0 1 0 0,53 4-1 0 0,-25 0-4034 0 0,-49-1 1838 0 0</inkml:trace>
</inkml:ink>
</file>

<file path=ppt/ink/ink1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8:45.57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47 9 3225 0 0,'17'-7'401'0'0,"-16"7"66"0"0,0-1 0 0 0,1 1 0 0 0,-1 0 0 0 0,0 0 0 0 0,1 0 0 0 0,-1 0 1 0 0,0 0-1 0 0,1 0 0 0 0,-1 0 0 0 0,0 0 0 0 0,0 0 0 0 0,1 0 0 0 0,0 1 0 0 0,-1 0-170 0 0,0-1-1 0 0,-1 0 1 0 0,1 1-1 0 0,-1-1 1 0 0,1 1-1 0 0,-1-1 1 0 0,1 1-1 0 0,-1-1 1 0 0,1 1-1 0 0,-1-1 1 0 0,1 1-1 0 0,-1-1 0 0 0,0 1 1 0 0,1 0-1 0 0,-1-1 1 0 0,0 1-1 0 0,0-1 1 0 0,1 1-1 0 0,-1 0 1 0 0,0-1-1 0 0,0 1 1 0 0,0 0-1 0 0,0 0 1 0 0,-2 17 1127 0 0,-14 60 333 0 0,-13 141 0 0 0,16 83-1085 0 0,8-152-150 0 0,-3 89-35 0 0,-8 185-573 0 0,13-365-588 0 0,3-36 11 0 0</inkml:trace>
</inkml:ink>
</file>

<file path=ppt/ink/ink1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9:02.35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21 3681 0 0,'3'-3'328'0'0,"1"1"-264"0"0,0 0-64 0 0,-1 1 0 0 0,-1 1 0 0 0,2-2 80 0 0,4-2-80 0 0,3-2 80 0 0</inkml:trace>
</inkml:ink>
</file>

<file path=ppt/ink/ink1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9:03.04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26 294 9218 0 0,'-1'0'148'0'0,"-1"-1"1"0"0,0-1-1 0 0,1 1 1 0 0,-1 0-1 0 0,0 0 1 0 0,1-1-1 0 0,0 1 0 0 0,-1 0 1 0 0,1-1-1 0 0,0 0 1 0 0,0 1-1 0 0,-1-1 1 0 0,1 0-1 0 0,1 1 0 0 0,-1-1 1 0 0,0 0-1 0 0,0 0 1 0 0,1 0-1 0 0,-2-3 1 0 0,2-1 216 0 0,0 1 1 0 0,0-1 0 0 0,0 0 0 0 0,1 1 0 0 0,0-1-1 0 0,1-5 1 0 0,-2 11-341 0 0,0-1-1 0 0,1 1 0 0 0,-1 0 1 0 0,0 0-1 0 0,0-1 0 0 0,1 1 1 0 0,-1 0-1 0 0,0 0 1 0 0,0 0-1 0 0,1 0 0 0 0,-1 0 1 0 0,0-1-1 0 0,1 1 0 0 0,-1 0 1 0 0,0 0-1 0 0,0 0 1 0 0,1 0-1 0 0,-1 0 0 0 0,0 0 1 0 0,1 0-1 0 0,-1 0 1 0 0,0 0-1 0 0,1 0 0 0 0,-1 0 1 0 0,0 0-1 0 0,1 0 0 0 0,-1 0 1 0 0,0 0-1 0 0,1 1 1 0 0,-1-1-1 0 0,0 0 0 0 0,0 0 1 0 0,1 0-1 0 0,-1 0 0 0 0,0 1 1 0 0,0-1-1 0 0,1 0 1 0 0,-1 0-1 0 0,0 0 0 0 0,0 1 1 0 0,1-1-1 0 0,-1 0 0 0 0,0 0 1 0 0,0 1-1 0 0,0-1 1 0 0,13 11 1431 0 0,-13-10-1424 0 0,24 19 417 0 0,0 0-1 0 0,1-2 1 0 0,2-1 0 0 0,51 26-1 0 0,-53-31-110 0 0,-1 2 0 0 0,0 0 0 0 0,-1 1-1 0 0,0 1 1 0 0,-1 1 0 0 0,33 34 0 0 0,-46-39-290 0 0,-6-8 19 0 0,0-1 1 0 0,0 1-1 0 0,0 0 1 0 0,1-1-1 0 0,-1 1 0 0 0,8 4 1 0 0,-11-8-57 0 0,1 1 0 0 0,0-1 0 0 0,0 0 0 0 0,0 1 0 0 0,0-1 0 0 0,1 0 0 0 0,-1 0 0 0 0,0 0 0 0 0,0 0 1 0 0,0 0-1 0 0,0 0 0 0 0,0 0 0 0 0,0 0 0 0 0,0 0 0 0 0,0 0 0 0 0,0 0 0 0 0,0-1 0 0 0,0 1 0 0 0,0 0 0 0 0,0-1 0 0 0,0 1 0 0 0,0-1 0 0 0,0 1 0 0 0,0-1 0 0 0,-1 0 1 0 0,1 1-1 0 0,0-1 0 0 0,0 0 0 0 0,0 1 0 0 0,-1-1 0 0 0,1 0 0 0 0,0 0 0 0 0,-1 0 0 0 0,1 0 0 0 0,-1 0 0 0 0,1-1 0 0 0,16-25 151 0 0,-1 0 0 0 0,-1-1 0 0 0,-2 0 0 0 0,0-1 0 0 0,12-47 0 0 0,-7 1-285 0 0,10-83 1 0 0,-27 152-85 0 0,6-30 287 0 0,-7 35-233 0 0,1 0 1 0 0,-1-1 0 0 0,1 1 0 0 0,-1 0-1 0 0,1-1 1 0 0,-1 1 0 0 0,1 0 0 0 0,0 0-1 0 0,-1 0 1 0 0,1 0 0 0 0,0-1 0 0 0,0 1-1 0 0,0 0 1 0 0,0 0 0 0 0,0 1 0 0 0,0-1 0 0 0,0 0-1 0 0,0 0 1 0 0,1 0 0 0 0,-1 1 0 0 0,2-2-1 0 0,4 2-7164 0 0</inkml:trace>
</inkml:ink>
</file>

<file path=ppt/ink/ink1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9:03.51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39 15 6449 0 0,'0'-1'75'0'0,"0"0"0"0"0,0 0 0 0 0,1 0 0 0 0,-1 1 0 0 0,0-1 0 0 0,1 0 0 0 0,-1 0 0 0 0,1 1 0 0 0,-1-1 0 0 0,0 0 0 0 0,1 0 0 0 0,0 1 0 0 0,-1-1 0 0 0,1 1 0 0 0,-1-1 0 0 0,1 0 0 0 0,0 1 0 0 0,-1-1 0 0 0,2 0 0 0 0,-1 1 35 0 0,-1 1 0 0 0,1-1 0 0 0,-1 0 0 0 0,1 0 0 0 0,-1 0 0 0 0,0 1 0 0 0,1-1 0 0 0,-1 0 0 0 0,0 1 0 0 0,1-1 0 0 0,-1 0 0 0 0,0 1 0 0 0,1-1 0 0 0,-1 0 0 0 0,0 1 0 0 0,0-1 0 0 0,1 0-1 0 0,-1 1 1 0 0,0-1 0 0 0,0 1 0 0 0,0-1 0 0 0,0 1 0 0 0,1-1 0 0 0,-1 0 0 0 0,0 1 0 0 0,1 4 239 0 0,0-1-1 0 0,0 0 1 0 0,-1 0-1 0 0,1 1 1 0 0,-1-1 0 0 0,-1 8-1 0 0,-25 105 1194 0 0,-3 24 1116 0 0,27-123-2451 0 0,0 0-1 0 0,2 0 1 0 0,0 0-1 0 0,1 0 1 0 0,1 0-1 0 0,4 18 0 0 0,-2-17-687 0 0,3 10-1600 0 0,-4-11-3042 0 0,-2-8 268 0 0</inkml:trace>
</inkml:ink>
</file>

<file path=ppt/ink/ink1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9:03.92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15 1840 0 0,'1'-2'223'0'0,"1"1"-1"0"0,-1 0 1 0 0,1-1-1 0 0,-1 1 1 0 0,1 0-1 0 0,0 0 1 0 0,0 0-1 0 0,0 0 1 0 0,-1 1-1 0 0,1-1 1 0 0,0 0-1 0 0,0 1 1 0 0,0-1-1 0 0,0 1 1 0 0,0 0-1 0 0,0-1 1 0 0,0 1-1 0 0,0 0 1 0 0,0 0-1 0 0,0 1 1 0 0,0-1-1 0 0,0 0 1 0 0,0 1-1 0 0,0-1 1 0 0,0 1-1 0 0,0-1 1 0 0,0 1-1 0 0,-1 0 1 0 0,1 0-1 0 0,0 0 1 0 0,0 0-1 0 0,1 1 1 0 0,7 6 1346 0 0,1 0 1 0 0,-2 1 0 0 0,1-1-1 0 0,9 13 1 0 0,5 5-915 0 0,-5-7-496 0 0,-1 1 0 0 0,-1 1 1 0 0,-1 1-1 0 0,-1 0 0 0 0,16 32 0 0 0,-20-35-903 0 0,-7-12-572 0 0,0-3-2890 0 0</inkml:trace>
</inkml:ink>
</file>

<file path=ppt/ink/ink1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9:04.27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0 114 14283 0 0,'4'-5'-9'0'0,"0"0"0"0"0,0 0 0 0 0,0 1-1 0 0,0 0 1 0 0,1 0 0 0 0,6-5 0 0 0,3-2-330 0 0,1 1-1 0 0,0 0 1 0 0,1 1-1 0 0,0 0 1 0 0,1 1-1 0 0,30-9 1 0 0,-31 14 459 0 0</inkml:trace>
</inkml:ink>
</file>

<file path=ppt/ink/ink1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9:32.99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86 96 456 0 0,'-19'-32'2109'0'0,"-24"-10"8202"0"0,20 21-3391 0 0,26 27-6472 0 0,0 0 0 0 0,0 0-1 0 0,-1 0 1 0 0,0 0 0 0 0,0 0-1 0 0,1 9 1 0 0,5 13-369 0 0,52 160 131 0 0,-37-108-115 0 0,4-1 0 0 0,63 131 0 0 0,-71-178-60 0 0,-12-21-165 0 0,0 0 1 0 0,-1 0 0 0 0,-1 0 0 0 0,8 22 0 0 0,-13-31-420 0 0,-1-5-1929 0 0</inkml:trace>
</inkml:ink>
</file>

<file path=ppt/ink/ink1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9:33.52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48 203 1896 0 0,'-2'0'125'0'0,"0"0"0"0"0,0 0-1 0 0,0-1 1 0 0,0 1-1 0 0,0-1 1 0 0,0 1-1 0 0,0-1 1 0 0,0 0 0 0 0,1 0-1 0 0,-1 0 1 0 0,0 0-1 0 0,0 0 1 0 0,1 0 0 0 0,-1-1-1 0 0,0 1 1 0 0,1 0-1 0 0,-2-3 1 0 0,2 3 155 0 0,-1-1 0 0 0,1 1 1 0 0,0-1-1 0 0,0 1 0 0 0,0-1 0 0 0,0 0 0 0 0,0 0 1 0 0,0 1-1 0 0,0-1 0 0 0,0 0 0 0 0,1 0 1 0 0,-1 0-1 0 0,1 0 0 0 0,0 0 0 0 0,-1 0 1 0 0,1 0-1 0 0,0 0 0 0 0,0 0 0 0 0,0 0 0 0 0,0 0 1 0 0,1 0-1 0 0,-1 0 0 0 0,1 0 0 0 0,-1 0 1 0 0,1 0-1 0 0,-1 0 0 0 0,2-2 0 0 0,7-9 683 0 0,1 1 0 0 0,0 0 0 0 0,0 1 0 0 0,1 0 0 0 0,13-9 0 0 0,-16 13-748 0 0,0 1-1 0 0,1 0 0 0 0,0 0 1 0 0,0 1-1 0 0,0 0 0 0 0,1 1 1 0 0,-1 0-1 0 0,14-3 0 0 0,-21 6-180 0 0,0 1 0 0 0,1-1 0 0 0,-1 1 0 0 0,1-1 0 0 0,-1 1-1 0 0,0 0 1 0 0,1 0 0 0 0,-1 0 0 0 0,1 0 0 0 0,-1 1 0 0 0,0-1 0 0 0,1 1-1 0 0,-1-1 1 0 0,0 1 0 0 0,1 0 0 0 0,-1 0 0 0 0,0 0 0 0 0,0 0 0 0 0,0 0 0 0 0,4 3-1 0 0,-4-2-11 0 0,-1 1 0 0 0,1-1-1 0 0,0 0 1 0 0,-1 1 0 0 0,1 0-1 0 0,-1-1 1 0 0,0 1-1 0 0,0 0 1 0 0,0 0 0 0 0,0-1-1 0 0,0 1 1 0 0,0 0 0 0 0,-1 0-1 0 0,1 4 1 0 0,-1 9 20 0 0,-1 1 1 0 0,0-1-1 0 0,-1 0 1 0 0,-7 28-1 0 0,-17 38-1 0 0,18-61-35 0 0,0 0 0 0 0,2 1 0 0 0,-4 25-1 0 0,10-47-2 0 0,0 1 0 0 0,0-1 0 0 0,0 1 0 0 0,0-1 0 0 0,0 0 0 0 0,0 1 0 0 0,0-1 0 0 0,0 1 0 0 0,0-1 0 0 0,0 0 0 0 0,0 1 0 0 0,0-1-1 0 0,0 1 1 0 0,0-1 0 0 0,1 0 0 0 0,-1 1 0 0 0,0-1 0 0 0,0 0 0 0 0,0 1 0 0 0,1-1 0 0 0,-1 0 0 0 0,0 1 0 0 0,0-1 0 0 0,1 0-1 0 0,-1 1 1 0 0,0-1 0 0 0,1 0 0 0 0,-1 0 0 0 0,0 1 0 0 0,1-1 0 0 0,-1 0 0 0 0,0 0 0 0 0,1 0 0 0 0,0 1 0 0 0,18-2 351 0 0,20-12 467 0 0,-38 13-802 0 0,18-8 131 0 0,1 2 1 0 0,-1 0-1 0 0,1 2 1 0 0,0 0-1 0 0,1 1 1 0 0,21 0-1 0 0,28 5-6926 0 0,-57-1-352 0 0</inkml:trace>
</inkml:ink>
</file>

<file path=ppt/ink/ink1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9:34.01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50 56 4609 0 0,'-2'-5'1260'0'0,"-1"0"-1"0"0,0 0 1 0 0,0 0 0 0 0,0 1 0 0 0,-1-1-1 0 0,1 1 1 0 0,-1 0 0 0 0,0 0-1 0 0,0 1 1 0 0,-1-1 0 0 0,-6-4 0 0 0,22 45 1646 0 0,15 11-2820 0 0,3-2 1 0 0,1-1-1 0 0,42 48 1 0 0,35 51-283 0 0,-92-116-941 0 0,-9-17-56 0 0</inkml:trace>
</inkml:ink>
</file>

<file path=ppt/ink/ink1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9:34.36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2 212 920 0 0,'-1'-1'78'0'0,"1"-1"-1"0"0,0 1 0 0 0,0 0 1 0 0,0 0-1 0 0,-1-1 1 0 0,1 1-1 0 0,0 0 0 0 0,1-1 1 0 0,-1 1-1 0 0,0 0 1 0 0,0 0-1 0 0,1-1 0 0 0,-1 1 1 0 0,0 0-1 0 0,1 0 1 0 0,-1-1-1 0 0,1 1 0 0 0,1-2 1 0 0,16-27 2686 0 0,-13 22-2379 0 0,3-5 453 0 0,0 1-1 0 0,0 0 1 0 0,2 0 0 0 0,-1 1 0 0 0,2 0 0 0 0,-1 0-1 0 0,1 1 1 0 0,21-14 0 0 0,-23 19-1441 0 0,0 0 0 0 0,1 0 1 0 0,-1 1-1 0 0,17-5 0 0 0,-12 6-3718 0 0</inkml:trace>
</inkml:ink>
</file>

<file path=ppt/ink/ink1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9:34.74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8 31 5529 0 0,'-1'1'234'0'0,"1"0"0"0"0,-1-1 0 0 0,0 1 0 0 0,1 0 0 0 0,-1 0 0 0 0,1-1 0 0 0,-1 1 0 0 0,1 0 0 0 0,-1 0 0 0 0,1 0 0 0 0,0 0 0 0 0,-1-1 0 0 0,1 1 0 0 0,0 0 0 0 0,0 0 0 0 0,0 0 0 0 0,-1 0 0 0 0,1 0 0 0 0,0 0 0 0 0,0 0 0 0 0,0 0 0 0 0,1 0 0 0 0,-1 0 0 0 0,0 0 0 0 0,0 0 0 0 0,0-1 0 0 0,1 1 0 0 0,-1 0 0 0 0,0 0 0 0 0,1 1 0 0 0,15 33 2469 0 0,-12-26-1911 0 0,2 3-345 0 0,1 0 1 0 0,0-1-1 0 0,1 0 0 0 0,0 0 1 0 0,1 0-1 0 0,0-1 0 0 0,0 0 0 0 0,21 15 1 0 0,-26-22-349 0 0,0 0-1 0 0,0-1 1 0 0,1 1 0 0 0,-1-1 0 0 0,1 0 0 0 0,0 0 0 0 0,0 0 0 0 0,-1-1 0 0 0,1 1 0 0 0,0-1-1 0 0,10 0 1 0 0,-11-1-47 0 0,-1 0-1 0 0,1-1 0 0 0,-1 1 0 0 0,1-1 0 0 0,-1 0 1 0 0,0 0-1 0 0,1 0 0 0 0,-1 0 0 0 0,0-1 0 0 0,0 0 0 0 0,0 1 1 0 0,0-1-1 0 0,0 0 0 0 0,0 0 0 0 0,0-1 0 0 0,-1 1 1 0 0,1-1-1 0 0,-1 1 0 0 0,3-4 0 0 0,-1 1-35 0 0,0-1 1 0 0,0 0-1 0 0,0 0 0 0 0,-1 0 0 0 0,1 0 1 0 0,-2-1-1 0 0,1 1 0 0 0,-1-1 1 0 0,0 0-1 0 0,0 0 0 0 0,-1 0 0 0 0,1 0 1 0 0,-2 0-1 0 0,1 0 0 0 0,-1-11 0 0 0,-1 14-18 0 0,1 0 0 0 0,-1 0-1 0 0,0 0 1 0 0,0 0-1 0 0,0 0 1 0 0,-1 0-1 0 0,1 0 1 0 0,-1 1-1 0 0,0-1 1 0 0,0 0-1 0 0,0 1 1 0 0,-1 0-1 0 0,1-1 1 0 0,-1 1-1 0 0,0 0 1 0 0,0 0-1 0 0,0 0 1 0 0,0 1-1 0 0,0-1 1 0 0,-1 1-1 0 0,1 0 1 0 0,-1 0-1 0 0,1 0 1 0 0,-1 0-1 0 0,0 1 1 0 0,0-1-1 0 0,-7-1 1 0 0,1 1-141 0 0,0 1 0 0 0,0 0 1 0 0,0 0-1 0 0,0 1 0 0 0,0 0 0 0 0,-1 1 1 0 0,-14 3-1 0 0,-37 10-5186 0 0,56-13 3914 0 0</inkml:trace>
</inkml:ink>
</file>

<file path=ppt/ink/ink1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1:59:35.09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36 5065 0 0,'0'-2'170'0'0,"0"1"0"0"0,0 0 1 0 0,0-1-1 0 0,0 1 0 0 0,0-1 0 0 0,1 1 0 0 0,-1 0 0 0 0,0-1 1 0 0,1 1-1 0 0,-1 0 0 0 0,1-1 0 0 0,-1 1 0 0 0,1 0 0 0 0,0 0 0 0 0,0 0 1 0 0,0-1-1 0 0,-1 1 0 0 0,1 0 0 0 0,0 0 0 0 0,0 0 0 0 0,0 0 1 0 0,1 1-1 0 0,-1-1 0 0 0,0 0 0 0 0,0 0 0 0 0,0 1 0 0 0,1-1 1 0 0,-1 0-1 0 0,0 1 0 0 0,0-1 0 0 0,1 1 0 0 0,-1 0 0 0 0,1-1 0 0 0,-1 1 1 0 0,0 0-1 0 0,1 0 0 0 0,-1 0 0 0 0,1 0 0 0 0,-1 0 0 0 0,0 0 1 0 0,3 1-1 0 0,0 0 316 0 0,0 1 0 0 0,0 0 0 0 0,0-1 0 0 0,0 1 0 0 0,-1 1 0 0 0,1-1 0 0 0,-1 1 0 0 0,1-1 0 0 0,-1 1 0 0 0,0 0 0 0 0,0 0 1 0 0,4 6-1 0 0,15 22 772 0 0,-2 1 1 0 0,16 35 0 0 0,-18-34-1027 0 0,38 58 0 0 0,-48-81-355 0 0,0 0 1 0 0,1-1-1 0 0,0 0 0 0 0,1 0 1 0 0,0-1-1 0 0,0 0 1 0 0,1 0-1 0 0,-1-1 0 0 0,17 7 1 0 0,-19-10-5106 0 0,-1-1-1783 0 0</inkml:trace>
  <inkml:trace contextRef="#ctx0" brushRef="#br0" timeOffset="1">128 187 8290 0 0,'0'-1'736'0'0,"0"-2"-584"0"0,1 2-152 0 0,0-2 0 0 0,1 1 992 0 0,0-1 176 0 0,1-2 33 0 0,2-2 7 0 0,3-4-280 0 0,2-1-64 0 0,1-2 1 0 0,2 1-9 0 0,1 0-856 0 0,1 3-280 0 0,2 0 0 0 0,7 1-2729 0 0,-4 0-552 0 0,-2-1-112 0 0</inkml:trace>
</inkml:ink>
</file>

<file path=ppt/ink/ink1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03:56.36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 0 3681 0 0,'-1'6'5789'0'0,"2"33"-3874"0"0,71 404 2239 0 0,-57-362-4154 0 0,-11-50 0 0 0,2 0 0 0 0,1 0 0 0 0,2-1 0 0 0,15 38 0 0 0,-21-63-285 0 0,-1-1 0 0 0,1 1 0 0 0,0-1-1 0 0,0 0 1 0 0,0 0 0 0 0,0 0 0 0 0,1 0-1 0 0,6 5 1 0 0</inkml:trace>
</inkml:ink>
</file>

<file path=ppt/ink/ink1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03:56.85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9 14 6449 0 0,'-8'-13'1501'0'0,"11"19"1183"0"0,14 29-590 0 0,39 119-523 0 0,-46-130-1483 0 0,2 0 0 0 0,0-2-1 0 0,1 1 1 0 0,22 26 0 0 0,-33-47-11 0 0,-1 0 0 0 0,0 0 1 0 0,0-1-1 0 0,1 1 0 0 0,-1-1 1 0 0,1 1-1 0 0,-1-1 0 0 0,1 0 1 0 0,0 0-1 0 0,0 1 0 0 0,-1-1 1 0 0,1 0-1 0 0,0-1 0 0 0,0 1 0 0 0,0 0 1 0 0,0 0-1 0 0,0-1 0 0 0,0 1 1 0 0,0-1-1 0 0,0 0 0 0 0,1 0 1 0 0,-1 0-1 0 0,0 0 0 0 0,2 0 1 0 0,-1-1 50 0 0,0 0 0 0 0,-1 0 1 0 0,1-1-1 0 0,-1 1 0 0 0,1-1 1 0 0,-1 1-1 0 0,1-1 0 0 0,-1 0 0 0 0,0 0 1 0 0,0 0-1 0 0,0 0 0 0 0,0-1 1 0 0,0 1-1 0 0,0 0 0 0 0,0-1 1 0 0,1-4-1 0 0,11-19 629 0 0,13-35 0 0 0,-17 37-1710 0 0,25-44 0 0 0,-30 60 369 0 0,0 0 1 0 0,1 1-1 0 0,0 0 1 0 0,1 0-1 0 0,-1 1 1 0 0,1-1 0 0 0,0 1-1 0 0,1 1 1 0 0,10-7-1 0 0,4-1 434 0 0</inkml:trace>
</inkml:ink>
</file>

<file path=ppt/ink/ink1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03:57.65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68 2 4145 0 0,'-2'0'330'0'0,"0"-1"-1"0"0,-1 1 1 0 0,1 0 0 0 0,-1-1 0 0 0,1 1 0 0 0,-1 1 0 0 0,1-1-1 0 0,0 0 1 0 0,-1 0 0 0 0,1 1 0 0 0,-1 0 0 0 0,1-1-1 0 0,0 1 1 0 0,0 0 0 0 0,-1 0 0 0 0,1 0 0 0 0,0 0-1 0 0,0 1 1 0 0,0-1 0 0 0,-3 3 0 0 0,3-2-39 0 0,1 1 0 0 0,-1 0 0 0 0,0-1 0 0 0,1 1 0 0 0,-1 0 0 0 0,1 0 0 0 0,0 0 0 0 0,0 0 0 0 0,0 0 0 0 0,0 0 0 0 0,0 0 0 0 0,1 1 0 0 0,-1 4 0 0 0,1 8 136 0 0,1 0 0 0 0,0 0-1 0 0,1 0 1 0 0,8 30-1 0 0,-1-12-342 0 0,2 0-1 0 0,1-1 1 0 0,21 42-1 0 0,-25-59-175 0 0,1 0 0 0 0,1 0 0 0 0,0-1 0 0 0,1-1 0 0 0,1 1 0 0 0,0-2 0 0 0,1 0 0 0 0,19 15 0 0 0,-3-12-2257 0 0,-15-12-2948 0 0</inkml:trace>
</inkml:ink>
</file>

<file path=ppt/ink/ink1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03:58.03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 75 920 0 0,'-2'10'6774'0'0,"2"-10"-6665"0"0,22-2 2669 0 0,30-16-1068 0 0,20-28-2343 0 0,-60 37-1740 0 0,3-1-1623 0 0</inkml:trace>
</inkml:ink>
</file>

<file path=ppt/ink/ink1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03:58.39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9 1 9674 0 0,'-1'1'188'0'0,"0"1"0"0"0,0 0 0 0 0,0-1 0 0 0,0 1 0 0 0,0 0 0 0 0,1 0 0 0 0,-1 0 0 0 0,1-1-1 0 0,0 1 1 0 0,-1 0 0 0 0,1 0 0 0 0,0 0 0 0 0,0 0 0 0 0,0 0 0 0 0,0 0 0 0 0,0 0 0 0 0,1 0 0 0 0,-1 0 0 0 0,1 0 0 0 0,-1-1 0 0 0,1 1 0 0 0,0 0 0 0 0,-1 0 0 0 0,1 0-1 0 0,2 2 1 0 0,27 53 1067 0 0,-27-52-1012 0 0,9 16-785 0 0,2-1 1 0 0,0-1-1 0 0,30 31 0 0 0,-30-37-4547 0 0</inkml:trace>
</inkml:ink>
</file>

<file path=ppt/ink/ink1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03:59.13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13 1 3681 0 0,'-1'0'171'0'0,"0"1"1"0"0,1-1-1 0 0,-1 0 1 0 0,0 1-1 0 0,1-1 1 0 0,-1 1-1 0 0,0-1 1 0 0,1 1-1 0 0,-1-1 1 0 0,1 1-1 0 0,-1 0 1 0 0,1-1-1 0 0,-1 1 1 0 0,1 0-1 0 0,0-1 1 0 0,-1 1-1 0 0,1 0 1 0 0,0 0-1 0 0,-1-1 1 0 0,1 1-1 0 0,0 0 1 0 0,0 0-1 0 0,0-1 1 0 0,-1 1-1 0 0,1 0 1 0 0,0 0-1 0 0,1 1 1 0 0,-3 27 1832 0 0,2-27-1730 0 0,3 33 694 0 0,0 0 1 0 0,3-1-1 0 0,12 44 1 0 0,-3-14-571 0 0,-4-11-241 0 0,17 94-3620 0 0,-25-123-934 0 0</inkml:trace>
</inkml:ink>
</file>

<file path=ppt/ink/ink1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03:59.60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29 113 5529 0 0,'-3'-2'275'0'0,"0"-1"0"0"0,1 1 1 0 0,0-1-1 0 0,0 0 0 0 0,-1 0 0 0 0,2 0 0 0 0,-1 0 0 0 0,0 0 0 0 0,1 0 0 0 0,-1 0 0 0 0,1-1 1 0 0,0 1-1 0 0,0 0 0 0 0,0-1 0 0 0,0 1 0 0 0,1-1 0 0 0,0 1 0 0 0,-1-1 0 0 0,1 0 0 0 0,1 1 1 0 0,-1-1-1 0 0,0 1 0 0 0,1-1 0 0 0,0 1 0 0 0,0-1 0 0 0,0 1 0 0 0,0 0 0 0 0,0-1 0 0 0,1 1 1 0 0,3-5-1 0 0,-4 7-234 0 0,0 0 0 0 0,1 0 0 0 0,-1 0 0 0 0,0 1 0 0 0,1-1 0 0 0,-1 0 0 0 0,1 1 0 0 0,-1-1 0 0 0,1 1 0 0 0,-1 0 0 0 0,1 0 0 0 0,0-1 0 0 0,-1 1 0 0 0,1 0 1 0 0,-1 0-1 0 0,1 1 0 0 0,0-1 0 0 0,-1 0 0 0 0,1 0 0 0 0,-1 1 0 0 0,1-1 0 0 0,-1 1 0 0 0,1-1 0 0 0,-1 1 0 0 0,0 0 0 0 0,1-1 0 0 0,-1 1 0 0 0,1 0 0 0 0,-1 0 0 0 0,0 0 0 0 0,0 0 1 0 0,0 0-1 0 0,2 3 0 0 0,3 1 17 0 0,0 1 0 0 0,-1 0 1 0 0,1 0-1 0 0,-1 0 0 0 0,5 10 0 0 0,-8-14-5 0 0,-1-1-1 0 0,1 1 0 0 0,0 0 0 0 0,-1-1 0 0 0,1 1 0 0 0,0-1 1 0 0,0 1-1 0 0,0-1 0 0 0,0 0 0 0 0,0 0 0 0 0,1 0 0 0 0,-1 0 1 0 0,4 1-1 0 0,-3-1 21 0 0,0 0 0 0 0,0 0 1 0 0,0 0-1 0 0,-1 0 0 0 0,1 1 0 0 0,0-1 1 0 0,-1 1-1 0 0,0 0 0 0 0,1 0 0 0 0,3 3 1 0 0,-1 3 70 0 0,0 0 1 0 0,-1 0 0 0 0,0 0 0 0 0,-1 1-1 0 0,4 10 1 0 0,-5-11-71 0 0,1 0-1 0 0,0-1 1 0 0,1 1 0 0 0,-1-1 0 0 0,1 0-1 0 0,8 11 1 0 0,-11-17-75 0 0,-1-1 0 0 0,1 0 0 0 0,-1 1 0 0 0,0-1 0 0 0,1 0 0 0 0,-1 1 1 0 0,1-1-1 0 0,-1 0 0 0 0,1 0 0 0 0,-1 0 0 0 0,1 1 0 0 0,-1-1 0 0 0,1 0 0 0 0,-1 0 0 0 0,1 0 0 0 0,-1 0 0 0 0,1 0 0 0 0,-1 0 0 0 0,1 0 1 0 0,-1 0-1 0 0,1 0 0 0 0,-1 0 0 0 0,1 0 0 0 0,-1 0 0 0 0,1 0 0 0 0,-1 0 0 0 0,1-1 0 0 0,-1 1 0 0 0,1 0 0 0 0,-1 0 0 0 0,1-1 1 0 0,-1 1-1 0 0,0 0 0 0 0,1 0 0 0 0,-1-1 0 0 0,1 1 0 0 0,-1 0 0 0 0,0-1 0 0 0,1 1 0 0 0,-1-1 0 0 0,0 1 0 0 0,1-1 0 0 0,-1 1 0 0 0,0 0 1 0 0,0-1-1 0 0,1 1 0 0 0,-1-1 0 0 0,0 1 0 0 0,0-1 0 0 0,0 1 0 0 0,0-2 0 0 0,13-31-606 0 0,-12 29 396 0 0,28-109-4144 0 0,-22 86-650 0 0</inkml:trace>
</inkml:ink>
</file>

<file path=ppt/ink/ink1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04:00.17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3 6449 0 0,'3'-2'5092'0'0,"5"7"-2165"0"0,7 11-1023 0 0,-13-15-2174 0 0,1 7 416 0 0,1 0-1 0 0,-1 0 1 0 0,0 0 0 0 0,0 0-1 0 0,-1 1 1 0 0,0-1-1 0 0,-1 1 1 0 0,1 12 0 0 0,1 0 26 0 0,5 32-24 0 0,20 111 358 0 0,-22-140-1215 0 0,1 0-1 0 0,1 0 1 0 0,1 0 0 0 0,17 32-1 0 0,-25-54 399 0 0,0-1-1 0 0,0 1 0 0 0,0-1 0 0 0,0 1 0 0 0,0-1 0 0 0,0 1 0 0 0,1-1 1 0 0,-1 0-1 0 0,1 1 0 0 0,-1-1 0 0 0,1 0 0 0 0,2 1 0 0 0</inkml:trace>
</inkml:ink>
</file>

<file path=ppt/ink/ink1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04:00.55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20 134 4665 0 0,'-2'-3'191'0'0,"0"1"1"0"0,0-1-1 0 0,0 1 0 0 0,0-1 0 0 0,1 0 1 0 0,-1 1-1 0 0,1-1 0 0 0,0 0 1 0 0,0 0-1 0 0,0 0 0 0 0,0 0 0 0 0,1 0 1 0 0,-1 0-1 0 0,1 0 0 0 0,-1-1 1 0 0,1 1-1 0 0,0 0 0 0 0,1 0 1 0 0,-1 0-1 0 0,0 0 0 0 0,1 0 0 0 0,0 0 1 0 0,-1 0-1 0 0,1 0 0 0 0,1 0 1 0 0,-1 0-1 0 0,0 0 0 0 0,1 0 0 0 0,-1 1 1 0 0,1-1-1 0 0,2-3 0 0 0,-1 3-185 0 0,0-1 0 0 0,0 0-1 0 0,0 1 1 0 0,1 0-1 0 0,-1 0 1 0 0,1 0 0 0 0,-1 0-1 0 0,1 1 1 0 0,6-3-1 0 0,2 0-269 0 0</inkml:trace>
</inkml:ink>
</file>

<file path=ppt/ink/ink1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04:00.90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16 125 3225 0 0,'-1'0'47'0'0,"1"1"0"0"0,0-1 1 0 0,-1 0-1 0 0,1 0 0 0 0,0 0 0 0 0,-1 0 1 0 0,1 1-1 0 0,-1-1 0 0 0,1 0 1 0 0,0 0-1 0 0,-1 0 0 0 0,1 0 0 0 0,-1 0 1 0 0,1 0-1 0 0,-1 0 0 0 0,1 0 0 0 0,0 0 1 0 0,-1 0-1 0 0,1-1 0 0 0,-1 1 1 0 0,1 0-1 0 0,0 0 0 0 0,-1 0 0 0 0,1 0 1 0 0,0-1-1 0 0,-1 1 0 0 0,1 0 1 0 0,0 0-1 0 0,-1-1 0 0 0,1 1 0 0 0,0 0 1 0 0,-1 0-1 0 0,1-1 0 0 0,0 1 1 0 0,0 0-1 0 0,-1-1 0 0 0,1 1 0 0 0,0 0 1 0 0,0-1-1 0 0,0 1 0 0 0,-1-1 1 0 0,1 1-1 0 0,0 0 0 0 0,0-1 0 0 0,0 1 1 0 0,0-1-1 0 0,0 1 0 0 0,0 0 0 0 0,0-1 1 0 0,0 1-1 0 0,0-1 0 0 0,0 1 1 0 0,0-1-1 0 0,0 1 0 0 0,0 0 0 0 0,0-1 1 0 0,0 1-1 0 0,1-1 0 0 0,-1 1 1 0 0,0 0-1 0 0,0-1 0 0 0,12-24 2125 0 0,-2 14-2774 0 0,1 2-1 0 0,1-1 0 0 0,0 1 0 0 0,19-10 0 0 0,-6 3-1138 0 0,-6 4 1289 0 0</inkml:trace>
</inkml:ink>
</file>

<file path=ppt/ink/ink1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04:01.68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60 1 3681 0 0,'-3'1'303'0'0,"0"0"-1"0"0,-1 0 1 0 0,1 0 0 0 0,0 1 0 0 0,0-1 0 0 0,0 1 0 0 0,0 0 0 0 0,0 0-1 0 0,1 0 1 0 0,-1 0 0 0 0,1 0 0 0 0,-1 1 0 0 0,1-1 0 0 0,0 1 0 0 0,0-1-1 0 0,0 1 1 0 0,0 0 0 0 0,0 0 0 0 0,1 0 0 0 0,-1 0 0 0 0,1 0-1 0 0,0 0 1 0 0,0 0 0 0 0,0 1 0 0 0,0-1 0 0 0,0 0 0 0 0,1 1 0 0 0,0-1-1 0 0,-1 1 1 0 0,1-1 0 0 0,0 0 0 0 0,1 1 0 0 0,0 3 0 0 0,3 95 1967 0 0,-1 14-1509 0 0,5 0 0 0 0,27 132 1 0 0,-31-230-829 0 0,1 0 0 0 0,13 31 0 0 0,11 3-3669 0 0,-26-47 2240 0 0</inkml:trace>
</inkml:ink>
</file>

<file path=ppt/ink/ink1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04:02.05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43 1376 0 0,'20'-2'7866'0'0,"22"9"-4985"0"0,-30-2-2230 0 0,-2 0 1 0 0,21 13 0 0 0,-24-13-408 0 0,1 0-1 0 0,0-1 0 0 0,1 1 0 0 0,-1-2 1 0 0,15 5-1 0 0,-22-8-217 0 0,0 0 0 0 0,0 0 0 0 0,1 0 0 0 0,-1 0 0 0 0,0 0 1 0 0,0 0-1 0 0,0 0 0 0 0,0-1 0 0 0,0 1 0 0 0,0-1 0 0 0,0 1 0 0 0,0-1 0 0 0,0 1 0 0 0,0-1 0 0 0,0 1 1 0 0,0-1-1 0 0,0 0 0 0 0,0 0 0 0 0,0 1 0 0 0,-1-1 0 0 0,1 0 0 0 0,0 0 0 0 0,-1 0 0 0 0,1 0 0 0 0,0 0 1 0 0,-1 0-1 0 0,1 0 0 0 0,-1 0 0 0 0,0 0 0 0 0,1 0 0 0 0,-1 0 0 0 0,1-2 0 0 0,8-42-417 0 0,-8 38 22 0 0,2-9-1071 0 0,0 0-3733 0 0</inkml:trace>
</inkml:ink>
</file>

<file path=ppt/ink/ink1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04:02.45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8 0 8290 0 0,'-1'2'167'0'0,"0"-1"0"0"0,0 1 0 0 0,0 0 0 0 0,0-1 1 0 0,1 1-1 0 0,-1 0 0 0 0,1 0 0 0 0,-1 0 0 0 0,1-1 1 0 0,0 1-1 0 0,0 0 0 0 0,-1 0 0 0 0,1 0 0 0 0,1 0 0 0 0,-1-1 1 0 0,0 3-1 0 0,7 38 883 0 0,-4-27-605 0 0,8 37-86 0 0,2 1 1 0 0,22 58 0 0 0,23 28-2502 0 0,-50-122 1036 0 0</inkml:trace>
</inkml:ink>
</file>

<file path=ppt/ink/ink1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04:02.82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94 6449 0 0,'0'-2'93'0'0,"-1"0"0"0"0,1 1 0 0 0,0-1 0 0 0,1 0 0 0 0,-1 0-1 0 0,0 0 1 0 0,0 0 0 0 0,1 0 0 0 0,-1 1 0 0 0,1-1-1 0 0,0 0 1 0 0,0 0 0 0 0,-1 1 0 0 0,1-1 0 0 0,0 0 0 0 0,0 1-1 0 0,0-1 1 0 0,1 1 0 0 0,-1 0 0 0 0,0-1 0 0 0,0 1 0 0 0,1 0-1 0 0,-1-1 1 0 0,1 1 0 0 0,2-1 0 0 0,42-31 1158 0 0,-42 31-1379 0 0,-1 0 0 0 0,1 0-1 0 0,0 0 1 0 0,-1 0 0 0 0,1 1-1 0 0,0-1 1 0 0,0 1 0 0 0,0 0 0 0 0,0 0-1 0 0,1 1 1 0 0,-1-1 0 0 0,0 1 0 0 0,0 0-1 0 0,0 0 1 0 0,0 0 0 0 0,1 1-1 0 0,-1-1 1 0 0,0 1 0 0 0,0 0 0 0 0,6 3-1 0 0,-5-2 183 0 0</inkml:trace>
</inkml:ink>
</file>

<file path=ppt/ink/ink1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04:03.17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84 7834 0 0,'1'-3'128'0'0,"1"0"0"0"0,0 0 0 0 0,0 0 0 0 0,0 1 0 0 0,0-1 0 0 0,0 0 0 0 0,1 1 0 0 0,-1 0 0 0 0,1 0 0 0 0,-1-1 0 0 0,7-2 0 0 0,35-20 389 0 0,-35 21-629 0 0,17-8-136 0 0,-20 10-545 0 0,0 0-1 0 0,1 1 1 0 0,-1 0-1 0 0,0 0 1 0 0,1 0-1 0 0,-1 1 1 0 0,12 0-1 0 0,-8 0 672 0 0</inkml:trace>
</inkml:ink>
</file>

<file path=ppt/ink/ink1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04:03.51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70 2761 0 0,'0'-3'248'0'0,"1"1"1"0"0,0-1 0 0 0,0 0 0 0 0,0 1 0 0 0,1-1 0 0 0,-1 1 0 0 0,0-1 0 0 0,1 1 0 0 0,0 0 0 0 0,-1 0 0 0 0,1 0-1 0 0,0-1 1 0 0,0 2 0 0 0,0-1 0 0 0,3-2 0 0 0,0-1 329 0 0,1 1-1 0 0,-1 0 1 0 0,1 1 0 0 0,0-1-1 0 0,8-3 1 0 0,-13 7-493 0 0,0-1-1 0 0,0 1 1 0 0,0-1 0 0 0,0 1 0 0 0,0 0-1 0 0,0-1 1 0 0,0 1 0 0 0,0 0 0 0 0,0 0-1 0 0,0 0 1 0 0,0 0 0 0 0,0 0 0 0 0,0 0-1 0 0,0 0 1 0 0,0 0 0 0 0,0 0 0 0 0,0 1-1 0 0,0-1 1 0 0,0 0 0 0 0,0 1 0 0 0,0-1-1 0 0,0 0 1 0 0,0 1 0 0 0,-1-1 0 0 0,1 1-1 0 0,0 0 1 0 0,0-1 0 0 0,0 1 0 0 0,0 1-1 0 0,1 0-16 0 0,-1 0-1 0 0,0 0 0 0 0,0 0 1 0 0,-1 1-1 0 0,1-1 0 0 0,0 0 1 0 0,-1 1-1 0 0,1-1 0 0 0,-1 0 1 0 0,0 1-1 0 0,0-1 0 0 0,0 3 1 0 0,-1 10-94 0 0,0-1 1 0 0,-2 1-1 0 0,-3 14 1 0 0,6-28 34 0 0,-4 12-114 0 0,2-8 55 0 0,1-1 0 0 0,-1 1 0 0 0,1 0-1 0 0,0 0 1 0 0,0-1 0 0 0,0 1 0 0 0,1 0 0 0 0,0 0-1 0 0,0 0 1 0 0,0 0 0 0 0,2 9 0 0 0,-2-14 47 0 0,1 0 1 0 0,0 1-1 0 0,-1-1 0 0 0,1 1 1 0 0,-1-1-1 0 0,1 0 0 0 0,0 1 1 0 0,-1-1-1 0 0,1 0 1 0 0,0 0-1 0 0,0 1 0 0 0,-1-1 1 0 0,1 0-1 0 0,0 0 0 0 0,-1 0 1 0 0,1 0-1 0 0,0 0 1 0 0,0 0-1 0 0,-1 0 0 0 0,1 0 1 0 0,0 0-1 0 0,0 0 1 0 0,-1-1-1 0 0,1 1 0 0 0,0 0 1 0 0,-1 0-1 0 0,1-1 0 0 0,0 1 1 0 0,-1 0-1 0 0,2-1 1 0 0,25-15 128 0 0,-21 13-73 0 0,10-7 168 0 0,45-24 374 0 0,-56 32-561 0 0,-1 0 0 0 0,2 0 0 0 0,-1 0 0 0 0,0 1 0 0 0,0 0 0 0 0,0 0 0 0 0,1 0 0 0 0,-1 0 0 0 0,0 1 0 0 0,7 0 0 0 0,-11 0-33 0 0,0 0 1 0 0,0 1-1 0 0,0-1 0 0 0,1 0 0 0 0,-1 0 1 0 0,0 1-1 0 0,0-1 0 0 0,0 1 0 0 0,0-1 1 0 0,0 1-1 0 0,0 0 0 0 0,0-1 0 0 0,0 1 1 0 0,0 0-1 0 0,0-1 0 0 0,-1 1 0 0 0,1 0 1 0 0,0 0-1 0 0,0 0 0 0 0,-1 0 0 0 0,1 0 1 0 0,0 0-1 0 0,-1 0 0 0 0,1 2 1 0 0,0 0 6 0 0,0 0 1 0 0,0 0 0 0 0,-1 0-1 0 0,0 0 1 0 0,0 1 0 0 0,0-1-1 0 0,0 0 1 0 0,0 0 0 0 0,-1 4-1 0 0,-2 8-9 0 0,-1-1 0 0 0,-1 0 0 0 0,-6 13 0 0 0,11-25-16 0 0,-8 17-303 0 0,-1-1-89 0 0</inkml:trace>
</inkml:ink>
</file>

<file path=ppt/ink/ink1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01:12.79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44 14 7834 0 0,'0'-1'147'0'0,"0"0"1"0"0,0 1 0 0 0,-1-1-1 0 0,1 0 1 0 0,0 0-1 0 0,-1 1 1 0 0,1-1 0 0 0,-1 0-1 0 0,1 1 1 0 0,-1-1 0 0 0,1 1-1 0 0,-1-1 1 0 0,1 0-1 0 0,-1 1 1 0 0,0-1 0 0 0,1 1-1 0 0,-1 0 1 0 0,0-1 0 0 0,1 1-1 0 0,-1 0 1 0 0,0-1-1 0 0,0 1 1 0 0,1 0 0 0 0,-1 0-1 0 0,0-1 1 0 0,0 1 0 0 0,1 0-1 0 0,-1 0 1 0 0,0 0 0 0 0,0 0-1 0 0,0 0 1 0 0,1 0-1 0 0,-1 0 1 0 0,0 0 0 0 0,0 1-1 0 0,1-1 1 0 0,-1 0 0 0 0,0 0-1 0 0,-1 1 1 0 0,1 0 63 0 0,0 0-1 0 0,0 0 1 0 0,-1 0 0 0 0,1 0 0 0 0,0 0 0 0 0,0 0 0 0 0,0 0 0 0 0,0 1-1 0 0,0-1 1 0 0,1 0 0 0 0,-1 1 0 0 0,0-1 0 0 0,0 1 0 0 0,1-1 0 0 0,-1 0-1 0 0,1 1 1 0 0,-1 0 0 0 0,1-1 0 0 0,0 3 0 0 0,-1 25 931 0 0,1 0-1 0 0,7 50 1 0 0,0-8-577 0 0,-2 80 109 0 0,-4-70-512 0 0,4 0 0 0 0,16 88 0 0 0,-12-136-23 0 0,22 57 0 0 0,-1-8-2801 0 0,-26-69-4809 0 0</inkml:trace>
</inkml:ink>
</file>

<file path=ppt/ink/ink1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01:13.15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1 126 8754 0 0,'0'-3'214'0'0,"1"0"0"0"0,0 0 0 0 0,0 0 0 0 0,0 0 0 0 0,0 0 0 0 0,1 0 0 0 0,-1 0 0 0 0,1 0 0 0 0,0 0 0 0 0,0 1 0 0 0,0-1 0 0 0,0 1 0 0 0,0-1 0 0 0,0 1 0 0 0,1 0 0 0 0,-1 0 0 0 0,5-3-1 0 0,50-32 2553 0 0,-51 34-2350 0 0,4-2-258 0 0,0 0 0 0 0,0 0-1 0 0,1 1 1 0 0,0 0-1 0 0,0 1 1 0 0,0 0 0 0 0,0 1-1 0 0,0 1 1 0 0,1-1-1 0 0,-1 2 1 0 0,0-1 0 0 0,1 2-1 0 0,-1-1 1 0 0,0 2-1 0 0,1-1 1 0 0,11 4 0 0 0,-8-1-773 0 0</inkml:trace>
</inkml:ink>
</file>

<file path=ppt/ink/ink1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01:13.56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16 5 8754 0 0,'0'0'109'0'0,"0"0"0"0"0,-1-1 1 0 0,1 1-1 0 0,0 0 0 0 0,0-1 1 0 0,-1 1-1 0 0,1 0 0 0 0,0 0 1 0 0,0-1-1 0 0,-1 1 0 0 0,1 0 0 0 0,0 0 1 0 0,-1-1-1 0 0,1 1 0 0 0,0 0 1 0 0,-1 0-1 0 0,1 0 0 0 0,-1 0 1 0 0,1-1-1 0 0,0 1 0 0 0,-1 0 0 0 0,1 0 1 0 0,-1 0-1 0 0,1 0 0 0 0,0 0 1 0 0,-1 0-1 0 0,1 0 0 0 0,-1 0 1 0 0,0 1-1 0 0,-4 3 5136 0 0,23 195-2868 0 0,-6-55-1129 0 0,-9-108-1163 0 0,2-1 0 0 0,16 62 0 0 0,-18-91-479 0 0</inkml:trace>
</inkml:ink>
</file>

<file path=ppt/ink/ink1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01:14.04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6 83 5529 0 0,'0'0'67'0'0,"0"0"-1"0"0,0 0 1 0 0,-1 0-1 0 0,1 0 1 0 0,0 0-1 0 0,0 0 1 0 0,0 0-1 0 0,-1 0 1 0 0,1 0-1 0 0,0 0 1 0 0,0 0-1 0 0,0 0 1 0 0,0 0-1 0 0,0 0 1 0 0,-1 0 0 0 0,1-1-1 0 0,0 1 1 0 0,0 0-1 0 0,0 0 1 0 0,0 0-1 0 0,-1 0 1 0 0,1 0-1 0 0,0 0 1 0 0,0 0-1 0 0,0 0 1 0 0,0-1-1 0 0,0 1 1 0 0,0 0-1 0 0,0 0 1 0 0,-1 0-1 0 0,1 0 1 0 0,0 0-1 0 0,0-1 1 0 0,0 1-1 0 0,0 0 1 0 0,0 0-1 0 0,0 0 1 0 0,0 0-1 0 0,0-1 1 0 0,0 1-1 0 0,0 0 1 0 0,0 0 0 0 0,0 0-1 0 0,0 0 1 0 0,0-1-1 0 0,0 1 1 0 0,0 0-1 0 0,0 0 1 0 0,0 0-1 0 0,0 0 1 0 0,0-1-1 0 0,0 1 1 0 0,0 0-1 0 0,0 0 1 0 0,1 0-1 0 0,-1 0 1 0 0,0 0-1 0 0,0-1 1 0 0,0 1-1 0 0,0 0 1 0 0,0 0-1 0 0,14-15 2251 0 0,19-13 4 0 0,-24 24-2092 0 0,-1-1 1 0 0,1 1-1 0 0,0 1 0 0 0,0 0 0 0 0,0 0 1 0 0,13-2-1 0 0,30-1-5109 0 0,-35 6 145 0 0</inkml:trace>
</inkml:ink>
</file>

<file path=ppt/ink/ink1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01:14.39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0 123 6913 0 0,'30'-26'2592'0'0,"-1"3"-925"0"0,36-25 1312 0 0,-17 26-3929 0 0,-35 18-3793 0 0</inkml:trace>
</inkml:ink>
</file>

<file path=ppt/ink/ink1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01:14.77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20 41 7370 0 0,'-4'-18'2863'0'0,"4"17"-2301"0"0,0-1 0 0 0,0 0 0 0 0,-1 1 0 0 0,1-1 0 0 0,-1 0 0 0 0,1 1 0 0 0,-1-1 1 0 0,1 1-1 0 0,-1-1 0 0 0,0 0 0 0 0,0 1 0 0 0,-1-3 0 0 0,1 6-328 0 0,0 0 1 0 0,0 0 0 0 0,0 0-1 0 0,0 0 1 0 0,0 0-1 0 0,1 0 1 0 0,-1 0 0 0 0,1 0-1 0 0,0 0 1 0 0,-1 0-1 0 0,1 2 1 0 0,9 380 1734 0 0,-7-347-1840 0 0,16 128 276 0 0,-14-143-718 0 0,1 0-1 0 0,1 0 1 0 0,1 0 0 0 0,1-1-1 0 0,13 27 1 0 0,-17-42-1245 0 0</inkml:trace>
</inkml:ink>
</file>

<file path=ppt/ink/ink1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01:15.70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9 14 3225 0 0,'-8'-2'13953'0'0,"18"-3"-7025"0"0,-5-1-9857 0 0,-4 5 2977 0 0,-1 2-54 0 0,0-1-74 0 0,-2 9-226 0 0,-1-1-778 0 0</inkml:trace>
</inkml:ink>
</file>

<file path=ppt/ink/ink1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01:16.18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33 21 1840 0 0,'0'-10'1124'0'0,"0"10"-783"0"0,0-1 0 0 0,-1 0 1 0 0,1 1-1 0 0,-1-1 0 0 0,1 1 1 0 0,0-1-1 0 0,-1 1 0 0 0,1-1 0 0 0,-1 0 1 0 0,1 1-1 0 0,-1 0 0 0 0,0-1 1 0 0,1 1-1 0 0,-1-1 0 0 0,1 1 1 0 0,-1 0-1 0 0,0-1 0 0 0,1 1 1 0 0,-1 0-1 0 0,0 0 0 0 0,1-1 0 0 0,-1 1 1 0 0,0 0-1 0 0,0 0 0 0 0,1 0 1 0 0,-1 0-1 0 0,0 0 0 0 0,1 0 1 0 0,-1 0-1 0 0,0 0 0 0 0,0 0 0 0 0,1 0 1 0 0,-1 1-1 0 0,0-1 0 0 0,1 0 1 0 0,-1 0-1 0 0,-1 1 0 0 0,2 0-190 0 0,-1 0 0 0 0,0-1-1 0 0,1 1 1 0 0,-1 0 0 0 0,1 0-1 0 0,-1-1 1 0 0,1 1 0 0 0,-1 0-1 0 0,1 0 1 0 0,0 0 0 0 0,-1 0-1 0 0,1 0 1 0 0,0 0 0 0 0,0 0-1 0 0,0 0 1 0 0,0 1 0 0 0,-2 23 685 0 0,1-1 0 0 0,5 41 1 0 0,-3-54-963 0 0,1 0 1 0 0,0 0-1 0 0,1 0 1 0 0,0-1 0 0 0,0 1-1 0 0,1-1 1 0 0,1 0-1 0 0,7 13 1 0 0,-11-23-64 0 0,-1 1-1 0 0,0 0 1 0 0,1-1-1 0 0,-1 1 1 0 0,0-1 0 0 0,1 1-1 0 0,-1-1 1 0 0,1 1 0 0 0,-1-1-1 0 0,1 1 1 0 0,-1-1-1 0 0,1 0 1 0 0,0 1 0 0 0,-1-1-1 0 0,1 0 1 0 0,-1 1 0 0 0,1-1-1 0 0,0 0 1 0 0,-1 0-1 0 0,1 0 1 0 0,0 1 0 0 0,-1-1-1 0 0,2 0 1 0 0,0-1-1298 0 0</inkml:trace>
</inkml:ink>
</file>

<file path=ppt/ink/ink1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01:16.51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22 33 1368 0 0,'-16'-13'1963'0'0,"15"12"-1780"0"0,1 1 0 0 0,0-1 1 0 0,-1 1-1 0 0,1 0 0 0 0,-1-1 0 0 0,1 1 1 0 0,0-1-1 0 0,-1 1 0 0 0,1-1 0 0 0,0 1 1 0 0,0-1-1 0 0,-1 1 0 0 0,1-1 0 0 0,0 1 1 0 0,0-1-1 0 0,0 0 0 0 0,0 1 0 0 0,-1-1 0 0 0,1 1 1 0 0,0-1-1 0 0,0 1 0 0 0,0-1 0 0 0,0 0 1 0 0,1 1-1 0 0,-1-1 0 0 0,0 1 0 0 0,0-1 1 0 0,0 1-1 0 0,0-1 0 0 0,0 0 0 0 0,1 1 1 0 0,-1-1-1 0 0,0 1 0 0 0,1-1 0 0 0,-1 0 0 0 0,20 19-320 0 0,-12-15 77 0 0</inkml:trace>
</inkml:ink>
</file>

<file path=ppt/ink/ink1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01:16.85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20 3225 0 0,'0'-1'172'0'0,"0"0"1"0"0,0 1 0 0 0,1-1-1 0 0,-1 0 1 0 0,0 0 0 0 0,1 1 0 0 0,-1-1-1 0 0,1 0 1 0 0,-1 1 0 0 0,1-1-1 0 0,-1 1 1 0 0,1-1 0 0 0,0 0-1 0 0,-1 1 1 0 0,1-1 0 0 0,-1 1 0 0 0,1 0-1 0 0,0-1 1 0 0,0 1 0 0 0,-1-1-1 0 0,1 1 1 0 0,0 0 0 0 0,0 0-1 0 0,-1-1 1 0 0,1 1 0 0 0,0 0 0 0 0,1 0-1 0 0,-1 0 37 0 0,0 1-1 0 0,0-1 0 0 0,0 1 1 0 0,1-1-1 0 0,-1 1 0 0 0,0 0 1 0 0,0-1-1 0 0,0 1 1 0 0,0 0-1 0 0,0 0 0 0 0,0 0 1 0 0,-1 0-1 0 0,1-1 0 0 0,0 1 1 0 0,1 2-1 0 0,1 2 286 0 0,0 0 0 0 0,0 1 0 0 0,0-1 0 0 0,-1 0-1 0 0,0 1 1 0 0,2 9 0 0 0,2 20 856 0 0,-4-15-965 0 0,2 0 0 0 0,6 21 0 0 0,-11-48-434 0 0,0 0 1 0 0,1 0 0 0 0,0 0-1 0 0,1 0 1 0 0,-1 0-1 0 0,1 0 1 0 0,1 0 0 0 0,-1 0-1 0 0,1 0 1 0 0,4-11 0 0 0,-3 11-1 0 0,0-1 1 0 0,0 1-1 0 0,0-1 1 0 0,1 1 0 0 0,0 0-1 0 0,1 0 1 0 0,0 1 0 0 0,0-1-1 0 0,0 1 1 0 0,9-8-1 0 0,-13 13 64 0 0,0 0 0 0 0,1 0 0 0 0,-1 0 0 0 0,0 0 0 0 0,1 0 0 0 0,-1 1 0 0 0,1-1 0 0 0,-1 0 0 0 0,1 1 0 0 0,-1-1 0 0 0,1 1 1 0 0,-1 0-1 0 0,1-1 0 0 0,-1 1 0 0 0,1 0 0 0 0,0 0 0 0 0,-1 0 0 0 0,1 0 0 0 0,-1 0 0 0 0,1 1 0 0 0,3 0 0 0 0,-3 0 38 0 0,0 0 1 0 0,0 0 0 0 0,0 1 0 0 0,0-1 0 0 0,0 1 0 0 0,-1-1 0 0 0,1 1 0 0 0,0 0 0 0 0,-1 0 0 0 0,1 0 0 0 0,-1 0 0 0 0,0 0 0 0 0,2 2 0 0 0,3 9 221 0 0,0 0 0 0 0,-2 0 0 0 0,1 1 1 0 0,2 14-1 0 0,-5-18-215 0 0,5 18-112 0 0,-2-8-508 0 0,0 1-1 0 0,2-1 0 0 0,10 24 0 0 0,-9-31-5435 0 0</inkml:trace>
</inkml:ink>
</file>

<file path=ppt/ink/ink1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01:17.95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11 6913 0 0,'3'-10'6324'0'0,"-2"10"-6223"0"0,-1-1 0 0 0,1 1 0 0 0,0 0 0 0 0,-1 0-1 0 0,1 0 1 0 0,-1 0 0 0 0,1 0 0 0 0,-1 1 0 0 0,1-1-1 0 0,0 0 1 0 0,-1 0 0 0 0,1 0 0 0 0,-1 0 0 0 0,1 1 0 0 0,-1-1-1 0 0,1 0 1 0 0,-1 0 0 0 0,1 1 0 0 0,-1-1 0 0 0,1 0 0 0 0,-1 1-1 0 0,0-1 1 0 0,1 1 0 0 0,20 22 445 0 0,0 16 186 0 0,-1 0-1 0 0,21 61 0 0 0,19 90 21 0 0,-32-95-605 0 0,-26-87-260 0 0,1 1-283 0 0,0 0 0 0 0,-1 0 0 0 0,0 0 0 0 0,1 16 1 0 0,-4-23-2679 0 0</inkml:trace>
</inkml:ink>
</file>

<file path=ppt/ink/ink1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01:18.46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1 111 456 0 0,'1'-6'396'0'0,"1"0"0"0"0,0 0 0 0 0,0 1 0 0 0,1-1 0 0 0,0 1 0 0 0,0 0 1 0 0,0-1-1 0 0,0 1 0 0 0,5-5 0 0 0,2-5 1407 0 0,-7 12-1248 0 0,0 0 0 0 0,1 0 0 0 0,-1 0 0 0 0,0 0 0 0 0,1 1 0 0 0,0 0 0 0 0,-1-1 0 0 0,8-2 0 0 0,-9 4-359 0 0,0 0-1 0 0,0 0 0 0 0,1 0 0 0 0,-1 0 0 0 0,1 0 0 0 0,-1 0 0 0 0,1 1 1 0 0,-1-1-1 0 0,1 1 0 0 0,0-1 0 0 0,-1 1 0 0 0,1 0 0 0 0,0 0 0 0 0,-1 1 1 0 0,5 0-1 0 0,-6-1-137 0 0,0 1 0 0 0,0 0 1 0 0,0 0-1 0 0,-1 0 1 0 0,1 0-1 0 0,0 0 0 0 0,0 0 1 0 0,-1 0-1 0 0,1 0 1 0 0,-1 0-1 0 0,1 1 0 0 0,-1-1 1 0 0,0 0-1 0 0,1 0 0 0 0,-1 0 1 0 0,0 1-1 0 0,0-1 1 0 0,1 0-1 0 0,-1 0 0 0 0,0 1 1 0 0,0-1-1 0 0,-1 0 1 0 0,1 0-1 0 0,0 1 0 0 0,-1 1 1 0 0,-9 35 143 0 0,9-36-165 0 0,-14 38 51 0 0,-2-2 0 0 0,-37 61 0 0 0,39-74 149 0 0,15-24-202 0 0,-1 0 0 0 0,0 0 0 0 0,1 0 0 0 0,-1 0 0 0 0,0 0 0 0 0,1 0 0 0 0,-1 0 0 0 0,1 1 0 0 0,0-1 0 0 0,-1 0 0 0 0,1 0 0 0 0,0 1 0 0 0,0-1 0 0 0,0 0 0 0 0,0 0 1 0 0,0 0-1 0 0,0 1 0 0 0,0-1 0 0 0,0 0 0 0 0,1 3 0 0 0,0-4-12 0 0,-1 1 0 0 0,1 0 0 0 0,0-1 0 0 0,-1 1 1 0 0,1-1-1 0 0,0 1 0 0 0,0-1 0 0 0,-1 1 0 0 0,1-1 0 0 0,0 0 1 0 0,0 1-1 0 0,0-1 0 0 0,0 0 0 0 0,0 1 0 0 0,-1-1 0 0 0,1 0 1 0 0,0 0-1 0 0,0 0 0 0 0,0 0 0 0 0,0 0 0 0 0,1 0 0 0 0,9-1 225 0 0,1-1-1 0 0,-1 0 1 0 0,18-6 0 0 0,-16 5 199 0 0,10-2 157 0 0,-1 0 1 0 0,37-1 0 0 0,-53 5-618 0 0,0 1-1 0 0,0 0 1 0 0,0 0 0 0 0,0 1 0 0 0,0 0 0 0 0,0 0-1 0 0,0 0 1 0 0,0 0 0 0 0,0 1 0 0 0,-1 0 0 0 0,1 1 0 0 0,0-1-1 0 0,-1 1 1 0 0,0 0 0 0 0,6 4 0 0 0,-9-4-314 0 0,0-1-1 0 0,0 1 1 0 0,0-1 0 0 0,0 1-1 0 0,0-1 1 0 0,-1 1 0 0 0,0 0 0 0 0,1 0-1 0 0,0 4 1 0 0,2 6-6128 0 0</inkml:trace>
</inkml:ink>
</file>

<file path=ppt/ink/ink1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01:18.88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95 3225 0 0,'0'-6'534'0'0,"1"0"0"0"0,0-1 1 0 0,0 1-1 0 0,1 0 1 0 0,0 0-1 0 0,0 0 0 0 0,1 0 1 0 0,-1 0-1 0 0,6-7 0 0 0,-7 11-367 0 0,-1 0 0 0 0,1 1-1 0 0,0-1 1 0 0,0 1 0 0 0,0-1-1 0 0,0 1 1 0 0,0 0 0 0 0,0-1 0 0 0,1 1-1 0 0,-1 0 1 0 0,0 0 0 0 0,1 0-1 0 0,-1 0 1 0 0,1 0 0 0 0,-1 0-1 0 0,1 0 1 0 0,-1 0 0 0 0,1 1-1 0 0,0-1 1 0 0,-1 1 0 0 0,1-1-1 0 0,0 1 1 0 0,0-1 0 0 0,-1 1-1 0 0,1 0 1 0 0,0 0 0 0 0,0 0-1 0 0,-1 0 1 0 0,1 0 0 0 0,0 0-1 0 0,0 1 1 0 0,-1-1 0 0 0,1 1-1 0 0,0-1 1 0 0,-1 1 0 0 0,1 0-1 0 0,0-1 1 0 0,-1 1 0 0 0,2 1-1 0 0,0 0-55 0 0,0 1-1 0 0,-1 0 1 0 0,1-1-1 0 0,-1 1 1 0 0,0 0-1 0 0,0 0 1 0 0,0 1-1 0 0,0-1 1 0 0,0 0-1 0 0,-1 1 1 0 0,1-1-1 0 0,-1 1 1 0 0,0-1-1 0 0,0 1 1 0 0,0-1-1 0 0,-1 1 1 0 0,1 5-1 0 0,0 10 11 0 0,0 0-1 0 0,-3 20 0 0 0,2-27-21 0 0,-5 45 193 0 0,2-34 57 0 0,1 0 0 0 0,2 0 0 0 0,1 24 0 0 0,-1-47-312 0 0,0 1 1 0 0,1-1-1 0 0,-1 0 0 0 0,0 1 0 0 0,0-1 0 0 0,0 1 1 0 0,1-1-1 0 0,-1 1 0 0 0,0-1 0 0 0,1 0 0 0 0,-1 1 0 0 0,0-1 1 0 0,1 0-1 0 0,-1 1 0 0 0,1-1 0 0 0,-1 0 0 0 0,0 1 1 0 0,1-1-1 0 0,-1 0 0 0 0,1 0 0 0 0,-1 0 0 0 0,1 1 1 0 0,-1-1-1 0 0,1 0 0 0 0,-1 0 0 0 0,1 0 0 0 0,-1 0 1 0 0,1 0-1 0 0,-1 0 0 0 0,1 0 0 0 0,-1 0 0 0 0,1 0 1 0 0,-1 0-1 0 0,1 0 0 0 0,-1 0 0 0 0,1-1 0 0 0,-1 1 1 0 0,1 0-1 0 0,-1 0 0 0 0,1 0 0 0 0,-1-1 0 0 0,0 1 0 0 0,1 0 1 0 0,0-1-1 0 0,24-12 372 0 0,-23 12-302 0 0,49-35 315 0 0,-32 22-336 0 0,37-23 1 0 0,-50 34-577 0 0,-1 1 1 0 0,1-1-1 0 0,0 1 0 0 0,0 0 1 0 0,0 0-1 0 0,0 1 0 0 0,0 0 1 0 0,0 0-1 0 0,0 0 0 0 0,0 1 0 0 0,12 0 1 0 0,-7 2-5566 0 0</inkml:trace>
</inkml:ink>
</file>

<file path=ppt/ink/ink1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01:19.39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124 106 5985 0 0,'-36'10'847'0'0,"-52"14"5292"0"0,159-44-744 0 0,16-5-4450 0 0,93-6 386 0 0,244-12 0 0 0,186 45-492 0 0,-455 6-687 0 0,280-21 1 0 0,-385 6-215 0 0,-23 3-61 0 0,0 1 0 0 0,0 0 1 0 0,1 3-1 0 0,33 2 0 0 0,-49 1-1727 0 0,-3 1-5594 0 0</inkml:trace>
</inkml:ink>
</file>

<file path=ppt/ink/ink1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01:20.07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1 10138 0 0,'1'0'203'0'0,"-1"0"-1"0"0,0-1 1 0 0,0 1-1 0 0,1 0 1 0 0,-1 0-1 0 0,0 0 1 0 0,1 1-1 0 0,-1-1 1 0 0,0 0-1 0 0,0 0 1 0 0,1 0-1 0 0,-1 0 1 0 0,0 0-1 0 0,0 0 1 0 0,1 0-1 0 0,-1 0 1 0 0,0 0-1 0 0,0 1 1 0 0,1-1 0 0 0,-1 0-1 0 0,0 0 1 0 0,0 0-1 0 0,0 0 1 0 0,1 1-1 0 0,-1-1 1 0 0,0 0-1 0 0,0 0 1 0 0,0 1-1 0 0,0-1 1 0 0,1 0-1 0 0,-1 0 1 0 0,0 1-1 0 0,0-1 1 0 0,0 0-1 0 0,0 1 1 0 0,11 19 1748 0 0,7 27-2149 0 0,-16-43 796 0 0,23 63-124 0 0,-2 1 0 0 0,-3 1 1 0 0,20 134-1 0 0,-39-180-1849 0 0,-1-15-1497 0 0</inkml:trace>
</inkml:ink>
</file>

<file path=ppt/ink/ink1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01:20.46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1 157 456 0 0,'22'-29'2759'0'0,"1"1"1"0"0,49-45-1 0 0,-69 70-2282 0 0,0 0 0 0 0,1 0 0 0 0,0 0 0 0 0,0 0 0 0 0,0 0 0 0 0,0 1 0 0 0,7-3 0 0 0,-11 4-376 0 0,1 1 0 0 0,0 0 1 0 0,-1 0-1 0 0,1 0 0 0 0,0 0 0 0 0,-1 0 1 0 0,1 0-1 0 0,0 0 0 0 0,-1 0 0 0 0,1 0 1 0 0,0 0-1 0 0,-1 0 0 0 0,1 0 0 0 0,0 0 1 0 0,-1 0-1 0 0,1 1 0 0 0,-1-1 0 0 0,1 0 1 0 0,0 0-1 0 0,-1 1 0 0 0,1-1 1 0 0,-1 0-1 0 0,1 1 0 0 0,0 0-11 0 0,0 1 0 0 0,0-1 0 0 0,0 0 0 0 0,-1 1 0 0 0,1-1 0 0 0,-1 0-1 0 0,1 1 1 0 0,-1-1 0 0 0,1 1 0 0 0,-1-1 0 0 0,0 0 0 0 0,1 1 0 0 0,-1-1 0 0 0,0 4 0 0 0,-1 17 75 0 0,0-1 0 0 0,-1 1-1 0 0,-2 0 1 0 0,0-1 0 0 0,-1 1 0 0 0,-1-1 0 0 0,-1 0 0 0 0,-1-1 0 0 0,-1 0-1 0 0,-1 0 1 0 0,0-1 0 0 0,-16 21 0 0 0,24-37-115 0 0,0-1 1 0 0,0 0 0 0 0,1 1-1 0 0,-1-1 1 0 0,1 1-1 0 0,-1-1 1 0 0,1 1-1 0 0,0 0 1 0 0,0 0-1 0 0,0-1 1 0 0,0 4-1 0 0,1-5 9 0 0,1 0 1 0 0,-1 0-1 0 0,0 0 0 0 0,1 0 0 0 0,-1 0 0 0 0,1 0 1 0 0,-1 0-1 0 0,1 0 0 0 0,-1 0 0 0 0,1 0 1 0 0,0 0-1 0 0,0 0 0 0 0,-1-1 0 0 0,1 1 1 0 0,0 0-1 0 0,0-1 0 0 0,0 1 0 0 0,0 0 0 0 0,0-1 1 0 0,0 1-1 0 0,0-1 0 0 0,0 1 0 0 0,0-1 1 0 0,0 0-1 0 0,0 1 0 0 0,0-1 0 0 0,0 0 0 0 0,0 0 1 0 0,0 0-1 0 0,0 0 0 0 0,0 0 0 0 0,3 0 0 0 0,122 14 953 0 0,-41-13-7491 0 0,-73-1 628 0 0</inkml:trace>
</inkml:ink>
</file>

<file path=ppt/ink/ink1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01:21.85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30 20 3225 0 0,'-2'-5'-307'0'0,"-1"-9"16697"0"0,20 14-16381 0 0,-14 0 3149 0 0,-24 2-2940 0 0,20-2-218 0 0,0 1 488 0 0,-7 8-385 0 0,7-8-87 0 0,0-1 1 0 0,1 1-1 0 0,-1-1 1 0 0,0 1-1 0 0,0-1 0 0 0,0 1 1 0 0,1-1-1 0 0,-1 1 0 0 0,0 0 1 0 0,1 0-1 0 0,-1-1 0 0 0,1 1 1 0 0,-1 0-1 0 0,1 0 0 0 0,-1 0 1 0 0,1-1-1 0 0,-1 1 1 0 0,1 0-1 0 0,0 0 0 0 0,-1 0 1 0 0,1 0-1 0 0,0 0 0 0 0,0 0 1 0 0,0 2-1 0 0,29 135 142 0 0,-21-90-157 0 0,3-1 1 0 0,1 0-1 0 0,2-1 0 0 0,24 53 0 0 0,-14-60-582 0 0,-10-26-6243 0 0</inkml:trace>
</inkml:ink>
</file>

<file path=ppt/ink/ink1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01:22.21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86 6913 0 0,'8'-8'6988'0'0,"17"-11"-5063"0"0,-14 11-1310 0 0,1 0-1 0 0,0 2 1 0 0,0-1 0 0 0,1 2-1 0 0,0-1 1 0 0,17-4 0 0 0,-16 7-1300 0 0,-1 1 0 0 0,1 0 0 0 0,23 0 0 0 0,-21 2-5630 0 0</inkml:trace>
</inkml:ink>
</file>

<file path=ppt/ink/ink1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01:22.53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41 5 3681 0 0,'-1'0'316'0'0,"0"-1"0"0"0,0 1 0 0 0,0-1 0 0 0,0 1-1 0 0,0-1 1 0 0,0 1 0 0 0,0 0 0 0 0,0-1 0 0 0,0 1 0 0 0,0 0 0 0 0,0 0 0 0 0,0 0 0 0 0,0 0 0 0 0,0 0 0 0 0,-1 0 0 0 0,1 0 0 0 0,0 0 0 0 0,0 0 0 0 0,0 0 0 0 0,0 1-1 0 0,0-1 1 0 0,0 0 0 0 0,0 1 0 0 0,0-1 0 0 0,-1 1 0 0 0,1 1 10 0 0,0-1-1 0 0,-1 0 1 0 0,1 1 0 0 0,0-1-1 0 0,1 1 1 0 0,-1-1 0 0 0,0 1-1 0 0,0 0 1 0 0,1-1 0 0 0,-1 1-1 0 0,1 0 1 0 0,-1-1 0 0 0,1 1-1 0 0,0 2 1 0 0,-1 10 596 0 0,0 0 0 0 0,2 0-1 0 0,2 18 1 0 0,-2-20-563 0 0,2 17 48 0 0,9 37 0 0 0,8-5-2756 0 0,-10-42-4627 0 0</inkml:trace>
</inkml:ink>
</file>

<file path=ppt/ink/ink1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01:22.87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4 3 1368 0 0,'-4'-2'8113'0'0,"6"8"-4417"0"0,-1 1-5008 0 0,23 175 9632 0 0,0-6-8005 0 0,-23-170-459 0 0,3 25-1979 0 0,3-14-2288 0 0,-5-15 2880 0 0</inkml:trace>
</inkml:ink>
</file>

<file path=ppt/ink/ink1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01:23.22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1 112 3201 0 0,'0'-4'120'0'0,"1"0"0"0"0,0-1 0 0 0,1 1 0 0 0,-1 0 0 0 0,1 0 0 0 0,-1 0 0 0 0,1 0 0 0 0,0 1 0 0 0,1-1 1 0 0,-1 0-1 0 0,1 1 0 0 0,-1-1 0 0 0,1 1 0 0 0,0 0 0 0 0,1 0 0 0 0,3-3 0 0 0,-1 0 453 0 0,1 1-1 0 0,0 0 1 0 0,0 1 0 0 0,0-1-1 0 0,1 1 1 0 0,-1 0 0 0 0,13-3-1 0 0,-18 6-509 0 0,0 0-1 0 0,0 0 0 0 0,0 1 1 0 0,0-1-1 0 0,1 1 0 0 0,-1-1 0 0 0,0 1 1 0 0,0 0-1 0 0,0 0 0 0 0,1 0 1 0 0,-1 0-1 0 0,0 0 0 0 0,0 1 0 0 0,1-1 1 0 0,-1 1-1 0 0,0-1 0 0 0,0 1 1 0 0,0 0-1 0 0,0 0 0 0 0,0 0 1 0 0,0 0-1 0 0,0 0 0 0 0,0 0 0 0 0,0 0 1 0 0,-1 1-1 0 0,1-1 0 0 0,0 1 1 0 0,-1-1-1 0 0,1 1 0 0 0,-1 0 0 0 0,0 0 1 0 0,1 0-1 0 0,-1-1 0 0 0,0 1 1 0 0,0 0-1 0 0,0 0 0 0 0,0 1 0 0 0,-1-1 1 0 0,1 0-1 0 0,0 0 0 0 0,-1 0 1 0 0,0 0-1 0 0,1 5 0 0 0,0 2-100 0 0,-1 1-1 0 0,0 0 1 0 0,0-1 0 0 0,-1 1-1 0 0,0 0 1 0 0,-1-1-1 0 0,0 1 1 0 0,-6 16 0 0 0,5-19 218 0 0,-23 49-740 0 0,25-54 836 0 0,0 1-1 0 0,0-1 1 0 0,0 0-1 0 0,-1 0 0 0 0,1 0 1 0 0,-1 0-1 0 0,0 0 1 0 0,1 0-1 0 0,-1-1 1 0 0,0 1-1 0 0,0 0 1 0 0,0-1-1 0 0,0 0 1 0 0,0 1-1 0 0,-1-1 0 0 0,1 0 1 0 0,0 0-1 0 0,-1 0 1 0 0,1 0-1 0 0,-4 0 1 0 0,9 1 27 0 0,1-1 1 0 0,0 1-1 0 0,0 0 1 0 0,-1 0-1 0 0,1 1 1 0 0,-1-1-1 0 0,4 4 1 0 0,6 4 7 0 0,-9-8-349 0 0,19 13 533 0 0,48 21 0 0 0,-22-23-1503 0 0,-40-11 120 0 0,0-2 0 0 0,1 1 0 0 0,-1-1-1 0 0,9-1 1 0 0,-6 0-775 0 0</inkml:trace>
</inkml:ink>
</file>

<file path=ppt/ink/ink1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01:23.66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46 9674 0 0,'3'-3'390'0'0,"3"-3"539"0"0,0 0 1 0 0,0 1-1 0 0,0 0 1 0 0,1 0-1 0 0,11-7 1 0 0,-17 11-819 0 0,0 1 0 0 0,0-1 0 0 0,0 1 1 0 0,0 0-1 0 0,0-1 0 0 0,0 1 0 0 0,1 0 1 0 0,-1 0-1 0 0,0 0 0 0 0,0 0 1 0 0,0 0-1 0 0,0 0 0 0 0,0 0 0 0 0,0 0 1 0 0,0 0-1 0 0,0 0 0 0 0,1 1 0 0 0,-1-1 1 0 0,0 0-1 0 0,1 2 0 0 0,0-1-50 0 0,-1 0 1 0 0,1 1-1 0 0,-1-1 0 0 0,0 0 0 0 0,0 1 0 0 0,0 0 1 0 0,0-1-1 0 0,0 1 0 0 0,0 0 0 0 0,0-1 0 0 0,-1 1 0 0 0,1 0 1 0 0,-1 0-1 0 0,1 0 0 0 0,-1-1 0 0 0,1 5 0 0 0,1 15 286 0 0,-1 0 0 0 0,-1 0 0 0 0,-1 0-1 0 0,-7 41 1 0 0,-1 13 107 0 0,9-74-441 0 0,0 0 0 0 0,-1 0 0 0 0,1 0 0 0 0,0-1 0 0 0,0 1 0 0 0,0 0 0 0 0,0 0 0 0 0,0 0 0 0 0,0-1 0 0 0,1 1 0 0 0,-1 0 0 0 0,0 0 0 0 0,0 0 0 0 0,1-1 0 0 0,-1 1 0 0 0,0 0 0 0 0,1 0 0 0 0,-1-1 0 0 0,0 1 0 0 0,1 0 0 0 0,-1-1 0 0 0,1 1 0 0 0,-1 0 0 0 0,1-1 0 0 0,0 1 0 0 0,-1-1 0 0 0,1 1 0 0 0,1 0 0 0 0,-1-1 17 0 0,1 0 0 0 0,-1 1-1 0 0,1-1 1 0 0,-1 0 0 0 0,1 0-1 0 0,0-1 1 0 0,-1 1 0 0 0,1 0-1 0 0,-1 0 1 0 0,1-1 0 0 0,-1 1 0 0 0,0-1-1 0 0,1 1 1 0 0,1-2 0 0 0,9-4 158 0 0,-1-1 0 0 0,20-15 1 0 0,-25 18-196 0 0,0 0-71 0 0,11-9-266 0 0,0 0 0 0 0,1 1-1 0 0,0 2 1 0 0,1 0 0 0 0,34-14 0 0 0,-40 21-7024 0 0</inkml:trace>
</inkml:ink>
</file>

<file path=ppt/ink/ink1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01:24.95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72 0 9674 0 0,'-19'53'11528'0'0,"0"22"-9193"0"0,-12 86-5918 0 0,29-150 2329 0 0</inkml:trace>
</inkml:ink>
</file>

<file path=ppt/ink/ink1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01:25.29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22 3 10594 0 0,'-1'-1'130'0'0,"1"1"0"0"0,-1 0 0 0 0,1 0 0 0 0,-1 0 0 0 0,1-1 0 0 0,0 1-1 0 0,-1 0 1 0 0,1 0 0 0 0,-1 0 0 0 0,1 0 0 0 0,-1 0 0 0 0,1 0 0 0 0,-1 0 0 0 0,1 0 0 0 0,-1 0-1 0 0,1 0 1 0 0,-1 0 0 0 0,1 0 0 0 0,-1 0 0 0 0,1 0 0 0 0,-1 0 0 0 0,1 0 0 0 0,0 1-1 0 0,-1-1 1 0 0,1 0 0 0 0,-1 0 0 0 0,1 1 0 0 0,0-1 0 0 0,-1 0 0 0 0,1 0 0 0 0,-1 1 0 0 0,1-1-1 0 0,0 0 1 0 0,-1 1 0 0 0,1 0 0 0 0,-6 21 3442 0 0,8 6-2334 0 0,3-9-3564 0 0,6-5 1358 0 0,-6-10 938 0 0</inkml:trace>
</inkml:ink>
</file>

<file path=ppt/ink/ink1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01:25.71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0 10594 0 0,'0'0'819'0'0,"2"1"-545"0"0,-1 1 0 0 0,1-1 0 0 0,-1 0 0 0 0,1 1 0 0 0,-1-1 0 0 0,0 1-1 0 0,1-1 1 0 0,-1 1 0 0 0,0 0 0 0 0,0 0 0 0 0,0-1 0 0 0,0 1 0 0 0,-1 0 0 0 0,2 2 0 0 0,-1 0 293 0 0,15 30 810 0 0,-2 1 1 0 0,-1 0-1 0 0,12 60 1 0 0,10 115-475 0 0,11 44-643 0 0,1-103-202 0 0,-29-101-369 0 0,-2 0 0 0 0,-3 2 0 0 0,-1 0 0 0 0,4 57 0 0 0,-15-87-846 0 0</inkml:trace>
</inkml:ink>
</file>

<file path=ppt/ink/ink1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01:26.08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63 130 1840 0 0,'-10'2'4'0'0,"2"-1"789"0"0,0 1 0 0 0,0-1 0 0 0,0-1 0 0 0,-10 0 0 0 0,18 0-754 0 0,0 0 0 0 0,0 0-1 0 0,0 0 1 0 0,0 0-1 0 0,0 0 1 0 0,0 0 0 0 0,-1 0-1 0 0,1 0 1 0 0,0 0 0 0 0,0 0-1 0 0,0 0 1 0 0,0 0 0 0 0,0 0-1 0 0,0 0 1 0 0,0 0-1 0 0,-1 0 1 0 0,1 0 0 0 0,0 0-1 0 0,0 0 1 0 0,0 0 0 0 0,0 0-1 0 0,0-1 1 0 0,0 1-1 0 0,0 0 1 0 0,0 0 0 0 0,0 0-1 0 0,-1 0 1 0 0,1 0 0 0 0,0 0-1 0 0,0 0 1 0 0,0 0 0 0 0,0-1-1 0 0,0 1 1 0 0,0 0-1 0 0,0 0 1 0 0,0 0 0 0 0,0 0-1 0 0,0 0 1 0 0,0 0 0 0 0,0 0-1 0 0,0-1 1 0 0,0 1 0 0 0,0 0-1 0 0,0 0 1 0 0,0 0-1 0 0,0 0 1 0 0,0 0 0 0 0,0 0-1 0 0,0-1 1 0 0,0 1 0 0 0,0 0-1 0 0,0 0 1 0 0,0 0 0 0 0,1 0-1 0 0,-1 0 1 0 0,0 0-1 0 0,0 0 1 0 0,0 0 0 0 0,0-1-1 0 0,10-8 1300 0 0,11-6 74 0 0,4 1-730 0 0,93-46 2841 0 0,-98 51-5512 0 0,42-11 0 0 0,-43 16-2770 0 0</inkml:trace>
</inkml:ink>
</file>

<file path=ppt/ink/ink1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01:26.44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94 11058 0 0,'44'-29'3585'0'0,"-26"16"-1995"0"0,0 1-1 0 0,31-14 0 0 0,-42 23-1872 0 0,0 0-1 0 0,-1 1 1 0 0,1 0 0 0 0,12-1-1 0 0,-14 2-452 0 0,0 1 0 0 0,0 0-1 0 0,0 0 1 0 0,0 1 0 0 0,0-1-1 0 0,0 1 1 0 0,7 2 0 0 0,18 6-1866 0 0,-15-6 2534 0 0</inkml:trace>
</inkml:ink>
</file>

<file path=ppt/ink/ink1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01:26.81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34 133 2304 0 0,'-2'-1'150'0'0,"0"1"0"0"0,0-1 0 0 0,0 0 0 0 0,0 0-1 0 0,0 0 1 0 0,0 0 0 0 0,0 0 0 0 0,1 0 0 0 0,-1-1-1 0 0,0 1 1 0 0,1-1 0 0 0,-1 1 0 0 0,1-1-1 0 0,-1 1 1 0 0,1-1 0 0 0,0 0 0 0 0,0 0 0 0 0,-2-3-1 0 0,3 4 35 0 0,0-1 0 0 0,0 1 0 0 0,0-1 0 0 0,0 0 0 0 0,0 1 0 0 0,0-1 0 0 0,0 1 0 0 0,0-1 0 0 0,1 1 0 0 0,-1-1-1 0 0,0 1 1 0 0,1-1 0 0 0,0 1 0 0 0,-1-1 0 0 0,1 1 0 0 0,0-1 0 0 0,0 1 0 0 0,-1 0 0 0 0,3-2 0 0 0,3-4 404 0 0,0 1 0 0 0,0 1 0 0 0,0-1 0 0 0,1 1-1 0 0,0 0 1 0 0,0 0 0 0 0,14-6 0 0 0,-13 7-139 0 0,0 0-1 0 0,0 1 0 0 0,0 0 1 0 0,0 0-1 0 0,1 1 0 0 0,-1 0 1 0 0,14-1-1 0 0,-20 3-376 0 0,1 0 0 0 0,-1 0 0 0 0,1 1 0 0 0,-1-1 0 0 0,0 1 0 0 0,1-1 0 0 0,-1 1 0 0 0,0 0 0 0 0,1 0 0 0 0,-1 0 0 0 0,0 0 1 0 0,0 0-1 0 0,0 0 0 0 0,0 1 0 0 0,0-1 0 0 0,0 1 0 0 0,0-1 0 0 0,0 1 0 0 0,-1 0 0 0 0,1 0 0 0 0,0 0 0 0 0,-1 0 0 0 0,0 0 0 0 0,1 0 0 0 0,-1 0 0 0 0,0 0 0 0 0,0 1 0 0 0,0-1 0 0 0,-1 0 0 0 0,2 5 0 0 0,1 4-102 0 0,-1 0 0 0 0,0 0 1 0 0,-1 1-1 0 0,0-1 0 0 0,-1 1 0 0 0,0-1 0 0 0,-1 0 0 0 0,-2 13 1 0 0,-24 92-367 0 0,7-37 1169 0 0,20-77-691 0 0,-1-1 0 0 0,1 1 0 0 0,-1-1 0 0 0,1 1 0 0 0,0-1-1 0 0,0 1 1 0 0,0-1 0 0 0,0 1 0 0 0,0-1 0 0 0,0 1 0 0 0,0-1-1 0 0,0 1 1 0 0,1-1 0 0 0,-1 1 0 0 0,0-1 0 0 0,1 1 0 0 0,0-1-1 0 0,0 3 1 0 0,0-4-38 0 0,0 0 1 0 0,0 1-1 0 0,1-1 0 0 0,-1 0 1 0 0,0 0-1 0 0,0 0 0 0 0,0 1 0 0 0,0-1 1 0 0,0 0-1 0 0,0-1 0 0 0,1 1 1 0 0,-1 0-1 0 0,0 0 0 0 0,0 0 0 0 0,0-1 1 0 0,0 1-1 0 0,0 0 0 0 0,0-1 0 0 0,0 1 1 0 0,0-1-1 0 0,0 1 0 0 0,0-1 1 0 0,0 0-1 0 0,0 1 0 0 0,1-2 0 0 0,27-16-235 0 0,20-12-415 0 0,-14 12-5865 0 0,-17 10 54 0 0</inkml:trace>
</inkml:ink>
</file>

<file path=ppt/ink/ink1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01:27.16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30 99 6449 0 0,'-1'0'167'0'0,"0"1"-1"0"0,0-1 0 0 0,0 0 0 0 0,-1 0 1 0 0,1 0-1 0 0,0 0 0 0 0,0 0 0 0 0,0 0 0 0 0,0 0 1 0 0,0-1-1 0 0,0 1 0 0 0,-1 0 0 0 0,1-1 1 0 0,0 1-1 0 0,0-1 0 0 0,0 1 0 0 0,0-1 0 0 0,0 1 1 0 0,0-1-1 0 0,0 0 0 0 0,0 1 0 0 0,1-1 1 0 0,-1 0-1 0 0,0 0 0 0 0,0 0 0 0 0,0 1 1 0 0,1-1-1 0 0,-2-2 0 0 0,3 2 78 0 0,-1-1-1 0 0,0 1 1 0 0,0-1 0 0 0,1 1-1 0 0,-1-1 1 0 0,1 1 0 0 0,-1 0-1 0 0,1-1 1 0 0,-1 1-1 0 0,1 0 1 0 0,0-1 0 0 0,0 1-1 0 0,0 0 1 0 0,0 0 0 0 0,0-1-1 0 0,0 1 1 0 0,0 0 0 0 0,0 0-1 0 0,0 0 1 0 0,0 0 0 0 0,3-1-1 0 0,7-6 231 0 0,1 0 0 0 0,-1 1 0 0 0,19-9-1 0 0,16 1-3816 0 0,-35 12-2253 0 0</inkml:trace>
</inkml:ink>
</file>

<file path=ppt/ink/ink1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01:27.51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58 3225 0 0,'0'0'288'0'0,"1"0"-288"0"0,1-2 0 0 0,-1 2 560 0 0,1-1 56 0 0,2 0 16 0 0,2-3 0 0 0,5 0-176 0 0,1-2-32 0 0,4-2-7 0 0,-1 1-1 0 0,1 0-312 0 0,1 1-104 0 0,-4 1 64 0 0,-1-2-64 0 0</inkml:trace>
</inkml:ink>
</file>

<file path=ppt/ink/ink1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01:27.87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46 16 6449 0 0,'-5'-2'1153'0'0,"-22"-10"4426"0"0,26 12-5498 0 0,1-1 1 0 0,0 1-1 0 0,-1 0 1 0 0,1 0-1 0 0,0 0 1 0 0,-1 0 0 0 0,1 0-1 0 0,-1 0 1 0 0,1 0-1 0 0,0 0 1 0 0,-1 0-1 0 0,1 0 1 0 0,0 0 0 0 0,-1 0-1 0 0,1 0 1 0 0,0 0-1 0 0,-1 0 1 0 0,1 0-1 0 0,-1 0 1 0 0,1 0-1 0 0,0 0 1 0 0,-1 0 0 0 0,1 1-1 0 0,0-1 1 0 0,0 0-1 0 0,-1 0 1 0 0,1 0-1 0 0,0 1 1 0 0,-1-1 0 0 0,1 0-1 0 0,0 0 1 0 0,0 1-1 0 0,-1-1 1 0 0,1 0-1 0 0,0 1 1 0 0,0-1-1 0 0,0 0 1 0 0,-1 1 0 0 0,1-1-1 0 0,0 0 1 0 0,0 1-1 0 0,0-1 1 0 0,0 0-1 0 0,0 1 1 0 0,0-1 0 0 0,0 0-1 0 0,0 1 1 0 0,0-1-1 0 0,0 0 1 0 0,0 1-1 0 0,0-1 1 0 0,0 1-1 0 0,0-1 1 0 0,0 0 0 0 0,0 1-1 0 0,0-1 1 0 0,0 0-1 0 0,1 1 1 0 0,-1-1-1 0 0,0 0 1 0 0,0 1 0 0 0,0-1-1 0 0,1 0 1 0 0,-1 0-1 0 0,0 1 1 0 0,1-1-1 0 0,10 37 1315 0 0,-2 0-1 0 0,9 71 1 0 0,2 15-1175 0 0,19 16-45 0 0,-22-87-815 0 0,-3 1 0 0 0,-2 0 0 0 0,5 57-1 0 0,-16-93-4477 0 0,-2-1-1588 0 0</inkml:trace>
</inkml:ink>
</file>

<file path=ppt/ink/ink1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01:28.22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0 155 2040 0 0,'10'-4'0'0'0,"-1"0"88"0"0,1 0-24 0 0,-4 3 0 0 0,-3 0-64 0 0,1-2 0 0 0,3 1 0 0 0,4-2 0 0 0,8-3 537 0 0,4-1 95 0 0,2-1 16 0 0,-3-1 8 0 0,-2 2-864 0 0,-2 2-176 0 0,-1 0-32 0 0,-1 3 0 0 0,2 1 320 0 0,-2 1 96 0 0</inkml:trace>
  <inkml:trace contextRef="#ctx0" brushRef="#br0" timeOffset="1">459 1 7370 0 0,'0'0'333'0'0,"8"16"4745"0"0,-1 8-1079 0 0,8 25-567 0 0,2-1-6814 0 0</inkml:trace>
</inkml:ink>
</file>

<file path=ppt/ink/ink1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01:28.56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15 103 6737 0 0,'-2'-8'-238'0'0,"-9"-38"2297"0"0,10 43-1679 0 0,1 0 0 0 0,0 1 0 0 0,-1-1 0 0 0,1 0-1 0 0,0 1 1 0 0,0-1 0 0 0,1 0 0 0 0,-1 0 0 0 0,1 1 0 0 0,-1-1 0 0 0,1 0 0 0 0,0 1-1 0 0,1-5 1 0 0,-1 7-439 0 0,-1-1-1 0 0,0 1 0 0 0,1-1 1 0 0,-1 1-1 0 0,0 0 0 0 0,1-1 1 0 0,-1 1-1 0 0,1 0 0 0 0,-1-1 1 0 0,1 1-1 0 0,-1 0 0 0 0,1-1 1 0 0,-1 1-1 0 0,1 0 0 0 0,-1 0 1 0 0,1-1-1 0 0,-1 1 1 0 0,1 0-1 0 0,-1 0 0 0 0,1 0 1 0 0,-1 0-1 0 0,1 0 0 0 0,-1 0 1 0 0,1 0-1 0 0,0 0 0 0 0,-1 0 1 0 0,1 0-1 0 0,-1 0 0 0 0,1 0 1 0 0,-1 1-1 0 0,1-1 0 0 0,-1 0 1 0 0,1 0-1 0 0,-1 0 0 0 0,1 1 1 0 0,-1-1-1 0 0,1 0 0 0 0,-1 1 1 0 0,1-1-1 0 0,-1 0 0 0 0,0 1 1 0 0,1-1-1 0 0,-1 1 0 0 0,1-1 1 0 0,-1 0-1 0 0,0 1 1 0 0,1-1-1 0 0,-1 1 0 0 0,0-1 1 0 0,0 1-1 0 0,0-1 0 0 0,1 2 1 0 0,13 26-683 0 0,-13-27 779 0 0,2 8-37 0 0</inkml:trace>
</inkml:ink>
</file>

<file path=ppt/ink/ink1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01:28.89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46 3225 0 0,'1'4'165'0'0,"0"-1"-1"0"0,0 1 1 0 0,0-1 0 0 0,1 0 0 0 0,-1 0 0 0 0,1 0-1 0 0,0 0 1 0 0,0 0 0 0 0,0 0 0 0 0,0 0 0 0 0,1 0 0 0 0,-1-1-1 0 0,1 1 1 0 0,0-1 0 0 0,-1 0 0 0 0,1 0 0 0 0,5 3-1 0 0,12 11 3775 0 0,-19-26-2989 0 0,2-3-842 0 0,12-37-835 0 0,-14 47 772 0 0,0 0-1 0 0,0 0 1 0 0,1 0-1 0 0,-1 0 1 0 0,1 0 0 0 0,-1 1-1 0 0,1-1 1 0 0,0 0-1 0 0,0 1 1 0 0,0 0-1 0 0,0-1 1 0 0,1 1-1 0 0,3-3 1 0 0,-5 5 188 0 0,0-1 0 0 0,1 1 0 0 0,-1-1 0 0 0,0 1 0 0 0,0 0 0 0 0,0 0 0 0 0,1-1 0 0 0,-1 1 0 0 0,0 0 0 0 0,0 0 0 0 0,1 0 0 0 0,-1 0 0 0 0,0 1 0 0 0,0-1 1 0 0,1 0-1 0 0,-1 0 0 0 0,0 1 0 0 0,0-1 0 0 0,0 1 0 0 0,1-1 0 0 0,0 2 0 0 0,1-1 85 0 0,0 1 0 0 0,0 1 1 0 0,0-1-1 0 0,-1 0 0 0 0,1 1 0 0 0,-1 0 1 0 0,4 4-1 0 0,-1 2 81 0 0,1-1 1 0 0,-2 1-1 0 0,1 0 1 0 0,4 15-1 0 0,-4-5-664 0 0,-1 0 0 0 0,-1 1 1 0 0,-1-1-1 0 0,0 21 0 0 0,-1-28-1090 0 0,-1 0-5255 0 0</inkml:trace>
</inkml:ink>
</file>

<file path=ppt/ink/ink1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01:29.79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4 10594 0 0,'0'1'114'0'0,"0"-1"-1"0"0,0 0 1 0 0,1 0 0 0 0,-1 0-1 0 0,0 0 1 0 0,0 1-1 0 0,0-1 1 0 0,1 0-1 0 0,-1 0 1 0 0,0 0 0 0 0,0 0-1 0 0,0 0 1 0 0,1 0-1 0 0,-1 0 1 0 0,0 0-1 0 0,0 1 1 0 0,1-1 0 0 0,-1 0-1 0 0,0 0 1 0 0,0 0-1 0 0,1 0 1 0 0,-1 0-1 0 0,0 0 1 0 0,0 0 0 0 0,1 0-1 0 0,-1-1 1 0 0,0 1-1 0 0,0 0 1 0 0,0 0-1 0 0,1 0 1 0 0,-1 0 0 0 0,0 0-1 0 0,0 0 1 0 0,0 0-1 0 0,1 0 1 0 0,-1-1-1 0 0,0 1 1 0 0,0 0 0 0 0,0 0-1 0 0,1 0 1 0 0,-1 0-1 0 0,0-1 1 0 0,0 1-1 0 0,0 0 1 0 0,0 0 0 0 0,0 0-1 0 0,0-1 1 0 0,1 1-1 0 0,-1 0 1 0 0,0 0-1 0 0,0-1 1 0 0,0 1 0 0 0,0 0-1 0 0,0 0 1 0 0,0-1-1 0 0,0 1 1 0 0,0 0-1 0 0,0-1 1 0 0,12 19 2665 0 0,-11-17-3266 0 0,7 20 1204 0 0,-2 0 0 0 0,0 0 0 0 0,5 34 0 0 0,-4-19-585 0 0,46 360-282 0 0,-54-351-2767 0 0,-1-38-4160 0 0</inkml:trace>
</inkml:ink>
</file>

<file path=ppt/ink/ink2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01:30.18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3 140 3225 0 0,'-1'-5'84'0'0,"0"1"1"0"0,1-1 0 0 0,0 1-1 0 0,0-1 1 0 0,0 1 0 0 0,0-1-1 0 0,1 1 1 0 0,0-1 0 0 0,0 1-1 0 0,0-1 1 0 0,0 1 0 0 0,1 0-1 0 0,-1-1 1 0 0,1 1 0 0 0,3-5-1 0 0,-2 4 290 0 0,0 1 0 0 0,1-1-1 0 0,-1 1 1 0 0,1 0-1 0 0,0 0 1 0 0,0 0-1 0 0,0 0 1 0 0,0 1-1 0 0,1 0 1 0 0,-1-1 0 0 0,1 2-1 0 0,0-1 1 0 0,0 1-1 0 0,0-1 1 0 0,0 1-1 0 0,1 1 1 0 0,-1-1-1 0 0,0 1 1 0 0,11-2 0 0 0,-15 3-259 0 0,1 0 0 0 0,-1 0 1 0 0,1 0-1 0 0,-1 0 0 0 0,1 0 1 0 0,-1 0-1 0 0,1 1 0 0 0,-1-1 1 0 0,0 0-1 0 0,1 1 0 0 0,-1-1 1 0 0,1 1-1 0 0,-1-1 0 0 0,0 1 1 0 0,1 0-1 0 0,-1 0 0 0 0,0-1 1 0 0,0 1-1 0 0,0 0 0 0 0,0 0 1 0 0,0 0-1 0 0,0 0 0 0 0,0 0 1 0 0,2 3-1 0 0,-2-2-36 0 0,0 1 0 0 0,0 0 0 0 0,0 0-1 0 0,0 0 1 0 0,0 0 0 0 0,0 0 0 0 0,-1 1 0 0 0,0-1 0 0 0,1 0 0 0 0,-1 0 0 0 0,-1 3 0 0 0,0 10-65 0 0,-2-1 0 0 0,0 1 1 0 0,-7 22-1 0 0,9-38-5 0 0,-9 29 151 0 0,-3-1-1 0 0,0-1 0 0 0,-1 0 1 0 0,-34 45-1 0 0,33-49 399 0 0,14-22-456 0 0,0 0-1 0 0,0 0 1 0 0,0 0-1 0 0,1 0 1 0 0,-1 1-1 0 0,0-1 1 0 0,1 0-1 0 0,-1 1 1 0 0,1-1-1 0 0,-1 0 1 0 0,1 1-1 0 0,0-1 1 0 0,-1 0-1 0 0,1 1 1 0 0,0-1-1 0 0,0 1 1 0 0,0-1-1 0 0,0 0 1 0 0,0 1-1 0 0,1-1 1 0 0,-1 1-1 0 0,1 1 1 0 0,-1-2-12 0 0,1 0 1 0 0,0 0 0 0 0,0 0-1 0 0,0 0 1 0 0,0 0 0 0 0,1 0 0 0 0,-1 0-1 0 0,0 0 1 0 0,0 0 0 0 0,0 0-1 0 0,1-1 1 0 0,-1 1 0 0 0,0-1-1 0 0,1 1 1 0 0,-1-1 0 0 0,1 1-1 0 0,1-1 1 0 0,10 2 236 0 0,0-1-1 0 0,0 0 1 0 0,25-2-1 0 0,-27 0-360 0 0,10 0-74 0 0,43 0 182 0 0,-23 10-3165 0 0,-29-4-3970 0 0</inkml:trace>
</inkml:ink>
</file>

<file path=ppt/ink/ink2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01:30.54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22 6913 0 0,'11'-15'-249'0'0,"-11"14"452"0"0,0 1-1 0 0,1-1 0 0 0,-1 1 1 0 0,1-1-1 0 0,-1 1 0 0 0,1-1 1 0 0,0 1-1 0 0,-1 0 0 0 0,1-1 0 0 0,-1 1 1 0 0,1 0-1 0 0,0-1 0 0 0,-1 1 1 0 0,1 0-1 0 0,0 0 0 0 0,-1 0 1 0 0,1-1-1 0 0,0 1 0 0 0,-1 0 0 0 0,1 0 1 0 0,0 0-1 0 0,1 0 0 0 0,-1 1 167 0 0,0 0-1 0 0,0 0 0 0 0,1 0 0 0 0,-1 0 1 0 0,0 0-1 0 0,0 0 0 0 0,0 0 0 0 0,0 0 0 0 0,0 1 1 0 0,0-1-1 0 0,-1 0 0 0 0,1 1 0 0 0,0-1 1 0 0,0 0-1 0 0,-1 1 0 0 0,1-1 0 0 0,-1 1 1 0 0,0-1-1 0 0,1 1 0 0 0,-1-1 0 0 0,0 1 1 0 0,0 1-1 0 0,7 83 2782 0 0,-6-62-3144 0 0,0 0-1 0 0,6 26 1 0 0,-2-28-1213 0 0,0 1-4007 0 0,0 1-1893 0 0</inkml:trace>
</inkml:ink>
</file>

<file path=ppt/ink/ink2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01:30.92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23 218 5985 0 0,'-22'-6'2984'0'0,"22"5"-2873"0"0,0 1 0 0 0,0 0 0 0 0,0-1 0 0 0,0 1 1 0 0,0 0-1 0 0,0-1 0 0 0,1 1 0 0 0,-1 0 0 0 0,0-1 0 0 0,0 1 0 0 0,0 0 1 0 0,0-1-1 0 0,1 1 0 0 0,-1 0 0 0 0,0 0 0 0 0,0-1 0 0 0,1 1 0 0 0,-1 0 1 0 0,0 0-1 0 0,0-1 0 0 0,1 1 0 0 0,-1 0 0 0 0,0 0 0 0 0,1 0 0 0 0,-1-1 1 0 0,0 1-1 0 0,1 0 0 0 0,-1 0 0 0 0,0 0 0 0 0,1 0 0 0 0,-1 0 0 0 0,0 0 1 0 0,1 0-1 0 0,52-15 5080 0 0,-38 11-5529 0 0,333-66 4352 0 0,5 26-2880 0 0,420-21-774 0 0,-654 59-831 0 0,-69 7-6276 0 0,-35 0-94 0 0</inkml:trace>
</inkml:ink>
</file>

<file path=ppt/ink/ink2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01:31.61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10 21 5985 0 0,'-10'-20'11980'0'0,"11"26"-8966"0"0,-1 7-3470 0 0,3 44 1656 0 0,12 69-1 0 0,-5-50-991 0 0,-1-10-293 0 0,4 43 207 0 0,-11-37-4078 0 0,-3-59-3092 0 0</inkml:trace>
</inkml:ink>
</file>

<file path=ppt/ink/ink2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01:32.03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8 130 3225 0 0,'-1'-4'200'0'0,"0"1"0"0"0,-1-1 0 0 0,1 1 0 0 0,1-1 0 0 0,-1 1 0 0 0,0-1 0 0 0,1 1 0 0 0,0-1 0 0 0,0 1 0 0 0,0-1 0 0 0,0 0 0 0 0,1 1 0 0 0,-1-1 0 0 0,1 1 0 0 0,0-1 0 0 0,0 1 0 0 0,0-1 0 0 0,0 1 0 0 0,1 0 0 0 0,-1-1 0 0 0,1 1 0 0 0,0 0 0 0 0,0 0 0 0 0,0 0 0 0 0,1 1 0 0 0,-1-1 0 0 0,0 0 0 0 0,1 1 0 0 0,0-1 0 0 0,0 1 0 0 0,0 0 0 0 0,5-3 0 0 0,-4 2 114 0 0,-1 1 1 0 0,1-1 0 0 0,1 1-1 0 0,-1 0 1 0 0,0 0-1 0 0,0 1 1 0 0,1-1-1 0 0,-1 1 1 0 0,1 0 0 0 0,-1 0-1 0 0,1 1 1 0 0,-1-1-1 0 0,1 1 1 0 0,0 0-1 0 0,-1 0 1 0 0,1 0 0 0 0,-1 1-1 0 0,1 0 1 0 0,-1 0-1 0 0,1 0 1 0 0,-1 0 0 0 0,1 1-1 0 0,-1-1 1 0 0,0 1-1 0 0,6 4 1 0 0,-8-4-271 0 0,0 0 0 0 0,0 1 1 0 0,0-1-1 0 0,0 1 0 0 0,0-1 0 0 0,-1 1 1 0 0,1 0-1 0 0,-1 0 0 0 0,0 0 0 0 0,0 0 1 0 0,0 0-1 0 0,0 0 0 0 0,-1 0 0 0 0,1 0 1 0 0,-1 0-1 0 0,0 0 0 0 0,0 0 0 0 0,0 0 1 0 0,0 0-1 0 0,0 1 0 0 0,-1-1 0 0 0,1 0 1 0 0,-1 0-1 0 0,0 0 0 0 0,-1 3 0 0 0,-3 10-279 0 0,-1 1-1 0 0,0-1 1 0 0,-9 15-1 0 0,4-11 8 0 0,7-13 204 0 0,0-1 0 0 0,1 1 0 0 0,-1 0 0 0 0,1 0 0 0 0,1 0 0 0 0,-1 0 0 0 0,1 1 0 0 0,-1 12 0 0 0,3-20 126 0 0,0 1 1 0 0,1 0 0 0 0,-1-1-1 0 0,0 1 1 0 0,1 0-1 0 0,-1-1 1 0 0,1 1-1 0 0,-1 0 1 0 0,1-1 0 0 0,-1 1-1 0 0,1-1 1 0 0,-1 1-1 0 0,1-1 1 0 0,-1 1 0 0 0,1-1-1 0 0,0 0 1 0 0,-1 1-1 0 0,1-1 1 0 0,0 0 0 0 0,-1 1-1 0 0,1-1 1 0 0,1 0-1 0 0,23 8 560 0 0,-11-4-569 0 0,28 16-160 0 0,28 9-3943 0 0,-54-24-2185 0 0</inkml:trace>
</inkml:ink>
</file>

<file path=ppt/ink/ink2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01:32.36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10 6449 0 0,'1'-1'405'0'0,"0"0"-1"0"0,0 0 0 0 0,0 0 0 0 0,0 1 0 0 0,0-1 1 0 0,0 0-1 0 0,0 1 0 0 0,0-1 0 0 0,0 1 1 0 0,0-1-1 0 0,0 1 0 0 0,0-1 0 0 0,0 1 0 0 0,0 0 1 0 0,1 0-1 0 0,-1 0 0 0 0,0-1 0 0 0,0 1 0 0 0,3 1 1 0 0,-3-1-72 0 0,1 0 0 0 0,0 1 1 0 0,-1-1-1 0 0,1 1 1 0 0,0 0-1 0 0,-1 0 0 0 0,1-1 1 0 0,-1 1-1 0 0,0 0 1 0 0,1 0-1 0 0,-1 1 1 0 0,2 0-1 0 0,0 2-24 0 0,0-1 1 0 0,0 1-1 0 0,0 0 1 0 0,0 0-1 0 0,-1 0 0 0 0,0 0 1 0 0,1 0-1 0 0,1 9 1 0 0,2 14-81 0 0,-1 1 0 0 0,-2-1 0 0 0,1 34 0 0 0,-3-28-1581 0 0,10 57-1 0 0,-7-73-219 0 0</inkml:trace>
</inkml:ink>
</file>

<file path=ppt/ink/ink2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01:32.74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78 5985 0 0,'1'-1'124'0'0,"0"0"0"0"0,-1 0 0 0 0,1 0 0 0 0,-1 0 0 0 0,1 0 0 0 0,0 0 0 0 0,0 0 0 0 0,0 1 0 0 0,0-1 0 0 0,-1 0 0 0 0,1 0-1 0 0,0 1 1 0 0,0-1 0 0 0,0 0 0 0 0,1 1 0 0 0,-1-1 0 0 0,0 1 0 0 0,2-1 0 0 0,27-11 1825 0 0,-24 10-1413 0 0,96-32 5501 0 0,-33 20-5653 0 0,-64 14-1347 0 0</inkml:trace>
</inkml:ink>
</file>

<file path=ppt/ink/ink2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01:33.09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3 1840 0 0,'2'-3'9377'0'0,"0"11"-4153"0"0,3 15-2486 0 0,-3 131 287 0 0,-2-45-4155 0 0,1-83 124 0 0</inkml:trace>
</inkml:ink>
</file>

<file path=ppt/ink/ink2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01:33.44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7 7834 0 0,'0'0'117'0'0,"0"0"0"0"0,0-1 0 0 0,0 1 1 0 0,1 0-1 0 0,-1-1 0 0 0,0 1 0 0 0,0 0 1 0 0,0-1-1 0 0,0 1 0 0 0,1 0 0 0 0,-1-1 0 0 0,0 1 1 0 0,0 0-1 0 0,1 0 0 0 0,-1-1 0 0 0,0 1 1 0 0,1 0-1 0 0,-1 0 0 0 0,0 0 0 0 0,1-1 1 0 0,-1 1-1 0 0,0 0 0 0 0,1 0 0 0 0,-1 0 0 0 0,0 0 1 0 0,1 0-1 0 0,-1 0 0 0 0,0 0 0 0 0,1 0 1 0 0,-1 0-1 0 0,0 0 0 0 0,1 0 0 0 0,-1 0 1 0 0,1 0-1 0 0,-1 0 0 0 0,0 0 0 0 0,1 0 0 0 0,11 13 2805 0 0,5 22-60 0 0,-13-15-2300 0 0,-1 0 0 0 0,0 0 1 0 0,-2 0-1 0 0,0 0 0 0 0,-1 1 1 0 0,-4 29-1 0 0,1-27-621 0 0,2 1 0 0 0,1-1 1 0 0,0 1-1 0 0,7 35 0 0 0,3-26-278 0 0,0 2-3664 0 0,-10-29-2389 0 0</inkml:trace>
</inkml:ink>
</file>

<file path=ppt/ink/ink2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01:33.84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0 119 6449 0 0,'33'-30'1027'0'0,"-13"12"172"0"0,31-22 0 0 0,-46 36-869 0 0,1 0-1 0 0,0 1 1 0 0,0 0-1 0 0,1 0 1 0 0,-1 0-1 0 0,1 1 1 0 0,-1-1-1 0 0,1 2 1 0 0,0-1-1 0 0,9 0 1 0 0,-14 1-182 0 0,0 1 0 0 0,0 0 0 0 0,0 0 1 0 0,1 0-1 0 0,-1 1 0 0 0,0-1 0 0 0,0 0 0 0 0,0 1 0 0 0,0-1 1 0 0,0 1-1 0 0,-1 0 0 0 0,1-1 0 0 0,0 1 0 0 0,0 0 0 0 0,0 0 1 0 0,-1 0-1 0 0,1 1 0 0 0,0-1 0 0 0,-1 0 0 0 0,1 1 0 0 0,-1-1 1 0 0,3 3-1 0 0,-3-1-41 0 0,1 1 1 0 0,0-1-1 0 0,-1 0 1 0 0,0 1-1 0 0,0-1 1 0 0,0 1 0 0 0,0 0-1 0 0,0-1 1 0 0,-1 1-1 0 0,1 0 1 0 0,-1 5-1 0 0,-1 9-57 0 0,-1 0 0 0 0,-1-1 0 0 0,-10 35 0 0 0,8-35 148 0 0,-2 0 0 0 0,-11 21-1 0 0,3-6 1648 0 0,15-32-1796 0 0,0 1 1 0 0,0-1-1 0 0,-1 1 1 0 0,1-1-1 0 0,0 0 0 0 0,0 1 1 0 0,0-1-1 0 0,0 1 0 0 0,-1-1 1 0 0,1 0-1 0 0,0 1 1 0 0,0-1-1 0 0,0 1 0 0 0,0-1 1 0 0,0 1-1 0 0,0-1 0 0 0,0 1 1 0 0,0-1-1 0 0,0 0 0 0 0,0 1 1 0 0,1-1-1 0 0,-1 1 1 0 0,0-1-1 0 0,0 1 0 0 0,0-1 1 0 0,0 0-1 0 0,1 1 0 0 0,-1-1 1 0 0,0 0-1 0 0,0 1 1 0 0,1-1-1 0 0,-1 0 0 0 0,1 1 1 0 0,16 1 604 0 0,27-12-529 0 0,-37 8 19 0 0,-7 2-185 0 0,17-5 88 0 0,0 1-1 0 0,0 1 0 0 0,28-2 0 0 0,-4 9-7146 0 0,-33-2 13 0 0</inkml:trace>
</inkml:ink>
</file>

<file path=ppt/ink/ink2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01:34.20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8 60 6449 0 0,'0'0'69'0'0,"0"0"0"0"0,0 0 0 0 0,-1 0 0 0 0,1 0 1 0 0,0 0-1 0 0,0 0 0 0 0,-1 0 0 0 0,1 0 0 0 0,0 0 0 0 0,0 0 0 0 0,0 0 0 0 0,-1 0 0 0 0,1 0 0 0 0,0 0 0 0 0,0 0 0 0 0,0 0 0 0 0,-1 0 0 0 0,1 0 0 0 0,0 0 0 0 0,0 0 0 0 0,-1-1 0 0 0,1 1 0 0 0,0 0 0 0 0,0 0 0 0 0,0 0 0 0 0,0 0 0 0 0,-1 0 0 0 0,1-1 0 0 0,0 1 0 0 0,0 0 0 0 0,0 0 0 0 0,0 0 0 0 0,0 0 0 0 0,0-1 0 0 0,-1 1 0 0 0,1 0 0 0 0,0 0 0 0 0,0 0 0 0 0,0-1 0 0 0,0 1 0 0 0,0 0 1 0 0,0 0-1 0 0,0-1 0 0 0,0 1 0 0 0,0 0 0 0 0,0 0 0 0 0,0 0 0 0 0,0-1 0 0 0,0 1 0 0 0,0 0 0 0 0,0-1 0 0 0,11-13 2889 0 0,20-11 1249 0 0,-27 23-3893 0 0,1 0 1 0 0,0 0-1 0 0,0 0 1 0 0,0 1-1 0 0,0-1 1 0 0,1 1-1 0 0,-1 1 1 0 0,0-1-1 0 0,1 1 1 0 0,-1 0-1 0 0,0 0 1 0 0,0 0-1 0 0,1 1 1 0 0,9 2-1 0 0,-12-2-283 0 0,0 0 0 0 0,0 0 0 0 0,0 1 0 0 0,0-1-1 0 0,0 1 1 0 0,0-1 0 0 0,-1 1 0 0 0,1 0 0 0 0,0 0 0 0 0,-1 0 0 0 0,1 1 0 0 0,-1-1-1 0 0,0 1 1 0 0,0-1 0 0 0,0 1 0 0 0,0-1 0 0 0,-1 1 0 0 0,1 0 0 0 0,0 0 0 0 0,-1 0-1 0 0,0 0 1 0 0,0 0 0 0 0,0 0 0 0 0,1 6 0 0 0,0 15-40 0 0,0 0 1 0 0,-2 0 0 0 0,-1 0-1 0 0,-6 40 1 0 0,-1 38 346 0 0,8-102-330 0 0,0 0 0 0 0,0 1 0 0 0,0-1 1 0 0,0 0-1 0 0,0 0 0 0 0,0 1 0 0 0,0-1 0 0 0,0 0 0 0 0,0 1 0 0 0,0-1 1 0 0,0 0-1 0 0,0 1 0 0 0,0-1 0 0 0,1 0 0 0 0,-1 0 0 0 0,0 1 0 0 0,0-1 1 0 0,0 0-1 0 0,0 0 0 0 0,0 1 0 0 0,1-1 0 0 0,-1 0 0 0 0,0 0 0 0 0,0 0 1 0 0,0 1-1 0 0,1-1 0 0 0,-1 0 0 0 0,0 0 0 0 0,0 0 0 0 0,1 1 0 0 0,-1-1 1 0 0,0 0-1 0 0,0 0 0 0 0,1 0 0 0 0,-1 0 0 0 0,1 0 0 0 0,11-5 128 0 0,17-21-191 0 0,-22 20-24 0 0,23-15-1355 0 0,-18 14 84 0 0</inkml:trace>
</inkml:ink>
</file>

<file path=ppt/ink/ink2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02:05.1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908 518 5985 0 0,'1'-4'-82'0'0,"-1"0"-1"0"0,1 0 0 0 0,1 0 1 0 0,-1 0-1 0 0,0 0 0 0 0,1 0 1 0 0,0 0-1 0 0,3-5 0 0 0,-2 5 129 0 0,-1-1 0 0 0,0 1 0 0 0,0-1 0 0 0,0 1 0 0 0,0-1 0 0 0,-1 0 0 0 0,2-6 0 0 0,-4 6 124 0 0,1 0 1 0 0,-1 0-1 0 0,0 0 0 0 0,-1 0 0 0 0,1 0 1 0 0,-1 0-1 0 0,0 1 0 0 0,0-1 0 0 0,0 1 1 0 0,-1-1-1 0 0,0 1 0 0 0,0 0 0 0 0,0 0 0 0 0,-7-7 1 0 0,-18-31 1323 0 0,-3-48 1662 0 0,24 66-2259 0 0,-1 2 1 0 0,0-1-1 0 0,-15-24 0 0 0,19 40-723 0 0,0 0 0 0 0,-1 0 1 0 0,0 1-1 0 0,-1-1 1 0 0,1 1-1 0 0,-1 0 0 0 0,-1 1 1 0 0,1-1-1 0 0,-1 1 0 0 0,0 1 1 0 0,0-1-1 0 0,0 1 0 0 0,-9-4 1 0 0,2 3-160 0 0,0 0 0 0 0,0 1 0 0 0,-1 0 0 0 0,0 1 1 0 0,1 1-1 0 0,-1 0 0 0 0,0 1 0 0 0,0 1 0 0 0,0 0 1 0 0,0 1-1 0 0,0 1 0 0 0,0 0 0 0 0,0 1 0 0 0,1 0 0 0 0,-15 6 1 0 0,13-3-44 0 0,0 1 1 0 0,1 0 0 0 0,-1 1 0 0 0,2 1 0 0 0,-1 0-1 0 0,1 1 1 0 0,0 0 0 0 0,1 1 0 0 0,1 1 0 0 0,-1 0-1 0 0,2 1 1 0 0,-18 25 0 0 0,-18 32 546 0 0,4 3-1 0 0,-35 81 1 0 0,60-113-414 0 0,3 0 0 0 0,2 1 0 0 0,1 0 1 0 0,2 1-1 0 0,-7 78 0 0 0,12-51-51 0 0,3 0-1 0 0,4-1 1 0 0,2 1 0 0 0,17 81-1 0 0,-13-112 45 0 0,2 0 0 0 0,1-2 0 0 0,2 1 0 0 0,2-1 0 0 0,1-1 0 0 0,2-1 0 0 0,1 0 0 0 0,44 59 0 0 0,-33-59-72 0 0,2-1 1 0 0,1-2 0 0 0,1-1 0 0 0,1-1-1 0 0,2-2 1 0 0,1-2 0 0 0,58 30 0 0 0,-38-27 2 0 0,2-2 0 0 0,1-3 0 0 0,0-3 1 0 0,108 23-1 0 0,-142-39-18 0 0,0-1 0 0 0,1-1 1 0 0,-1-1-1 0 0,0-2 0 0 0,1-1 1 0 0,-1-1-1 0 0,0-1 0 0 0,0-1 1 0 0,0-2-1 0 0,0-1 0 0 0,-1 0 1 0 0,0-2-1 0 0,-1-2 0 0 0,0 0 1 0 0,39-24-1 0 0,-18 8-5 0 0,65-52 0 0 0,-97 68-6 0 0,-1-1 0 0 0,-1 0-1 0 0,0-1 1 0 0,-1 0 0 0 0,0-1 0 0 0,-1 0 0 0 0,-1-1 0 0 0,15-29 0 0 0,-7-1 15 0 0,-2 0 0 0 0,-1-1 0 0 0,12-89 0 0 0,-5-146-11 0 0,-21 239 38 0 0,-1 1 0 0 0,-3 0 1 0 0,-16-76-1 0 0,13 88-24 0 0,-2 2 0 0 0,0-1 0 0 0,-2 1 0 0 0,-2 1 1 0 0,0 0-1 0 0,-22-32 0 0 0,14 30-8 0 0,-1 1 1 0 0,-2 0 0 0 0,0 2-1 0 0,-2 0 1 0 0,0 2-1 0 0,-34-22 1 0 0,14 15-132 0 0,-1 1 1 0 0,-1 3-1 0 0,-64-25 1 0 0,101 47-120 0 0,1 0 0 0 0,-1 0 1 0 0,-1 1-1 0 0,1 0 0 0 0,0 1 1 0 0,-1 0-1 0 0,1 1 0 0 0,-1 0 0 0 0,1 1 1 0 0,-1 0-1 0 0,-19 4 0 0 0,0 4-6885 0 0</inkml:trace>
</inkml:ink>
</file>

<file path=ppt/ink/ink2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02:07.07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830 114 8290 0 0,'-34'-38'1205'0'0,"27"28"-1119"0"0,-1 1 0 0 0,-1 0 0 0 0,-17-14-1 0 0,22 20-81 0 0,-1 0-1 0 0,0 0 0 0 0,0 1 1 0 0,0-1-1 0 0,0 1 1 0 0,0 0-1 0 0,-1 1 0 0 0,1-1 1 0 0,0 1-1 0 0,-1 0 0 0 0,1 1 1 0 0,-7-1-1 0 0,-12 1 163 0 0,0 1 0 0 0,0 2 0 0 0,1 0 0 0 0,-1 1 0 0 0,1 1 0 0 0,-1 2 0 0 0,2 0 0 0 0,-1 1 0 0 0,1 2 0 0 0,0 0 0 0 0,1 1 1 0 0,1 1-1 0 0,-25 19 0 0 0,32-19-27 0 0,0 0 0 0 0,1 2 1 0 0,0-1-1 0 0,1 2 0 0 0,0-1 1 0 0,1 2-1 0 0,1-1 1 0 0,0 1-1 0 0,-11 32 0 0 0,0 11 543 0 0,-19 94-1 0 0,22-82-257 0 0,-23 122-181 0 0,9 2 0 0 0,-9 284-1 0 0,30-317 940 0 0,-4 72 1024 0 0,14-171-1506 0 0,12 105 0 0 0,-7-139-678 0 0,1 0-1 0 0,1 0 0 0 0,2-1 1 0 0,1-1-1 0 0,1 0 1 0 0,1 0-1 0 0,1-1 0 0 0,1 0 1 0 0,2-1-1 0 0,0-1 1 0 0,2 0-1 0 0,1-2 1 0 0,0 0-1 0 0,2-1 0 0 0,0-1 1 0 0,41 30-1 0 0,-2-6 214 0 0,1-2 0 0 0,2-3 0 0 0,124 58 0 0 0,-170-91-213 0 0,0-1 0 0 0,1-1-1 0 0,-1 0 1 0 0,1-1-1 0 0,0-1 1 0 0,0 0-1 0 0,0-2 1 0 0,0 0-1 0 0,0-1 1 0 0,23-4 0 0 0,-10-1-13 0 0,-1-1 1 0 0,1-1 0 0 0,-1-2 0 0 0,-1-1 0 0 0,30-16-1 0 0,-39 16 19 0 0,-1-1 0 0 0,0-1 0 0 0,-1 0-1 0 0,-1-2 1 0 0,0 0 0 0 0,28-33-1 0 0,75-115 152 0 0,-111 150-170 0 0,18-30-19 0 0,-2-1 0 0 0,-2-1 0 0 0,-2-1 0 0 0,-2-1 0 0 0,-2-1 0 0 0,-2-1 0 0 0,10-58 0 0 0,3-16 10 0 0,56-307 0 0 0,-75 358 0 0 0,-3-1 0 0 0,-3 0 0 0 0,-12-144 0 0 0,2 171 2 0 0,-2 2 0 0 0,-2-1 0 0 0,-1 1 0 0 0,-3 1 0 0 0,-1 0 0 0 0,-27-48 0 0 0,24 56 25 0 0,-1 2-1 0 0,-2 0 1 0 0,-1 1-1 0 0,-1 1 1 0 0,-2 1-1 0 0,-1 2 1 0 0,-46-38 0 0 0,42 41-57 0 0,-6-5-264 0 0,0 2 0 0 0,-2 1 0 0 0,-60-31 0 0 0,79 49-704 0 0</inkml:trace>
</inkml:ink>
</file>

<file path=ppt/ink/ink2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02:09.32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644 128 2304 0 0,'1'-8'218'0'0,"0"1"0"0"0,-1-1 0 0 0,0 0 0 0 0,0 0 0 0 0,-1 0 0 0 0,0 1 0 0 0,0-1 0 0 0,-3-10 0 0 0,3 15-212 0 0,0 1 0 0 0,0-1 1 0 0,0 1-1 0 0,0-1 0 0 0,-1 1 1 0 0,1-1-1 0 0,-1 1 0 0 0,1 0 1 0 0,-1 0-1 0 0,0-1 0 0 0,0 1 1 0 0,0 0-1 0 0,0 1 0 0 0,0-1 1 0 0,0 0-1 0 0,-1 1 0 0 0,1-1 1 0 0,0 1-1 0 0,-1 0 0 0 0,1 0 1 0 0,-1-1-1 0 0,0 2 0 0 0,1-1 1 0 0,-1 0-1 0 0,-5 0 0 0 0,-13 1 470 0 0,0 0 0 0 0,0 2 0 0 0,1 0 0 0 0,-1 1 0 0 0,0 1 0 0 0,1 1 0 0 0,0 1 0 0 0,0 1 0 0 0,1 1 0 0 0,-35 19 0 0 0,40-18-315 0 0,0 0 0 0 0,0 2-1 0 0,1-1 1 0 0,1 2 0 0 0,0 0 0 0 0,0 0 0 0 0,1 1-1 0 0,1 0 1 0 0,-15 25 0 0 0,-5 16 58 0 0,-31 75-1 0 0,34-67-58 0 0,15-37-150 0 0,1-1 0 0 0,1 2 0 0 0,2-1 0 0 0,0 1 0 0 0,2 0 0 0 0,1 1 0 0 0,1 0 1 0 0,1 0-1 0 0,1 28 0 0 0,3-12 330 0 0,1 1-1 0 0,12 55 1 0 0,-11-84-227 0 0,1 1 1 0 0,1-1-1 0 0,0 0 0 0 0,1 0 0 0 0,1-1 0 0 0,0 0 0 0 0,1 0 1 0 0,0 0-1 0 0,18 20 0 0 0,-2-8-112 0 0,1-1-1 0 0,2-2 1 0 0,0 0-1 0 0,1-2 1 0 0,39 22 0 0 0,-15-15 16 0 0,1-1 0 0 0,75 26 0 0 0,-109-47 18 0 0,-1 0 1 0 0,1-1 0 0 0,0-1 0 0 0,0-1-1 0 0,0-1 1 0 0,0-1 0 0 0,0 0-1 0 0,0-1 1 0 0,1-1 0 0 0,-1-1 0 0 0,0-1-1 0 0,0 0 1 0 0,-1-2 0 0 0,1 0-1 0 0,-1-1 1 0 0,0-1 0 0 0,30-15 0 0 0,-4-2 151 0 0,16-7 3 0 0,-1-3 0 0 0,79-60 0 0 0,-131 88-136 0 0,-1-1 0 0 0,1 0 0 0 0,-1-1 0 0 0,-1 1 0 0 0,1-1 0 0 0,-1 0 0 0 0,0 0 0 0 0,-1-1 0 0 0,0 1 0 0 0,0-1 0 0 0,-1 0 1 0 0,0 0-1 0 0,-1-1 0 0 0,0 1 0 0 0,0 0 0 0 0,0-18 0 0 0,-1-11 470 0 0,-2 1 1 0 0,-11-72 0 0 0,9 88-392 0 0,-8-52 518 0 0,-32-113 1 0 0,32 149-447 0 0,-2 0-1 0 0,-2 0 1 0 0,-1 2 0 0 0,-36-59 0 0 0,44 83-213 0 0,0 2 1 0 0,0-1-1 0 0,0 1 1 0 0,-2 0-1 0 0,1 1 0 0 0,-1 0 1 0 0,0 1-1 0 0,0 0 0 0 0,-1 0 1 0 0,0 1-1 0 0,0 0 0 0 0,-1 1 1 0 0,1 1-1 0 0,-1-1 1 0 0,0 2-1 0 0,0 0 0 0 0,-23-3 1 0 0,11 4-653 0 0,0 1 1 0 0,0 0 0 0 0,0 2 0 0 0,0 1-1 0 0,0 1 1 0 0,1 1 0 0 0,-1 1 0 0 0,-32 11-1 0 0,11 1-4766 0 0</inkml:trace>
</inkml:ink>
</file>

<file path=ppt/ink/ink2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02:10.46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1320 344 2761 0 0,'-7'-35'1541'0'0,"-23"-67"0"0"0,25 88-1183 0 0,0-2-60 0 0,0 0-1 0 0,-2 0 1 0 0,0 1-1 0 0,-1 0 1 0 0,0 0-1 0 0,-11-14 1 0 0,14 23-139 0 0,0 1 0 0 0,0-1-1 0 0,-1 1 1 0 0,0 0 0 0 0,0 0 0 0 0,0 1 0 0 0,-1 0 0 0 0,1 0 0 0 0,-1 0 0 0 0,0 1 0 0 0,0 0 0 0 0,0 1 0 0 0,-1-1-1 0 0,1 1 1 0 0,-14-1 0 0 0,-9-1 833 0 0,0 2 0 0 0,-1 1-1 0 0,1 2 1 0 0,-35 5 0 0 0,-118 25 258 0 0,180-30-1241 0 0,-18 4 174 0 0,1 1 0 0 0,0 0 1 0 0,0 2-1 0 0,0 1 1 0 0,1 0-1 0 0,-31 21 0 0 0,-100 86 243 0 0,92-68-1007 0 0,-97 92-953 0 0,130-113 1633 0 0,1 1 1 0 0,1 1 0 0 0,-31 52 0 0 0,43-60 19 0 0,0 1-1 0 0,2-1 1 0 0,0 2-1 0 0,2-1 1 0 0,0 1-1 0 0,2 0 1 0 0,-5 37-1 0 0,9-48-106 0 0,0 1 0 0 0,1-1-1 0 0,0 1 1 0 0,1-1 0 0 0,0 1-1 0 0,1-1 1 0 0,1 0 0 0 0,-1 0-1 0 0,2 0 1 0 0,0 0 0 0 0,1 0-1 0 0,0-1 1 0 0,0 0 0 0 0,1 0-1 0 0,14 20 1 0 0,2-5 132 0 0,1 0 0 0 0,1-1 0 0 0,1-2 0 0 0,1 0 0 0 0,1-2 0 0 0,1-1 0 0 0,1-1 0 0 0,0-1 0 0 0,2-2 0 0 0,63 24 0 0 0,-34-19-2 0 0,2-2-1 0 0,0-4 0 0 0,117 15 1 0 0,-149-28-83 0 0,0 0 0 0 0,-1-3 1 0 0,1 0-1 0 0,0-2 1 0 0,-1-1-1 0 0,0-1 1 0 0,0-1-1 0 0,0-2 0 0 0,-1-1 1 0 0,43-20-1 0 0,8-11 484 0 0,-2-3 1 0 0,131-98-1 0 0,-199 133-543 0 0,0 1 0 0 0,0-2 0 0 0,-1 1 0 0 0,0-1 0 0 0,-1 0 0 0 0,0-1 0 0 0,0 0 0 0 0,-1 0 0 0 0,0 0 0 0 0,-1-1 0 0 0,0 0 0 0 0,-1 0 0 0 0,0 0 0 0 0,-1-1 0 0 0,0 1 0 0 0,-1-1 0 0 0,0 1 0 0 0,-1-1 0 0 0,0-14 0 0 0,1-18 38 0 0,2-6 10 0 0,-3 0 0 0 0,-2 0 0 0 0,-13-86 0 0 0,12 123-29 0 0,-1 0-1 0 0,-1 0 1 0 0,0 0-1 0 0,0 0 1 0 0,-2 1 0 0 0,1 0-1 0 0,-2 0 1 0 0,1 0 0 0 0,-2 1-1 0 0,1 0 1 0 0,-1 1 0 0 0,-1-1-1 0 0,0 1 1 0 0,-1 1-1 0 0,0 0 1 0 0,0 0 0 0 0,-1 1-1 0 0,-22-13 1 0 0,4 7-6 0 0,0 2 0 0 0,-1 0 0 0 0,-1 2 0 0 0,-54-10 0 0 0,-131-9-755 0 0,192 26 553 0 0,-5 0-292 0 0,-1 2 0 0 0,-42 2-1 0 0,28 5-345 0 0</inkml:trace>
</inkml:ink>
</file>

<file path=ppt/ink/ink2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02:20.82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756 136 6913 0 0,'-47'-44'1580'0'0,"40"35"-1394"0"0,-1 2 0 0 0,1-1 0 0 0,-2 1 0 0 0,1 0 0 0 0,-1 0 0 0 0,0 1 0 0 0,0 0 0 0 0,-1 1 0 0 0,-18-8 0 0 0,11 9-131 0 0,1 0 0 0 0,-1 1 0 0 0,0 0 0 0 0,0 2 0 0 0,1 0 0 0 0,-1 1 0 0 0,0 1 0 0 0,0 0 1 0 0,0 1-1 0 0,0 1 0 0 0,0 0 0 0 0,1 2 0 0 0,0 0 0 0 0,-22 10 0 0 0,20-7 32 0 0,-1 1-1 0 0,2 1 1 0 0,0 0 0 0 0,0 2 0 0 0,0 0-1 0 0,2 1 1 0 0,0 0 0 0 0,0 1 0 0 0,1 1-1 0 0,1 0 1 0 0,-20 30 0 0 0,15-15 292 0 0,2 0 1 0 0,1 2 0 0 0,1-1-1 0 0,2 2 1 0 0,1 0-1 0 0,1 0 1 0 0,-8 57-1 0 0,14-48-293 0 0,1 0 0 0 0,2 1 1 0 0,2-1-1 0 0,1 0 0 0 0,17 80 0 0 0,-8-70-279 0 0,2-2 0 0 0,2 0 1 0 0,3 0-1 0 0,2-2 0 0 0,1 0 1 0 0,43 66-1 0 0,-46-85 386 0 0,2-2 0 0 0,2 0 0 0 0,0-1 0 0 0,1-2 0 0 0,2 0 0 0 0,0-1 0 0 0,2-2 0 0 0,0-1 0 0 0,1-1 0 0 0,1-1 0 0 0,34 15 0 0 0,-28-16 7 0 0,2-3 0 0 0,0 0 0 0 0,1-3 0 0 0,0-1 0 0 0,1-1 0 0 0,75 5 0 0 0,-96-13-147 0 0,0-1 0 0 0,1 0 0 0 0,-1-2-1 0 0,0 0 1 0 0,0-1 0 0 0,-1-1 0 0 0,1-1 0 0 0,-1 0 0 0 0,0-1-1 0 0,0-1 1 0 0,-1-1 0 0 0,1 0 0 0 0,-2-1 0 0 0,1-1-1 0 0,-2 0 1 0 0,1-1 0 0 0,17-17 0 0 0,-3-6 78 0 0,0 0 0 0 0,-3-2-1 0 0,-1-1 1 0 0,-2-1 0 0 0,20-43 0 0 0,-33 58-37 0 0,-1 1 0 0 0,0-2 1 0 0,-2 1-1 0 0,-1-1 0 0 0,-1 0 0 0 0,-1 0 0 0 0,0-1 0 0 0,-2 0 0 0 0,-2 1 0 0 0,0-1 1 0 0,-4-31-1 0 0,-8-25 427 0 0,-4 1 0 0 0,-28-84 1 0 0,7 28-423 0 0,30 109-90 0 0,0 0 0 0 0,-2 0 1 0 0,-1 1-1 0 0,-2 1 0 0 0,0-1 1 0 0,-1 2-1 0 0,-31-42 0 0 0,34 54-13 0 0,0 0 0 0 0,-1 1 0 0 0,0 1 0 0 0,-1-1 0 0 0,0 2 0 0 0,0-1 0 0 0,-1 2 0 0 0,-1 0 0 0 0,1 0 0 0 0,-1 2 0 0 0,0-1-1 0 0,-1 2 1 0 0,0 0 0 0 0,0 0 0 0 0,-24-3 0 0 0,17 6-257 0 0,0 0-1 0 0,0 1 1 0 0,0 1 0 0 0,0 1-1 0 0,0 1 1 0 0,0 1-1 0 0,1 1 1 0 0,-32 10 0 0 0,9 2-901 0 0</inkml:trace>
</inkml:ink>
</file>

<file path=ppt/ink/ink2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02:22.28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1042 212 3681 0 0,'-5'-14'413'0'0,"0"0"0"0"0,-1 0 0 0 0,-1 0 0 0 0,0 1 0 0 0,-17-23 0 0 0,18 27-59 0 0,-1 1 0 0 0,0-1 0 0 0,-1 1 1 0 0,0 1-1 0 0,0 0 0 0 0,-1 0 0 0 0,1 0 0 0 0,-18-9 0 0 0,16 12-187 0 0,0 1 1 0 0,-1 0-1 0 0,0 0 0 0 0,1 1 1 0 0,-1 0-1 0 0,0 1 0 0 0,0 0 0 0 0,0 1 1 0 0,-12 1-1 0 0,-19 3 276 0 0,-40 10 1 0 0,67-11-186 0 0,-6 0-30 0 0,1 1 0 0 0,-1 1 0 0 0,1 0 1 0 0,0 2-1 0 0,1 1 0 0 0,-1 0 0 0 0,2 1 0 0 0,-1 1 0 0 0,1 1 1 0 0,1 1-1 0 0,-23 19 0 0 0,-169 178 1532 0 0,188-183-1658 0 0,0 2 0 0 0,2 0 1 0 0,1 1-1 0 0,2 0 0 0 0,-15 35 0 0 0,20-38-84 0 0,2 1 1 0 0,0 0-1 0 0,2 0 1 0 0,1 1-1 0 0,1 0 0 0 0,-2 42 1 0 0,7-56 94 0 0,1-1 0 0 0,1 1 0 0 0,0-1 0 0 0,1 0 0 0 0,0 1 0 0 0,1-2 0 0 0,1 1 0 0 0,0 0 0 0 0,0-1 0 0 0,2 0 0 0 0,-1 0 0 0 0,1 0 0 0 0,1-1 0 0 0,9 10 0 0 0,16 17 229 0 0,1-2-1 0 0,58 47 1 0 0,-58-54-374 0 0,12 11 114 0 0,1-3-1 0 0,65 41 0 0 0,-85-63-31 0 0,0-1-1 0 0,1-1 0 0 0,0-2 1 0 0,0 0-1 0 0,1-2 0 0 0,44 8 1 0 0,-40-12 77 0 0,0 0 0 0 0,1-3-1 0 0,-1-1 1 0 0,1-1 0 0 0,50-7 0 0 0,-65 4-69 0 0,-1-1 0 0 0,0 0 1 0 0,0-2-1 0 0,0 0 0 0 0,-1-1 0 0 0,0-1 0 0 0,0 0 0 0 0,-1-1 0 0 0,0-1 0 0 0,-1-1 1 0 0,21-17-1 0 0,-11 3-43 0 0,0 0 0 0 0,-3-2 1 0 0,22-31-1 0 0,52-93 99 0 0,-50 75-71 0 0,-25 43 7 0 0,-3 0 0 0 0,0 0-1 0 0,-2-2 1 0 0,19-62-1 0 0,-30 79-36 0 0,-1-1-1 0 0,0-1 0 0 0,-2 1 0 0 0,0 0 0 0 0,-1-1 1 0 0,-1 1-1 0 0,-1-1 0 0 0,-1 1 0 0 0,-1 0 1 0 0,0 0-1 0 0,-7-21 0 0 0,1 13-30 0 0,-1 0 0 0 0,-2 0 0 0 0,0 2 0 0 0,-2-1 0 0 0,0 2 0 0 0,-2 0 0 0 0,-1 0 0 0 0,-1 2 0 0 0,0 0 0 0 0,-2 1 0 0 0,-1 1 0 0 0,0 1 0 0 0,-1 1 0 0 0,-38-23 0 0 0,33 25-564 0 0,-1 1 0 0 0,0 1 1 0 0,-1 2-1 0 0,-1 0 1 0 0,1 3-1 0 0,-2 0 0 0 0,1 2 1 0 0,-35-4-1 0 0,-4 5-5817 0 0</inkml:trace>
</inkml:ink>
</file>

<file path=ppt/ink/ink2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02:23.37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925 233 6913 0 0,'-6'-13'196'0'0,"1"-1"0"0"0,-2 1 0 0 0,1 0-1 0 0,-2 1 1 0 0,0 0 0 0 0,0 0 0 0 0,-1 0-1 0 0,-1 1 1 0 0,1 1 0 0 0,-2 0-1 0 0,0 0 1 0 0,0 1 0 0 0,-1 0 0 0 0,1 1-1 0 0,-2 0 1 0 0,1 1 0 0 0,-15-6 0 0 0,13 6-99 0 0,0 2 1 0 0,0-1 0 0 0,-1 2 0 0 0,1 0-1 0 0,-1 0 1 0 0,0 2 0 0 0,0-1 0 0 0,0 2-1 0 0,0 0 1 0 0,0 1 0 0 0,-1 1 0 0 0,1 0 0 0 0,0 1-1 0 0,0 1 1 0 0,0 0 0 0 0,-17 6 0 0 0,11 1 2 0 0,0 0 0 0 0,0 2 0 0 0,1 0 0 0 0,1 1 0 0 0,0 1 0 0 0,1 1 0 0 0,0 1 0 0 0,-21 24 0 0 0,10-6 347 0 0,2 0 0 0 0,2 2 0 0 0,-33 61 0 0 0,38-57-202 0 0,1 2 0 0 0,3-1-1 0 0,1 2 1 0 0,2 0 0 0 0,-12 80-1 0 0,13-27-36 0 0,2 158 1 0 0,6-75 548 0 0,1 86-435 0 0,6-212-235 0 0,2 0 0 0 0,2-1 1 0 0,15 53-1 0 0,-8-55-1 0 0,2-1-1 0 0,2 0 1 0 0,3-2 0 0 0,1 0 0 0 0,54 82 0 0 0,-50-93 23 0 0,1-2 0 0 0,2 0 0 0 0,1-2 0 0 0,1-2 1 0 0,2 0-1 0 0,1-3 0 0 0,49 32 0 0 0,-20-21 240 0 0,1-2-1 0 0,3-3 1 0 0,99 35-1 0 0,-113-51-115 0 0,0-2-1 0 0,1-3 0 0 0,1-2 0 0 0,0-3 0 0 0,69 2 0 0 0,-73-9-104 0 0,-1-2-1 0 0,83-13 0 0 0,-108 10-85 0 0,0-1-1 0 0,0-2 1 0 0,0 0-1 0 0,-1-1 1 0 0,0-2-1 0 0,-1-1 0 0 0,22-14 1 0 0,-18 8-23 0 0,0-2 0 0 0,-2 0 0 0 0,-1-2 0 0 0,0 0 0 0 0,-2-2 1 0 0,0 0-1 0 0,-2-2 0 0 0,26-41 0 0 0,-35 48-5 0 0,-1-1 0 0 0,0 0 0 0 0,-2 0 0 0 0,0-1 0 0 0,-1 0 0 0 0,-2-1 0 0 0,0 1 0 0 0,-1-1 0 0 0,-1 0 0 0 0,-1-1 0 0 0,-1 1 0 0 0,-1 0 0 0 0,-3-30 0 0 0,-51-238 262 0 0,18 108-152 0 0,20 90-124 0 0,-40-183 0 0 0,46 242 0 0 0,-1 0 0 0 0,-2 1 0 0 0,-1 1 0 0 0,-1 0 0 0 0,-2 1 0 0 0,-23-32 0 0 0,-39-38 117 0 0,-170-163 1 0 0,199 215-382 0 0,-1 2 1 0 0,-3 2 0 0 0,-1 3-1 0 0,-3 2 1 0 0,-78-40-1 0 0,121 72-184 0 0,0 1 0 0 0,-1 0-1 0 0,0 1 1 0 0,0 1-1 0 0,0 0 1 0 0,-17-1-1 0 0,-15 4-6572 0 0</inkml:trace>
</inkml:ink>
</file>

<file path=ppt/ink/ink2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00:20.55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74 86 3225 0 0,'-3'-2'218'0'0,"1"0"0"0"0,-1 1-1 0 0,0-1 1 0 0,0 1 0 0 0,0 0 0 0 0,0 0 0 0 0,0 0 0 0 0,0 0 0 0 0,0 1 0 0 0,0-1 0 0 0,0 1 0 0 0,-1 0 0 0 0,1 0 0 0 0,0 0 0 0 0,0 0 0 0 0,-6 1-1 0 0,-7 0 1040 0 0,30-2-64 0 0,1-1 0 0 0,27-8 0 0 0,-3 0-3 0 0,111-12 1694 0 0,155-5 1 0 0,-212 25-2166 0 0,135 12 0 0 0,91 30-432 0 0,180 11-308 0 0,-81-51 593 0 0,309 16 1084 0 0,-651-11-1583 0 0,1-3 1 0 0,79-8-1 0 0,-112 1-33 0 0,0-2 0 0 0,-1-1 1 0 0,1-3-1 0 0,79-30 0 0 0,-107 33-186 0 0,1 2-1 0 0,0 0 1 0 0,32-6-1 0 0,-35 10-475 0 0</inkml:trace>
</inkml:ink>
</file>

<file path=ppt/ink/ink2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00:21.41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39 11 7370 0 0,'-10'-5'2529'0'0,"-3"-1"1668"0"0,12 6-4117 0 0,1 1 0 0 0,-1-1 1 0 0,1 0-1 0 0,-1 0 1 0 0,1 1-1 0 0,-1-1 0 0 0,1 0 1 0 0,0 1-1 0 0,-1-1 1 0 0,1 1-1 0 0,-1-1 1 0 0,1 0-1 0 0,0 1 0 0 0,-1-1 1 0 0,1 1-1 0 0,0-1 1 0 0,0 1-1 0 0,-1-1 0 0 0,1 1 1 0 0,0-1-1 0 0,0 1 1 0 0,0-1-1 0 0,0 1 1 0 0,0-1-1 0 0,-1 1 0 0 0,1 0 1 0 0,0-1-1 0 0,0 1 1 0 0,0-1-1 0 0,1 1 0 0 0,-1 0 1 0 0,-7 96 2010 0 0,8 152 1 0 0,3-199-1916 0 0,2-1 0 0 0,3 1 0 0 0,1-1 1 0 0,33 90-1 0 0,-8-54-188 0 0,40 118-867 0 0,-68-176 121 0 0</inkml:trace>
</inkml:ink>
</file>

<file path=ppt/ink/ink2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00:22.40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69 38 6913 0 0,'-4'1'296'0'0,"-1"-1"-1"0"0,0 1 1 0 0,1 0-1 0 0,-1 0 0 0 0,-7 4 1 0 0,-21 3 4404 0 0,84-31 702 0 0,-23 15-5221 0 0,0 1 1 0 0,1 1-1 0 0,-1 1 1 0 0,1 2-1 0 0,0 1 0 0 0,0 1 1 0 0,0 2-1 0 0,1 1 0 0 0,-2 1 1 0 0,1 1-1 0 0,0 2 0 0 0,53 18 1 0 0,-72-21-180 0 0,-1 1 0 0 0,1 0 0 0 0,-1 0 0 0 0,15 11 1 0 0,-24-15-3 0 0,0 1 1 0 0,0-1 0 0 0,0 1 0 0 0,0-1 0 0 0,0 1 0 0 0,0-1-1 0 0,0 1 1 0 0,0-1 0 0 0,0 1 0 0 0,0-1 0 0 0,0 0 0 0 0,0 1-1 0 0,0-1 1 0 0,0 1 0 0 0,-1-1 0 0 0,1 1 0 0 0,0-1 0 0 0,0 0 0 0 0,0 1-1 0 0,-1-1 1 0 0,1 1 0 0 0,0-1 0 0 0,0 0 0 0 0,-1 1 0 0 0,1-1-1 0 0,0 0 1 0 0,-1 1 0 0 0,1-1 0 0 0,-1 0 0 0 0,1 0 0 0 0,0 1-1 0 0,-1-1 1 0 0,1 0 0 0 0,-1 0 0 0 0,-17 12 33 0 0,18-11-33 0 0,-100 58-8 0 0,46-29-4 0 0,2 2-1 0 0,2 3 0 0 0,-56 49 0 0 0,104-83 12 0 0,0 1-1 0 0,-1 0 1 0 0,2 0-1 0 0,-1 0 1 0 0,0 0-1 0 0,0 0 1 0 0,1 1-1 0 0,-1-1 1 0 0,1 0-1 0 0,0 1 1 0 0,-1-1-1 0 0,0 4 1 0 0,2-5 0 0 0,0-1-1 0 0,0 0 1 0 0,0 1 0 0 0,0-1 0 0 0,1 1-1 0 0,-1-1 1 0 0,0 0 0 0 0,0 1-1 0 0,0-1 1 0 0,0 1 0 0 0,0-1 0 0 0,1 0-1 0 0,-1 1 1 0 0,0-1 0 0 0,0 0-1 0 0,1 1 1 0 0,-1-1 0 0 0,0 0 0 0 0,0 1-1 0 0,1-1 1 0 0,-1 0 0 0 0,0 1-1 0 0,1-1 1 0 0,-1 0 0 0 0,0 0-1 0 0,1 0 1 0 0,0 1 0 0 0,22 2-60 0 0,78-7 59 0 0,-63 1 29 0 0,-1 2-1 0 0,67 6 1 0 0,-102-5-24 0 0,0 0 0 0 0,0 0 0 0 0,0 0 1 0 0,0 1-1 0 0,0-1 0 0 0,0 1 0 0 0,0-1 0 0 0,0 1 0 0 0,0 0 0 0 0,0-1 0 0 0,-1 1 0 0 0,1 0 0 0 0,0 0 1 0 0,0 0-1 0 0,-1 1 0 0 0,1-1 0 0 0,-1 0 0 0 0,1 1 0 0 0,-1-1 0 0 0,0 1 0 0 0,1-1 0 0 0,-1 1 0 0 0,2 3 1 0 0,-3-3-1 0 0,0 0 1 0 0,0 1-1 0 0,0-1 1 0 0,0 0 0 0 0,0 0-1 0 0,-1 1 1 0 0,1-1-1 0 0,-1 0 1 0 0,1 0-1 0 0,-1 0 1 0 0,0 0 0 0 0,0 1-1 0 0,0-1 1 0 0,0 0-1 0 0,0-1 1 0 0,0 1 0 0 0,-1 0-1 0 0,1 0 1 0 0,-1 0-1 0 0,-2 2 1 0 0,-21 21 102 0 0,0-1-1 0 0,-49 34 1 0 0,48-40-67 0 0,1 2 1 0 0,1 1 0 0 0,-33 36 0 0 0,57-56-41 0 0,-1-1 0 0 0,1 0 0 0 0,-1 1 0 0 0,1-1 1 0 0,0 1-1 0 0,-1-1 0 0 0,1 0 0 0 0,0 1 0 0 0,0-1 0 0 0,-1 1 1 0 0,1-1-1 0 0,0 1 0 0 0,0-1 0 0 0,0 1 0 0 0,-1-1 1 0 0,1 1-1 0 0,0-1 0 0 0,0 1 0 0 0,0-1 0 0 0,0 1 0 0 0,0-1 1 0 0,0 1-1 0 0,0-1 0 0 0,0 1 0 0 0,0-1 0 0 0,1 1 1 0 0,-1-1-1 0 0,0 1 0 0 0,0 0 0 0 0,15 6-8 0 0,32-6-39 0 0,-38-2 25 0 0,13 1 25 0 0,1 1 0 0 0,-1 1-1 0 0,34 7 1 0 0,-48-8-13 0 0,-1 2 0 0 0,1-1-1 0 0,0 1 1 0 0,-1 0 0 0 0,1 1-1 0 0,-1-1 1 0 0,0 2-1 0 0,-1-1 1 0 0,1 1 0 0 0,-1 0-1 0 0,1 0 1 0 0,-2 1 0 0 0,8 7-1 0 0,-12-12-5 0 0,0 0-1 0 0,-1 0 0 0 0,1 0 0 0 0,0 0 0 0 0,0 1 1 0 0,-1-1-1 0 0,1 0 0 0 0,-1 0 0 0 0,1 1 1 0 0,-1-1-1 0 0,1 0 0 0 0,-1 0 0 0 0,0 1 1 0 0,0-1-1 0 0,0 1 0 0 0,0-1 0 0 0,0 0 0 0 0,0 1 1 0 0,0-1-1 0 0,0 0 0 0 0,0 1 0 0 0,0-1 1 0 0,-1 0-1 0 0,1 1 0 0 0,-1-1 0 0 0,1 0 1 0 0,-1 0-1 0 0,-1 2 0 0 0,-1 3 3 0 0,-1-2-1 0 0,0 1 1 0 0,-1 0 0 0 0,1-1 0 0 0,-7 5-1 0 0,7-6-159 0 0,1 0 0 0 0,-1 0 0 0 0,1 0-1 0 0,0 1 1 0 0,0-1 0 0 0,0 1 0 0 0,-4 6 0 0 0,7-10 90 0 0,0 0 0 0 0,0 0 1 0 0,0 0-1 0 0,0 1 0 0 0,0-1 0 0 0,0 0 1 0 0,0 0-1 0 0,0 0 0 0 0,0 0 1 0 0,0 0-1 0 0,0 0 0 0 0,0 1 1 0 0,0-1-1 0 0,0 0 0 0 0,0 0 1 0 0,0 0-1 0 0,0 0 0 0 0,0 0 1 0 0,0 1-1 0 0,0-1 0 0 0,0 0 1 0 0,0 0-1 0 0,0 0 0 0 0,0 0 1 0 0,0 0-1 0 0,0 0 0 0 0,0 1 1 0 0,0-1-1 0 0,0 0 0 0 0,0 0 1 0 0,0 0-1 0 0,1 0 0 0 0,-1 0 1 0 0,0 0-1 0 0,0 0 0 0 0,0 0 0 0 0,0 1 1 0 0,0-1-1 0 0,0 0 0 0 0,0 0 1 0 0,1 0-1 0 0,-1 0 0 0 0,0 0 1 0 0,0 0-1 0 0,0 0 0 0 0,1 0 1 0 0</inkml:trace>
</inkml:ink>
</file>

<file path=ppt/ink/ink2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00:22.89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82 27 6481 0 0,'5'-26'7161'0'0,"-7"39"-4816"0"0,-6 21 23 0 0,-21 54-1 0 0,18-63-2242 0 0,2 2 0 0 0,1-1 0 0 0,-8 53 0 0 0,13-34-56 0 0,2-1 1 0 0,2 1 0 0 0,2-1-1 0 0,15 74 1 0 0,56 172 346 0 0,-37-160-349 0 0,-13-46 11 0 0,13 53-278 0 0,-33-119-129 0 0,-2 1 1 0 0,0-1-1 0 0,-1 1 0 0 0,-1-1 1 0 0,-3 32-1 0 0,2-41-6851 0 0</inkml:trace>
</inkml:ink>
</file>

<file path=ppt/ink/ink2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00:23.67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103 293 5529 0 0,'-16'9'1027'0'0,"0"0"0"0"0,0 0 1 0 0,1 1-1 0 0,-23 21 0 0 0,38-31-997 0 0,0 0-1 0 0,0 0 1 0 0,0 0 0 0 0,0 0-1 0 0,-1 0 1 0 0,1 0 0 0 0,0 0-1 0 0,0 0 1 0 0,0 0 0 0 0,0 0-1 0 0,0 0 1 0 0,0 0 0 0 0,0 1-1 0 0,0-1 1 0 0,0 0 0 0 0,0 0-1 0 0,0 0 1 0 0,-1 0-1 0 0,1 0 1 0 0,0 0 0 0 0,0 0-1 0 0,0 1 1 0 0,0-1 0 0 0,0 0-1 0 0,0 0 1 0 0,0 0 0 0 0,0 0-1 0 0,0 0 1 0 0,0 0 0 0 0,0 1-1 0 0,0-1 1 0 0,0 0 0 0 0,0 0-1 0 0,0 0 1 0 0,0 0 0 0 0,0 0-1 0 0,1 0 1 0 0,-1 1 0 0 0,0-1-1 0 0,0 0 1 0 0,0 0 0 0 0,0 0-1 0 0,0 0 1 0 0,0 0 0 0 0,0 0-1 0 0,0 0 1 0 0,0 0 0 0 0,0 0-1 0 0,1 1 1 0 0,-1-1 0 0 0,0 0-1 0 0,0 0 1 0 0,0 0 0 0 0,11 1 626 0 0,10-2-61 0 0,11-6 422 0 0,0-1 1 0 0,0-2-1 0 0,36-17 1 0 0,15-4-82 0 0,55-9 330 0 0,238-36-1 0 0,-142 58-344 0 0,-79 10-636 0 0,506 2 255 0 0,-601 8-533 0 0,648-10 99 0 0,-350-11 81 0 0,60-13 53 0 0,-235-4-271 0 0,-9 0 147 0 0,-156 34-117 0 0,1 0-1 0 0,0 1 0 0 0,28 2 0 0 0,-38-1-28 0 0,0 2-1 0 0,0-1 0 0 0,0 1 0 0 0,0 0 1 0 0,0 1-1 0 0,0 0 0 0 0,-1 0 0 0 0,0 1 0 0 0,10 6 1 0 0,-2 1-141 0 0</inkml:trace>
</inkml:ink>
</file>

<file path=ppt/ink/ink2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00:24.48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72 116 6913 0 0,'-27'-22'885'0'0,"22"19"-609"0"0,0 0 1 0 0,0-1 0 0 0,1 0 0 0 0,0 1 0 0 0,-1-2-1 0 0,2 1 1 0 0,-1 0 0 0 0,-6-10 0 0 0,10 13-205 0 0,0 0 1 0 0,0 1 0 0 0,0-1-1 0 0,0 0 1 0 0,0 0-1 0 0,0 0 1 0 0,1 0-1 0 0,-1 0 1 0 0,0 0 0 0 0,0 0-1 0 0,1 1 1 0 0,-1-1-1 0 0,0 0 1 0 0,1 0-1 0 0,-1 0 1 0 0,1 1 0 0 0,-1-1-1 0 0,1 0 1 0 0,0 0-1 0 0,-1 1 1 0 0,1-1-1 0 0,0 0 1 0 0,-1 1 0 0 0,1-1-1 0 0,0 1 1 0 0,0-1-1 0 0,-1 1 1 0 0,1 0-1 0 0,0-1 1 0 0,0 1-1 0 0,0 0 1 0 0,0-1 0 0 0,0 1-1 0 0,-1 0 1 0 0,3 0-1 0 0,36-12 984 0 0,-36 12-954 0 0,27-6 337 0 0,2 2 0 0 0,-1 1 0 0 0,46 1 0 0 0,98 14 458 0 0,-55-2-363 0 0,611 24 1187 0 0,-162-31-629 0 0,1-28-329 0 0,-559 25-751 0 0,124-8 113 0 0,37-2-34 0 0,192 12 0 0 0,-250 6-119 0 0,310 38-313 0 0,-411-43-472 0 0,-1 2-262 0 0</inkml:trace>
</inkml:ink>
</file>

<file path=ppt/ink/ink2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00:24.95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45 2761 0 0,'1'-1'188'0'0,"0"-1"1"0"0,0 1-1 0 0,0-1 0 0 0,0 0 1 0 0,-1 0-1 0 0,1 1 1 0 0,0-1-1 0 0,-1 0 1 0 0,1 0-1 0 0,-1 0 1 0 0,0 0-1 0 0,0 1 1 0 0,1-4-1 0 0,-1 4 272 0 0,0 0-1 0 0,0 0 1 0 0,0 0-1 0 0,-1 0 1 0 0,1 0-1 0 0,0 0 1 0 0,0 0 0 0 0,0 0-1 0 0,-1 0 1 0 0,1 0-1 0 0,-1 0 1 0 0,1 0-1 0 0,-1 0 1 0 0,1 0 0 0 0,-2-1-1 0 0,8 18 5719 0 0,-3 20-5109 0 0,-2-24-430 0 0,8 120 787 0 0,7 58-992 0 0,7-49-325 0 0,72 247 0 0 0,-84-344-1959 0 0,-9-31-5637 0 0</inkml:trace>
</inkml:ink>
</file>

<file path=ppt/ink/ink2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00:26.61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67 13 920 0 0,'0'-1'400'0'0,"0"1"0"0"0,-1-1-1 0 0,1 0 1 0 0,-1 0 0 0 0,1 0-1 0 0,-1 1 1 0 0,0-1 0 0 0,1 0-1 0 0,-1 1 1 0 0,0-1 0 0 0,0 0-1 0 0,1 1 1 0 0,-1-1 0 0 0,0 1-1 0 0,0-1 1 0 0,0 1 0 0 0,0-1-1 0 0,-1 1-216 0 0,1 0 0 0 0,0 0-1 0 0,-1 0 1 0 0,1 0-1 0 0,0 0 1 0 0,-1 0 0 0 0,1 0-1 0 0,0 0 1 0 0,-1 0-1 0 0,1 1 1 0 0,0-1-1 0 0,-1 1 1 0 0,1-1 0 0 0,0 1-1 0 0,0-1 1 0 0,0 1-1 0 0,-2 1 1 0 0,0 0-82 0 0,1-1 0 0 0,-1 1-1 0 0,1 0 1 0 0,0 0 0 0 0,0 1 0 0 0,0-1 0 0 0,0 0 0 0 0,0 1-1 0 0,0-1 1 0 0,1 1 0 0 0,-1 0 0 0 0,1-1 0 0 0,0 1 0 0 0,-2 4-1 0 0,3-7-80 0 0,0 1 0 0 0,0-1 0 0 0,0 0-1 0 0,0 0 1 0 0,0 1 0 0 0,0-1 0 0 0,0 0-1 0 0,0 0 1 0 0,0 1 0 0 0,0-1 0 0 0,0 0-1 0 0,0 0 1 0 0,0 1 0 0 0,1-1 0 0 0,-1 0-1 0 0,0 0 1 0 0,0 1 0 0 0,0-1-1 0 0,0 0 1 0 0,0 0 0 0 0,1 1 0 0 0,-1-1-1 0 0,0 0 1 0 0,0 0 0 0 0,0 0 0 0 0,0 0-1 0 0,1 1 1 0 0,-1-1 0 0 0,0 0 0 0 0,0 0-1 0 0,1 0 1 0 0,-1 0 0 0 0,0 0 0 0 0,0 0-1 0 0,1 0 1 0 0,-1 0 0 0 0,0 0 0 0 0,1 1-1 0 0,14-2 374 0 0,15-6 281 0 0,-30 7-644 0 0,51-12 767 0 0,-1 3 0 0 0,1 1 0 0 0,1 3-1 0 0,80 1 1 0 0,-129 4-783 0 0,1 0 1 0 0,0 0-1 0 0,0 1 0 0 0,0-1 1 0 0,0 1-1 0 0,0 0 0 0 0,0 0 0 0 0,5 2 1 0 0,-9-3-16 0 0,1 1 1 0 0,-1-1-1 0 0,1 0 1 0 0,-1 0-1 0 0,0 1 1 0 0,1-1-1 0 0,-1 0 0 0 0,0 1 1 0 0,1-1-1 0 0,-1 0 1 0 0,0 1-1 0 0,0-1 1 0 0,1 0-1 0 0,-1 1 1 0 0,0-1-1 0 0,0 1 1 0 0,1-1-1 0 0,-1 1 0 0 0,0-1 1 0 0,0 1-1 0 0,0-1 1 0 0,0 0-1 0 0,0 1 1 0 0,0-1-1 0 0,0 1 1 0 0,0 0-1 0 0,0 1 2 0 0,-1-1 1 0 0,0 1-1 0 0,1-1 0 0 0,-1 1 1 0 0,0-1-1 0 0,0 0 0 0 0,1 1 0 0 0,-1-1 1 0 0,0 0-1 0 0,-1 0 0 0 0,1 0 0 0 0,-2 2 1 0 0,-34 27 112 0 0,-1-1 0 0 0,-2-2 0 0 0,-1-2-1 0 0,-54 24 1 0 0,-7 6-110 0 0,101-54-5 0 0,-1 0 0 0 0,1 0-1 0 0,-1 0 1 0 0,0 0 0 0 0,1 0-1 0 0,0 0 1 0 0,-1 0 0 0 0,1 1 0 0 0,0-1-1 0 0,-1 0 1 0 0,1 1 0 0 0,-1 1-1 0 0,6 3-38 0 0,12-5 14 0 0,8-4-166 0 0,49-13 0 0 0,-58 12 129 0 0,1 0 0 0 0,-1 0-1 0 0,1 2 1 0 0,0 0 0 0 0,0 0-1 0 0,0 2 1 0 0,26 2 0 0 0,-40-2 62 0 0,-1 0 1 0 0,0 0 0 0 0,0 0-1 0 0,0 0 1 0 0,1 1 0 0 0,-1-1-1 0 0,0 1 1 0 0,0-1 0 0 0,0 0-1 0 0,0 1 1 0 0,0 0 0 0 0,0-1-1 0 0,0 1 1 0 0,0 0 0 0 0,0-1-1 0 0,0 1 1 0 0,0 0 0 0 0,0 0-1 0 0,0 0 1 0 0,-1 0 0 0 0,1 0-1 0 0,0 0 1 0 0,-1 0 0 0 0,1 0-1 0 0,-1 0 1 0 0,1 0 0 0 0,0 2-1 0 0,-1-1 1 0 0,0 0 0 0 0,0 0 0 0 0,0 0-1 0 0,-1 1 1 0 0,1-1 0 0 0,0 0 0 0 0,-1 0-1 0 0,0 0 1 0 0,1 1 0 0 0,-1-1 0 0 0,0 0-1 0 0,0 0 1 0 0,-2 2 0 0 0,-5 8 4 0 0,0-1 0 0 0,-1 0-1 0 0,-15 15 1 0 0,-57 43 243 0 0,54-48-145 0 0,-37 38 0 0 0,62-58-102 0 0,1 0 0 0 0,0 0 0 0 0,0 0 0 0 0,0 0 0 0 0,0 1 0 0 0,0-1 0 0 0,0 0 0 0 0,1 0-1 0 0,-1 1 1 0 0,0-1 0 0 0,1 0 0 0 0,-1 1 0 0 0,0-1 0 0 0,1 1 0 0 0,0-1 0 0 0,-1 0 0 0 0,1 1 0 0 0,0 1 0 0 0,0-2-3 0 0,0-1 1 0 0,1 1 0 0 0,-1 0 0 0 0,1-1-1 0 0,-1 1 1 0 0,1-1 0 0 0,-1 1 0 0 0,1-1-1 0 0,-1 0 1 0 0,1 1 0 0 0,-1-1 0 0 0,1 0-1 0 0,0 1 1 0 0,-1-1 0 0 0,1 0 0 0 0,0 1-1 0 0,-1-1 1 0 0,1 0 0 0 0,0 0 0 0 0,-1 0-1 0 0,1 0 1 0 0,0 0 0 0 0,-1 0 0 0 0,1 0-1 0 0,0 0 1 0 0,0 0 0 0 0,10 0-18 0 0,-1-1 0 0 0,0 0 0 0 0,16-5 1 0 0,33-11-104 0 0,-32 8 105 0 0,38-7-1 0 0,-58 14-40 0 0,0 1 0 0 0,0 1 0 0 0,0-1 0 0 0,0 1 0 0 0,0 0 0 0 0,0 1 0 0 0,-1-1 0 0 0,1 2 0 0 0,0-1 0 0 0,11 4 1 0 0,-15-4-208 0 0,-1 0 1 0 0,1 1 0 0 0,-1-1 0 0 0,0 0 0 0 0,1 1 0 0 0,-1-1 0 0 0,0 1 0 0 0,0 0 0 0 0,0 0 0 0 0,0 0-1 0 0,0 0 1 0 0,-1 0 0 0 0,1 0 0 0 0,-1 0 0 0 0,1 1 0 0 0,-1-1 0 0 0,1 3 0 0 0,0 2-4672 0 0</inkml:trace>
</inkml:ink>
</file>

<file path=ppt/ink/ink2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00:27.08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72 1 920 0 0,'-3'0'421'0'0,"-36"4"7774"0"0,38-4-7932 0 0,0 0 0 0 0,0 1 0 0 0,0-1 0 0 0,0 0 0 0 0,0 1 0 0 0,0 0 0 0 0,0-1 0 0 0,0 1 0 0 0,0-1 0 0 0,0 1 0 0 0,0 0 0 0 0,0 0 0 0 0,0 0 0 0 0,1-1 0 0 0,-1 1 0 0 0,0 0 0 0 0,1 0 0 0 0,-1 0 0 0 0,1 0 0 0 0,-1 0 0 0 0,1 0 0 0 0,-1 0 0 0 0,1 0 0 0 0,0 0 0 0 0,-1 1 0 0 0,1-1 0 0 0,0 0 0 0 0,0 0 0 0 0,0 2 0 0 0,-5 106 2643 0 0,2-66-2768 0 0,1-1 0 0 0,5 47 0 0 0,30 156-65 0 0,10 118-80 0 0,15 120 336 0 0,-56-471-359 0 0,4 21 228 0 0,-1-1 1 0 0,0 36-1 0 0</inkml:trace>
</inkml:ink>
</file>

<file path=ppt/ink/ink2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00:27.91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26 97 5985 0 0,'-3'2'349'0'0,"1"0"0"0"0,0 1 0 0 0,-1-1 0 0 0,1 1 0 0 0,0 0 0 0 0,0 0 0 0 0,1 0 0 0 0,-1 0 0 0 0,0 0 0 0 0,1 0 0 0 0,0 0 0 0 0,-2 6 0 0 0,3-7-254 0 0,0 0 1 0 0,0 0-1 0 0,1 0 0 0 0,-1-1 1 0 0,0 1-1 0 0,1 0 1 0 0,-1 0-1 0 0,1-1 0 0 0,0 1 1 0 0,0 0-1 0 0,-1-1 1 0 0,1 1-1 0 0,0-1 0 0 0,0 1 1 0 0,1-1-1 0 0,-1 1 1 0 0,0-1-1 0 0,0 0 0 0 0,1 1 1 0 0,-1-1-1 0 0,0 0 0 0 0,1 0 1 0 0,-1 0-1 0 0,1 0 1 0 0,0 0-1 0 0,2 0 0 0 0,3 3 116 0 0,0-1-1 0 0,1 0 0 0 0,-1-1 0 0 0,1 0 0 0 0,0 0 0 0 0,0-1 0 0 0,11 1 0 0 0,61-1 1170 0 0,-60-2-1096 0 0,545-40 3304 0 0,-461 30-3102 0 0,384-60 1001 0 0,-147 18-904 0 0,-174 38-485 0 0,180 8 1 0 0,-289 7-72 0 0,705 32 124 0 0,-711-27-108 0 0,35 4 56 0 0,-1-4 0 0 0,107-8 0 0 0,-141-3-1638 0 0</inkml:trace>
</inkml:ink>
</file>

<file path=ppt/ink/ink2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00:30.28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 9218 0 0,'0'0'1046'0'0,"2"8"6705"0"0,194 215-3649 0 0,-165-191-3910 0 0,-16-17-72 0 0,-1 2 1 0 0,16 21-1 0 0,-10 4-1195 0 0,-18-37 279 0 0,0 1 0 0 0,-1-1 0 0 0,0 1 0 0 0,0 0 0 0 0,0 10 1 0 0,-1-6-934 0 0</inkml:trace>
</inkml:ink>
</file>

<file path=ppt/ink/ink2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00:30.69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10 136 456 0 0,'-1'-4'465'0'0,"-1"1"0"0"0,1 0 0 0 0,0-1 0 0 0,0 1 0 0 0,0-1 0 0 0,0 0 0 0 0,0 1 0 0 0,1-1 0 0 0,0 0 0 0 0,0 1 0 0 0,0-1 0 0 0,0 0 0 0 0,0 1 0 0 0,1-1-1 0 0,0 0 1 0 0,-1 1 0 0 0,4-7 0 0 0,-2 5-278 0 0,0 1-1 0 0,0 0 0 0 0,1 0 1 0 0,0 0-1 0 0,0 0 0 0 0,0 1 1 0 0,0-1-1 0 0,0 1 0 0 0,1 0 1 0 0,-1-1-1 0 0,1 2 1 0 0,0-1-1 0 0,0 0 0 0 0,0 1 1 0 0,0 0-1 0 0,1 0 0 0 0,-1 0 1 0 0,1 0-1 0 0,-1 1 0 0 0,8-2 1 0 0,-12 3-146 0 0,1 0 1 0 0,0 0 0 0 0,-1-1 0 0 0,1 1-1 0 0,0 0 1 0 0,-1 0 0 0 0,1 0 0 0 0,0 0-1 0 0,0 0 1 0 0,-1 1 0 0 0,1-1 0 0 0,0 0-1 0 0,-1 0 1 0 0,1 0 0 0 0,0 1 0 0 0,-1-1-1 0 0,1 0 1 0 0,-1 1 0 0 0,1-1 0 0 0,0 0-1 0 0,-1 1 1 0 0,1-1 0 0 0,-1 1-1 0 0,1-1 1 0 0,-1 1 0 0 0,1-1 0 0 0,-1 1-1 0 0,1-1 1 0 0,-1 1 0 0 0,1 1 0 0 0,0 0 31 0 0,-1 0 0 0 0,1 0 0 0 0,0 1 1 0 0,-1-1-1 0 0,0 1 0 0 0,1-1 0 0 0,-1 0 0 0 0,0 1 1 0 0,-1 3-1 0 0,-10 49 707 0 0,-6-8-571 0 0,12-34-154 0 0,0 1 0 0 0,0-1 1 0 0,2 1-1 0 0,0 0 1 0 0,-3 27-1 0 0,6-40-23 0 0,0-1-1 0 0,0 1 1 0 0,0 0 0 0 0,0 0-1 0 0,0 0 1 0 0,0 0-1 0 0,1-1 1 0 0,-1 1 0 0 0,0 0-1 0 0,0 0 1 0 0,1 0-1 0 0,-1-1 1 0 0,1 1 0 0 0,-1 0-1 0 0,1 0 1 0 0,-1-1-1 0 0,1 1 1 0 0,-1 0 0 0 0,1-1-1 0 0,-1 1 1 0 0,1-1-1 0 0,0 1 1 0 0,0-1 0 0 0,-1 1-1 0 0,1-1 1 0 0,0 1-1 0 0,1-1 1 0 0,0 1 66 0 0,1 0 0 0 0,0-1 0 0 0,0 1 0 0 0,-1-1 0 0 0,1 1 0 0 0,0-1 0 0 0,0 0-1 0 0,4-1 1 0 0,5 0 272 0 0,-1-2 0 0 0,1 1 0 0 0,11-5 0 0 0,20-12 667 0 0,-35 15-1040 0 0,1-1 0 0 0,0 1-1 0 0,0 1 1 0 0,0 0 0 0 0,0 0 0 0 0,1 1 0 0 0,-1 0 0 0 0,1 0 0 0 0,10 0 0 0 0,-13 4-1310 0 0,0 2-3384 0 0,-1 0-1477 0 0</inkml:trace>
</inkml:ink>
</file>

<file path=ppt/ink/ink2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00:31.01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10 6913 0 0,'0'-1'186'0'0,"0"1"-1"0"0,0-1 0 0 0,0 1 1 0 0,0-1-1 0 0,0 1 0 0 0,1 0 0 0 0,-1-1 1 0 0,0 1-1 0 0,0-1 0 0 0,0 1 0 0 0,1 0 1 0 0,-1-1-1 0 0,0 1 0 0 0,1 0 0 0 0,-1-1 1 0 0,0 1-1 0 0,1 0 0 0 0,-1 0 0 0 0,0-1 1 0 0,1 1-1 0 0,-1 0 0 0 0,1 0 1 0 0,-1-1-1 0 0,0 1 0 0 0,1 0 0 0 0,-1 0 1 0 0,1 0-1 0 0,-1 0 0 0 0,1 0 0 0 0,-1 0 1 0 0,1 0-1 0 0,-1 0 0 0 0,0 0 0 0 0,1 0 1 0 0,-1 0-1 0 0,1 0 0 0 0,-1 0 0 0 0,1 0 1 0 0,-1 0-1 0 0,1 0 0 0 0,-1 1 1 0 0,0-1-1 0 0,1 0 0 0 0,19 9 4382 0 0,-5 11-3655 0 0,-1 0-1 0 0,22 41 0 0 0,-23-37-892 0 0,30 41 1 0 0,-26-44-437 0 0,1-2 1 0 0,27 24-1 0 0,-26-27-70 0 0</inkml:trace>
</inkml:ink>
</file>

<file path=ppt/ink/ink2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00:31.67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92 62 6913 0 0,'-34'-18'1645'0'0,"29"17"-1094"0"0,0-1 0 0 0,0-1 0 0 0,0 1 0 0 0,0-1 0 0 0,0 0 0 0 0,0 0 0 0 0,1 0 0 0 0,0-1 0 0 0,0 0 0 0 0,-7-7 0 0 0,11 7 1344 0 0,8 4-617 0 0,9 8 166 0 0,-7 4-1096 0 0,-1 0 0 0 0,0 1 0 0 0,-1 1 0 0 0,-1-1 0 0 0,0 1 0 0 0,6 18-1 0 0,9 17-221 0 0,67 112-968 0 0,-79-144 3 0 0</inkml:trace>
</inkml:ink>
</file>

<file path=ppt/ink/ink2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00:32.48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44 113 4609 0 0,'-2'-2'265'0'0,"1"-1"0"0"0,0 0 0 0 0,0 0 0 0 0,-1-1 0 0 0,2 1 1 0 0,-1 0-1 0 0,0 0 0 0 0,1 0 0 0 0,-1-1 0 0 0,1 1 0 0 0,0 0 0 0 0,0-5 0 0 0,1 7-202 0 0,-1 0 0 0 0,0 0 0 0 0,0-1 0 0 0,0 1 0 0 0,1 0 0 0 0,-1 0 0 0 0,1 0 0 0 0,-1-1 0 0 0,1 1 0 0 0,-1 0 0 0 0,1 0-1 0 0,0 0 1 0 0,-1 0 0 0 0,1 0 0 0 0,0 0 0 0 0,0 0 0 0 0,0 0 0 0 0,0 1 0 0 0,0-1 0 0 0,0 0 0 0 0,0 0 0 0 0,0 1 0 0 0,0-1 0 0 0,0 0 0 0 0,0 1 0 0 0,0 0 0 0 0,1-1 0 0 0,-1 1 0 0 0,0-1-1 0 0,0 1 1 0 0,1 0 0 0 0,-1 0 0 0 0,0 0 0 0 0,2 0 0 0 0,-6 2 115 0 0,0 1 1 0 0,0-1-1 0 0,1 1 0 0 0,-1 0 1 0 0,0-1-1 0 0,1 1 0 0 0,0 1 1 0 0,0-1-1 0 0,-3 4 0 0 0,1-1 117 0 0,-1 0-1 0 0,0 0 1 0 0,0 0 0 0 0,-9 7-1 0 0,11-11 340 0 0,24-18-496 0 0,15-17 2083 0 0,14-9 354 0 0,-46 39-2545 0 0,0 1-1 0 0,-1-1 1 0 0,1 1-1 0 0,1 0 1 0 0,-1 1-1 0 0,0-1 1 0 0,0 1-1 0 0,0 0 1 0 0,1 0-1 0 0,-1 0 1 0 0,9 0-1 0 0,-12 1-31 0 0,0 0 0 0 0,1 0 0 0 0,-1 0 1 0 0,0 0-1 0 0,1 0 0 0 0,-1 1 0 0 0,0-1 0 0 0,0 1 0 0 0,1-1 0 0 0,-1 1 0 0 0,0-1 0 0 0,0 1 0 0 0,0 0 1 0 0,0-1-1 0 0,0 1 0 0 0,1 0 0 0 0,-2 0 0 0 0,1 0 0 0 0,0 0 0 0 0,0 0 0 0 0,0 0 0 0 0,1 2 0 0 0,0 0-8 0 0,-1 0-1 0 0,0 1 0 0 0,1-1 1 0 0,-1 0-1 0 0,0 1 0 0 0,-1-1 1 0 0,1 1-1 0 0,0 4 0 0 0,-1 5-24 0 0,0 0 0 0 0,0 0 0 0 0,-5 22 0 0 0,-9 13 269 0 0,10-38-153 0 0,1 0 0 0 0,0 0 0 0 0,1 0 0 0 0,0 0 0 0 0,-1 15 0 0 0,3-24-46 0 0,0-1 0 0 0,0 1 0 0 0,0 0 0 0 0,1-1 0 0 0,-1 1 0 0 0,0 0-1 0 0,0-1 1 0 0,0 1 0 0 0,0 0 0 0 0,1-1 0 0 0,-1 1 0 0 0,0-1 0 0 0,1 1 0 0 0,-1 0 0 0 0,0-1 0 0 0,1 1-1 0 0,-1-1 1 0 0,1 1 0 0 0,-1-1 0 0 0,1 1 0 0 0,-1-1 0 0 0,1 0 0 0 0,-1 1 0 0 0,1-1 0 0 0,-1 1-1 0 0,1-1 1 0 0,0 0 0 0 0,-1 0 0 0 0,1 1 0 0 0,0-1 0 0 0,-1 0 0 0 0,1 0 0 0 0,0 0 0 0 0,-1 0 0 0 0,1 0-1 0 0,0 0 1 0 0,-1 0 0 0 0,1 0 0 0 0,0 0 0 0 0,-1 0 0 0 0,1 0 0 0 0,0 0 0 0 0,-1 0 0 0 0,1 0-1 0 0,0-1 1 0 0,-1 1 0 0 0,1 0 0 0 0,-1-1 0 0 0,1 1 0 0 0,0 0 0 0 0,0-1 0 0 0,37-19-337 0 0,-33 17 207 0 0,35-21-2320 0 0,-27 17 988 0 0</inkml:trace>
</inkml:ink>
</file>

<file path=ppt/ink/ink2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00:33.28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50 32 2745 0 0,'-4'4'151'0'0,"1"0"-144"0"0,1-2 0 0 0,-1 1 0 0 0,0 0 0 0 0,0 0 1 0 0,0-1-1 0 0,0 1 0 0 0,0-1 0 0 0,-1 0 0 0 0,1 0 1 0 0,-1-1-1 0 0,-5 3 0 0 0,9-4 92 0 0,0 0 0 0 0,0 0 0 0 0,-1-1 0 0 0,1 1 0 0 0,0 0 1 0 0,0 0-1 0 0,0 0 0 0 0,0-1 0 0 0,-1 1 0 0 0,1 0 0 0 0,0 0 0 0 0,0-1 0 0 0,0 1 0 0 0,0 0 1 0 0,0-1-1 0 0,0 1 0 0 0,0 0 0 0 0,0 0 0 0 0,0-1 0 0 0,0 1 0 0 0,0 0 0 0 0,0 0 0 0 0,0-1 0 0 0,0 1 1 0 0,0 0-1 0 0,0-1 0 0 0,0 1 0 0 0,0 0 0 0 0,0 0 0 0 0,0-1 0 0 0,0 1 0 0 0,0 0 0 0 0,0 0 1 0 0,1-1-1 0 0,-1 1 0 0 0,0 0 0 0 0,7-6 8543 0 0,9 2-7925 0 0,-12 4-453 0 0,-1-1 0 0 0,1 1 1 0 0,-1-1-1 0 0,1 0 0 0 0,-1 0 0 0 0,1 0 1 0 0,-1-1-1 0 0,0 1 0 0 0,1-1 0 0 0,-1 0 1 0 0,0 0-1 0 0,0 0 0 0 0,0 0 0 0 0,-1-1 1 0 0,1 1-1 0 0,0-1 0 0 0,-1 0 0 0 0,3-3 0 0 0,-5 5-262 0 0,1 0 0 0 0,-1 1-1 0 0,0-1 1 0 0,0 0-1 0 0,1 1 1 0 0,-1-1-1 0 0,0 1 1 0 0,1-1-1 0 0,-1 0 1 0 0,1 1 0 0 0,-1-1-1 0 0,1 1 1 0 0,-1-1-1 0 0,1 1 1 0 0,-1-1-1 0 0,1 1 1 0 0,0 0-1 0 0,-1-1 1 0 0,1 1 0 0 0,0 0-1 0 0,-1-1 1 0 0,1 1-1 0 0,0 0 1 0 0,-1 0-1 0 0,1-1 1 0 0,0 1-1 0 0,0 0 1 0 0,-1 0 0 0 0,1 0-1 0 0,0 0 1 0 0,-1 0-1 0 0,3 0 1 0 0,-2 1 7 0 0,1 0 1 0 0,0 0-1 0 0,0 0 0 0 0,-1 0 1 0 0,1 1-1 0 0,0-1 1 0 0,-1 0-1 0 0,1 1 0 0 0,-1-1 1 0 0,0 1-1 0 0,3 2 1 0 0,1 4 22 0 0,0 0 1 0 0,-1 1 0 0 0,1-1 0 0 0,3 13 0 0 0,-5-7 1 0 0,0 1 0 0 0,-1 0 0 0 0,-1 0 1 0 0,-1 0-1 0 0,0 0 0 0 0,0 0 0 0 0,-2 0 1 0 0,0 0-1 0 0,-6 23 0 0 0,1 1 33 0 0,6-38-52 0 0,1-1 1 0 0,0 1-1 0 0,0 0 0 0 0,0-1 1 0 0,0 1-1 0 0,0-1 1 0 0,0 1-1 0 0,0 0 0 0 0,0-1 1 0 0,0 1-1 0 0,0-1 0 0 0,0 1 1 0 0,0 0-1 0 0,0-1 0 0 0,0 1 1 0 0,1-1-1 0 0,-1 1 0 0 0,0-1 1 0 0,0 1-1 0 0,1-1 1 0 0,-1 1-1 0 0,0-1 0 0 0,1 1 1 0 0,-1-1-1 0 0,0 1 0 0 0,1-1 1 0 0,-1 1-1 0 0,1-1 0 0 0,-1 0 1 0 0,1 1-1 0 0,1-1 2 0 0,-1 1 0 0 0,1-1 0 0 0,-1 0 0 0 0,0 0 0 0 0,1 1 0 0 0,-1-1 0 0 0,1 0 0 0 0,-1-1 0 0 0,1 1 0 0 0,-1 0-1 0 0,1 0 1 0 0,1-1 0 0 0,49-21 137 0 0,-42 17-69 0 0,2 0-435 0 0,16-7 648 0 0,-9 6-6557 0 0,-8 4-777 0 0</inkml:trace>
</inkml:ink>
</file>

<file path=ppt/ink/ink2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00:41.04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16 146 3225 0 0,'-1'-10'-148'0'0,"1"-1"1"0"0,0 1-1 0 0,2-14 1 0 0,-1 18 559 0 0,0-1 0 0 0,0 0 0 0 0,-1 1 1 0 0,0-1-1 0 0,-1 1 0 0 0,1-1 0 0 0,-1 1 1 0 0,0-1-1 0 0,-1 1 0 0 0,-3-12 1 0 0,-2 11 3824 0 0,5 16-1725 0 0,3 15-710 0 0,34 252 1493 0 0,-28-186-2185 0 0,34 157-1 0 0,-36-229-1420 0 0,29 131 1493 0 0,-26-99-3085 0 0,-4 1-3306 0 0,-3-37-1239 0 0</inkml:trace>
</inkml:ink>
</file>

<file path=ppt/ink/ink2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00:42.12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620 115 456 0 0,'16'-14'117'0'0,"-15"14"199"0"0,0-1 1 0 0,0 1-1 0 0,0-1 1 0 0,0 0-1 0 0,-1 0 1 0 0,1 1-1 0 0,0-1 1 0 0,0 0-1 0 0,0 0 1 0 0,-1 0-1 0 0,1 0 1 0 0,-1 0-1 0 0,1 0 1 0 0,-1 0-1 0 0,2-1 1 0 0,-3 0 19 0 0,0 1 1 0 0,1 0 0 0 0,-1 0-1 0 0,0 0 1 0 0,0 0 0 0 0,1 1 0 0 0,-1-1-1 0 0,0 0 1 0 0,0 0 0 0 0,0 0-1 0 0,0 1 1 0 0,0-1 0 0 0,0 0-1 0 0,0 1 1 0 0,-1-1 0 0 0,1 1 0 0 0,0-1-1 0 0,0 1 1 0 0,-2-1 0 0 0,-54-19 4969 0 0,45 18-5042 0 0,0-1 0 0 0,0 1 0 0 0,1 1 0 0 0,-1 0-1 0 0,0 1 1 0 0,0 1 0 0 0,0-1 0 0 0,0 2-1 0 0,-17 3 1 0 0,6 1-183 0 0,0 0 0 0 0,0 1 0 0 0,0 2 0 0 0,1 0-1 0 0,1 2 1 0 0,-1 0 0 0 0,2 1 0 0 0,0 1 0 0 0,0 1 0 0 0,1 1 0 0 0,1 0 0 0 0,0 2 0 0 0,2 0-1 0 0,0 0 1 0 0,0 2 0 0 0,2 0 0 0 0,0 1 0 0 0,2 0 0 0 0,-16 32 0 0 0,20-34-83 0 0,0 1 1 0 0,2-1-1 0 0,0 1 1 0 0,0 1-1 0 0,2-1 0 0 0,1 1 1 0 0,0 0-1 0 0,1-1 1 0 0,2 28-1 0 0,1-30-15 0 0,1-1 0 0 0,1 1 0 0 0,0-1 0 0 0,1 0 0 0 0,1 0 0 0 0,0 0 0 0 0,1-1 0 0 0,1 0 0 0 0,0 0 0 0 0,2 0 0 0 0,15 21 0 0 0,-5-11 24 0 0,2-1 1 0 0,1-1 0 0 0,1-1 0 0 0,0-1-1 0 0,2-1 1 0 0,1-1 0 0 0,0-1-1 0 0,1-1 1 0 0,1-2 0 0 0,38 16 0 0 0,-42-21-1 0 0,0-2 0 0 0,0 0 1 0 0,1-2-1 0 0,0 0 0 0 0,1-2 1 0 0,-1-1-1 0 0,1-1 1 0 0,-1-1-1 0 0,1-1 0 0 0,0-2 1 0 0,-1 0-1 0 0,1-2 0 0 0,29-8 1 0 0,-28 3 0 0 0,0-2 0 0 0,-1-1 0 0 0,0-1 0 0 0,-1-1 0 0 0,0-1 0 0 0,-1-1 0 0 0,31-29 0 0 0,-26 18 16 0 0,-2-2 0 0 0,-1-2 0 0 0,-1 0 0 0 0,-2-1 0 0 0,-1-1 0 0 0,-1-2 0 0 0,18-43 0 0 0,-31 62-21 0 0,-2 0 0 0 0,0-1 1 0 0,-1 1-1 0 0,-1-1 0 0 0,0 0 1 0 0,-1-1-1 0 0,-1 1 0 0 0,-1-26 1 0 0,-1 30-2 0 0,-2 0 1 0 0,1 1-1 0 0,-2-1 1 0 0,1 1 0 0 0,-2 0-1 0 0,0 0 1 0 0,0 0 0 0 0,-1 0-1 0 0,-1 1 1 0 0,0-1 0 0 0,0 1-1 0 0,-11-13 1 0 0,-19-18 111 0 0,-2 2 1 0 0,-1 1 0 0 0,-70-51 0 0 0,97 82-106 0 0,1 0 0 0 0,-1 1 1 0 0,-1 1-1 0 0,1 0 1 0 0,-1 1-1 0 0,0 0 1 0 0,-1 1-1 0 0,1 0 1 0 0,-1 1-1 0 0,0 1 0 0 0,1 0 1 0 0,-1 0-1 0 0,0 2 1 0 0,0 0-1 0 0,-24 3 1 0 0,3 2-111 0 0,1 1-1 0 0,0 2 1 0 0,0 1 0 0 0,1 2 0 0 0,-37 17-1 0 0,41-16-604 0 0,0 2 0 0 0,1 1 0 0 0,-32 24 0 0 0,38-22-513 0 0</inkml:trace>
</inkml:ink>
</file>

<file path=ppt/ink/ink2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00:42.67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20 40 6913 0 0,'-1'-2'409'0'0,"1"-1"0"0"0,-1 1 0 0 0,1-1 0 0 0,-1 1 0 0 0,0-1 0 0 0,0 1 0 0 0,0-1 0 0 0,-1 1 0 0 0,1 0 0 0 0,-2-3 0 0 0,-4-6 2175 0 0,9 17-1951 0 0,-1 1-1 0 0,1-1 0 0 0,-1 1 0 0 0,0 11 0 0 0,1 4 264 0 0,13 100 1675 0 0,-10-67-2364 0 0,3 0 0 0 0,2 0 1 0 0,2-1-1 0 0,20 53 1 0 0,-30-101-126 0 0,1 0 0 0 0,-2 0 0 0 0,1 0 0 0 0,-1 0 0 0 0,0 0 0 0 0,1 8 0 0 0,-2-12-218 0 0,0 0-1 0 0,0 0 1 0 0,-1 0-1 0 0,1 0 1 0 0,0 0-1 0 0,-1-1 1 0 0,1 1 0 0 0,-1 0-1 0 0,0 0 1 0 0,0 0-1 0 0,1 0 1 0 0,-3 2 0 0 0,-13 9-5492 0 0</inkml:trace>
</inkml:ink>
</file>

<file path=ppt/ink/ink2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00:43.28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125 136 1376 0 0,'-9'2'825'0'0,"0"0"-1"0"0,0 1 0 0 0,0 0 1 0 0,1 0-1 0 0,-1 1 0 0 0,1 0 1 0 0,-1 1-1 0 0,-9 7 0 0 0,5-5 279 0 0,-10 14 1161 0 0,23-17-916 0 0,13-13-603 0 0,-1-4-408 0 0,1-1-1 0 0,-2 0 1 0 0,0-1-1 0 0,13-22 1 0 0,-16 22-317 0 0,1 1 1 0 0,1 1 0 0 0,0 0 0 0 0,1 0-1 0 0,21-19 1 0 0,-32 32-8 0 0,0-1-1 0 0,1 1 1 0 0,-1 0-1 0 0,1 0 1 0 0,-1-1-1 0 0,0 1 1 0 0,1 0 0 0 0,-1 0-1 0 0,1-1 1 0 0,-1 1-1 0 0,1 0 1 0 0,-1 0-1 0 0,1 0 1 0 0,-1 0 0 0 0,1 0-1 0 0,-1 0 1 0 0,1 0-1 0 0,-1 0 1 0 0,1 0-1 0 0,-1 0 1 0 0,1 0-1 0 0,-1 0 1 0 0,0 0 0 0 0,1 0-1 0 0,-1 0 1 0 0,1 0-1 0 0,-1 0 1 0 0,1 1-1 0 0,-1-1 1 0 0,1 0-1 0 0,10 16 923 0 0,2 35 903 0 0,-9-33-1762 0 0,2 2 178 0 0,2 0 0 0 0,0 0 0 0 0,1 0-1 0 0,1-1 1 0 0,1 0 0 0 0,16 21 0 0 0,-17-28-550 0 0,1 1 1 0 0,0-1-1 0 0,1-1 1 0 0,0 0 0 0 0,18 11-1 0 0,-16-12-6637 0 0</inkml:trace>
</inkml:ink>
</file>

<file path=ppt/ink/ink2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00:44.41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38 38 3225 0 0,'-2'-12'923'0'0,"-7"-14"16668"0"0,9 27-17584 0 0,0 0-1 0 0,0 0 0 0 0,0 0 1 0 0,-1-1-1 0 0,1 1 0 0 0,0 0 1 0 0,-1 0-1 0 0,1 0 0 0 0,0-1 1 0 0,-1 1-1 0 0,1 0 0 0 0,-1-1 1 0 0,1 1-1 0 0,-1 0 0 0 0,1-1 0 0 0,-1 1 1 0 0,0 0-1 0 0,-7 11 31 0 0,5-3 36 0 0,1 0 0 0 0,0 1 0 0 0,0-1-1 0 0,1 0 1 0 0,0 1 0 0 0,1 0 0 0 0,0-1 0 0 0,2 14 0 0 0,17 80 6 0 0,-9-56 29 0 0,47 332-108 0 0,-23-181 119 0 0,0 5-86 0 0,-17-76-18 0 0,-4-45 9 0 0,1 112 1 0 0,-1-111 271 0 0,-16-63-101 0 0,-2 24 52 0 0,5-43-243 0 0,0 0 0 0 0,0 0 0 0 0,0 0 0 0 0,0 0 0 0 0,0 0 0 0 0,0 0 0 0 0,0-1 0 0 0,0 1 0 0 0,0 0-1 0 0,1 0 1 0 0,-1 0 0 0 0,0 0 0 0 0,1 0 0 0 0,-1-1 0 0 0,0 1 0 0 0,1 0 0 0 0,-1 0 0 0 0,1-1 0 0 0,-1 1-1 0 0,1 0 1 0 0,0-1 0 0 0,-1 1 0 0 0,1 0 0 0 0,0-1 0 0 0,-1 1 0 0 0,1-1 0 0 0,0 1 0 0 0,0-1 0 0 0,-1 1 0 0 0,1-1-1 0 0,0 0 1 0 0,0 1 0 0 0,0-1 0 0 0,0 0 0 0 0,0 0 0 0 0,0 0 0 0 0,0 0 0 0 0,8-2-1970 0 0,-2 0-5893 0 0</inkml:trace>
</inkml:ink>
</file>

<file path=ppt/ink/ink2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00:57.46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90 20 4609 0 0,'-15'-6'1521'0'0,"9"4"-906"0"0,1 0 1 0 0,-1 0-1 0 0,0 0 0 0 0,0 0 0 0 0,1 1 1 0 0,-1 0-1 0 0,0 0 0 0 0,0 1 0 0 0,-8 0 1 0 0,13 0-459 0 0,1 1 0 0 0,-1 0 0 0 0,0 0 0 0 0,1-1 1 0 0,-1 1-1 0 0,0 0 0 0 0,1 0 0 0 0,-1 0 0 0 0,1 0 1 0 0,-1 0-1 0 0,1 0 0 0 0,0 0 0 0 0,-1 0 0 0 0,1 0 1 0 0,0 0-1 0 0,0 0 0 0 0,0 0 0 0 0,0 0 0 0 0,0 0 1 0 0,0 0-1 0 0,0 0 0 0 0,0 0 0 0 0,0 0 0 0 0,0 0 1 0 0,1 1-1 0 0,3 31 1053 0 0,-3-30-1010 0 0,22 101 1347 0 0,4 0 0 0 0,43 104 0 0 0,-54-172-1449 0 0,2 0-1 0 0,37 56 1 0 0,-34-59-309 0 0,-1 1 1 0 0,26 63-1 0 0,-40-81-418 0 0</inkml:trace>
</inkml:ink>
</file>

<file path=ppt/ink/ink2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00:57.85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25 94 4609 0 0,'-24'7'1544'0'0,"44"-11"2109"0"0,13-8-2178 0 0,212-65 3992 0 0,-231 74-6685 0 0,0-1-4358 0 0</inkml:trace>
</inkml:ink>
</file>

<file path=ppt/ink/ink2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00:58.22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8 107 3681 0 0,'-1'-1'141'0'0,"0"-1"1"0"0,0 1 0 0 0,0-1 0 0 0,1 1-1 0 0,-1-1 1 0 0,0 1 0 0 0,1-1-1 0 0,0 0 1 0 0,-1 1 0 0 0,1-1 0 0 0,0 0-1 0 0,0 1 1 0 0,0-1 0 0 0,0 0-1 0 0,0 1 1 0 0,0-1 0 0 0,0 0-1 0 0,0 1 1 0 0,1-1 0 0 0,-1 0 0 0 0,1 1-1 0 0,-1-1 1 0 0,1 1 0 0 0,1-3-1 0 0,1 0 106 0 0,-1 1 0 0 0,1 0 0 0 0,0 0 0 0 0,0 0 0 0 0,0 1 0 0 0,0-1 0 0 0,0 1 0 0 0,1-1 0 0 0,-1 1 0 0 0,5-2 0 0 0,6-2-3 0 0,-1 1 1 0 0,1 0-1 0 0,0 0 1 0 0,0 2-1 0 0,15-3 0 0 0,12 4-788 0 0,-19 1-3317 0 0</inkml:trace>
</inkml:ink>
</file>

<file path=ppt/ink/ink2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00:58.72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10 12 4145 0 0,'-8'-11'4762'0'0,"6"20"-1342"0"0,7 20-1280 0 0,5 18-355 0 0,-5-16-1038 0 0,3 0-1 0 0,20 55 1 0 0,-27-82-824 0 0,1 1-373 0 0,0-1-1 0 0,-1-1 1 0 0,1 1-1 0 0,1 0 1 0 0,-1 0 0 0 0,4 3-1 0 0,-6-6 386 0 0,0-1 0 0 0,1 0-1 0 0,-1 1 1 0 0,0-1 0 0 0,1 0-1 0 0,-1 0 1 0 0,0 0 0 0 0,1 1 0 0 0,-1-1-1 0 0,0 0 1 0 0,1 0 0 0 0,-1 0-1 0 0,1 0 1 0 0,-1 1 0 0 0,0-1 0 0 0,1 0-1 0 0,-1 0 1 0 0,1 0 0 0 0,-1 0-1 0 0,1 0 1 0 0,-1 0 0 0 0,0 0 0 0 0,1 0-1 0 0,-1 0 1 0 0,1-1 0 0 0,-1 1-1 0 0,1 0 1 0 0,0-1 7 0 0,0 0 1 0 0,0 0-1 0 0,0 1 0 0 0,0-1 1 0 0,0-1-1 0 0,0 1 0 0 0,0 0 1 0 0,0 0-1 0 0,0 0 0 0 0,-1 0 1 0 0,1-1-1 0 0,0 1 0 0 0,0-1 1 0 0,3-8 57 0 0</inkml:trace>
</inkml:ink>
</file>

<file path=ppt/ink/ink2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00:59.07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30 53 2304 0 0,'-2'-1'109'0'0,"0"0"-1"0"0,0-1 0 0 0,0 1 0 0 0,0-1 1 0 0,0 1-1 0 0,0-1 0 0 0,0 0 0 0 0,1 1 0 0 0,-1-1 1 0 0,1 0-1 0 0,-2-3 0 0 0,2 4 36 0 0,0 1-1 0 0,1-1 1 0 0,-1 0-1 0 0,0 0 1 0 0,1 0-1 0 0,0 0 1 0 0,-1 0-1 0 0,1 0 1 0 0,-1 0 0 0 0,1 0-1 0 0,0 0 1 0 0,0 0-1 0 0,-1 0 1 0 0,1 0-1 0 0,0 0 1 0 0,0 0-1 0 0,0 0 1 0 0,0 0 0 0 0,0 0-1 0 0,1 0 1 0 0,-1 0-1 0 0,0 0 1 0 0,0 0-1 0 0,1 0 1 0 0,-1 0-1 0 0,0 0 1 0 0,1 0 0 0 0,-1 0-1 0 0,2-1 1 0 0,0 3-97 0 0,0 0 1 0 0,-1 1 0 0 0,1-1-1 0 0,0 0 1 0 0,-1 1-1 0 0,1 0 1 0 0,-1-1 0 0 0,1 1-1 0 0,-1 0 1 0 0,0 0-1 0 0,0 0 1 0 0,0 0 0 0 0,2 4-1 0 0,-1-3-71 0 0,20 25-2296 0 0,-15-20 1425 0 0</inkml:trace>
</inkml:ink>
</file>

<file path=ppt/ink/ink2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00:59.68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6 105 2304 0 0,'-1'-1'161'0'0,"0"0"0"0"0,1 0 0 0 0,-1 0 0 0 0,1 0 0 0 0,-1 0-1 0 0,1 0 1 0 0,-1 0 0 0 0,1 0 0 0 0,0 0 0 0 0,0 0-1 0 0,-1 0 1 0 0,1 0 0 0 0,0 0 0 0 0,0 0 0 0 0,0 0 0 0 0,0 0-1 0 0,0 0 1 0 0,0 0 0 0 0,1 0 0 0 0,-1 0 0 0 0,0 0-1 0 0,0-1 1 0 0,1 1 0 0 0,-1 0 0 0 0,1 0 0 0 0,-1 1 0 0 0,1-1-1 0 0,-1 0 1 0 0,1 0 0 0 0,1-1 0 0 0,-1 1-95 0 0,0 1 0 0 0,0 0-1 0 0,0-1 1 0 0,0 1 0 0 0,0 0 0 0 0,0 0 0 0 0,0 0 0 0 0,0 0 0 0 0,0 0 0 0 0,1 0-1 0 0,-1 0 1 0 0,0 0 0 0 0,0 0 0 0 0,0 1 0 0 0,0-1 0 0 0,0 0 0 0 0,0 1-1 0 0,0-1 1 0 0,0 1 0 0 0,0-1 0 0 0,0 1 0 0 0,0-1 0 0 0,0 1 0 0 0,0 0 0 0 0,0 0-1 0 0,-1-1 1 0 0,1 1 0 0 0,0 0 0 0 0,0 1 0 0 0,5 4 373 0 0,102 110 3942 0 0,-95-91-4264 0 0,-11-10 131 0 0,-2-15-217 0 0,0 0-1 0 0,0 0 1 0 0,0 1 0 0 0,0-1 0 0 0,0 0-1 0 0,0 0 1 0 0,0 1 0 0 0,0-1 0 0 0,0 0-1 0 0,0 0 1 0 0,0 1 0 0 0,-1-1 0 0 0,1 0-1 0 0,0 0 1 0 0,0 1 0 0 0,0-1 0 0 0,0 0-1 0 0,-1 0 1 0 0,1 0 0 0 0,0 1 0 0 0,0-1-1 0 0,0 0 1 0 0,-1 0 0 0 0,1 0 0 0 0,0 0-1 0 0,0 0 1 0 0,-1 1 0 0 0,1-1 0 0 0,0 0-1 0 0,-1 0 1 0 0,1 0 0 0 0,0 0 0 0 0,0 0-1 0 0,-1 0 1 0 0,1 0 0 0 0,-1 0 0 0 0,1 0 74 0 0,-2-7 407 0 0,2 6-440 0 0,1-202-107 0 0,-1 201 39 0 0,1 0 0 0 0,-1 1 0 0 0,0-1 0 0 0,0 0 0 0 0,1 0 0 0 0,-1 1-1 0 0,1-1 1 0 0,-1 0 0 0 0,1 1 0 0 0,0-1 0 0 0,0 0 0 0 0,0 1-1 0 0,0-1 1 0 0,0 1 0 0 0,0-1 0 0 0,0 1 0 0 0,0 0 0 0 0,1-1 0 0 0,-1 1-1 0 0,0 0 1 0 0,1 0 0 0 0,-1 0 0 0 0,4-2 0 0 0,-3 3 0 0 0,-1 0-1 0 0,0 0 1 0 0,1-1 0 0 0,-1 1-1 0 0,1 0 1 0 0,-1 0 0 0 0,0 0-1 0 0,1 0 1 0 0,-1 1 0 0 0,1-1-1 0 0,-1 0 1 0 0,0 1 0 0 0,1-1-1 0 0,-1 1 1 0 0,0-1 0 0 0,1 1 0 0 0,-1-1-1 0 0,0 1 1 0 0,0 0 0 0 0,0 0-1 0 0,1 0 1 0 0,-1 0 0 0 0,0 0-1 0 0,0 0 1 0 0,0 0 0 0 0,0 0-1 0 0,-1 0 1 0 0,1 0 0 0 0,0 0 0 0 0,1 3-1 0 0,24 41 1303 0 0,-20-32-1167 0 0,2 1 0 0 0,-1-2 0 0 0,1 1 1 0 0,1-1-1 0 0,0-1 0 0 0,1 0 0 0 0,15 14 0 0 0,-8-16-5409 0 0,-8-5-575 0 0</inkml:trace>
</inkml:ink>
</file>

<file path=ppt/ink/ink2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01:03.42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20 163 2761 0 0,'-2'-4'433'0'0,"-1"-1"-1"0"0,1 0 1 0 0,0 0 0 0 0,1 0 0 0 0,-1 0 0 0 0,1 0 0 0 0,-1-7 0 0 0,-3-6 3478 0 0,5 17-3783 0 0,0 0 0 0 0,0 1-1 0 0,1-1 1 0 0,-1 1 0 0 0,0-1-1 0 0,0 0 1 0 0,0 1 0 0 0,1-1-1 0 0,-1 1 1 0 0,0-1 0 0 0,0 1-1 0 0,1-1 1 0 0,-1 1 0 0 0,1-1-1 0 0,-1 1 1 0 0,0-1 0 0 0,1 1-1 0 0,-1-1 1 0 0,1 1 0 0 0,-1 0-1 0 0,1-1 1 0 0,-1 1 0 0 0,1 0-1 0 0,0-1 1 0 0,-1 1-1 0 0,1 0 1 0 0,-1 0 0 0 0,1 0-1 0 0,0 0 1 0 0,-1-1 0 0 0,1 1-1 0 0,-1 0 1 0 0,1 0 0 0 0,0 0-1 0 0,-1 0 1 0 0,1 0 0 0 0,0 0-1 0 0,-1 0 1 0 0,1 1 0 0 0,-1-1-1 0 0,1 0 1 0 0,0 0 0 0 0,-1 0-1 0 0,1 1 1 0 0,-1-1 0 0 0,1 0-1 0 0,-1 1 1 0 0,1-1 0 0 0,-1 0-1 0 0,1 1 1 0 0,-1-1-1 0 0,1 1 1 0 0,-1-1 0 0 0,1 1-1 0 0,-1-1 1 0 0,1 1 0 0 0,6 20 1247 0 0,1 7-445 0 0,2-1 1 0 0,17 32-1 0 0,-25-56-913 0 0,0 0-1 0 0,0 0 1 0 0,0 0 0 0 0,0-1 0 0 0,1 1-1 0 0,-1 0 1 0 0,1-1 0 0 0,0 0 0 0 0,0 1-1 0 0,0-1 1 0 0,0 0 0 0 0,0-1 0 0 0,5 3-1 0 0,45 12 182 0 0,-24-10 2 0 0,-10 1 1 0 0,32 17 0 0 0,-50-24-188 0 0,1 0 1 0 0,-1-1 0 0 0,0 1 0 0 0,0 0 0 0 0,1 0-1 0 0,-1-1 1 0 0,0 1 0 0 0,0-1 0 0 0,0 1 0 0 0,0-1-1 0 0,1 1 1 0 0,-1-1 0 0 0,0 0 0 0 0,0 0 0 0 0,0 1 0 0 0,0-1-1 0 0,0 0 1 0 0,-1 0 0 0 0,1 0 0 0 0,0 0 0 0 0,0 0-1 0 0,-1 0 1 0 0,1 0 0 0 0,0-2 0 0 0,1 1-14 0 0,-1-1 0 0 0,1 1 0 0 0,-1 0 0 0 0,1-1 0 0 0,-1 1 0 0 0,1 0 0 0 0,0 0 0 0 0,0 0 0 0 0,0 1 0 0 0,0-1 0 0 0,1 0 0 0 0,-1 1 0 0 0,0-1 0 0 0,1 1 0 0 0,-1 0 0 0 0,1 0 0 0 0,2-1 0 0 0,24 4 0 0 0,-23-2 0 0 0,0 1 0 0 0,0-1 0 0 0,0 0 0 0 0,0 0 0 0 0,-1-1 0 0 0,1 0 0 0 0,0 0 0 0 0,6-1 0 0 0,-11 1 0 0 0,0 0 0 0 0,0 0 1 0 0,1-1-1 0 0,-1 1 0 0 0,0 0 0 0 0,0 0 1 0 0,0 0-1 0 0,0-1 0 0 0,0 1 0 0 0,0 0 0 0 0,-1-1 1 0 0,1 1-1 0 0,0-1 0 0 0,-1 1 0 0 0,1-1 1 0 0,-1 0-1 0 0,1 1 0 0 0,-1-1 0 0 0,0 1 1 0 0,0-1-1 0 0,0-3 0 0 0,2-43 56 0 0,-3 38-42 0 0,0-28 99 0 0,0 21-102 0 0,1 0-1 0 0,0 0 0 0 0,1 0 1 0 0,7-33-1 0 0,-1 36-2425 0 0</inkml:trace>
</inkml:ink>
</file>

<file path=ppt/ink/ink2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01:05.11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38 177 2304 0 0,'-6'-6'1246'0'0,"1"-1"-1"0"0,0 1 0 0 0,0-1 0 0 0,0 0 0 0 0,1 0 0 0 0,-4-9 0 0 0,19 23 6845 0 0,41 33-6962 0 0,-14 17-966 0 0,-28-39-58 0 0,1-2-1 0 0,25 31 1 0 0,-33-44-95 0 0,0 1-1 0 0,1-1 1 0 0,-1-1 0 0 0,0 1-1 0 0,1 0 1 0 0,0-1 0 0 0,-1 1 0 0 0,1-1-1 0 0,0 0 1 0 0,0-1 0 0 0,0 1-1 0 0,1-1 1 0 0,-1 1 0 0 0,0-1 0 0 0,1-1-1 0 0,-1 1 1 0 0,0 0 0 0 0,7-1-1 0 0,-8 0 18 0 0,0-1 0 0 0,0 0 0 0 0,1 1 0 0 0,-1-1-1 0 0,0 0 1 0 0,0-1 0 0 0,0 1 0 0 0,0 0 0 0 0,-1-1 0 0 0,1 0-1 0 0,0 1 1 0 0,0-1 0 0 0,-1 0 0 0 0,0 0 0 0 0,1-1-1 0 0,-1 1 1 0 0,0-1 0 0 0,0 1 0 0 0,0-1 0 0 0,0 1-1 0 0,0-1 1 0 0,-1 0 0 0 0,3-5 0 0 0,2-8 223 0 0,0 0 0 0 0,-1 0 0 0 0,4-26 0 0 0,1-1-8 0 0,-2 18-221 0 0,0 3-213 0 0,-1-1 1 0 0,-2 0 0 0 0,5-32-1 0 0,-12 43-2639 0 0</inkml:trace>
</inkml:ink>
</file>

<file path=ppt/ink/ink2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01:05.65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47 118 5985 0 0,'-31'-70'3186'0'0,"16"22"3284"0"0,24 56-1274 0 0,4 8-4670 0 0,3 17-217 0 0,-2 0 0 0 0,-1 0 0 0 0,8 36 0 0 0,-9-30-262 0 0,31 72 0 0 0,-5-40-51 0 0,-24-48-19 0 0,-1 0 1 0 0,-1 1-1 0 0,-1 1 1 0 0,-1 0 0 0 0,13 52-1 0 0,-24-59-1684 0 0,0-17 496 0 0</inkml:trace>
</inkml:ink>
</file>

<file path=ppt/ink/ink2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01:06.10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142 95 3225 0 0,'-17'-8'-546'0'0,"15"6"990"0"0,-1 0 0 0 0,1 1 0 0 0,0 0 0 0 0,-1 0 0 0 0,0 0 0 0 0,1 0 0 0 0,-1 0 0 0 0,0 0 0 0 0,1 0-1 0 0,-1 1 1 0 0,0 0 0 0 0,0-1 0 0 0,0 1 0 0 0,-3 1 0 0 0,-7 39 2135 0 0,7-33-2415 0 0,0-1 0 0 0,-1 0-1 0 0,0 0 1 0 0,0 0 0 0 0,0-1-1 0 0,0 0 1 0 0,-14 8 0 0 0,46-41 3493 0 0,-3 8-3058 0 0,0 1 0 0 0,1 1 0 0 0,1 2 0 0 0,1 0 0 0 0,0 1 1 0 0,37-15-1 0 0,-59 29-745 0 0,1 0 1 0 0,0 0-1 0 0,-1 0 1 0 0,1 0-1 0 0,0 0 1 0 0,0 1-1 0 0,-1 0 1 0 0,1 0-1 0 0,4 0 1 0 0,1 2-994 0 0</inkml:trace>
</inkml:ink>
</file>

<file path=ppt/ink/ink2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01:06.45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0 160 6449 0 0,'13'-15'3678'0'0,"63"-46"3890"0"0,-53 44-6714 0 0,1 1 0 0 0,1 2-1 0 0,31-14 1 0 0,-33 21-2468 0 0,-11 6-5375 0 0</inkml:trace>
</inkml:ink>
</file>

<file path=ppt/ink/ink2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01:06.79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0 4609 0 0,'5'3'8337'0'0,"1"1"-3929"0"0,-2-1-4063 0 0,-1 0 0 0 0,1 0 0 0 0,-1 0 1 0 0,0 1-1 0 0,1-1 0 0 0,-1 1 0 0 0,-1 0 0 0 0,5 7 0 0 0,104 238 2024 0 0,-91-183-4850 0 0,-17-55-4864 0 0</inkml:trace>
</inkml:ink>
</file>

<file path=ppt/ink/ink2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01:07.79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1 187 2304 0 0,'0'-1'167'0'0,"2"-2"335"0"0,1 1 0 0 0,-1-1 0 0 0,1 1 0 0 0,-1 0 0 0 0,1 0 0 0 0,0 0 0 0 0,0 1 0 0 0,0-1 0 0 0,0 1 0 0 0,0-1 0 0 0,0 1 0 0 0,0 0 0 0 0,0 0 0 0 0,1 1-1 0 0,-1-1 1 0 0,0 1 0 0 0,1-1 0 0 0,-1 1 0 0 0,0 0 0 0 0,1 0 0 0 0,4 1 0 0 0,-2 1 33 0 0,0 0 0 0 0,-1 0-1 0 0,1 0 1 0 0,-1 1 0 0 0,1 0-1 0 0,-1 0 1 0 0,0 0 0 0 0,0 1 0 0 0,0-1-1 0 0,7 8 1 0 0,8 7-287 0 0,1-1-1 0 0,1-1 1 0 0,0 0-1 0 0,1-2 1 0 0,0-1-1 0 0,29 11 1 0 0,-50-23-217 0 0,-1 0 0 0 0,0 0 0 0 0,1-1 0 0 0,-1 1 1 0 0,0-1-1 0 0,1 1 0 0 0,-1-1 0 0 0,1 0 1 0 0,-1 1-1 0 0,1-1 0 0 0,-1 0 0 0 0,1 0 1 0 0,-1 0-1 0 0,1 0 0 0 0,-1 0 0 0 0,1-1 1 0 0,-1 1-1 0 0,1 0 0 0 0,-1-1 0 0 0,1 1 1 0 0,-1-1-1 0 0,0 1 0 0 0,1-1 0 0 0,-1 0 1 0 0,0 1-1 0 0,1-1 0 0 0,-1 0 0 0 0,0 0 1 0 0,0 0-1 0 0,0 0 0 0 0,0 0 0 0 0,0 0 1 0 0,0-1-1 0 0,0 1 0 0 0,0 0 0 0 0,0 0 1 0 0,0-1-1 0 0,-1 1 0 0 0,1 0 0 0 0,0-3 1 0 0,2-6 28 0 0,0-1 0 0 0,-2 1 0 0 0,1-1 0 0 0,-1 1 0 0 0,0-12 1 0 0,1-13 13 0 0,3 6-36 0 0,2 1 0 0 0,10-29 0 0 0,-12 45-890 0 0,0 0 0 0 0,1 0 1 0 0,13-21-1 0 0,-14 28-1382 0 0</inkml:trace>
</inkml:ink>
</file>

<file path=ppt/ink/ink2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01:08.71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87 2761 0 0,'0'-7'981'0'0,"1"0"1"0"0,-1 1-1 0 0,2-1 1 0 0,-1 1 0 0 0,4-12-1 0 0,-4 16-688 0 0,0 0 0 0 0,-1 0 0 0 0,1 0 0 0 0,0 0 0 0 0,0 0-1 0 0,0 0 1 0 0,0 0 0 0 0,1 1 0 0 0,-1-1 0 0 0,0 0 0 0 0,1 1 0 0 0,-1-1-1 0 0,1 1 1 0 0,0-1 0 0 0,-1 1 0 0 0,1 0 0 0 0,0 0 0 0 0,0 0 0 0 0,0 0-1 0 0,0 0 1 0 0,0 0 0 0 0,2 0 0 0 0,-3 1-176 0 0,1 0 0 0 0,-1 0-1 0 0,0 0 1 0 0,1 1 0 0 0,-1-1 0 0 0,0 0 0 0 0,0 1 0 0 0,1-1 0 0 0,-1 1-1 0 0,0 0 1 0 0,0-1 0 0 0,0 1 0 0 0,0 0 0 0 0,0 0 0 0 0,0 0-1 0 0,0 0 1 0 0,0 0 0 0 0,0 0 0 0 0,0 0 0 0 0,0 0 0 0 0,0 0 0 0 0,0 2-1 0 0,18 32 558 0 0,-14-25-378 0 0,15 28-52 0 0,2 0 1 0 0,1-2 0 0 0,2-1-1 0 0,1-1 1 0 0,2-1-1 0 0,38 35 1 0 0,-64-66-212 0 0,0 0 1 0 0,0 0-1 0 0,1 0 1 0 0,-1 0-1 0 0,1 0 0 0 0,-1-1 1 0 0,1 1-1 0 0,0-1 0 0 0,0 1 1 0 0,0-1-1 0 0,0 0 1 0 0,0 0-1 0 0,0-1 0 0 0,0 1 1 0 0,0 0-1 0 0,0-1 0 0 0,0 0 1 0 0,0 0-1 0 0,0 0 0 0 0,0 0 1 0 0,0 0-1 0 0,0-1 1 0 0,0 1-1 0 0,0-1 0 0 0,0 0 1 0 0,0 0-1 0 0,0 0 0 0 0,0 0 1 0 0,0 0-1 0 0,-1-1 1 0 0,1 0-1 0 0,0 1 0 0 0,-1-1 1 0 0,1 0-1 0 0,-1 0 0 0 0,0 0 1 0 0,0 0-1 0 0,0-1 0 0 0,0 1 1 0 0,0 0-1 0 0,0-1 1 0 0,0 0-1 0 0,-1 1 0 0 0,1-1 1 0 0,-1 0-1 0 0,0 0 0 0 0,1-5 1 0 0,17-50 66 0 0,2-5-917 0 0,1 23-2806 0 0,-13 27-3000 0 0</inkml:trace>
</inkml:ink>
</file>

<file path=ppt/ink/ink2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01:09.28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61 6913 0 0,'4'-30'1358'0'0,"4"1"3534"0"0,-8 29-4839 0 0,0 0 0 0 0,0 0 0 0 0,0 0 0 0 0,0 0 1 0 0,0 0-1 0 0,0 0 0 0 0,0 0 0 0 0,0 0 0 0 0,0 0 0 0 0,0-1 1 0 0,0 1-1 0 0,0 0 0 0 0,0 0 0 0 0,0 0 0 0 0,0 0 0 0 0,0 0 1 0 0,0 0-1 0 0,0 0 0 0 0,0 0 0 0 0,0 0 0 0 0,0 0 0 0 0,1 0 1 0 0,-1 0-1 0 0,0 0 0 0 0,0 0 0 0 0,0 0 0 0 0,0-1 0 0 0,0 1 1 0 0,0 0-1 0 0,0 0 0 0 0,0 0 0 0 0,0 0 0 0 0,0 0 0 0 0,0 0 1 0 0,1 0-1 0 0,-1 0 0 0 0,0 0 0 0 0,0 0 0 0 0,0 0 0 0 0,0 0 1 0 0,0 0-1 0 0,0 0 0 0 0,0 0 0 0 0,0 0 0 0 0,0 0 0 0 0,0 1 1 0 0,1-1-1 0 0,-1 0 0 0 0,0 0 0 0 0,0 0 0 0 0,0 0 0 0 0,0 0 1 0 0,0 0-1 0 0,0 0 0 0 0,0 0 0 0 0,0 0 0 0 0,0 0 0 0 0,0 0 1 0 0,0 0-1 0 0,0 0 0 0 0,0 0 0 0 0,0 0 0 0 0,0 1 0 0 0,1-1 1 0 0,-1 0-1 0 0,5 10 1787 0 0,2 12-460 0 0,5 25-235 0 0,21 56 0 0 0,2 4-906 0 0,7 20 29 0 0,-23-74-74 0 0,16 73 0 0 0,-32-123-1910 0 0</inkml:trace>
</inkml:ink>
</file>

<file path=ppt/ink/ink2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01:09.67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27 187 1368 0 0,'-2'0'148'0'0,"1"0"1"0"0,0 0-1 0 0,0-1 0 0 0,-1 1 0 0 0,1-1 1 0 0,0 1-1 0 0,0-1 0 0 0,-1 0 0 0 0,1 1 0 0 0,0-1 1 0 0,0 0-1 0 0,0 0 0 0 0,0 0 0 0 0,0 1 0 0 0,0-1 1 0 0,0 0-1 0 0,1-1 0 0 0,-1 1 0 0 0,0 0 0 0 0,0 0 1 0 0,1 0-1 0 0,-1 0 0 0 0,1-1 0 0 0,-1 1 0 0 0,1 0 1 0 0,-1-3-1 0 0,1 2 133 0 0,0 0 1 0 0,1-1-1 0 0,-1 1 1 0 0,1 0-1 0 0,0-1 1 0 0,-1 1-1 0 0,1 0 1 0 0,0 0-1 0 0,0 0 1 0 0,1 0-1 0 0,-1 0 1 0 0,0 0-1 0 0,4-4 1 0 0,5-5 883 0 0,0 1 0 0 0,1-1 0 0 0,21-13 0 0 0,-15 11-212 0 0,1 2 0 0 0,0 1 1 0 0,20-9-1 0 0,-31 15-1139 0 0,0 1 1 0 0,1 1-1 0 0,-1 0 0 0 0,1 0 1 0 0,0 0-1 0 0,0 1 1 0 0,-1 0-1 0 0,1 0 0 0 0,0 1 1 0 0,0 0-1 0 0,10 1 1 0 0,-9 1-5506 0 0</inkml:trace>
</inkml:ink>
</file>

<file path=ppt/ink/ink2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01:10.01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 77 9218 0 0,'0'0'118'0'0,"0"0"0"0"0,0 1 0 0 0,-1-1 0 0 0,1 0 0 0 0,0 0 0 0 0,0 1 0 0 0,-1-1 0 0 0,1 1-1 0 0,0-1 1 0 0,0 0 0 0 0,0 1 0 0 0,0-1 0 0 0,0 0 0 0 0,0 1 0 0 0,-1-1 0 0 0,1 1 0 0 0,0-1 0 0 0,0 0 0 0 0,0 1 0 0 0,0-1 0 0 0,0 1 0 0 0,0-1 0 0 0,1 0 0 0 0,-1 1 0 0 0,0-1-1 0 0,0 1 1 0 0,0-1 0 0 0,0 0 0 0 0,0 1 0 0 0,0-1 0 0 0,1 0 0 0 0,-1 1 0 0 0,0-1 0 0 0,0 0 0 0 0,1 1 0 0 0,-1-1 0 0 0,0 0 0 0 0,1 1 0 0 0,17-3 3059 0 0,21-15-444 0 0,-15 1-1770 0 0,-6 4-661 0 0,-1 1 0 0 0,38-16 0 0 0,-40 21-702 0 0</inkml:trace>
</inkml:ink>
</file>

<file path=ppt/ink/ink2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01:10.48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7 142 4145 0 0,'-1'-2'317'0'0,"0"1"0"0"0,1-1 0 0 0,-1 1 0 0 0,0-1-1 0 0,1 0 1 0 0,-1 1 0 0 0,1-1 0 0 0,-1 0 0 0 0,1 0 0 0 0,0 1 0 0 0,0-1 0 0 0,0 0 0 0 0,0 0 0 0 0,0 1 0 0 0,0-1 0 0 0,0 0-1 0 0,1 0 1 0 0,0-3 0 0 0,11-31 2605 0 0,-12 36-2911 0 0,2-5 184 0 0,1 0 1 0 0,-1 0 0 0 0,1 1-1 0 0,0-1 1 0 0,0 1-1 0 0,0 0 1 0 0,1 0-1 0 0,0 0 1 0 0,0 0 0 0 0,0 1-1 0 0,0-1 1 0 0,0 1-1 0 0,1 0 1 0 0,-1 0-1 0 0,7-2 1 0 0,-10 4-119 0 0,1 0 0 0 0,0 1 1 0 0,0-1-1 0 0,0 1 0 0 0,0-1 0 0 0,0 1 0 0 0,1 0 0 0 0,-1 0 1 0 0,0-1-1 0 0,0 1 0 0 0,0 1 0 0 0,0-1 0 0 0,0 0 1 0 0,0 0-1 0 0,0 1 0 0 0,0 0 0 0 0,0-1 0 0 0,0 1 0 0 0,0 0 1 0 0,0 0-1 0 0,0 0 0 0 0,-1 0 0 0 0,1 0 0 0 0,0 0 0 0 0,-1 0 1 0 0,1 1-1 0 0,0-1 0 0 0,-1 1 0 0 0,0-1 0 0 0,1 1 1 0 0,-1-1-1 0 0,0 1 0 0 0,0 0 0 0 0,0 0 0 0 0,0 0 0 0 0,0-1 1 0 0,0 1-1 0 0,0 0 0 0 0,-1 0 0 0 0,1 0 0 0 0,-1 3 0 0 0,3 3 13 0 0,-1 1-1 0 0,0 0 0 0 0,-1 0 1 0 0,0 0-1 0 0,0 0 0 0 0,-1 0 0 0 0,-2 17 1 0 0,-15 62 45 0 0,0-9 550 0 0,17-79-670 0 0,0 0-1 0 0,0 0 0 0 0,0 0 0 0 0,0 1 0 0 0,0-1 0 0 0,0 0 0 0 0,0 0 0 0 0,0 0 1 0 0,0 1-1 0 0,0-1 0 0 0,0 0 0 0 0,0 0 0 0 0,0 0 0 0 0,0 1 0 0 0,0-1 0 0 0,0 0 0 0 0,0 0 1 0 0,0 0-1 0 0,0 0 0 0 0,0 1 0 0 0,0-1 0 0 0,0 0 0 0 0,0 0 0 0 0,0 0 0 0 0,0 1 0 0 0,1-1 1 0 0,-1 0-1 0 0,0 0 0 0 0,0 0 0 0 0,0 0 0 0 0,0 0 0 0 0,0 0 0 0 0,1 1 0 0 0,-1-1 0 0 0,0 0 1 0 0,0 0-1 0 0,0 0 0 0 0,0 0 0 0 0,1 0 0 0 0,-1 0 0 0 0,0 0 0 0 0,0 0 0 0 0,0 0 0 0 0,1 0 1 0 0,-1 0-1 0 0,0 0 0 0 0,0 0 0 0 0,0 0 0 0 0,1 0 0 0 0,13-7 340 0 0,17-18-181 0 0,-27 22-152 0 0,29-24 22 0 0,2 1 0 0 0,1 2 0 0 0,0 1 0 0 0,2 2 0 0 0,69-27-1 0 0,-99 45-662 0 0,-2 2-174 0 0</inkml:trace>
</inkml:ink>
</file>

<file path=ppt/ink/ink2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06:28.58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7 5 5985 0 0,'-7'-1'2731'0'0,"14"0"-1074"0"0,12-1-900 0 0,17 6 1177 0 0,1 2-1 0 0,45 13 0 0 0,22 4-407 0 0,158 23-1145 0 0,-261-46-460 0 0,0 0 0 0 0,1 0 0 0 0,-1 0 0 0 0,0 0 0 0 0,0 0 0 0 0,0 1-1 0 0,0-1 1 0 0,0 1 0 0 0,0-1 0 0 0,0 1 0 0 0,0-1 0 0 0,0 1 0 0 0,0-1 0 0 0,0 1-1 0 0,0 0 1 0 0,0-1 0 0 0,1 3 0 0 0</inkml:trace>
</inkml:ink>
</file>

<file path=ppt/ink/ink2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06:28.92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92 29 7834 0 0,'2'-28'2737'0'0,"-5"48"918"0"0,-49 287 371 0 0,28-176-3405 0 0,19-102-658 0 0,1 0 0 0 0,1 1-1 0 0,1-1 1 0 0,2 1 0 0 0,6 58-1 0 0,-1-64-503 0 0</inkml:trace>
</inkml:ink>
</file>

<file path=ppt/ink/ink2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06:30.04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76 52 6449 0 0,'-41'-10'4518'0'0,"38"9"-4105"0"0,1 0-1 0 0,-1 0 1 0 0,0 0 0 0 0,1 0 0 0 0,-1-1-1 0 0,1 1 1 0 0,0-1 0 0 0,-1 0 0 0 0,1 1 0 0 0,0-1-1 0 0,0 0 1 0 0,-3-4 0 0 0,5 6-359 0 0,0 0 0 0 0,0 0 0 0 0,0-1 0 0 0,0 1 1 0 0,-1 0-1 0 0,1-1 0 0 0,0 1 0 0 0,0 0 0 0 0,0 0 0 0 0,0-1 0 0 0,0 1 1 0 0,0 0-1 0 0,0 0 0 0 0,0-1 0 0 0,0 1 0 0 0,0 0 0 0 0,0-1 1 0 0,0 1-1 0 0,0 0 0 0 0,0 0 0 0 0,0-1 0 0 0,1 1 0 0 0,-1 0 0 0 0,0 0 1 0 0,0-1-1 0 0,0 1 0 0 0,0 0 0 0 0,0 0 0 0 0,1-1 0 0 0,-1 1 0 0 0,0 0 1 0 0,0 0-1 0 0,0 0 0 0 0,1-1 0 0 0,-1 1 0 0 0,14-6 896 0 0,15 2 20 0 0,17 5-615 0 0,1 2 0 0 0,-1 2 0 0 0,-1 2 0 0 0,1 2 1 0 0,51 18-1 0 0,-89-25-571 0 0,0 0 1 0 0,-1 0-1 0 0,1-1 1 0 0,0 0-1 0 0,0 0 1 0 0,0-1-1 0 0,0 0 1 0 0,0-1-1 0 0,9-1 1 0 0</inkml:trace>
</inkml:ink>
</file>

<file path=ppt/ink/ink2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06:30.67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177 344 456 0 0,'-45'-43'746'0'0,"-19"-15"4131"0"0,-3 2 4646 0 0,79 67-8565 0 0,1 0 1 0 0,-1 1-1 0 0,-1 0 1 0 0,0 1-1 0 0,10 16 1 0 0,46 80-727 0 0,-3-6 41 0 0,-62-100-271 0 0,56 74 52 0 0,-51-69-39 0 0,1 0 0 0 0,-1 0 0 0 0,2-1 0 0 0,-1 0 0 0 0,1 0 0 0 0,16 9 0 0 0,-25-16-2 0 0,1 1-1 0 0,0-1 1 0 0,-1 0 0 0 0,1 1-1 0 0,0-1 1 0 0,0 0-1 0 0,-1 0 1 0 0,1 0-1 0 0,0 1 1 0 0,0-1-1 0 0,-1 0 1 0 0,1 0 0 0 0,0 0-1 0 0,0 0 1 0 0,0 0-1 0 0,-1-1 1 0 0,1 1-1 0 0,0 0 1 0 0,0 0-1 0 0,-1 0 1 0 0,1-1-1 0 0,0 1 1 0 0,0 0 0 0 0,-1-1-1 0 0,1 1 1 0 0,0-1-1 0 0,1 0 12 0 0,-1-1 0 0 0,0 1 1 0 0,0-1-1 0 0,0 1 0 0 0,0-1 0 0 0,0 1 0 0 0,0-1 0 0 0,0 0 0 0 0,0 0 0 0 0,-1 1 0 0 0,1-3 1 0 0,2-8 113 0 0,-1-1 0 0 0,1-22 1 0 0,-2 21-53 0 0,42-459-198 0 0,-42 468-31 0 0,-1-2-363 0 0,1 0 0 0 0,0 0-1 0 0,1 1 1 0 0,-1-1-1 0 0,1 1 1 0 0,3-7-1 0 0</inkml:trace>
</inkml:ink>
</file>

<file path=ppt/ink/ink2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06:31.11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5 11979 0 0,'11'-2'1922'0'0,"-8"1"-1718"0"0,0 1-1 0 0,-1-1 1 0 0,1 1-1 0 0,0-1 1 0 0,-1 1-1 0 0,1 0 1 0 0,0 0 0 0 0,-1 1-1 0 0,6 0 1 0 0,10 5 222 0 0,-1 1 0 0 0,1 0 0 0 0,-2 2 0 0 0,1 0 0 0 0,18 13 0 0 0,75 65 2878 0 0,-61-47-2728 0 0,146 132-2502 0 0,-183-163 451 0 0</inkml:trace>
</inkml:ink>
</file>

<file path=ppt/ink/ink2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06:31.47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242 1 7370 0 0,'-8'40'5432'0'0,"-20"28"-2770"0"0,15-41-1690 0 0,-10 26 162 0 0,-63 152 1360 0 0,11 4-4237 0 0,67-182-4847 0 0</inkml:trace>
</inkml:ink>
</file>

<file path=ppt/ink/ink2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06:35.85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146 11 6449 0 0,'-1'1'80'0'0,"0"-1"0"0"0,-1 1-1 0 0,1 0 1 0 0,0 0 0 0 0,-1 0-1 0 0,1 0 1 0 0,0 0 0 0 0,0 0-1 0 0,0 0 1 0 0,0 0 0 0 0,0 1-1 0 0,0-1 1 0 0,0 0-1 0 0,1 1 1 0 0,-1-1 0 0 0,0 0-1 0 0,1 1 1 0 0,-1-1 0 0 0,1 1-1 0 0,0-1 1 0 0,-1 2 0 0 0,-9 37 673 0 0,9-34-566 0 0,0 0 0 0 0,1 1 0 0 0,0-1 0 0 0,1 1 0 0 0,-1-1 0 0 0,1 1 0 0 0,0-1 0 0 0,1 1 0 0 0,-1-1 0 0 0,1 0 0 0 0,1 0 0 0 0,-1 0 0 0 0,5 7 0 0 0,-1-2-22 0 0,0-1 0 0 0,1-1 0 0 0,0 1 0 0 0,1-1 0 0 0,0 0 0 0 0,13 11 0 0 0,-20-19-161 0 0,0 0 0 0 0,0 0 0 0 0,0 0 1 0 0,0 0-1 0 0,1 0 0 0 0,-1 0 0 0 0,0 0 0 0 0,0-1 0 0 0,1 1 1 0 0,-1 0-1 0 0,0-1 0 0 0,1 1 0 0 0,-1-1 0 0 0,1 1 0 0 0,-1-1 0 0 0,1 0 1 0 0,-1 0-1 0 0,1 0 0 0 0,-1 0 0 0 0,0 0 0 0 0,1 0 0 0 0,2 0 0 0 0,-3-1 11 0 0,1 0-1 0 0,-1 0 1 0 0,0 0-1 0 0,0 1 1 0 0,0-1-1 0 0,0-1 0 0 0,0 1 1 0 0,0 0-1 0 0,0 0 1 0 0,0 0-1 0 0,0 0 0 0 0,-1-1 1 0 0,1 1-1 0 0,0 0 1 0 0,-1-1-1 0 0,1 1 1 0 0,-1-1-1 0 0,1-1 0 0 0,1-6 147 0 0,-1 0-1 0 0,0 0 0 0 0,0 0 0 0 0,-1 0 1 0 0,0 0-1 0 0,-2-10 0 0 0,0 8-38 0 0,0 1-1 0 0,0-1 1 0 0,-1 1-1 0 0,-1 0 1 0 0,1 0 0 0 0,-2 0-1 0 0,0 0 1 0 0,0 1 0 0 0,-12-17-1 0 0,15 23-81 0 0,0 0-1 0 0,-1 0 1 0 0,0 0-1 0 0,0 1 1 0 0,1-1 0 0 0,-1 1-1 0 0,-1-1 1 0 0,1 1-1 0 0,0 0 1 0 0,-1 1 0 0 0,1-1-1 0 0,-1 0 1 0 0,1 1-1 0 0,-1 0 1 0 0,1 0-1 0 0,-1 0 1 0 0,0 0 0 0 0,0 1-1 0 0,0-1 1 0 0,1 1-1 0 0,-1 0 1 0 0,0 0 0 0 0,0 0-1 0 0,0 1 1 0 0,0 0-1 0 0,1-1 1 0 0,-1 1-1 0 0,0 0 1 0 0,1 1 0 0 0,-6 2-1 0 0,2-1-31 0 0,1 0-1 0 0,0 0 1 0 0,0 1-1 0 0,0 0 1 0 0,0 0-1 0 0,1 1 1 0 0,0-1-1 0 0,0 1 1 0 0,0 0-1 0 0,1 1 1 0 0,-1-1 0 0 0,1 1-1 0 0,0 0 1 0 0,-5 11-1 0 0,7-13-10 0 0,1 0 0 0 0,0 0 0 0 0,0 0 0 0 0,0 0 0 0 0,0 0 0 0 0,1 0-1 0 0,-1 0 1 0 0,1 0 0 0 0,0 0 0 0 0,0 0 0 0 0,1 0 0 0 0,-1 0 0 0 0,1 0 0 0 0,0 0 0 0 0,0 0 0 0 0,0 0-1 0 0,0-1 1 0 0,1 1 0 0 0,-1 0 0 0 0,1-1 0 0 0,0 1 0 0 0,0-1 0 0 0,1 1 0 0 0,-1-1 0 0 0,1 0 0 0 0,5 5 0 0 0,-5-4 25 0 0,1-1 1 0 0,0 0 0 0 0,-1 1 0 0 0,2-1 0 0 0,-1-1 0 0 0,0 1 0 0 0,1 0-1 0 0,-1-1 1 0 0,1 0 0 0 0,-1 0 0 0 0,1-1 0 0 0,0 1 0 0 0,0-1 0 0 0,0 0-1 0 0,0 0 1 0 0,0-1 0 0 0,0 1 0 0 0,0-1 0 0 0,0 0 0 0 0,0-1 0 0 0,8 0-1 0 0,-9-1 39 0 0,0 1 0 0 0,1-1 0 0 0,-1 0 0 0 0,0 0 0 0 0,0 0 0 0 0,0 0-1 0 0,-1-1 1 0 0,1 1 0 0 0,0-1 0 0 0,-1 0 0 0 0,0 0 0 0 0,1 0 0 0 0,-1-1-1 0 0,-1 1 1 0 0,1-1 0 0 0,0 0 0 0 0,-1 0 0 0 0,0 0 0 0 0,0 0 0 0 0,0 0 0 0 0,0 0-1 0 0,-1-1 1 0 0,0 1 0 0 0,1-5 0 0 0,0 2-34 0 0,-2-1-1 0 0,1 1 1 0 0,-1-1 0 0 0,-1 0-1 0 0,1 1 1 0 0,-1-1-1 0 0,0 1 1 0 0,-1-1 0 0 0,0 1-1 0 0,-5-14 1 0 0,5 17-37 0 0,1 0 1 0 0,-1 0-1 0 0,1 0 0 0 0,-1 0 1 0 0,0 1-1 0 0,-1-1 0 0 0,1 1 0 0 0,-1-1 1 0 0,1 1-1 0 0,-1 0 0 0 0,0 0 1 0 0,0 0-1 0 0,-1 1 0 0 0,1-1 1 0 0,0 0-1 0 0,-1 1 0 0 0,0 0 0 0 0,1 0 1 0 0,-1 0-1 0 0,-7-2 0 0 0,9 4-58 0 0,0 0 0 0 0,0 0-1 0 0,0 0 1 0 0,1 0 0 0 0,-1 1-1 0 0,0-1 1 0 0,0 1-1 0 0,0-1 1 0 0,1 1 0 0 0,-1-1-1 0 0,0 1 1 0 0,1 0 0 0 0,-1 0-1 0 0,0 0 1 0 0,1 0-1 0 0,-1 0 1 0 0,1 0 0 0 0,0 0-1 0 0,-1 1 1 0 0,1-1 0 0 0,0 0-1 0 0,0 1 1 0 0,-1-1 0 0 0,1 1-1 0 0,0-1 1 0 0,1 1-1 0 0,-1 0 1 0 0,0-1 0 0 0,0 1-1 0 0,1 0 1 0 0,-1-1 0 0 0,1 1-1 0 0,-1 4 1 0 0,-3 14-5891 0 0</inkml:trace>
</inkml:ink>
</file>

<file path=ppt/ink/ink2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06:36.74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79 2 9674 0 0,'-3'4'85'0'0,"0"0"1"0"0,0 0-1 0 0,0 0 1 0 0,0 1-1 0 0,1-1 1 0 0,0 1-1 0 0,0 0 0 0 0,0-1 1 0 0,0 1-1 0 0,-1 10 1 0 0,-2-1-47 0 0,2-6-42 0 0,1 0 0 0 0,0 0 0 0 0,0 1 0 0 0,1-1-1 0 0,0 0 1 0 0,0 1 0 0 0,1-1 0 0 0,0 0 0 0 0,0 1 0 0 0,3 14 0 0 0,-2-20 4 0 0,0 0-1 0 0,0 0 1 0 0,0 0 0 0 0,0 0-1 0 0,0 0 1 0 0,1 0 0 0 0,0 0 0 0 0,-1-1-1 0 0,1 1 1 0 0,0-1 0 0 0,0 1 0 0 0,0-1-1 0 0,1 0 1 0 0,-1 1 0 0 0,1-1 0 0 0,-1-1-1 0 0,1 1 1 0 0,-1 0 0 0 0,1 0-1 0 0,0-1 1 0 0,0 0 0 0 0,0 1 0 0 0,0-1-1 0 0,0 0 1 0 0,0-1 0 0 0,0 1 0 0 0,0-1-1 0 0,1 1 1 0 0,-1-1 0 0 0,0 0 0 0 0,5 0-1 0 0,-6 0 5 0 0,0 0 1 0 0,1 0-1 0 0,-1 0 0 0 0,0-1 0 0 0,0 1 0 0 0,0-1 0 0 0,1 1 0 0 0,-1-1 1 0 0,0 0-1 0 0,0 0 0 0 0,0 0 0 0 0,0 0 0 0 0,0 0 0 0 0,0 0 0 0 0,-1 0 1 0 0,1-1-1 0 0,0 1 0 0 0,-1-1 0 0 0,1 1 0 0 0,2-3 0 0 0,-2 0 12 0 0,0 1 0 0 0,0-1 1 0 0,-1 0-1 0 0,1 1 0 0 0,-1-1 0 0 0,0 0 0 0 0,0 0 0 0 0,0 0 0 0 0,0 0 0 0 0,0-6 0 0 0,-1-2 33 0 0,0 1 0 0 0,-1 0 0 0 0,0 0 0 0 0,-1 0 0 0 0,0 0 0 0 0,0 0 0 0 0,-6-13 0 0 0,6 19-14 0 0,-1 0-1 0 0,0 0 0 0 0,0 0 1 0 0,0 0-1 0 0,0 0 0 0 0,-1 1 1 0 0,0 0-1 0 0,0-1 1 0 0,0 1-1 0 0,0 1 0 0 0,0-1 1 0 0,-9-4-1 0 0,12 7-24 0 0,-1 0-1 0 0,0 0 1 0 0,1 0 0 0 0,-1 1 0 0 0,0-1-1 0 0,0 0 1 0 0,1 1 0 0 0,-1 0 0 0 0,0-1-1 0 0,0 1 1 0 0,0 0 0 0 0,0 0 0 0 0,0 0-1 0 0,1 0 1 0 0,-1 1 0 0 0,0-1 0 0 0,0 0-1 0 0,0 1 1 0 0,1-1 0 0 0,-1 1 0 0 0,0 0-1 0 0,0-1 1 0 0,1 1 0 0 0,-1 0 0 0 0,1 0-1 0 0,-1 0 1 0 0,0 0 0 0 0,1 0 0 0 0,0 1-1 0 0,-1-1 1 0 0,1 0 0 0 0,0 1 0 0 0,0-1-1 0 0,0 1 1 0 0,0-1 0 0 0,0 1 0 0 0,0-1-1 0 0,0 1 1 0 0,0 0 0 0 0,1 0 0 0 0,-2 3-1 0 0,0 0 26 0 0,0 1-1 0 0,0 0 0 0 0,0 0 0 0 0,1-1 1 0 0,0 1-1 0 0,0 0 0 0 0,1 0 1 0 0,0 0-1 0 0,0 0 0 0 0,0 0 1 0 0,0 0-1 0 0,1 0 0 0 0,0 0 0 0 0,1 0 1 0 0,-1 0-1 0 0,1-1 0 0 0,0 1 1 0 0,0 0-1 0 0,1-1 0 0 0,0 0 1 0 0,5 9-1 0 0,-5-10 21 0 0,0 0-1 0 0,0-1 1 0 0,0 0-1 0 0,1 1 1 0 0,-1-1 0 0 0,1 0-1 0 0,0-1 1 0 0,-1 1 0 0 0,1-1-1 0 0,0 1 1 0 0,1-1-1 0 0,-1-1 1 0 0,0 1 0 0 0,1 0-1 0 0,-1-1 1 0 0,1 0 0 0 0,-1 0-1 0 0,1 0 1 0 0,-1-1-1 0 0,1 0 1 0 0,0 0 0 0 0,-1 0-1 0 0,1 0 1 0 0,-1 0 0 0 0,1-1-1 0 0,0 0 1 0 0,-1 0 0 0 0,8-3-1 0 0,-9 3 9 0 0,0 0-1 0 0,1 0 1 0 0,-1-1 0 0 0,0 1-1 0 0,0-1 1 0 0,0 0 0 0 0,0 0-1 0 0,0 0 1 0 0,0 0-1 0 0,-1-1 1 0 0,1 1 0 0 0,-1 0-1 0 0,0-1 1 0 0,1 0 0 0 0,-1 0-1 0 0,0 0 1 0 0,-1 0 0 0 0,1 0-1 0 0,0 0 1 0 0,-1 0-1 0 0,0 0 1 0 0,0-1 0 0 0,0 1-1 0 0,0 0 1 0 0,0-1 0 0 0,-1 1-1 0 0,1-1 1 0 0,-1 1 0 0 0,0-1-1 0 0,0 1 1 0 0,0-1-1 0 0,-1 1 1 0 0,1-1 0 0 0,-1 1-1 0 0,0 0 1 0 0,0-1 0 0 0,0 1-1 0 0,-3-6 1 0 0,2 4-74 0 0,0-1 1 0 0,-1 1-1 0 0,0 0 1 0 0,0 0-1 0 0,0 1 1 0 0,0-1-1 0 0,-1 0 0 0 0,0 1 1 0 0,0 0-1 0 0,0 0 1 0 0,0 0-1 0 0,-1 1 1 0 0,0-1-1 0 0,1 1 1 0 0,-1 0-1 0 0,0 1 0 0 0,-1-1 1 0 0,1 1-1 0 0,0 0 1 0 0,-1 0-1 0 0,1 0 1 0 0,-1 1-1 0 0,-8-1 1 0 0,8 2-156 0 0,0 1 1 0 0,0-1 0 0 0,0 1 0 0 0,0 1 0 0 0,0-1-1 0 0,0 1 1 0 0,0 0 0 0 0,0 1 0 0 0,1-1 0 0 0,-1 1-1 0 0,1 0 1 0 0,0 0 0 0 0,0 1 0 0 0,0 0 0 0 0,-7 7-1 0 0,-13 13-5041 0 0</inkml:trace>
</inkml:ink>
</file>

<file path=ppt/ink/ink2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06:37.68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52 1 7834 0 0,'-1'0'97'0'0,"0"0"0"0"0,-1 0 0 0 0,1 0 0 0 0,-1 0 0 0 0,1 0 0 0 0,0 0 0 0 0,-1 0 0 0 0,1 0 0 0 0,0 1 0 0 0,-1-1 0 0 0,1 0 0 0 0,0 1 0 0 0,0-1 0 0 0,-1 1 0 0 0,1-1 0 0 0,0 1 0 0 0,0 0 0 0 0,0 0 0 0 0,0-1 0 0 0,0 1 0 0 0,0 0 0 0 0,-2 2 0 0 0,1 0 26 0 0,0-1-1 0 0,0 1 0 0 0,1 0 1 0 0,-1 0-1 0 0,1 1 0 0 0,-1-1 1 0 0,1 0-1 0 0,-1 7 0 0 0,-1 1 44 0 0,2 0 0 0 0,0 1-1 0 0,0 0 1 0 0,2 17 0 0 0,1-3-110 0 0,1 0 1 0 0,7 26 0 0 0,-9-45-84 0 0,1-1 0 0 0,0 0 0 0 0,0 0 0 0 0,0 0 1 0 0,1 0-1 0 0,0 0 0 0 0,0 0 0 0 0,0-1 0 0 0,1 0 1 0 0,0 1-1 0 0,0-1 0 0 0,0 0 0 0 0,1-1 0 0 0,5 5 1 0 0,-9-8 12 0 0,1 0 0 0 0,0 0 1 0 0,-1 0-1 0 0,1 0 1 0 0,0 0-1 0 0,0 0 1 0 0,0-1-1 0 0,0 1 1 0 0,0-1-1 0 0,0 1 0 0 0,0-1 1 0 0,0 0-1 0 0,0 0 1 0 0,0 0-1 0 0,0 0 1 0 0,0 0-1 0 0,-1 0 1 0 0,1-1-1 0 0,0 1 0 0 0,2-1 1 0 0,0-1 10 0 0,-1 1-1 0 0,0-1 1 0 0,0 0-1 0 0,0 0 1 0 0,0 0 0 0 0,0 0-1 0 0,-1 0 1 0 0,1-1-1 0 0,-1 1 1 0 0,4-5 0 0 0,0-1 87 0 0,0 0 0 0 0,-1-1 0 0 0,0 1 1 0 0,-1-1-1 0 0,0 0 0 0 0,0-1 0 0 0,2-10 1 0 0,-3 9 86 0 0,-1 0 1 0 0,-1-1 0 0 0,0 1-1 0 0,-1-1 1 0 0,0 0 0 0 0,-2-17-1 0 0,1 23-59 0 0,0-1-1 0 0,0 0 1 0 0,-1 1-1 0 0,0-1 1 0 0,0 1-1 0 0,-1 0 1 0 0,0-1-1 0 0,0 1 1 0 0,0 1-1 0 0,0-1 1 0 0,-1 0-1 0 0,-7-7 1 0 0,10 12-88 0 0,0 0 0 0 0,-1 0-1 0 0,1 0 1 0 0,0 0 0 0 0,-1 0 0 0 0,1 0 0 0 0,-1 0 0 0 0,0 0 0 0 0,1 0-1 0 0,-1 1 1 0 0,0-1 0 0 0,1 1 0 0 0,-1 0 0 0 0,0-1 0 0 0,0 1-1 0 0,1 0 1 0 0,-1 0 0 0 0,0 0 0 0 0,-3 0 0 0 0,1 1 27 0 0,0 0 0 0 0,0 0 1 0 0,1 0-1 0 0,-1 1 0 0 0,0-1 0 0 0,1 1 1 0 0,-1 0-1 0 0,-4 3 0 0 0,-2 3-1 0 0,1-1 0 0 0,0 1 0 0 0,1 0 0 0 0,0 1 0 0 0,-8 10-1 0 0,15-17-47 0 0,-1 0-1 0 0,0 1 0 0 0,1-1 0 0 0,-1 0 1 0 0,1 1-1 0 0,0-1 0 0 0,0 1 0 0 0,0 0 0 0 0,0-1 1 0 0,1 1-1 0 0,-1 0 0 0 0,0 4 0 0 0,1-5-9 0 0,1-1 0 0 0,-1 1 0 0 0,0 0-1 0 0,1-1 1 0 0,-1 1 0 0 0,1-1 0 0 0,-1 1 0 0 0,1-1-1 0 0,0 1 1 0 0,0-1 0 0 0,0 0 0 0 0,0 1-1 0 0,0-1 1 0 0,0 0 0 0 0,0 0 0 0 0,0 0 0 0 0,0 1-1 0 0,0-1 1 0 0,1 0 0 0 0,-1-1 0 0 0,0 1-1 0 0,1 0 1 0 0,1 1 0 0 0,9 4-195 0 0</inkml:trace>
</inkml:ink>
</file>

<file path=ppt/ink/ink2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06:38.55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67 47 12875 0 0,'6'-12'812'0'0,"-4"10"-656"0"0,-1 0 0 0 0,0-1 0 0 0,1 1 0 0 0,-1 0 0 0 0,0 0 0 0 0,-1-1 0 0 0,1 1 0 0 0,0-1 0 0 0,-1 1 0 0 0,1-1 0 0 0,-1 1 0 0 0,1-5 0 0 0,-17 27 428 0 0,10-9-615 0 0,1 1 0 0 0,1-1 0 0 0,0 1 0 0 0,1 0 0 0 0,0 0 0 0 0,-2 23 0 0 0,5-30 26 0 0,-1 0-1 0 0,1 0 1 0 0,0 0-1 0 0,1 0 1 0 0,-1 0-1 0 0,1 0 1 0 0,0 0-1 0 0,0 0 0 0 0,1 0 1 0 0,-1 0-1 0 0,1-1 1 0 0,0 1-1 0 0,0 0 1 0 0,1-1-1 0 0,-1 0 1 0 0,1 1-1 0 0,0-1 1 0 0,0 0-1 0 0,5 4 0 0 0,-7-8 14 0 0,-1 1 0 0 0,0-1-1 0 0,0 1 1 0 0,1-1-1 0 0,-1 0 1 0 0,0 0 0 0 0,0 1-1 0 0,1-1 1 0 0,-1 0-1 0 0,0 1 1 0 0,1-1 0 0 0,-1 0-1 0 0,1 0 1 0 0,-1 0-1 0 0,0 1 1 0 0,1-1 0 0 0,-1 0-1 0 0,1 0 1 0 0,-1 0-1 0 0,0 0 1 0 0,1 0-1 0 0,-1 0 1 0 0,1 0 0 0 0,-1 0-1 0 0,1 0 1 0 0,-1 0-1 0 0,0 0 1 0 0,1 0 0 0 0,-1 0-1 0 0,1 0 1 0 0,-1 0-1 0 0,0 0 1 0 0,1-1 0 0 0,-1 1-1 0 0,1 0 1 0 0,-1 0-1 0 0,0 0 1 0 0,1-1 0 0 0,4-19 798 0 0,-9-24 412 0 0,-15-20-909 0 0,18 58-317 0 0,-1 1 1 0 0,-1 0-1 0 0,1 0 0 0 0,-1 0 0 0 0,0 0 1 0 0,0 0-1 0 0,0 1 0 0 0,-1-1 1 0 0,-6-6-1 0 0,9 11 42 0 0,1 0 0 0 0,0-1 0 0 0,-1 1 1 0 0,1 0-1 0 0,0-1 0 0 0,-1 1 0 0 0,1 0 0 0 0,-1 0 0 0 0,1 0 0 0 0,0-1 1 0 0,-1 1-1 0 0,1 0 0 0 0,-1 0 0 0 0,1 0 0 0 0,-1 0 0 0 0,1 0 0 0 0,0 0 1 0 0,-1 0-1 0 0,1 0 0 0 0,-1 0 0 0 0,1 0 0 0 0,-1 0 0 0 0,1 0 0 0 0,-1 0 0 0 0,1 0 1 0 0,0 1-1 0 0,-1-1 0 0 0,1 0 0 0 0,-1 0 0 0 0,1 0 0 0 0,-1 1 0 0 0,-8 14 850 0 0,-1 25 89 0 0,10-35-927 0 0,-1 1-1 0 0,0 0-1 0 0,1 0 0 0 0,0 0 1 0 0,0 0-1 0 0,0 0 1 0 0,1 0-1 0 0,0 0 0 0 0,0 0 1 0 0,1 0-1 0 0,0 0 1 0 0,3 7-1 0 0,-4-11-41 0 0,-1-1 1 0 0,1 1-1 0 0,0 0 0 0 0,0-1 0 0 0,0 1 1 0 0,0-1-1 0 0,1 1 0 0 0,-1-1 0 0 0,0 0 1 0 0,0 1-1 0 0,1-1 0 0 0,-1 0 0 0 0,1 0 1 0 0,-1 0-1 0 0,1 0 0 0 0,0 0 1 0 0,-1 0-1 0 0,1-1 0 0 0,0 1 0 0 0,0 0 1 0 0,-1-1-1 0 0,1 1 0 0 0,0-1 0 0 0,0 0 1 0 0,0 0-1 0 0,0 0 0 0 0,-1 0 1 0 0,1 0-1 0 0,0 0 0 0 0,0 0 0 0 0,0 0 1 0 0,0-1-1 0 0,-1 1 0 0 0,1-1 0 0 0,0 1 1 0 0,0-1-1 0 0,-1 0 0 0 0,1 0 1 0 0,0 0-1 0 0,2-1 0 0 0,-2 0 3 0 0,0 0 0 0 0,0 0 0 0 0,0 0-1 0 0,0 0 1 0 0,0 0 0 0 0,0 0 0 0 0,0 0 0 0 0,-1-1 0 0 0,1 1 0 0 0,-1-1-1 0 0,0 1 1 0 0,1-1 0 0 0,-1 1 0 0 0,0-1 0 0 0,-1 0 0 0 0,1 0 0 0 0,0 1-1 0 0,-1-1 1 0 0,0 0 0 0 0,1 0 0 0 0,-1 0 0 0 0,0 0 0 0 0,0 1-1 0 0,-2-7 1 0 0,1-5-1157 0 0,-2 0 0 0 0,0 1 0 0 0,-7-21 0 0 0</inkml:trace>
</inkml:ink>
</file>

<file path=ppt/ink/ink2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8:16.91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15 106 1376 0 0,'2'-4'352'0'0,"-1"0"0"0"0,0-1 0 0 0,1 1-1 0 0,-2-1 1 0 0,1 1 0 0 0,0-8 0 0 0,-1 9 192 0 0,0 0 0 0 0,0-1 1 0 0,1 1-1 0 0,-1 0 1 0 0,1-1-1 0 0,0 1 1 0 0,0 0-1 0 0,0 0 1 0 0,0 0-1 0 0,0-1 0 0 0,14-27 12583 0 0,-17 33-13123 0 0,-3 3 4 0 0,0 0 0 0 0,0 0-1 0 0,1 1 1 0 0,0 0 0 0 0,0 0 0 0 0,1 0 0 0 0,0 0 0 0 0,-5 12 0 0 0,7-16-20 0 0,1-2-52 0 0</inkml:trace>
</inkml:ink>
</file>

<file path=ppt/ink/ink2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8:28.84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 65 10594 0 0,'-15'-51'2642'0'0,"13"38"1227"0"0,11 35-1019 0 0,84 204-1073 0 0,-62-158-1532 0 0,41 125-1 0 0,-30-10-11 0 0,2 7-597 0 0,-28-147-250 0 0,-15-41 313 0 0,0 0 1 0 0,0 0-1 0 0,0 0 0 0 0,1 0 0 0 0,-1-1 0 0 0,0 1 1 0 0,1-1-1 0 0,-1 1 0 0 0,1-1 0 0 0,-1 1 0 0 0,4 1 0 0 0,1-1-961 0 0</inkml:trace>
</inkml:ink>
</file>

<file path=ppt/ink/ink2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8:29.12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16 129 4609 0 0,'-15'-9'6680'0'0,"28"-1"-3861"0"0,4 0-1070 0 0,2 2-1 0 0,20-8 1 0 0,85-19 144 0 0,-38 12-1469 0 0,-73 19-639 0 0,-1 0 0 0 0,1 1-1 0 0,0 1 1 0 0,0 0-1 0 0,17 0 1 0 0,-15 3-752 0 0</inkml:trace>
</inkml:ink>
</file>

<file path=ppt/ink/ink2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8:29.34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6 161 14283 0 0,'0'1'36'0'0,"-1"-1"1"0"0,1 1-1 0 0,-1-1 0 0 0,1 1 0 0 0,-1-1 1 0 0,1 1-1 0 0,0-1 0 0 0,-1 1 0 0 0,1 0 1 0 0,0-1-1 0 0,-1 1 0 0 0,1 0 1 0 0,0-1-1 0 0,0 1 0 0 0,0 0 0 0 0,-1 0 1 0 0,1-1-1 0 0,0 1 0 0 0,0 0 0 0 0,0-1 1 0 0,0 1-1 0 0,0 0 0 0 0,0 0 0 0 0,1-1 1 0 0,-1 1-1 0 0,0 0 0 0 0,0-1 0 0 0,0 1 1 0 0,1 0-1 0 0,-1-1 0 0 0,0 1 1 0 0,1 0-1 0 0,-1-1 0 0 0,0 1 0 0 0,1-1 1 0 0,-1 1-1 0 0,1 0 0 0 0,-1-1 0 0 0,1 1 1 0 0,-1-1-1 0 0,2 1 0 0 0,1 0-43 0 0,0 0 0 0 0,0-1 0 0 0,0 0 0 0 0,0 1 0 0 0,0-1 0 0 0,0 0 0 0 0,0 0 0 0 0,0-1-1 0 0,5 0 1 0 0,6-2 804 0 0,0 0 0 0 0,0-1-1 0 0,0 0 1 0 0,-1-2 0 0 0,15-7-1 0 0,66-40 1297 0 0,-38 20-1640 0 0,-33 20-645 0 0,32-17 213 0 0,-17 13-6101 0 0,-10 7-1136 0 0</inkml:trace>
</inkml:ink>
</file>

<file path=ppt/ink/ink2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8:46.45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331 1523 6913 0 0,'-22'1'2476'0'0,"16"-1"-1781"0"0,0 1-1 0 0,-1-1 0 0 0,1 0 1 0 0,0-1-1 0 0,0 0 1 0 0,-1 0-1 0 0,1 0 0 0 0,0-1 1 0 0,0 0-1 0 0,-6-2 1 0 0,5 0-501 0 0,0 0 1 0 0,0 0 0 0 0,0 0 0 0 0,1-1 0 0 0,0 0-1 0 0,-1 0 1 0 0,2-1 0 0 0,-1 1 0 0 0,1-1 0 0 0,0-1-1 0 0,0 1 1 0 0,1-1 0 0 0,-1 0 0 0 0,2 0 0 0 0,-6-12-1 0 0,2 0 324 0 0,1-1 0 0 0,2 0-1 0 0,0 0 1 0 0,-3-41 0 0 0,6 59-518 0 0,-67-534 803 0 0,55 478-770 0 0,4 23-2 0 0,1-1 0 0 0,2 0 0 0 0,-2-48 0 0 0,8 78-31 0 0,1 0 0 0 0,-1 1 0 0 0,1-1 0 0 0,0 1 0 0 0,1-1 0 0 0,-1 1 0 0 0,1 0 0 0 0,0 0 0 0 0,1-1 0 0 0,-1 2 0 0 0,1-1 0 0 0,0 0 0 0 0,0 0 0 0 0,0 1 0 0 0,1-1 0 0 0,0 1 0 0 0,-1 0 0 0 0,1 0 0 0 0,1 1 0 0 0,-1-1 0 0 0,8-4 0 0 0,8-3 0 0 0,1 0 0 0 0,0 1 0 0 0,42-14 0 0 0,-31 13 0 0 0,120-43 45 0 0,2 7 1 0 0,3 7-1 0 0,188-24 0 0 0,322-14 518 0 0,-560 65-474 0 0,1 4 0 0 0,115 7 0 0 0,-202 6 87 0 0,-7-1-1217 0 0</inkml:trace>
</inkml:ink>
</file>

<file path=ppt/ink/ink2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8:47.04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173 139 3225 0 0,'-5'-31'492'0'0,"5"28"-84"0"0,-1 1 1 0 0,0 0 0 0 0,0-1-1 0 0,-1 1 1 0 0,1 0-1 0 0,0 0 1 0 0,-1 0-1 0 0,0 0 1 0 0,1 0 0 0 0,-1 0-1 0 0,0 1 1 0 0,-3-4-1 0 0,0 2 459 0 0,-1 0-1 0 0,1 1 1 0 0,-1 0-1 0 0,0 0 1 0 0,1 0-1 0 0,-1 0 1 0 0,0 1-1 0 0,0 0 1 0 0,-10 0-1 0 0,14 0-686 0 0,-1 1-1 0 0,1-1 0 0 0,-1 1 1 0 0,1-1-1 0 0,-1 0 0 0 0,1 0 1 0 0,0 0-1 0 0,-1-1 1 0 0,1 1-1 0 0,0 0 0 0 0,0-1 1 0 0,0 1-1 0 0,0-1 1 0 0,0 0-1 0 0,0 0 0 0 0,1 0 1 0 0,-3-2-1 0 0,-16-15 1408 0 0,14 16-1256 0 0,5 3-310 0 0,1 0 0 0 0,-1 0 1 0 0,1 0-1 0 0,-1 0 0 0 0,0-1 1 0 0,1 1-1 0 0,-1 0 0 0 0,1 0 1 0 0,-1-1-1 0 0,1 1 0 0 0,-1 0 1 0 0,1-1-1 0 0,-1 1 0 0 0,1-1 1 0 0,-1 1-1 0 0,1-1 0 0 0,-1 1 1 0 0,1-1-1 0 0,0 1 0 0 0,-1-1 1 0 0,1 1-1 0 0,0-1 0 0 0,-1 1 1 0 0,1-1-1 0 0,0 1 0 0 0,-1-2 118 0 0,6 3-86 0 0,10 5-58 0 0,-1 0-1 0 0,0 1 0 0 0,-1 1 0 0 0,0 0 0 0 0,17 14 0 0 0,33 21-20 0 0,14-9-27 0 0,-58-27 30 0 0,0 2 0 0 0,-1-1 1 0 0,32 22-1 0 0,-49-30 22 0 0,0 1 0 0 0,-1-1 1 0 0,1 1-1 0 0,-1-1 0 0 0,1 1 0 0 0,-1 0 0 0 0,1-1 1 0 0,-1 1-1 0 0,1 0 0 0 0,-1-1 0 0 0,0 1 0 0 0,1 0 1 0 0,-1-1-1 0 0,0 1 0 0 0,1 0 0 0 0,-1 0 0 0 0,0-1 1 0 0,0 1-1 0 0,0 0 0 0 0,0 0 0 0 0,0-1 0 0 0,0 1 1 0 0,0 0-1 0 0,0 0 0 0 0,0 0 0 0 0,-12 22 88 0 0,-30 18 225 0 0,33-33-227 0 0,6-5-97 0 0,-173 167 474 0 0,108-91-2999 0 0</inkml:trace>
</inkml:ink>
</file>

<file path=ppt/ink/ink2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8:47.60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18 146 6913 0 0,'3'-44'1142'0'0,"-1"35"14"0"0,-1-1 0 0 0,-1 1 0 0 0,1-1 1 0 0,-2 0-1 0 0,1 0 0 0 0,-1 1 1 0 0,-7-25 2521 0 0,7 34-3588 0 0,1 0 0 0 0,0 0 0 0 0,0 0 0 0 0,0 0 0 0 0,-1 0 0 0 0,1 0 0 0 0,0 0 0 0 0,0 0 0 0 0,-1 0 0 0 0,1 0 0 0 0,0 0 0 0 0,0 0 0 0 0,-1 0 1 0 0,1 0-1 0 0,0 0 0 0 0,-6 11 1019 0 0,1 19-944 0 0,6 8-112 0 0,1 0-1 0 0,2-1 1 0 0,15 60 0 0 0,-4-16 15 0 0,48 423-767 0 0,-62-496-4 0 0,0 15-764 0 0,-2-8-4537 0 0</inkml:trace>
</inkml:ink>
</file>

<file path=ppt/ink/ink2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8:47.82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6 153 3225 0 0,'-2'-5'395'0'0,"1"1"0"0"0,0-1-1 0 0,0 1 1 0 0,1-1 0 0 0,-1 1 0 0 0,1-1 0 0 0,0 1 0 0 0,0-1 0 0 0,1 1 0 0 0,-1-1 0 0 0,1 1 0 0 0,0-1-1 0 0,0 1 1 0 0,1 0 0 0 0,-1-1 0 0 0,1 1 0 0 0,0 0 0 0 0,0 0 0 0 0,0 0 0 0 0,1 0 0 0 0,-1 1 0 0 0,1-1 0 0 0,0 1-1 0 0,0-1 1 0 0,0 1 0 0 0,0 0 0 0 0,1 0 0 0 0,-1 0 0 0 0,7-3 0 0 0,-4 2-221 0 0,0 0-1 0 0,1 1 1 0 0,-1 0 0 0 0,1 0 0 0 0,0 1-1 0 0,0-1 1 0 0,0 2 0 0 0,0-1 0 0 0,0 1-1 0 0,0 0 1 0 0,1 0 0 0 0,-1 1 0 0 0,0 0-1 0 0,0 0 1 0 0,1 1 0 0 0,-1 0 0 0 0,0 0 0 0 0,8 2-1 0 0,-11-1-472 0 0,1 0 1 0 0,-1 0-1 0 0,0 0 0 0 0,0 1 0 0 0,-1-1 0 0 0,1 1 0 0 0,0 0 0 0 0,4 4 0 0 0,4 7-5438 0 0</inkml:trace>
</inkml:ink>
</file>

<file path=ppt/ink/ink2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8:48.03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1 106 6449 0 0,'7'0'667'0'0,"0"1"0"0"0,0-1 1 0 0,1-1-1 0 0,-1 1 0 0 0,0-1 0 0 0,0-1 0 0 0,0 1 0 0 0,0-1 0 0 0,11-5 0 0 0,2 1 763 0 0,19-5 1620 0 0,43-20 1 0 0,-3-3-3822 0 0,-75 32 519 0 0,16-7-6789 0 0</inkml:trace>
</inkml:ink>
</file>

<file path=ppt/ink/ink2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8:48.35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38 8290 0 0,'-1'-4'223'0'0,"11"-30"11421"0"0,0 64-10260 0 0,-4 6-853 0 0,5 72 0 0 0,0 8-1352 0 0,3-78-3196 0 0</inkml:trace>
</inkml:ink>
</file>

<file path=ppt/ink/ink2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8:48.53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 62 6913 0 0,'-4'-35'3060'0'0,"2"9"2081"0"0,37 62-9054 0 0,-24-24 3898 0 0,-1 2 15 0 0</inkml:trace>
</inkml:ink>
</file>

<file path=ppt/ink/ink2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8:49.01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1 116 5065 0 0,'0'-2'155'0'0,"1"1"1"0"0,-1 0-1 0 0,1-1 0 0 0,-1 1 0 0 0,1 0 1 0 0,0-1-1 0 0,0 1 0 0 0,0 0 0 0 0,0 0 1 0 0,0 0-1 0 0,0 0 0 0 0,0 0 1 0 0,0 0-1 0 0,0 0 0 0 0,0 0 0 0 0,1 1 1 0 0,-1-1-1 0 0,0 0 0 0 0,1 1 0 0 0,-1-1 1 0 0,0 1-1 0 0,1-1 0 0 0,-1 1 0 0 0,0 0 1 0 0,1-1-1 0 0,-1 1 0 0 0,1 0 1 0 0,-1 0-1 0 0,1 0 0 0 0,-1 0 0 0 0,1 0 1 0 0,-1 1-1 0 0,0-1 0 0 0,1 0 0 0 0,1 1 1 0 0,0 1 250 0 0,0-1 0 0 0,0 1 0 0 0,0 0 0 0 0,-1-1 0 0 0,1 1 0 0 0,-1 0 0 0 0,1 1 0 0 0,-1-1 0 0 0,0 0 0 0 0,0 1 0 0 0,0-1 0 0 0,0 1 0 0 0,-1 0 1 0 0,1-1-1 0 0,1 5 0 0 0,10 31 558 0 0,5 15-226 0 0,-16-50-756 0 0,-1 0 0 0 0,1 0 0 0 0,0 0 0 0 0,-1 0 1 0 0,2 0-1 0 0,-1-1 0 0 0,0 1 0 0 0,0-1 0 0 0,1 1 0 0 0,-1-1 1 0 0,1 0-1 0 0,0 0 0 0 0,3 2 0 0 0,1-48 343 0 0,-5 31-101 0 0,3-14 7 0 0,1 0 0 0 0,11-34 0 0 0,-15 55-179 0 0,1 0 0 0 0,-1 0 0 0 0,1-1 0 0 0,0 2-1 0 0,1-1 1 0 0,-1 0 0 0 0,1 1 0 0 0,1-1 0 0 0,-1 1-1 0 0,1 0 1 0 0,-1 1 0 0 0,1-1 0 0 0,1 1-1 0 0,-1 0 1 0 0,7-4 0 0 0,-11 8-7 0 0,1-1 0 0 0,-1 1 0 0 0,0 0 0 0 0,1 0 1 0 0,-1 0-1 0 0,0 0 0 0 0,0 0 0 0 0,1 0 0 0 0,-1 0 0 0 0,0 0 0 0 0,1 0 0 0 0,-1 1 0 0 0,0-1 1 0 0,0 0-1 0 0,1 1 0 0 0,-1-1 0 0 0,0 1 0 0 0,0-1 0 0 0,0 1 0 0 0,0 0 0 0 0,0 0 0 0 0,0-1 0 0 0,0 1 1 0 0,0 0-1 0 0,0 0 0 0 0,0 0 0 0 0,0 0 0 0 0,0 0 0 0 0,0 0 0 0 0,-1 0 0 0 0,1 0 0 0 0,-1 1 0 0 0,1-1 1 0 0,0 2-1 0 0,19 45 332 0 0,-19-46-395 0 0,6 25 218 0 0,6 49 1 0 0,-11-57-411 0 0,1 0-1 0 0,1-1 1 0 0,0 0 0 0 0,1 0-1 0 0,1 0 1 0 0,13 27 0 0 0</inkml:trace>
</inkml:ink>
</file>

<file path=ppt/ink/ink2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8:18.24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52 137 6449 0 0,'-1'-6'491'0'0,"-14"-64"2628"0"0,13 63-2492 0 0,0 1 1 0 0,0 0 0 0 0,0 0-1 0 0,-1 1 1 0 0,0-1 0 0 0,0 0-1 0 0,-1 1 1 0 0,1 0 0 0 0,-8-3 3497 0 0,11 19-3251 0 0,2 12-890 0 0,38 319 1040 0 0,31 170-198 0 0,2-8-74 0 0,-56-359-640 0 0,-2-78-443 0 0,-9-41-6725 0 0</inkml:trace>
</inkml:ink>
</file>

<file path=ppt/ink/ink2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8:18.84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1031 232 6913 0 0,'-6'-15'626'0'0,"-1"0"0"0"0,0 0 0 0 0,-1 1 0 0 0,0 0 0 0 0,-2 0 0 0 0,1 1 0 0 0,-2 0 0 0 0,1 1-1 0 0,-2 0 1 0 0,0 1 0 0 0,0 0 0 0 0,-1 1 0 0 0,0 0 0 0 0,-1 1 0 0 0,-25-13 0 0 0,25 17-358 0 0,0 1 1 0 0,-1 0-1 0 0,0 1 1 0 0,0 1 0 0 0,1 0-1 0 0,-1 1 1 0 0,0 0 0 0 0,-1 2-1 0 0,1-1 1 0 0,0 2-1 0 0,1 0 1 0 0,-1 1 0 0 0,0 0-1 0 0,-17 7 1 0 0,-7 4 94 0 0,0 2 1 0 0,0 1-1 0 0,-67 42 0 0 0,78-40-356 0 0,1 1 0 0 0,1 1 1 0 0,1 2-1 0 0,1 0 0 0 0,0 2 0 0 0,2 1 0 0 0,1 0 0 0 0,1 2 1 0 0,2 0-1 0 0,0 1 0 0 0,-21 52 0 0 0,22-40-7 0 0,1 1 0 0 0,3 0-1 0 0,2 1 1 0 0,1 1 0 0 0,2 0 0 0 0,3 0 0 0 0,1 0-1 0 0,2 64 1 0 0,4-83-77 0 0,1-1 1 0 0,1 0-1 0 0,1 0 0 0 0,1 0 1 0 0,1 0-1 0 0,1-1 0 0 0,0 0 1 0 0,2-1-1 0 0,1 0 0 0 0,1 0 1 0 0,24 32-1 0 0,-24-38-15 0 0,2 0-1 0 0,-1-1 1 0 0,2 0-1 0 0,0-1 1 0 0,1-1 0 0 0,0 0-1 0 0,1-1 1 0 0,0-1 0 0 0,1-1-1 0 0,0 0 1 0 0,1-2-1 0 0,0 0 1 0 0,0 0 0 0 0,26 4-1 0 0,-1-3-85 0 0,0-3 0 0 0,1-2 0 0 0,0-2-1 0 0,0-1 1 0 0,47-7 0 0 0,-24-2 329 0 0,1-3 1 0 0,106-32 0 0 0,-142 33 132 0 0,-2-1 1 0 0,1-2-1 0 0,-2-1 1 0 0,0-2-1 0 0,0-1 1 0 0,-2-1-1 0 0,0-1 1 0 0,35-32-1 0 0,-47 36-191 0 0,-1-1 0 0 0,-1 0-1 0 0,0-1 1 0 0,-1 0 0 0 0,-1-1 0 0 0,-1-1-1 0 0,0 0 1 0 0,-1 0 0 0 0,-1-1-1 0 0,-1 0 1 0 0,-1-1 0 0 0,-1 0 0 0 0,-1 0-1 0 0,3-25 1 0 0,-5 24-45 0 0,-2 1-1 0 0,0-1 1 0 0,-2 1 0 0 0,0 0 0 0 0,-2-1-1 0 0,0 1 1 0 0,-1 0 0 0 0,-1 0 0 0 0,-1 1-1 0 0,-1 0 1 0 0,-11-24 0 0 0,11 31-46 0 0,0-1-1 0 0,-1 1 1 0 0,-1 0 0 0 0,0 1 0 0 0,-1 0-1 0 0,0 0 1 0 0,-1 1 0 0 0,0 1 0 0 0,0 0-1 0 0,-1 0 1 0 0,-1 1 0 0 0,0 1 0 0 0,0 0 0 0 0,-1 0-1 0 0,1 1 1 0 0,-19-5 0 0 0,-5 0-299 0 0,0 2 0 0 0,-1 1-1 0 0,-45-4 1 0 0,57 11-647 0 0,0 0 1 0 0,0 2-1 0 0,-27 4 0 0 0,13 2-6097 0 0</inkml:trace>
</inkml:ink>
</file>

<file path=ppt/ink/ink2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8:19.54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 53 6913 0 0,'-3'-9'-381'0'0,"-2"-10"2676"0"0,5 18-2021 0 0,0 0 0 0 0,0 0 1 0 0,0 0-1 0 0,0 0 0 0 0,0 0 0 0 0,0 0 0 0 0,0 0 1 0 0,0 0-1 0 0,0 0 0 0 0,0 0 0 0 0,1 0 0 0 0,-1 1 1 0 0,0-1-1 0 0,1 0 0 0 0,-1 0 0 0 0,1 0 1 0 0,-1 0-1 0 0,1 0 0 0 0,-1 1 0 0 0,1-1 0 0 0,0 0 1 0 0,-1 0-1 0 0,1 1 0 0 0,0-1 0 0 0,-1 0 0 0 0,1 1 1 0 0,1-1-1 0 0,-1 1-192 0 0,-1 0 1 0 0,1 0-1 0 0,-1 0 1 0 0,1 0-1 0 0,-1 0 0 0 0,1 0 1 0 0,-1 0-1 0 0,1 0 1 0 0,-1 0-1 0 0,1 1 0 0 0,-1-1 1 0 0,1 0-1 0 0,-1 0 1 0 0,1 0-1 0 0,-1 1 1 0 0,0-1-1 0 0,1 0 0 0 0,-1 1 1 0 0,1-1-1 0 0,-1 0 1 0 0,0 1-1 0 0,1-1 0 0 0,-1 1 1 0 0,0-1-1 0 0,1 0 1 0 0,-1 1-1 0 0,0-1 1 0 0,0 1-1 0 0,0-1 0 0 0,1 1 1 0 0,-1-1-1 0 0,0 1 1 0 0,0-1-1 0 0,0 1 0 0 0,0-1 1 0 0,0 2-1 0 0,7 21 696 0 0,-7-23-774 0 0,12 77 609 0 0,-3 0 0 0 0,-1 119-1 0 0,-4-56-740 0 0,-2-100-614 0 0,8 40 0 0 0,-6-62-908 0 0,0 0 1 0 0,10 23-1 0 0,-8-26-4193 0 0</inkml:trace>
</inkml:ink>
</file>

<file path=ppt/ink/ink2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8:19.92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220 42 6913 0 0,'-1'-1'149'0'0,"0"0"0"0"0,0-1 0 0 0,0 1-1 0 0,0 0 1 0 0,-1 0 0 0 0,1 0-1 0 0,0 0 1 0 0,-1 0 0 0 0,1 0-1 0 0,-1 0 1 0 0,1 0 0 0 0,-1 1 0 0 0,0-1-1 0 0,1 0 1 0 0,-1 1 0 0 0,1-1-1 0 0,-1 1 1 0 0,0 0 0 0 0,0 0-1 0 0,1 0 1 0 0,-1 0 0 0 0,0 0 0 0 0,1 0-1 0 0,-1 0 1 0 0,0 0 0 0 0,1 0-1 0 0,-1 1 1 0 0,0-1 0 0 0,1 1-1 0 0,-1 0 1 0 0,0-1 0 0 0,1 1 0 0 0,-1 0-1 0 0,1 0 1 0 0,-3 1 0 0 0,-5 5 154 0 0,0 0 0 0 0,0 1 1 0 0,1 0-1 0 0,0 0 0 0 0,0 1 1 0 0,1 0-1 0 0,0 0 0 0 0,1 0 1 0 0,-8 16-1 0 0,-41 97-348 0 0,51-113 81 0 0,1-1 13 0 0,-10 23 29 0 0,13-30-72 0 0,-1 0 1 0 0,1 0-1 0 0,0 0 1 0 0,-1 0-1 0 0,1 0 0 0 0,0 0 1 0 0,0 0-1 0 0,0 0 1 0 0,0 0-1 0 0,0 0 1 0 0,0 0-1 0 0,0 0 1 0 0,0 0-1 0 0,0 0 1 0 0,0 0-1 0 0,0 0 0 0 0,1 0 1 0 0,-1 0-1 0 0,0 0 1 0 0,1 0-1 0 0,-1 0 1 0 0,1 0-1 0 0,0 1 1 0 0,0-1 25 0 0,0-1 0 0 0,0 0 0 0 0,0 0 0 0 0,0 0 0 0 0,0 0 0 0 0,-1 0 0 0 0,1 0 0 0 0,0 0 0 0 0,0 0 0 0 0,0-1 0 0 0,0 1 0 0 0,0 0 0 0 0,0-1 0 0 0,0 1 0 0 0,-1 0 0 0 0,1-1 0 0 0,0 1 0 0 0,0-1 0 0 0,0 1 0 0 0,-1-1 0 0 0,1 1 0 0 0,0-1 0 0 0,-1 0 0 0 0,1 1 0 0 0,0-1 0 0 0,0-1 0 0 0,20-22 748 0 0,-19 22-665 0 0,20-29 760 0 0,-1 0 0 0 0,28-61 1 0 0,-28 51 211 0 0,28-41-1 0 0,-48 81-1056 0 0,-1 0-1 0 0,1 0 0 0 0,0 0 1 0 0,-1 0-1 0 0,1 0 0 0 0,0 0 1 0 0,-1 1-1 0 0,1-1 0 0 0,0 0 1 0 0,0 0-1 0 0,0 1 0 0 0,0-1 1 0 0,0 0-1 0 0,0 1 1 0 0,0-1-1 0 0,0 1 0 0 0,0-1 1 0 0,0 1-1 0 0,0 0 0 0 0,0-1 1 0 0,0 1-1 0 0,0 0 0 0 0,1 0 1 0 0,-1 0-1 0 0,0 0 0 0 0,0 0 1 0 0,0 0-1 0 0,0 0 0 0 0,0 0 1 0 0,0 0-1 0 0,0 1 0 0 0,1-1 1 0 0,-1 0-1 0 0,0 1 0 0 0,0-1 1 0 0,0 1-1 0 0,0-1 0 0 0,0 1 1 0 0,0 0-1 0 0,0-1 0 0 0,-1 1 1 0 0,1 0-1 0 0,0-1 0 0 0,0 1 1 0 0,0 0-1 0 0,-1 0 0 0 0,2 1 1 0 0,5 6-22 0 0,-1 1 0 0 0,0 0 0 0 0,-1-1 0 0 0,6 12 0 0 0,-6-10 17 0 0,19 36 126 0 0,2 5-988 0 0,-6-19-5162 0 0,-2-9-1279 0 0</inkml:trace>
</inkml:ink>
</file>

<file path=ppt/ink/ink2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8:20.56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73 5585 0 0,'1'1'206'0'0,"-1"0"1"0"0,0 0-1 0 0,0 0 0 0 0,1 0 0 0 0,-1 0 0 0 0,1-1 1 0 0,-1 1-1 0 0,1 0 0 0 0,-1 0 0 0 0,1-1 1 0 0,-1 1-1 0 0,1 0 0 0 0,0-1 0 0 0,-1 1 0 0 0,1 0 1 0 0,0-1-1 0 0,0 1 0 0 0,-1-1 0 0 0,1 1 0 0 0,0-1 1 0 0,0 0-1 0 0,0 1 0 0 0,0-1 0 0 0,0 0 0 0 0,-1 0 1 0 0,1 1-1 0 0,0-1 0 0 0,0 0 0 0 0,0 0 1 0 0,0 0-1 0 0,0 0 0 0 0,0 0 0 0 0,0 0 0 0 0,1-1 1 0 0,3 2-591 0 0,10 0 840 0 0,-1 0 0 0 0,1-1 0 0 0,-1 0 0 0 0,21-4 0 0 0,0 1-121 0 0,337-28 1759 0 0,-268 21-1538 0 0,368-18 1693 0 0,-360 23-2060 0 0,923-3 1209 0 0,-939 9-1169 0 0,4 0 26 0 0,303-4 1074 0 0,-325 1-1609 0 0,105 10 0 0 0,-173-5-2540 0 0</inkml:trace>
</inkml:ink>
</file>

<file path=ppt/ink/ink2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8:20.94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 50 1840 0 0,'-7'-50'17120'0'0,"7"60"-13417"0"0,6 2-3720 0 0,-4-6 240 0 0,3 22-186 0 0,-1 1 1 0 0,-1 0-1 0 0,-2-1 1 0 0,-1 1-1 0 0,-5 38 1 0 0,1 3 9 0 0,2 26-46 0 0,4 1-1 0 0,4-1 1 0 0,4 0 0 0 0,4 0-1 0 0,39 135 1 0 0,-38-171-542 0 0,10 74 0 0 0,-17-80-3574 0 0,-6-42 2482 0 0</inkml:trace>
</inkml:ink>
</file>

<file path=ppt/ink/ink2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8:21.45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75 11 3225 0 0,'-75'16'15811'0'0,"110"-25"-14828"0"0,56-6 1 0 0,-80 14-968 0 0,1 0 0 0 0,0 1 0 0 0,-1 0 1 0 0,1 1-1 0 0,-1 0 0 0 0,1 1 0 0 0,-1 1 0 0 0,22 6 1 0 0,-31-8-22 0 0,-1-1 1 0 0,0 1 0 0 0,0-1-1 0 0,0 1 1 0 0,0 0 0 0 0,0 0-1 0 0,0-1 1 0 0,0 1 0 0 0,0 0-1 0 0,0 0 1 0 0,0 0 0 0 0,-1 0-1 0 0,1 0 1 0 0,0 0 0 0 0,-1 0-1 0 0,1 0 1 0 0,0 0 0 0 0,-1 0-1 0 0,1 1 1 0 0,-1-1 0 0 0,0 0-1 0 0,1 0 1 0 0,-1 0 0 0 0,0 1-1 0 0,0-1 1 0 0,0 0 0 0 0,0 0-1 0 0,0 1 1 0 0,0-1 0 0 0,0 0-1 0 0,0 0 1 0 0,0 1 0 0 0,-1-1-1 0 0,1 0 1 0 0,0 0 0 0 0,-1 0-1 0 0,1 1 1 0 0,-1-1 0 0 0,0 0-1 0 0,1 0 1 0 0,-1 0 0 0 0,0 0-1 0 0,0 1 1 0 0,-5 8-89 0 0,-1-1 1 0 0,0 0-1 0 0,-14 14 0 0 0,15-16 105 0 0,-32 32-44 0 0,21-23 15 0 0,1 0 1 0 0,0 1-1 0 0,2 1 1 0 0,0 1 0 0 0,-13 22-1 0 0,26-39-18 0 0,0 0 0 0 0,0 0 0 0 0,0 0 0 0 0,0 0 0 0 0,0 0 0 0 0,0 0 0 0 0,1 0 0 0 0,-1 0 0 0 0,1 1 0 0 0,-1-1 0 0 0,1 0 0 0 0,0 0 0 0 0,0 1-1 0 0,0-1 1 0 0,0 0 0 0 0,0 1 0 0 0,1-1 0 0 0,-1 0 0 0 0,1 0 0 0 0,-1 0 0 0 0,1 1 0 0 0,0-1 0 0 0,0 0 0 0 0,0 0 0 0 0,0 0 0 0 0,0 0 0 0 0,0 0 0 0 0,1 0-1 0 0,-1-1 1 0 0,1 1 0 0 0,-1 0 0 0 0,1-1 0 0 0,-1 1 0 0 0,1-1 0 0 0,0 1 0 0 0,0-1 0 0 0,0 0 0 0 0,0 0 0 0 0,0 0 0 0 0,0 0 0 0 0,3 1 0 0 0,10 3-366 0 0,-1 0 1 0 0,2-1-1 0 0,-1-1 1 0 0,29 3-1 0 0,-24-4 245 0 0,-14-1 120 0 0,0 0 0 0 0,0 0 0 0 0,1 1 0 0 0,-1-1 0 0 0,0 1 0 0 0,-1 0 0 0 0,1 1 0 0 0,7 4 0 0 0,-12-7 43 0 0,0 1 0 0 0,0 0 0 0 0,0 0 0 0 0,0 0 0 0 0,0 0-1 0 0,0 0 1 0 0,0 0 0 0 0,0 0 0 0 0,-1 0 0 0 0,1 0 0 0 0,0 1 0 0 0,-1-1 0 0 0,1 0 0 0 0,-1 0-1 0 0,0 0 1 0 0,1 1 0 0 0,-1 1 0 0 0,0 0 24 0 0,0-1 0 0 0,0 0 1 0 0,0 0-1 0 0,-1 1 0 0 0,1-1 0 0 0,-1 0 0 0 0,1 0 0 0 0,-1 1 0 0 0,0-1 0 0 0,0 0 1 0 0,0 0-1 0 0,0 0 0 0 0,-2 2 0 0 0,-12 17 253 0 0,-1-2 0 0 0,-1 0 1 0 0,-27 24-1 0 0,26-27-441 0 0,1 1 0 0 0,1 0 0 0 0,1 1 0 0 0,-16 24 0 0 0,30-41 46 0 0,1-1 0 0 0,-1 1 0 0 0,0 0 0 0 0,1 0 0 0 0,-1 0-1 0 0,1 0 1 0 0,-1 0 0 0 0,1 0 0 0 0,0 0 0 0 0,-1 0 0 0 0,1 0 0 0 0,0 0 0 0 0,0 1 0 0 0,-1-1 0 0 0,1 0-1 0 0,0 0 1 0 0,0 0 0 0 0,0 0 0 0 0,1 0 0 0 0,-1 0 0 0 0,0 0 0 0 0,0 0 0 0 0,0 0 0 0 0,1 1-1 0 0,-1-1 1 0 0,1 0 0 0 0,-1 0 0 0 0,1 0 0 0 0,-1-1 0 0 0,1 1 0 0 0,0 0 0 0 0,-1 0 0 0 0,1 0 0 0 0,0 0-1 0 0,-1 0 1 0 0,1-1 0 0 0,0 1 0 0 0,0 0 0 0 0,0-1 0 0 0,0 1 0 0 0,2 0 0 0 0</inkml:trace>
</inkml:ink>
</file>

<file path=ppt/ink/ink2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8:21.68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 0 3225 0 0,'1'13'1046'0'0,"0"-1"1"0"0,-1 1 0 0 0,-1-1 0 0 0,-3 20 0 0 0,-1 11 1450 0 0,4 19 262 0 0,2 0 1 0 0,15 95 0 0 0,36 123-249 0 0,-31-180-1807 0 0,-4-18-386 0 0,-3-21-109 0 0,-3 0 0 0 0,4 70-1 0 0,-14-122-315 0 0,-1 1-1 0 0,0-1 0 0 0,-1 0 1 0 0,0 1-1 0 0,0-1 0 0 0,-4 10 1 0 0,1-10-609 0 0</inkml:trace>
</inkml:ink>
</file>

<file path=ppt/ink/ink2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8:22.28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40 21 1376 0 0,'-3'1'215'0'0,"0"1"-1"0"0,0-1 0 0 0,0 1 0 0 0,1-1 1 0 0,-1 1-1 0 0,1 0 0 0 0,-1 0 0 0 0,1 0 0 0 0,-1 0 1 0 0,1 0-1 0 0,-3 4 0 0 0,4-5-122 0 0,1 0 0 0 0,-1 0 0 0 0,1 0-1 0 0,-1 0 1 0 0,1 0 0 0 0,-1-1 0 0 0,1 1 0 0 0,0 0-1 0 0,-1 0 1 0 0,1 0 0 0 0,0 0 0 0 0,0 0 0 0 0,0 0-1 0 0,0 0 1 0 0,0 0 0 0 0,0 0 0 0 0,0 0 0 0 0,0 0-1 0 0,0 0 1 0 0,0 0 0 0 0,1 0 0 0 0,-1 0 0 0 0,0 0-1 0 0,1 0 1 0 0,-1 0 0 0 0,1 0 0 0 0,-1 0 0 0 0,1 0-1 0 0,-1 0 1 0 0,1-1 0 0 0,-1 1 0 0 0,1 0 0 0 0,0 0-1 0 0,0-1 1 0 0,-1 1 0 0 0,1 0 0 0 0,0-1 0 0 0,0 1-1 0 0,0-1 1 0 0,1 1 0 0 0,3 2 185 0 0,-1-1 0 0 0,1 0 0 0 0,0-1 0 0 0,1 1 0 0 0,-1-1 0 0 0,0 0 0 0 0,0 0 0 0 0,1 0 1 0 0,-1-1-1 0 0,0 0 0 0 0,0 0 0 0 0,6-1 0 0 0,69-12 1894 0 0,-65 10-1764 0 0,-1 0-118 0 0,320-49 3260 0 0,312 28-2514 0 0,-38 49 405 0 0,-50-7-447 0 0,-391-27-992 0 0,-116 4-27 0 0,0 3 0 0 0,84 5 1 0 0,-119 1-536 0 0,-16-3 533 0 0,0-1 0 0 0,0 0-1 0 0,0 0 1 0 0,1 0 0 0 0,-1 0 0 0 0,0 0-1 0 0,0 1 1 0 0,0-1 0 0 0,0 0 0 0 0,0 0-1 0 0,0 0 1 0 0,0 0 0 0 0,0 1 0 0 0,0-1-1 0 0,0 0 1 0 0,0 0 0 0 0,0 0 0 0 0,0 0-1 0 0,0 1 1 0 0,0-1 0 0 0,0 0 0 0 0,0 0-1 0 0,0 0 1 0 0,0 0 0 0 0,0 1 0 0 0,-1-1-1 0 0,1 0 1 0 0,0 0 0 0 0,0 0-1 0 0,0 0 1 0 0,0 0 0 0 0,0 1 0 0 0,0-1-1 0 0,0 0 1 0 0,-1 0 0 0 0,1 0 0 0 0,0 0-1 0 0,0 0 1 0 0,0 0 0 0 0,0 0 0 0 0,0 0-1 0 0,-1 1 1 0 0,-27 12-5781 0 0,21-10 3179 0 0</inkml:trace>
</inkml:ink>
</file>

<file path=ppt/ink/ink2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8:22.66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39 3225 0 0,'48'-24'3672'0'0,"4"10"11911"0"0,-44 45-15605 0 0,-6-22 425 0 0,14 65-349 0 0,-3 1 1 0 0,-4 0 0 0 0,1 83-1 0 0,-7-79 4 0 0,3 0 0 0 0,28 128 0 0 0,3-71 12 0 0,-6-24 110 0 0,26 167-1 0 0,-56-219-140 0 0,-2-47-326 0 0,1 1 0 0 0,1-1 1 0 0,0 0-1 0 0,3 15 0 0 0</inkml:trace>
</inkml:ink>
</file>

<file path=ppt/ink/ink2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8:24.44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6217 0 3225 0 0,'-1'3'348'0'0,"-1"-1"0"0"0,1 1 1 0 0,0-1-1 0 0,-1 0 0 0 0,0 1 0 0 0,1-1 1 0 0,-1 0-1 0 0,0 0 0 0 0,0 0 1 0 0,0 0-1 0 0,-1 0 0 0 0,1-1 0 0 0,0 1 1 0 0,-1 0-1 0 0,1-1 0 0 0,-4 2 0 0 0,-2 1 576 0 0,-28 19 1884 0 0,23-16-1956 0 0,1 1 0 0 0,-1 0 1 0 0,2 1-1 0 0,-22 20 0 0 0,32-29-831 0 0,1 0 0 0 0,0 0 0 0 0,0 1 0 0 0,-1-1 0 0 0,1 0 0 0 0,0 0 0 0 0,0 1-1 0 0,-1-1 1 0 0,1 0 0 0 0,0 1 0 0 0,0-1 0 0 0,0 0 0 0 0,0 1 0 0 0,0-1 0 0 0,-1 0 0 0 0,1 1-1 0 0,0-1 1 0 0,0 0 0 0 0,0 1 0 0 0,0-1 0 0 0,0 0 0 0 0,0 1 0 0 0,0-1 0 0 0,0 0 0 0 0,0 1-1 0 0,0-1 1 0 0,0 0 0 0 0,0 1 0 0 0,0-1 0 0 0,1 0 0 0 0,-1 1 0 0 0,0-1 0 0 0,0 0 0 0 0,0 1-1 0 0,0-1 1 0 0,1 0 0 0 0,-1 1 0 0 0,0-1 0 0 0,17 6 459 0 0,19-5 100 0 0,-21-2-346 0 0,83 0 361 0 0,-91 1-598 0 0,1 1 0 0 0,-1 0 0 0 0,0 0 0 0 0,1 1 0 0 0,-1 0 0 0 0,0 0 0 0 0,0 1 0 0 0,0 0 0 0 0,0 0 1 0 0,8 5-1 0 0,-14-7-17 0 0,0 0 1 0 0,0-1-1 0 0,0 1 1 0 0,0 0 0 0 0,0 0-1 0 0,0 1 1 0 0,0-1 0 0 0,0 0-1 0 0,0 0 1 0 0,-1 0-1 0 0,1 1 1 0 0,0-1 0 0 0,-1 0-1 0 0,1 1 1 0 0,-1-1-1 0 0,0 0 1 0 0,1 1 0 0 0,-1-1-1 0 0,0 1 1 0 0,0-1 0 0 0,0 2-1 0 0,0 0-33 0 0,0 1 1 0 0,-1-1-1 0 0,0 0 0 0 0,0 0 1 0 0,0 0-1 0 0,0 1 0 0 0,0-1 1 0 0,-3 5-1 0 0,-4 4-120 0 0,0-1 0 0 0,0 1 0 0 0,-13 12-1 0 0,19-23 162 0 0,-22 24-144 0 0,-19 19 274 0 0,40-41-88 0 0,0 0 0 0 0,0 1 0 0 0,1-1 0 0 0,0 1 0 0 0,0 0 0 0 0,0 0 0 0 0,0-1 0 0 0,1 1 0 0 0,-1 0 0 0 0,-1 8 0 0 0,3-11-30 0 0,0 0 1 0 0,0 0-1 0 0,1 0 0 0 0,-1 0 1 0 0,0 0-1 0 0,0 0 0 0 0,0 0 0 0 0,1 0 1 0 0,-1 0-1 0 0,1-1 0 0 0,-1 1 1 0 0,0 0-1 0 0,1 0 0 0 0,0 0 1 0 0,-1 0-1 0 0,1-1 0 0 0,-1 1 1 0 0,1 0-1 0 0,0 0 0 0 0,0-1 1 0 0,-1 1-1 0 0,1-1 0 0 0,0 1 0 0 0,0 0 1 0 0,0-1-1 0 0,0 0 0 0 0,0 1 1 0 0,-1-1-1 0 0,1 0 0 0 0,0 1 1 0 0,0-1-1 0 0,0 0 0 0 0,0 0 1 0 0,0 0-1 0 0,0 0 0 0 0,0 0 1 0 0,2 0-1 0 0,46-2 7 0 0,-38 1 9 0 0,-6 1-211 0 0,0-1 0 0 0,0 1 0 0 0,1 0 1 0 0,-1 0-1 0 0,0 1 0 0 0,0 0 1 0 0,6 1-1 0 0,-11-2 150 0 0,1 0 1 0 0,0 1-1 0 0,-1-1 1 0 0,1 0 0 0 0,-1 0-1 0 0,1 1 1 0 0,-1-1-1 0 0,1 0 1 0 0,-1 1-1 0 0,0-1 1 0 0,1 1-1 0 0,-1-1 1 0 0,1 1-1 0 0,-1-1 1 0 0,0 1-1 0 0,1-1 1 0 0,-1 1-1 0 0,0-1 1 0 0,0 1-1 0 0,1-1 1 0 0,-1 1 0 0 0,0-1-1 0 0,0 1 1 0 0,0 0-1 0 0,0 0 1 0 0,0 1 28 0 0,0 0 1 0 0,0 0 0 0 0,-1 0 0 0 0,1-1 0 0 0,-1 1 0 0 0,0 0-1 0 0,1 0 1 0 0,-1 0 0 0 0,0-1 0 0 0,0 1 0 0 0,0 0 0 0 0,-1 1-1 0 0,-1 1 154 0 0,1-3-182 0 0,1 1 1 0 0,1-1-1 0 0,-1 0 1 0 0,0 0-1 0 0,0 1 0 0 0,0-1 1 0 0,1 1-1 0 0,-1-1 1 0 0,1 0-1 0 0,-1 1 1 0 0,1-1-1 0 0,-1 3 0 0 0,2-3-46 0 0,-1 0-1 0 0,1-1 0 0 0,-1 1 0 0 0,1 0 1 0 0,0 0-1 0 0,-1-1 0 0 0,1 1 0 0 0,0 0 1 0 0,0-1-1 0 0,-1 1 0 0 0,1-1 0 0 0,0 1 0 0 0,0-1 1 0 0,0 1-1 0 0,0-1 0 0 0,0 0 0 0 0,0 1 1 0 0,0-1-1 0 0,0 0 0 0 0,0 0 0 0 0,1 1 0 0 0,0-1 85 0 0,-1 1-1 0 0,0-1 0 0 0,0 1 0 0 0,0 0 1 0 0,0-1-1 0 0,0 1 0 0 0,0 0 0 0 0,0 0 1 0 0,0 0-1 0 0,0 0 0 0 0,0 0 0 0 0,0 0 1 0 0,-1 0-1 0 0,1 0 0 0 0,0 0 0 0 0,-1 0 1 0 0,1 0-1 0 0,-1 0 0 0 0,1 1 0 0 0,-1-1 0 0 0,1 0 1 0 0,-1 0-1 0 0,0 1 0 0 0,0-1 0 0 0,0 0 1 0 0,1 3-1 0 0,-4 42 2628 0 0,1-17-481 0 0,7 9-317 0 0,16 64 0 0 0,0-6-1023 0 0,25 258-43 0 0,-26-177-420 0 0,-6-20 179 0 0,-11-93-517 0 0,3-1 1 0 0,20 85-1 0 0,-18-112 22 0 0,3 47 0 0 0,-7-49 20 0 0,13 59-1 0 0,-16-91-8 0 0,-1-1 0 0 0,1 0 0 0 0,-1 0 0 0 0,1 1-1 0 0,-1-1 1 0 0,1 0 0 0 0,-1 1 0 0 0,0-1 0 0 0,0 1 0 0 0,0-1-1 0 0,0 0 1 0 0,0 1 0 0 0,0-1 0 0 0,0 0 0 0 0,0 1 0 0 0,-1 1 0 0 0,-1-2 2 0 0,1-1 1 0 0,-1 1 0 0 0,0-1 0 0 0,1 1 0 0 0,-1-1 0 0 0,0 0-1 0 0,1 0 1 0 0,-1 0 0 0 0,0 0 0 0 0,1 0 0 0 0,-1-1 0 0 0,0 1-1 0 0,1 0 1 0 0,-1-1 0 0 0,-2 0 0 0 0,-45-7-30 0 0,-1 1 0 0 0,-69 2 0 0 0,-99 12 1 0 0,9 1-6 0 0,-186 11 153 0 0,154-4-203 0 0,29 2-381 0 0,-94 1-97 0 0,236-19 510 0 0,-488-28-524 0 0,180 14 436 0 0,222 15-124 0 0,-168 11 395 0 0,91 0-399 0 0,-323 27 247 0 0,488-32-153 0 0,-380 46-21 0 0,440-51 130 0 0,-158 27-35 0 0,85-12-26 0 0,-88 4 1 0 0,-214 23 19 0 0,158-13 562 0 0,41-24-207 0 0,78-5-248 0 0,14 4 27 0 0,-150 29 1 0 0,149-7 7 0 0,75-20-75 0 0,-2-1 0 0 0,1-1 0 0 0,0 0 0 0 0,-1-1 0 0 0,-30 1 0 0 0,35-9-512 0 0</inkml:trace>
</inkml:ink>
</file>

<file path=ppt/ink/ink2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8:24.92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 7 7370 0 0,'-9'-6'8101'0'0,"9"18"-4083"0"0,1-2-5151 0 0,3 18 2228 0 0,2-1 0 0 0,12 33-1 0 0,-9-27-935 0 0,7 34-1 0 0,114 663 610 0 0,-129-724-768 0 0,1-3 0 0 0,-1 1 0 0 0,0 0 0 0 0,-1 0 0 0 0,1 0 0 0 0,-1 0 0 0 0,1 0 0 0 0,-1-1 0 0 0,0 1 0 0 0,-1 0 0 0 0,1 0 0 0 0,-1 0 0 0 0,-1 5 0 0 0,2-9-90 0 0,-1 1 1 0 0,0-1-1 0 0,1 0 0 0 0,-1 0 1 0 0,0 1-1 0 0,0-1 1 0 0,1 0-1 0 0,-1 0 0 0 0,0 0 1 0 0,1 0-1 0 0,-1 0 1 0 0,0 0-1 0 0,0 0 0 0 0,1 0 1 0 0,-1-1-1 0 0,0 1 1 0 0,1 0-1 0 0,-1 0 0 0 0,0-1 1 0 0,1 1-1 0 0,-1 0 0 0 0,0-1 1 0 0,1 1-1 0 0,-1 0 1 0 0,0-2-1 0 0,-5-3-765 0 0</inkml:trace>
</inkml:ink>
</file>

<file path=ppt/ink/ink2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8:25.57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33 36 10594 0 0,'-33'-35'9434'0'0,"42"62"-6506"0"0,10 22-2726 0 0,-2 1 1 0 0,10 56 0 0 0,13 108-38 0 0,19 82-985 0 0,-55-280 304 0 0,-3-11-216 0 0,0 1-1 0 0,0-1 1 0 0,1 0-1 0 0,-1-1 1 0 0,5 8 0 0 0</inkml:trace>
</inkml:ink>
</file>

<file path=ppt/ink/ink2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8:25.95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32 176 1376 0 0,'-15'-35'817'0'0,"11"27"-4"0"0,2 1 0 0 0,-1-1 0 0 0,1 0 1 0 0,0 1-1 0 0,1-1 0 0 0,0 0 0 0 0,0 0 0 0 0,1 0 1 0 0,0-12-1 0 0,1 17-600 0 0,0 1-1 0 0,0-1 1 0 0,0 1 0 0 0,1-1-1 0 0,-1 1 1 0 0,1 0 0 0 0,-1 0-1 0 0,1 0 1 0 0,0 0 0 0 0,0 0-1 0 0,0 0 1 0 0,0 0 0 0 0,0 1-1 0 0,0-1 1 0 0,0 1 0 0 0,1-1-1 0 0,-1 1 1 0 0,0 0 0 0 0,1 0-1 0 0,-1 0 1 0 0,6-1 0 0 0,-2 0 56 0 0,1 0 1 0 0,-1 0 0 0 0,1 1-1 0 0,0 0 1 0 0,-1 0 0 0 0,1 1-1 0 0,12 0 1 0 0,-12 2-194 0 0,0 0-1 0 0,0 0 1 0 0,0 0-1 0 0,0 1 1 0 0,0 0 0 0 0,-1 0-1 0 0,1 1 1 0 0,-1 0-1 0 0,0 0 1 0 0,0 1-1 0 0,0-1 1 0 0,0 1 0 0 0,-1 1-1 0 0,0-1 1 0 0,8 12-1 0 0,-9-12-80 0 0,-1-1-1 0 0,0 1 1 0 0,0 0-1 0 0,-1 0 1 0 0,1 0-1 0 0,-1 0 1 0 0,0 0-1 0 0,-1 1 1 0 0,1-1-1 0 0,-1 1 1 0 0,0-1-1 0 0,0 1 1 0 0,-1-1-1 0 0,0 1 1 0 0,0-1-1 0 0,0 1 1 0 0,0 0-1 0 0,-1-1 1 0 0,0 1-1 0 0,0-1 1 0 0,-3 8-1 0 0,-7 8 86 0 0,0-1-1 0 0,-2-1 0 0 0,0 0 0 0 0,-1 0 1 0 0,-26 26-1 0 0,17-20 1284 0 0,-32 47 0 0 0,54-71-1351 0 0,0 0-1 0 0,0 0 1 0 0,1 0-1 0 0,-1 0 1 0 0,0 0-1 0 0,1 0 1 0 0,-1 0-1 0 0,1 0 1 0 0,-1 0-1 0 0,1 0 1 0 0,0 0-1 0 0,0 1 1 0 0,-1-1-1 0 0,1 0 1 0 0,0 0-1 0 0,0 0 1 0 0,0 1-1 0 0,0-1 1 0 0,0 0-1 0 0,0 0 1 0 0,0 0-1 0 0,1 0 1 0 0,-1 2-1 0 0,1-2 12 0 0,0 0-1 0 0,0 0 0 0 0,0-1 0 0 0,0 1 0 0 0,0 0 1 0 0,0-1-1 0 0,0 1 0 0 0,0-1 0 0 0,0 1 0 0 0,0-1 0 0 0,0 0 1 0 0,0 1-1 0 0,0-1 0 0 0,0 0 0 0 0,1 0 0 0 0,-1 0 1 0 0,0 0-1 0 0,0 0 0 0 0,2 0 0 0 0,7-1 127 0 0,0 0-1 0 0,1-1 0 0 0,17-6 1 0 0,-4 1-1377 0 0,0 1-1 0 0,0 0 1 0 0,1 2 0 0 0,44-2 0 0 0,-43 6-4986 0 0</inkml:trace>
</inkml:ink>
</file>

<file path=ppt/ink/ink2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8:26.1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 0 5529 0 0,'-2'3'419'0'0,"0"-1"-1"0"0,1 1 1 0 0,0 0-1 0 0,-1 0 1 0 0,1 0 0 0 0,0 0-1 0 0,0 0 1 0 0,1 0-1 0 0,-1 0 1 0 0,1 0-1 0 0,-1 4 1 0 0,0 37 3753 0 0,4-21-2833 0 0,1 0-1 0 0,1-1 0 0 0,1 1 0 0 0,1-1 1 0 0,20 42-1 0 0,2 9-520 0 0,-25-60-708 0 0,3 6-286 0 0,-1 1 1 0 0,0 0-1 0 0,2 21 1 0 0,-7-28-528 0 0</inkml:trace>
</inkml:ink>
</file>

<file path=ppt/ink/ink2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8:27.10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1 8290 0 0,'-5'2'9483'0'0,"5"-3"-9339"0"0,2 21 2612 0 0,9 27-2821 0 0,-10-44 672 0 0,81 328 582 0 0,-39-108-3625 0 0,-31-174-996 0 0,-9-41 1827 0 0</inkml:trace>
</inkml:ink>
</file>

<file path=ppt/ink/ink2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8:27.62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2 236 3225 0 0,'-1'-6'415'0'0,"1"0"0"0"0,-1-1 0 0 0,1 1 0 0 0,0 0 0 0 0,1 0 1 0 0,-1-1-1 0 0,1 1 0 0 0,0 0 0 0 0,1 0 0 0 0,2-8 0 0 0,1 0 650 0 0,0 0 1 0 0,1 1-1 0 0,10-19 0 0 0,-10 25-703 0 0,-1-1 0 0 0,1 1 0 0 0,1 1 0 0 0,-1-1 0 0 0,1 1 0 0 0,0 0-1 0 0,0 0 1 0 0,1 1 0 0 0,0 0 0 0 0,0 1 0 0 0,11-6 0 0 0,-16 9-254 0 0,0-1 0 0 0,0 1 0 0 0,0 0 0 0 0,1 0 0 0 0,-1 0 0 0 0,0 0 0 0 0,0 1 0 0 0,1-1-1 0 0,-1 1 1 0 0,0 0 0 0 0,1 0 0 0 0,-1 0 0 0 0,0 0 0 0 0,0 0 0 0 0,1 1 0 0 0,-1 0 0 0 0,0-1 0 0 0,0 1 0 0 0,0 1 0 0 0,1-1-1 0 0,-1 0 1 0 0,0 1 0 0 0,-1-1 0 0 0,1 1 0 0 0,0 0 0 0 0,0 0 0 0 0,-1 0 0 0 0,1 0 0 0 0,-1 1 0 0 0,0-1 0 0 0,0 1 0 0 0,0-1-1 0 0,0 1 1 0 0,3 4 0 0 0,-5-6-113 0 0,1 1 0 0 0,-1-1-1 0 0,1 1 1 0 0,-1-1 0 0 0,1 1 0 0 0,-1-1-1 0 0,0 1 1 0 0,0-1 0 0 0,0 1 0 0 0,0-1-1 0 0,0 1 1 0 0,0-1 0 0 0,0 1-1 0 0,0-1 1 0 0,0 1 0 0 0,-1-1 0 0 0,1 1-1 0 0,-1-1 1 0 0,1 0 0 0 0,-1 1 0 0 0,-1 1-1 0 0,-17 21 2550 0 0,19-24-2499 0 0,3 5-51 0 0,-1 0 0 0 0,1 0 0 0 0,-1 1 0 0 0,0-1 0 0 0,-1 1 0 0 0,1 0 0 0 0,-1-1 0 0 0,0 1 0 0 0,-1 0 0 0 0,1 0 0 0 0,-1 0 0 0 0,0 0 0 0 0,-1 0 0 0 0,1-1 0 0 0,-1 1 0 0 0,-1 0 0 0 0,1 0 0 0 0,-4 10 0 0 0,0-2-19 0 0,0 0-1 0 0,-1 0 1 0 0,0-1-1 0 0,-1 0 1 0 0,0 0-1 0 0,-17 21 1 0 0,8-17 134 0 0,12-14-88 0 0,0 0-1 0 0,1 1 0 0 0,-1-1 0 0 0,1 1 0 0 0,-1 0 1 0 0,1 0-1 0 0,1 0 0 0 0,-1 0 0 0 0,0 1 0 0 0,1-1 0 0 0,0 1 1 0 0,-2 6-1 0 0,4-10-19 0 0,0 0 1 0 0,1 0-1 0 0,-1-1 1 0 0,0 1-1 0 0,1 0 1 0 0,-1 0-1 0 0,1-1 1 0 0,-1 1-1 0 0,1 0 1 0 0,-1-1 0 0 0,1 1-1 0 0,0 0 1 0 0,-1-1-1 0 0,1 1 1 0 0,0-1-1 0 0,-1 1 1 0 0,1-1-1 0 0,0 1 1 0 0,0-1-1 0 0,-1 0 1 0 0,1 1-1 0 0,0-1 1 0 0,0 0-1 0 0,0 0 1 0 0,0 0-1 0 0,0 1 1 0 0,-1-1-1 0 0,1 0 1 0 0,2 0-1 0 0,31 1 141 0 0,-29-1-105 0 0,41-3 293 0 0,1-1 0 0 0,62-15 0 0 0,28-3-2127 0 0,-116 21-3633 0 0,-1 2-1760 0 0</inkml:trace>
</inkml:ink>
</file>

<file path=ppt/ink/ink2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8:27.97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 71 7370 0 0,'0'0'268'0'0,"-1"-1"0"0"0,0 0 1 0 0,0 0-1 0 0,1 0 1 0 0,-1 0-1 0 0,1 0 1 0 0,-1 0-1 0 0,1 0 0 0 0,-1 0 1 0 0,1 0-1 0 0,0 0 1 0 0,-1 0-1 0 0,1 0 1 0 0,0 0-1 0 0,0 0 1 0 0,0 0-1 0 0,0 0 0 0 0,0-1 1 0 0,0 1-1 0 0,0 0 1 0 0,0 0-1 0 0,0 0 1 0 0,1 0-1 0 0,-1 0 0 0 0,0 0 1 0 0,1 0-1 0 0,-1 0 1 0 0,0 0-1 0 0,1 0 1 0 0,0 0-1 0 0,-1 0 1 0 0,1 0-1 0 0,0 0 0 0 0,1-1 1 0 0,0-1 78 0 0,0 1 0 0 0,0-1 0 0 0,1 1 0 0 0,0 0 0 0 0,-1 0 0 0 0,1 0 0 0 0,0 0 0 0 0,0 0 0 0 0,5-1 0 0 0,-2 0-280 0 0,1 1-1 0 0,-1 0 1 0 0,1 1 0 0 0,0 0-1 0 0,0 0 1 0 0,0 0 0 0 0,-1 1 0 0 0,1 0-1 0 0,0 0 1 0 0,0 1 0 0 0,0 0-1 0 0,-1 0 1 0 0,1 0 0 0 0,0 1 0 0 0,-1 0-1 0 0,9 4 1 0 0,-10-4-29 0 0,-1 1 1 0 0,0 0-1 0 0,1 0 0 0 0,-1 0 1 0 0,0 1-1 0 0,0 0 0 0 0,-1-1 1 0 0,1 1-1 0 0,-1 0 0 0 0,0 1 1 0 0,0-1-1 0 0,0 1 1 0 0,0-1-1 0 0,-1 1 0 0 0,0 0 1 0 0,0 0-1 0 0,0 0 0 0 0,-1 0 1 0 0,1 0-1 0 0,-1 0 0 0 0,0 8 1 0 0,0 7 4 0 0,0 0 0 0 0,-6 39 1 0 0,3-45-7 0 0,0 1 1 0 0,1-1-1 0 0,1 1 1 0 0,0-1-1 0 0,1 1 0 0 0,6 27 1 0 0,-7-40-4 0 0,1 1 1 0 0,0-1-1 0 0,-1 1 0 0 0,1-1 1 0 0,0 0-1 0 0,0 1 0 0 0,1-1 1 0 0,-1 0-1 0 0,0 0 0 0 0,1 0 1 0 0,-1 1-1 0 0,1-2 1 0 0,0 1-1 0 0,0 0 0 0 0,0 0 1 0 0,0 0-1 0 0,0-1 0 0 0,0 1 1 0 0,0-1-1 0 0,0 0 0 0 0,0 0 1 0 0,1 0-1 0 0,-1 0 1 0 0,1 0-1 0 0,-1 0 0 0 0,1 0 1 0 0,-1-1-1 0 0,1 1 0 0 0,-1-1 1 0 0,1 0-1 0 0,-1 0 0 0 0,1 0 1 0 0,-1 0-1 0 0,1 0 1 0 0,0-1-1 0 0,-1 1 0 0 0,1-1 1 0 0,-1 1-1 0 0,1-1 0 0 0,2-1 1 0 0,6-3-169 0 0,0 1 0 0 0,0-1 0 0 0,0-1 0 0 0,10-7 1 0 0,16-12-3745 0 0,-26 18 1433 0 0,15-12-4871 0 0</inkml:trace>
</inkml:ink>
</file>

<file path=ppt/ink/ink2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8:51.13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12 132 4737 0 0,'-1'-1'-15'0'0,"0"0"0"0"0,1 0 1 0 0,-1 0-1 0 0,0 0 0 0 0,0 0 0 0 0,1 0 1 0 0,-1 0-1 0 0,1 0 0 0 0,-1 0 0 0 0,1 0 1 0 0,-1-1-1 0 0,1 1 0 0 0,0 0 0 0 0,-1 0 1 0 0,1 0-1 0 0,0-1 0 0 0,0 1 0 0 0,0-2 1 0 0,-2-25 255 0 0,7-53 18060 0 0,4 112-18434 0 0,-1 60 48 0 0,-6-61 89 0 0,8 53 0 0 0,10 51 120 0 0,-15-90-110 0 0,20 83 0 0 0,90 380 277 0 0,-107-458-202 0 0,-2 1 1 0 0,0 62 0 0 0,-6-112-138 0 0,0 1 0 0 0,0 0 0 0 0,0 0 0 0 0,-1 0 0 0 0,1 0 0 0 0,0 0 0 0 0,0-1 1 0 0,-1 1-1 0 0,1 0 0 0 0,-1 0 0 0 0,1 0 0 0 0,-1-1 0 0 0,1 1 0 0 0,-1 0 0 0 0,1-1 0 0 0,-1 1 0 0 0,1 0 0 0 0,-1-1 0 0 0,0 1 0 0 0,1-1 0 0 0,-1 1 0 0 0,0-1 1 0 0,0 1-1 0 0,0-1 0 0 0</inkml:trace>
</inkml:ink>
</file>

<file path=ppt/ink/ink2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8:51.54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9 184 920 0 0,'-9'-48'18158'0'0,"11"47"-17825"0"0,-1 0-183 0 0,0 1-1 0 0,0 0 1 0 0,1 0 0 0 0,-1-1 0 0 0,0 1 0 0 0,0 0-1 0 0,1 1 1 0 0,-1-1 0 0 0,0 0 0 0 0,0 0-1 0 0,1 0 1 0 0,-1 1 0 0 0,0-1 0 0 0,0 0 0 0 0,0 1-1 0 0,0-1 1 0 0,0 1 0 0 0,1 0 0 0 0,-1-1 0 0 0,0 1-1 0 0,0 0 1 0 0,1 1 0 0 0,24 23-273 0 0,-20-19 368 0 0,10 8-257 0 0,1 0 0 0 0,0 0 0 0 0,38 20 0 0 0,61 25 19 0 0,-114-58-8 0 0,4 2-3 0 0,1 0 1 0 0,-1 0-1 0 0,1-1 1 0 0,-1 0 0 0 0,1-1-1 0 0,0 1 1 0 0,0-1 0 0 0,12 0-1 0 0,-15-1 21 0 0,-1 0-1 0 0,0-1 0 0 0,1 1 1 0 0,-1-1-1 0 0,0 0 0 0 0,0 0 1 0 0,0 0-1 0 0,0 0 0 0 0,0-1 1 0 0,0 1-1 0 0,0-1 1 0 0,0 0-1 0 0,0 0 0 0 0,-1 0 1 0 0,1 0-1 0 0,-1 0 0 0 0,0 0 1 0 0,1-1-1 0 0,-1 1 1 0 0,2-5-1 0 0,14-24-56 0 0,-2 0 1 0 0,-1-1-1 0 0,-2 0 0 0 0,-1-2 1 0 0,11-51-1 0 0,-16 60-433 0 0,-2 4-2385 0 0</inkml:trace>
</inkml:ink>
</file>

<file path=ppt/ink/ink2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8:52.19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 23 5065 0 0,'-10'-22'14071'0'0,"15"30"-12443"0"0,-5-7-1306 0 0,2 3-162 0 0,14 33 75 0 0,-2 0 0 0 0,16 72 1 0 0,7 87 23 0 0,-25-119-189 0 0,-5-37-359 0 0,-1-1 1 0 0,-3 2 0 0 0,-1-1 0 0 0,-1 0-1 0 0,-7 41 1 0 0,2-64-2723 0 0</inkml:trace>
</inkml:ink>
</file>

<file path=ppt/ink/ink2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8:52.42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41 6913 0 0,'-3'8'8298'0'0,"8"-9"-7127"0"0,81-21 2821 0 0,-7 1-5947 0 0,-61 17 1068 0 0</inkml:trace>
</inkml:ink>
</file>

<file path=ppt/ink/ink2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8:52.72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23 114 5065 0 0,'-23'-12'6186'0'0,"23"11"-6013"0"0,11-14 5155 0 0,1 5-5350 0 0,2 1 412 0 0,1 0 0 0 0,0 1 0 0 0,0 1 0 0 0,0 0 0 0 0,20-5 0 0 0,-13 6-860 0 0,1 0 1 0 0,1 2-1 0 0,25-2 1 0 0,-20 4-928 0 0</inkml:trace>
</inkml:ink>
</file>

<file path=ppt/ink/ink2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8:52.99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5529 0 0,'2'53'11927'0'0,"9"25"-7886"0"0,-1 6-3189 0 0,-6-36-1168 0 0,7 67 1154 0 0,2-39-7423 0 0,-9-55-411 0 0</inkml:trace>
</inkml:ink>
</file>

<file path=ppt/ink/ink2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8:54.16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18 55 3225 0 0,'-4'-17'1820'0'0,"4"14"-1143"0"0,-1 0 1 0 0,1 0 0 0 0,-1 0-1 0 0,0 0 1 0 0,0 0-1 0 0,0 0 1 0 0,0 0 0 0 0,0 0-1 0 0,0 0 1 0 0,-1 1 0 0 0,-2-4-1 0 0,32 43 6735 0 0,-12 3-5555 0 0,-12-22-1869 0 0,-1 0 0 0 0,0 0 0 0 0,-1 23 0 0 0,13 122 141 0 0,0 53 10 0 0,-19-89-119 0 0,0-41 20 0 0,3 0 0 0 0,13 94 0 0 0,-2-108-44 0 0,35 325 461 0 0,-45-365-381 0 0,0-30-123 0 0,0-1 0 0 0,0 1 0 0 0,0-1 1 0 0,0 1-1 0 0,0 0 0 0 0,0-1 0 0 0,-1 1 0 0 0,1-1 0 0 0,-1 1 0 0 0,1 0 0 0 0,-1-1 0 0 0,0 1 0 0 0,1-1 1 0 0,-1 0-1 0 0,0 1 0 0 0,-1 1 0 0 0</inkml:trace>
</inkml:ink>
</file>

<file path=ppt/ink/ink2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8:54.66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82 190 7370 0 0,'-28'-39'2247'0'0,"16"24"296"0"0,1 0 1 0 0,-12-22 0 0 0,18 18-760 0 0,4 18-1659 0 0,1 1 0 0 0,0-1 0 0 0,0 0 1 0 0,-1 1-1 0 0,1-1 0 0 0,0 1 0 0 0,0-1 0 0 0,0 1 1 0 0,0-1-1 0 0,0 0 0 0 0,0 1 0 0 0,0-1 1 0 0,0 0-1 0 0,0 1 0 0 0,0-1 0 0 0,0 1 0 0 0,0-1 1 0 0,0 0-1 0 0,0 1 0 0 0,1-1 0 0 0,-1 1 1 0 0,0-1-1 0 0,0 1 0 0 0,1-1 0 0 0,0 0 0 0 0,7 8 404 0 0,27 50-526 0 0,3-3 0 0 0,2-1 1 0 0,65 67-1 0 0,-99-115 67 0 0,-1 0 0 0 0,1-1-1 0 0,0 1 1 0 0,0-1 0 0 0,0-1 0 0 0,0 1 0 0 0,1-1 0 0 0,0 0 0 0 0,8 2-1 0 0,-13-4-43 0 0,0-1 0 0 0,1 1 0 0 0,-1-1-1 0 0,0 0 1 0 0,1 1 0 0 0,-1-1 0 0 0,1 0-1 0 0,-1 0 1 0 0,1-1 0 0 0,-1 1 0 0 0,0 0-1 0 0,1-1 1 0 0,-1 0 0 0 0,0 1 0 0 0,1-1-1 0 0,-1 0 1 0 0,0 0 0 0 0,0 0 0 0 0,0-1-1 0 0,1 1 1 0 0,-1 0 0 0 0,-1-1 0 0 0,1 0-1 0 0,0 1 1 0 0,0-1 0 0 0,-1 0 0 0 0,1 0-1 0 0,-1 0 1 0 0,3-3 0 0 0,10-23 184 0 0,-1 0 0 0 0,-2 0 0 0 0,15-54 0 0 0,-18 52-1039 0 0,2 0 0 0 0,1 1 0 0 0,24-48 1 0 0,-21 54-7066 0 0</inkml:trace>
</inkml:ink>
</file>

<file path=ppt/ink/ink2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8:55.55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 59 7370 0 0,'-5'-23'-536'0'0,"1"-12"13651"0"0,18 61-11590 0 0,5 21-1174 0 0,-1 2 1 0 0,11 55-1 0 0,13 105-212 0 0,13 48-297 0 0,-41-192-1010 0 0,-12-50 167 0 0</inkml:trace>
</inkml:ink>
</file>

<file path=ppt/ink/ink2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8:55.82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64 119 1840 0 0,'-3'-4'211'0'0,"0"1"-1"0"0,-1-1 1 0 0,1 1-1 0 0,-1 0 1 0 0,0 0-1 0 0,1 0 1 0 0,-6-2-1 0 0,-20-19 5095 0 0,29 24-5212 0 0,0-1 1 0 0,-1 1 0 0 0,1 0 0 0 0,0-1 0 0 0,0 1 0 0 0,0-1 0 0 0,0 1 0 0 0,0-1 0 0 0,0 1 0 0 0,0-1-1 0 0,0 1 1 0 0,0-1 0 0 0,0 1 0 0 0,0-1 0 0 0,0 1 0 0 0,0-1 0 0 0,0 1 0 0 0,0-1 0 0 0,1 1 0 0 0,-1-1-1 0 0,0 1 1 0 0,0-1 0 0 0,0 1 0 0 0,1 0 0 0 0,-1-1 0 0 0,0 1 0 0 0,1-1 0 0 0,-1 1 0 0 0,0 0 0 0 0,1-1-1 0 0,-1 1 1 0 0,1 0 0 0 0,-1 0 0 0 0,0-1 0 0 0,1 1 0 0 0,-1 0 0 0 0,1 0 0 0 0,-1-1 0 0 0,1 1 0 0 0,0 0-1 0 0,24-11 1310 0 0,-21 10-965 0 0,20-8 902 0 0,0 1 1 0 0,50-9-1 0 0,-65 16-1416 0 0,-1-1 1 0 0,1 1-1 0 0,0 1 1 0 0,-1 0-1 0 0,1 0 1 0 0,0 1-1 0 0,0 0 1 0 0,-1 0-1 0 0,1 1 1 0 0,-1 0-1 0 0,0 1 1 0 0,12 4-1 0 0,-8 2-768 0 0,-2 0-11 0 0</inkml:trace>
</inkml:ink>
</file>

<file path=ppt/ink/ink2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8:56.05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60 9218 0 0,'1'1'132'0'0,"-1"0"0"0"0,1-1 0 0 0,0 1 0 0 0,-1 0 0 0 0,1-1 0 0 0,0 1 0 0 0,0-1 0 0 0,-1 0 0 0 0,1 1 0 0 0,0-1 0 0 0,0 1 0 0 0,0-1 0 0 0,-1 0 0 0 0,1 0 0 0 0,0 1 0 0 0,0-1 0 0 0,0 0 0 0 0,0 0 0 0 0,0 0 0 0 0,-1 0 0 0 0,1 0 0 0 0,0 0 0 0 0,0 0 0 0 0,0 0 0 0 0,0-1 0 0 0,1 1 0 0 0,27-4 2359 0 0,-15 1-1767 0 0,0-2 0 0 0,0 1 0 0 0,17-10 1 0 0,5-1-2600 0 0,1 4-3484 0 0,-23 7 3449 0 0,-2-2 1150 0 0</inkml:trace>
</inkml:ink>
</file>

<file path=ppt/ink/ink2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8:56.51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97 3225 0 0,'0'-2'292'0'0,"-1"-1"0"0"0,1 0 0 0 0,0 0 0 0 0,0 0 0 0 0,0 0 0 0 0,0 0 1 0 0,1 0-1 0 0,-1 0 0 0 0,1 0 0 0 0,0 0 0 0 0,0 0 0 0 0,0 0 0 0 0,0 1 0 0 0,0-1 0 0 0,0 0 1 0 0,1 1-1 0 0,-1-1 0 0 0,1 1 0 0 0,0 0 0 0 0,0-1 0 0 0,0 1 0 0 0,0 0 0 0 0,0 0 0 0 0,1 0 1 0 0,-1 0-1 0 0,4-2 0 0 0,-1 1 201 0 0,0 0 0 0 0,0 0 1 0 0,0 1-1 0 0,0-1 0 0 0,0 1 0 0 0,1 0 0 0 0,-1 1 1 0 0,1-1-1 0 0,0 1 0 0 0,-1 0 0 0 0,1 0 1 0 0,11 1-1 0 0,-15 0-367 0 0,1 0 1 0 0,-1 1-1 0 0,0-1 0 0 0,1 1 1 0 0,-1 0-1 0 0,0 0 0 0 0,0 0 1 0 0,1 0-1 0 0,-1 0 1 0 0,0 0-1 0 0,0 0 0 0 0,0 1 1 0 0,-1-1-1 0 0,1 1 1 0 0,0-1-1 0 0,0 1 0 0 0,-1 0 1 0 0,3 2-1 0 0,-1 1-45 0 0,0 0 1 0 0,-1 0-1 0 0,1 0 0 0 0,-1 0 0 0 0,0 1 0 0 0,0-1 0 0 0,1 9 1 0 0,0 6-144 0 0,-1 0 0 0 0,-1 1 0 0 0,-1 26 0 0 0,-8 109 1545 0 0,8-156-1451 0 0,0 1-1 0 0,0-1 1 0 0,0 0-1 0 0,0 0 1 0 0,0 1 0 0 0,0-1-1 0 0,0 0 1 0 0,0 1-1 0 0,0-1 1 0 0,0 0 0 0 0,0 1-1 0 0,0-1 1 0 0,1 0 0 0 0,-1 0-1 0 0,0 1 1 0 0,0-1-1 0 0,0 0 1 0 0,1 0 0 0 0,-1 0-1 0 0,0 1 1 0 0,0-1-1 0 0,1 0 1 0 0,-1 0 0 0 0,0 0-1 0 0,0 0 1 0 0,1 1-1 0 0,-1-1 1 0 0,0 0 0 0 0,0 0-1 0 0,1 0 1 0 0,-1 0-1 0 0,0 0 1 0 0,1 0 0 0 0,0 0-1 0 0,15-2 485 0 0,17-10-60 0 0,-31 12-376 0 0,29-15 69 0 0,52-35 0 0 0,-60 36-354 0 0,-3 2-211 0 0</inkml:trace>
</inkml:ink>
</file>

<file path=ppt/ink/ink2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9:03.44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101 114 2304 0 0,'-5'-12'1202'0'0,"-24"-53"5239"0"0,3 28 3327 0 0,24 47-6941 0 0,-4 68-2563 0 0,4 1 1 0 0,10 106-1 0 0,0-24-159 0 0,-24 508 265 0 0,13-618-330 0 0,3-24-28 0 0,-2-1 0 0 0,0 1 0 0 0,-2-1 0 0 0,-1 0-1 0 0,-10 32 1 0 0</inkml:trace>
</inkml:ink>
</file>

<file path=ppt/ink/ink2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9:03.72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46 209 4609 0 0,'-5'-5'756'0'0,"0"-1"0"0"0,0-1 0 0 0,1 1-1 0 0,0 0 1 0 0,0-1 0 0 0,1 0 0 0 0,0 0 0 0 0,0 0 0 0 0,1 0 0 0 0,-1-1-1 0 0,2 1 1 0 0,-2-10 0 0 0,3 15-561 0 0,1-1 0 0 0,-1 1 0 0 0,1-1-1 0 0,0 0 1 0 0,0 1 0 0 0,0 0 0 0 0,0-1 0 0 0,1 1 0 0 0,-1 0-1 0 0,1-1 1 0 0,-1 1 0 0 0,1 0 0 0 0,0 0 0 0 0,0 0-1 0 0,0 1 1 0 0,0-1 0 0 0,0 0 0 0 0,0 1 0 0 0,0-1 0 0 0,1 1-1 0 0,-1 0 1 0 0,4-2 0 0 0,8-4 305 0 0,1 1 0 0 0,21-6 0 0 0,-30 10-328 0 0,0 0-90 0 0,26-8 457 0 0,61-11-1 0 0,-82 19-672 0 0,0 1 1 0 0,0 0-1 0 0,0 1 0 0 0,-1 1 0 0 0,1 0 1 0 0,0 0-1 0 0,0 1 0 0 0,0 0 0 0 0,18 7 1 0 0,-7 0-905 0 0</inkml:trace>
</inkml:ink>
</file>

<file path=ppt/ink/ink2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9:03.96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72 10138 0 0,'2'2'1996'0'0,"-2"-1"-1957"0"0,17-6 1190 0 0,18-9 679 0 0,-8 2-333 0 0,1 2 1 0 0,0 0-1 0 0,44-8 1 0 0,-58 15-1912 0 0,0 2 0 0 0,1 0 0 0 0,-1 1 1 0 0,1 0-1 0 0,-1 1 0 0 0,0 0 1 0 0,1 1-1 0 0,-1 1 0 0 0,18 6 1 0 0,-11-1-6342 0 0</inkml:trace>
</inkml:ink>
</file>

<file path=ppt/ink/ink2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9:04.28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 16 10594 0 0,'-10'-15'10733'0'0,"16"25"-10299"0"0,7 21-54 0 0,-2 0 0 0 0,-1 0-1 0 0,7 44 1 0 0,10 101-232 0 0,-25-159-142 0 0,3 30-103 0 0,-1-13-1789 0 0,-1-11-3077 0 0,0 2-2131 0 0</inkml:trace>
</inkml:ink>
</file>

<file path=ppt/ink/ink2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9:04.61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 48 2304 0 0,'-16'7'15762'0'0,"24"-12"-15705"0"0,52-27 1263 0 0,-16 18-4334 0 0,-27 10-3013 0 0</inkml:trace>
</inkml:ink>
</file>

<file path=ppt/ink/ink2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9:04.7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1 119 6913 0 0,'6'-2'454'0'0,"-1"1"-1"0"0,1-1 0 0 0,-1 0 0 0 0,1-1 0 0 0,-1 1 1 0 0,0-1-1 0 0,0 0 0 0 0,0-1 0 0 0,4-3 0 0 0,8-4 717 0 0,13-6 173 0 0,34-15 1 0 0,-50 26-2619 0 0,1 1 1 0 0,0 0 0 0 0,1 1-1 0 0,25-3 1 0 0,-22 5 658 0 0</inkml:trace>
</inkml:ink>
</file>

<file path=ppt/ink/ink2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9:21.573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724 277 1376 0 0,'11'-25'563'0'0,"-2"6"192"0"0,-1 0 0 0 0,10-34 1 0 0,-17 48-653 0 0,0 1 1 0 0,0 0-1 0 0,0 0 1 0 0,-1-1 0 0 0,1 1-1 0 0,-1 0 1 0 0,0-1 0 0 0,0 1-1 0 0,-1 0 1 0 0,1-1-1 0 0,-1 1 1 0 0,0 0 0 0 0,0 0-1 0 0,-1 0 1 0 0,1 0-1 0 0,-1 0 1 0 0,0 0 0 0 0,-5-8-1 0 0,5 10-172 0 0,0-1-1 0 0,0 1 1 0 0,-1-1-1 0 0,0 1 0 0 0,1 0 1 0 0,-1 0-1 0 0,0 0 1 0 0,0 0-1 0 0,0 0 0 0 0,0 1 1 0 0,0-1-1 0 0,-1 1 1 0 0,1 0-1 0 0,0 0 0 0 0,-1 0 1 0 0,-4 0-1 0 0,2 0 15 0 0,0 1-1 0 0,0 0 1 0 0,0 1-1 0 0,0-1 1 0 0,0 1-1 0 0,0 0 1 0 0,0 1-1 0 0,-9 3 1 0 0,-6 4 71 0 0,1 1 1 0 0,0 1 0 0 0,-34 24-1 0 0,53-34-12 0 0,-164 111 1419 0 0,-155 115 1911 0 0,314-222-3179 0 0,3-4-76 0 0,0 1 1 0 0,1 0-1 0 0,-1-1 1 0 0,1 1-1 0 0,-1 0 0 0 0,1 1 1 0 0,0-1-1 0 0,0 0 1 0 0,0 1-1 0 0,0-1 1 0 0,0 1-1 0 0,1 0 0 0 0,-2 4 1 0 0,37-26 781 0 0,435-269 1067 0 0,-336 213-2218 0 0,-7 8-56 0 0,-105 57 257 0 0,0 1-1 0 0,1 1 1 0 0,0 1-1 0 0,26-5 1 0 0,-48 12 98 0 0,1 0 0 0 0,-1 0 0 0 0,1-1 0 0 0,-1 1 0 0 0,1 0 0 0 0,0 0 0 0 0,-1 0 1 0 0,1 0-1 0 0,-1 0 0 0 0,1 0 0 0 0,0 0 0 0 0,-1 0 0 0 0,1 0 0 0 0,-1 0 0 0 0,1 0 1 0 0,0 0-1 0 0,-1 0 0 0 0,1 0 0 0 0,-1 1 0 0 0,1-1 0 0 0,-1 0 0 0 0,1 0 0 0 0,-1 1 1 0 0,1-1-1 0 0,-1 0 0 0 0,1 1 0 0 0,-1-1 0 0 0,1 1 0 0 0,-1-1 0 0 0,1 0 0 0 0,-1 1 0 0 0,0-1 1 0 0,1 1-1 0 0,-1-1 0 0 0,0 1 0 0 0,1-1 0 0 0,-1 1 0 0 0,0 0 0 0 0,0-1 0 0 0,1 1 1 0 0,-1-1-1 0 0,0 1 0 0 0,0-1 0 0 0,0 1 0 0 0,0 0 0 0 0,0-1 0 0 0,0 1 0 0 0,0-1 1 0 0,0 1-1 0 0,0 0 0 0 0,0-1 0 0 0,0 1 0 0 0,0-1 0 0 0,-1 1 0 0 0,1 0 0 0 0,0-1 0 0 0,0 1 1 0 0,-1-1-1 0 0,1 1 0 0 0,0-1 0 0 0,-1 1 0 0 0,1-1 0 0 0,-1 1 0 0 0,-25 43-195 0 0,21-37 169 0 0,-56 77 273 0 0,-109 114 1 0 0,92-112-449 0 0,-14 16-421 0 0,-111 94-1 0 0,86-87 943 0 0,96-88-443 0 0,2 1-1 0 0,0 1 1 0 0,-21 35 0 0 0,39-58 117 0 0,1 1-1 0 0,-1-1 1 0 0,1 1-1 0 0,-1 0 1 0 0,1-1 0 0 0,-1 1-1 0 0,1 0 1 0 0,-1-1-1 0 0,1 1 1 0 0,0 0-1 0 0,0 0 1 0 0,-1 0 0 0 0,1-1-1 0 0,0 1 1 0 0,0 0-1 0 0,0 0 1 0 0,0 0-1 0 0,0 0 1 0 0,0-1 0 0 0,0 1-1 0 0,0 0 1 0 0,0 0-1 0 0,0 0 1 0 0,0-1-1 0 0,0 1 1 0 0,1 0 0 0 0,-1 0-1 0 0,1 1 1 0 0,0-2 10 0 0,0 1 0 0 0,0-1 1 0 0,0 0-1 0 0,0 0 0 0 0,0 1 1 0 0,1-1-1 0 0,-1 0 1 0 0,0 0-1 0 0,0 0 0 0 0,0 0 1 0 0,1 0-1 0 0,-1 0 0 0 0,0 0 1 0 0,0-1-1 0 0,0 1 0 0 0,2-1 1 0 0,55-22 432 0 0,-54 21-427 0 0,483-245 907 0 0,-49 40-858 0 0,-434 206-60 0 0,24-10 48 0 0,-27 10-55 0 0,0 1 1 0 0,0 0-1 0 0,0 0 0 0 0,-1-1 1 0 0,1 1-1 0 0,0 0 0 0 0,0 0 1 0 0,0 0-1 0 0,0 0 1 0 0,-1 0-1 0 0,1 0 0 0 0,0 0 1 0 0,0 0-1 0 0,0 0 0 0 0,0 0 1 0 0,-1 0-1 0 0,1 0 0 0 0,0 1 1 0 0,0-1-1 0 0,0 0 1 0 0,-1 1-1 0 0,1-1 0 0 0,0 1 1 0 0,0-1-1 0 0,-1 1 0 0 0,1-1 1 0 0,0 1-1 0 0,0 0 1 0 0,-1 1-38 0 0,-1 1 1 0 0,1-1-1 0 0,-1 1 1 0 0,0-1-1 0 0,0 1 1 0 0,0-1-1 0 0,0 0 1 0 0,0 1-1 0 0,0-1 1 0 0,0 0-1 0 0,-1 0 1 0 0,1 0-1 0 0,-1 0 1 0 0,0 0-1 0 0,-3 3 0 0 0,3-3-14 0 0,-25 29-332 0 0,-2-2 0 0 0,-56 44 1 0 0,-75 42 502 0 0,-9 6 100 0 0,117-79-16 0 0,1 2 1 0 0,3 3-1 0 0,2 2 0 0 0,-46 63 1 0 0,91-112-211 0 0,1 0 0 0 0,-1 1 0 0 0,1-1 0 0 0,-1 1 0 0 0,1-1 0 0 0,0 1 0 0 0,-1-1 0 0 0,1 1 0 0 0,0-1 0 0 0,-1 1 0 0 0,1-1 0 0 0,0 1 0 0 0,0-1 0 0 0,-1 1 0 0 0,1 0 0 0 0,0-1 0 0 0,0 1 1 0 0,0-1-1 0 0,0 1 0 0 0,0 0 0 0 0,0-1 0 0 0,0 1 0 0 0,0-1 0 0 0,0 1 0 0 0,0 0 0 0 0,0-1 0 0 0,0 1 0 0 0,0-1 0 0 0,1 2 0 0 0,0-2-14 0 0,0 1 0 0 0,0-1-1 0 0,-1 0 1 0 0,1 0 0 0 0,0 1 0 0 0,0-1-1 0 0,0 0 1 0 0,0 0 0 0 0,0 0-1 0 0,0 0 1 0 0,0 0 0 0 0,0 0 0 0 0,0 0-1 0 0,0 0 1 0 0,0-1 0 0 0,1 1 0 0 0,39-13-457 0 0,34-22 563 0 0,93-58 0 0 0,-22 10 0 0 0,-129 74-55 0 0,61-32-210 0 0,1 3-1 0 0,138-46 1 0 0,-209 82 132 0 0,-3 0-75 0 0,-1 0 0 0 0,1 1 0 0 0,0 0 0 0 0,0 0 0 0 0,0 0 0 0 0,0 0 0 0 0,0 1 1 0 0,1-1-1 0 0,-1 1 0 0 0,0 1 0 0 0,0-1 0 0 0,0 1 0 0 0,9 2 0 0 0,-13-2 39 0 0,0-1-1 0 0,-1 1 1 0 0,1 0-1 0 0,0 0 1 0 0,-1 0-1 0 0,1 0 0 0 0,0 0 1 0 0,-1 0-1 0 0,1 0 1 0 0,-1 0-1 0 0,1 0 1 0 0,-1 0-1 0 0,0 0 1 0 0,0 0-1 0 0,1 0 1 0 0,-1 0-1 0 0,0 0 1 0 0,0 0-1 0 0,0 1 1 0 0,0-1-1 0 0,0 0 1 0 0,0 0-1 0 0,0 0 0 0 0,0 0 1 0 0,-1 0-1 0 0,1 0 1 0 0,0 0-1 0 0,-1 0 1 0 0,1 0-1 0 0,-1 0 1 0 0,1 0-1 0 0,-2 1 1 0 0,-19 37-1272 0 0,18-35 1138 0 0,-54 78 874 0 0,-4-3 0 0 0,-4-3-1 0 0,-2-3 1 0 0,-140 117 0 0 0,187-173-360 0 0,-34 30 458 0 0,49-43-657 0 0,1 0 1 0 0,1 0-1 0 0,-1 1 1 0 0,0 0-1 0 0,1-1 1 0 0,0 1-1 0 0,0 1 0 0 0,1-1 1 0 0,-3 6-1 0 0,5-10-96 0 0,-1 0 0 0 0,1 0-1 0 0,0 0 1 0 0,0 0 0 0 0,0 0-1 0 0,0 0 1 0 0,0 0 0 0 0,0 0-1 0 0,0 0 1 0 0,0 0-1 0 0,0 0 1 0 0,1 0 0 0 0,-1-1-1 0 0,0 1 1 0 0,1 0 0 0 0,-1 0-1 0 0,0 0 1 0 0,1 0 0 0 0,-1 0-1 0 0,1-1 1 0 0,-1 1-1 0 0,1 0 1 0 0,0 0 0 0 0,-1-1-1 0 0,1 1 1 0 0,0 0 0 0 0,-1-1-1 0 0,1 1 1 0 0,0-1 0 0 0,0 1-1 0 0,0-1 1 0 0,-1 1 0 0 0,1-1-1 0 0,0 1 1 0 0,0-1-1 0 0,0 0 1 0 0,0 0 0 0 0,0 1-1 0 0,2-1 1 0 0,3 1-664 0 0,0 0-1 0 0,0 0 1 0 0,0-1 0 0 0,11 0 0 0 0</inkml:trace>
</inkml:ink>
</file>

<file path=ppt/ink/ink2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9:05.34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 38 10138 0 0,'-5'-11'-15'0'0,"-4"-15"10307"0"0,16 41-8538 0 0,4 13-1618 0 0,-1 1 0 0 0,-2 1 0 0 0,-1-1-1 0 0,5 48 1 0 0,0 126 670 0 0,-9-128-711 0 0,18 156-423 0 0,-4-69 15 0 0,-17-130-456 0 0,-5-12-3609 0 0</inkml:trace>
</inkml:ink>
</file>

<file path=ppt/ink/ink2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9:05.5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25 81 10138 0 0,'-1'0'180'0'0,"-1"0"0"0"0,1 0 1 0 0,0 0-1 0 0,-1 0 0 0 0,1 0 0 0 0,0 0 0 0 0,-1 0 0 0 0,1-1 0 0 0,0 1 1 0 0,-1 0-1 0 0,1-1 0 0 0,0 1 0 0 0,-1-1 0 0 0,1 0 0 0 0,-2-1 0 0 0,3 2-26 0 0,-1-1 0 0 0,1 1-1 0 0,0 0 1 0 0,0-1-1 0 0,0 1 1 0 0,0-1-1 0 0,-1 1 1 0 0,1-1 0 0 0,0 1-1 0 0,0-1 1 0 0,0 1-1 0 0,0-1 1 0 0,0 1-1 0 0,0-1 1 0 0,0 1-1 0 0,0 0 1 0 0,0-1 0 0 0,0 1-1 0 0,1-1 1 0 0,-1 1-1 0 0,0-1 1 0 0,0 1-1 0 0,0-1 1 0 0,1 1 0 0 0,-1 0-1 0 0,0-1 1 0 0,0 1-1 0 0,1-1 1 0 0,-1 1-1 0 0,19-18 4051 0 0,-4 11-4250 0 0,10-2 325 0 0,1 1 0 0 0,-1 2 1 0 0,54-7-1 0 0,-66 12-1942 0 0,0 1 0 0 0,1 1 0 0 0,13 1 0 0 0,-9 2-5321 0 0</inkml:trace>
</inkml:ink>
</file>

<file path=ppt/ink/ink2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9:05.80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1 116 10594 0 0,'10'-2'398'0'0,"1"0"0"0"0,-1-1 0 0 0,1 0-1 0 0,-1 0 1 0 0,0-1 0 0 0,0 0 0 0 0,-1-1 0 0 0,19-12-1 0 0,9-3 65 0 0,12 0 77 0 0,-18 10-3725 0 0,54-10-1 0 0,-70 17 3171 0 0</inkml:trace>
</inkml:ink>
</file>

<file path=ppt/ink/ink2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9:06.44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7370 0 0,'0'15'9029'0'0,"10"24"-7056"0"0,-6-20-810 0 0,13 110 2099 0 0,-14 1-4974 0 0,-3-110-5834 0 0</inkml:trace>
</inkml:ink>
</file>

<file path=ppt/ink/ink2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9:06.66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9674 0 0,'0'1'6239'0'0,"13"3"-6235"0"0,5 3-459 0 0,4 6 434 0 0,-11-1-33 0 0</inkml:trace>
</inkml:ink>
</file>

<file path=ppt/ink/ink2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9:07.37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19 1 8754 0 0,'-1'0'178'0'0,"0"1"0"0"0,0-1 0 0 0,0 1 0 0 0,0 0 0 0 0,-1-1 0 0 0,1 1 0 0 0,0 0 0 0 0,0 0 0 0 0,0-1 0 0 0,1 1 0 0 0,-1 0 0 0 0,0 0 0 0 0,0 0 0 0 0,0 0 0 0 0,1 0 0 0 0,-1 0 0 0 0,0 1 0 0 0,0 1 0 0 0,1 0 167 0 0,0-1-1 0 0,0 1 0 0 0,0 0 0 0 0,0-1 1 0 0,0 1-1 0 0,1-1 0 0 0,0 1 1 0 0,-1 0-1 0 0,2 2 0 0 0,24 81 3338 0 0,21 115-3141 0 0,-38-168-729 0 0,-7-27-271 0 0,0 0 0 0 0,0 0 0 0 0,0 1 0 0 0,-1-1 0 0 0,1 7 0 0 0,-1-40-365 0 0,1 0 0 0 0,6-27 0 0 0,-1 18 1929 0 0,1 1-1 0 0,23-55 1 0 0,-30 85-891 0 0,2 0 0 0 0,-1 0 0 0 0,0 1 0 0 0,1-1 0 0 0,0 1 0 0 0,0 0 0 0 0,1 0 0 0 0,-1 0 0 0 0,1 0 0 0 0,-1 1 0 0 0,1-1 0 0 0,1 1 0 0 0,-1 0 0 0 0,0 0 0 0 0,9-4 0 0 0,-10 6-138 0 0,0 0 0 0 0,-1 0 1 0 0,1 1-1 0 0,0-1 1 0 0,0 1-1 0 0,0-1 1 0 0,0 1-1 0 0,0 0 1 0 0,0 0-1 0 0,0 1 0 0 0,0-1 1 0 0,0 0-1 0 0,0 1 1 0 0,0 0-1 0 0,0 0 1 0 0,0 0-1 0 0,0 0 0 0 0,-1 0 1 0 0,1 0-1 0 0,0 1 1 0 0,-1 0-1 0 0,1-1 1 0 0,-1 1-1 0 0,0 0 1 0 0,1 0-1 0 0,-1 0 0 0 0,0 0 1 0 0,2 4-1 0 0,8 10-288 0 0,0 2 0 0 0,-2-1-1 0 0,0 1 1 0 0,-1 1-1 0 0,11 34 1 0 0,-18-48-166 0 0,4 14-7389 0 0</inkml:trace>
</inkml:ink>
</file>

<file path=ppt/ink/ink2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9:09.09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113 458 5529 0 0,'-10'3'731'0'0,"0"0"0"0"0,0-1 0 0 0,-1 0-1 0 0,1-1 1 0 0,-1 0 0 0 0,1 0 0 0 0,-1-2 0 0 0,-18-1 0 0 0,52-4 5608 0 0,-20 5-6652 0 0,-2 1 315 0 0,15 2 380 0 0,1-1 0 0 0,-1-1 1 0 0,1-1-1 0 0,-1 0 0 0 0,29-7 0 0 0,-6 1-261 0 0,0 1 1 0 0,0 3-1 0 0,46 0 0 0 0,-34 2-26 0 0,58-8 0 0 0,-63 2-17 0 0,346-50 826 0 0,-218 34-936 0 0,136-14-155 0 0,96-12 155 0 0,-164 16 189 0 0,498-71 209 0 0,-182 18 75 0 0,-436 65-740 0 0,-102 18-433 0 0,-1 1 0 0 0,38 0 0 0 0,-19 8-5972 0 0</inkml:trace>
</inkml:ink>
</file>

<file path=ppt/ink/ink2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9:09.78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27 1 2761 0 0,'-26'6'10173'0'0,"25"13"-1978"0"0,5-4-9649 0 0,115 458 4640 0 0,-96-392-3711 0 0,-14-54-3 0 0,-2 1 0 0 0,8 53 0 0 0,-16-68-2237 0 0</inkml:trace>
</inkml:ink>
</file>

<file path=ppt/ink/ink2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9:10.13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50 572 2617 0 0,'-34'-209'1273'0'0,"19"-1"4260"0"0,15 201-5078 0 0,0 0-1 0 0,0 0 0 0 0,1-1 0 0 0,1 1 1 0 0,-1 0-1 0 0,2 0 0 0 0,-1 0 0 0 0,5-10 1 0 0,-5 15-231 0 0,0 0 1 0 0,1 0 0 0 0,-1 1 0 0 0,1 0 0 0 0,0-1 0 0 0,-1 1 0 0 0,2 0 0 0 0,-1 0-1 0 0,0 0 1 0 0,0 1 0 0 0,1-1 0 0 0,0 1 0 0 0,-1 0 0 0 0,1 0 0 0 0,0 0 0 0 0,0 0 0 0 0,0 1-1 0 0,0 0 1 0 0,7-2 0 0 0,-3 1-49 0 0,0 1 0 0 0,-1-1-1 0 0,1 1 1 0 0,0 1 0 0 0,-1 0 0 0 0,1 0-1 0 0,0 0 1 0 0,10 2 0 0 0,-15-1-122 0 0,0 0 1 0 0,0 0 0 0 0,0 0-1 0 0,0 1 1 0 0,-1-1-1 0 0,1 1 1 0 0,0-1-1 0 0,-1 1 1 0 0,1 0 0 0 0,-1 0-1 0 0,1 0 1 0 0,-1 0-1 0 0,0 1 1 0 0,0-1-1 0 0,0 0 1 0 0,0 1-1 0 0,0 0 1 0 0,-1-1 0 0 0,1 1-1 0 0,-1 0 1 0 0,0 0-1 0 0,0 0 1 0 0,2 4-1 0 0,-1 2-72 0 0,-1 0 0 0 0,1 0 0 0 0,-1 0 0 0 0,-1 0-1 0 0,0 0 1 0 0,0 0 0 0 0,-1 1 0 0 0,0-1-1 0 0,0 0 1 0 0,-1 0 0 0 0,-1 0 0 0 0,1-1-1 0 0,-5 11 1 0 0,-8 15-167 0 0,-39 64 0 0 0,14-28 154 0 0,35-59 108 0 0,0-3 165 0 0,1 0 1 0 0,1 0-1 0 0,0 0 0 0 0,0 0 0 0 0,-4 16 1 0 0,7-22-207 0 0,0-1 1 0 0,0 1 0 0 0,0 0-1 0 0,0 0 1 0 0,0 0 0 0 0,0-1 0 0 0,0 1-1 0 0,1 0 1 0 0,-1 0 0 0 0,1-1-1 0 0,-1 1 1 0 0,1 0 0 0 0,0-1 0 0 0,0 1-1 0 0,0-1 1 0 0,-1 1 0 0 0,1-1-1 0 0,1 1 1 0 0,-1-1 0 0 0,0 1 0 0 0,0-1-1 0 0,0 0 1 0 0,1 0 0 0 0,-1 0-1 0 0,1 0 1 0 0,-1 0 0 0 0,1 0 0 0 0,-1 0-1 0 0,1 0 1 0 0,0 0 0 0 0,-1-1-1 0 0,1 1 1 0 0,0-1 0 0 0,2 1 0 0 0,14 3-7 0 0,0 0 1 0 0,0-1 0 0 0,1-2 0 0 0,-1 1-1 0 0,1-2 1 0 0,30-3 0 0 0,-6-3-2213 0 0,72-19 0 0 0,-86 18-4750 0 0</inkml:trace>
</inkml:ink>
</file>

<file path=ppt/ink/ink2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9:10.44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35 3681 0 0,'15'-3'10096'0'0,"13"-2"-4839"0"0,27-6-4120 0 0,58-4 1 0 0,-45 17-1558 0 0,-23 4-2951 0 0,-30-5-3073 0 0</inkml:trace>
</inkml:ink>
</file>

<file path=ppt/ink/ink2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9:10.74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26 17 10138 0 0,'-26'-16'13306'0'0,"26"34"-13338"0"0,15 150 903 0 0,8 63-416 0 0,2-76-2947 0 0,-19-128-5519 0 0</inkml:trace>
</inkml:ink>
</file>

<file path=ppt/ink/ink2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9:11.01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20 3 14283 0 0,'0'0'86'0'0,"0"0"0"0"0,0 0 0 0 0,-1-1-1 0 0,1 1 1 0 0,0 0 0 0 0,-1 0 0 0 0,1 0 0 0 0,0-1-1 0 0,-1 1 1 0 0,1 0 0 0 0,0 0 0 0 0,-1 0 0 0 0,1 0-1 0 0,0 0 1 0 0,-1 0 0 0 0,1 0 0 0 0,-1 0 0 0 0,1 0 0 0 0,0 0-1 0 0,-1 0 1 0 0,1 0 0 0 0,0 0 0 0 0,-1 0 0 0 0,1 0-1 0 0,0 0 1 0 0,-1 0 0 0 0,1 1 0 0 0,0-1 0 0 0,-1 0 0 0 0,1 0-1 0 0,0 0 1 0 0,-1 1 0 0 0,1-1 0 0 0,0 0 0 0 0,0 0-1 0 0,-1 0 1 0 0,1 1 0 0 0,-6 18 1784 0 0,5 25 140 0 0,1-41-1844 0 0,22 202 1477 0 0,-5-78-1410 0 0,13 52-1965 0 0,-10-103-4480 0 0,-17-67 4365 0 0</inkml:trace>
</inkml:ink>
</file>

<file path=ppt/ink/ink2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9:11.37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1 284 6913 0 0,'0'-24'655'0'0,"0"-1"0"0"0,1 1 0 0 0,6-30-1 0 0,-5 43 17 0 0,0 0-1 0 0,1 1 1 0 0,0-1-1 0 0,1 1 0 0 0,0-1 1 0 0,1 1-1 0 0,0 0 1 0 0,0 1-1 0 0,10-14 1 0 0,-11 20-483 0 0,-1-1 1 0 0,1 0-1 0 0,-1 1 1 0 0,1 0-1 0 0,0 0 1 0 0,1 0 0 0 0,-1 1-1 0 0,0-1 1 0 0,1 1-1 0 0,0 0 1 0 0,-1 0-1 0 0,1 0 1 0 0,0 1-1 0 0,0 0 1 0 0,0 0-1 0 0,8-1 1 0 0,-10 2-103 0 0,0 0 0 0 0,0 0 1 0 0,-1 0-1 0 0,1 1 0 0 0,0-1 1 0 0,0 1-1 0 0,0 0 0 0 0,-1 0 0 0 0,1-1 1 0 0,0 2-1 0 0,-1-1 0 0 0,1 0 1 0 0,-1 1-1 0 0,0-1 0 0 0,1 1 0 0 0,-1-1 1 0 0,0 1-1 0 0,0 0 0 0 0,0 0 1 0 0,0 0-1 0 0,0 0 0 0 0,0 1 0 0 0,-1-1 1 0 0,1 0-1 0 0,-1 1 0 0 0,0-1 1 0 0,1 1-1 0 0,-1-1 0 0 0,0 1 0 0 0,1 4 1 0 0,0 3-88 0 0,0 0 1 0 0,-1 0 0 0 0,1 0 0 0 0,-2 0-1 0 0,0 0 1 0 0,0 0 0 0 0,-1 0 0 0 0,0 0-1 0 0,0 0 1 0 0,-1 0 0 0 0,-1 0 0 0 0,-5 15-1 0 0,-5 7 5 0 0,-2-1 0 0 0,-26 41 0 0 0,22-40 20 0 0,-21 48 0 0 0,39-78 11 0 0,0 0 0 0 0,0 0 1 0 0,0 0-1 0 0,1 0 0 0 0,-1 0 0 0 0,1 0 1 0 0,-1 0-1 0 0,1 0 0 0 0,0 0 0 0 0,-1 0 1 0 0,1 0-1 0 0,0 0 0 0 0,1 0 0 0 0,-1 0 1 0 0,0 0-1 0 0,0 0 0 0 0,1 0 0 0 0,1 4 1 0 0,-1-4-8 0 0,1-1 0 0 0,-1 0 1 0 0,1 0-1 0 0,-1 1 0 0 0,1-1 1 0 0,0 0-1 0 0,-1 0 0 0 0,1 0 0 0 0,0-1 1 0 0,0 1-1 0 0,-1 0 0 0 0,1-1 1 0 0,0 1-1 0 0,0-1 0 0 0,0 0 1 0 0,0 1-1 0 0,0-1 0 0 0,0 0 0 0 0,0 0 1 0 0,3-1-1 0 0,13 0-3 0 0,0-1 1 0 0,0-1-1 0 0,29-8 1 0 0,-30 7-587 0 0,0 0 0 0 0,0 1 1 0 0,0 0-1 0 0,26 0 0 0 0,-23 4-1707 0 0,0 1-4557 0 0</inkml:trace>
</inkml:ink>
</file>

<file path=ppt/ink/ink2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9:11.90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54 72 2761 0 0,'-6'-3'1708'0'0,"-1"0"1"0"0,1-1-1 0 0,0 0 1 0 0,0 0-1 0 0,-10-10 1 0 0,15 14-1478 0 0,1-1 1 0 0,-1 0-1 0 0,1 1 1 0 0,-1-1 0 0 0,1 0-1 0 0,-1 1 1 0 0,1-1 0 0 0,0 0-1 0 0,-1 0 1 0 0,1 1-1 0 0,0-1 1 0 0,-1 0 0 0 0,1 0-1 0 0,0 0 1 0 0,0 1 0 0 0,0-1-1 0 0,0 0 1 0 0,0 0 0 0 0,0 0-1 0 0,0 0 1 0 0,0 1-1 0 0,0-1 1 0 0,0-1 0 0 0,1 1-62 0 0,0-1 0 0 0,0 1 1 0 0,0 0-1 0 0,0 0 1 0 0,1 0-1 0 0,-1-1 1 0 0,0 1-1 0 0,0 1 0 0 0,1-1 1 0 0,-1 0-1 0 0,0 0 1 0 0,1 0-1 0 0,-1 1 0 0 0,1-1 1 0 0,-1 1-1 0 0,1-1 1 0 0,2 0-1 0 0,0 0-142 0 0,-1 0 0 0 0,1 1-1 0 0,0-1 1 0 0,0 1 0 0 0,0-1 0 0 0,0 1-1 0 0,0 0 1 0 0,0 1 0 0 0,-1-1 0 0 0,1 1-1 0 0,0-1 1 0 0,0 1 0 0 0,0 1 0 0 0,-1-1-1 0 0,1 0 1 0 0,-1 1 0 0 0,1 0 0 0 0,-1-1 0 0 0,1 1-1 0 0,-1 1 1 0 0,0-1 0 0 0,0 0 0 0 0,5 6-1 0 0,-4-4 4 0 0,0 1 0 0 0,0 0 0 0 0,-1 0-1 0 0,1 0 1 0 0,-1 0 0 0 0,-1 1-1 0 0,1-1 1 0 0,-1 1 0 0 0,0 0-1 0 0,0 0 1 0 0,0-1 0 0 0,-1 1-1 0 0,0 0 1 0 0,1 8 0 0 0,-3 4-24 0 0,0-1 0 0 0,-1 0 0 0 0,-1 0 0 0 0,0 0 0 0 0,-1-1-1 0 0,-1 1 1 0 0,-1-1 0 0 0,-9 19 0 0 0,-8 25 43 0 0,23-59-39 0 0,0-1 0 0 0,0 0 0 0 0,0 0 0 0 0,0 1 1 0 0,0-1-1 0 0,0 0 0 0 0,0 1 0 0 0,0-1 0 0 0,0 0 0 0 0,0 0 0 0 0,0 1 0 0 0,0-1 1 0 0,0 0-1 0 0,0 1 0 0 0,0-1 0 0 0,0 0 0 0 0,0 0 0 0 0,0 1 0 0 0,0-1 0 0 0,1 0 1 0 0,-1 0-1 0 0,0 1 0 0 0,0-1 0 0 0,0 0 0 0 0,0 0 0 0 0,1 1 0 0 0,-1-1 0 0 0,0 0 0 0 0,0 0 1 0 0,0 0-1 0 0,1 0 0 0 0,-1 1 0 0 0,0-1 0 0 0,1 0 0 0 0,13 3 180 0 0,21-7-29 0 0,-30 4-104 0 0,36-8 221 0 0,0-2 0 0 0,0-2 0 0 0,54-22 0 0 0,54-17-1522 0 0,-129 46 810 0 0</inkml:trace>
</inkml:ink>
</file>

<file path=ppt/ink/ink2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9:24.63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59 25 1840 0 0,'-12'-2'-2076'0'0,"-27"-10"19230"0"0,31 7-15595 0 0,8 5-1495 0 0,0 0 1 0 0,0 0-1 0 0,0-1 0 0 0,0 1 0 0 0,0 0 0 0 0,0 0 1 0 0,0 0-1 0 0,0-1 0 0 0,0 1 0 0 0,0 0 0 0 0,1 0 1 0 0,-1 0-1 0 0,0-1 0 0 0,0 1 0 0 0,0 0 0 0 0,0 0 1 0 0,0 0-1 0 0,0-1 0 0 0,0 1 0 0 0,1 0 0 0 0,-1 0 1 0 0,0 0-1 0 0,0 0 0 0 0,0-1 0 0 0,0 1 0 0 0,1 0 1 0 0,-1 0-1 0 0,0 0 0 0 0,0 0 0 0 0,0 0 0 0 0,1 0 1 0 0,-1-1-1 0 0,0 1 0 0 0,0 0 0 0 0,0 0 0 0 0,1 0 1 0 0,-1 0-1 0 0,0 0 0 0 0,0 0 0 0 0,1 0 0 0 0,-1 0 1 0 0,0 0-1 0 0,0 0 0 0 0,0 0 0 0 0,1 0 0 0 0,-1 0 1 0 0,0 1-1 0 0,2-1-13 0 0,-1 0 1 0 0,0 0-1 0 0,0 0 1 0 0,0 0-1 0 0,0 1 1 0 0,0-1-1 0 0,0 0 0 0 0,0 1 1 0 0,0-1-1 0 0,0 1 1 0 0,0-1-1 0 0,0 1 1 0 0,-1 0-1 0 0,1-1 0 0 0,0 1 1 0 0,0 0-1 0 0,0 0 1 0 0,8 10 0 0 0,-1 1-1 0 0,-1-1 1 0 0,0 1 0 0 0,0 1 0 0 0,-2-1 0 0 0,1 1 0 0 0,3 15-1 0 0,25 106 89 0 0,-23-87-73 0 0,41 227 39 0 0,27 99-1345 0 0,-67-340-284 0 0,-8-21 245 0 0</inkml:trace>
</inkml:ink>
</file>

<file path=ppt/ink/ink2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9:25.03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89 488 9218 0 0,'-35'-198'2474'0'0,"31"162"-2110"0"0,0 16 617 0 0,2 0 0 0 0,0-1 0 0 0,1 0 0 0 0,4-37-1 0 0,-2 53-794 0 0,0-1 1 0 0,0 1-1 0 0,1 0 0 0 0,-1-1 0 0 0,1 1 0 0 0,1 0 0 0 0,-1 0 0 0 0,1 0 0 0 0,0 0 0 0 0,0 1 0 0 0,0-1 1 0 0,1 1-1 0 0,-1-1 0 0 0,1 1 0 0 0,0 0 0 0 0,0 1 0 0 0,1-1 0 0 0,-1 1 0 0 0,1 0 0 0 0,0 0 0 0 0,-1 0 0 0 0,11-3 1 0 0,-11 4-138 0 0,0 0 1 0 0,0 1-1 0 0,1-1 1 0 0,-1 1-1 0 0,1 0 1 0 0,-1 0-1 0 0,1 1 1 0 0,-1-1 0 0 0,1 1-1 0 0,-1 0 1 0 0,1 0-1 0 0,-1 1 1 0 0,1-1-1 0 0,-1 1 1 0 0,1 0 0 0 0,-1 0-1 0 0,1 1 1 0 0,-1-1-1 0 0,0 1 1 0 0,7 4-1 0 0,-6-3-69 0 0,-1 1-1 0 0,1 0 0 0 0,-1 0 0 0 0,0 0 0 0 0,0 1 1 0 0,0-1-1 0 0,-1 1 0 0 0,1 0 0 0 0,-1 0 0 0 0,0 0 1 0 0,-1 1-1 0 0,1-1 0 0 0,-1 1 0 0 0,0-1 0 0 0,2 10 1 0 0,-2 0-20 0 0,0-1 0 0 0,-1 1 0 0 0,0 0 0 0 0,-1-1 0 0 0,0 1 0 0 0,-2 0 0 0 0,0-1 1 0 0,0 1-1 0 0,-1-1 0 0 0,-1 0 0 0 0,0 0 0 0 0,-1 0 0 0 0,-1 0 0 0 0,0-1 0 0 0,-13 20 0 0 0,-11 14 72 0 0,-1-2 0 0 0,-67 71-1 0 0,84-99 1 0 0,8-11 23 0 0,0 0-23 0 0,0 1-1 0 0,0 0 0 0 0,0 0 0 0 0,1 0 1 0 0,0 1-1 0 0,0 0 0 0 0,1 0 0 0 0,0 0 0 0 0,-3 11 1 0 0,7-18-25 0 0,0-1 1 0 0,0 1 0 0 0,1 0 0 0 0,-1-1-1 0 0,0 1 1 0 0,1 0 0 0 0,-1-1 0 0 0,0 1-1 0 0,1 0 1 0 0,-1-1 0 0 0,1 1 0 0 0,-1-1-1 0 0,1 1 1 0 0,-1-1 0 0 0,1 1-1 0 0,0-1 1 0 0,-1 1 0 0 0,1-1 0 0 0,-1 0-1 0 0,1 1 1 0 0,0-1 0 0 0,0 0 0 0 0,-1 0-1 0 0,1 1 1 0 0,0-1 0 0 0,-1 0 0 0 0,1 0-1 0 0,0 0 1 0 0,0 0 0 0 0,-1 0 0 0 0,1 0-1 0 0,0 0 1 0 0,1 0 0 0 0,31 0 274 0 0,-29 0-157 0 0,150-11 934 0 0,52-1-1256 0 0,-156 12-370 0 0,65 9 0 0 0,-85-4-183 0 0</inkml:trace>
</inkml:ink>
</file>

<file path=ppt/ink/ink2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9:25.73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68 158 4145 0 0,'-19'-11'3043'0'0,"15"9"-2290"0"0,-1-1-1 0 0,1 1 1 0 0,0-1-1 0 0,-1 0 1 0 0,1 0-1 0 0,1 0 1 0 0,-1 0-1 0 0,0-1 1 0 0,1 1-1 0 0,-5-7 1 0 0,8 8-575 0 0,0 1-1 0 0,-1-1 1 0 0,1 0-1 0 0,0 1 1 0 0,0-1 0 0 0,1 1-1 0 0,-1-1 1 0 0,0 0-1 0 0,0 1 1 0 0,1-1 0 0 0,-1 1-1 0 0,1-1 1 0 0,0 1-1 0 0,-1-1 1 0 0,1 1-1 0 0,0-1 1 0 0,0 1 0 0 0,0 0-1 0 0,0-1 1 0 0,0 1-1 0 0,2-2 1 0 0,27-28 1099 0 0,-28 28-1083 0 0,3-1-59 0 0,0 0 0 0 0,0 0 0 0 0,1 0 0 0 0,-1 1 0 0 0,1 0 0 0 0,0 0 1 0 0,-1 0-1 0 0,1 1 0 0 0,1 0 0 0 0,-1 0 0 0 0,7-1 0 0 0,-11 2-127 0 0,1 1 1 0 0,-1 0 0 0 0,1 0 0 0 0,-1 0 0 0 0,1 0 0 0 0,-1 0 0 0 0,1 0 0 0 0,-1 0-1 0 0,1 1 1 0 0,-1 0 0 0 0,1-1 0 0 0,-1 1 0 0 0,0 0 0 0 0,1 0 0 0 0,-1 0-1 0 0,0 1 1 0 0,0-1 0 0 0,0 0 0 0 0,0 1 0 0 0,0-1 0 0 0,0 1 0 0 0,0 0 0 0 0,0 0-1 0 0,-1 0 1 0 0,1 0 0 0 0,-1 0 0 0 0,1 0 0 0 0,-1 0 0 0 0,0 0 0 0 0,2 5 0 0 0,0 3-19 0 0,0 0 0 0 0,0 0 1 0 0,-1 0-1 0 0,0 0 0 0 0,-1 0 1 0 0,0 1-1 0 0,-1-1 1 0 0,0 1-1 0 0,-3 18 0 0 0,-3 11-415 0 0,-15 46 0 0 0,11-44-219 0 0,8-36 496 0 0,-5 27-124 0 0,7-32 293 0 0,-1 0 0 0 0,1 1 0 0 0,0-1 0 0 0,0 0 0 0 0,0 0 0 0 0,0 1 0 0 0,0-1 0 0 0,0 0 0 0 0,0 0 0 0 0,0 1 0 0 0,0-1 0 0 0,1 0 0 0 0,-1 0 0 0 0,0 0 0 0 0,1 0 0 0 0,-1 1 0 0 0,1-1 0 0 0,-1 0 0 0 0,2 1 0 0 0,-1-2 32 0 0,0 1 0 0 0,0-1 1 0 0,0 0-1 0 0,0 0 1 0 0,1 0-1 0 0,-1-1 1 0 0,0 1-1 0 0,0 0 0 0 0,0 0 1 0 0,0 0-1 0 0,0-1 1 0 0,0 1-1 0 0,0-1 1 0 0,0 1-1 0 0,0-1 1 0 0,0 1-1 0 0,0-1 0 0 0,0 0 1 0 0,1 0-1 0 0,21-16 260 0 0,-21 15-260 0 0,59-44 324 0 0,84-49-1 0 0,-103 72-2124 0 0,66-26 0 0 0,-91 43-5449 0 0</inkml:trace>
</inkml:ink>
</file>

<file path=ppt/ink/ink2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9:26.51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10594 0 0,'13'0'10929'0'0,"-7"4"-10782"0"0,0 0-1 0 0,0 0 1 0 0,0 0-1 0 0,0 1 1 0 0,-1 0-1 0 0,0 0 1 0 0,0 1-1 0 0,0-1 1 0 0,0 1-1 0 0,-1 0 1 0 0,0 1-1 0 0,-1-1 0 0 0,1 1 1 0 0,-1-1-1 0 0,3 10 1 0 0,4 14 53 0 0,-2 1 1 0 0,7 43-1 0 0,7 28-168 0 0,-16-88-186 0 0,-1 0-1 0 0,2 0 1 0 0,12 21-1 0 0,-9-18-298 0 0</inkml:trace>
</inkml:ink>
</file>

<file path=ppt/ink/ink2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9:28.23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15 301 3681 0 0,'0'-18'805'0'0,"0"-70"4604"0"0,-12-89-1 0 0,10 159-2645 0 0,3 27 301 0 0,5 29-1401 0 0,22 93-991 0 0,12 151 0 0 0,-8-37-548 0 0,-30-235-166 0 0,0-2-88 0 0,0 0 0 0 0,-1 0 0 0 0,0 0 0 0 0,-1 0-1 0 0,1 0 1 0 0,-1 0 0 0 0,-1 0 0 0 0,-2 12 0 0 0</inkml:trace>
</inkml:ink>
</file>

<file path=ppt/ink/ink2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9:28.46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78 182 4609 0 0,'-35'-50'613'0'0,"-4"-8"5545"0"0,38 57-5925 0 0,1 0 1 0 0,-1 0-1 0 0,1 0 0 0 0,0 0 1 0 0,-1 0-1 0 0,1-1 0 0 0,0 1 1 0 0,-1 0-1 0 0,1 0 0 0 0,0 0 1 0 0,0 0-1 0 0,0 0 1 0 0,0-1-1 0 0,0 1 0 0 0,0 0 1 0 0,1 0-1 0 0,-1 0 0 0 0,0 0 1 0 0,1 0-1 0 0,-1 0 0 0 0,0 0 1 0 0,1-1-1 0 0,-1 1 1 0 0,1 0-1 0 0,1-1 0 0 0,0-1 79 0 0,0 1 0 0 0,1 0 1 0 0,-1-1-1 0 0,1 1 0 0 0,-1 0 0 0 0,1 0 0 0 0,0 0 0 0 0,6-2 0 0 0,1 0 66 0 0,0 0 0 0 0,0 0-1 0 0,0 1 1 0 0,22-3 0 0 0,-22 6-305 0 0,0 0 1 0 0,1 0-1 0 0,-1 1 0 0 0,0 0 1 0 0,0 0-1 0 0,1 2 1 0 0,-1-1-1 0 0,0 1 1 0 0,-1 1-1 0 0,1-1 0 0 0,-1 2 1 0 0,14 7-1 0 0,-10-4-462 0 0,-1 0 1 0 0,0 1-1 0 0,12 12 0 0 0,-13-10-1729 0 0,-1 0 0 0 0,18 24 0 0 0,-12-11-4430 0 0</inkml:trace>
</inkml:ink>
</file>

<file path=ppt/ink/ink2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9:28.65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0 131 14283 0 0,'4'0'86'0'0,"-1"1"1"0"0,0-1-1 0 0,0-1 0 0 0,0 1 0 0 0,1 0 0 0 0,-1-1 1 0 0,0 1-1 0 0,0-1 0 0 0,0 0 0 0 0,0 0 1 0 0,0-1-1 0 0,0 1 0 0 0,0 0 0 0 0,0-1 1 0 0,3-2-1 0 0,4-1-11 0 0,63-31 196 0 0,18-9-2175 0 0,-29 20-3251 0 0,-46 19 4447 0 0</inkml:trace>
</inkml:ink>
</file>

<file path=ppt/ink/ink2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9:29.02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 97 12443 0 0,'0'-1'141'0'0,"-1"-1"0"0"0,0 1 0 0 0,1-1 0 0 0,-1 1-1 0 0,1 0 1 0 0,0-1 0 0 0,-1 1 0 0 0,1-1 0 0 0,0 1 0 0 0,0-1 0 0 0,0 1 0 0 0,0-1 0 0 0,0 1 0 0 0,0-1 0 0 0,0 1 0 0 0,0-1 0 0 0,1 1 0 0 0,-1-1 0 0 0,1 1 0 0 0,-1-1 0 0 0,1-1 0 0 0,1 0 175 0 0,0 0 0 0 0,0-1 0 0 0,1 1 1 0 0,-1 0-1 0 0,1 0 0 0 0,-1 0 0 0 0,1 0 1 0 0,4-3-1 0 0,-2 3-36 0 0,-1-1 0 0 0,1 1 0 0 0,0-1-1 0 0,1 2 1 0 0,-1-1 0 0 0,0 0 0 0 0,1 1 0 0 0,-1 0 0 0 0,1 1 0 0 0,0-1 0 0 0,8-1 0 0 0,-10 4-253 0 0,0 0 1 0 0,-1-1-1 0 0,1 1 1 0 0,-1 0-1 0 0,0 1 1 0 0,1-1 0 0 0,-1 1-1 0 0,0-1 1 0 0,0 1-1 0 0,0 0 1 0 0,0 0-1 0 0,0 1 1 0 0,0-1-1 0 0,0 0 1 0 0,-1 1 0 0 0,1 0-1 0 0,-1-1 1 0 0,0 1-1 0 0,0 0 1 0 0,0 0-1 0 0,0 0 1 0 0,-1 1-1 0 0,1-1 1 0 0,-1 0-1 0 0,2 5 1 0 0,2 6-57 0 0,-1 0 0 0 0,0 0 0 0 0,0 0 0 0 0,2 29-1 0 0,-6-13 99 0 0,0 0-1 0 0,-8 52 0 0 0,0-3 965 0 0,7-78-988 0 0,1 0-1 0 0,0 0 1 0 0,0 0-1 0 0,0 0 1 0 0,0 0-1 0 0,0 0 1 0 0,0 1 0 0 0,0-1-1 0 0,0 0 1 0 0,0 0-1 0 0,1 0 1 0 0,-1 0-1 0 0,0 0 1 0 0,1 0-1 0 0,-1 0 1 0 0,0 0 0 0 0,1 0-1 0 0,0 0 1 0 0,-1 0-1 0 0,1-1 1 0 0,-1 1-1 0 0,1 0 1 0 0,0 0 0 0 0,1 1-1 0 0,-1-2-17 0 0,0 0 0 0 0,1 1 0 0 0,-1-1-1 0 0,0 0 1 0 0,0 0 0 0 0,0 0 0 0 0,1 0 0 0 0,-1 0 0 0 0,0 0-1 0 0,0 0 1 0 0,1-1 0 0 0,-1 1 0 0 0,0 0 0 0 0,0-1 0 0 0,0 1 0 0 0,0-1-1 0 0,2 0 1 0 0,7-4-74 0 0,-1-1-1 0 0,0 0 1 0 0,12-11-1 0 0,-20 17 41 0 0,36-32-370 0 0,3-2-1295 0 0,-13 12-4074 0 0,-2 4-1638 0 0</inkml:trace>
</inkml:ink>
</file>

<file path=ppt/ink/ink2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9:29.25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54 11522 0 0,'14'-8'3690'0'0,"67"-33"-2672"0"0,-79 40-1092 0 0,1 0-1 0 0,-1 1 1 0 0,1-1 0 0 0,-1 1-1 0 0,0-1 1 0 0,1 1-1 0 0,-1 0 1 0 0,1 0 0 0 0,-1 0-1 0 0,1 0 1 0 0,-1 0-1 0 0,1 1 1 0 0,-1-1 0 0 0,1 1-1 0 0,-1 0 1 0 0,0 0-1 0 0,1-1 1 0 0,-1 1 0 0 0,0 1-1 0 0,0-1 1 0 0,0 0 0 0 0,3 2-1 0 0,4 6 63 0 0</inkml:trace>
</inkml:ink>
</file>

<file path=ppt/ink/ink2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9:29.40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46 14283 0 0,'-2'5'1272'0'0,"2"-3"-1016"0"0,0 1-256 0 0,2-3 0 0 0,0 2 0 0 0,1-1 0 0 0,1 2 0 0 0,4 0 0 0 0,3 0 288 0 0,2-2 65 0 0,3-4 15 0 0,-1-2 0 0 0,1-3-864 0 0,0-3-177 0 0,2 0-31 0 0,1-1 0 0 0,2 2 552 0 0,-3 2 152 0 0</inkml:trace>
</inkml:ink>
</file>

<file path=ppt/ink/ink2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9:29.64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14283 0 0,'6'8'7300'0'0,"-1"13"-7145"0"0,-4-17 486 0 0,10 72 109 0 0,-3 0-1 0 0,-3 119 0 0 0,-1-20-619 0 0,-3-168-145 0 0,19 220 172 0 0,-16-199-391 0 0,2 0 1 0 0,1 0-1 0 0,1-1 0 0 0,1 0 0 0 0,25 50 0 0 0,-24-61-614 0 0,-1-3-187 0 0</inkml:trace>
</inkml:ink>
</file>

<file path=ppt/ink/ink2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9:29.83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31 221 12443 0 0,'-6'-11'388'0'0,"1"-1"1"0"0,0 0 0 0 0,-6-21 0 0 0,10 28-78 0 0,0 0 1 0 0,0-1-1 0 0,1 1 1 0 0,0 0 0 0 0,0-1-1 0 0,0 1 1 0 0,1 0-1 0 0,0 0 1 0 0,0-1-1 0 0,0 1 1 0 0,1 0-1 0 0,1-5 1 0 0,-1 6-103 0 0,1-1 0 0 0,-1 1 1 0 0,0-1-1 0 0,1 1 0 0 0,0 0 1 0 0,0 0-1 0 0,0 0 0 0 0,1 0 1 0 0,-1 1-1 0 0,1-1 0 0 0,0 1 0 0 0,0 0 1 0 0,0 0-1 0 0,0 1 0 0 0,6-3 1 0 0,-3 1-32 0 0,1 1 0 0 0,0 0-1 0 0,0 1 1 0 0,0 0 0 0 0,0 0 0 0 0,0 1 0 0 0,0 0 0 0 0,16 0 0 0 0,-14 2-490 0 0,1-1 0 0 0,0 1 0 0 0,0 1 0 0 0,-1 0 1 0 0,1 0-1 0 0,-1 1 0 0 0,1 1 0 0 0,-1 0 0 0 0,0 0 0 0 0,-1 1 0 0 0,1 0 1 0 0,-1 0-1 0 0,0 1 0 0 0,12 11 0 0 0,-3 2-6438 0 0</inkml:trace>
</inkml:ink>
</file>

<file path=ppt/ink/ink2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9:30.01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93 14283 0 0,'0'0'52'0'0,"0"1"0"0"0,0-1 0 0 0,0 0 0 0 0,1 1 0 0 0,-1-1 0 0 0,0 1 0 0 0,0-1 0 0 0,0 1 0 0 0,0-1 0 0 0,0 0 0 0 0,0 1 0 0 0,1-1 0 0 0,-1 0 0 0 0,0 1 0 0 0,0-1 0 0 0,0 1 0 0 0,1-1 0 0 0,-1 0 0 0 0,0 1 0 0 0,1-1 0 0 0,-1 0 0 0 0,0 0 0 0 0,1 1 0 0 0,-1-1 0 0 0,0 0 0 0 0,1 0 0 0 0,-1 1 0 0 0,1-1 0 0 0,-1 0 0 0 0,0 0 0 0 0,1 0 1 0 0,-1 0-1 0 0,1 0 0 0 0,20-2 1090 0 0,24-16 272 0 0,-41 16-1210 0 0,48-27 1691 0 0,21-9-2667 0 0,-67 35 631 0 0,0 1 0 0 0,0 0 0 0 0,0 0-1 0 0,1 1 1 0 0,-1-1 0 0 0,1 1 0 0 0,-1 1 0 0 0,1-1 0 0 0,11 2 0 0 0,-2 2 141 0 0</inkml:trace>
</inkml:ink>
</file>

<file path=ppt/ink/ink2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9:30.42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9 6449 0 0,'-6'-8'17268'0'0,"15"57"-17099"0"0,-2 0-1 0 0,1 89 1 0 0,-6-83-123 0 0,-1 15-507 0 0,3 49-2089 0 0,-3-105 1918 0 0,1 0-1 0 0,1 0 0 0 0,0 0 0 0 0,1-1 0 0 0,0 0 1 0 0,8 15-1 0 0</inkml:trace>
</inkml:ink>
</file>

<file path=ppt/ink/ink2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9:30.62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25 14283 0 0,'-3'0'5093'0'0,"4"-8"-4523"0"0,0 6-500 0 0,-1 1-206 0 0,0 0-1 0 0,1 1 0 0 0,-1-1 1 0 0,0 0-1 0 0,0 1 0 0 0,0-1 1 0 0,1 0-1 0 0,-1 1 0 0 0,0-1 0 0 0,0 1 1 0 0,1-1-1 0 0,-1 1 0 0 0,1-1 1 0 0,-1 1-1 0 0,0-1 0 0 0,1 1 1 0 0,-1-1-1 0 0,1 1 0 0 0,-1-1 0 0 0,1 1 1 0 0,0 0-1 0 0,-1-1 0 0 0,1 1 1 0 0,-1 0-1 0 0,1-1 0 0 0,0 1 1 0 0,-1 0-1 0 0,1 0 0 0 0,0 0 0 0 0,-1-1 1 0 0,1 1-1 0 0,0 0 0 0 0,-1 0 1 0 0,1 0-1 0 0,0 0 0 0 0,-1 0 1 0 0,1 0-1 0 0,0 1 0 0 0,-1-1 0 0 0,1 0 1 0 0,-1 0-1 0 0,1 0 0 0 0,0 1 1 0 0,-1-1-1 0 0,2 1 0 0 0,6 1 76 0 0</inkml:trace>
</inkml:ink>
</file>

<file path=ppt/ink/ink2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9:30.98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10594 0 0,'66'119'8342'0'0,"-19"-39"-6127"0"0,-42-71-2223 0 0,-4-5-113 0 0,1 0 0 0 0,0-1 0 0 0,0 1 1 0 0,0 0-1 0 0,1 0 0 0 0,-1-1 1 0 0,1 0-1 0 0,0 1 0 0 0,0-1 1 0 0,5 4-1 0 0,-6-10-42 0 0,-1 1 0 0 0,1 0 0 0 0,-1-1 0 0 0,0 1 0 0 0,0-1 0 0 0,0 1 0 0 0,0-1 0 0 0,0 1 0 0 0,0-1 0 0 0,0-3 0 0 0,-1 4 50 0 0,8-29-34 0 0,-3 8 984 0 0,13-34-1 0 0,-16 52-650 0 0,0 1 1 0 0,0-1-1 0 0,0 1 1 0 0,0-1-1 0 0,1 1 0 0 0,0 0 1 0 0,0 0-1 0 0,0 0 1 0 0,0 1-1 0 0,1-1 0 0 0,-1 1 1 0 0,1 0-1 0 0,6-4 1 0 0,-9 6-173 0 0,0 0 0 0 0,0 1 0 0 0,0-1 0 0 0,1 1 0 0 0,-1-1 1 0 0,0 1-1 0 0,0 0 0 0 0,1-1 0 0 0,-1 1 0 0 0,0 0 0 0 0,1 0 0 0 0,-1 0 0 0 0,0 0 1 0 0,1 0-1 0 0,-1 0 0 0 0,0 0 0 0 0,0 1 0 0 0,1-1 0 0 0,-1 0 0 0 0,0 1 1 0 0,1-1-1 0 0,0 1 0 0 0,0 1 35 0 0,0-1 0 0 0,0 1 0 0 0,0 0 0 0 0,0 0 0 0 0,0-1 0 0 0,0 1 0 0 0,0 1 0 0 0,-1-1 0 0 0,1 0 0 0 0,1 4 0 0 0,3 5 168 0 0,-1 1 1 0 0,0 1-1 0 0,4 19 1 0 0,-6-24-192 0 0,14 48-431 0 0,-10-41-22 0 0</inkml:trace>
</inkml:ink>
</file>

<file path=ppt/ink/ink2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9:31.37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68 9218 0 0,'-4'13'6074'0'0,"22"-17"-1676"0"0,-6 0-4346 0 0,70-38 1199 0 0,-42 20-3897 0 0,-22 14-4043 0 0</inkml:trace>
</inkml:ink>
</file>

<file path=ppt/ink/ink2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9:31.5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29 28 4609 0 0,'-10'8'490'0'0,"-9"12"6994"0"0,31-23-2420 0 0,13-9-4854 0 0,-12 5-1360 0 0,0 0 0 0 0,0 0-1 0 0,21-6 1 0 0,-14 7-600 0 0</inkml:trace>
</inkml:ink>
</file>

<file path=ppt/ink/ink2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9:32.43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493 321 6449 0 0,'-21'3'383'0'0,"1"-1"0"0"0,-1-1 0 0 0,-36-3 0 0 0,34 0 434 0 0,0 2 1 0 0,-45 4-1 0 0,30 2 1372 0 0,-1-1 0 0 0,1-2 1 0 0,0-2-1 0 0,-66-6 0 0 0,104 5-2183 0 0,0 0-1 0 0,1 0 1 0 0,-1-1-1 0 0,0 1 1 0 0,0 0-1 0 0,0 0 1 0 0,0 0-1 0 0,0 0 1 0 0,0 0 0 0 0,0 0-1 0 0,0 0 1 0 0,0 0-1 0 0,0 0 1 0 0,0-1-1 0 0,0 1 1 0 0,0 0-1 0 0,-1 0 1 0 0,1 0-1 0 0,0 0 1 0 0,0 0-1 0 0,0 0 1 0 0,0 0-1 0 0,0 0 1 0 0,0 0-1 0 0,0 0 1 0 0,0-1-1 0 0,0 1 1 0 0,0 0 0 0 0,0 0-1 0 0,0 0 1 0 0,0 0-1 0 0,0 0 1 0 0,0 0-1 0 0,-1 0 1 0 0,1 0-1 0 0,0 0 1 0 0,0 0-1 0 0,0 0 1 0 0,0 0-1 0 0,0 0 1 0 0,0 0-1 0 0,0 0 1 0 0,0 0-1 0 0,0 0 1 0 0,-1 0-1 0 0,1 0 1 0 0,0 0 0 0 0,0 0-1 0 0,0 0 1 0 0,14-4 443 0 0,22-2 155 0 0,544-45-351 0 0,-162 24 237 0 0,-143 7-249 0 0,705-85 1238 0 0,-637 61-1118 0 0,-223 29-298 0 0,341-36 332 0 0,-312 41-805 0 0,163 10 1 0 0,-191 12-1060 0 0,-71-3-5005 0 0,-18-2-945 0 0</inkml:trace>
</inkml:ink>
</file>

<file path=ppt/ink/ink2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9:33.09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7 9218 0 0,'6'-6'11872'0'0,"38"271"-9232"0"0,-4-14-2656 0 0,-20-162-1567 0 0,-17-80 737 0 0</inkml:trace>
</inkml:ink>
</file>

<file path=ppt/ink/ink2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9:33.42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65 10594 0 0,'5'-5'244'0'0,"-1"0"0"0"0,0 1-1 0 0,1-1 1 0 0,0 1 0 0 0,0 0-1 0 0,1 0 1 0 0,-1 0 0 0 0,1 1-1 0 0,-1 0 1 0 0,1 0 0 0 0,0 0-1 0 0,1 1 1 0 0,-1 0 0 0 0,0 0 0 0 0,11-2-1 0 0,-4 2 396 0 0,1-1 1 0 0,-1 2-1 0 0,1 0 0 0 0,0 1 1 0 0,-1 0-1 0 0,23 3 0 0 0,-32-2-555 0 0,0-1-1 0 0,-1 1 0 0 0,1 0 1 0 0,0 0-1 0 0,-1 0 1 0 0,1 1-1 0 0,-1-1 1 0 0,0 1-1 0 0,1 0 1 0 0,-1 0-1 0 0,0 0 1 0 0,0 0-1 0 0,0 1 1 0 0,0-1-1 0 0,0 1 1 0 0,-1 0-1 0 0,1-1 1 0 0,-1 1-1 0 0,0 0 1 0 0,0 1-1 0 0,0-1 1 0 0,0 0-1 0 0,0 1 0 0 0,1 4 1 0 0,-1 0-36 0 0,-1 0 1 0 0,1 0-1 0 0,-2 0 1 0 0,1 0 0 0 0,-1 1-1 0 0,0-1 1 0 0,-1 0-1 0 0,0 0 1 0 0,0 0-1 0 0,-4 11 1 0 0,-7 24 258 0 0,-29 67 1 0 0,24-69 220 0 0,-20 71 1 0 0,36-110-496 0 0,1-1 0 0 0,0 0 0 0 0,-1 0-1 0 0,1 1 1 0 0,0-1 0 0 0,0 0 0 0 0,0 1 0 0 0,0-1 0 0 0,0 0-1 0 0,0 1 1 0 0,0-1 0 0 0,0 0 0 0 0,0 0 0 0 0,1 1 0 0 0,-1-1 0 0 0,1 0-1 0 0,-1 0 1 0 0,1 1 0 0 0,-1-1 0 0 0,1 0 0 0 0,0 1 0 0 0,0-1-23 0 0,0 0 1 0 0,0-1-1 0 0,1 1 1 0 0,-1 0-1 0 0,0-1 1 0 0,0 1-1 0 0,0-1 1 0 0,0 0-1 0 0,1 1 1 0 0,-1-1-1 0 0,0 0 1 0 0,0 0-1 0 0,1 0 1 0 0,-1 1-1 0 0,0-1 1 0 0,0-1-1 0 0,1 1 1 0 0,0 0-1 0 0,10-3-134 0 0,0 1 1 0 0,0-2-1 0 0,21-9 0 0 0,-11 4-199 0 0,-5 5-1200 0 0,0 0 0 0 0,25-2 0 0 0,-21 4-45 0 0</inkml:trace>
</inkml:ink>
</file>

<file path=ppt/ink/ink2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9:33.61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11402 0 0,'2'0'233'0'0,"-1"1"-1"0"0,1-1 1 0 0,-1 1 0 0 0,1-1-1 0 0,-1 1 1 0 0,0 0-1 0 0,1 0 1 0 0,-1 0-1 0 0,0 0 1 0 0,1 0-1 0 0,-1 0 1 0 0,0 0-1 0 0,0 1 1 0 0,0-1-1 0 0,0 0 1 0 0,0 0-1 0 0,1 3 1 0 0,17 28 4570 0 0,-16-26-4432 0 0,23 40 1155 0 0,34 67-7 0 0,-47-87-2270 0 0,-2 1 1 0 0,11 39-1 0 0,-19-55-8 0 0</inkml:trace>
</inkml:ink>
</file>

<file path=ppt/ink/ink2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9:33.83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1 187 10594 0 0,'6'-1'632'0'0,"1"-1"0"0"0,0 0 0 0 0,-1 0 0 0 0,0 0 0 0 0,1 0 1 0 0,9-7-1 0 0,5 0 603 0 0,25-10 1131 0 0,70-26 887 0 0,60-17-2481 0 0,-105 38-3459 0 0,-49 16-4548 0 0</inkml:trace>
</inkml:ink>
</file>

<file path=ppt/ink/ink2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9:34.06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20 1 13363 0 0,'-1'0'222'0'0,"-1"1"1"0"0,1 0-1 0 0,0 0 0 0 0,0 0 1 0 0,0 0-1 0 0,-1-1 0 0 0,1 1 1 0 0,0 1-1 0 0,0-1 1 0 0,0 0-1 0 0,1 0 0 0 0,-1 0 1 0 0,0 0-1 0 0,0 1 0 0 0,0-1 1 0 0,1 0-1 0 0,-1 1 0 0 0,1-1 1 0 0,-1 1-1 0 0,1-1 1 0 0,0 1-1 0 0,-1-1 0 0 0,1 0 1 0 0,0 1-1 0 0,0-1 0 0 0,0 1 1 0 0,0-1-1 0 0,0 1 0 0 0,1 2 1 0 0,6 58 2166 0 0,-3-42-1755 0 0,22 166 942 0 0,-19-151-2001 0 0,2 0 0 0 0,1 0-1 0 0,18 40 1 0 0,-18-55-192 0 0,1 0-5 0 0</inkml:trace>
</inkml:ink>
</file>

<file path=ppt/ink/ink2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9:34.30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 10594 0 0,'1'-1'288'0'0,"1"1"0"0"0,-1 0-1 0 0,1 0 1 0 0,-1 0 0 0 0,1 0 0 0 0,-1 0-1 0 0,1 0 1 0 0,-1 0 0 0 0,0 1-1 0 0,1-1 1 0 0,-1 0 0 0 0,1 1-1 0 0,-1-1 1 0 0,0 1 0 0 0,1-1 0 0 0,-1 1-1 0 0,0 0 1 0 0,0 0 0 0 0,1 0-1 0 0,-1-1 1 0 0,0 1 0 0 0,1 2 0 0 0,24 23 2746 0 0,-14-10-2429 0 0,0 1 1 0 0,-2 1 0 0 0,0-1 0 0 0,-1 1 0 0 0,9 30 0 0 0,26 103-447 0 0,-18-51 340 0 0,16 19-735 0 0,-10-30-3769 0 0,-26-84 3954 0 0,-9-10-56 0 0</inkml:trace>
</inkml:ink>
</file>

<file path=ppt/ink/ink2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9:34.62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1 161 8754 0 0,'0'-11'725'0'0,"-1"-1"0"0"0,1 1 0 0 0,1 0 0 0 0,0-1 0 0 0,4-18 1 0 0,-4 26-395 0 0,1-1 1 0 0,-1 1-1 0 0,1 0 1 0 0,-1 0 0 0 0,1 0-1 0 0,1 0 1 0 0,-1 0-1 0 0,0 0 1 0 0,1 0 0 0 0,0 1-1 0 0,0-1 1 0 0,0 1-1 0 0,0 0 1 0 0,1 0 0 0 0,-1 0-1 0 0,1 0 1 0 0,4-2-1 0 0,-5 4-247 0 0,0 0 0 0 0,0 0 0 0 0,0 0-1 0 0,0 1 1 0 0,0-1 0 0 0,0 1-1 0 0,0 0 1 0 0,0 0 0 0 0,0 0-1 0 0,0 0 1 0 0,0 1 0 0 0,0-1 0 0 0,0 1-1 0 0,0 0 1 0 0,0 0 0 0 0,0 0-1 0 0,0 0 1 0 0,0 0 0 0 0,-1 0-1 0 0,1 1 1 0 0,0 0 0 0 0,-1-1 0 0 0,5 5-1 0 0,1 0 49 0 0,0 0 1 0 0,-1 1-1 0 0,1 1 0 0 0,-1-1 0 0 0,10 16 0 0 0,-13-17-93 0 0,0 1 0 0 0,-1-1 0 0 0,1 1 1 0 0,-2 0-1 0 0,1-1 0 0 0,-1 1 0 0 0,0 1 0 0 0,0-1 0 0 0,-1 0 0 0 0,0 0 0 0 0,0 1 0 0 0,-1-1 0 0 0,0 0 0 0 0,0 1 0 0 0,-1-1 0 0 0,1 0 0 0 0,-2 1 0 0 0,-2 9 0 0 0,-4 7 142 0 0,-1 0-1 0 0,-2-1 1 0 0,-26 43-1 0 0,4-5 655 0 0,32-60-816 0 0,1-1 0 0 0,-1 1-1 0 0,1 0 1 0 0,-1 0-1 0 0,1 0 1 0 0,-1 0 0 0 0,1 0-1 0 0,-1 0 1 0 0,1 0-1 0 0,0 0 1 0 0,0 0-1 0 0,0 0 1 0 0,-1 0 0 0 0,1 0-1 0 0,0 0 1 0 0,0 0-1 0 0,0 0 1 0 0,1 0 0 0 0,-1 0-1 0 0,0 0 1 0 0,0 0-1 0 0,1 2 1 0 0,0-2-24 0 0,-1-1 0 0 0,1 0 0 0 0,0 1 0 0 0,0-1 0 0 0,0 0 0 0 0,-1 1 0 0 0,1-1 0 0 0,0 0 0 0 0,0 0 0 0 0,0 0 0 0 0,0 0-1 0 0,-1 0 1 0 0,1 0 0 0 0,0 0 0 0 0,0 0 0 0 0,0 0 0 0 0,0 0 0 0 0,-1 0 0 0 0,1-1 0 0 0,0 1 0 0 0,1-1 0 0 0,48-21-674 0 0,-48 20 648 0 0,92-43-2995 0 0,-76 36-4470 0 0</inkml:trace>
</inkml:ink>
</file>

<file path=ppt/ink/ink2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9:34.84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7282 0 0,'7'12'1668'0'0,"1"0"0"0"0,0-1 0 0 0,1 0 1 0 0,0-1-1 0 0,19 16 0 0 0,23 28 2444 0 0,-39-36-3624 0 0,-1 2 0 0 0,0-1 0 0 0,11 29 0 0 0,-13-26 62 0 0,1-2 0 0 0,25 39 0 0 0,-34-57-489 0 0,1 1 0 0 0,0-1 0 0 0,0 0-1 0 0,0 0 1 0 0,0 0 0 0 0,1-1 0 0 0,-1 1 0 0 0,0 0-1 0 0,1-1 1 0 0,-1 1 0 0 0,1-1 0 0 0,0 0-1 0 0,-1 0 1 0 0,1 0 0 0 0,0 0 0 0 0,0-1-1 0 0,0 1 1 0 0,-1-1 0 0 0,1 0 0 0 0,0 1 0 0 0,0-1-1 0 0,0 0 1 0 0,0-1 0 0 0,0 1 0 0 0,-1 0-1 0 0,1-1 1 0 0,0 0 0 0 0,0 0 0 0 0,0 0-1 0 0,-1 0 1 0 0,4-1 0 0 0,39-23-1210 0 0,-7-4-5843 0 0,-18 12-1095 0 0</inkml:trace>
</inkml:ink>
</file>

<file path=ppt/ink/ink2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9:35.53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32 2 11979 0 0,'-1'-1'195'0'0,"0"1"0"0"0,0 0 0 0 0,0 0-1 0 0,0 0 1 0 0,0 0 0 0 0,1 0 0 0 0,-1 0 0 0 0,0 0 0 0 0,0 0 0 0 0,0 0 0 0 0,0 0 0 0 0,0 1 0 0 0,0-1 0 0 0,0 0 0 0 0,0 1 0 0 0,1-1 0 0 0,-1 0 0 0 0,0 1 0 0 0,0-1 0 0 0,0 1 0 0 0,1-1 0 0 0,-1 1 0 0 0,0 0 0 0 0,1-1 0 0 0,-1 1 0 0 0,0 0 0 0 0,1-1 0 0 0,-1 1 0 0 0,0 1 0 0 0,0 1 44 0 0,0 0-1 0 0,0 0 1 0 0,0 0 0 0 0,0 0-1 0 0,0 0 1 0 0,1 0 0 0 0,-1 1-1 0 0,1-1 1 0 0,0 3 0 0 0,1 10 190 0 0,0 0 1 0 0,6 24-1 0 0,-7-39-379 0 0,28 132 659 0 0,78 225 1 0 0,-99-342-958 0 0,0 0 1 0 0,13 21-1 0 0,11 3-3265 0 0</inkml:trace>
</inkml:ink>
</file>

<file path=ppt/ink/ink2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9:35.88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1 169 13363 0 0,'0'-5'151'0'0,"1"0"0"0"0,-1-1 0 0 0,1 1 0 0 0,1-1 1 0 0,-1 1-1 0 0,1 0 0 0 0,0 0 0 0 0,0 0 0 0 0,0 0 0 0 0,1 0 0 0 0,0 1 1 0 0,0-1-1 0 0,0 1 0 0 0,0-1 0 0 0,1 1 0 0 0,-1 0 0 0 0,6-4 0 0 0,3-2 489 0 0,-1 0 0 0 0,1 1 0 0 0,1 0 0 0 0,-1 1 0 0 0,21-9 0 0 0,-29 14-509 0 0,0 1 0 0 0,1 0 0 0 0,-1 1-1 0 0,1-1 1 0 0,0 1 0 0 0,-1 0 0 0 0,1 0-1 0 0,0 0 1 0 0,0 1 0 0 0,0-1 0 0 0,-1 1-1 0 0,1 0 1 0 0,0 1 0 0 0,0-1-1 0 0,0 1 1 0 0,-1 0 0 0 0,1 0 0 0 0,0 1-1 0 0,-1-1 1 0 0,9 5 0 0 0,-10-4-130 0 0,0 1 1 0 0,-1-1-1 0 0,0 1 1 0 0,0-1-1 0 0,0 1 1 0 0,0 0-1 0 0,0 0 1 0 0,0 0-1 0 0,-1 0 1 0 0,1 0-1 0 0,-1 1 1 0 0,0-1-1 0 0,0 0 1 0 0,0 1-1 0 0,0-1 1 0 0,-1 0-1 0 0,1 1 1 0 0,-1-1-1 0 0,0 1 1 0 0,0-1-1 0 0,-1 1 1 0 0,1-1-1 0 0,0 1 1 0 0,-3 5-1 0 0,-1 9-9 0 0,0 0 0 0 0,-1-1 0 0 0,-10 22 0 0 0,-4 0 18 0 0,-1 0 0 0 0,-2-2 0 0 0,-2-1 0 0 0,-1-1 0 0 0,-56 61 0 0 0,80-95 16 0 0,0 0 1 0 0,0-1-1 0 0,0 1 0 0 0,0 0 0 0 0,0 0 0 0 0,1 0 0 0 0,-1 0 1 0 0,0 0-1 0 0,1 0 0 0 0,-1 0 0 0 0,1 0 0 0 0,-1 1 0 0 0,1-1 1 0 0,-1 0-1 0 0,1 0 0 0 0,0 0 0 0 0,0 0 0 0 0,-1 1 0 0 0,1-1 1 0 0,0 0-1 0 0,0 0 0 0 0,1 2 0 0 0,-1-2-8 0 0,1 0 0 0 0,-1 0 0 0 0,1 0 0 0 0,0 0 0 0 0,0-1 0 0 0,-1 1 0 0 0,1 0 0 0 0,0 0 0 0 0,0-1 0 0 0,0 1 0 0 0,0-1 0 0 0,0 1 0 0 0,0-1 0 0 0,0 1 0 0 0,0-1 0 0 0,0 0 0 0 0,0 1 0 0 0,0-1 0 0 0,2 0 0 0 0,8 1 37 0 0,1 0 0 0 0,-1 0 0 0 0,19-3 0 0 0,-26 2-57 0 0,119-18 22 0 0,-8 1-1635 0 0,-88 15 661 0 0</inkml:trace>
</inkml:ink>
</file>

<file path=ppt/ink/ink2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9:36.14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18836 0 0,'2'2'317'0'0,"0"0"0"0"0,0 1 0 0 0,-1-1 0 0 0,1 0 1 0 0,-1 1-1 0 0,0-1 0 0 0,0 1 0 0 0,0-1 0 0 0,0 1 0 0 0,0 0 0 0 0,0-1 0 0 0,-1 1 1 0 0,1 5-1 0 0,1-1 189 0 0,36 172 2959 0 0,-6-23-3773 0 0,-24-124-3487 0 0,17 37 0 0 0,-17-49-4520 0 0</inkml:trace>
</inkml:ink>
</file>

<file path=ppt/ink/ink2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9:41.467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</inkml:brush>
  </inkml:definitions>
  <inkml:trace contextRef="#ctx0" brushRef="#br0">1002 67 6913 0 0,'-32'20'525'0'0,"-221"138"-4324"0"0,141-95 3142 0 0,-187 113 197 0 0,227-129 2233 0 0,2 3 0 0 0,-64 62 1 0 0,127-106-1412 0 0,5-5-231 0 0,-1 1 1 0 0,1 0 0 0 0,1-1-1 0 0,-1 1 1 0 0,0 0 0 0 0,0 0-1 0 0,1 0 1 0 0,-1 0-1 0 0,1 1 1 0 0,0-1 0 0 0,-2 4-1 0 0,3-6-80 0 0,0 1-1 0 0,1 0 0 0 0,-1-1 0 0 0,0 1 0 0 0,1-1 1 0 0,-1 1-1 0 0,1-1 0 0 0,-1 1 0 0 0,1-1 0 0 0,-1 1 1 0 0,1-1-1 0 0,-1 0 0 0 0,1 1 0 0 0,-1-1 0 0 0,1 0 0 0 0,-1 1 1 0 0,1-1-1 0 0,0 0 0 0 0,-1 0 0 0 0,1 1 0 0 0,-1-1 1 0 0,1 0-1 0 0,0 0 0 0 0,-1 0 0 0 0,1 0 0 0 0,0 0 1 0 0,-1 0-1 0 0,1 0 0 0 0,0 0 0 0 0,-1 0 0 0 0,2 0 0 0 0,25-1 772 0 0,-27 1-821 0 0,21-2 367 0 0,-1-1 0 0 0,1-1 0 0 0,-1-1 0 0 0,0 0 0 0 0,0-2 0 0 0,26-12 0 0 0,112-66 641 0 0,-111 57-732 0 0,587-321-644 0 0,-564 313 81 0 0,-15 9 131 0 0,-2-1 1 0 0,0-4 0 0 0,80-62-1 0 0,-126 87-477 0 0,-8 4 214 0 0,-16 7 40 0 0,-26 14 206 0 0,-121 82 121 0 0,35-20 415 0 0,-333 188 2098 0 0,442-256-2345 0 0,-109 68 525 0 0,113-69-444 0 0,1 1 0 0 0,0 1-1 0 0,1 0 1 0 0,0 1 0 0 0,-19 25 0 0 0,32-38-180 0 0,0 1 0 0 0,0-1 0 0 0,0 0 0 0 0,0 0 0 0 0,1 0 0 0 0,-1 1 0 0 0,0-1 0 0 0,1 0 0 0 0,-1 1 0 0 0,1-1 0 0 0,0 1 0 0 0,-1-1 0 0 0,1 0 0 0 0,0 1 0 0 0,0-1 0 0 0,0 1 0 0 0,0-1 0 0 0,0 1 0 0 0,0-1 0 0 0,0 2 0 0 0,1-2-30 0 0,0 0 1 0 0,-1 0-1 0 0,1 0 1 0 0,0 0-1 0 0,0 0 0 0 0,-1 0 1 0 0,1 0-1 0 0,0 0 1 0 0,0 0-1 0 0,0-1 1 0 0,0 1-1 0 0,0 0 0 0 0,0-1 1 0 0,0 1-1 0 0,1-1 1 0 0,-1 1-1 0 0,0-1 1 0 0,2 1-1 0 0,6 0-173 0 0,-1 1-1 0 0,1-2 1 0 0,0 1 0 0 0,-1-1 0 0 0,14-1-1 0 0,65-12-893 0 0,-1-3-1 0 0,106-35 0 0 0,61-12 137 0 0,-240 60 881 0 0,133-19 143 0 0,-127 20 166 0 0,0 1 0 0 0,1 1 0 0 0,-1 1 0 0 0,0 1 1 0 0,30 6-1 0 0,-45-8-226 0 0,-1 1 0 0 0,1 0 0 0 0,-1 0 0 0 0,1 1 0 0 0,-1-1 0 0 0,1 1 0 0 0,-1-1 0 0 0,0 1 1 0 0,1 0-1 0 0,-1 0 0 0 0,0 1 0 0 0,0-1 0 0 0,-1 0 0 0 0,1 1 0 0 0,0 0 0 0 0,-1 0 0 0 0,0 0 0 0 0,0 0 0 0 0,0 0 1 0 0,0 0-1 0 0,0 0 0 0 0,0 1 0 0 0,-1-1 0 0 0,0 1 0 0 0,1-1 0 0 0,-1 1 0 0 0,-1 0 0 0 0,1-1 0 0 0,0 1 0 0 0,-1 0 1 0 0,0-1-1 0 0,0 1 0 0 0,0 0 0 0 0,0 0 0 0 0,-1-1 0 0 0,1 1 0 0 0,-3 5 0 0 0,-1 7-234 0 0,-1 1 1 0 0,-1-1-1 0 0,0 0 0 0 0,-1-1 0 0 0,-1 1 0 0 0,-18 27 1 0 0,-14 11-191 0 0,-84 90 0 0 0,-63 35 1071 0 0,175-167-611 0 0,-21 20 430 0 0,-2-2 0 0 0,-1 0 0 0 0,-1-3 0 0 0,-47 26-1 0 0,138-92-3272 0 0,-24 16 1833 0 0,313-216-1845 0 0,16 24 7431 0 0,-352 212-4371 0 0,-3 1-91 0 0,-1 1 0 0 0,0-1 0 0 0,0 0 0 0 0,1 0 0 0 0,-1 0 0 0 0,-1-1 0 0 0,5-3 0 0 0,-17 6-269 0 0,-5 4-94 0 0,-89 41-327 0 0,-172 103-1 0 0,232-123 491 0 0,-24 15 1139 0 0,-69 52-1 0 0,136-91-1070 0 0,1-1-1 0 0,-1 1 1 0 0,0-1 0 0 0,0 1-1 0 0,0-1 1 0 0,1 1 0 0 0,-1-1-1 0 0,0 1 1 0 0,1 0-1 0 0,-1-1 1 0 0,0 1 0 0 0,1 0-1 0 0,-1 0 1 0 0,1-1 0 0 0,-1 1-1 0 0,1 0 1 0 0,0 0-1 0 0,-1 1 1 0 0,15-4-189 0 0,30-15-601 0 0,-43 17 758 0 0,37-17-774 0 0,191-75-1295 0 0,-192 80 2374 0 0,-1 2-1 0 0,1 1 1 0 0,1 2 0 0 0,54-3-1 0 0,-81 9 40 0 0,0 1-1 0 0,0 0 0 0 0,0 1 1 0 0,0 1-1 0 0,19 4 1 0 0,-28-6-301 0 0,0 1 0 0 0,-1-1 1 0 0,1 1-1 0 0,0 0 0 0 0,0 0 0 0 0,0-1 1 0 0,-1 1-1 0 0,1 0 0 0 0,-1 0 0 0 0,1 0 1 0 0,0 1-1 0 0,-1-1 0 0 0,0 0 1 0 0,1 1-1 0 0,-1-1 0 0 0,0 1 0 0 0,0-1 1 0 0,0 1-1 0 0,0-1 0 0 0,0 1 0 0 0,0 0 1 0 0,0 0-1 0 0,0-1 0 0 0,-1 1 1 0 0,1 0-1 0 0,-1 0 0 0 0,1 0 0 0 0,-1 0 1 0 0,0 0-1 0 0,0-1 0 0 0,0 1 0 0 0,0 0 1 0 0,0 0-1 0 0,0 0 0 0 0,0 0 0 0 0,-1 0 1 0 0,1 0-1 0 0,-1 0 0 0 0,1-1 1 0 0,-2 4-1 0 0,-9 16-220 0 0,-6 3-171 0 0</inkml:trace>
</inkml:ink>
</file>

<file path=ppt/ink/ink2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9:43.208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</inkml:brush>
  </inkml:definitions>
  <inkml:trace contextRef="#ctx0" brushRef="#br0">727 1 4609 0 0,'-11'6'5962'0'0,"-48"46"-5768"0"0,-12 8-227 0 0,-92 60 1 0 0,-89 39-857 0 0,176-113 920 0 0,36-22-105 0 0,35-23 156 0 0,26-16 9 0 0,53-34 167 0 0,2 3-1 0 0,92-40 1 0 0,-80 45 8 0 0,-29 12 232 0 0,1 3 0 0 0,1 2-1 0 0,92-22 1 0 0,-150 45-456 0 0,48-6 550 0 0,-49 7-541 0 0,0 0 0 0 0,0 0 0 0 0,0 0 0 0 0,0 0 1 0 0,1 0-1 0 0,-1 0 0 0 0,0 1 0 0 0,0-1 0 0 0,0 1 0 0 0,0-1 0 0 0,1 1 0 0 0,-1 0 0 0 0,0 0 0 0 0,0 0 1 0 0,-1 0-1 0 0,1 0 0 0 0,0 0 0 0 0,0 1 0 0 0,2 1 0 0 0,-4-2-65 0 0,1 1 0 0 0,-1-1 0 0 0,0 0-1 0 0,1 0 1 0 0,-1 0 0 0 0,0 0 0 0 0,0 1 0 0 0,0-1 0 0 0,0 0-1 0 0,0 0 1 0 0,0 1 0 0 0,0-1 0 0 0,-1 0 0 0 0,1 0 0 0 0,0 0-1 0 0,-1 0 1 0 0,1 0 0 0 0,-1 1 0 0 0,1-1 0 0 0,-1 0 0 0 0,0 0-1 0 0,1 0 1 0 0,-1 0 0 0 0,0 0 0 0 0,0 0 0 0 0,-1 1 0 0 0,-28 28-335 0 0,23-24 263 0 0,-421 349 1087 0 0,406-338-822 0 0,-58 40 742 0 0,46-34-275 0 0,-49 42-1 0 0,82-64-645 0 0,0-1 0 0 0,0 1 0 0 0,1-1 0 0 0,-1 1 0 0 0,0-1 0 0 0,1 1 0 0 0,-1-1 0 0 0,0 1 0 0 0,1 0-1 0 0,-1-1 1 0 0,1 1 0 0 0,-1 0 0 0 0,1 0 0 0 0,0-1 0 0 0,-1 1 0 0 0,1 0 0 0 0,-1 0 0 0 0,1 0 0 0 0,0 0 0 0 0,0-1-1 0 0,0 1 1 0 0,0 0 0 0 0,-1 2 0 0 0,2-3-24 0 0,0 0 0 0 0,0 1-1 0 0,-1-1 1 0 0,1 0 0 0 0,0 1 0 0 0,0-1 0 0 0,0 0-1 0 0,-1 0 1 0 0,1 0 0 0 0,0 0 0 0 0,0 1-1 0 0,0-1 1 0 0,0 0 0 0 0,-1-1 0 0 0,1 1-1 0 0,0 0 1 0 0,0 0 0 0 0,1-1 0 0 0,45-12-826 0 0,16-13 1096 0 0,-2-4 0 0 0,-1-2-1 0 0,92-65 1 0 0,-141 89-10 0 0,19-16 935 0 0,-69 40-402 0 0,-74 51-971 0 0,-135 105-1 0 0,207-140 334 0 0,-58 56-1 0 0,87-75-91 0 0,0 0 0 0 0,1 1 1 0 0,0 0-1 0 0,1 0 0 0 0,0 1 0 0 0,2 1 0 0 0,-1 0 0 0 0,-7 21 0 0 0,15-35-43 0 0,1 0 0 0 0,-1 0 0 0 0,1-1 0 0 0,-1 1 0 0 0,1 0 0 0 0,-1 0 0 0 0,1 0 0 0 0,0-1 0 0 0,0 1 0 0 0,0 0 0 0 0,0 0 0 0 0,0 0 0 0 0,0 0 1 0 0,0-1-1 0 0,1 1 0 0 0,-1 0 0 0 0,1 0 0 0 0,-1 0 0 0 0,1-1 0 0 0,0 1 0 0 0,0 0 0 0 0,-1-1 0 0 0,1 1 0 0 0,0-1 0 0 0,1 1 0 0 0,-1-1 0 0 0,0 1 0 0 0,0-1 0 0 0,1 0 0 0 0,-1 0 0 0 0,0 1 0 0 0,1-1 0 0 0,0 0 0 0 0,-1 0 0 0 0,1 0 0 0 0,-1-1 0 0 0,1 1 0 0 0,0 0 0 0 0,0-1 0 0 0,-1 1 0 0 0,1-1 0 0 0,0 1 0 0 0,0-1 0 0 0,2 0 0 0 0,8 1-131 0 0,0 0 0 0 0,0-1 0 0 0,-1 0 1 0 0,1-1-1 0 0,19-3 0 0 0,43-13-917 0 0,109-40-1 0 0,-58 15 204 0 0,-75 27 530 0 0,123-34-500 0 0,-150 44 854 0 0,1 2 0 0 0,-1 0 1 0 0,0 1-1 0 0,1 2 0 0 0,35 2 0 0 0,-55-1 54 0 0,1-1-1 0 0,-1 1 0 0 0,1 0 0 0 0,-1 0 0 0 0,1 1 1 0 0,-1-1-1 0 0,1 1 0 0 0,-1 0 0 0 0,0 0 0 0 0,0 0 0 0 0,6 5 1 0 0,-8-5-52 0 0,-1 0-1 0 0,1 0 1 0 0,-1-1 0 0 0,0 1 0 0 0,1 0 0 0 0,-1 0 0 0 0,0 0-1 0 0,0 0 1 0 0,0 0 0 0 0,-1 1 0 0 0,1-1 0 0 0,0 0 0 0 0,-1 0 0 0 0,0 0-1 0 0,1 1 1 0 0,-1-1 0 0 0,0 0 0 0 0,0 1 0 0 0,0-1 0 0 0,-1 0 0 0 0,1 0-1 0 0,0 1 1 0 0,-1-1 0 0 0,1 0 0 0 0,-2 3 0 0 0,-4 10 131 0 0,1-1 0 0 0,-2 1 1 0 0,0-1-1 0 0,0-1 0 0 0,-1 0 0 0 0,-15 18 1 0 0,-68 70 708 0 0,16-20 22 0 0,74-80-882 0 0,1-1 0 0 0,-1 1 0 0 0,0 0 0 0 0,0 0 0 0 0,0 0 0 0 0,0 0 0 0 0,1 0 0 0 0,-1 0 0 0 0,1 1 0 0 0,-1-1 0 0 0,1 0-1 0 0,-1 0 1 0 0,1 0 0 0 0,-1 0 0 0 0,1 1 0 0 0,0-1 0 0 0,0 0 0 0 0,0 0 0 0 0,0 1 0 0 0,0 0 0 0 0,0-1-4 0 0,1-1 0 0 0,-1 1-1 0 0,1-1 1 0 0,-1 1 0 0 0,1-1-1 0 0,-1 1 1 0 0,1-1 0 0 0,0 1-1 0 0,-1-1 1 0 0,1 0 0 0 0,0 1-1 0 0,-1-1 1 0 0,1 0 0 0 0,0 0-1 0 0,-1 1 1 0 0,1-1 0 0 0,0 0-1 0 0,-1 0 1 0 0,1 0 0 0 0,0 0-1 0 0,0 0 1 0 0,-1 0 0 0 0,3 0-1 0 0,6-1-88 0 0,0 0-1 0 0,0-1 1 0 0,17-5 0 0 0,63-26-661 0 0,22-6 519 0 0,-116 49 577 0 0,-1-1 0 0 0,0 0 0 0 0,-14 15 0 0 0,9-12-260 0 0,6-6-122 0 0,-1 0-1 0 0,0 0 1 0 0,0 0 0 0 0,0 0-1 0 0,-1-1 1 0 0,0 0-1 0 0,0-1 1 0 0,0 0 0 0 0,-15 7-1 0 0,34-16-468 0 0,0 0 1 0 0,0-1-1 0 0,-1-1 0 0 0,16-11 0 0 0,-2 2-107 0 0,-11 8 339 0 0,-8 5 185 0 0,-1 0 0 0 0,1 0 1 0 0,-1 0-1 0 0,0-1 1 0 0,0 0-1 0 0,0 0 0 0 0,6-8 1 0 0,-14 11 263 0 0,0-1 1 0 0,-1 0 0 0 0,1 1-1 0 0,-1 0 1 0 0,0 0 0 0 0,1 0-1 0 0,-1 0 1 0 0,-5 0 0 0 0,-30-3 494 0 0,17 3-658 0 0,-43-10 0 0 0,17 23-6994 0 0,3 24 5921 0 0,26-20 886 0 0,-15 10 203 0 0,23-19-30 0 0</inkml:trace>
</inkml:ink>
</file>

<file path=ppt/ink/ink2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29:43.906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</inkml:brush>
  </inkml:definitions>
  <inkml:trace contextRef="#ctx0" brushRef="#br0">609 548 6913 0 0,'8'-19'-212'0'0,"1"2"0"0"0,1-1-1 0 0,21-28 1 0 0,-1 1-394 0 0,138-208-1630 0 0,-71 104 7445 0 0,-97 149-5134 0 0,-13 2 1690 0 0,-19 13-79 0 0,32-15-1682 0 0,-43 28 1219 0 0,-70 58 0 0 0,30-21-914 0 0,19-18-299 0 0,-201 143-423 0 0,192-143 878 0 0,-136 64 0 0 0,199-106-335 0 0,7-3-60 0 0,0 0 1 0 0,0-1-1 0 0,0 1 1 0 0,0-1-1 0 0,0 0 0 0 0,0 0 1 0 0,0 0-1 0 0,-1 0 1 0 0,1 0-1 0 0,0-1 0 0 0,-1 0 1 0 0,1 1-1 0 0,-1-1 0 0 0,-4-1 1 0 0,8 1-66 0 0,-1-1-1 0 0,1 1 1 0 0,-1-1 0 0 0,1 0-1 0 0,0 1 1 0 0,-1-1 0 0 0,1 1-1 0 0,0-1 1 0 0,0 0 0 0 0,0 1 0 0 0,-1-1-1 0 0,1 0 1 0 0,0 1 0 0 0,0-1-1 0 0,0 0 1 0 0,0 1 0 0 0,0-1-1 0 0,0 0 1 0 0,0 1 0 0 0,0-1 0 0 0,0 0-1 0 0,1 1 1 0 0,-1-1 0 0 0,0 1-1 0 0,0-1 1 0 0,1 0 0 0 0,-1 1 0 0 0,0-1-1 0 0,1 1 1 0 0,-1-1 0 0 0,0 1-1 0 0,1-1 1 0 0,0 0 0 0 0,15-23-65 0 0,-16 23 49 0 0,37-44-749 0 0,50-48-1 0 0,13-15-758 0 0,-53 49 1150 0 0,-25 30 146 0 0,0 1 0 0 0,2 0-1 0 0,43-36 1 0 0,-67 63 224 0 0,0 1-1 0 0,1-1 1 0 0,-1 1 0 0 0,0 0 0 0 0,1-1-1 0 0,-1 1 1 0 0,0 0 0 0 0,1 0 0 0 0,-1-1-1 0 0,0 1 1 0 0,1 0 0 0 0,-1 0 0 0 0,1-1-1 0 0,-1 1 1 0 0,0 0 0 0 0,1 0 0 0 0,-1 0-1 0 0,1 0 1 0 0,-1 0 0 0 0,1 0 0 0 0,-1 0-1 0 0,1 0 1 0 0,-1 0 0 0 0,0 0-1 0 0,1 0 1 0 0,-1 0 0 0 0,1 0 0 0 0,-1 0-1 0 0,1 0 1 0 0,0 0 0 0 0,0 14 295 0 0,-14 28 333 0 0,11-37-604 0 0,-88 203 1235 0 0,-1 5-250 0 0,87-204-935 0 0,1 0 0 0 0,0 1 0 0 0,1 0 0 0 0,0-1 0 0 0,0 1 0 0 0,0 11 0 0 0,2-18-37 0 0,1 0-1 0 0,-1 0 1 0 0,0-1 0 0 0,1 1 0 0 0,-1 0-1 0 0,1 0 1 0 0,0-1 0 0 0,0 1 0 0 0,0 0-1 0 0,0-1 1 0 0,1 1 0 0 0,-1-1 0 0 0,1 0 0 0 0,-1 1-1 0 0,1-1 1 0 0,0 0 0 0 0,0 0 0 0 0,0 0-1 0 0,0 0 1 0 0,0 0 0 0 0,0-1 0 0 0,1 1 0 0 0,-1 0-1 0 0,0-1 1 0 0,1 0 0 0 0,3 2 0 0 0,7 2 115 0 0,1-1 1 0 0,0 0-1 0 0,1-1 1 0 0,-1 0-1 0 0,0-1 0 0 0,30 0 1 0 0,92-10 587 0 0,-90 4-483 0 0,-6 1 36 0 0,52-5 136 0 0,111 6-1 0 0,-176 3-379 0 0,-1 1-1 0 0,1 2 1 0 0,-1 1 0 0 0,0 1-1 0 0,0 1 1 0 0,-1 1-1 0 0,0 1 1 0 0,45 24-1 0 0,-61-28-18 0 0,0 2-1 0 0,0-1 1 0 0,-1 1-1 0 0,0 0 1 0 0,-1 1-1 0 0,0-1 1 0 0,0 2-1 0 0,0-1 0 0 0,-1 1 1 0 0,0 0-1 0 0,6 14 1 0 0,15 43-1279 0 0,-7 3-4724 0 0</inkml:trace>
</inkml:ink>
</file>

<file path=ppt/ink/ink2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0:38.5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77 489 10138 0 0,'-6'-1'182'0'0,"1"0"0"0"0,0 0 0 0 0,0 1 0 0 0,-1-1 0 0 0,1 1 0 0 0,0 0 0 0 0,0 1 0 0 0,-9 1 0 0 0,6-1 85 0 0,-4 1 2152 0 0,35-4-1904 0 0,41-2-185 0 0,81-14 470 0 0,58-5-405 0 0,227-6-341 0 0,-114 17-436 0 0,-69 5-717 0 0,-69-2 500 0 0,195-16-626 0 0,64-4 123 0 0,-293 22 900 0 0,203 0 329 0 0,-135 6-20 0 0,-13 1-49 0 0,63-1-46 0 0,155-7 231 0 0,-180 6-246 0 0,-17 0 15 0 0,129-3 234 0 0,-125 0-9 0 0,80-4 84 0 0,-46 0-2 0 0,17-1-174 0 0,413-19-625 0 0,345-21 2328 0 0,-685 16-223 0 0,600-43-611 0 0,-743 71-561 0 0,319-23 368 0 0,86-13-2291 0 0,-594 42-2854 0 0,-2 0-1380 0 0</inkml:trace>
</inkml:ink>
</file>

<file path=ppt/ink/ink2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0:42.0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10870 0 6449 0 0,'16'9'-67'0'0,"1"-1"0"0"0,1 0-1 0 0,-1-1 1 0 0,22 4 0 0 0,-10-1 243 0 0,67 18 1088 0 0,2-4-1 0 0,160 19 0 0 0,205-7-241 0 0,31-24 653 0 0,276 23 870 0 0,-726-29-2719 0 0,0 1 1 0 0,0 2-1 0 0,60 21 1 0 0,-77-19 295 0 0,0 1 1 0 0,-1 0-1 0 0,-1 2 0 0 0,0 1 1 0 0,-1 1-1 0 0,30 26 0 0 0,-22-13-79 0 0,-1 2-1 0 0,-2 0 0 0 0,-1 3 0 0 0,-2 0 1 0 0,-1 1-1 0 0,29 55 0 0 0,-8 3 66 0 0,51 148 0 0 0,-38-81-101 0 0,59 172 28 0 0,-90-242-24 0 0,26 163 0 0 0,5 471 546 0 0,-40-400-393 0 0,-3-59 140 0 0,-22 281 1 0 0,-1-434-80 0 0,-10 218 144 0 0,16-226-315 0 0,14 120 1 0 0,44 159 522 0 0,-50-322 30 0 0,1 72-1 0 0,-8-107-412 0 0,-2 0-1 0 0,-1 1 1 0 0,0-1 0 0 0,-2-1 0 0 0,-12 35-1 0 0,14-51-192 0 0,0 1 0 0 0,-1-2 0 0 0,0 1-1 0 0,0 0 1 0 0,-1-1 0 0 0,0 0-1 0 0,-1 0 1 0 0,0 0 0 0 0,0-1 0 0 0,0 1-1 0 0,-1-2 1 0 0,0 1 0 0 0,-1-1-1 0 0,1 0 1 0 0,-1 0 0 0 0,0-1-1 0 0,-1 0 1 0 0,-14 6 0 0 0,-28 12 74 0 0,0-3-1 0 0,-2-1 1 0 0,0-3 0 0 0,0-3-1 0 0,-2-2 1 0 0,1-2 0 0 0,-70 3-1 0 0,-268 43 102 0 0,192-22-45 0 0,-23 4 78 0 0,-131 17 29 0 0,-882 134-250 0 0,557-44 316 0 0,414-94-304 0 0,-81 20 0 0 0,-275 114 100 0 0,263-54-209 0 0,-137 44 74 0 0,334-121 40 0 0,-122 33 42 0 0,138-50-61 0 0,-623 124-258 0 0,106-95-28 0 0,426-45 254 0 0,-50 7-69 0 0,-513 41-506 0 0,284-38 79 0 0,220-5 467 0 0,110-6 58 0 0,-146 20-555 0 0,51-4-428 0 0,-56 8 45 0 0,148-18 347 0 0,-560 113 1798 0 0,386-63-1287 0 0,-44 27-1989 0 0,168-38 2176 0 0,214-57 98 0 0,-34 7 1082 0 0,-99 14 0 0 0,137-26-1116 0 0,-1-2 0 0 0,1 0 0 0 0,0-1 0 0 0,0-1 0 0 0,1 0 0 0 0,-1-2 0 0 0,0 0 0 0 0,-36-14 0 0 0,26 5-492 0 0,1-2 0 0 0,0-1-1 0 0,1-2 1 0 0,1 0 0 0 0,0-2 0 0 0,2-1-1 0 0,0-1 1 0 0,1-1 0 0 0,-28-36 0 0 0,21 19 239 0 0,1-1 0 0 0,3-2-1 0 0,1 0 1 0 0,3-2 0 0 0,-27-68 0 0 0,-39-138 1018 0 0,12-3-1 0 0,-65-378 1 0 0,73-9 114 0 0,46-5-406 0 0,3 40-330 0 0,27-988-55 0 0,48 1054 234 0 0,16 210-144 0 0,-57 284-274 0 0,1 0 1 0 0,3 1-1 0 0,2 1 0 0 0,49-82 1 0 0,71-52-2 0 0,-103 134-50 0 0,-28 31-2 0 0,0 0-1 0 0,-1-1 1 0 0,0 0 0 0 0,-1 0-1 0 0,-1-1 1 0 0,7-20 0 0 0,4-10 2 0 0,-16 42-28 0 0,0 1 1 0 0,0 0-1 0 0,0 0 0 0 0,1-1 1 0 0,-1 1-1 0 0,1 0 0 0 0,-1 0 1 0 0,1 1-1 0 0,0-1 0 0 0,0 0 1 0 0,0 1-1 0 0,0-1 0 0 0,0 1 1 0 0,0-1-1 0 0,0 1 0 0 0,0 0 1 0 0,5-2-1 0 0,-2 2-91 0 0,-1 0 0 0 0,1 0 0 0 0,0 0-1 0 0,0 0 1 0 0,0 1 0 0 0,0 0 0 0 0,0 0 0 0 0,8 2-1 0 0,7 2-712 0 0,1 0 0 0 0,-1 2 0 0 0,27 12 0 0 0,-35-13 286 0 0,10 4-5947 0 0</inkml:trace>
</inkml:ink>
</file>

<file path=ppt/ink/ink2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0:43.2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 66 7370 0 0,'-17'-27'2950'0'0,"16"24"-2705"0"0,0 1 1 0 0,1 0 0 0 0,-1 0 0 0 0,0 0-1 0 0,0 0 1 0 0,-1 0 0 0 0,1 0 0 0 0,0 0-1 0 0,-1 0 1 0 0,1 0 0 0 0,-1 1-1 0 0,1-1 1 0 0,-1 1 0 0 0,0-1 0 0 0,0 1-1 0 0,1-1 1 0 0,-1 1 0 0 0,0 0 0 0 0,0 0-1 0 0,0 0 1 0 0,-1 0 0 0 0,-3-1-1 0 0,6 2-139 0 0,-1 1-1 0 0,1-1 1 0 0,-1 0-1 0 0,1 1 1 0 0,-1-1-1 0 0,1 1 1 0 0,0-1-1 0 0,-1 1 1 0 0,1-1-1 0 0,-1 1 0 0 0,1-1 1 0 0,0 1-1 0 0,0-1 1 0 0,-1 1-1 0 0,1-1 1 0 0,0 1-1 0 0,0 0 1 0 0,0-1-1 0 0,-1 1 1 0 0,1-1-1 0 0,0 1 0 0 0,0-1 1 0 0,0 1-1 0 0,0 0 1 0 0,0-1-1 0 0,0 1 1 0 0,1 0-1 0 0,-1 23 369 0 0,1-21-284 0 0,4 92 839 0 0,8 366 113 0 0,-33-181-1024 0 0,-4-94-3435 0 0,21-169 1250 0 0,-1-2-4032 0 0</inkml:trace>
</inkml:ink>
</file>

<file path=ppt/ink/ink2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0:43.5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1 114 1840 0 0,'1'-36'1089'0'0,"0"30"-187"0"0,0 0 1 0 0,1 0-1 0 0,0 1 1 0 0,0-1-1 0 0,0 1 1 0 0,0-1-1 0 0,6-7 1 0 0,-7 11-537 0 0,0 0 1 0 0,0 1-1 0 0,0-1 1 0 0,1 0-1 0 0,-1 1 1 0 0,1-1-1 0 0,-1 1 1 0 0,1 0-1 0 0,0-1 1 0 0,-1 1-1 0 0,1 0 0 0 0,0 0 1 0 0,0 0-1 0 0,0 0 1 0 0,0 0-1 0 0,0 1 1 0 0,0-1-1 0 0,0 0 1 0 0,0 1-1 0 0,4-1 1 0 0,-4 1-229 0 0,1 1 0 0 0,-1-1 0 0 0,1 1 0 0 0,-1-1 0 0 0,1 1 0 0 0,-1 0 0 0 0,0 0 0 0 0,1 0 0 0 0,-1 0 0 0 0,0 0 0 0 0,0 0 0 0 0,1 1 0 0 0,1 2 1 0 0,9 6 132 0 0,-1 1 1 0 0,-1 0 0 0 0,0 1 0 0 0,-1 0-1 0 0,0 1 1 0 0,-1 0 0 0 0,0 0-1 0 0,8 19 1 0 0,4 15-37 0 0,19 61 0 0 0,-27-70-316 0 0,0-2 1 0 0,3 1-1 0 0,27 47 0 0 0,-30-65-325 0 0,0-1 0 0 0,1 0 0 0 0,1-1 0 0 0,30 26 0 0 0,-26-27-1211 0 0,1-1 0 0 0,24 13 0 0 0,-28-18-4110 0 0</inkml:trace>
</inkml:ink>
</file>

<file path=ppt/ink/ink2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0:43.7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94 371 4609 0 0,'-8'-1'348'0'0,"1"0"1"0"0,0 0-1 0 0,-1-1 0 0 0,1-1 1 0 0,0 1-1 0 0,0-1 0 0 0,1 0 1 0 0,-9-5-1 0 0,13 7-115 0 0,1 0-1 0 0,-1 0 1 0 0,1-1 0 0 0,-1 1 0 0 0,1 0-1 0 0,0-1 1 0 0,0 1 0 0 0,-1 0 0 0 0,1-1-1 0 0,0 0 1 0 0,0 1 0 0 0,0-1 0 0 0,1 0-1 0 0,-1 1 1 0 0,0-1 0 0 0,1 0 0 0 0,-1 0-1 0 0,1 0 1 0 0,-1 1 0 0 0,1-1 0 0 0,0 0-1 0 0,0 0 1 0 0,0 0 0 0 0,0 0 0 0 0,0 0-1 0 0,0 0 1 0 0,1 1 0 0 0,-1-1-1 0 0,0 0 1 0 0,1 0 0 0 0,0 0 0 0 0,-1 1-1 0 0,1-1 1 0 0,0 0 0 0 0,0 1 0 0 0,0-1-1 0 0,0 0 1 0 0,1-1 0 0 0,7-9 518 0 0,0 0 0 0 0,1 0 1 0 0,1 1-1 0 0,-1 0 0 0 0,19-13 1 0 0,68-44 191 0 0,-65 46-588 0 0,80-47-203 0 0,-61 43-6565 0 0,-21 13-623 0 0</inkml:trace>
</inkml:ink>
</file>

<file path=ppt/ink/ink2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0:46.5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1365 48 10594 0 0,'4'-1'147'0'0,"-1"-1"-1"0"0,1 0 1 0 0,-1 1 0 0 0,1-1-1 0 0,-1 1 1 0 0,1 0-1 0 0,0 1 1 0 0,0-1-1 0 0,4 0 1 0 0,128-13 1820 0 0,184-8-567 0 0,-139 24-1185 0 0,360 7 314 0 0,339 9 748 0 0,-568-15-1199 0 0,-70 0-24 0 0,556 24 26 0 0,-311 39 235 0 0,-404-48-68 0 0,-1 3 1 0 0,-1 4-1 0 0,137 62 0 0 0,-142-48 11 0 0,-3 2 0 0 0,-1 4 0 0 0,68 56 0 0 0,-106-71-165 0 0,0 2 0 0 0,-3 2-1 0 0,0 0 1 0 0,-2 2 0 0 0,-2 2-1 0 0,39 70 1 0 0,106 261 442 0 0,-162-344-498 0 0,181 509 150 0 0,-36 11-42 0 0,-91-295-6 0 0,-12 2 0 0 0,-11 2 0 0 0,14 435 0 0 0,-8 667 505 0 0,-4-804-425 0 0,9 146 22 0 0,46 381-229 0 0,-30-688 31 0 0,43 309 147 0 0,-95-550-150 0 0,-8 1-1 0 0,-17 257 1 0 0,4-355-10 0 0,-4 48 28 0 0,-3-1-1 0 0,-31 117 1 0 0,37-196-33 0 0,0-1 1 0 0,-2 0 0 0 0,0 0 0 0 0,-21 34-1 0 0,22-43-19 0 0,-1-1 0 0 0,0 0 1 0 0,-1 0-1 0 0,1-1 0 0 0,-2 0 0 0 0,1-1 0 0 0,-1 0 0 0 0,-1 0 0 0 0,-15 8 0 0 0,-7 1-53 0 0,-1-1-1 0 0,-1-2 1 0 0,-1-2-1 0 0,0-1 0 0 0,-70 11 1 0 0,-193 7-257 0 0,191-23 229 0 0,-327 9-71 0 0,258-12 116 0 0,-863-6 228 0 0,911 1-185 0 0,-355-9 189 0 0,-173-3 185 0 0,105 4-95 0 0,-57-6 6 0 0,80 17-336 0 0,71 6 257 0 0,386-6-221 0 0,0-4 1 0 0,1-2-1 0 0,-131-28 0 0 0,189 30-41 0 0,1-1-1 0 0,0 0 1 0 0,0 0-1 0 0,0-1 1 0 0,0-1-1 0 0,1 0 1 0 0,0-1-1 0 0,0 0 1 0 0,1 0 0 0 0,0-1-1 0 0,0 0 1 0 0,1-1-1 0 0,0 0 1 0 0,0-1-1 0 0,1 0 1 0 0,1 0-1 0 0,-1-1 1 0 0,2 0-1 0 0,-8-15 1 0 0,-11-26-41 0 0,3 0 0 0 0,1-1 0 0 0,-15-69 0 0 0,-27-173-358 0 0,36 157 365 0 0,-108-847 31 0 0,74 455 28 0 0,-71-654 314 0 0,-27-534-296 0 0,50 992-216 0 0,-14-128-80 0 0,101 583 296 0 0,16-375 0 0 0,14 437-233 0 0,8-103-701 0 0,-12 270 988 0 0,2 1-1 0 0,2-1 1 0 0,2 2-1 0 0,23-65 1 0 0,-22 81-41 0 0,0 0 1 0 0,1 0-1 0 0,1 1 0 0 0,2 1 1 0 0,0 0-1 0 0,1 1 0 0 0,1 1 1 0 0,28-26-1 0 0,46-33 59 0 0,-29 26 26 0 0,65-73-1 0 0,-83 77-79 0 0,108-117 219 0 0,-121 137-183 0 0,1 1 1 0 0,1 2-1 0 0,49-31 0 0 0,7 8-44 0 0,155-63-1 0 0,105-14 0 0 0,-304 110 11 0 0,299-85-2314 0 0,-287 86-5046 0 0</inkml:trace>
</inkml:ink>
</file>

<file path=ppt/ink/ink2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0:47.4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13363 0 0,'4'1'510'0'0,"0"0"1"0"0,0 0-1 0 0,1 0 0 0 0,-1 0 1 0 0,0 1-1 0 0,-1-1 0 0 0,1 1 1 0 0,0 0-1 0 0,0 0 0 0 0,6 6 1 0 0,32 29 2338 0 0,-29-21-2747 0 0,0 0 0 0 0,-1 1 0 0 0,-2 1 0 0 0,1-1 0 0 0,-2 2 0 0 0,-1 0 0 0 0,0 0 0 0 0,-1 0 0 0 0,6 29 0 0 0,1 22 313 0 0,8 93 1 0 0,-5-34-2233 0 0,-10-92-782 0 0,17 52-1 0 0</inkml:trace>
</inkml:ink>
</file>

<file path=ppt/ink/ink2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0:48.1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0 128 1376 0 0,'2'-4'227'0'0,"0"0"0"0"0,1 0 0 0 0,-1 0 0 0 0,1 0 0 0 0,0 1 0 0 0,0-1 0 0 0,0 1 0 0 0,0 0 0 0 0,1 0 0 0 0,-1 0 0 0 0,1 0 0 0 0,-1 1 0 0 0,1 0 0 0 0,8-4-1 0 0,5-2 1446 0 0,1 1-1 0 0,23-5 1 0 0,-16 4-1498 0 0,12-3 1586 0 0,0 1 0 0 0,42-5 1 0 0,-66 13-1346 0 0,0 0 0 0 0,0 2 1 0 0,0 0-1 0 0,0 0 1 0 0,0 1-1 0 0,0 0 0 0 0,-1 1 1 0 0,1 1-1 0 0,0 0 1 0 0,13 6-1 0 0,-22-8-369 0 0,-1 1 1 0 0,1 0-1 0 0,0 0 1 0 0,-1 0-1 0 0,1 0 1 0 0,-1 1-1 0 0,0-1 1 0 0,1 1-1 0 0,-1 0 1 0 0,-1 0-1 0 0,1 0 1 0 0,0 0-1 0 0,-1 1 1 0 0,0-1-1 0 0,1 1 1 0 0,-1-1-1 0 0,-1 1 1 0 0,3 6-1 0 0,-2-4-21 0 0,-1-1 0 0 0,0 1-1 0 0,-1 0 1 0 0,1 0 0 0 0,-1 1-1 0 0,-1-1 1 0 0,1 0 0 0 0,-1 0-1 0 0,0-1 1 0 0,0 1 0 0 0,-3 9 0 0 0,-5 6-21 0 0,0 1 0 0 0,-1-1 0 0 0,-1-1 0 0 0,-1 0 0 0 0,-21 26 0 0 0,-57 66-112 0 0,-30 42-321 0 0,120-154 405 0 0,-1 0 0 0 0,1 0 0 0 0,0 0 0 0 0,0 0 0 0 0,0 1-1 0 0,-1-1 1 0 0,1 0 0 0 0,0 0 0 0 0,0 0 0 0 0,0 1 0 0 0,0-1 0 0 0,-1 0 0 0 0,1 0 0 0 0,0 1 0 0 0,0-1 0 0 0,0 0 0 0 0,0 0 0 0 0,0 1 0 0 0,0-1 0 0 0,0 0 0 0 0,0 0 0 0 0,0 1 0 0 0,0-1 0 0 0,0 0 0 0 0,0 0 0 0 0,0 1 0 0 0,0-1 0 0 0,0 0 0 0 0,0 0-1 0 0,0 1 1 0 0,0-1 0 0 0,0 0 0 0 0,0 0 0 0 0,0 1 0 0 0,0-1 0 0 0,0 0 0 0 0,1 0 0 0 0,-1 0 0 0 0,0 1 0 0 0,0-1 0 0 0,0 0 0 0 0,0 0 0 0 0,1 0 0 0 0,-1 1 0 0 0,16-3-339 0 0,33-17 754 0 0,-34 13-173 0 0,8-3 48 0 0,0 1 0 0 0,0 2 0 0 0,1 0 0 0 0,0 1 0 0 0,32-2 0 0 0,-48 7-274 0 0,0 0 0 0 0,0 0 0 0 0,0 1 0 0 0,-1 0 0 0 0,1 0 0 0 0,0 0 0 0 0,-1 1 0 0 0,1 1 0 0 0,-1-1-1 0 0,0 1 1 0 0,1 0 0 0 0,-1 1 0 0 0,-1 0 0 0 0,1 0 0 0 0,0 0 0 0 0,-1 1 0 0 0,0 0 0 0 0,0 0 0 0 0,-1 1 0 0 0,8 8 0 0 0,-4-2-119 0 0,0 0 1 0 0,0 0 0 0 0,-1 1-1 0 0,-1 1 1 0 0,10 23 0 0 0,-16-33 156 0 0,1 0 0 0 0,-1 1 0 0 0,0-1 0 0 0,0 1 0 0 0,0-1 0 0 0,-1 1 0 0 0,0-1 0 0 0,0 1 1 0 0,0-1-1 0 0,0 1 0 0 0,-1-1 0 0 0,1 1 0 0 0,-1-1 0 0 0,0 1 0 0 0,-1-1 0 0 0,1 0 0 0 0,-1 1 1 0 0,0-1-1 0 0,0 0 0 0 0,0 0 0 0 0,0 0 0 0 0,-6 7 0 0 0,-18 14 361 0 0,-2 0 0 0 0,0-1 0 0 0,-1-2 0 0 0,-1-1 0 0 0,-35 18 0 0 0,58-35-329 0 0,0 0 1 0 0,0 0-1 0 0,0-1 1 0 0,0 0-1 0 0,-1-1 1 0 0,-11 3-1 0 0,16-4-114 0 0,-1-1 1 0 0,1 1-1 0 0,-1-1 1 0 0,0 0-1 0 0,1 0 0 0 0,-1-1 1 0 0,1 1-1 0 0,-1-1 1 0 0,1 0-1 0 0,-1 0 0 0 0,1 0 1 0 0,-1 0-1 0 0,1 0 1 0 0,0-1-1 0 0,0 0 0 0 0,-5-3 1 0 0,-2-3-637 0 0</inkml:trace>
</inkml:ink>
</file>

<file path=ppt/ink/ink2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0:22.43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201 80 7834 0 0,'-6'-9'1357'0'0,"0"1"1"0"0,-1-1-1 0 0,1 1 1 0 0,-2 1-1 0 0,-14-13 1 0 0,19 18-1117 0 0,0 0 0 0 0,0 0 0 0 0,1 0 0 0 0,-1 0 0 0 0,0 1 0 0 0,0 0 0 0 0,-1-1 0 0 0,1 1 0 0 0,0 0 0 0 0,0 0 1 0 0,-1 1-1 0 0,1-1 0 0 0,0 1 0 0 0,-1 0 0 0 0,1 0 0 0 0,0 0 0 0 0,-1 0 0 0 0,1 0 0 0 0,0 1 0 0 0,-1-1 0 0 0,1 1 0 0 0,-6 2 0 0 0,7-2-190 0 0,0 1-1 0 0,0-1 1 0 0,0 1 0 0 0,0 0-1 0 0,0-1 1 0 0,0 1-1 0 0,0 0 1 0 0,0 0-1 0 0,1 0 1 0 0,-1 0-1 0 0,1 1 1 0 0,-1-1 0 0 0,1 0-1 0 0,0 1 1 0 0,0-1-1 0 0,0 0 1 0 0,0 1-1 0 0,1-1 1 0 0,-1 1-1 0 0,0 2 1 0 0,-1 10 23 0 0,0 0-1 0 0,1 22 0 0 0,0-9 71 0 0,-6 47 35 0 0,-15 360-94 0 0,25-385-66 0 0,3-1 1 0 0,17 74-1 0 0,38 96 267 0 0,-22-90-70 0 0,14 76 254 0 0,-10 2-1 0 0,25 282 0 0 0,-54-318-275 0 0,-13-164-373 0 0,0 0 0 0 0,1-1 1 0 0,0 1-1 0 0,0 0 0 0 0,5 8 0 0 0,-5-10-173 0 0,0 0-1 0 0,0 0 0 0 0,0 0 1 0 0,-1 0-1 0 0,0 0 0 0 0,1 0 1 0 0,-2 0-1 0 0,1 0 0 0 0,-1 0 1 0 0,0 8-1 0 0,1 5-4132 0 0</inkml:trace>
</inkml:ink>
</file>

<file path=ppt/ink/ink2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0:23.21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2093 1 3745 0 0,'58'5'17842'0'0,"-173"7"-15756"0"0,-49 7-1893 0 0,-206 31 73 0 0,-90 17-203 0 0,-86 23 203 0 0,378-60-322 0 0,-73 14-86 0 0,194-32-1540 0 0,7-46 2688 0 0,41 34-950 0 0,-1 0 1 0 0,0-1-1 0 0,0 1 0 0 0,0 0 1 0 0,0 0-1 0 0,4 5 0 0 0,1 1 0 0 0,-1 0 0 0 0,0-1 0 0 0,0 2 0 0 0,-1-1 0 0 0,0 0-1 0 0,0 1 1 0 0,0-1 0 0 0,-1 1 0 0 0,0 0 0 0 0,2 12 0 0 0,1 15 7 0 0,2 40-1 0 0,-5-46-34 0 0,48 367-12 0 0,1-4 687 0 0,-7 21-1067 0 0,-43-402 41 0 0,0-4-55 0 0,-1 1 0 0 0,1-1 0 0 0,0 0-1 0 0,0 0 1 0 0,1 0 0 0 0,0 0-1 0 0,0 0 1 0 0,6 10 0 0 0</inkml:trace>
</inkml:ink>
</file>

<file path=ppt/ink/ink2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0:23.99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198 32 8754 0 0,'-16'9'1188'0'0,"0"-1"1"0"0,-25 9-1 0 0,31-14 130 0 0,0 0 0 0 0,-1 0 0 0 0,1-1 0 0 0,-1 0 0 0 0,-15 1 0 0 0,26-3-1284 0 0,0 0-1 0 0,0 0 1 0 0,-1 0 0 0 0,1 0 0 0 0,0 0-1 0 0,0 0 1 0 0,0 0 0 0 0,0 0-1 0 0,-1 0 1 0 0,1 0 0 0 0,0 0-1 0 0,0 0 1 0 0,0 0 0 0 0,-1 0 0 0 0,1 0-1 0 0,0 0 1 0 0,0 0 0 0 0,0 0-1 0 0,0 0 1 0 0,-1 0 0 0 0,1 0 0 0 0,0 0-1 0 0,0 0 1 0 0,0-1 0 0 0,0 1-1 0 0,0 0 1 0 0,-1 0 0 0 0,1 0 0 0 0,0 0-1 0 0,0 0 1 0 0,0 0 0 0 0,0 0-1 0 0,0-1 1 0 0,0 1 0 0 0,-1 0-1 0 0,1 0 1 0 0,0 0 0 0 0,0 0 0 0 0,0-1-1 0 0,0 1 1 0 0,0 0 0 0 0,0 0-1 0 0,0 0 1 0 0,0 0 0 0 0,0-1 0 0 0,0 1-1 0 0,0 0 1 0 0,0 0 0 0 0,0 0-1 0 0,0 0 1 0 0,0-1 0 0 0,9-9 482 0 0,14-7-419 0 0,-6 8-81 0 0,0 0 0 0 0,1 2 1 0 0,33-11-1 0 0,-46 17-16 0 0,0-1 0 0 0,1 1-1 0 0,-1 0 1 0 0,0 0 0 0 0,1 1-1 0 0,-1-1 1 0 0,0 1 0 0 0,1 1 0 0 0,-1-1-1 0 0,1 1 1 0 0,-1-1 0 0 0,0 2 0 0 0,0-1-1 0 0,1 0 1 0 0,-1 1 0 0 0,0 0-1 0 0,0 0 1 0 0,7 5 0 0 0,-11-6-11 0 0,0 0-1 0 0,-1 1 1 0 0,1-1 0 0 0,0 0-1 0 0,0 0 1 0 0,-1 1 0 0 0,1-1-1 0 0,-1 0 1 0 0,1 1 0 0 0,-1-1-1 0 0,0 1 1 0 0,1-1 0 0 0,-1 1-1 0 0,0-1 1 0 0,0 0 0 0 0,0 1-1 0 0,0-1 1 0 0,0 1 0 0 0,0-1-1 0 0,-1 1 1 0 0,1-1 0 0 0,0 0-1 0 0,-1 1 1 0 0,1-1 0 0 0,-1 1-1 0 0,1-1 1 0 0,-1 0 0 0 0,0 0-1 0 0,0 1 1 0 0,-1 1 0 0 0,-31 44-387 0 0,25-37 291 0 0,-13 16-179 0 0,-2-2 0 0 0,-35 32 1 0 0,39-41 106 0 0,2 2 1 0 0,0 0 0 0 0,1 0 0 0 0,0 2 0 0 0,2 0-1 0 0,-19 30 1 0 0,32-47 188 0 0,0 0 0 0 0,0 0 0 0 0,0 0 0 0 0,1 0 0 0 0,-1 0 0 0 0,0 0 1 0 0,1 0-1 0 0,-1 0 0 0 0,1 0 0 0 0,0 0 0 0 0,0 0 0 0 0,-1 1 0 0 0,2-1 0 0 0,-1 0 0 0 0,0 0 0 0 0,0 0 0 0 0,2 4 0 0 0,-2-5 12 0 0,1 1 1 0 0,0-1-1 0 0,0 1 1 0 0,0-1-1 0 0,0 1 0 0 0,0-1 1 0 0,1 0-1 0 0,-1 0 1 0 0,0 0-1 0 0,1 0 0 0 0,-1 0 1 0 0,0 0-1 0 0,1 0 1 0 0,-1 0-1 0 0,1 0 1 0 0,0 0-1 0 0,1 0 0 0 0,5 1 49 0 0,-1-1 1 0 0,1 1-1 0 0,0-1 0 0 0,-1-1 0 0 0,1 0 0 0 0,0 0 0 0 0,-1 0 0 0 0,12-2 0 0 0,54-15 140 0 0,-58 12-144 0 0,2 1 1 0 0,-1 0-1 0 0,0 1 0 0 0,1 1 1 0 0,-1 1-1 0 0,1 0 0 0 0,0 1 0 0 0,26 3 1 0 0,-43-3-77 0 0,1 0 0 0 0,0 0 0 0 0,-1 1 0 0 0,1-1 1 0 0,0 0-1 0 0,-1 0 0 0 0,1 1 0 0 0,-1-1 0 0 0,1 0 0 0 0,0 1 1 0 0,-1-1-1 0 0,1 1 0 0 0,-1-1 0 0 0,1 1 0 0 0,-1-1 1 0 0,1 1-1 0 0,-1-1 0 0 0,0 1 0 0 0,1-1 0 0 0,-1 1 0 0 0,0 0 1 0 0,1-1-1 0 0,-1 1 0 0 0,0-1 0 0 0,0 1 0 0 0,1 0 1 0 0,-1-1-1 0 0,0 1 0 0 0,0 0 0 0 0,0-1 0 0 0,0 1 0 0 0,0 0 1 0 0,0 0-1 0 0,0-1 0 0 0,0 1 0 0 0,0 0 0 0 0,0-1 1 0 0,-1 1-1 0 0,1 0 0 0 0,0-1 0 0 0,0 1 0 0 0,-1 0 0 0 0,1-1 1 0 0,0 1-1 0 0,-1-1 0 0 0,1 1 0 0 0,0-1 0 0 0,-1 1 1 0 0,0 0-1 0 0,-25 32-611 0 0,24-31 576 0 0,-59 61-645 0 0,38-43 884 0 0,2 2 0 0 0,0 0 0 0 0,2 2 0 0 0,-33 50 0 0 0,51-72-185 0 0,0-1 1 0 0,0 0 0 0 0,0 1-1 0 0,0-1 1 0 0,1 1 0 0 0,-1 0-1 0 0,0-1 1 0 0,1 1-1 0 0,0 0 1 0 0,-1-1 0 0 0,1 1-1 0 0,0 0 1 0 0,0-1 0 0 0,0 1-1 0 0,0 0 1 0 0,0-1-1 0 0,0 1 1 0 0,0 0 0 0 0,0 0-1 0 0,1-1 1 0 0,-1 1 0 0 0,1-1-1 0 0,1 4 1 0 0,-1-3-57 0 0,1-1 0 0 0,-1 0 1 0 0,1 1-1 0 0,0-1 0 0 0,-1 0 1 0 0,1 0-1 0 0,0 0 0 0 0,0 0 1 0 0,0 0-1 0 0,0 0 0 0 0,0-1 1 0 0,0 1-1 0 0,0-1 0 0 0,0 1 1 0 0,0-1-1 0 0,3 0 0 0 0,9 1-470 0 0,1-1 0 0 0,-1-1 0 0 0,0-1 0 0 0,18-3 0 0 0,8-6-606 0 0,-31 8 717 0 0,0 0 0 0 0,0 1-1 0 0,1 0 1 0 0,-1 0 0 0 0,1 1 0 0 0,-1 0-1 0 0,1 1 1 0 0,17 1 0 0 0,-26-1 367 0 0,-1 0 0 0 0,1 0 0 0 0,-1 0 0 0 0,0 1 0 0 0,1-1 0 0 0,-1 0 0 0 0,1 0 0 0 0,-1 0 0 0 0,0 1 0 0 0,1-1 0 0 0,-1 0 0 0 0,1 1 0 0 0,-1-1 0 0 0,0 0 0 0 0,0 0 0 0 0,1 1 0 0 0,-1-1 0 0 0,0 1-1 0 0,1-1 1 0 0,-1 0 0 0 0,0 1 0 0 0,0-1 0 0 0,0 1 0 0 0,1-1 0 0 0,-1 0 0 0 0,0 1 0 0 0,0-1 0 0 0,0 1 0 0 0,0-1 0 0 0,0 1 0 0 0,0 0 0 0 0,-5 19 164 0 0,-20 20 2397 0 0,22-35-1880 0 0,-1 1-112 0 0,0 1-1 0 0,0-1 1 0 0,1 1-1 0 0,0 0 1 0 0,0 0 0 0 0,0 0-1 0 0,1 1 1 0 0,0-1-1 0 0,1 0 1 0 0,0 1 0 0 0,-1 8-1 0 0,2-7-317 0 0,1 0-1 0 0,0 0 1 0 0,0 0-1 0 0,1 0 1 0 0,0 0 0 0 0,1 0-1 0 0,0-1 1 0 0,8 17-1 0 0,3 6 43 0 0,-1 1 0 0 0,-2 0 0 0 0,-1 1 0 0 0,-1 0 0 0 0,-2 1-1 0 0,-1-1 1 0 0,-2 1 0 0 0,-2 0 0 0 0,-1 52 0 0 0,-13 69-154 0 0,-1 15-66 0 0,13-138-166 0 0,1 0-1 0 0,1 0 1 0 0,8 39-1 0 0,-1-40-492 0 0,-4-21 136 0 0</inkml:trace>
</inkml:ink>
</file>

<file path=ppt/ink/ink2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0:24.93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73 267 5985 0 0,'-7'-1'429'0'0,"-1"0"1"0"0,0-1-1 0 0,1 0 0 0 0,-1 0 0 0 0,-9-5 0 0 0,16 6-354 0 0,0 1 0 0 0,0 0 0 0 0,0-1 0 0 0,0 1 0 0 0,0-1 0 0 0,0 1 0 0 0,1-1 0 0 0,-1 1 0 0 0,0-1 0 0 0,0 0 0 0 0,0 1 0 0 0,1-1 0 0 0,-1 0 0 0 0,0 0 0 0 0,1 1 0 0 0,-1-1 0 0 0,1 0-1 0 0,-1 0 1 0 0,1 0 0 0 0,-1 0 0 0 0,1 0 0 0 0,0 0 0 0 0,-1 0 0 0 0,1 0 0 0 0,0 0 0 0 0,0 0 0 0 0,0 0 0 0 0,0 0 0 0 0,0 0 0 0 0,0 0 0 0 0,0 0 0 0 0,0 0 0 0 0,0 0 0 0 0,0 0 0 0 0,0 0 0 0 0,1 0 0 0 0,-1 0 0 0 0,0 0-1 0 0,1 0 1 0 0,-1 0 0 0 0,1 0 0 0 0,-1 0 0 0 0,1 1 0 0 0,-1-1 0 0 0,1 0 0 0 0,0 0 0 0 0,-1 0 0 0 0,1 1 0 0 0,0-1 0 0 0,0 0 0 0 0,-1 1 0 0 0,1-1 0 0 0,0 1 0 0 0,1-1 0 0 0,3-3 208 0 0,1 0 0 0 0,-1 1 1 0 0,1 0-1 0 0,-1 0 0 0 0,1 0 1 0 0,0 1-1 0 0,0-1 0 0 0,8 0 1 0 0,55-11 1155 0 0,-46 10-1011 0 0,210-27 1788 0 0,246-3 1 0 0,-200 9-1835 0 0,-115 8-156 0 0,249-32 510 0 0,-407 48-716 0 0,15-1 51 0 0,-1 0 0 0 0,1 2 1 0 0,0 0-1 0 0,0 1 1 0 0,23 5-1 0 0,-43-6-41 0 0,0 1 24 0 0,-7 6 298 0 0,6 71 1020 0 0,-4-24-1358 0 0,2 0-1 0 0,2 0 0 0 0,10 65 1 0 0,-3-22-4 0 0,5 183-15 0 0,-5-73-4 0 0,36 212-1 0 0,-31-343-24 0 0,50 310 327 0 0,-27 3 505 0 0,-33-351-752 0 0,-3 205 22 0 0,1-241-408 0 0,0 0-1 0 0,-1 1 1 0 0,1-1-1 0 0,-1 0 1 0 0,0 1-1 0 0,1-1 1 0 0,-1 0-1 0 0,0 0 1 0 0,0 0-1 0 0,-1 0 1 0 0,-1 4-1 0 0,0-3-832 0 0</inkml:trace>
</inkml:ink>
</file>

<file path=ppt/ink/ink2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0:26.51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3274 1 5985 0 0,'-14'0'2535'0'0,"1"1"0"0"0,-1 0 0 0 0,1 1 0 0 0,-19 6 0 0 0,24-6-1760 0 0,0 1 0 0 0,0 0 0 0 0,0 1-1 0 0,-12 7 1 0 0,20-11-765 0 0,-1 0 1 0 0,1 1-1 0 0,0-1 1 0 0,0 0-1 0 0,0 0 0 0 0,-1 0 1 0 0,1 0-1 0 0,0 0 0 0 0,0 0 1 0 0,0 1-1 0 0,0-1 0 0 0,-1 0 1 0 0,1 0-1 0 0,0 0 0 0 0,0 0 1 0 0,0 1-1 0 0,0-1 0 0 0,0 0 1 0 0,0 0-1 0 0,-1 0 0 0 0,1 1 1 0 0,0-1-1 0 0,0 0 0 0 0,0 0 1 0 0,0 1-1 0 0,0-1 0 0 0,0 0 1 0 0,0 0-1 0 0,0 0 0 0 0,0 1 1 0 0,0-1-1 0 0,0 0 0 0 0,0 0 1 0 0,0 1-1 0 0,0-1 0 0 0,0 0 1 0 0,0 0-1 0 0,0 1 0 0 0,1-1 1 0 0,-1 0-1 0 0,0 0 0 0 0,0 1 1 0 0,12 6 129 0 0,16 0-107 0 0,30 1 15 0 0,-34-6-76 0 0,-1 1 0 0 0,1 2 0 0 0,-1 0 1 0 0,28 11-1 0 0,-50-16 17 0 0,0 0 0 0 0,0 1-1 0 0,0-1 1 0 0,-1 0 0 0 0,1 1 0 0 0,0-1 0 0 0,0 1 0 0 0,-1-1-1 0 0,1 1 1 0 0,0 0 0 0 0,-1-1 0 0 0,1 1 0 0 0,-1 0-1 0 0,1-1 1 0 0,-1 1 0 0 0,1 0 0 0 0,-1-1 0 0 0,1 1 0 0 0,-1 0-1 0 0,1 0 1 0 0,-1 0 0 0 0,0 0 0 0 0,0-1 0 0 0,1 1 0 0 0,-1 0-1 0 0,0 1 1 0 0,0 0-10 0 0,0 0 0 0 0,-1 0 0 0 0,1 0-1 0 0,-1 0 1 0 0,1 0 0 0 0,-1 0 0 0 0,0 0 0 0 0,0 0 0 0 0,1-1-1 0 0,-1 1 1 0 0,-2 2 0 0 0,-5 6-48 0 0,1 0-1 0 0,-2-1 1 0 0,-9 9 0 0 0,11-11 63 0 0,-40 37-101 0 0,26-25 235 0 0,1 0 1 0 0,1 1-1 0 0,1 1 0 0 0,-18 26 1 0 0,35-46-118 0 0,0-1 0 0 0,1 1 0 0 0,-1 0 0 0 0,1 0 1 0 0,-1-1-1 0 0,1 1 0 0 0,0 0 0 0 0,-1 0 0 0 0,1-1 0 0 0,0 1 1 0 0,0 0-1 0 0,-1 0 0 0 0,1 0 0 0 0,0 0 0 0 0,0 0 0 0 0,0-1 0 0 0,0 1 1 0 0,0 0-1 0 0,0 0 0 0 0,0 0 0 0 0,0 0 0 0 0,1 0 0 0 0,-1-1 1 0 0,0 1-1 0 0,0 0 0 0 0,1 0 0 0 0,-1 0 0 0 0,0-1 0 0 0,1 1 0 0 0,0 1 1 0 0,0-1-3 0 0,1 0-1 0 0,-1 0 1 0 0,1 0 0 0 0,0 0 0 0 0,-1 0 0 0 0,1-1 0 0 0,0 1 0 0 0,0-1 0 0 0,-1 1 0 0 0,1-1 0 0 0,0 1 0 0 0,0-1 0 0 0,2 0 0 0 0,7 1-25 0 0,-1-1 0 0 0,1-1 1 0 0,19-2-1 0 0,-16 0-37 0 0,23-5-92 0 0,1 2 0 0 0,54-3 0 0 0,-92 9 145 0 0,1 0-1 0 0,0 0 1 0 0,0 0 0 0 0,0 0 0 0 0,0 0-1 0 0,-1 0 1 0 0,1 0 0 0 0,0 0 0 0 0,0 0-1 0 0,0 0 1 0 0,0 0 0 0 0,-1 1 0 0 0,1-1-1 0 0,0 0 1 0 0,0 0 0 0 0,-1 1 0 0 0,1-1 0 0 0,0 1-1 0 0,0-1 1 0 0,-1 1 0 0 0,1-1 0 0 0,-1 1-1 0 0,1-1 1 0 0,0 1 0 0 0,-1 0 0 0 0,2 1-1 0 0,-2-1-1 0 0,0 0 0 0 0,0 0 0 0 0,0 0 0 0 0,0 0 0 0 0,-1 0 0 0 0,1 1 0 0 0,0-1 0 0 0,0 0 0 0 0,-1 0 0 0 0,1 0 0 0 0,0 0 0 0 0,-1 0 0 0 0,1 0 0 0 0,-1 0 0 0 0,0 0 0 0 0,-1 2 0 0 0,-36 37-19 0 0,36-38 30 0 0,-43 38 118 0 0,-48 46 200 0 0,80-72-221 0 0,0 1-1 0 0,1 0 0 0 0,1 1 1 0 0,-14 23-1 0 0,24-37-106 0 0,0 0 0 0 0,0 0 0 0 0,0 0 0 0 0,0 0 0 0 0,0 0 0 0 0,0 0 0 0 0,0 0 0 0 0,1 0 1 0 0,-1 0-1 0 0,1 0 0 0 0,-1 0 0 0 0,1 0 0 0 0,0 1 0 0 0,0-1 0 0 0,0 0 0 0 0,0 0 0 0 0,0 0 0 0 0,1 1 0 0 0,-1-1 0 0 0,1 0 0 0 0,-1 0 0 0 0,1 0 0 0 0,0 0 0 0 0,0 0 0 0 0,0 0 0 0 0,0 0 0 0 0,0 0 1 0 0,3 3-1 0 0,-1-2-214 0 0,1 0 1 0 0,0-1 0 0 0,0 1 0 0 0,0-1-1 0 0,1 0 1 0 0,-1 0 0 0 0,0 0 0 0 0,1 0-1 0 0,-1-1 1 0 0,1 0 0 0 0,0 0 0 0 0,5 1-1 0 0,-3-1-1037 0 0,-1 0-1 0 0,1 1 1 0 0,0 0-1 0 0,-1 1 0 0 0,1-1 1 0 0,-1 1-1 0 0,0 1 0 0 0,0-1 1 0 0,7 6-1 0 0,-9-6 1001 0 0,-1 0-1 0 0,0 0 1 0 0,0 0 0 0 0,0 1-1 0 0,0-1 1 0 0,3 6 0 0 0,-4-6 786 0 0,0 1 1 0 0,-1-1-1 0 0,1 1 1 0 0,-1-1-1 0 0,0 1 1 0 0,0 0-1 0 0,0-1 1 0 0,0 6-1 0 0,10 42 7285 0 0,18 24-3939 0 0,-19-53-3478 0 0,-1 0 1 0 0,7 26-1 0 0,-6 3 131 0 0,-3 0 0 0 0,1 86 0 0 0,-7-89-515 0 0,2 0-1 0 0,2 0 1 0 0,14 60 0 0 0,6 23 45 0 0,-14-63-62 0 0,10-12-235 0 0,-24-59-13 0 0,-4 0 269 0 0,1 0-1 0 0,0 1 0 0 0,-1 0 1 0 0,1 0-1 0 0,-1 0 0 0 0,1 1 1 0 0,-1-1-1 0 0,0 2 0 0 0,0-1 1 0 0,-7 1-1 0 0,-78 8-100 0 0,24-2-13 0 0,-104 4-23 0 0,-130-1-10 0 0,54-37-53 0 0,-9 1-524 0 0,-75 26-57 0 0,-204-13 614 0 0,-59-16 951 0 0,465 35-722 0 0,-142-1 58 0 0,249-7-71 0 0,0 0-1 0 0,0-2 1 0 0,-37-11 0 0 0,37 9-2 0 0,0 1 0 0 0,-1 0 1 0 0,-35-2-1 0 0,16 8-269 0 0,1 1 0 0 0,-83 15 0 0 0,125-16 200 0 0,0-1 1 0 0,0 1-1 0 0,0 0 0 0 0,1 0 0 0 0,-1 0 1 0 0,0 0-1 0 0,0 0 0 0 0,0 0 0 0 0,0 0 0 0 0,0 0 1 0 0,0-1-1 0 0,1 1 0 0 0,-1 0 0 0 0,0 0 1 0 0,0 0-1 0 0,0 0 0 0 0,0 0 0 0 0,0-1 1 0 0,0 1-1 0 0,0 0 0 0 0,0 0 0 0 0,0 0 0 0 0,0 0 1 0 0,0-1-1 0 0,0 1 0 0 0,0 0 0 0 0,0 0 1 0 0,0 0-1 0 0,0 0 0 0 0,0-1 0 0 0,0 1 0 0 0,0 0 1 0 0,0 0-1 0 0,0 0 0 0 0,0 0 0 0 0,0 0 1 0 0,0-1-1 0 0,0 1 0 0 0,0 0 0 0 0,0 0 0 0 0,0 0 1 0 0,-1 0-1 0 0,1 0 0 0 0,0-1 0 0 0,0 1 1 0 0,0 0-1 0 0,0 0 0 0 0,0 0 0 0 0,0 0 0 0 0,-1 0 1 0 0,1 0-1 0 0,0 0 0 0 0,0 0 0 0 0,0-1 1 0 0,0 1-1 0 0,0 0 0 0 0,-1 0 0 0 0,1 0 0 0 0,0 0 1 0 0,0 0-1 0 0,0 0 0 0 0,-1 0 0 0 0,13-12-2046 0 0</inkml:trace>
</inkml:ink>
</file>

<file path=ppt/ink/ink2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0:27.13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 0 10138 0 0,'0'0'778'0'0,"-3"26"7334"0"0,-3 16-6508 0 0,1 1-1 0 0,3-1 1 0 0,6 76-1 0 0,29 127-1045 0 0,-20-185-517 0 0,2-1 0 0 0,26 63-1 0 0,55 109 136 0 0,-87-212-154 0 0,88 236 307 0 0,-84-209-252 0 0,-2 1 0 0 0,-2 0 1 0 0,5 81-1 0 0,-14-119-304 0 0,-1 0 0 0 0,1 0 0 0 0,-2 0 1 0 0,-1 9-1 0 0,2-15 146 0 0,1 0 0 0 0,-1 0-1 0 0,0-1 1 0 0,0 1 0 0 0,0 0 0 0 0,0-1 0 0 0,0 1-1 0 0,-1 0 1 0 0,1-1 0 0 0,-1 0 0 0 0,0 1 0 0 0,1-1 0 0 0,-1 0-1 0 0,0 0 1 0 0,-1 0 0 0 0,-2 2 0 0 0</inkml:trace>
</inkml:ink>
</file>

<file path=ppt/ink/ink2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0:27.54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172 40 7090 0 0,'-52'8'1971'0'0,"-20"3"2189"0"0,25-8 2202 0 0,109-9-222 0 0,42-16-6196 0 0,-45 9 463 0 0,-9 4-532 0 0,1 3 1 0 0,0 1 0 0 0,76 4 0 0 0,154 25-805 0 0,-256-21 806 0 0,12 1-20 0 0,-23-2-435 0 0,-20-3-1525 0 0,-2 0 990 0 0</inkml:trace>
</inkml:ink>
</file>

<file path=ppt/ink/ink2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0:27.87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36 1 4145 0 0,'-18'11'-146'0'0,"17"-9"719"0"0,-1-1 0 0 0,0 0 0 0 0,1 1 1 0 0,-1-1-1 0 0,1 1 0 0 0,0 0 0 0 0,0-1 0 0 0,-1 1 0 0 0,0 3 0 0 0,1-3-148 0 0,1 0-1 0 0,-1 0 1 0 0,1 0-1 0 0,0 0 1 0 0,0 0-1 0 0,0 0 0 0 0,0 0 1 0 0,0 0-1 0 0,0 0 1 0 0,1 0-1 0 0,-1 0 1 0 0,1 0-1 0 0,-1 0 1 0 0,1 0-1 0 0,0 0 0 0 0,0-1 1 0 0,-1 1-1 0 0,2 0 1 0 0,-1 0-1 0 0,0-1 1 0 0,2 3-1 0 0,35 57 2116 0 0,46 99 1 0 0,-61-110-2427 0 0,2 0 0 0 0,3-2 0 0 0,63 84 0 0 0,-88-128-182 0 0,-1-1-1 0 0,1 0 1 0 0,0 0 0 0 0,0 0-1 0 0,1 0 1 0 0,-1 0-1 0 0,1-1 1 0 0,-1 0-1 0 0,1 1 1 0 0,0-1-1 0 0,0-1 1 0 0,0 1 0 0 0,0 0-1 0 0,0-1 1 0 0,6 1-1 0 0,1-4-612 0 0</inkml:trace>
</inkml:ink>
</file>

<file path=ppt/ink/ink2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0:28.10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378 0 8754 0 0,'-4'1'1376'0'0,"1"-1"0"0"0,-1 0 1 0 0,0 1-1 0 0,0 0 0 0 0,1 0 1 0 0,-1 0-1 0 0,0 0 0 0 0,-3 2 1 0 0,-27 20 1627 0 0,18-9-3554 0 0,-25 30 1 0 0,36-38 1207 0 0,-36 42-624 0 0,1 3-1 0 0,3 1 1 0 0,2 2 0 0 0,-51 107 0 0 0,81-150-350 0 0</inkml:trace>
</inkml:ink>
</file>

<file path=ppt/ink/ink2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0:29.26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 8 920 0 0,'0'0'5'0'0,"0"0"-1"0"0,-1 0 1 0 0,1 0-1 0 0,0 0 0 0 0,-1 0 1 0 0,1 0-1 0 0,0 0 1 0 0,-1 0-1 0 0,1 0 1 0 0,0 0-1 0 0,-1 0 1 0 0,1 0-1 0 0,0 0 0 0 0,-1 0 1 0 0,1 0-1 0 0,0 0 1 0 0,-1-1-1 0 0,1 1 1 0 0,0 0-1 0 0,-1 0 1 0 0,1 0-1 0 0,0-1 0 0 0,0 1 1 0 0,-1 0-1 0 0,1 0 1 0 0,0-1-1 0 0,0 1 1 0 0,0 0-1 0 0,-1 0 1 0 0,1-1-1 0 0,0 1 0 0 0,0 0 1 0 0,0-1-1 0 0,0 1 1 0 0,0 0-1 0 0,-1-1 1 0 0,1 1-1 0 0,0 0 1 0 0,0-1-1 0 0,0 1 0 0 0,0-1 1 0 0,18 4 8 0 0,-10-2-13 0 0</inkml:trace>
</inkml:ink>
</file>

<file path=ppt/ink/ink2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0:29.64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309 36 456 0 0,'0'0'10'0'0,"0"0"1"0"0,0 0-1 0 0,0 0 1 0 0,0 0-1 0 0,1 0 0 0 0,-1 0 1 0 0,0 0-1 0 0,0 0 1 0 0,0 0-1 0 0,1 0 0 0 0,-1 0 1 0 0,0 0-1 0 0,0 0 1 0 0,0 0-1 0 0,0 0 0 0 0,1 0 1 0 0,-1 0-1 0 0,0 0 1 0 0,0 0-1 0 0,0 0 0 0 0,0 0 1 0 0,0 0-1 0 0,1-1 0 0 0,-1 1 1 0 0,0 0-1 0 0,0 0 1 0 0,0 0-1 0 0,0 0 0 0 0,0 0 1 0 0,0 0-1 0 0,0-1 1 0 0,1 1-1 0 0,-1 0 0 0 0,0 0 1 0 0,0 0-1 0 0,0 0 1 0 0,0-1-1 0 0,0 1 0 0 0,0 0 1 0 0,0 0-1 0 0,0 0 0 0 0,0 0 1 0 0,0-1-1 0 0,0 1 1 0 0,0 0-1 0 0,0 0 0 0 0,0 0 1 0 0,0 0-1 0 0,0-1 1 0 0,0 1-1 0 0,0 0 0 0 0,0 0 1 0 0,0 0-1 0 0,-1-1 1 0 0,-9 0 1435 0 0,4 2-967 0 0,-51 10 2480 0 0,1 3 0 0 0,0 2 1 0 0,-72 32-1 0 0,152-52-191 0 0,106-18-2794 0 0,187-51 649 0 0,-301 69-457 0 0,2-1 256 0 0,1 1 0 0 0,0 1-1 0 0,19 0 1 0 0,-44 4-249 0 0,-1 0-1 0 0,0 1 1 0 0,0 0 0 0 0,1 0-1 0 0,-8 4 1 0 0,-9 4 34 0 0,-28 4 15 0 0,30-9-1041 0 0,2 0 1 0 0,-1 2-1 0 0,-24 12 1 0 0</inkml:trace>
</inkml:ink>
</file>

<file path=ppt/ink/ink2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0:30.36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31 216 5065 0 0,'-4'-4'738'0'0,"1"-1"-1"0"0,-1 0 0 0 0,1 0 1 0 0,0 0-1 0 0,-3-8 1 0 0,-1-14 6632 0 0,19 29-3115 0 0,12 10-3527 0 0,3 6-554 0 0,0 1 0 0 0,-1 1 0 0 0,0 1 1 0 0,-2 2-1 0 0,40 47 0 0 0,-12-13-33 0 0,-20-24-72 0 0,56 75-1 0 0,-82-127 532 0 0,-1 0 0 0 0,4-26-1 0 0,0-2-493 0 0,3 1 1 0 0,1 0-1 0 0,35-78 0 0 0,-31 90-1263 0 0,1 0 0 0 0,40-56 0 0 0,-34 60-6775 0 0</inkml:trace>
</inkml:ink>
</file>

<file path=ppt/ink/ink2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0:30.82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 48 5529 0 0,'-3'-4'1093'0'0,"1"1"0"0"0,0-1-1 0 0,0 0 1 0 0,0 0 0 0 0,1-1-1 0 0,0 1 1 0 0,1-15 4994 0 0,1 18-5895 0 0,0 1-56 0 0,0 0 0 0 0,0 0-1 0 0,0 0 1 0 0,0 0 0 0 0,0 0 0 0 0,-1 0-1 0 0,1 1 1 0 0,0-1 0 0 0,0 0 0 0 0,0 0-1 0 0,0 1 1 0 0,0-1 0 0 0,0 0 0 0 0,-1 1 0 0 0,1-1-1 0 0,0 1 1 0 0,0-1 0 0 0,0 2 0 0 0,4 1-33 0 0,0 1 1 0 0,-1 0-1 0 0,0 0 0 0 0,0 0 1 0 0,0 1-1 0 0,0-1 1 0 0,-1 1-1 0 0,1 0 1 0 0,-1 0-1 0 0,4 11 0 0 0,21 61 212 0 0,-20-51-207 0 0,85 337-182 0 0,-81-307-525 0 0,-8-45 322 0 0,0 13-4417 0 0</inkml:trace>
</inkml:ink>
</file>

<file path=ppt/ink/ink2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0:31.08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104 18 4745 0 0,'-29'-1'246'0'0,"-45"9"15102"0"0,102-4-13565 0 0,106-18 1201 0 0,-18 1-4079 0 0,-38 12-5707 0 0,-58 1-597 0 0</inkml:trace>
</inkml:ink>
</file>

<file path=ppt/ink/ink2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0:31.31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0 138 7834 0 0,'14'-8'6382'0'0,"7"-1"-3565"0"0,6-2-891 0 0,64-45 1696 0 0,-53 30-6685 0 0,-22 15-286 0 0,8-5-3594 0 0</inkml:trace>
</inkml:ink>
</file>

<file path=ppt/ink/ink2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0:31.57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11522 0 0,'1'7'688'0'0,"0"0"0"0"0,1 0 0 0 0,0 0-1 0 0,0 0 1 0 0,1 0 0 0 0,0-1-1 0 0,0 0 1 0 0,6 10 0 0 0,12 27 1676 0 0,-19-36-2607 0 0,-1 1-1 0 0,0 0 1 0 0,0 0-1 0 0,0-1 1 0 0,-1 1-1 0 0,0 0 1 0 0,-2 8-1 0 0,1 15-5197 0 0,1-20 2764 0 0</inkml:trace>
</inkml:ink>
</file>

<file path=ppt/ink/ink2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0:31.76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 13 9218 0 0,'-10'-13'3091'0'0,"21"17"-3917"0"0,23 21-535 0 0,-27-18 1361 0 0</inkml:trace>
</inkml:ink>
</file>

<file path=ppt/ink/ink2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0:32.30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 10594 0 0,'8'-2'5077'0'0,"-8"1"-4982"0"0,9 17 2074 0 0,5 31-1896 0 0,7 53 435 0 0,-13-59-80 0 0,20 67 0 0 0,-27-106-582 0 0,0 0-1 0 0,-1 0 0 0 0,1 0 1 0 0,0 0-1 0 0,0 0 0 0 0,0 0 1 0 0,0-1-1 0 0,0 1 0 0 0,0 0 0 0 0,1 0 1 0 0,1 1-1 0 0,-2-3-29 0 0,0 0 1 0 0,-1 1-1 0 0,1-1 0 0 0,-1-1 0 0 0,1 1 1 0 0,0 0-1 0 0,-1 0 0 0 0,1 0 0 0 0,0 0 1 0 0,-1 0-1 0 0,1 0 0 0 0,-1-1 0 0 0,1 1 1 0 0,-1 0-1 0 0,1-1 0 0 0,-1 1 0 0 0,1 0 1 0 0,-1-1-1 0 0,1 1 0 0 0,-1 0 0 0 0,1-1 1 0 0,-1 1-1 0 0,1-1 0 0 0,-1 1 1 0 0,0-1-1 0 0,1 1 0 0 0,-1-1 0 0 0,0 1 1 0 0,1-1-1 0 0,-1 0 0 0 0,0 1 0 0 0,0-1 1 0 0,0 1-1 0 0,1-1 0 0 0,-1 0 0 0 0,0 1 1 0 0,0-2-1 0 0,43-127 1087 0 0,-38 115-1045 0 0,1 0-1 0 0,1 0 1 0 0,1 1 0 0 0,0 0 0 0 0,0 1 0 0 0,1 0 0 0 0,19-19 0 0 0,-27 29-42 0 0,0 1 0 0 0,0 0 0 0 0,0 1 0 0 0,0-1 0 0 0,1 0 1 0 0,-1 0-1 0 0,0 0 0 0 0,0 1 0 0 0,1-1 0 0 0,-1 1 1 0 0,0-1-1 0 0,1 1 0 0 0,-1-1 0 0 0,1 1 0 0 0,-1 0 0 0 0,0 0 1 0 0,1 0-1 0 0,-1 0 0 0 0,1 0 0 0 0,-1 0 0 0 0,1 0 0 0 0,-1 0 1 0 0,1 0-1 0 0,-1 1 0 0 0,0-1 0 0 0,1 0 0 0 0,-1 1 1 0 0,0-1-1 0 0,1 1 0 0 0,-1 0 0 0 0,0 0 0 0 0,0-1 0 0 0,1 1 1 0 0,-1 0-1 0 0,0 0 0 0 0,0 0 0 0 0,0 0 0 0 0,0 0 0 0 0,0 0 1 0 0,0 0-1 0 0,-1 1 0 0 0,2 1 0 0 0,4 7 28 0 0,0 0 0 0 0,-1 1 0 0 0,-1-1-1 0 0,6 17 1 0 0,-4-7 11 0 0,5 7 10 0 0,14 33 48 0 0,-23-56-200 0 0,0 1-1 0 0,1-1 1 0 0,0 1 0 0 0,0-1 0 0 0,0 0-1 0 0,1 0 1 0 0,-1 0 0 0 0,1-1 0 0 0,8 6-1 0 0,-4-4-465 0 0</inkml:trace>
</inkml:ink>
</file>

<file path=ppt/ink/ink2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1:24.05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91 86 7834 0 0,'-4'-3'-77'0'0,"-25"-19"2020"0"0,20 15 87 0 0,0-1 1 0 0,0 0-1 0 0,1 0 0 0 0,-15-22 1396 0 0,29 32-2791 0 0,5 4-279 0 0,-3 2-276 0 0,-1 1-1 0 0,1 0 1 0 0,-2 1-1 0 0,1 0 1 0 0,-1 0-1 0 0,-1 0 1 0 0,1 0-1 0 0,6 22 1 0 0,21 94 24 0 0,-31-117-80 0 0,17 78-58 0 0,37 150-2831 0 0,-53-223 1709 0 0,-1-1-11 0 0</inkml:trace>
</inkml:ink>
</file>

<file path=ppt/ink/ink2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1:24.39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5 329 3681 0 0,'-2'-14'227'0'0,"1"5"-114"0"0,0-1 0 0 0,1 1-1 0 0,0-1 1 0 0,1-9 0 0 0,0 14 376 0 0,0 0 1 0 0,0 0 0 0 0,0 1-1 0 0,1-1 1 0 0,0 0-1 0 0,4-6 1 0 0,6-11 905 0 0,2 1 0 0 0,1 0 0 0 0,1 1 0 0 0,23-24 0 0 0,-29 34-926 0 0,1 1 0 0 0,0 0 0 0 0,0 0-1 0 0,1 1 1 0 0,0 0 0 0 0,0 1 0 0 0,1 1 0 0 0,0 0 0 0 0,18-6 0 0 0,-27 11-414 0 0,0 0 0 0 0,0 0 1 0 0,-1 0-1 0 0,1 0 0 0 0,0 1 1 0 0,0 0-1 0 0,0-1 0 0 0,0 2 1 0 0,0-1-1 0 0,0 0 0 0 0,0 1 1 0 0,0 0-1 0 0,0-1 0 0 0,0 2 1 0 0,0-1-1 0 0,0 0 0 0 0,-1 1 1 0 0,1 0-1 0 0,-1-1 0 0 0,1 2 0 0 0,-1-1 1 0 0,0 0-1 0 0,1 1 0 0 0,-1-1 1 0 0,-1 1-1 0 0,1 0 0 0 0,0 0 1 0 0,-1 0-1 0 0,1 0 0 0 0,-1 0 1 0 0,0 1-1 0 0,0-1 0 0 0,3 8 1 0 0,-1-1-60 0 0,-1 0 1 0 0,0 0-1 0 0,0 1 1 0 0,-1-1-1 0 0,0 1 1 0 0,-1 0-1 0 0,0-1 1 0 0,-1 1-1 0 0,0 0 1 0 0,-1-1-1 0 0,-3 19 1 0 0,-6 8-95 0 0,-2-1 0 0 0,-2 0 0 0 0,-1-1 0 0 0,-38 63 0 0 0,6-10 780 0 0,46-87-647 0 0,0 0 0 0 0,1 0 0 0 0,-1 0 1 0 0,0 0-1 0 0,1 0 0 0 0,-1 1 0 0 0,1-1 0 0 0,-1 0 0 0 0,1 0 1 0 0,0 1-1 0 0,-1-1 0 0 0,1 0 0 0 0,0 1 0 0 0,0-1 0 0 0,0 0 1 0 0,0 1-1 0 0,0-1 0 0 0,0 0 0 0 0,0 1 0 0 0,1-1 0 0 0,-1 0 1 0 0,0 0-1 0 0,1 1 0 0 0,-1-1 0 0 0,2 2 0 0 0,-1-2-20 0 0,0 0 0 0 0,1 0 0 0 0,-1-1 0 0 0,1 1 0 0 0,-1-1 0 0 0,1 1 0 0 0,-1-1 0 0 0,1 1 0 0 0,-1-1 0 0 0,1 0 0 0 0,-1 0 0 0 0,1 0 0 0 0,-1 0 0 0 0,1 0 0 0 0,0 0 0 0 0,-1 0 0 0 0,4-1 0 0 0,10-2-63 0 0,0-1 0 0 0,0-1 0 0 0,16-7 0 0 0,-28 11 45 0 0,54-21-1193 0 0,-18 10-5404 0 0,-19 7 231 0 0</inkml:trace>
</inkml:ink>
</file>

<file path=ppt/ink/ink2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1:24.54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7834 0 0,'3'21'6568'0'0,"-2"-15"-5437"0"0,16 68 3889 0 0,15 36-3074 0 0,6 25-2114 0 0,-22-74-1764 0 0,-8-31-5408 0 0</inkml:trace>
</inkml:ink>
</file>

<file path=ppt/ink/ink2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1:25.13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18 29 6913 0 0,'-18'-27'8825'0'0,"31"25"-5363"0"0,-11 2-3305 0 0,0 0 0 0 0,0 0 0 0 0,0 1 0 0 0,0-1 0 0 0,0 1 0 0 0,0-1 0 0 0,-1 1-1 0 0,1-1 1 0 0,0 1 0 0 0,0 0 0 0 0,0 0 0 0 0,0 0 0 0 0,-1 0 0 0 0,1 0 0 0 0,-1 0 0 0 0,1 1 0 0 0,0-1 0 0 0,1 3 0 0 0,0 0-53 0 0,0 0 0 0 0,-1 0 0 0 0,0-1 1 0 0,0 1-1 0 0,0 1 0 0 0,-1-1 0 0 0,1 0 1 0 0,0 6-1 0 0,1 7-63 0 0,0 0 0 0 0,-2 1 1 0 0,0 23-1 0 0,-1-38 23 0 0,-2 51 81 0 0,-13 69 0 0 0,9-85-678 0 0,1 0 0 0 0,2 0 0 0 0,1 0 0 0 0,6 63 0 0 0,0-78-7030 0 0</inkml:trace>
</inkml:ink>
</file>

<file path=ppt/ink/ink2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1:25.5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0 274 5985 0 0,'1'-6'480'0'0,"0"-1"0"0"0,0 0 0 0 0,1 1 0 0 0,-1-1 0 0 0,1 1 0 0 0,1-1 0 0 0,-1 1 0 0 0,7-10-1 0 0,32-49 3583 0 0,-34 53-3519 0 0,2 1 28 0 0,-1 1 1 0 0,1-1-1 0 0,1 1 1 0 0,0 1-1 0 0,0 0 1 0 0,1 0 0 0 0,22-14-1 0 0,-24 18-372 0 0,0 0 0 0 0,1 1 0 0 0,-1-1 0 0 0,1 2 0 0 0,0-1-1 0 0,0 2 1 0 0,1-1 0 0 0,-1 1 0 0 0,0 1 0 0 0,21-1 0 0 0,-27 2-179 0 0,-1 0 1 0 0,0 0 0 0 0,0 1 0 0 0,0-1-1 0 0,0 1 1 0 0,1 0 0 0 0,-1 0 0 0 0,0 0 0 0 0,0 0-1 0 0,-1 1 1 0 0,1-1 0 0 0,0 1 0 0 0,0 0-1 0 0,-1 0 1 0 0,1 0 0 0 0,-1 0 0 0 0,1 0 0 0 0,-1 0-1 0 0,0 0 1 0 0,0 1 0 0 0,0 0 0 0 0,0-1-1 0 0,0 1 1 0 0,-1 0 0 0 0,1 0 0 0 0,-1-1-1 0 0,0 1 1 0 0,0 0 0 0 0,0 1 0 0 0,0-1 0 0 0,0 0-1 0 0,-1 0 1 0 0,1 0 0 0 0,-1 5 0 0 0,1 12-39 0 0,-1-1 0 0 0,-1 0 1 0 0,-1 1-1 0 0,-7 29 0 0 0,6-31-48 0 0,-6 21 114 0 0,-1 0 1 0 0,-1-1-1 0 0,-3 0 1 0 0,-18 36-1 0 0,-1-7 554 0 0,33-66-593 0 0,1-1 1 0 0,-1 1 0 0 0,0 0-1 0 0,0-1 1 0 0,1 1-1 0 0,-1 0 1 0 0,0-1-1 0 0,1 1 1 0 0,-1 0-1 0 0,0-1 1 0 0,1 1 0 0 0,-1-1-1 0 0,1 1 1 0 0,-1-1-1 0 0,1 1 1 0 0,0-1-1 0 0,-1 1 1 0 0,1-1-1 0 0,-1 1 1 0 0,1-1 0 0 0,0 0-1 0 0,-1 1 1 0 0,1-1-1 0 0,0 0 1 0 0,0 0-1 0 0,-1 0 1 0 0,1 1-1 0 0,0-1 1 0 0,0 0 0 0 0,-1 0-1 0 0,1 0 1 0 0,1 0-1 0 0,27 4 28 0 0,84-2 98 0 0,38 2-2908 0 0,-127-1-4727 0 0</inkml:trace>
</inkml:ink>
</file>

<file path=ppt/ink/ink2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1:25.93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38 4609 0 0,'5'-5'1065'0'0,"0"1"0"0"0,1 1 0 0 0,-1-1 0 0 0,1 1 1 0 0,0 0-1 0 0,0 0 0 0 0,0 0 0 0 0,0 1 0 0 0,0 0 0 0 0,1 0 0 0 0,8-1 0 0 0,-12 3-766 0 0,-1-1 0 0 0,1 1-1 0 0,0 0 1 0 0,-1 0-1 0 0,1 0 1 0 0,0 1 0 0 0,0-1-1 0 0,-1 1 1 0 0,1-1 0 0 0,0 1-1 0 0,-1 0 1 0 0,1 0-1 0 0,2 1 1 0 0,-4-1-275 0 0,1 1-1 0 0,0-1 1 0 0,-1 0 0 0 0,1 0 0 0 0,-1 1-1 0 0,0-1 1 0 0,0 1 0 0 0,1 0-1 0 0,-1-1 1 0 0,0 1 0 0 0,0 0-1 0 0,-1 0 1 0 0,1-1 0 0 0,0 1 0 0 0,0 0-1 0 0,-1 0 1 0 0,0 0 0 0 0,1 0-1 0 0,-1 0 1 0 0,0 2 0 0 0,0 14 5 0 0,0-1-1 0 0,-2 0 1 0 0,0 0 0 0 0,-1 1 0 0 0,-1-1-1 0 0,-1-1 1 0 0,-8 23 0 0 0,5-15-40 0 0,1 1 0 0 0,-7 42 0 0 0,13-60 37 0 0,0 1-1 0 0,1-1 1 0 0,0 1-1 0 0,1-1 1 0 0,-1 1-1 0 0,1-1 1 0 0,1 0-1 0 0,-1 1 1 0 0,2-1-1 0 0,-1 0 1 0 0,0 0-1 0 0,1 0 1 0 0,6 9 0 0 0,-7-12 29 0 0,1-1 0 0 0,-1 1 0 0 0,1-1 0 0 0,0 0 0 0 0,0 0 0 0 0,0 0 0 0 0,0-1 0 0 0,1 1 0 0 0,-1-1 0 0 0,1 1 0 0 0,-1-1 0 0 0,1 0 0 0 0,0-1 0 0 0,0 1 0 0 0,0-1 0 0 0,0 1 1 0 0,0-1-1 0 0,0 0 0 0 0,0-1 0 0 0,0 1 0 0 0,0-1 0 0 0,1 1 0 0 0,-1-2 0 0 0,0 1 0 0 0,0 0 0 0 0,7-2 0 0 0,10-2 41 0 0,-1-2 0 0 0,1 0 0 0 0,-1-1 0 0 0,22-12 0 0 0,-1 2-422 0 0,-18 9-61 0 0</inkml:trace>
</inkml:ink>
</file>

<file path=ppt/ink/ink2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2:45.11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63 12 14283 0 0,'-1'-1'57'0'0,"0"0"-1"0"0,1 0 1 0 0,-1 0 0 0 0,0 1-1 0 0,1-1 1 0 0,-1 0 0 0 0,0 0-1 0 0,0 1 1 0 0,0-1 0 0 0,0 1-1 0 0,0-1 1 0 0,0 1 0 0 0,0-1-1 0 0,0 1 1 0 0,0-1 0 0 0,0 1-1 0 0,0 0 1 0 0,0 0 0 0 0,0-1-1 0 0,0 1 1 0 0,0 0 0 0 0,0 0-1 0 0,0 0 1 0 0,0 0 0 0 0,-2 0-1 0 0,2 2-36 0 0,0-1 1 0 0,0 0-1 0 0,-1 0 0 0 0,1 0 0 0 0,0 1 0 0 0,0-1 1 0 0,0 1-1 0 0,0-1 0 0 0,1 0 0 0 0,-1 1 0 0 0,0 0 1 0 0,1-1-1 0 0,-1 1 0 0 0,1-1 0 0 0,-1 1 0 0 0,1 2 0 0 0,-7 26 205 0 0,1 1-1 0 0,2-1 1 0 0,-1 41-1 0 0,8 97 360 0 0,-1-119-369 0 0,123 1330 2697 0 0,-3-838-1466 0 0,-30-159-675 0 0,-74-302-1142 0 0,-5 2 0 0 0,6 126-1 0 0,-20-187-1463 0 0,-1-4-5394 0 0</inkml:trace>
</inkml:ink>
</file>

<file path=ppt/ink/ink2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2:45.74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1435 16 16588 0 0,'-12'-4'201'0'0,"-1"1"1"0"0,1 0 0 0 0,-1 1 0 0 0,1 0 0 0 0,-1 1 0 0 0,0 1-1 0 0,0 0 1 0 0,1 0 0 0 0,-22 5 0 0 0,-7 3-123 0 0,-65 21 0 0 0,52-10 30 0 0,1 3-1 0 0,1 2 1 0 0,-88 55-1 0 0,-131 117 250 0 0,234-164-334 0 0,0 1-1 0 0,3 2 0 0 0,1 2 1 0 0,2 1-1 0 0,1 1 1 0 0,-39 69-1 0 0,18-13 59 0 0,-74 196 0 0 0,95-209 31 0 0,5 2 0 0 0,3 0 0 0 0,-13 98 0 0 0,29-136-56 0 0,2 2-1 0 0,2-1 1 0 0,2 0-1 0 0,2 0 1 0 0,2 0-1 0 0,3 0 1 0 0,16 65-1 0 0,-13-81-57 0 0,2-1-1 0 0,1 0 0 0 0,1 0 1 0 0,2-2-1 0 0,1 0 0 0 0,38 48 0 0 0,-17-30-2 0 0,2-3 0 0 0,88 73 0 0 0,-82-81 41 0 0,2-2 0 0 0,2-1 0 0 0,0-3 0 0 0,2-2 0 0 0,1-3 0 0 0,86 28-1 0 0,-78-34 24 0 0,1-2 0 0 0,1-4 0 0 0,0-1-1 0 0,1-4 1 0 0,113-2 0 0 0,-126-8 90 0 0,-1-3 0 0 0,0-1 0 0 0,-1-3 1 0 0,0-2-1 0 0,0-2 0 0 0,-1-3 0 0 0,-1-1 1 0 0,78-43-1 0 0,-98 45-55 0 0,0-2 0 0 0,-2-1 0 0 0,0-1 0 0 0,-1-1 0 0 0,-1-1 0 0 0,37-44 0 0 0,-34 31 5 0 0,-2 0 0 0 0,-2-2 0 0 0,-1 0 0 0 0,26-63 0 0 0,-24 35-50 0 0,-2-1 0 0 0,-4-1 1 0 0,-2 0-1 0 0,-3-1 1 0 0,-3-1-1 0 0,0-81 1 0 0,-9 62-25 0 0,-3 0 1 0 0,-4 0-1 0 0,-20-97 1 0 0,14 127-37 0 0,-2 2 0 0 0,-2 0 0 0 0,-3 0 0 0 0,-3 2 0 0 0,-49-87 0 0 0,45 96-90 0 0,-2 2 0 0 0,-2 0 0 0 0,-1 3-1 0 0,-3 0 1 0 0,-1 2 0 0 0,-65-52 0 0 0,77 71-214 0 0,-1 1 1 0 0,-1 2-1 0 0,0 1 1 0 0,-2 1-1 0 0,1 1 1 0 0,-1 1-1 0 0,-1 2 1 0 0,0 1-1 0 0,-1 1 1 0 0,0 1-1 0 0,0 2 1 0 0,-52-3-1 0 0,17 10-6787 0 0</inkml:trace>
</inkml:ink>
</file>

<file path=ppt/ink/ink2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2:46.40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20 26 5985 0 0,'-18'-25'11124'0'0,"17"40"-9946"0"0,8 52-315 0 0,4 0 1 0 0,20 69-1 0 0,-9-41-487 0 0,77 485 416 0 0,-94-533-774 0 0,10 70 68 0 0,-12-100-396 0 0,1-1 1 0 0,1 1-1 0 0,0-1 0 0 0,14 27 0 0 0,-8-28-2662 0 0</inkml:trace>
</inkml:ink>
</file>

<file path=ppt/ink/ink2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2:46.81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405 39 4145 0 0,'-2'-3'593'0'0,"-1"0"0"0"0,1 0 0 0 0,0 0 0 0 0,-1 0 0 0 0,0 1 0 0 0,0-1 0 0 0,0 1 1 0 0,0-1-1 0 0,0 1 0 0 0,0 0 0 0 0,0 0 0 0 0,-1 1 0 0 0,1-1 0 0 0,-1 1 0 0 0,-4-2 0 0 0,5 3-354 0 0,0 0 0 0 0,0 0 0 0 0,0 0 0 0 0,0 0 0 0 0,0 1 0 0 0,1-1-1 0 0,-1 1 1 0 0,0 0 0 0 0,0 0 0 0 0,0 0 0 0 0,1 0 0 0 0,-1 0 0 0 0,1 1 0 0 0,-1-1-1 0 0,1 1 1 0 0,-1 0 0 0 0,1-1 0 0 0,0 1 0 0 0,0 0 0 0 0,-3 4 0 0 0,-27 30 170 0 0,2 1 0 0 0,-41 67 0 0 0,43-63-339 0 0,28-39-70 0 0,-78 121-1196 0 0,67-102 835 0 0,0 1 0 0 0,1 0 0 0 0,-14 46 0 0 0,45-106-1821 0 0,-4 9 1899 0 0,8-25 547 0 0,36-68 1085 0 0,-51 105-715 0 0,0 0 1 0 0,2 1-1 0 0,0 0 1 0 0,24-24-1 0 0,-33 38-568 0 0,0-1 0 0 0,0 1 0 0 0,0-1 0 0 0,1 1 0 0 0,-1 0 0 0 0,1 0 0 0 0,0 1 0 0 0,-1-1 0 0 0,1 1 0 0 0,0 0 0 0 0,0 0 0 0 0,0 0 0 0 0,0 0 0 0 0,0 1 0 0 0,0-1 0 0 0,0 1 0 0 0,0 0 0 0 0,0 0 0 0 0,0 1 0 0 0,0-1 0 0 0,0 1 0 0 0,0 0 0 0 0,0 0 0 0 0,0 0 0 0 0,-1 1 0 0 0,1-1 0 0 0,0 1 0 0 0,-1 0 0 0 0,5 2 0 0 0,10 8 322 0 0,-1 0 0 0 0,0 1 0 0 0,-1 0 0 0 0,19 21 0 0 0,-25-25-355 0 0,25 27-719 0 0,-2 2-1 0 0,39 54 1 0 0,-45-51-7049 0 0</inkml:trace>
</inkml:ink>
</file>

<file path=ppt/ink/ink2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2:47.21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12443 0 0,'1'2'148'0'0,"0"-1"0"0"0,0 0 0 0 0,0 1 0 0 0,0-1 0 0 0,0 0 0 0 0,0 1 0 0 0,-1 0 0 0 0,1-1 0 0 0,0 1 0 0 0,-1-1 0 0 0,1 1 0 0 0,-1 0 0 0 0,0-1 0 0 0,1 1 0 0 0,-1 0 0 0 0,0-1 0 0 0,0 3 0 0 0,0-2-2 0 0,15 125 1893 0 0,-3 134 0 0 0,-6-87-1727 0 0,69 885 1895 0 0,-69-991-2021 0 0,2 11-56 0 0,-3 1 0 0 0,-4 0 1 0 0,-9 90-1 0 0,2-139-498 0 0,2-23-64 0 0</inkml:trace>
</inkml:ink>
</file>

<file path=ppt/ink/ink2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2:47.81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0 184 10594 0 0,'1'3'73'0'0,"-1"0"0"0"0,1 0 0 0 0,0 0 0 0 0,0-1-1 0 0,0 1 1 0 0,0 0 0 0 0,1 0 0 0 0,-1 0 0 0 0,4 4-1 0 0,0-2-50 0 0,0 1 0 0 0,1-1 0 0 0,0 0 0 0 0,0 0 0 0 0,1-1 0 0 0,-1 1 0 0 0,1-1 0 0 0,0-1 0 0 0,0 0 0 0 0,0 1 0 0 0,0-2 0 0 0,1 1 0 0 0,9 1 0 0 0,16 2 373 0 0,60 5 0 0 0,-62-9-200 0 0,551 15 2725 0 0,-490-17-2564 0 0,964-31 2799 0 0,-690 15-2573 0 0,2084-147 1203 0 0,-1777 102-1660 0 0,-175 27-199 0 0,-462 31 28 0 0,44 0-684 0 0,105 10-1 0 0,-73 5-6322 0 0,-86-8 1471 0 0</inkml:trace>
</inkml:ink>
</file>

<file path=ppt/ink/ink2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2:48.13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44 7370 0 0,'0'-2'500'0'0,"1"0"1"0"0,0-1 0 0 0,0 1 0 0 0,0 0 0 0 0,0-1 0 0 0,0 1 0 0 0,0 0 0 0 0,0 0 0 0 0,1 0 0 0 0,-1 0 0 0 0,1 0-1 0 0,0 0 1 0 0,-1 0 0 0 0,1 1 0 0 0,0-1 0 0 0,0 1 0 0 0,0-1 0 0 0,4-1 0 0 0,-5 2-380 0 0,0 1 1 0 0,0-1-1 0 0,1 0 0 0 0,-1 1 1 0 0,0 0-1 0 0,0-1 1 0 0,1 1-1 0 0,-1 0 1 0 0,0-1-1 0 0,1 1 0 0 0,-1 0 1 0 0,3 0-1 0 0,-3 1-10 0 0,-1-1 0 0 0,1 1 0 0 0,0-1 0 0 0,-1 1 0 0 0,1-1 0 0 0,0 1 0 0 0,-1-1 0 0 0,1 1 0 0 0,-1 0 0 0 0,1-1 0 0 0,-1 1 0 0 0,0 0 0 0 0,1-1 0 0 0,-1 1 0 0 0,0 0 0 0 0,1 0 0 0 0,-1-1-1 0 0,0 1 1 0 0,0 0 0 0 0,1 0 0 0 0,-1-1 0 0 0,0 1 0 0 0,0 1 0 0 0,2 23 429 0 0,-2-21-406 0 0,-1 55 302 0 0,-10 71-1 0 0,2-20-135 0 0,-7 515-76 0 0,20-510-162 0 0,6-1 0 0 0,4 0 0 0 0,43 162 0 0 0,-17-149 24 0 0,-23-79-162 0 0,-2 0 1 0 0,-2 1-1 0 0,10 86 1 0 0,-22-122-397 0 0,-1 0 1 0 0,0 0-1 0 0,-1 0 1 0 0,-3 16-1 0 0,-3-6-7052 0 0</inkml:trace>
</inkml:ink>
</file>

<file path=ppt/ink/ink2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2:48.9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216 0 6913 0 0,'10'17'10733'0'0,"-10"-14"-10667"0"0,-1 0-1 0 0,1 0 0 0 0,-1 0 0 0 0,1 0 0 0 0,-1 0 0 0 0,0 0 1 0 0,0 0-1 0 0,0 0 0 0 0,0-1 0 0 0,-1 1 0 0 0,1 0 0 0 0,-1-1 1 0 0,1 1-1 0 0,-1-1 0 0 0,0 0 0 0 0,0 1 0 0 0,0-1 0 0 0,-1 0 1 0 0,-3 3-1 0 0,1 1-43 0 0,-34 34 136 0 0,7-8 320 0 0,2 2 0 0 0,-47 65 0 0 0,75-97-445 0 0,1 0-1 0 0,0 1 0 0 0,-1-1 0 0 0,1 0 0 0 0,0 0 1 0 0,0 1-1 0 0,0-1 0 0 0,1 0 0 0 0,-1 1 1 0 0,0-1-1 0 0,1 0 0 0 0,0 1 0 0 0,-1-1 0 0 0,1 1 1 0 0,0-1-1 0 0,0 1 0 0 0,1-1 0 0 0,-1 1 1 0 0,0-1-1 0 0,1 1 0 0 0,0-1 0 0 0,-1 0 0 0 0,1 1 1 0 0,2 3-1 0 0,-1-3-22 0 0,1 0 1 0 0,-1-1-1 0 0,1 1 1 0 0,-1-1-1 0 0,1 0 1 0 0,0 0-1 0 0,0 0 1 0 0,0 0 0 0 0,0 0-1 0 0,1 0 1 0 0,-1-1-1 0 0,0 0 1 0 0,1 1-1 0 0,-1-1 1 0 0,1-1-1 0 0,5 2 1 0 0,51 6 297 0 0,83 0 0 0 0,-21-2-28 0 0,-118-6-285 0 0,1 0-1 0 0,-1 1 1 0 0,1 0 0 0 0,-1 0 0 0 0,1 0-1 0 0,-1 0 1 0 0,0 1 0 0 0,0-1 0 0 0,0 1-1 0 0,0 0 1 0 0,6 4 0 0 0,-9-5-2 0 0,0 1 1 0 0,0-1-1 0 0,1 0 1 0 0,-1 1-1 0 0,0 0 0 0 0,0-1 1 0 0,-1 1-1 0 0,1-1 1 0 0,0 1-1 0 0,0 0 1 0 0,-1 0-1 0 0,1-1 0 0 0,-1 1 1 0 0,0 0-1 0 0,1 0 1 0 0,-1 0-1 0 0,0-1 1 0 0,0 1-1 0 0,0 0 0 0 0,0 0 1 0 0,-1 0-1 0 0,1 0 1 0 0,0-1-1 0 0,-1 1 1 0 0,1 0-1 0 0,-1 0 0 0 0,0-1 1 0 0,1 1-1 0 0,-3 2 1 0 0,-6 16-237 0 0,-1-2-1 0 0,0 1 1 0 0,-2-1 0 0 0,-17 22 0 0 0,-62 60-545 0 0,59-67 754 0 0,1 1-1 0 0,-28 41 1 0 0,57-72 59 0 0,0 0 0 0 0,0 0 0 0 0,0 0 0 0 0,1 0 1 0 0,-1 0-1 0 0,1 0 0 0 0,0 0 0 0 0,0 1 0 0 0,0-1 1 0 0,0 0-1 0 0,0 1 0 0 0,1-1 0 0 0,0 1 0 0 0,0-1 0 0 0,0 1 1 0 0,0-1-1 0 0,0 1 0 0 0,0-1 0 0 0,2 6 0 0 0,0-6-35 0 0,-1 0-1 0 0,1 0 0 0 0,0 0 0 0 0,0-1 0 0 0,0 1 0 0 0,0-1 1 0 0,0 1-1 0 0,1-1 0 0 0,-1 0 0 0 0,0 0 0 0 0,1 0 0 0 0,0 0 1 0 0,0 0-1 0 0,-1-1 0 0 0,1 1 0 0 0,0-1 0 0 0,0 0 0 0 0,0 0 1 0 0,1 0-1 0 0,-1 0 0 0 0,4 0 0 0 0,17 3-93 0 0,1-1 0 0 0,0-1-1 0 0,0-1 1 0 0,33-4 0 0 0,-32 1 226 0 0,-1 1-1 0 0,1 2 1 0 0,46 6-1 0 0,-70-7-120 0 0,0 0 0 0 0,0 1-1 0 0,0-1 1 0 0,0 1 0 0 0,0-1-1 0 0,0 1 1 0 0,0 0 0 0 0,0 0-1 0 0,0 0 1 0 0,-1 0 0 0 0,1 0-1 0 0,0 0 1 0 0,-1 0 0 0 0,1 1-1 0 0,-1-1 1 0 0,1 0 0 0 0,-1 1-1 0 0,1-1 1 0 0,-1 1 0 0 0,1 2-1 0 0,-1-2-7 0 0,0 1-1 0 0,-1-1 0 0 0,0 1 0 0 0,0-1 0 0 0,1 1 0 0 0,-1-1 0 0 0,-1 1 0 0 0,1-1 0 0 0,0 1 1 0 0,-1-1-1 0 0,1 0 0 0 0,-1 1 0 0 0,0-1 0 0 0,1 1 0 0 0,-1-1 0 0 0,-2 3 0 0 0,-19 36-241 0 0,-1-2 0 0 0,-1 0 0 0 0,-32 36 0 0 0,29-39 109 0 0,-7 6-18 0 0,24-32 93 0 0,0 2-1 0 0,1-1 1 0 0,0 1-1 0 0,1 1 1 0 0,1 0-1 0 0,-8 16 1 0 0,14-27-16 0 0,1-1 1 0 0,-1 0-1 0 0,1 1 1 0 0,-1-1-1 0 0,1 0 1 0 0,0 1-1 0 0,-1-1 1 0 0,1 0-1 0 0,0 1 1 0 0,0-1-1 0 0,0 1 1 0 0,0-1-1 0 0,0 0 1 0 0,1 1-1 0 0,-1-1 1 0 0,0 1-1 0 0,0-1 1 0 0,1 0-1 0 0,-1 1 1 0 0,1-1-1 0 0,0 0 1 0 0,-1 0-1 0 0,1 1 1 0 0,0-1-1 0 0,0 0 1 0 0,-1 0-1 0 0,1 0 1 0 0,0 0-1 0 0,0 0 1 0 0,0 0-1 0 0,0 0 1 0 0,1 0-1 0 0,-1 0 1 0 0,0-1-1 0 0,0 1 1 0 0,0 0-1 0 0,1-1 1 0 0,-1 1-1 0 0,0-1 1 0 0,1 1-1 0 0,-1-1 1 0 0,0 0-1 0 0,1 0 1 0 0,-1 1-1 0 0,1-1 1 0 0,1 0-1 0 0,9 1-852 0 0,1-1-1 0 0,0 0 1 0 0,-1 0-1 0 0,15-3 1 0 0,-12 1 301 0 0,-5 1 527 0 0,0 0 0 0 0,0 1 0 0 0,0 1 0 0 0,0-1 0 0 0,0 1 0 0 0,10 3 0 0 0,-16-3 316 0 0,-1 0 1 0 0,1 0-1 0 0,-1 1 0 0 0,0-1 1 0 0,1 1-1 0 0,-1 0 0 0 0,0 0 0 0 0,0 0 1 0 0,0 0-1 0 0,0 1 0 0 0,-1-1 0 0 0,1 1 1 0 0,-1 0-1 0 0,1-1 0 0 0,-1 1 0 0 0,0 0 1 0 0,0 0-1 0 0,0 1 0 0 0,-1-1 1 0 0,2 4-1 0 0,7 20 1748 0 0,-1 1 1 0 0,7 36 0 0 0,10 126 1199 0 0,-16-99-2551 0 0,110 780 1440 0 0,-101-699-2513 0 0,-8 1 0 0 0,-11 178 0 0 0,-8-281-1748 0 0,3-41-5413 0 0</inkml:trace>
</inkml:ink>
</file>

<file path=ppt/ink/ink2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2:49.82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319 438 6913 0 0,'-141'-38'2450'0'0,"-15"-2"-353"0"0,135 34 406 0 0,32 7-1331 0 0,42 4-1022 0 0,0-3 0 0 0,0-3 0 0 0,62-7 0 0 0,-99 7-75 0 0,161-17 540 0 0,106-7 476 0 0,892-41 1123 0 0,-578 28-1804 0 0,951-105 1422 0 0,-1456 133-1761 0 0,-64 7-51 0 0,361-35 260 0 0,1 28-300 0 0,-285 22-5018 0 0,-102-12 5023 0 0,0 1-380 0 0,1 6 3107 0 0,7 13-2293 0 0,-1 1 1 0 0,-1 1-1 0 0,-1-1 1 0 0,-1 2-1 0 0,-1-1 1 0 0,5 33-1 0 0,14 359 23 0 0,-4-30-402 0 0,11-129 139 0 0,26 314 366 0 0,-53-486-551 0 0,1-4 200 0 0,-3-1-1 0 0,-4 1 1 0 0,-13 91-1 0 0,12-158-330 0 0,0 0 0 0 0,-1-1 0 0 0,-6 14 0 0 0,-3-1-6744 0 0</inkml:trace>
</inkml:ink>
</file>

<file path=ppt/ink/ink2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2:50.31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167 1 4145 0 0,'-50'42'1624'0'0,"24"-20"1641"0"0,2 1 0 0 0,-35 42-1 0 0,59-65-3214 0 0,-1 1-1 0 0,0-1 1 0 0,1 1-1 0 0,-1-1 0 0 0,1 1 1 0 0,-1-1-1 0 0,1 1 1 0 0,-1 0-1 0 0,1-1 1 0 0,-1 1-1 0 0,1-1 0 0 0,0 1 1 0 0,-1 0-1 0 0,1 0 1 0 0,0-1-1 0 0,0 1 1 0 0,0 0-1 0 0,-1-1 0 0 0,1 1 1 0 0,0 0-1 0 0,0 0 1 0 0,0-1-1 0 0,0 1 1 0 0,0 0-1 0 0,0 0 0 0 0,0-1 1 0 0,1 1-1 0 0,-1 0 1 0 0,0-1-1 0 0,0 1 0 0 0,0 0 1 0 0,1 0-1 0 0,-1-1 1 0 0,0 1-1 0 0,1 0 1 0 0,-1-1-1 0 0,1 1 0 0 0,-1-1 1 0 0,1 1-1 0 0,-1-1 1 0 0,1 1-1 0 0,-1-1 1 0 0,1 1-1 0 0,-1-1 0 0 0,1 1 1 0 0,0-1-1 0 0,-1 1 1 0 0,1-1-1 0 0,0 0 1 0 0,-1 0-1 0 0,1 1 0 0 0,0-1 1 0 0,-1 0-1 0 0,1 0 1 0 0,0 0-1 0 0,0 0 1 0 0,-1 0-1 0 0,1 0 0 0 0,0 0 1 0 0,1 0-1 0 0,9 1-156 0 0,1 0 0 0 0,-1-1 1 0 0,15-2-1 0 0,-14 1 263 0 0,8 0-115 0 0,-3 0 54 0 0,0 0 0 0 0,-1 1 0 0 0,1 1 0 0 0,0 0-1 0 0,0 2 1 0 0,18 4 0 0 0,-34-7-101 0 0,-1 0 0 0 0,1 1 0 0 0,0-1 0 0 0,0 0 0 0 0,-1 1 0 0 0,1-1 0 0 0,0 0-1 0 0,0 1 1 0 0,-1-1 0 0 0,1 1 0 0 0,0-1 0 0 0,-1 1 0 0 0,1-1 0 0 0,-1 1 0 0 0,1 0 0 0 0,0-1 0 0 0,-1 1 0 0 0,1 0 0 0 0,-1-1 0 0 0,0 1-1 0 0,1 0 1 0 0,-1 0 0 0 0,0-1 0 0 0,1 1 0 0 0,-1 0 0 0 0,0 1 0 0 0,0 0-25 0 0,0-1 1 0 0,0 1-1 0 0,0 0 1 0 0,-1-1 0 0 0,1 1-1 0 0,-1 0 1 0 0,1 0-1 0 0,-1-1 1 0 0,0 1-1 0 0,1-1 1 0 0,-1 1-1 0 0,-1 1 1 0 0,-5 7-199 0 0,-1 0 0 0 0,0-1 1 0 0,-10 9-1 0 0,10-9 61 0 0,6-7 123 0 0,-31 33-674 0 0,-36 50 0 0 0,61-74 748 0 0,0 1 0 0 0,1 0 0 0 0,1 0 0 0 0,0 1 0 0 0,0 0 0 0 0,1 0 0 0 0,1 0 0 0 0,0 0-1 0 0,-2 19 1 0 0,5-28 20 0 0,1-1-1 0 0,0 1 0 0 0,0-1 1 0 0,1 1-1 0 0,-1-1 0 0 0,1 0 1 0 0,-1 1-1 0 0,1-1 0 0 0,0 0 1 0 0,0 1-1 0 0,1-1 0 0 0,-1 0 1 0 0,1 0-1 0 0,-1 0 0 0 0,1 0 1 0 0,0 0-1 0 0,0 0 0 0 0,1-1 1 0 0,-1 1-1 0 0,0-1 0 0 0,1 1 1 0 0,0-1-1 0 0,-1 0 0 0 0,1 0 1 0 0,0 0-1 0 0,0-1 0 0 0,0 1 1 0 0,0 0-1 0 0,5 0 0 0 0,10 5 100 0 0,0-1 0 0 0,1-1-1 0 0,0-1 1 0 0,22 3-1 0 0,-10-3-153 0 0,-1 1 104 0 0,-11-3 25 0 0,0 1-1 0 0,21 6 1 0 0,-37-8-141 0 0,0 0 0 0 0,1 0 0 0 0,-1 0 0 0 0,0 1 0 0 0,0-1 0 0 0,0 1 0 0 0,0 0 0 0 0,0 0 0 0 0,0 0 0 0 0,-1 0 0 0 0,1 0 0 0 0,-1 0 0 0 0,1 1 0 0 0,-1-1 0 0 0,0 1 0 0 0,0 0 0 0 0,0-1 0 0 0,2 5 0 0 0,-3-4-66 0 0,-1-1-1 0 0,0 0 1 0 0,1 0-1 0 0,-1 0 1 0 0,0 0-1 0 0,-1 1 1 0 0,1-1-1 0 0,0 0 0 0 0,-1 0 1 0 0,1 0-1 0 0,-1 0 1 0 0,1 0-1 0 0,-1 0 1 0 0,0 0-1 0 0,0 0 1 0 0,0 0-1 0 0,0 0 1 0 0,-2 2-1 0 0,-27 34-627 0 0,25-32 600 0 0,-59 57-311 0 0,51-52 536 0 0,0 0-1 0 0,1 1 1 0 0,0 0-1 0 0,1 1 1 0 0,0 0-1 0 0,1 1 1 0 0,1 0-1 0 0,-9 17 1 0 0,17-30-118 0 0,0 0 0 0 0,1 0 1 0 0,-1 0-1 0 0,1 0 0 0 0,-1 0 0 0 0,1 0 0 0 0,0 0 1 0 0,-1 0-1 0 0,1 1 0 0 0,0-1 0 0 0,0 0 0 0 0,0 0 1 0 0,0 0-1 0 0,0 0 0 0 0,0 0 0 0 0,0 0 0 0 0,0 1 1 0 0,0-1-1 0 0,0 0 0 0 0,1 0 0 0 0,-1 0 0 0 0,0 0 1 0 0,1 0-1 0 0,-1 0 0 0 0,1 0 0 0 0,-1 0 1 0 0,1 0-1 0 0,-1 0 0 0 0,1 0 0 0 0,0 0 0 0 0,0 0 1 0 0,-1-1-1 0 0,1 1 0 0 0,0 0 0 0 0,0-1 0 0 0,0 1 1 0 0,0 0-1 0 0,0-1 0 0 0,0 1 0 0 0,0-1 0 0 0,0 1 1 0 0,0-1-1 0 0,0 1 0 0 0,0-1 0 0 0,0 0 1 0 0,0 0-1 0 0,0 0 0 0 0,2 1 0 0 0,6-1-696 0 0,0 1 0 0 0,1-1 0 0 0,-1-1 0 0 0,16-2 0 0 0,-18 2 15 0 0,14-2-3903 0 0</inkml:trace>
</inkml:ink>
</file>

<file path=ppt/ink/ink2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2:50.55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3889 0 0,'5'23'1061'0'0,"-1"1"-1"0"0,-1-1 1 0 0,-1 1 0 0 0,-2 41-1 0 0,0 0 1631 0 0,22 339 5863 0 0,24 202-5057 0 0,-6-103-2786 0 0,-22 130-802 0 0,-35-362-2725 0 0,14-238-5023 0 0</inkml:trace>
</inkml:ink>
</file>

<file path=ppt/ink/ink2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2:51.52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61 1 14283 0 0,'-15'1'1855'0'0,"-12"8"-3224"0"0,26-9 1307 0 0,0 0 0 0 0,0 1 0 0 0,0-1 0 0 0,0 0 0 0 0,0 1 0 0 0,0-1 0 0 0,0 1 1 0 0,0-1-1 0 0,1 1 0 0 0,-1 0 0 0 0,0-1 0 0 0,0 1 0 0 0,1 0 0 0 0,-1 0 0 0 0,0-1 0 0 0,1 1 0 0 0,-1 0 0 0 0,1 0 0 0 0,-1 0 0 0 0,1 0 0 0 0,-1 0 0 0 0,1 0 0 0 0,0 0 0 0 0,0 0 0 0 0,-1 0 0 0 0,1 0 0 0 0,0 0 0 0 0,0 0 0 0 0,0 0 0 0 0,0 0 0 0 0,0 0 0 0 0,0 0 0 0 0,0 0 0 0 0,0 0 0 0 0,1 0 0 0 0,-1 0 0 0 0,0 0 0 0 0,1 0 1 0 0,-1-1-1 0 0,0 1 0 0 0,2 2 0 0 0,-1-2 146 0 0,0 1 1 0 0,1-1 0 0 0,-1 1 0 0 0,1-1 0 0 0,-1 0 0 0 0,1 0 0 0 0,-1 0 0 0 0,1 0-1 0 0,0 0 1 0 0,-1 0 0 0 0,1 0 0 0 0,0 0 0 0 0,0-1 0 0 0,0 1 0 0 0,2 0 0 0 0,35 5 762 0 0,-30-5-580 0 0,724 50 5057 0 0,-619-46-4948 0 0,1066 19 1506 0 0,-926-22-1728 0 0,409-1-46 0 0,-2-28-114 0 0,-531 13 17 0 0,92-3-725 0 0,-213 16 687 0 0,-1 1-1 0 0,1 1 1 0 0,-1 0-1 0 0,1 0 1 0 0,-1 1 0 0 0,1 0-1 0 0,-1 0 1 0 0,11 5-1 0 0,-14-5 113 0 0,-1 1-1 0 0,0 0 0 0 0,0 0 1 0 0,0 0-1 0 0,0 0 0 0 0,-1 0 1 0 0,1 1-1 0 0,-1 0 0 0 0,0 0 1 0 0,0 0-1 0 0,0 0 0 0 0,0 0 1 0 0,-1 0-1 0 0,0 1 1 0 0,3 7-1 0 0,8 23 76 0 0,-2 2-1 0 0,12 67 1 0 0,1 80 35 0 0,-15-103-200 0 0,47 355 365 0 0,22 200 259 0 0,-67-540-480 0 0,4 0 1 0 0,41 136-1 0 0,-39-176 32 0 0,14 92 1 0 0,-25-59-3539 0 0</inkml:trace>
</inkml:ink>
</file>

<file path=ppt/ink/ink2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2:52.28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109 1 2761 0 0,'-56'22'4763'0'0,"6"0"9434"0"0,81-19-13643 0 0,11-6-383 0 0,-24 0-137 0 0,0 2 0 0 0,0 0 0 0 0,0 1 1 0 0,0 1-1 0 0,-1 0 0 0 0,30 7 0 0 0,-46-8-38 0 0,0 0 0 0 0,0 1 0 0 0,0-1 1 0 0,0 0-1 0 0,0 1 0 0 0,0-1 0 0 0,0 1 0 0 0,0-1 1 0 0,0 1-1 0 0,0 0 0 0 0,0-1 0 0 0,0 1 0 0 0,0 0 1 0 0,0 0-1 0 0,-1 0 0 0 0,1-1 0 0 0,0 1 1 0 0,-1 0-1 0 0,1 0 0 0 0,0 0 0 0 0,-1 0 0 0 0,1 0 1 0 0,-1 0-1 0 0,0 0 0 0 0,1 0 0 0 0,-1 1 0 0 0,0-1 1 0 0,0 0-1 0 0,1 0 0 0 0,-1 0 0 0 0,0 0 0 0 0,0 0 1 0 0,0 0-1 0 0,0 1 0 0 0,-1-1 0 0 0,1 0 0 0 0,0 0 1 0 0,0 0-1 0 0,-1 0 0 0 0,1 0 0 0 0,-1 0 0 0 0,1 0 1 0 0,-1 0-1 0 0,1 0 0 0 0,-1 0 0 0 0,1 0 0 0 0,-1 0 1 0 0,-1 1-1 0 0,-4 7-84 0 0,-1-1 1 0 0,1 1-1 0 0,-17 14 0 0 0,21-21 79 0 0,-51 46-309 0 0,30-29 302 0 0,1 2 1 0 0,0 0-1 0 0,2 1 1 0 0,-23 32-1 0 0,41-51 20 0 0,0 0-1 0 0,0 0 0 0 0,1 0 1 0 0,-1 0-1 0 0,1 1 0 0 0,-1-1 1 0 0,1 1-1 0 0,0-1 0 0 0,0 1 1 0 0,0-1-1 0 0,1 1 0 0 0,0 0 0 0 0,-1-1 1 0 0,1 1-1 0 0,0-1 0 0 0,1 1 1 0 0,-1 0-1 0 0,1-1 0 0 0,1 6 1 0 0,-1-5-21 0 0,1 0 0 0 0,1 0 1 0 0,-1-1-1 0 0,1 1 0 0 0,-1-1 0 0 0,1 1 1 0 0,0-1-1 0 0,1 0 0 0 0,-1 0 0 0 0,0 0 1 0 0,1 0-1 0 0,-1-1 0 0 0,1 0 0 0 0,0 1 1 0 0,7 2-1 0 0,11 4-76 0 0,0-2 1 0 0,1 0-1 0 0,43 7 0 0 0,-48-11 68 0 0,-2-1-1 0 0,1 2 1 0 0,0 1-1 0 0,-1 0 1 0 0,1 1-1 0 0,-1 0 1 0 0,-1 1-1 0 0,1 1 1 0 0,13 10-1 0 0,-25-15 20 0 0,0 1-1 0 0,0 0 1 0 0,0-1-1 0 0,-1 1 1 0 0,1 0-1 0 0,-1 0 0 0 0,0 1 1 0 0,-1-1-1 0 0,1 1 1 0 0,-1-1-1 0 0,0 1 1 0 0,0 0-1 0 0,0 0 0 0 0,2 10 1 0 0,-3-7-42 0 0,0 0 1 0 0,-1 0 0 0 0,0 0-1 0 0,0 0 1 0 0,-1 0-1 0 0,0 0 1 0 0,-1 0 0 0 0,-3 14-1 0 0,-5 3-55 0 0,0-1 0 0 0,-1 0-1 0 0,-2-1 1 0 0,-27 40 0 0 0,-6-3 531 0 0,31-43 28 0 0,2 0-1 0 0,0 2 0 0 0,-19 33 1 0 0,32-52-451 0 0,0 0 0 0 0,0 1 1 0 0,-1-1-1 0 0,1 0 0 0 0,0 0 1 0 0,0 0-1 0 0,0 1 0 0 0,0-1 1 0 0,-1 0-1 0 0,1 0 1 0 0,0 1-1 0 0,0-1 0 0 0,0 0 1 0 0,0 0-1 0 0,0 0 0 0 0,0 1 1 0 0,0-1-1 0 0,0 0 0 0 0,0 1 1 0 0,0-1-1 0 0,0 0 0 0 0,0 0 1 0 0,0 1-1 0 0,0-1 0 0 0,0 0 1 0 0,0 0-1 0 0,0 1 0 0 0,0-1 1 0 0,0 0-1 0 0,0 0 0 0 0,0 1 1 0 0,0-1-1 0 0,0 0 0 0 0,0 0 1 0 0,1 1-1 0 0,-1-1 1 0 0,0 0-1 0 0,0 0 0 0 0,0 0 1 0 0,0 1-1 0 0,1-1 0 0 0,-1 0 1 0 0,0 0-1 0 0,0 0 0 0 0,0 0 1 0 0,1 1-1 0 0,-1-1 0 0 0,0 0 1 0 0,1 0-1 0 0,17-5-247 0 0,25-20-1200 0 0,-40 23 1205 0 0,22-15-1091 0 0,-11 7-86 0 0,1 0 0 0 0,1 1 1 0 0,-1 0-1 0 0,1 1 1 0 0,0 1-1 0 0,1 1 0 0 0,24-7 1 0 0,-39 13 1340 0 0,0-1 1 0 0,0 1 0 0 0,0 0 0 0 0,0 0-1 0 0,0 0 1 0 0,0 0 0 0 0,-1 0 0 0 0,1 0-1 0 0,0 1 1 0 0,0-1 0 0 0,0 1 0 0 0,0-1-1 0 0,-1 1 1 0 0,1 0 0 0 0,0-1 0 0 0,0 1-1 0 0,-1 0 1 0 0,1 0 0 0 0,-1 0 0 0 0,1 0-1 0 0,2 3 1 0 0,-3-2-60 0 0,1 1 0 0 0,-1-1-1 0 0,1 1 1 0 0,-1 0 0 0 0,0-1 0 0 0,0 1-1 0 0,0 0 1 0 0,0 0 0 0 0,0 0 0 0 0,-1-1-1 0 0,1 1 1 0 0,-1 5 0 0 0,0 8 687 0 0,-1 0-1 0 0,0 0 1 0 0,-1-1 0 0 0,-5 18 0 0 0,5-26 566 0 0,-26 172 9663 0 0,24-121-9513 0 0,2 0 1 0 0,9 97-1 0 0,96 559 463 0 0,2-267-1399 0 0,-29-145 308 0 0,-25 7 73 0 0,-38-79-932 0 0,-32 431 0 0 0,16-622-1724 0 0,1-14-3557 0 0,-1 1-2494 0 0</inkml:trace>
</inkml:ink>
</file>

<file path=ppt/ink/ink2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2:53.29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23 338 6913 0 0,'-1'0'25'0'0,"0"0"-1"0"0,0 0 0 0 0,0 0 0 0 0,0 0 0 0 0,0-1 0 0 0,0 1 0 0 0,0 0 0 0 0,0-1 0 0 0,0 1 0 0 0,0 0 0 0 0,0-1 1 0 0,1 1-1 0 0,-1-1 0 0 0,0 0 0 0 0,0 1 0 0 0,0-1 0 0 0,0 0 0 0 0,1 1 0 0 0,-1-1 0 0 0,0 0 0 0 0,1 0 0 0 0,-1 1 1 0 0,1-1-1 0 0,-1 0 0 0 0,1 0 0 0 0,-1 0 0 0 0,0-2 0 0 0,2 2 45 0 0,-1 0 0 0 0,1 0-1 0 0,0 0 1 0 0,-1 0 0 0 0,1 0 0 0 0,0-1 0 0 0,0 1-1 0 0,0 0 1 0 0,0 1 0 0 0,0-1 0 0 0,0 0 0 0 0,0 0 0 0 0,0 0-1 0 0,0 1 1 0 0,0-1 0 0 0,0 0 0 0 0,2 0 0 0 0,9-5 442 0 0,0 1 1 0 0,26-7 0 0 0,66-7 782 0 0,0 5-1 0 0,154-1 0 0 0,-79 6-468 0 0,1577-136 5018 0 0,-1529 125-5508 0 0,748-38-167 0 0,-822 60-190 0 0,-1 7 1 0 0,170 32 0 0 0,-215-26 20 0 0,91 17 154 0 0,-191-30-72 0 0,0 0-1 0 0,0 0 1 0 0,1 0 0 0 0,-1 1 0 0 0,0 0 0 0 0,-1 1 0 0 0,1 0 0 0 0,-1 0 0 0 0,0 0 0 0 0,10 9 0 0 0,-9-6 13 0 0,-1 0 0 0 0,0 1 0 0 0,-1 0 0 0 0,0 0 0 0 0,0 0 0 0 0,-1 0 0 0 0,0 1 0 0 0,4 11 0 0 0,7 27-79 0 0,-1 0 0 0 0,11 75 0 0 0,1 101 55 0 0,-15-114-57 0 0,147 855 931 0 0,-57-257-98 0 0,-97-670-828 0 0,29 171 515 0 0,-10-79-315 0 0,-22-119-895 0 0,-3-21-2429 0 0</inkml:trace>
</inkml:ink>
</file>

<file path=ppt/ink/ink2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2:54.04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90 0 11979 0 0,'-3'2'243'0'0,"-35"18"1390"0"0,37-20-1518 0 0,0 1 0 0 0,0-1 0 0 0,0 1 0 0 0,0 0 0 0 0,0 0 0 0 0,0-1 0 0 0,0 1 0 0 0,0 0 0 0 0,0 0 0 0 0,0 0 0 0 0,1 0 0 0 0,-1 0 0 0 0,0 0 0 0 0,1 0-1 0 0,-1 0 1 0 0,1 1 0 0 0,-1-1 0 0 0,1 0 0 0 0,-1 0 0 0 0,1 0 0 0 0,0 1 0 0 0,0-1 0 0 0,-1 0 0 0 0,1 0 0 0 0,0 1 0 0 0,0-1 0 0 0,0 0 0 0 0,1 2 0 0 0,0-2 27 0 0,0 0 1 0 0,0 1-1 0 0,0-1 1 0 0,0 0-1 0 0,0 0 0 0 0,1 0 1 0 0,-1 0-1 0 0,0 0 0 0 0,1 0 1 0 0,-1-1-1 0 0,1 1 1 0 0,-1 0-1 0 0,1-1 0 0 0,-1 1 1 0 0,1-1-1 0 0,0 0 0 0 0,-1 1 1 0 0,1-1-1 0 0,3 0 1 0 0,35 2 855 0 0,-36-2-902 0 0,46-2 647 0 0,-31 1-614 0 0,0 0-1 0 0,0 1 1 0 0,37 6 0 0 0,-56-6-145 0 0,1 0-1 0 0,-1 0 1 0 0,1 0 0 0 0,-1 0-1 0 0,1 0 1 0 0,-1 0 0 0 0,0 0 0 0 0,1 1-1 0 0,-1-1 1 0 0,1 0 0 0 0,-1 0 0 0 0,1 0-1 0 0,-1 1 1 0 0,0-1 0 0 0,1 0 0 0 0,-1 1-1 0 0,1-1 1 0 0,-1 0 0 0 0,0 1 0 0 0,0-1-1 0 0,1 0 1 0 0,-1 1 0 0 0,0-1 0 0 0,0 1-1 0 0,1-1 1 0 0,-1 0 0 0 0,0 1 0 0 0,0-1-1 0 0,0 1 1 0 0,0-1 0 0 0,1 1 0 0 0,-1-1-1 0 0,0 1 1 0 0,0-1 0 0 0,0 1 0 0 0,-10 19-461 0 0,-28 19-47 0 0,33-35 501 0 0,-71 61-302 0 0,51-45 393 0 0,0 1 0 0 0,1 1 1 0 0,1 2-1 0 0,-22 27 0 0 0,44-50-63 0 0,0 0 0 0 0,0 1 0 0 0,0-1 0 0 0,0 0 0 0 0,0 1 0 0 0,1-1 0 0 0,-1 0-1 0 0,0 1 1 0 0,1-1 0 0 0,-1 1 0 0 0,1-1 0 0 0,-1 1 0 0 0,1-1 0 0 0,0 1 0 0 0,0 0-1 0 0,0-1 1 0 0,0 1 0 0 0,0-1 0 0 0,0 1 0 0 0,0 0 0 0 0,0-1 0 0 0,0 1 0 0 0,1-1-1 0 0,-1 1 1 0 0,2 2 0 0 0,0-2 10 0 0,-1 0 0 0 0,1 0 0 0 0,0 0 1 0 0,0 0-1 0 0,0-1 0 0 0,0 1 0 0 0,0-1 0 0 0,1 1 0 0 0,-1-1 0 0 0,0 0 0 0 0,1 1 0 0 0,-1-1 0 0 0,6 1 1 0 0,8 2 55 0 0,0-1 1 0 0,0 0-1 0 0,30 0 1 0 0,-21-3-278 0 0,37 2-1025 0 0,-59-2 1169 0 0,1 1 0 0 0,-1-1 1 0 0,0 1-1 0 0,0 0 0 0 0,0 0 1 0 0,0 0-1 0 0,0 0 0 0 0,-1 0 0 0 0,1 1 1 0 0,0-1-1 0 0,0 1 0 0 0,-1 0 0 0 0,1 0 1 0 0,-1 0-1 0 0,4 4 0 0 0,-4-4-41 0 0,-1 1-1 0 0,0-1 0 0 0,0 1 1 0 0,-1-1-1 0 0,1 1 1 0 0,0-1-1 0 0,-1 1 1 0 0,1-1-1 0 0,-1 1 1 0 0,0 0-1 0 0,0-1 1 0 0,0 1-1 0 0,0 0 1 0 0,-1-1-1 0 0,1 1 0 0 0,-2 2 1 0 0,-13 47-528 0 0,9-35 496 0 0,3-10 292 0 0,1 0-1 0 0,0 0 1 0 0,1 1-1 0 0,0-1 1 0 0,0 0-1 0 0,0 1 0 0 0,1-1 1 0 0,0 1-1 0 0,0-1 1 0 0,3 10-1 0 0,-2-13-88 0 0,0-1 0 0 0,0 1 0 0 0,1 0-1 0 0,-1 0 1 0 0,1-1 0 0 0,0 0-1 0 0,0 1 1 0 0,1-1 0 0 0,-1 0 0 0 0,1 0-1 0 0,-1 0 1 0 0,1 0 0 0 0,0 0-1 0 0,0-1 1 0 0,0 1 0 0 0,1-1 0 0 0,-1 0-1 0 0,0 0 1 0 0,1 0 0 0 0,6 2 0 0 0,11 4 89 0 0,37 7 0 0 0,-41-11-134 0 0,-1 0-1 0 0,1 1 1 0 0,-1 0 0 0 0,20 11 0 0 0,-34-15-103 0 0,0 1 0 0 0,0-1 1 0 0,0 1-1 0 0,0-1 1 0 0,-1 1-1 0 0,1-1 0 0 0,-1 1 1 0 0,1 0-1 0 0,-1 0 1 0 0,1 0-1 0 0,-1 0 0 0 0,0 0 1 0 0,0 0-1 0 0,0 0 1 0 0,0 0-1 0 0,-1 0 0 0 0,1 1 1 0 0,0-1-1 0 0,-1 0 0 0 0,0 0 1 0 0,1 1-1 0 0,-1-1 1 0 0,0 0-1 0 0,-1 4 0 0 0,0 6-376 0 0,0 0 0 0 0,-2-1 0 0 0,-5 21 0 0 0,-1 3 474 0 0,4 6 1293 0 0,3 0 1 0 0,1 0-1 0 0,7 63 1 0 0,0 0-214 0 0,22 350-447 0 0,53 236 356 0 0,-38-339-189 0 0,-28-196-758 0 0,-7-1-1 0 0,-7 1 1 0 0,-7 0-1 0 0,-6 0 1 0 0,-7-1-1 0 0,-7-1 1 0 0,-71 235-1 0 0,87-357-1126 0 0,-2 0-1 0 0,-28 53 0 0 0,26-60-7019 0 0</inkml:trace>
</inkml:ink>
</file>

<file path=ppt/ink/ink2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2:54.91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153 264 8754 0 0,'-34'5'1481'0'0,"0"1"-1"0"0,-39 13 1 0 0,69-18-1306 0 0,-4 3 1525 0 0,20-2-852 0 0,22-3-86 0 0,381-54 2112 0 0,-193 23-2183 0 0,1420-103 658 0 0,-1281 125-1072 0 0,-111 5-192 0 0,445-6 116 0 0,-142-18-202 0 0,-229 9 49 0 0,-312 19-11 0 0,0 0 1 0 0,1 1 0 0 0,-1 0 0 0 0,0 0-1 0 0,1 2 1 0 0,15 3 0 0 0,-25-5-30 0 0,0 1-1 0 0,0 0 1 0 0,0 0 0 0 0,0 1 0 0 0,-1-1-1 0 0,1 1 1 0 0,0-1 0 0 0,-1 1-1 0 0,1 0 1 0 0,-1 0 0 0 0,0 0 0 0 0,1 0-1 0 0,-1 0 1 0 0,0 0 0 0 0,0 1 0 0 0,0-1-1 0 0,-1 1 1 0 0,1-1 0 0 0,-1 1 0 0 0,1 0-1 0 0,-1 0 1 0 0,0 0 0 0 0,0 0 0 0 0,0-1-1 0 0,-1 1 1 0 0,1 0 0 0 0,-1 1 0 0 0,1-1-1 0 0,-1 0 1 0 0,0 5 0 0 0,-3 102 66 0 0,3 74 84 0 0,85 693-212 0 0,44-4 47 0 0,-41-397 324 0 0,-7-42 467 0 0,-69-358-579 0 0,3 90 0 0 0,-15-140-211 0 0,0 1 0 0 0,-1-1 0 0 0,-2 1 1 0 0,-1-1-1 0 0,-1 0 0 0 0,-1 0 0 0 0,-11 27 0 0 0,-11 4-960 0 0,18-43 177 0 0</inkml:trace>
</inkml:ink>
</file>

<file path=ppt/ink/ink2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2:55.45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297 0 13827 0 0,'-6'5'13'0'0,"-1"-1"0"0"0,0 1 0 0 0,0-2 0 0 0,0 1 0 0 0,0-1 0 0 0,0 0 0 0 0,-14 3 0 0 0,-2 2-97 0 0,-41 12 1208 0 0,47-16-619 0 0,0 1 0 0 0,-1 1 0 0 0,2 0 0 0 0,-1 2 0 0 0,1-1 1 0 0,-20 14-1 0 0,36-20-493 0 0,0-1 0 0 0,-1 0 0 0 0,1 0 0 0 0,0 0 1 0 0,0 0-1 0 0,-1 1 0 0 0,1-1 0 0 0,0 0 1 0 0,0 0-1 0 0,0 0 0 0 0,-1 1 0 0 0,1-1 0 0 0,0 0 1 0 0,0 0-1 0 0,0 1 0 0 0,0-1 0 0 0,0 0 1 0 0,0 1-1 0 0,-1-1 0 0 0,1 0 0 0 0,0 0 0 0 0,0 1 1 0 0,0-1-1 0 0,0 0 0 0 0,0 1 0 0 0,0-1 1 0 0,0 0-1 0 0,0 0 0 0 0,0 1 0 0 0,0-1 0 0 0,0 0 1 0 0,0 1-1 0 0,1-1 0 0 0,-1 0 0 0 0,0 0 1 0 0,0 1-1 0 0,0-1 0 0 0,12 9 21 0 0,18 0-538 0 0,22 1-315 0 0,-19-4 511 0 0,-1 1 0 0 0,33 12 0 0 0,-56-16 305 0 0,-1 0-1 0 0,0 1 0 0 0,0 0 1 0 0,0 0-1 0 0,-1 1 0 0 0,1 0 1 0 0,-1 0-1 0 0,0 1 0 0 0,0 0 1 0 0,-1 0-1 0 0,0 1 0 0 0,8 10 1 0 0,-12-13-15 0 0,0-1 1 0 0,-1 1 0 0 0,1 0-1 0 0,-1-1 1 0 0,1 1 0 0 0,-1 0 0 0 0,-1 0-1 0 0,1 0 1 0 0,0 0 0 0 0,-1 0-1 0 0,0 0 1 0 0,0 0 0 0 0,0 0 0 0 0,0 0-1 0 0,-1 0 1 0 0,0 0 0 0 0,1 0 0 0 0,-2 0-1 0 0,1 0 1 0 0,0 0 0 0 0,-1-1-1 0 0,1 1 1 0 0,-1 0 0 0 0,0-1 0 0 0,0 0-1 0 0,-1 1 1 0 0,-3 4 0 0 0,-7 7-88 0 0,0 0 0 0 0,-1-1 1 0 0,0-1-1 0 0,-20 15 0 0 0,-45 28-42 0 0,43-31 659 0 0,-35 30 0 0 0,69-54-446 0 0,1 1 0 0 0,0-1 0 0 0,-1 0 0 0 0,1 0 1 0 0,0 1-1 0 0,0-1 0 0 0,0 0 0 0 0,0 1 0 0 0,0 0 0 0 0,0-1 0 0 0,0 1 1 0 0,0-1-1 0 0,1 1 0 0 0,-1 0 0 0 0,0-1 0 0 0,1 1 0 0 0,0 0 0 0 0,-1 0 0 0 0,1 3 1 0 0,0-4-26 0 0,1 1 1 0 0,-1-1 0 0 0,1 1 0 0 0,-1 0 0 0 0,1-1-1 0 0,0 1 1 0 0,0-1 0 0 0,0 0 0 0 0,0 1 0 0 0,0-1-1 0 0,0 0 1 0 0,0 1 0 0 0,0-1 0 0 0,0 0 0 0 0,0 0-1 0 0,1 0 1 0 0,1 1 0 0 0,8 4 78 0 0,-1 0 0 0 0,2-1 0 0 0,-1-1 0 0 0,20 6 0 0 0,-20-6-32 0 0,33 8 238 0 0,-17-4-79 0 0,34 12 1 0 0,-55-17-225 0 0,1 0-1 0 0,0 0 1 0 0,-1 1 0 0 0,0 0-1 0 0,0 0 1 0 0,0 1 0 0 0,0-1 0 0 0,-1 1-1 0 0,10 11 1 0 0,-13-12 37 0 0,1 1 0 0 0,-1 0-1 0 0,0 0 1 0 0,0 0 0 0 0,0 0 0 0 0,-1 0-1 0 0,0 0 1 0 0,0 0 0 0 0,0 1 0 0 0,-1-1-1 0 0,0 0 1 0 0,0 1 0 0 0,-1 8 0 0 0,-1 12 452 0 0,-10 37 0 0 0,7-42-254 0 0,5-17-322 0 0,-6 42 1281 0 0,6-45-1248 0 0,0 1 0 0 0,0 0 0 0 0,0 0 0 0 0,0-1 0 0 0,0 1 0 0 0,0 0 0 0 0,1-1 0 0 0,-1 1 0 0 0,1 0 0 0 0,-1-1 0 0 0,1 1 0 0 0,0-1 0 0 0,-1 1 0 0 0,1-1 0 0 0,0 1 1 0 0,0-1-1 0 0,0 1 0 0 0,0-1 0 0 0,1 0 0 0 0,-1 1 0 0 0,0-1 0 0 0,0 0 0 0 0,3 1 0 0 0</inkml:trace>
</inkml:ink>
</file>

<file path=ppt/ink/ink2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2:55.91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0 456 0 0,'11'12'2266'0'0,"0"0"-1"0"0,-2 0 1 0 0,1 1 0 0 0,-2 0-1 0 0,10 19 1 0 0,-8-10-11 0 0,0 1 0 0 0,11 43 0 0 0,-9-11-1329 0 0,-3 1-1 0 0,3 67 1 0 0,-5 77-264 0 0,-6-115-460 0 0,3 0 1 0 0,21 119-1 0 0,38 55 220 0 0,-27-124-337 0 0,25 196 0 0 0,-38-58-85 0 0,25 185 0 0 0,-25-305 6 0 0,3 211-1 0 0,-19-238 64 0 0,0 60-686 0 0,-8-178 222 0 0,0-1 1 0 0,0 1-1 0 0,-1-1 1 0 0,0 0-1 0 0,0 1 0 0 0,-1-1 1 0 0,1 0-1 0 0,-7 10 1 0 0,11-22-655 0 0,-1 0 0 0 0,-1-1 0 0 0,1 1 1 0 0,-1 0-1 0 0,0-9 0 0 0,1 1-2798 0 0,0-4-1009 0 0</inkml:trace>
</inkml:ink>
</file>

<file path=ppt/ink/ink2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2:57.16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25983 67 1376 0 0,'-16'8'2263'0'0,"0"-2"0"0"0,0 0 1 0 0,-21 5-1 0 0,12-6-54 0 0,-40 4 1 0 0,-122-8 56 0 0,73-3-33 0 0,-441-5 919 0 0,-109-26-2998 0 0,389 15-135 0 0,-924-35 170 0 0,-596 100-1253 0 0,757 1 836 0 0,349-14 152 0 0,379-21 104 0 0,-731 40 160 0 0,375-26-1598 0 0,229-13 523 0 0,245-5 304 0 0,-1282 85 655 0 0,-753 131 2232 0 0,1322-138-1501 0 0,308-31-502 0 0,-85 18 201 0 0,325-34-244 0 0,223-26-157 0 0,-1046 101 862 0 0,-110-6-2328 0 0,716-58 1210 0 0,309-27 239 0 0,-827 53 144 0 0,475-57 351 0 0,189 3-777 0 0,-7 13 194 0 0,296-22 195 0 0,-93 10 120 0 0,-183 16 114 0 0,-165-10 399 0 0,-536 12-328 0 0,584 30-661 0 0,413-51 181 0 0,-433 33 1083 0 0,538-53-1058 0 0,-103 7-102 0 0,-237 9 13 0 0,324-17 24 0 0,-54-8 1 0 0,74 7-247 0 0,1-1 0 0 0,-1-1 0 0 0,0 0 0 0 0,1 0 0 0 0,0 0 1 0 0,0-1-1 0 0,0-1 0 0 0,0 1 0 0 0,-12-10 0 0 0</inkml:trace>
</inkml:ink>
</file>

<file path=ppt/ink/ink2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2:58.26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200 109 3769 0 0,'-13'-13'409'0'0,"0"-1"1"0"0,1 0 0 0 0,1 0 0 0 0,-17-28-1 0 0,27 41-447 0 0,0 0 1 0 0,0 0-1 0 0,-1 0 0 0 0,1 0 0 0 0,0 0 0 0 0,-1 0 1 0 0,1 0-1 0 0,-1 1 0 0 0,1-1 0 0 0,-1 1 1 0 0,0-1-1 0 0,1 1 0 0 0,-1 0 0 0 0,1-1 0 0 0,-1 1 1 0 0,0 0-1 0 0,-1 0 0 0 0,-36-1-1160 0 0,32 1 1100 0 0,7 0 184 0 0,0 0 0 0 0,-1 0 0 0 0,1 0 1 0 0,-1 0-1 0 0,1 0 0 0 0,0 0 0 0 0,-1 0 0 0 0,1 0 1 0 0,0 0-1 0 0,-1 0 0 0 0,1 0 0 0 0,0 1 0 0 0,-1-1 1 0 0,1 0-1 0 0,0 0 0 0 0,-1 0 0 0 0,1 0 0 0 0,0 0 1 0 0,0 1-1 0 0,-1-1 0 0 0,1 0 0 0 0,0 0 0 0 0,0 0 1 0 0,-1 1-1 0 0,1-1 0 0 0,0 0 0 0 0,0 0 0 0 0,-1 1 1 0 0,1-1-1 0 0,0 0 0 0 0,0 1 0 0 0,0-1 0 0 0,0 0 1 0 0,0 1-1 0 0,-1-1 0 0 0,1 0 0 0 0,0 1 0 0 0,0-1 1 0 0,0 0-1 0 0,0 1 0 0 0,0-1 0 0 0,6 19 7163 0 0,1 11-1311 0 0,-11 2-4866 0 0,-15 61-1 0 0,-2 11-625 0 0,16-46-428 0 0,2 0-1 0 0,9 99 1 0 0,29 116-141 0 0,-25-209 188 0 0,158 787-145 0 0,-64-451 457 0 0,45 163 402 0 0,-125-462-663 0 0,-5 1 1 0 0,-4 1-1 0 0,3 142 0 0 0,-18-234-271 0 0,1-3-122 0 0,-1-1 0 0 0,0 0 0 0 0,0 1 0 0 0,-1-1 0 0 0,-2 13 0 0 0</inkml:trace>
</inkml:ink>
</file>

<file path=ppt/ink/ink2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2:58.8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33 1 10138 0 0,'1'-1'92'0'0,"0"1"0"0"0,0 0-1 0 0,0 0 1 0 0,0 0 0 0 0,0 0 0 0 0,0 0 0 0 0,-1 0-1 0 0,1 0 1 0 0,0 1 0 0 0,0-1 0 0 0,0 0-1 0 0,0 0 1 0 0,0 1 0 0 0,0-1 0 0 0,-1 1-1 0 0,1-1 1 0 0,0 0 0 0 0,0 1 0 0 0,0 0-1 0 0,-1-1 1 0 0,1 1 0 0 0,0-1 0 0 0,-1 1-1 0 0,1 0 1 0 0,-1-1 0 0 0,1 1 0 0 0,-1 0 0 0 0,1 0-1 0 0,-1 0 1 0 0,1-1 0 0 0,-1 1 0 0 0,0 0-1 0 0,1 0 1 0 0,-1 0 0 0 0,0 0 0 0 0,0 0-1 0 0,1 0 1 0 0,-1 0 0 0 0,0-1 0 0 0,0 1-1 0 0,0 0 1 0 0,0 0 0 0 0,-1 0 0 0 0,1 0 0 0 0,0 0-1 0 0,0 0 1 0 0,0 0 0 0 0,-1 1 0 0 0,-1 5 957 0 0,-1 0 0 0 0,0 1 0 0 0,0-1 1 0 0,-6 10-1 0 0,5-11-782 0 0,-2 7-267 0 0,1 1-1 0 0,0 0 0 0 0,1-1 0 0 0,0 2 0 0 0,1-1 1 0 0,0 0-1 0 0,0 25 0 0 0,6 104 16 0 0,-2-139-14 0 0,8 88 186 0 0,4 0 0 0 0,4-1 0 0 0,30 89 0 0 0,105 261 1899 0 0,-90-270-1620 0 0,161 380 106 0 0,-215-535-939 0 0,0-1-1 0 0,0-1 1 0 0,2 1-1 0 0,0-1 1 0 0,0-1-1 0 0,1 0 0 0 0,14 13 1 0 0</inkml:trace>
</inkml:ink>
</file>

<file path=ppt/ink/ink2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2:59.41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10594 0 0,'7'4'733'0'0,"0"0"0"0"0,-1 1 0 0 0,1 0 0 0 0,-1 0-1 0 0,0 1 1 0 0,-1-1 0 0 0,1 1 0 0 0,-1 1 0 0 0,-1-1-1 0 0,1 1 1 0 0,4 7 0 0 0,1 5-96 0 0,-1-1 0 0 0,0 2 1 0 0,-2-1-1 0 0,10 36 0 0 0,10 86-188 0 0,-13-64-223 0 0,25 142-89 0 0,-13-60-24 0 0,55 180 1 0 0,-66-292-123 0 0,38 112 389 0 0,-43-134-458 0 0,2 0 0 0 0,0-1 0 0 0,1 0 0 0 0,18 22 0 0 0,-16-29-1743 0 0</inkml:trace>
</inkml:ink>
</file>

<file path=ppt/ink/ink2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2:59.84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5985 0 0,'4'2'536'0'0,"0"-2"-432"0"0,1 0-104 0 0,0 1 0 0 0,-2-1-656 0 0,1 2-152 0 0,3 1-32 0 0,3-2-8 0 0,2 2 664 0 0</inkml:trace>
</inkml:ink>
</file>

<file path=ppt/ink/ink2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3:00.78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65 1 12443 0 0,'-7'7'482'0'0,"1"1"0"0"0,0 1 0 0 0,0-1 0 0 0,1 1 0 0 0,0 0 0 0 0,1 0 0 0 0,0 0 0 0 0,0 0 0 0 0,1 1 0 0 0,0 0 0 0 0,1 0 0 0 0,-3 19 0 0 0,2 9-84 0 0,1 0-1 0 0,4 40 1 0 0,-1-66-302 0 0,10 189-30 0 0,41 217 1 0 0,-23-271-20 0 0,5-2-1 0 0,65 166 1 0 0,-1-5 1274 0 0,-81-234-1122 0 0,-3 0 0 0 0,7 102 0 0 0,-18-53-196 0 0,5 55-197 0 0,-2-148 490 0 0,0-15-1331 0 0</inkml:trace>
</inkml:ink>
</file>

<file path=ppt/ink/ink2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3:05.48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1 11979 0 0,'0'0'136'0'0,"-1"1"-1"0"0,1-1 1 0 0,-1 1 0 0 0,1-1 0 0 0,-1 1 0 0 0,1 0 0 0 0,0-1 0 0 0,-1 1 0 0 0,1 0 0 0 0,0-1 0 0 0,0 1 0 0 0,-1 0 0 0 0,1-1 0 0 0,0 1 0 0 0,0 0 0 0 0,0-1 0 0 0,0 1 0 0 0,0 0 0 0 0,0 0 0 0 0,0-1-1 0 0,0 1 1 0 0,0 0 0 0 0,0 0 0 0 0,0-1 0 0 0,1 1 0 0 0,-1 0 0 0 0,0-1 0 0 0,0 1 0 0 0,1 0 0 0 0,-1-1 0 0 0,1 2 0 0 0,8 26 1115 0 0,13 16-53 0 0,1-2 0 0 0,41 58 0 0 0,0-3-690 0 0,156 319 89 0 0,-192-365-1036 0 0,3 9-4904 0 0</inkml:trace>
</inkml:ink>
</file>

<file path=ppt/ink/ink2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3:05.81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153 498 5065 0 0,'-40'-89'565'0'0,"-68"-170"10210"0"0,107 256-10542 0 0,0 0 1 0 0,0-1 0 0 0,0 1-1 0 0,1-1 1 0 0,0 1-1 0 0,-1 0 1 0 0,2-1-1 0 0,-1 1 1 0 0,0-1-1 0 0,0 1 1 0 0,1-1 0 0 0,0 1-1 0 0,0 0 1 0 0,0-1-1 0 0,0 1 1 0 0,2-4-1 0 0,0 1-41 0 0,0 1 0 0 0,1 0-1 0 0,0 0 1 0 0,-1 1 0 0 0,1-1-1 0 0,1 1 1 0 0,-1-1 0 0 0,10-6 0 0 0,-7 6-131 0 0,0 1 1 0 0,0-1 0 0 0,1 1-1 0 0,-1 1 1 0 0,1-1 0 0 0,0 1 0 0 0,0 1-1 0 0,0-1 1 0 0,0 2 0 0 0,0-1 0 0 0,0 1-1 0 0,1 0 1 0 0,14 0 0 0 0,-20 2-66 0 0,0-1 1 0 0,0 1-1 0 0,0 0 1 0 0,0 0-1 0 0,0 0 1 0 0,0 0-1 0 0,-1 0 1 0 0,1 1-1 0 0,-1-1 0 0 0,1 1 1 0 0,-1-1-1 0 0,1 1 1 0 0,-1 0-1 0 0,0 0 1 0 0,0 0-1 0 0,0 0 1 0 0,0 1-1 0 0,0-1 0 0 0,0 1 1 0 0,-1-1-1 0 0,1 1 1 0 0,-1-1-1 0 0,0 1 1 0 0,1 0-1 0 0,-1 0 1 0 0,-1-1-1 0 0,1 1 0 0 0,0 0 1 0 0,-1 0-1 0 0,1 0 1 0 0,-1 0-1 0 0,0 0 1 0 0,0 5-1 0 0,-1 10-100 0 0,0 0 0 0 0,-1 0 0 0 0,-1 1 0 0 0,-6 21-1 0 0,6-25-65 0 0,1-8 175 0 0,1 0 0 0 0,0 0 0 0 0,0 1 1 0 0,0-1-1 0 0,1 0 0 0 0,0 0 0 0 0,1 1 1 0 0,0-1-1 0 0,3 13 0 0 0,-4-18 22 0 0,1 0-1 0 0,0 0 1 0 0,0-1 0 0 0,0 1-1 0 0,0 0 1 0 0,0 0 0 0 0,0-1-1 0 0,0 1 1 0 0,1-1 0 0 0,-1 1-1 0 0,0-1 1 0 0,1 1 0 0 0,0-1-1 0 0,-1 0 1 0 0,4 2-1 0 0,-2-2 9 0 0,0 0-1 0 0,0 0 1 0 0,-1 0-1 0 0,1-1 1 0 0,0 1-1 0 0,0-1 0 0 0,0 0 1 0 0,0 0-1 0 0,0 0 1 0 0,0 0-1 0 0,0 0 0 0 0,-1-1 1 0 0,1 1-1 0 0,4-2 1 0 0,9-3 47 0 0,0-1 0 0 0,-1-1 1 0 0,0 0-1 0 0,27-18 1 0 0,-31 17-528 0 0,0 1-1 0 0,1 0 1 0 0,0 1 0 0 0,0 1 0 0 0,0 0 0 0 0,1 0 0 0 0,0 1 0 0 0,21-4 0 0 0</inkml:trace>
</inkml:ink>
</file>

<file path=ppt/ink/ink2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3:05.97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6913 0 0,'9'0'729'0'0,"1"0"0"0"0,-1 1 0 0 0,0 1-1 0 0,1-1 1 0 0,-1 1 0 0 0,0 1 0 0 0,0 0-1 0 0,0 0 1 0 0,-1 1 0 0 0,1 0 0 0 0,-1 0-1 0 0,0 1 1 0 0,0 0 0 0 0,0 0 0 0 0,-1 1-1 0 0,13 12 1 0 0,-1 4 36 0 0,0 1 0 0 0,-2 1 0 0 0,-1 1 0 0 0,14 27 0 0 0,-16-26-834 0 0,2 0 1 0 0,1-1-1 0 0,29 35 1 0 0,-26-40-220 0 0</inkml:trace>
</inkml:ink>
</file>

<file path=ppt/ink/ink2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3:06.52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5 14283 0 0,'1'-5'1686'0'0,"8"6"-338"0"0,10 5 148 0 0,-10 0-1147 0 0,-1 1-1 0 0,0 0 1 0 0,0 0-1 0 0,0 1 1 0 0,-1 0-1 0 0,0 0 0 0 0,-1 0 1 0 0,10 18-1 0 0,38 79 507 0 0,-54-104-838 0 0,60 161 319 0 0,-9-19-960 0 0,-40-118-1172 0 0,24 39-1 0 0,-23-45 421 0 0</inkml:trace>
</inkml:ink>
</file>

<file path=ppt/ink/ink2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3:06.84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5 240 9218 0 0,'-1'-12'337'0'0,"0"6"-191"0"0,0 1 0 0 0,0-1 0 0 0,1 1 0 0 0,0-1 0 0 0,0 0 0 0 0,0 0 0 0 0,0 1 0 0 0,1-1 0 0 0,0 0 0 0 0,1 1 0 0 0,-1-1 0 0 0,1 1 1 0 0,0 0-1 0 0,0-1 0 0 0,1 1 0 0 0,-1 0 0 0 0,6-7 0 0 0,4-3 912 0 0,2 0 0 0 0,0 1 0 0 0,0 1 0 0 0,1 0 1 0 0,27-18-1 0 0,-37 28-798 0 0,1 0 1 0 0,-1 1-1 0 0,1-1 1 0 0,-1 1 0 0 0,1 0-1 0 0,0 1 1 0 0,0-1-1 0 0,0 1 1 0 0,0 0 0 0 0,7 0-1 0 0,-9 1-198 0 0,0 1 0 0 0,0-1 0 0 0,0 1 0 0 0,-1 0 0 0 0,1 0-1 0 0,0 0 1 0 0,0 0 0 0 0,-1 1 0 0 0,1 0 0 0 0,0-1 0 0 0,-1 1 0 0 0,0 1-1 0 0,1-1 1 0 0,-1 0 0 0 0,0 1 0 0 0,0-1 0 0 0,2 5 0 0 0,-1-2-68 0 0,0 0 0 0 0,0 1 0 0 0,-1 0 1 0 0,0 0-1 0 0,-1 0 0 0 0,1 0 0 0 0,-1 0 1 0 0,0 1-1 0 0,0-1 0 0 0,-1 1 0 0 0,0-1 0 0 0,0 1 1 0 0,-1 0-1 0 0,0-1 0 0 0,0 1 0 0 0,0-1 1 0 0,-1 1-1 0 0,-2 8 0 0 0,-2 16-171 0 0,-3-1 0 0 0,-14 43 0 0 0,20-68 158 0 0,-9 24-115 0 0,7-20 196 0 0,0 1 1 0 0,0-1-1 0 0,1 1 0 0 0,0 0 0 0 0,1 0 0 0 0,0 0 0 0 0,1 1 0 0 0,0-1 1 0 0,0 19-1 0 0,2-28-40 0 0,-1 0 1 0 0,0 0-1 0 0,1 0 1 0 0,-1 0-1 0 0,1-1 1 0 0,-1 1-1 0 0,1 0 1 0 0,-1 0-1 0 0,1 0 1 0 0,0-1-1 0 0,-1 1 1 0 0,1 0-1 0 0,0-1 1 0 0,0 1-1 0 0,-1 0 0 0 0,1-1 1 0 0,0 1-1 0 0,0-1 1 0 0,0 1-1 0 0,0-1 1 0 0,0 0-1 0 0,0 1 1 0 0,0-1-1 0 0,0 0 1 0 0,-1 0-1 0 0,1 0 1 0 0,0 1-1 0 0,0-1 1 0 0,0 0-1 0 0,0 0 1 0 0,0 0-1 0 0,0-1 1 0 0,0 1-1 0 0,2 0 1 0 0,38-11 145 0 0,-36 9-159 0 0,17-7-44 0 0,0-1 1 0 0,-1 0-1 0 0,22-16 0 0 0,-21 12-1342 0 0,0 2-1 0 0,38-16 0 0 0,-35 19-5604 0 0</inkml:trace>
</inkml:ink>
</file>

<file path=ppt/ink/ink2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3:07.08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 1 6913 0 0,'-3'28'467'0'0,"2"-26"-205"0"0,1 0 0 0 0,-1 0 1 0 0,0 0-1 0 0,1 0 0 0 0,0 0 0 0 0,-1 0 0 0 0,1 0 1 0 0,0 0-1 0 0,0 0 0 0 0,0 0 0 0 0,1 0 0 0 0,-1 0 1 0 0,0 0-1 0 0,1 0 0 0 0,-1 0 0 0 0,1 0 0 0 0,0 0 1 0 0,-1 0-1 0 0,1 0 0 0 0,0 0 0 0 0,0 0 0 0 0,1 0 1 0 0,-1-1-1 0 0,0 1 0 0 0,0-1 0 0 0,1 1 1 0 0,-1-1-1 0 0,1 1 0 0 0,-1-1 0 0 0,1 0 0 0 0,0 1 1 0 0,3 1-1 0 0,4 1 161 0 0,0 1 0 0 0,0 0 1 0 0,0 1-1 0 0,-1 0 0 0 0,0 1 1 0 0,0-1-1 0 0,-1 1 0 0 0,0 1 1 0 0,0-1-1 0 0,-1 1 0 0 0,0 1 0 0 0,0-1 1 0 0,0 1-1 0 0,-2 0 0 0 0,1 0 1 0 0,6 20-1 0 0,-5-10-42 0 0,-5-14-366 0 0,0 0 0 0 0,0 0 0 0 0,1 0-1 0 0,0 0 1 0 0,0 0 0 0 0,0-1 0 0 0,0 1 0 0 0,1-1 0 0 0,5 8-1 0 0,-7-12 7 0 0,0 0-1 0 0,0 1 1 0 0,0-1-1 0 0,0 0 1 0 0,-1 0-1 0 0,1 0 0 0 0,0 0 1 0 0,0 0-1 0 0,0 0 1 0 0,0 0-1 0 0,0 0 0 0 0,0 0 1 0 0,0 0-1 0 0,-1 0 1 0 0,1 0-1 0 0,0-1 1 0 0,0 1-1 0 0,0 0 0 0 0,0-1 1 0 0,-1 1-1 0 0,1 0 1 0 0,0-1-1 0 0,0 1 1 0 0,-1-1-1 0 0,2-1 0 0 0,21-17 617 0 0,-20 15-598 0 0,113-116-2471 0 0,-86 91-5682 0 0</inkml:trace>
</inkml:ink>
</file>

<file path=ppt/ink/ink2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3:07.56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13827 0 0,'24'27'1169'0'0,"0"2"0"0"0,-2 0 0 0 0,-1 1 0 0 0,-1 1 0 0 0,-2 1 0 0 0,-1 0-1 0 0,21 61 1 0 0,16 80-2105 0 0,-18 1-4949 0 0,-30-140-1150 0 0</inkml:trace>
</inkml:ink>
</file>

<file path=ppt/ink/ink2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3:07.89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1 165 11058 0 0,'1'-7'220'0'0,"1"0"0"0"0,0 1 0 0 0,0-1 0 0 0,1 1 0 0 0,0-1 0 0 0,0 1 0 0 0,0 0 0 0 0,1 0 0 0 0,0 1-1 0 0,0-1 1 0 0,0 1 0 0 0,1 0 0 0 0,0 0 0 0 0,0 0 0 0 0,0 0 0 0 0,0 1 0 0 0,1 0 0 0 0,7-4 0 0 0,-11 6-128 0 0,14-9 703 0 0,1 1 0 0 0,18-9 0 0 0,-31 17-608 0 0,0 0-1 0 0,1 0 1 0 0,-1 1 0 0 0,0-1 0 0 0,1 1 0 0 0,0 0 0 0 0,-1 0-1 0 0,1 1 1 0 0,0-1 0 0 0,-1 1 0 0 0,1 0 0 0 0,0 0 0 0 0,0 1 0 0 0,6 1-1 0 0,-9-1-149 0 0,0 0-1 0 0,0 0 0 0 0,0 0 0 0 0,-1 0 0 0 0,1 0 0 0 0,0 0 0 0 0,-1 1 0 0 0,1-1 1 0 0,-1 1-1 0 0,1-1 0 0 0,-1 1 0 0 0,0-1 0 0 0,1 1 0 0 0,-1 0 0 0 0,0 0 0 0 0,0 0 1 0 0,0-1-1 0 0,-1 1 0 0 0,1 0 0 0 0,0 0 0 0 0,-1 0 0 0 0,1 0 0 0 0,-1 1 0 0 0,0-1 1 0 0,0 0-1 0 0,0 0 0 0 0,0 0 0 0 0,0 0 0 0 0,0 0 0 0 0,-1 4 0 0 0,-1 6-48 0 0,0 0-1 0 0,-1 0 1 0 0,-7 22-1 0 0,-9 11-309 0 0,-27 50 1 0 0,-2 1 236 0 0,46-92 190 0 0,1-1 1 0 0,0 0-1 0 0,-1 1 1 0 0,1-1-1 0 0,0 1 1 0 0,1-1-1 0 0,-1 1 1 0 0,1 0-1 0 0,-1-1 1 0 0,1 1-1 0 0,0 0 1 0 0,1 4-1 0 0,0-7-79 0 0,-1 1-1 0 0,1-1 1 0 0,0 1-1 0 0,-1-1 1 0 0,1 0-1 0 0,0 1 1 0 0,0-1-1 0 0,0 0 1 0 0,0 0-1 0 0,0 0 1 0 0,0 0-1 0 0,1 0 1 0 0,-1 0-1 0 0,0 0 1 0 0,0 0-1 0 0,1 0 1 0 0,-1-1-1 0 0,0 1 1 0 0,1 0-1 0 0,-1-1 1 0 0,1 1-1 0 0,-1-1 1 0 0,1 0-1 0 0,-1 1 1 0 0,1-1-1 0 0,0 0 0 0 0,-1 0 1 0 0,1 0-1 0 0,-1 0 1 0 0,1 0-1 0 0,1-1 1 0 0,25-1 70 0 0,1-1 1 0 0,-1-1-1 0 0,43-12 0 0 0,-40 7-706 0 0,1 2 0 0 0,49-3-1 0 0,-50 9-856 0 0</inkml:trace>
</inkml:ink>
</file>

<file path=ppt/ink/ink2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3:08.21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37 41 10138 0 0,'-4'-6'636'0'0,"-11"-18"4300"0"0,15 24-4693 0 0,0-1-1 0 0,-1 0 1 0 0,1 1 0 0 0,0-1 0 0 0,-3-2 972 0 0,2 3-973 0 0,1-1 1 0 0,-1 1 0 0 0,1-1 0 0 0,-1 1 0 0 0,0 0 0 0 0,1-1 0 0 0,-1 1 0 0 0,0 0-1 0 0,0 0 1 0 0,1-1 0 0 0,-1 1 0 0 0,0 0 0 0 0,1 0 0 0 0,-1 0 0 0 0,0 0 0 0 0,-1 0-1 0 0,2 2-192 0 0,0 1-1 0 0,1-1 1 0 0,-1 1-1 0 0,0-1 1 0 0,1 0-1 0 0,0 1 1 0 0,0-1-1 0 0,0 0 1 0 0,0 0-1 0 0,0 1 1 0 0,1 1-1 0 0,0 0-1 0 0,8 15-63 0 0,1-1 0 0 0,0-1 0 0 0,2 0 0 0 0,-1 0 0 0 0,24 22 0 0 0,-14-16-38 0 0,24 36 0 0 0,-37-46 56 0 0,-1 0 1 0 0,-1 0-1 0 0,0 1 1 0 0,-1 0-1 0 0,-1 0 1 0 0,0 0 0 0 0,-1 1-1 0 0,5 27 1 0 0,-8-32 64 0 0,-1 0 1 0 0,0 0 0 0 0,0-1-1 0 0,-1 1 1 0 0,0 0 0 0 0,0 0-1 0 0,-1 0 1 0 0,-1-1-1 0 0,0 1 1 0 0,0-1 0 0 0,-1 0-1 0 0,0 0 1 0 0,0 0 0 0 0,-9 13-1 0 0,3-8 133 0 0,0 0 0 0 0,0-1 1 0 0,-1-1-1 0 0,0 1 0 0 0,-1-2 0 0 0,-15 12 0 0 0,20-18-606 0 0,-1 0 0 0 0,0-1 1 0 0,0 0-1 0 0,-12 5 0 0 0</inkml:trace>
</inkml:ink>
</file>

<file path=ppt/ink/ink2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3:09.03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 7 11979 0 0,'-5'-6'8536'0'0,"36"37"-6664"0"0,-11-3-1657 0 0,-1 0-1 0 0,-1 1 0 0 0,-2 1 0 0 0,-1 1 0 0 0,-1 0 0 0 0,14 48 0 0 0,-4 11-1038 0 0,13 101 0 0 0,-32-159-177 0 0</inkml:trace>
</inkml:ink>
</file>

<file path=ppt/ink/ink2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3:09.33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1 251 11979 0 0,'1'-10'188'0'0,"0"1"-63"0"0,0 1-1 0 0,0 0 1 0 0,1 0 0 0 0,0-1 0 0 0,0 1 0 0 0,1 1-1 0 0,0-1 1 0 0,0 0 0 0 0,1 1 0 0 0,0-1 0 0 0,0 1 0 0 0,1 0-1 0 0,-1 0 1 0 0,9-8 0 0 0,-5 9 269 0 0,17-16 1456 0 0,48-33 0 0 0,-66 50-1580 0 0,-1 1 0 0 0,1 0 0 0 0,0 1 0 0 0,1 0 0 0 0,-1 0 0 0 0,0 0 0 0 0,1 1 0 0 0,-1 0 0 0 0,1 0 0 0 0,0 1 0 0 0,0 0 0 0 0,0 0 0 0 0,11 1 0 0 0,-17 1-236 0 0,0-1 1 0 0,0 0-1 0 0,0 1 1 0 0,0-1-1 0 0,0 1 0 0 0,0 0 1 0 0,0-1-1 0 0,0 1 1 0 0,0 0-1 0 0,0 0 1 0 0,0 1-1 0 0,-1-1 1 0 0,1 0-1 0 0,0 0 1 0 0,-1 1-1 0 0,1-1 1 0 0,-1 1-1 0 0,1 0 0 0 0,-1-1 1 0 0,2 3-1 0 0,-2 0-36 0 0,1-1-1 0 0,-1 1 1 0 0,0-1-1 0 0,0 1 1 0 0,0-1-1 0 0,-1 1 1 0 0,1 0-1 0 0,-1-1 1 0 0,0 1-1 0 0,0 7 0 0 0,-2 5-116 0 0,-1 0 0 0 0,-1-1 0 0 0,0 1 0 0 0,-7 17 0 0 0,-40 84-619 0 0,35-85 860 0 0,1 1-1 0 0,2 0 0 0 0,-15 61 1 0 0,27-92-69 0 0,0 0 0 0 0,1 1 0 0 0,-1-1 0 0 0,1 1 0 0 0,0 0 0 0 0,0-1 0 0 0,0 1 0 0 0,0-1 0 0 0,0 1 0 0 0,1-1 0 0 0,-1 1 0 0 0,1-1 0 0 0,0 1 0 0 0,-1-1 0 0 0,1 0 1 0 0,0 1-1 0 0,1-1 0 0 0,-1 0 0 0 0,0 0 0 0 0,1 1 0 0 0,1 1 0 0 0,-1-2-21 0 0,1-1 1 0 0,-1 1 0 0 0,0-1-1 0 0,1 0 1 0 0,-1 0 0 0 0,1 0-1 0 0,0 0 1 0 0,-1 0-1 0 0,1 0 1 0 0,0-1 0 0 0,-1 1-1 0 0,1-1 1 0 0,0 0 0 0 0,-1 0-1 0 0,1 0 1 0 0,0 0 0 0 0,0 0-1 0 0,-1-1 1 0 0,1 1-1 0 0,2-2 1 0 0,33-8 85 0 0,0-2-1 0 0,60-28 1 0 0,39-13-2489 0 0,-91 40-5405 0 0</inkml:trace>
</inkml:ink>
</file>

<file path=ppt/ink/ink2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3:09.78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35 85 5065 0 0,'-1'-1'331'0'0,"0"1"-1"0"0,0-1 0 0 0,0 0 1 0 0,0 1-1 0 0,-1-1 1 0 0,1 1-1 0 0,0 0 1 0 0,0-1-1 0 0,0 1 0 0 0,-1 0 1 0 0,1 0-1 0 0,0 0 1 0 0,0 0-1 0 0,-1 0 1 0 0,1 0-1 0 0,0 0 0 0 0,0 0 1 0 0,-1 0-1 0 0,-5 5 1802 0 0,7-4-1831 0 0,-1-1-1 0 0,1 1 0 0 0,-1 0 1 0 0,1 0-1 0 0,-1-1 0 0 0,1 1 1 0 0,0 0-1 0 0,-1 0 0 0 0,1 0 1 0 0,0 0-1 0 0,0-1 0 0 0,0 1 0 0 0,-1 0 1 0 0,1 2-1 0 0,4 24 3963 0 0,4-3-3785 0 0,-1-11-361 0 0,1 0 0 0 0,0-1 0 0 0,1 0 1 0 0,0 0-1 0 0,1-1 0 0 0,0-1 0 0 0,1 1 0 0 0,0-2 0 0 0,0 1 1 0 0,1-2-1 0 0,1 1 0 0 0,-1-2 0 0 0,1 0 0 0 0,0 0 0 0 0,1-1 1 0 0,0-1-1 0 0,24 7 0 0 0,-25-9-261 0 0,0-1 0 0 0,0 0 0 0 0,0-1 0 0 0,0-1 0 0 0,0 0-1 0 0,1 0 1 0 0,-1-1 0 0 0,23-5 0 0 0,-25 3-316 0 0,1-1-1 0 0,-1 0 0 0 0,-1 0 1 0 0,1-1-1 0 0,-1-1 1 0 0,1 1-1 0 0,-2-2 0 0 0,1 1 1 0 0,-1-1-1 0 0,15-14 1 0 0,-16 11-501 0 0,-1 1 1 0 0,1-1 0 0 0,-2-1 0 0 0,1 0-1 0 0,-1 1 1 0 0,-1-2 0 0 0,0 1-1 0 0,-1-1 1 0 0,0 1 0 0 0,0-1 0 0 0,-2 0-1 0 0,1-1 1 0 0,-2 1 0 0 0,1 0-1 0 0,-2-1 1 0 0,1 1 0 0 0,-3-19 0 0 0,1 29 1032 0 0,1 0 0 0 0,0 0 0 0 0,-1 1 0 0 0,1-1 0 0 0,-1 0 0 0 0,0 0 0 0 0,1 1 0 0 0,-1-1 0 0 0,0 1 1 0 0,0-1-1 0 0,0 1 0 0 0,0-1 0 0 0,-2-1 0 0 0,2 2 103 0 0,1 1-1 0 0,-1 0 1 0 0,0-1 0 0 0,1 1 0 0 0,-1 0-1 0 0,1 0 1 0 0,-1-1 0 0 0,1 1 0 0 0,-1 0-1 0 0,0 0 1 0 0,1 0 0 0 0,-1 0 0 0 0,1 0 0 0 0,-1 0-1 0 0,0 0 1 0 0,1 0 0 0 0,-1 0 0 0 0,1 0-1 0 0,-1 0 1 0 0,0 0 0 0 0,1 1 0 0 0,-1-1-1 0 0,1 0 1 0 0,-1 0 0 0 0,1 1 0 0 0,-2-1-1 0 0,0 2 436 0 0,-1 0 1 0 0,1 1-1 0 0,0-1 0 0 0,0 0 0 0 0,0 1 0 0 0,0-1 0 0 0,0 1 0 0 0,0 0 1 0 0,1-1-1 0 0,-1 1 0 0 0,1 0 0 0 0,0 0 0 0 0,-2 3 0 0 0,-3 17 841 0 0,1 0-1 0 0,1 0 0 0 0,1 0 1 0 0,0 36-1 0 0,9 96-636 0 0,-3-121-398 0 0,2 34-579 0 0,3 0-1 0 0,3-1 1 0 0,26 85 0 0 0,-27-119-8146 0 0</inkml:trace>
</inkml:ink>
</file>

<file path=ppt/ink/ink2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3:10.29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18 13827 0 0,'0'0'62'0'0,"-1"-1"1"0"0,1 1-1 0 0,0-1 0 0 0,0 1 1 0 0,0-1-1 0 0,-1 0 0 0 0,1 1 1 0 0,0-1-1 0 0,0 1 0 0 0,0-1 1 0 0,0 0-1 0 0,0 1 0 0 0,0-1 1 0 0,0 1-1 0 0,0-1 0 0 0,0 0 1 0 0,0 1-1 0 0,1-1 0 0 0,-1 1 1 0 0,0-1-1 0 0,0 0 0 0 0,1 1 1 0 0,-1-1-1 0 0,0 1 0 0 0,0-1 0 0 0,1 1 1 0 0,-1-1-1 0 0,1 1 0 0 0,-1-1 1 0 0,15 8 2044 0 0,16 25 857 0 0,-22-18-2681 0 0,-1-1 0 0 0,-1 1 0 0 0,0 1 0 0 0,-1-1 0 0 0,0 1-1 0 0,4 17 1 0 0,15 97 149 0 0,-17-86-310 0 0,5 35-740 0 0,4-1-1 0 0,31 88 0 0 0,-35-129-7080 0 0</inkml:trace>
</inkml:ink>
</file>

<file path=ppt/ink/ink2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3:10.60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53 5985 0 0,'14'-6'906'0'0,"1"1"0"0"0,0 0-1 0 0,0 0 1 0 0,1 2 0 0 0,31-4-1 0 0,-19 3-345 0 0,-8 0 90 0 0,75-8 2123 0 0,-85 11-2495 0 0,-1 1 0 0 0,0 0 0 0 0,1 0 0 0 0,-1 1 0 0 0,0 1 0 0 0,0-1 0 0 0,17 7 0 0 0,-24-8-257 0 0,-1 1 0 0 0,0 0 0 0 0,0-1-1 0 0,1 1 1 0 0,-1 0 0 0 0,0 0-1 0 0,0 0 1 0 0,0 0 0 0 0,0 0-1 0 0,0 0 1 0 0,0 0 0 0 0,0 0 0 0 0,-1 0-1 0 0,1 0 1 0 0,0 1 0 0 0,0-1-1 0 0,-1 0 1 0 0,1 0 0 0 0,-1 1-1 0 0,1-1 1 0 0,-1 0 0 0 0,0 1 0 0 0,0-1-1 0 0,1 1 1 0 0,-1-1 0 0 0,0 1-1 0 0,0-1 1 0 0,0 0 0 0 0,0 1-1 0 0,-1-1 1 0 0,1 1 0 0 0,0-1 0 0 0,-1 0-1 0 0,1 1 1 0 0,0-1 0 0 0,-1 0-1 0 0,0 1 1 0 0,1-1 0 0 0,-2 2-1 0 0,-3 6-37 0 0,0 1 0 0 0,-1-1 0 0 0,-13 17 0 0 0,16-22 6 0 0,-111 124-560 0 0,83-97 821 0 0,1 1 1 0 0,2 1 0 0 0,1 2 0 0 0,-39 66-1 0 0,65-99-163 0 0,0 0-1 0 0,0-1 0 0 0,0 1 0 0 0,1 0 1 0 0,-1 0-1 0 0,0-1 0 0 0,1 1 0 0 0,-1 0 1 0 0,1 0-1 0 0,-1 0 0 0 0,1 0 0 0 0,0 0 1 0 0,0 0-1 0 0,0 0 0 0 0,0 0 0 0 0,0 0 1 0 0,1-1-1 0 0,-1 1 0 0 0,1 0 0 0 0,0 3 1 0 0,0-4-30 0 0,0 0 1 0 0,0 0-1 0 0,0 1 1 0 0,1-1-1 0 0,-1 0 1 0 0,0 0-1 0 0,0 0 1 0 0,1 0-1 0 0,-1-1 1 0 0,1 1-1 0 0,-1 0 1 0 0,1 0-1 0 0,-1-1 1 0 0,1 1-1 0 0,-1-1 1 0 0,1 0-1 0 0,0 1 1 0 0,2-1 0 0 0,9 1 36 0 0,-1-1 1 0 0,1-1-1 0 0,-1 0 1 0 0,22-5-1 0 0,52-12-708 0 0,-28 5-5929 0 0,-27 6-36 0 0</inkml:trace>
</inkml:ink>
</file>

<file path=ppt/ink/ink2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3:10.97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1 170 8754 0 0,'11'-2'900'0'0,"0"0"1"0"0,0 0-1 0 0,0-1 1 0 0,0 0-1 0 0,-1-1 0 0 0,15-7 1 0 0,2 0 167 0 0,53-16 1275 0 0,-23 7-1887 0 0,0-1 0 0 0,59-33 0 0 0,-115 53-657 0 0,12-7-1101 0 0</inkml:trace>
</inkml:ink>
</file>

<file path=ppt/ink/ink2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3:11.16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55 0 3681 0 0,'-31'43'844'0'0,"27"-35"-221"0"0,1 0-1 0 0,-1 0 1 0 0,1 1-1 0 0,1-1 1 0 0,0 1 0 0 0,0-1-1 0 0,0 1 1 0 0,1 0-1 0 0,1 0 1 0 0,-1 0-1 0 0,2 14 1 0 0,2-10 106 0 0,0 0 1 0 0,1 1-1 0 0,0-1 0 0 0,1 0 1 0 0,0-1-1 0 0,1 1 1 0 0,0-1-1 0 0,1-1 0 0 0,1 1 1 0 0,15 18-1 0 0,-12-16-242 0 0,-1 1-1 0 0,0 0 1 0 0,-1 1-1 0 0,-1 0 1 0 0,8 21-1 0 0,-15-35-443 0 0,0 1-1 0 0,0 0 0 0 0,-1 0 1 0 0,1 0-1 0 0,-1 0 0 0 0,0 0 1 0 0,0 0-1 0 0,0 0 0 0 0,0 0 1 0 0,-1 0-1 0 0,1-1 0 0 0,-1 1 1 0 0,0 0-1 0 0,0 0 0 0 0,0 0 1 0 0,0-1-1 0 0,0 1 0 0 0,0 0 1 0 0,-3 2-1 0 0,1 0-59 0 0,0-1 0 0 0,-1 0-1 0 0,1 0 1 0 0,-1-1 0 0 0,0 1 0 0 0,-1-1 0 0 0,1 0-1 0 0,-1 0 1 0 0,-7 4 0 0 0,-10 4-271 0 0</inkml:trace>
</inkml:ink>
</file>

<file path=ppt/ink/ink2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2:45.11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63 12 14283 0 0,'-1'-1'57'0'0,"0"0"-1"0"0,1 0 1 0 0,-1 0 0 0 0,0 1-1 0 0,1-1 1 0 0,-1 0 0 0 0,0 0-1 0 0,0 1 1 0 0,0-1 0 0 0,0 1-1 0 0,0-1 1 0 0,0 1 0 0 0,0-1-1 0 0,0 1 1 0 0,0-1 0 0 0,0 1-1 0 0,0 0 1 0 0,0 0 0 0 0,0-1-1 0 0,0 1 1 0 0,0 0 0 0 0,0 0-1 0 0,0 0 1 0 0,0 0 0 0 0,-2 0-1 0 0,2 2-36 0 0,0-1 1 0 0,0 0-1 0 0,-1 0 0 0 0,1 0 0 0 0,0 1 0 0 0,0-1 1 0 0,0 1-1 0 0,0-1 0 0 0,1 0 0 0 0,-1 1 0 0 0,0 0 1 0 0,1-1-1 0 0,-1 1 0 0 0,1-1 0 0 0,-1 1 0 0 0,1 2 0 0 0,-7 26 205 0 0,1 1-1 0 0,2-1 1 0 0,-1 41-1 0 0,8 97 360 0 0,-1-119-369 0 0,123 1330 2697 0 0,-3-838-1466 0 0,-30-159-675 0 0,-74-302-1142 0 0,-5 2 0 0 0,6 126-1 0 0,-20-187-1463 0 0,-1-4-5394 0 0</inkml:trace>
</inkml:ink>
</file>

<file path=ppt/ink/ink2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2:45.74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1435 16 16588 0 0,'-12'-4'201'0'0,"-1"1"1"0"0,1 0 0 0 0,-1 1 0 0 0,1 0 0 0 0,-1 1 0 0 0,0 1-1 0 0,0 0 1 0 0,1 0 0 0 0,-22 5 0 0 0,-7 3-123 0 0,-65 21 0 0 0,52-10 30 0 0,1 3-1 0 0,1 2 1 0 0,-88 55-1 0 0,-131 117 250 0 0,234-164-334 0 0,0 1-1 0 0,3 2 0 0 0,1 2 1 0 0,2 1-1 0 0,1 1 1 0 0,-39 69-1 0 0,18-13 59 0 0,-74 196 0 0 0,95-209 31 0 0,5 2 0 0 0,3 0 0 0 0,-13 98 0 0 0,29-136-56 0 0,2 2-1 0 0,2-1 1 0 0,2 0-1 0 0,2 0 1 0 0,2 0-1 0 0,3 0 1 0 0,16 65-1 0 0,-13-81-57 0 0,2-1-1 0 0,1 0 0 0 0,1 0 1 0 0,2-2-1 0 0,1 0 0 0 0,38 48 0 0 0,-17-30-2 0 0,2-3 0 0 0,88 73 0 0 0,-82-81 41 0 0,2-2 0 0 0,2-1 0 0 0,0-3 0 0 0,2-2 0 0 0,1-3 0 0 0,86 28-1 0 0,-78-34 24 0 0,1-2 0 0 0,1-4 0 0 0,0-1-1 0 0,1-4 1 0 0,113-2 0 0 0,-126-8 90 0 0,-1-3 0 0 0,0-1 0 0 0,-1-3 1 0 0,0-2-1 0 0,0-2 0 0 0,-1-3 0 0 0,-1-1 1 0 0,78-43-1 0 0,-98 45-55 0 0,0-2 0 0 0,-2-1 0 0 0,0-1 0 0 0,-1-1 0 0 0,-1-1 0 0 0,37-44 0 0 0,-34 31 5 0 0,-2 0 0 0 0,-2-2 0 0 0,-1 0 0 0 0,26-63 0 0 0,-24 35-50 0 0,-2-1 0 0 0,-4-1 1 0 0,-2 0-1 0 0,-3-1 1 0 0,-3-1-1 0 0,0-81 1 0 0,-9 62-25 0 0,-3 0 1 0 0,-4 0-1 0 0,-20-97 1 0 0,14 127-37 0 0,-2 2 0 0 0,-2 0 0 0 0,-3 0 0 0 0,-3 2 0 0 0,-49-87 0 0 0,45 96-90 0 0,-2 2 0 0 0,-2 0 0 0 0,-1 3-1 0 0,-3 0 1 0 0,-1 2 0 0 0,-65-52 0 0 0,77 71-214 0 0,-1 1 1 0 0,-1 2-1 0 0,0 1 1 0 0,-2 1-1 0 0,1 1 1 0 0,-1 1-1 0 0,-1 2 1 0 0,0 1-1 0 0,-1 1 1 0 0,0 1-1 0 0,0 2 1 0 0,-52-3-1 0 0,17 10-6787 0 0</inkml:trace>
</inkml:ink>
</file>

<file path=ppt/ink/ink2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2:46.40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20 26 5985 0 0,'-18'-25'11124'0'0,"17"40"-9946"0"0,8 52-315 0 0,4 0 1 0 0,20 69-1 0 0,-9-41-487 0 0,77 485 416 0 0,-94-533-774 0 0,10 70 68 0 0,-12-100-396 0 0,1-1 1 0 0,1 1-1 0 0,0-1 0 0 0,14 27 0 0 0,-8-28-2662 0 0</inkml:trace>
</inkml:ink>
</file>

<file path=ppt/ink/ink2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2:46.81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405 39 4145 0 0,'-2'-3'593'0'0,"-1"0"0"0"0,1 0 0 0 0,0 0 0 0 0,-1 0 0 0 0,0 1 0 0 0,0-1 0 0 0,0 1 1 0 0,0-1-1 0 0,0 1 0 0 0,0 0 0 0 0,0 0 0 0 0,-1 1 0 0 0,1-1 0 0 0,-1 1 0 0 0,-4-2 0 0 0,5 3-354 0 0,0 0 0 0 0,0 0 0 0 0,0 0 0 0 0,0 0 0 0 0,0 1 0 0 0,1-1-1 0 0,-1 1 1 0 0,0 0 0 0 0,0 0 0 0 0,0 0 0 0 0,1 0 0 0 0,-1 0 0 0 0,1 1 0 0 0,-1-1-1 0 0,1 1 1 0 0,-1 0 0 0 0,1-1 0 0 0,0 1 0 0 0,0 0 0 0 0,-3 4 0 0 0,-27 30 170 0 0,2 1 0 0 0,-41 67 0 0 0,43-63-339 0 0,28-39-70 0 0,-78 121-1196 0 0,67-102 835 0 0,0 1 0 0 0,1 0 0 0 0,-14 46 0 0 0,45-106-1821 0 0,-4 9 1899 0 0,8-25 547 0 0,36-68 1085 0 0,-51 105-715 0 0,0 0 1 0 0,2 1-1 0 0,0 0 1 0 0,24-24-1 0 0,-33 38-568 0 0,0-1 0 0 0,0 1 0 0 0,0-1 0 0 0,1 1 0 0 0,-1 0 0 0 0,1 0 0 0 0,0 1 0 0 0,-1-1 0 0 0,1 1 0 0 0,0 0 0 0 0,0 0 0 0 0,0 0 0 0 0,0 0 0 0 0,0 1 0 0 0,0-1 0 0 0,0 1 0 0 0,0 0 0 0 0,0 0 0 0 0,0 1 0 0 0,0-1 0 0 0,0 1 0 0 0,0 0 0 0 0,0 0 0 0 0,0 0 0 0 0,-1 1 0 0 0,1-1 0 0 0,0 1 0 0 0,-1 0 0 0 0,5 2 0 0 0,10 8 322 0 0,-1 0 0 0 0,0 1 0 0 0,-1 0 0 0 0,19 21 0 0 0,-25-25-355 0 0,25 27-719 0 0,-2 2-1 0 0,39 54 1 0 0,-45-51-7049 0 0</inkml:trace>
</inkml:ink>
</file>

<file path=ppt/ink/ink2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2:47.21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12443 0 0,'1'2'148'0'0,"0"-1"0"0"0,0 0 0 0 0,0 1 0 0 0,0-1 0 0 0,0 0 0 0 0,0 1 0 0 0,-1 0 0 0 0,1-1 0 0 0,0 1 0 0 0,-1-1 0 0 0,1 1 0 0 0,-1 0 0 0 0,0-1 0 0 0,1 1 0 0 0,-1 0 0 0 0,0-1 0 0 0,0 3 0 0 0,0-2-2 0 0,15 125 1893 0 0,-3 134 0 0 0,-6-87-1727 0 0,69 885 1895 0 0,-69-991-2021 0 0,2 11-56 0 0,-3 1 0 0 0,-4 0 1 0 0,-9 90-1 0 0,2-139-498 0 0,2-23-64 0 0</inkml:trace>
</inkml:ink>
</file>

<file path=ppt/ink/ink2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2:47.81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0 184 10594 0 0,'1'3'73'0'0,"-1"0"0"0"0,1 0 0 0 0,0 0 0 0 0,0-1-1 0 0,0 1 1 0 0,0 0 0 0 0,1 0 0 0 0,-1 0 0 0 0,4 4-1 0 0,0-2-50 0 0,0 1 0 0 0,1-1 0 0 0,0 0 0 0 0,0 0 0 0 0,1-1 0 0 0,-1 1 0 0 0,1-1 0 0 0,0-1 0 0 0,0 0 0 0 0,0 1 0 0 0,0-2 0 0 0,1 1 0 0 0,9 1 0 0 0,16 2 373 0 0,60 5 0 0 0,-62-9-200 0 0,551 15 2725 0 0,-490-17-2564 0 0,964-31 2799 0 0,-690 15-2573 0 0,2084-147 1203 0 0,-1777 102-1660 0 0,-175 27-199 0 0,-462 31 28 0 0,44 0-684 0 0,105 10-1 0 0,-73 5-6322 0 0,-86-8 1471 0 0</inkml:trace>
</inkml:ink>
</file>

<file path=ppt/ink/ink2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2:48.13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44 7370 0 0,'0'-2'500'0'0,"1"0"1"0"0,0-1 0 0 0,0 1 0 0 0,0 0 0 0 0,0-1 0 0 0,0 1 0 0 0,0 0 0 0 0,0 0 0 0 0,1 0 0 0 0,-1 0 0 0 0,1 0-1 0 0,0 0 1 0 0,-1 0 0 0 0,1 1 0 0 0,0-1 0 0 0,0 1 0 0 0,0-1 0 0 0,4-1 0 0 0,-5 2-380 0 0,0 1 1 0 0,0-1-1 0 0,1 0 0 0 0,-1 1 1 0 0,0 0-1 0 0,0-1 1 0 0,1 1-1 0 0,-1 0 1 0 0,0-1-1 0 0,1 1 0 0 0,-1 0 1 0 0,3 0-1 0 0,-3 1-10 0 0,-1-1 0 0 0,1 1 0 0 0,0-1 0 0 0,-1 1 0 0 0,1-1 0 0 0,0 1 0 0 0,-1-1 0 0 0,1 1 0 0 0,-1 0 0 0 0,1-1 0 0 0,-1 1 0 0 0,0 0 0 0 0,1-1 0 0 0,-1 1 0 0 0,0 0 0 0 0,1 0 0 0 0,-1-1-1 0 0,0 1 1 0 0,0 0 0 0 0,1 0 0 0 0,-1-1 0 0 0,0 1 0 0 0,0 1 0 0 0,2 23 429 0 0,-2-21-406 0 0,-1 55 302 0 0,-10 71-1 0 0,2-20-135 0 0,-7 515-76 0 0,20-510-162 0 0,6-1 0 0 0,4 0 0 0 0,43 162 0 0 0,-17-149 24 0 0,-23-79-162 0 0,-2 0 1 0 0,-2 1-1 0 0,10 86 1 0 0,-22-122-397 0 0,-1 0 1 0 0,0 0-1 0 0,-1 0 1 0 0,-3 16-1 0 0,-3-6-7052 0 0</inkml:trace>
</inkml:ink>
</file>

<file path=ppt/ink/ink2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2:48.9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216 0 6913 0 0,'10'17'10733'0'0,"-10"-14"-10667"0"0,-1 0-1 0 0,1 0 0 0 0,-1 0 0 0 0,1 0 0 0 0,-1 0 0 0 0,0 0 1 0 0,0 0-1 0 0,0 0 0 0 0,0-1 0 0 0,-1 1 0 0 0,1 0 0 0 0,-1-1 1 0 0,1 1-1 0 0,-1-1 0 0 0,0 0 0 0 0,0 1 0 0 0,0-1 0 0 0,-1 0 1 0 0,-3 3-1 0 0,1 1-43 0 0,-34 34 136 0 0,7-8 320 0 0,2 2 0 0 0,-47 65 0 0 0,75-97-445 0 0,1 0-1 0 0,0 1 0 0 0,-1-1 0 0 0,1 0 0 0 0,0 0 1 0 0,0 1-1 0 0,0-1 0 0 0,1 0 0 0 0,-1 1 1 0 0,0-1-1 0 0,1 0 0 0 0,0 1 0 0 0,-1-1 0 0 0,1 1 1 0 0,0-1-1 0 0,0 1 0 0 0,1-1 0 0 0,-1 1 1 0 0,0-1-1 0 0,1 1 0 0 0,0-1 0 0 0,-1 0 0 0 0,1 1 1 0 0,2 3-1 0 0,-1-3-22 0 0,1 0 1 0 0,-1-1-1 0 0,1 1 1 0 0,-1-1-1 0 0,1 0 1 0 0,0 0-1 0 0,0 0 1 0 0,0 0 0 0 0,0 0-1 0 0,1 0 1 0 0,-1-1-1 0 0,0 0 1 0 0,1 1-1 0 0,-1-1 1 0 0,1-1-1 0 0,5 2 1 0 0,51 6 297 0 0,83 0 0 0 0,-21-2-28 0 0,-118-6-285 0 0,1 0-1 0 0,-1 1 1 0 0,1 0 0 0 0,-1 0 0 0 0,1 0-1 0 0,-1 0 1 0 0,0 1 0 0 0,0-1 0 0 0,0 1-1 0 0,0 0 1 0 0,6 4 0 0 0,-9-5-2 0 0,0 1 1 0 0,0-1-1 0 0,1 0 1 0 0,-1 1-1 0 0,0 0 0 0 0,0-1 1 0 0,-1 1-1 0 0,1-1 1 0 0,0 1-1 0 0,0 0 1 0 0,-1 0-1 0 0,1-1 0 0 0,-1 1 1 0 0,0 0-1 0 0,1 0 1 0 0,-1 0-1 0 0,0-1 1 0 0,0 1-1 0 0,0 0 0 0 0,0 0 1 0 0,-1 0-1 0 0,1 0 1 0 0,0-1-1 0 0,-1 1 1 0 0,1 0-1 0 0,-1 0 0 0 0,0-1 1 0 0,1 1-1 0 0,-3 2 1 0 0,-6 16-237 0 0,-1-2-1 0 0,0 1 1 0 0,-2-1 0 0 0,-17 22 0 0 0,-62 60-545 0 0,59-67 754 0 0,1 1-1 0 0,-28 41 1 0 0,57-72 59 0 0,0 0 0 0 0,0 0 0 0 0,0 0 0 0 0,1 0 1 0 0,-1 0-1 0 0,1 0 0 0 0,0 0 0 0 0,0 1 0 0 0,0-1 1 0 0,0 0-1 0 0,0 1 0 0 0,1-1 0 0 0,0 1 0 0 0,0-1 0 0 0,0 1 1 0 0,0-1-1 0 0,0 1 0 0 0,0-1 0 0 0,2 6 0 0 0,0-6-35 0 0,-1 0-1 0 0,1 0 0 0 0,0 0 0 0 0,0-1 0 0 0,0 1 0 0 0,0-1 1 0 0,0 1-1 0 0,1-1 0 0 0,-1 0 0 0 0,0 0 0 0 0,1 0 0 0 0,0 0 1 0 0,0 0-1 0 0,-1-1 0 0 0,1 1 0 0 0,0-1 0 0 0,0 0 0 0 0,0 0 1 0 0,1 0-1 0 0,-1 0 0 0 0,4 0 0 0 0,17 3-93 0 0,1-1 0 0 0,0-1-1 0 0,0-1 1 0 0,33-4 0 0 0,-32 1 226 0 0,-1 1-1 0 0,1 2 1 0 0,46 6-1 0 0,-70-7-120 0 0,0 0 0 0 0,0 1-1 0 0,0-1 1 0 0,0 1 0 0 0,0-1-1 0 0,0 1 1 0 0,0 0 0 0 0,0 0-1 0 0,0 0 1 0 0,-1 0 0 0 0,1 0-1 0 0,0 0 1 0 0,-1 0 0 0 0,1 1-1 0 0,-1-1 1 0 0,1 0 0 0 0,-1 1-1 0 0,1-1 1 0 0,-1 1 0 0 0,1 2-1 0 0,-1-2-7 0 0,0 1-1 0 0,-1-1 0 0 0,0 1 0 0 0,0-1 0 0 0,1 1 0 0 0,-1-1 0 0 0,-1 1 0 0 0,1-1 0 0 0,0 1 1 0 0,-1-1-1 0 0,1 0 0 0 0,-1 1 0 0 0,0-1 0 0 0,1 1 0 0 0,-1-1 0 0 0,-2 3 0 0 0,-19 36-241 0 0,-1-2 0 0 0,-1 0 0 0 0,-32 36 0 0 0,29-39 109 0 0,-7 6-18 0 0,24-32 93 0 0,0 2-1 0 0,1-1 1 0 0,0 1-1 0 0,1 1 1 0 0,1 0-1 0 0,-8 16 1 0 0,14-27-16 0 0,1-1 1 0 0,-1 0-1 0 0,1 1 1 0 0,-1-1-1 0 0,1 0 1 0 0,0 1-1 0 0,-1-1 1 0 0,1 0-1 0 0,0 1 1 0 0,0-1-1 0 0,0 1 1 0 0,0-1-1 0 0,0 0 1 0 0,1 1-1 0 0,-1-1 1 0 0,0 1-1 0 0,0-1 1 0 0,1 0-1 0 0,-1 1 1 0 0,1-1-1 0 0,0 0 1 0 0,-1 0-1 0 0,1 1 1 0 0,0-1-1 0 0,0 0 1 0 0,-1 0-1 0 0,1 0 1 0 0,0 0-1 0 0,0 0 1 0 0,0 0-1 0 0,0 0 1 0 0,1 0-1 0 0,-1 0 1 0 0,0-1-1 0 0,0 1 1 0 0,0 0-1 0 0,1-1 1 0 0,-1 1-1 0 0,0-1 1 0 0,1 1-1 0 0,-1-1 1 0 0,0 0-1 0 0,1 0 1 0 0,-1 1-1 0 0,1-1 1 0 0,1 0-1 0 0,9 1-852 0 0,1-1-1 0 0,0 0 1 0 0,-1 0-1 0 0,15-3 1 0 0,-12 1 301 0 0,-5 1 527 0 0,0 0 0 0 0,0 1 0 0 0,0 1 0 0 0,0-1 0 0 0,0 1 0 0 0,10 3 0 0 0,-16-3 316 0 0,-1 0 1 0 0,1 0-1 0 0,-1 1 0 0 0,0-1 1 0 0,1 1-1 0 0,-1 0 0 0 0,0 0 0 0 0,0 0 1 0 0,0 0-1 0 0,0 1 0 0 0,-1-1 0 0 0,1 1 1 0 0,-1 0-1 0 0,1-1 0 0 0,-1 1 0 0 0,0 0 1 0 0,0 0-1 0 0,0 1 0 0 0,-1-1 1 0 0,2 4-1 0 0,7 20 1748 0 0,-1 1 1 0 0,7 36 0 0 0,10 126 1199 0 0,-16-99-2551 0 0,110 780 1440 0 0,-101-699-2513 0 0,-8 1 0 0 0,-11 178 0 0 0,-8-281-1748 0 0,3-41-5413 0 0</inkml:trace>
</inkml:ink>
</file>

<file path=ppt/ink/ink2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2:49.82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319 438 6913 0 0,'-141'-38'2450'0'0,"-15"-2"-353"0"0,135 34 406 0 0,32 7-1331 0 0,42 4-1022 0 0,0-3 0 0 0,0-3 0 0 0,62-7 0 0 0,-99 7-75 0 0,161-17 540 0 0,106-7 476 0 0,892-41 1123 0 0,-578 28-1804 0 0,951-105 1422 0 0,-1456 133-1761 0 0,-64 7-51 0 0,361-35 260 0 0,1 28-300 0 0,-285 22-5018 0 0,-102-12 5023 0 0,0 1-380 0 0,1 6 3107 0 0,7 13-2293 0 0,-1 1 1 0 0,-1 1-1 0 0,-1-1 1 0 0,-1 2-1 0 0,-1-1 1 0 0,5 33-1 0 0,14 359 23 0 0,-4-30-402 0 0,11-129 139 0 0,26 314 366 0 0,-53-486-551 0 0,1-4 200 0 0,-3-1-1 0 0,-4 1 1 0 0,-13 91-1 0 0,12-158-330 0 0,0 0 0 0 0,-1-1 0 0 0,-6 14 0 0 0,-3-1-6744 0 0</inkml:trace>
</inkml:ink>
</file>

<file path=ppt/ink/ink2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2:50.31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167 1 4145 0 0,'-50'42'1624'0'0,"24"-20"1641"0"0,2 1 0 0 0,-35 42-1 0 0,59-65-3214 0 0,-1 1-1 0 0,0-1 1 0 0,1 1-1 0 0,-1-1 0 0 0,1 1 1 0 0,-1-1-1 0 0,1 1 1 0 0,-1 0-1 0 0,1-1 1 0 0,-1 1-1 0 0,1-1 0 0 0,0 1 1 0 0,-1 0-1 0 0,1 0 1 0 0,0-1-1 0 0,0 1 1 0 0,0 0-1 0 0,-1-1 0 0 0,1 1 1 0 0,0 0-1 0 0,0 0 1 0 0,0-1-1 0 0,0 1 1 0 0,0 0-1 0 0,0 0 0 0 0,0-1 1 0 0,1 1-1 0 0,-1 0 1 0 0,0-1-1 0 0,0 1 0 0 0,0 0 1 0 0,1 0-1 0 0,-1-1 1 0 0,0 1-1 0 0,1 0 1 0 0,-1-1-1 0 0,1 1 0 0 0,-1-1 1 0 0,1 1-1 0 0,-1-1 1 0 0,1 1-1 0 0,-1-1 1 0 0,1 1-1 0 0,-1-1 0 0 0,1 1 1 0 0,0-1-1 0 0,-1 1 1 0 0,1-1-1 0 0,0 0 1 0 0,-1 0-1 0 0,1 1 0 0 0,0-1 1 0 0,-1 0-1 0 0,1 0 1 0 0,0 0-1 0 0,0 0 1 0 0,-1 0-1 0 0,1 0 0 0 0,0 0 1 0 0,1 0-1 0 0,9 1-156 0 0,1 0 0 0 0,-1-1 1 0 0,15-2-1 0 0,-14 1 263 0 0,8 0-115 0 0,-3 0 54 0 0,0 0 0 0 0,-1 1 0 0 0,1 1 0 0 0,0 0-1 0 0,0 2 1 0 0,18 4 0 0 0,-34-7-101 0 0,-1 0 0 0 0,1 1 0 0 0,0-1 0 0 0,0 0 0 0 0,-1 1 0 0 0,1-1 0 0 0,0 0-1 0 0,0 1 1 0 0,-1-1 0 0 0,1 1 0 0 0,0-1 0 0 0,-1 1 0 0 0,1-1 0 0 0,-1 1 0 0 0,1 0 0 0 0,0-1 0 0 0,-1 1 0 0 0,1 0 0 0 0,-1-1 0 0 0,0 1-1 0 0,1 0 1 0 0,-1 0 0 0 0,0-1 0 0 0,1 1 0 0 0,-1 0 0 0 0,0 1 0 0 0,0 0-25 0 0,0-1 1 0 0,0 1-1 0 0,0 0 1 0 0,-1-1 0 0 0,1 1-1 0 0,-1 0 1 0 0,1 0-1 0 0,-1-1 1 0 0,0 1-1 0 0,1-1 1 0 0,-1 1-1 0 0,-1 1 1 0 0,-5 7-199 0 0,-1 0 0 0 0,0-1 1 0 0,-10 9-1 0 0,10-9 61 0 0,6-7 123 0 0,-31 33-674 0 0,-36 50 0 0 0,61-74 748 0 0,0 1 0 0 0,1 0 0 0 0,1 0 0 0 0,0 1 0 0 0,0 0 0 0 0,1 0 0 0 0,1 0 0 0 0,0 0-1 0 0,-2 19 1 0 0,5-28 20 0 0,1-1-1 0 0,0 1 0 0 0,0-1 1 0 0,1 1-1 0 0,-1-1 0 0 0,1 0 1 0 0,-1 1-1 0 0,1-1 0 0 0,0 0 1 0 0,0 1-1 0 0,1-1 0 0 0,-1 0 1 0 0,1 0-1 0 0,-1 0 0 0 0,1 0 1 0 0,0 0-1 0 0,0 0 0 0 0,1-1 1 0 0,-1 1-1 0 0,0-1 0 0 0,1 1 1 0 0,0-1-1 0 0,-1 0 0 0 0,1 0 1 0 0,0 0-1 0 0,0-1 0 0 0,0 1 1 0 0,0 0-1 0 0,5 0 0 0 0,10 5 100 0 0,0-1 0 0 0,1-1-1 0 0,0-1 1 0 0,22 3-1 0 0,-10-3-153 0 0,-1 1 104 0 0,-11-3 25 0 0,0 1-1 0 0,21 6 1 0 0,-37-8-141 0 0,0 0 0 0 0,1 0 0 0 0,-1 0 0 0 0,0 1 0 0 0,0-1 0 0 0,0 1 0 0 0,0 0 0 0 0,0 0 0 0 0,0 0 0 0 0,-1 0 0 0 0,1 0 0 0 0,-1 0 0 0 0,1 1 0 0 0,-1-1 0 0 0,0 1 0 0 0,0 0 0 0 0,0-1 0 0 0,2 5 0 0 0,-3-4-66 0 0,-1-1-1 0 0,0 0 1 0 0,1 0-1 0 0,-1 0 1 0 0,0 0-1 0 0,-1 1 1 0 0,1-1-1 0 0,0 0 0 0 0,-1 0 1 0 0,1 0-1 0 0,-1 0 1 0 0,1 0-1 0 0,-1 0 1 0 0,0 0-1 0 0,0 0 1 0 0,0 0-1 0 0,0 0 1 0 0,-2 2-1 0 0,-27 34-627 0 0,25-32 600 0 0,-59 57-311 0 0,51-52 536 0 0,0 0-1 0 0,1 1 1 0 0,0 0-1 0 0,1 1 1 0 0,0 0-1 0 0,1 1 1 0 0,1 0-1 0 0,-9 17 1 0 0,17-30-118 0 0,0 0 0 0 0,1 0 1 0 0,-1 0-1 0 0,1 0 0 0 0,-1 0 0 0 0,1 0 0 0 0,0 0 1 0 0,-1 0-1 0 0,1 1 0 0 0,0-1 0 0 0,0 0 0 0 0,0 0 1 0 0,0 0-1 0 0,0 0 0 0 0,0 0 0 0 0,0 0 0 0 0,0 1 1 0 0,0-1-1 0 0,0 0 0 0 0,1 0 0 0 0,-1 0 0 0 0,0 0 1 0 0,1 0-1 0 0,-1 0 0 0 0,1 0 0 0 0,-1 0 1 0 0,1 0-1 0 0,-1 0 0 0 0,1 0 0 0 0,0 0 0 0 0,0 0 1 0 0,-1-1-1 0 0,1 1 0 0 0,0 0 0 0 0,0-1 0 0 0,0 1 1 0 0,0 0-1 0 0,0-1 0 0 0,0 1 0 0 0,0-1 0 0 0,0 1 1 0 0,0-1-1 0 0,0 1 0 0 0,0-1 0 0 0,0 0 1 0 0,0 0-1 0 0,0 0 0 0 0,2 1 0 0 0,6-1-696 0 0,0 1 0 0 0,1-1 0 0 0,-1-1 0 0 0,16-2 0 0 0,-18 2 15 0 0,14-2-3903 0 0</inkml:trace>
</inkml:ink>
</file>

<file path=ppt/ink/ink2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2:50.55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3889 0 0,'5'23'1061'0'0,"-1"1"-1"0"0,-1-1 1 0 0,-1 1 0 0 0,-2 41-1 0 0,0 0 1631 0 0,22 339 5863 0 0,24 202-5057 0 0,-6-103-2786 0 0,-22 130-802 0 0,-35-362-2725 0 0,14-238-5023 0 0</inkml:trace>
</inkml:ink>
</file>

<file path=ppt/ink/ink2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2:51.52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61 1 14283 0 0,'-15'1'1855'0'0,"-12"8"-3224"0"0,26-9 1307 0 0,0 0 0 0 0,0 1 0 0 0,0-1 0 0 0,0 0 0 0 0,0 1 0 0 0,0-1 0 0 0,0 1 1 0 0,0-1-1 0 0,1 1 0 0 0,-1 0 0 0 0,0-1 0 0 0,0 1 0 0 0,1 0 0 0 0,-1 0 0 0 0,0-1 0 0 0,1 1 0 0 0,-1 0 0 0 0,1 0 0 0 0,-1 0 0 0 0,1 0 0 0 0,-1 0 0 0 0,1 0 0 0 0,0 0 0 0 0,0 0 0 0 0,-1 0 0 0 0,1 0 0 0 0,0 0 0 0 0,0 0 0 0 0,0 0 0 0 0,0 0 0 0 0,0 0 0 0 0,0 0 0 0 0,0 0 0 0 0,0 0 0 0 0,1 0 0 0 0,-1 0 0 0 0,0 0 0 0 0,1 0 1 0 0,-1-1-1 0 0,0 1 0 0 0,2 2 0 0 0,-1-2 146 0 0,0 1 1 0 0,1-1 0 0 0,-1 1 0 0 0,1-1 0 0 0,-1 0 0 0 0,1 0 0 0 0,-1 0 0 0 0,1 0-1 0 0,0 0 1 0 0,-1 0 0 0 0,1 0 0 0 0,0 0 0 0 0,0-1 0 0 0,0 1 0 0 0,2 0 0 0 0,35 5 762 0 0,-30-5-580 0 0,724 50 5057 0 0,-619-46-4948 0 0,1066 19 1506 0 0,-926-22-1728 0 0,409-1-46 0 0,-2-28-114 0 0,-531 13 17 0 0,92-3-725 0 0,-213 16 687 0 0,-1 1-1 0 0,1 1 1 0 0,-1 0-1 0 0,1 0 1 0 0,-1 1 0 0 0,1 0-1 0 0,-1 0 1 0 0,11 5-1 0 0,-14-5 113 0 0,-1 1-1 0 0,0 0 0 0 0,0 0 1 0 0,0 0-1 0 0,0 0 0 0 0,-1 0 1 0 0,1 1-1 0 0,-1 0 0 0 0,0 0 1 0 0,0 0-1 0 0,0 0 0 0 0,0 0 1 0 0,-1 0-1 0 0,0 1 1 0 0,3 7-1 0 0,8 23 76 0 0,-2 2-1 0 0,12 67 1 0 0,1 80 35 0 0,-15-103-200 0 0,47 355 365 0 0,22 200 259 0 0,-67-540-480 0 0,4 0 1 0 0,41 136-1 0 0,-39-176 32 0 0,14 92 1 0 0,-25-59-3539 0 0</inkml:trace>
</inkml:ink>
</file>

<file path=ppt/ink/ink2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2:52.28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109 1 2761 0 0,'-56'22'4763'0'0,"6"0"9434"0"0,81-19-13643 0 0,11-6-383 0 0,-24 0-137 0 0,0 2 0 0 0,0 0 0 0 0,0 1 1 0 0,0 1-1 0 0,-1 0 0 0 0,30 7 0 0 0,-46-8-38 0 0,0 0 0 0 0,0 1 0 0 0,0-1 1 0 0,0 0-1 0 0,0 1 0 0 0,0-1 0 0 0,0 1 0 0 0,0-1 1 0 0,0 1-1 0 0,0 0 0 0 0,0-1 0 0 0,0 1 0 0 0,0 0 1 0 0,0 0-1 0 0,-1 0 0 0 0,1-1 0 0 0,0 1 1 0 0,-1 0-1 0 0,1 0 0 0 0,0 0 0 0 0,-1 0 0 0 0,1 0 1 0 0,-1 0-1 0 0,0 0 0 0 0,1 0 0 0 0,-1 1 0 0 0,0-1 1 0 0,0 0-1 0 0,1 0 0 0 0,-1 0 0 0 0,0 0 0 0 0,0 0 1 0 0,0 0-1 0 0,0 1 0 0 0,-1-1 0 0 0,1 0 0 0 0,0 0 1 0 0,0 0-1 0 0,-1 0 0 0 0,1 0 0 0 0,-1 0 0 0 0,1 0 1 0 0,-1 0-1 0 0,1 0 0 0 0,-1 0 0 0 0,1 0 0 0 0,-1 0 1 0 0,-1 1-1 0 0,-4 7-84 0 0,-1-1 1 0 0,1 1-1 0 0,-17 14 0 0 0,21-21 79 0 0,-51 46-309 0 0,30-29 302 0 0,1 2 1 0 0,0 0-1 0 0,2 1 1 0 0,-23 32-1 0 0,41-51 20 0 0,0 0-1 0 0,0 0 0 0 0,1 0 1 0 0,-1 0-1 0 0,1 1 0 0 0,-1-1 1 0 0,1 1-1 0 0,0-1 0 0 0,0 1 1 0 0,0-1-1 0 0,1 1 0 0 0,0 0 0 0 0,-1-1 1 0 0,1 1-1 0 0,0-1 0 0 0,1 1 1 0 0,-1 0-1 0 0,1-1 0 0 0,1 6 1 0 0,-1-5-21 0 0,1 0 0 0 0,1 0 1 0 0,-1-1-1 0 0,1 1 0 0 0,-1-1 0 0 0,1 1 1 0 0,0-1-1 0 0,1 0 0 0 0,-1 0 0 0 0,0 0 1 0 0,1 0-1 0 0,-1-1 0 0 0,1 0 0 0 0,0 1 1 0 0,7 2-1 0 0,11 4-76 0 0,0-2 1 0 0,1 0-1 0 0,43 7 0 0 0,-48-11 68 0 0,-2-1-1 0 0,1 2 1 0 0,0 1-1 0 0,-1 0 1 0 0,1 1-1 0 0,-1 0 1 0 0,-1 1-1 0 0,1 1 1 0 0,13 10-1 0 0,-25-15 20 0 0,0 1-1 0 0,0 0 1 0 0,0-1-1 0 0,-1 1 1 0 0,1 0-1 0 0,-1 0 0 0 0,0 1 1 0 0,-1-1-1 0 0,1 1 1 0 0,-1-1-1 0 0,0 1 1 0 0,0 0-1 0 0,0 0 0 0 0,2 10 1 0 0,-3-7-42 0 0,0 0 1 0 0,-1 0 0 0 0,0 0-1 0 0,0 0 1 0 0,-1 0-1 0 0,0 0 1 0 0,-1 0 0 0 0,-3 14-1 0 0,-5 3-55 0 0,0-1 0 0 0,-1 0-1 0 0,-2-1 1 0 0,-27 40 0 0 0,-6-3 531 0 0,31-43 28 0 0,2 0-1 0 0,0 2 0 0 0,-19 33 1 0 0,32-52-451 0 0,0 0 0 0 0,0 1 1 0 0,-1-1-1 0 0,1 0 0 0 0,0 0 1 0 0,0 0-1 0 0,0 1 0 0 0,0-1 1 0 0,-1 0-1 0 0,1 0 1 0 0,0 1-1 0 0,0-1 0 0 0,0 0 1 0 0,0 0-1 0 0,0 0 0 0 0,0 1 1 0 0,0-1-1 0 0,0 0 0 0 0,0 1 1 0 0,0-1-1 0 0,0 0 0 0 0,0 0 1 0 0,0 1-1 0 0,0-1 0 0 0,0 0 1 0 0,0 0-1 0 0,0 1 0 0 0,0-1 1 0 0,0 0-1 0 0,0 0 0 0 0,0 1 1 0 0,0-1-1 0 0,0 0 0 0 0,0 0 1 0 0,1 1-1 0 0,-1-1 1 0 0,0 0-1 0 0,0 0 0 0 0,0 0 1 0 0,0 1-1 0 0,1-1 0 0 0,-1 0 1 0 0,0 0-1 0 0,0 0 0 0 0,0 0 1 0 0,1 1-1 0 0,-1-1 0 0 0,0 0 1 0 0,1 0-1 0 0,17-5-247 0 0,25-20-1200 0 0,-40 23 1205 0 0,22-15-1091 0 0,-11 7-86 0 0,1 0 0 0 0,1 1 1 0 0,-1 0-1 0 0,1 1 1 0 0,0 1-1 0 0,1 1 0 0 0,24-7 1 0 0,-39 13 1340 0 0,0-1 1 0 0,0 1 0 0 0,0 0 0 0 0,0 0-1 0 0,0 0 1 0 0,0 0 0 0 0,-1 0 0 0 0,1 0-1 0 0,0 1 1 0 0,0-1 0 0 0,0 1 0 0 0,0-1-1 0 0,-1 1 1 0 0,1 0 0 0 0,0-1 0 0 0,0 1-1 0 0,-1 0 1 0 0,1 0 0 0 0,-1 0 0 0 0,1 0-1 0 0,2 3 1 0 0,-3-2-60 0 0,1 1 0 0 0,-1-1-1 0 0,1 1 1 0 0,-1 0 0 0 0,0-1 0 0 0,0 1-1 0 0,0 0 1 0 0,0 0 0 0 0,0 0 0 0 0,-1-1-1 0 0,1 1 1 0 0,-1 5 0 0 0,0 8 687 0 0,-1 0-1 0 0,0 0 1 0 0,-1-1 0 0 0,-5 18 0 0 0,5-26 566 0 0,-26 172 9663 0 0,24-121-9513 0 0,2 0 1 0 0,9 97-1 0 0,96 559 463 0 0,2-267-1399 0 0,-29-145 308 0 0,-25 7 73 0 0,-38-79-932 0 0,-32 431 0 0 0,16-622-1724 0 0,1-14-3557 0 0,-1 1-2494 0 0</inkml:trace>
</inkml:ink>
</file>

<file path=ppt/ink/ink2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2:53.29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23 338 6913 0 0,'-1'0'25'0'0,"0"0"-1"0"0,0 0 0 0 0,0 0 0 0 0,0 0 0 0 0,0-1 0 0 0,0 1 0 0 0,0 0 0 0 0,0-1 0 0 0,0 1 0 0 0,0 0 0 0 0,0-1 1 0 0,1 1-1 0 0,-1-1 0 0 0,0 0 0 0 0,0 1 0 0 0,0-1 0 0 0,0 0 0 0 0,1 1 0 0 0,-1-1 0 0 0,0 0 0 0 0,1 0 0 0 0,-1 1 1 0 0,1-1-1 0 0,-1 0 0 0 0,1 0 0 0 0,-1 0 0 0 0,0-2 0 0 0,2 2 45 0 0,-1 0 0 0 0,1 0-1 0 0,0 0 1 0 0,-1 0 0 0 0,1 0 0 0 0,0-1 0 0 0,0 1-1 0 0,0 0 1 0 0,0 1 0 0 0,0-1 0 0 0,0 0 0 0 0,0 0 0 0 0,0 0-1 0 0,0 1 1 0 0,0-1 0 0 0,0 0 0 0 0,2 0 0 0 0,9-5 442 0 0,0 1 1 0 0,26-7 0 0 0,66-7 782 0 0,0 5-1 0 0,154-1 0 0 0,-79 6-468 0 0,1577-136 5018 0 0,-1529 125-5508 0 0,748-38-167 0 0,-822 60-190 0 0,-1 7 1 0 0,170 32 0 0 0,-215-26 20 0 0,91 17 154 0 0,-191-30-72 0 0,0 0-1 0 0,0 0 1 0 0,1 0 0 0 0,-1 1 0 0 0,0 0 0 0 0,-1 1 0 0 0,1 0 0 0 0,-1 0 0 0 0,0 0 0 0 0,10 9 0 0 0,-9-6 13 0 0,-1 0 0 0 0,0 1 0 0 0,-1 0 0 0 0,0 0 0 0 0,0 0 0 0 0,-1 0 0 0 0,0 1 0 0 0,4 11 0 0 0,7 27-79 0 0,-1 0 0 0 0,11 75 0 0 0,1 101 55 0 0,-15-114-57 0 0,147 855 931 0 0,-57-257-98 0 0,-97-670-828 0 0,29 171 515 0 0,-10-79-315 0 0,-22-119-895 0 0,-3-21-2429 0 0</inkml:trace>
</inkml:ink>
</file>

<file path=ppt/ink/ink2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2:54.04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90 0 11979 0 0,'-3'2'243'0'0,"-35"18"1390"0"0,37-20-1518 0 0,0 1 0 0 0,0-1 0 0 0,0 1 0 0 0,0 0 0 0 0,0 0 0 0 0,0-1 0 0 0,0 1 0 0 0,0 0 0 0 0,0 0 0 0 0,0 0 0 0 0,1 0 0 0 0,-1 0 0 0 0,0 0 0 0 0,1 0-1 0 0,-1 0 1 0 0,1 1 0 0 0,-1-1 0 0 0,1 0 0 0 0,-1 0 0 0 0,1 0 0 0 0,0 1 0 0 0,0-1 0 0 0,-1 0 0 0 0,1 0 0 0 0,0 1 0 0 0,0-1 0 0 0,0 0 0 0 0,1 2 0 0 0,0-2 27 0 0,0 0 1 0 0,0 1-1 0 0,0-1 1 0 0,0 0-1 0 0,0 0 0 0 0,1 0 1 0 0,-1 0-1 0 0,0 0 0 0 0,1 0 1 0 0,-1-1-1 0 0,1 1 1 0 0,-1 0-1 0 0,1-1 0 0 0,-1 1 1 0 0,1-1-1 0 0,0 0 0 0 0,-1 1 1 0 0,1-1-1 0 0,3 0 1 0 0,35 2 855 0 0,-36-2-902 0 0,46-2 647 0 0,-31 1-614 0 0,0 0-1 0 0,0 1 1 0 0,37 6 0 0 0,-56-6-145 0 0,1 0-1 0 0,-1 0 1 0 0,1 0 0 0 0,-1 0-1 0 0,1 0 1 0 0,-1 0 0 0 0,0 0 0 0 0,1 1-1 0 0,-1-1 1 0 0,1 0 0 0 0,-1 0 0 0 0,1 0-1 0 0,-1 1 1 0 0,0-1 0 0 0,1 0 0 0 0,-1 1-1 0 0,1-1 1 0 0,-1 0 0 0 0,0 1 0 0 0,0-1-1 0 0,1 0 1 0 0,-1 1 0 0 0,0-1 0 0 0,0 1-1 0 0,1-1 1 0 0,-1 0 0 0 0,0 1 0 0 0,0-1-1 0 0,0 1 1 0 0,0-1 0 0 0,1 1 0 0 0,-1-1-1 0 0,0 1 1 0 0,0-1 0 0 0,0 1 0 0 0,-10 19-461 0 0,-28 19-47 0 0,33-35 501 0 0,-71 61-302 0 0,51-45 393 0 0,0 1 0 0 0,1 1 1 0 0,1 2-1 0 0,-22 27 0 0 0,44-50-63 0 0,0 0 0 0 0,0 1 0 0 0,0-1 0 0 0,0 0 0 0 0,0 1 0 0 0,1-1 0 0 0,-1 0-1 0 0,0 1 1 0 0,1-1 0 0 0,-1 1 0 0 0,1-1 0 0 0,-1 1 0 0 0,1-1 0 0 0,0 1 0 0 0,0 0-1 0 0,0-1 1 0 0,0 1 0 0 0,0-1 0 0 0,0 1 0 0 0,0 0 0 0 0,0-1 0 0 0,0 1 0 0 0,1-1-1 0 0,-1 1 1 0 0,2 2 0 0 0,0-2 10 0 0,-1 0 0 0 0,1 0 0 0 0,0 0 1 0 0,0 0-1 0 0,0-1 0 0 0,0 1 0 0 0,0-1 0 0 0,1 1 0 0 0,-1-1 0 0 0,0 0 0 0 0,1 1 0 0 0,-1-1 0 0 0,6 1 1 0 0,8 2 55 0 0,0-1 1 0 0,0 0-1 0 0,30 0 1 0 0,-21-3-278 0 0,37 2-1025 0 0,-59-2 1169 0 0,1 1 0 0 0,-1-1 1 0 0,0 1-1 0 0,0 0 0 0 0,0 0 1 0 0,0 0-1 0 0,0 0 0 0 0,-1 0 0 0 0,1 1 1 0 0,0-1-1 0 0,0 1 0 0 0,-1 0 0 0 0,1 0 1 0 0,-1 0-1 0 0,4 4 0 0 0,-4-4-41 0 0,-1 1-1 0 0,0-1 0 0 0,0 1 1 0 0,-1-1-1 0 0,1 1 1 0 0,0-1-1 0 0,-1 1 1 0 0,1-1-1 0 0,-1 1 1 0 0,0 0-1 0 0,0-1 1 0 0,0 1-1 0 0,0 0 1 0 0,-1-1-1 0 0,1 1 0 0 0,-2 2 1 0 0,-13 47-528 0 0,9-35 496 0 0,3-10 292 0 0,1 0-1 0 0,0 0 1 0 0,1 1-1 0 0,0-1 1 0 0,0 0-1 0 0,0 1 0 0 0,1-1 1 0 0,0 1-1 0 0,0-1 1 0 0,3 10-1 0 0,-2-13-88 0 0,0-1 0 0 0,0 1 0 0 0,1 0-1 0 0,-1 0 1 0 0,1-1 0 0 0,0 0-1 0 0,0 1 1 0 0,1-1 0 0 0,-1 0 0 0 0,1 0-1 0 0,-1 0 1 0 0,1 0 0 0 0,0 0-1 0 0,0-1 1 0 0,0 1 0 0 0,1-1 0 0 0,-1 0-1 0 0,0 0 1 0 0,1 0 0 0 0,6 2 0 0 0,11 4 89 0 0,37 7 0 0 0,-41-11-134 0 0,-1 0-1 0 0,1 1 1 0 0,-1 0 0 0 0,20 11 0 0 0,-34-15-103 0 0,0 1 0 0 0,0-1 1 0 0,0 1-1 0 0,0-1 1 0 0,-1 1-1 0 0,1-1 0 0 0,-1 1 1 0 0,1 0-1 0 0,-1 0 1 0 0,1 0-1 0 0,-1 0 0 0 0,0 0 1 0 0,0 0-1 0 0,0 0 1 0 0,0 0-1 0 0,-1 0 0 0 0,1 1 1 0 0,0-1-1 0 0,-1 0 0 0 0,0 0 1 0 0,1 1-1 0 0,-1-1 1 0 0,0 0-1 0 0,-1 4 0 0 0,0 6-376 0 0,0 0 0 0 0,-2-1 0 0 0,-5 21 0 0 0,-1 3 474 0 0,4 6 1293 0 0,3 0 1 0 0,1 0-1 0 0,7 63 1 0 0,0 0-214 0 0,22 350-447 0 0,53 236 356 0 0,-38-339-189 0 0,-28-196-758 0 0,-7-1-1 0 0,-7 1 1 0 0,-7 0-1 0 0,-6 0 1 0 0,-7-1-1 0 0,-7-1 1 0 0,-71 235-1 0 0,87-357-1126 0 0,-2 0-1 0 0,-28 53 0 0 0,26-60-7019 0 0</inkml:trace>
</inkml:ink>
</file>

<file path=ppt/ink/ink2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2:54.91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153 264 8754 0 0,'-34'5'1481'0'0,"0"1"-1"0"0,-39 13 1 0 0,69-18-1306 0 0,-4 3 1525 0 0,20-2-852 0 0,22-3-86 0 0,381-54 2112 0 0,-193 23-2183 0 0,1420-103 658 0 0,-1281 125-1072 0 0,-111 5-192 0 0,445-6 116 0 0,-142-18-202 0 0,-229 9 49 0 0,-312 19-11 0 0,0 0 1 0 0,1 1 0 0 0,-1 0 0 0 0,0 0-1 0 0,1 2 1 0 0,15 3 0 0 0,-25-5-30 0 0,0 1-1 0 0,0 0 1 0 0,0 0 0 0 0,0 1 0 0 0,-1-1-1 0 0,1 1 1 0 0,0-1 0 0 0,-1 1-1 0 0,1 0 1 0 0,-1 0 0 0 0,0 0 0 0 0,1 0-1 0 0,-1 0 1 0 0,0 0 0 0 0,0 1 0 0 0,0-1-1 0 0,-1 1 1 0 0,1-1 0 0 0,-1 1 0 0 0,1 0-1 0 0,-1 0 1 0 0,0 0 0 0 0,0 0 0 0 0,0-1-1 0 0,-1 1 1 0 0,1 0 0 0 0,-1 1 0 0 0,1-1-1 0 0,-1 0 1 0 0,0 5 0 0 0,-3 102 66 0 0,3 74 84 0 0,85 693-212 0 0,44-4 47 0 0,-41-397 324 0 0,-7-42 467 0 0,-69-358-579 0 0,3 90 0 0 0,-15-140-211 0 0,0 1 0 0 0,-1-1 0 0 0,-2 1 1 0 0,-1-1-1 0 0,-1 0 0 0 0,-1 0 0 0 0,-11 27 0 0 0,-11 4-960 0 0,18-43 177 0 0</inkml:trace>
</inkml:ink>
</file>

<file path=ppt/ink/ink2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2:55.45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297 0 13827 0 0,'-6'5'13'0'0,"-1"-1"0"0"0,0 1 0 0 0,0-2 0 0 0,0 1 0 0 0,0-1 0 0 0,0 0 0 0 0,-14 3 0 0 0,-2 2-97 0 0,-41 12 1208 0 0,47-16-619 0 0,0 1 0 0 0,-1 1 0 0 0,2 0 0 0 0,-1 2 0 0 0,1-1 1 0 0,-20 14-1 0 0,36-20-493 0 0,0-1 0 0 0,-1 0 0 0 0,1 0 0 0 0,0 0 1 0 0,0 0-1 0 0,-1 1 0 0 0,1-1 0 0 0,0 0 1 0 0,0 0-1 0 0,0 0 0 0 0,-1 1 0 0 0,1-1 0 0 0,0 0 1 0 0,0 0-1 0 0,0 1 0 0 0,0-1 0 0 0,0 0 1 0 0,0 1-1 0 0,-1-1 0 0 0,1 0 0 0 0,0 0 0 0 0,0 1 1 0 0,0-1-1 0 0,0 0 0 0 0,0 1 0 0 0,0-1 1 0 0,0 0-1 0 0,0 0 0 0 0,0 1 0 0 0,0-1 0 0 0,0 0 1 0 0,0 1-1 0 0,1-1 0 0 0,-1 0 0 0 0,0 0 1 0 0,0 1-1 0 0,0-1 0 0 0,12 9 21 0 0,18 0-538 0 0,22 1-315 0 0,-19-4 511 0 0,-1 1 0 0 0,33 12 0 0 0,-56-16 305 0 0,-1 0-1 0 0,0 1 0 0 0,0 0 1 0 0,0 0-1 0 0,-1 1 0 0 0,1 0 1 0 0,-1 0-1 0 0,0 1 0 0 0,0 0 1 0 0,-1 0-1 0 0,0 1 0 0 0,8 10 1 0 0,-12-13-15 0 0,0-1 1 0 0,-1 1 0 0 0,1 0-1 0 0,-1-1 1 0 0,1 1 0 0 0,-1 0 0 0 0,-1 0-1 0 0,1 0 1 0 0,0 0 0 0 0,-1 0-1 0 0,0 0 1 0 0,0 0 0 0 0,0 0 0 0 0,0 0-1 0 0,-1 0 1 0 0,0 0 0 0 0,1 0 0 0 0,-2 0-1 0 0,1 0 1 0 0,0 0 0 0 0,-1-1-1 0 0,1 1 1 0 0,-1 0 0 0 0,0-1 0 0 0,0 0-1 0 0,-1 1 1 0 0,-3 4 0 0 0,-7 7-88 0 0,0 0 0 0 0,-1-1 1 0 0,0-1-1 0 0,-20 15 0 0 0,-45 28-42 0 0,43-31 659 0 0,-35 30 0 0 0,69-54-446 0 0,1 1 0 0 0,0-1 0 0 0,-1 0 0 0 0,1 0 1 0 0,0 1-1 0 0,0-1 0 0 0,0 0 0 0 0,0 1 0 0 0,0 0 0 0 0,0-1 0 0 0,0 1 1 0 0,0-1-1 0 0,1 1 0 0 0,-1 0 0 0 0,0-1 0 0 0,1 1 0 0 0,0 0 0 0 0,-1 0 0 0 0,1 3 1 0 0,0-4-26 0 0,1 1 1 0 0,-1-1 0 0 0,1 1 0 0 0,-1 0 0 0 0,1-1-1 0 0,0 1 1 0 0,0-1 0 0 0,0 0 0 0 0,0 1 0 0 0,0-1-1 0 0,0 0 1 0 0,0 1 0 0 0,0-1 0 0 0,0 0 0 0 0,0 0-1 0 0,1 0 1 0 0,1 1 0 0 0,8 4 78 0 0,-1 0 0 0 0,2-1 0 0 0,-1-1 0 0 0,20 6 0 0 0,-20-6-32 0 0,33 8 238 0 0,-17-4-79 0 0,34 12 1 0 0,-55-17-225 0 0,1 0-1 0 0,0 0 1 0 0,-1 1 0 0 0,0 0-1 0 0,0 0 1 0 0,0 1 0 0 0,0-1 0 0 0,-1 1-1 0 0,10 11 1 0 0,-13-12 37 0 0,1 1 0 0 0,-1 0-1 0 0,0 0 1 0 0,0 0 0 0 0,0 0 0 0 0,-1 0-1 0 0,0 0 1 0 0,0 0 0 0 0,0 1 0 0 0,-1-1-1 0 0,0 0 1 0 0,0 1 0 0 0,-1 8 0 0 0,-1 12 452 0 0,-10 37 0 0 0,7-42-254 0 0,5-17-322 0 0,-6 42 1281 0 0,6-45-1248 0 0,0 1 0 0 0,0 0 0 0 0,0 0 0 0 0,0-1 0 0 0,0 1 0 0 0,0 0 0 0 0,1-1 0 0 0,-1 1 0 0 0,1 0 0 0 0,-1-1 0 0 0,1 1 0 0 0,0-1 0 0 0,-1 1 0 0 0,1-1 0 0 0,0 1 1 0 0,0-1-1 0 0,0 1 0 0 0,0-1 0 0 0,1 0 0 0 0,-1 1 0 0 0,0-1 0 0 0,0 0 0 0 0,3 1 0 0 0</inkml:trace>
</inkml:ink>
</file>

<file path=ppt/ink/ink2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2:55.91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0 456 0 0,'11'12'2266'0'0,"0"0"-1"0"0,-2 0 1 0 0,1 1 0 0 0,-2 0-1 0 0,10 19 1 0 0,-8-10-11 0 0,0 1 0 0 0,11 43 0 0 0,-9-11-1329 0 0,-3 1-1 0 0,3 67 1 0 0,-5 77-264 0 0,-6-115-460 0 0,3 0 1 0 0,21 119-1 0 0,38 55 220 0 0,-27-124-337 0 0,25 196 0 0 0,-38-58-85 0 0,25 185 0 0 0,-25-305 6 0 0,3 211-1 0 0,-19-238 64 0 0,0 60-686 0 0,-8-178 222 0 0,0-1 1 0 0,0 1-1 0 0,-1-1 1 0 0,0 0-1 0 0,0 1 0 0 0,-1-1 1 0 0,1 0-1 0 0,-7 10 1 0 0,11-22-655 0 0,-1 0 0 0 0,-1-1 0 0 0,1 1 1 0 0,-1 0-1 0 0,0-9 0 0 0,1 1-2798 0 0,0-4-1009 0 0</inkml:trace>
</inkml:ink>
</file>

<file path=ppt/ink/ink2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2:57.16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25983 67 1376 0 0,'-16'8'2263'0'0,"0"-2"0"0"0,0 0 1 0 0,-21 5-1 0 0,12-6-54 0 0,-40 4 1 0 0,-122-8 56 0 0,73-3-33 0 0,-441-5 919 0 0,-109-26-2998 0 0,389 15-135 0 0,-924-35 170 0 0,-596 100-1253 0 0,757 1 836 0 0,349-14 152 0 0,379-21 104 0 0,-731 40 160 0 0,375-26-1598 0 0,229-13 523 0 0,245-5 304 0 0,-1282 85 655 0 0,-753 131 2232 0 0,1322-138-1501 0 0,308-31-502 0 0,-85 18 201 0 0,325-34-244 0 0,223-26-157 0 0,-1046 101 862 0 0,-110-6-2328 0 0,716-58 1210 0 0,309-27 239 0 0,-827 53 144 0 0,475-57 351 0 0,189 3-777 0 0,-7 13 194 0 0,296-22 195 0 0,-93 10 120 0 0,-183 16 114 0 0,-165-10 399 0 0,-536 12-328 0 0,584 30-661 0 0,413-51 181 0 0,-433 33 1083 0 0,538-53-1058 0 0,-103 7-102 0 0,-237 9 13 0 0,324-17 24 0 0,-54-8 1 0 0,74 7-247 0 0,1-1 0 0 0,-1-1 0 0 0,0 0 0 0 0,1 0 0 0 0,0 0 1 0 0,0-1-1 0 0,0-1 0 0 0,0 1 0 0 0,-12-10 0 0 0</inkml:trace>
</inkml:ink>
</file>

<file path=ppt/ink/ink2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2:58.26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200 109 3769 0 0,'-13'-13'409'0'0,"0"-1"1"0"0,1 0 0 0 0,1 0 0 0 0,-17-28-1 0 0,27 41-447 0 0,0 0 1 0 0,0 0-1 0 0,-1 0 0 0 0,1 0 0 0 0,0 0 0 0 0,-1 0 1 0 0,1 0-1 0 0,-1 1 0 0 0,1-1 0 0 0,-1 1 1 0 0,0-1-1 0 0,1 1 0 0 0,-1 0 0 0 0,1-1 0 0 0,-1 1 1 0 0,0 0-1 0 0,-1 0 0 0 0,-36-1-1160 0 0,32 1 1100 0 0,7 0 184 0 0,0 0 0 0 0,-1 0 0 0 0,1 0 1 0 0,-1 0-1 0 0,1 0 0 0 0,0 0 0 0 0,-1 0 0 0 0,1 0 1 0 0,0 0-1 0 0,-1 0 0 0 0,1 0 0 0 0,0 1 0 0 0,-1-1 1 0 0,1 0-1 0 0,0 0 0 0 0,-1 0 0 0 0,1 0 0 0 0,0 0 1 0 0,0 1-1 0 0,-1-1 0 0 0,1 0 0 0 0,0 0 0 0 0,0 0 1 0 0,-1 1-1 0 0,1-1 0 0 0,0 0 0 0 0,0 0 0 0 0,-1 1 1 0 0,1-1-1 0 0,0 0 0 0 0,0 1 0 0 0,0-1 0 0 0,0 0 1 0 0,0 1-1 0 0,-1-1 0 0 0,1 0 0 0 0,0 1 0 0 0,0-1 1 0 0,0 0-1 0 0,0 1 0 0 0,0-1 0 0 0,6 19 7163 0 0,1 11-1311 0 0,-11 2-4866 0 0,-15 61-1 0 0,-2 11-625 0 0,16-46-428 0 0,2 0-1 0 0,9 99 1 0 0,29 116-141 0 0,-25-209 188 0 0,158 787-145 0 0,-64-451 457 0 0,45 163 402 0 0,-125-462-663 0 0,-5 1 1 0 0,-4 1-1 0 0,3 142 0 0 0,-18-234-271 0 0,1-3-122 0 0,-1-1 0 0 0,0 0 0 0 0,0 1 0 0 0,-1-1 0 0 0,-2 13 0 0 0</inkml:trace>
</inkml:ink>
</file>

<file path=ppt/ink/ink2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2:58.8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33 1 10138 0 0,'1'-1'92'0'0,"0"1"0"0"0,0 0-1 0 0,0 0 1 0 0,0 0 0 0 0,0 0 0 0 0,0 0 0 0 0,-1 0-1 0 0,1 0 1 0 0,0 1 0 0 0,0-1 0 0 0,0 0-1 0 0,0 0 1 0 0,0 1 0 0 0,0-1 0 0 0,-1 1-1 0 0,1-1 1 0 0,0 0 0 0 0,0 1 0 0 0,0 0-1 0 0,-1-1 1 0 0,1 1 0 0 0,0-1 0 0 0,-1 1-1 0 0,1 0 1 0 0,-1-1 0 0 0,1 1 0 0 0,-1 0 0 0 0,1 0-1 0 0,-1 0 1 0 0,1-1 0 0 0,-1 1 0 0 0,0 0-1 0 0,1 0 1 0 0,-1 0 0 0 0,0 0 0 0 0,0 0-1 0 0,1 0 1 0 0,-1 0 0 0 0,0-1 0 0 0,0 1-1 0 0,0 0 1 0 0,0 0 0 0 0,-1 0 0 0 0,1 0 0 0 0,0 0-1 0 0,0 0 1 0 0,0 0 0 0 0,-1 1 0 0 0,-1 5 957 0 0,-1 0 0 0 0,0 1 0 0 0,0-1 1 0 0,-6 10-1 0 0,5-11-782 0 0,-2 7-267 0 0,1 1-1 0 0,0 0 0 0 0,1-1 0 0 0,0 2 0 0 0,1-1 1 0 0,0 0-1 0 0,0 25 0 0 0,6 104 16 0 0,-2-139-14 0 0,8 88 186 0 0,4 0 0 0 0,4-1 0 0 0,30 89 0 0 0,105 261 1899 0 0,-90-270-1620 0 0,161 380 106 0 0,-215-535-939 0 0,0-1-1 0 0,0-1 1 0 0,2 1-1 0 0,0-1 1 0 0,0-1-1 0 0,1 0 0 0 0,14 13 1 0 0</inkml:trace>
</inkml:ink>
</file>

<file path=ppt/ink/ink2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2:59.41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10594 0 0,'7'4'733'0'0,"0"0"0"0"0,-1 1 0 0 0,1 0 0 0 0,-1 0-1 0 0,0 1 1 0 0,-1-1 0 0 0,1 1 0 0 0,-1 1 0 0 0,-1-1-1 0 0,1 1 1 0 0,4 7 0 0 0,1 5-96 0 0,-1-1 0 0 0,0 2 1 0 0,-2-1-1 0 0,10 36 0 0 0,10 86-188 0 0,-13-64-223 0 0,25 142-89 0 0,-13-60-24 0 0,55 180 1 0 0,-66-292-123 0 0,38 112 389 0 0,-43-134-458 0 0,2 0 0 0 0,0-1 0 0 0,1 0 0 0 0,18 22 0 0 0,-16-29-1743 0 0</inkml:trace>
</inkml:ink>
</file>

<file path=ppt/ink/ink2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2:59.84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5985 0 0,'4'2'536'0'0,"0"-2"-432"0"0,1 0-104 0 0,0 1 0 0 0,-2-1-656 0 0,1 2-152 0 0,3 1-32 0 0,3-2-8 0 0,2 2 664 0 0</inkml:trace>
</inkml:ink>
</file>

<file path=ppt/ink/ink2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3:00.78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65 1 12443 0 0,'-7'7'482'0'0,"1"1"0"0"0,0 1 0 0 0,0-1 0 0 0,1 1 0 0 0,0 0 0 0 0,1 0 0 0 0,0 0 0 0 0,0 0 0 0 0,1 1 0 0 0,0 0 0 0 0,1 0 0 0 0,-3 19 0 0 0,2 9-84 0 0,1 0-1 0 0,4 40 1 0 0,-1-66-302 0 0,10 189-30 0 0,41 217 1 0 0,-23-271-20 0 0,5-2-1 0 0,65 166 1 0 0,-1-5 1274 0 0,-81-234-1122 0 0,-3 0 0 0 0,7 102 0 0 0,-18-53-196 0 0,5 55-197 0 0,-2-148 490 0 0,0-15-1331 0 0</inkml:trace>
</inkml:ink>
</file>

<file path=ppt/ink/ink2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3:05.48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1 11979 0 0,'0'0'136'0'0,"-1"1"-1"0"0,1-1 1 0 0,-1 1 0 0 0,1-1 0 0 0,-1 1 0 0 0,1 0 0 0 0,0-1 0 0 0,-1 1 0 0 0,1 0 0 0 0,0-1 0 0 0,0 1 0 0 0,-1 0 0 0 0,1-1 0 0 0,0 1 0 0 0,0 0 0 0 0,0-1 0 0 0,0 1 0 0 0,0 0 0 0 0,0 0 0 0 0,0-1-1 0 0,0 1 1 0 0,0 0 0 0 0,0 0 0 0 0,0-1 0 0 0,1 1 0 0 0,-1 0 0 0 0,0-1 0 0 0,0 1 0 0 0,1 0 0 0 0,-1-1 0 0 0,1 2 0 0 0,8 26 1115 0 0,13 16-53 0 0,1-2 0 0 0,41 58 0 0 0,0-3-690 0 0,156 319 89 0 0,-192-365-1036 0 0,3 9-4904 0 0</inkml:trace>
</inkml:ink>
</file>

<file path=ppt/ink/ink2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3:05.81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153 498 5065 0 0,'-40'-89'565'0'0,"-68"-170"10210"0"0,107 256-10542 0 0,0 0 1 0 0,0-1 0 0 0,0 1-1 0 0,1-1 1 0 0,0 1-1 0 0,-1 0 1 0 0,2-1-1 0 0,-1 1 1 0 0,0-1-1 0 0,0 1 1 0 0,1-1 0 0 0,0 1-1 0 0,0 0 1 0 0,0-1-1 0 0,0 1 1 0 0,2-4-1 0 0,0 1-41 0 0,0 1 0 0 0,1 0-1 0 0,0 0 1 0 0,-1 1 0 0 0,1-1-1 0 0,1 1 1 0 0,-1-1 0 0 0,10-6 0 0 0,-7 6-131 0 0,0 1 1 0 0,0-1 0 0 0,1 1-1 0 0,-1 1 1 0 0,1-1 0 0 0,0 1 0 0 0,0 1-1 0 0,0-1 1 0 0,0 2 0 0 0,0-1 0 0 0,0 1-1 0 0,1 0 1 0 0,14 0 0 0 0,-20 2-66 0 0,0-1 1 0 0,0 1-1 0 0,0 0 1 0 0,0 0-1 0 0,0 0 1 0 0,0 0-1 0 0,-1 0 1 0 0,1 1-1 0 0,-1-1 0 0 0,1 1 1 0 0,-1-1-1 0 0,1 1 1 0 0,-1 0-1 0 0,0 0 1 0 0,0 0-1 0 0,0 0 1 0 0,0 1-1 0 0,0-1 0 0 0,0 1 1 0 0,-1-1-1 0 0,1 1 1 0 0,-1-1-1 0 0,0 1 1 0 0,1 0-1 0 0,-1 0 1 0 0,-1-1-1 0 0,1 1 0 0 0,0 0 1 0 0,-1 0-1 0 0,1 0 1 0 0,-1 0-1 0 0,0 0 1 0 0,0 5-1 0 0,-1 10-100 0 0,0 0 0 0 0,-1 0 0 0 0,-1 1 0 0 0,-6 21-1 0 0,6-25-65 0 0,1-8 175 0 0,1 0 0 0 0,0 0 0 0 0,0 1 1 0 0,0-1-1 0 0,1 0 0 0 0,0 0 0 0 0,1 1 1 0 0,0-1-1 0 0,3 13 0 0 0,-4-18 22 0 0,1 0-1 0 0,0 0 1 0 0,0-1 0 0 0,0 1-1 0 0,0 0 1 0 0,0 0 0 0 0,0-1-1 0 0,0 1 1 0 0,1-1 0 0 0,-1 1-1 0 0,0-1 1 0 0,1 1 0 0 0,0-1-1 0 0,-1 0 1 0 0,4 2-1 0 0,-2-2 9 0 0,0 0-1 0 0,0 0 1 0 0,-1 0-1 0 0,1-1 1 0 0,0 1-1 0 0,0-1 0 0 0,0 0 1 0 0,0 0-1 0 0,0 0 1 0 0,0 0-1 0 0,0 0 0 0 0,-1-1 1 0 0,1 1-1 0 0,4-2 1 0 0,9-3 47 0 0,0-1 0 0 0,-1-1 1 0 0,0 0-1 0 0,27-18 1 0 0,-31 17-528 0 0,0 1-1 0 0,1 0 1 0 0,0 1 0 0 0,0 1 0 0 0,0 0 0 0 0,1 0 0 0 0,0 1 0 0 0,21-4 0 0 0</inkml:trace>
</inkml:ink>
</file>

<file path=ppt/ink/ink2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3:05.97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6913 0 0,'9'0'729'0'0,"1"0"0"0"0,-1 1 0 0 0,0 1-1 0 0,1-1 1 0 0,-1 1 0 0 0,0 1 0 0 0,0 0-1 0 0,0 0 1 0 0,-1 1 0 0 0,1 0 0 0 0,-1 0-1 0 0,0 1 1 0 0,0 0 0 0 0,0 0 0 0 0,-1 1-1 0 0,13 12 1 0 0,-1 4 36 0 0,0 1 0 0 0,-2 1 0 0 0,-1 1 0 0 0,14 27 0 0 0,-16-26-834 0 0,2 0 1 0 0,1-1-1 0 0,29 35 1 0 0,-26-40-220 0 0</inkml:trace>
</inkml:ink>
</file>

<file path=ppt/ink/ink2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3:06.52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5 14283 0 0,'1'-5'1686'0'0,"8"6"-338"0"0,10 5 148 0 0,-10 0-1147 0 0,-1 1-1 0 0,0 0 1 0 0,0 0-1 0 0,0 1 1 0 0,-1 0-1 0 0,0 0 0 0 0,-1 0 1 0 0,10 18-1 0 0,38 79 507 0 0,-54-104-838 0 0,60 161 319 0 0,-9-19-960 0 0,-40-118-1172 0 0,24 39-1 0 0,-23-45 421 0 0</inkml:trace>
</inkml:ink>
</file>

<file path=ppt/ink/ink2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3:06.84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5 240 9218 0 0,'-1'-12'337'0'0,"0"6"-191"0"0,0 1 0 0 0,0-1 0 0 0,1 1 0 0 0,0-1 0 0 0,0 0 0 0 0,0 0 0 0 0,0 1 0 0 0,1-1 0 0 0,0 0 0 0 0,1 1 0 0 0,-1-1 0 0 0,1 1 1 0 0,0 0-1 0 0,0-1 0 0 0,1 1 0 0 0,-1 0 0 0 0,6-7 0 0 0,4-3 912 0 0,2 0 0 0 0,0 1 0 0 0,0 1 0 0 0,1 0 1 0 0,27-18-1 0 0,-37 28-798 0 0,1 0 1 0 0,-1 1-1 0 0,1-1 1 0 0,-1 1 0 0 0,1 0-1 0 0,0 1 1 0 0,0-1-1 0 0,0 1 1 0 0,0 0 0 0 0,7 0-1 0 0,-9 1-198 0 0,0 1 0 0 0,0-1 0 0 0,0 1 0 0 0,-1 0 0 0 0,1 0-1 0 0,0 0 1 0 0,0 0 0 0 0,-1 1 0 0 0,1 0 0 0 0,0-1 0 0 0,-1 1 0 0 0,0 1-1 0 0,1-1 1 0 0,-1 0 0 0 0,0 1 0 0 0,0-1 0 0 0,2 5 0 0 0,-1-2-68 0 0,0 0 0 0 0,0 1 0 0 0,-1 0 1 0 0,0 0-1 0 0,-1 0 0 0 0,1 0 0 0 0,-1 0 1 0 0,0 1-1 0 0,0-1 0 0 0,-1 1 0 0 0,0-1 0 0 0,0 1 1 0 0,-1 0-1 0 0,0-1 0 0 0,0 1 0 0 0,0-1 1 0 0,-1 1-1 0 0,-2 8 0 0 0,-2 16-171 0 0,-3-1 0 0 0,-14 43 0 0 0,20-68 158 0 0,-9 24-115 0 0,7-20 196 0 0,0 1 1 0 0,0-1-1 0 0,1 1 0 0 0,0 0 0 0 0,1 0 0 0 0,0 0 0 0 0,1 1 0 0 0,0-1 1 0 0,0 19-1 0 0,2-28-40 0 0,-1 0 1 0 0,0 0-1 0 0,1 0 1 0 0,-1 0-1 0 0,1-1 1 0 0,-1 1-1 0 0,1 0 1 0 0,-1 0-1 0 0,1 0 1 0 0,0-1-1 0 0,-1 1 1 0 0,1 0-1 0 0,0-1 1 0 0,0 1-1 0 0,-1 0 0 0 0,1-1 1 0 0,0 1-1 0 0,0-1 1 0 0,0 1-1 0 0,0-1 1 0 0,0 0-1 0 0,0 1 1 0 0,0-1-1 0 0,0 0 1 0 0,-1 0-1 0 0,1 0 1 0 0,0 1-1 0 0,0-1 1 0 0,0 0-1 0 0,0 0 1 0 0,0 0-1 0 0,0-1 1 0 0,0 1-1 0 0,2 0 1 0 0,38-11 145 0 0,-36 9-159 0 0,17-7-44 0 0,0-1 1 0 0,-1 0-1 0 0,22-16 0 0 0,-21 12-1342 0 0,0 2-1 0 0,38-16 0 0 0,-35 19-5604 0 0</inkml:trace>
</inkml:ink>
</file>

<file path=ppt/ink/ink2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3:07.08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 1 6913 0 0,'-3'28'467'0'0,"2"-26"-205"0"0,1 0 0 0 0,-1 0 1 0 0,0 0-1 0 0,1 0 0 0 0,0 0 0 0 0,-1 0 0 0 0,1 0 1 0 0,0 0-1 0 0,0 0 0 0 0,0 0 0 0 0,1 0 0 0 0,-1 0 1 0 0,0 0-1 0 0,1 0 0 0 0,-1 0 0 0 0,1 0 0 0 0,0 0 1 0 0,-1 0-1 0 0,1 0 0 0 0,0 0 0 0 0,0 0 0 0 0,1 0 1 0 0,-1-1-1 0 0,0 1 0 0 0,0-1 0 0 0,1 1 1 0 0,-1-1-1 0 0,1 1 0 0 0,-1-1 0 0 0,1 0 0 0 0,0 1 1 0 0,3 1-1 0 0,4 1 161 0 0,0 1 0 0 0,0 0 1 0 0,0 1-1 0 0,-1 0 0 0 0,0 1 1 0 0,0-1-1 0 0,-1 1 0 0 0,0 1 1 0 0,0-1-1 0 0,-1 1 0 0 0,0 1 0 0 0,0-1 1 0 0,0 1-1 0 0,-2 0 0 0 0,1 0 1 0 0,6 20-1 0 0,-5-10-42 0 0,-5-14-366 0 0,0 0 0 0 0,0 0 0 0 0,1 0-1 0 0,0 0 1 0 0,0 0 0 0 0,0-1 0 0 0,0 1 0 0 0,1-1 0 0 0,5 8-1 0 0,-7-12 7 0 0,0 0-1 0 0,0 1 1 0 0,0-1-1 0 0,0 0 1 0 0,-1 0-1 0 0,1 0 0 0 0,0 0 1 0 0,0 0-1 0 0,0 0 1 0 0,0 0-1 0 0,0 0 0 0 0,0 0 1 0 0,0 0-1 0 0,-1 0 1 0 0,1 0-1 0 0,0-1 1 0 0,0 1-1 0 0,0 0 0 0 0,0-1 1 0 0,-1 1-1 0 0,1 0 1 0 0,0-1-1 0 0,0 1 1 0 0,-1-1-1 0 0,2-1 0 0 0,21-17 617 0 0,-20 15-598 0 0,113-116-2471 0 0,-86 91-5682 0 0</inkml:trace>
</inkml:ink>
</file>

<file path=ppt/ink/ink2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3:07.56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13827 0 0,'24'27'1169'0'0,"0"2"0"0"0,-2 0 0 0 0,-1 1 0 0 0,-1 1 0 0 0,-2 1 0 0 0,-1 0-1 0 0,21 61 1 0 0,16 80-2105 0 0,-18 1-4949 0 0,-30-140-1150 0 0</inkml:trace>
</inkml:ink>
</file>

<file path=ppt/ink/ink2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3:07.89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1 165 11058 0 0,'1'-7'220'0'0,"1"0"0"0"0,0 1 0 0 0,0-1 0 0 0,1 1 0 0 0,0-1 0 0 0,0 1 0 0 0,0 0 0 0 0,1 0 0 0 0,0 1-1 0 0,0-1 1 0 0,0 1 0 0 0,1 0 0 0 0,0 0 0 0 0,0 0 0 0 0,0 0 0 0 0,0 1 0 0 0,1 0 0 0 0,7-4 0 0 0,-11 6-128 0 0,14-9 703 0 0,1 1 0 0 0,18-9 0 0 0,-31 17-608 0 0,0 0-1 0 0,1 0 1 0 0,-1 1 0 0 0,0-1 0 0 0,1 1 0 0 0,0 0 0 0 0,-1 0-1 0 0,1 1 1 0 0,0-1 0 0 0,-1 1 0 0 0,1 0 0 0 0,0 0 0 0 0,0 1 0 0 0,6 1-1 0 0,-9-1-149 0 0,0 0-1 0 0,0 0 0 0 0,0 0 0 0 0,-1 0 0 0 0,1 0 0 0 0,0 0 0 0 0,-1 1 0 0 0,1-1 1 0 0,-1 1-1 0 0,1-1 0 0 0,-1 1 0 0 0,0-1 0 0 0,1 1 0 0 0,-1 0 0 0 0,0 0 0 0 0,0 0 1 0 0,0-1-1 0 0,-1 1 0 0 0,1 0 0 0 0,0 0 0 0 0,-1 0 0 0 0,1 0 0 0 0,-1 1 0 0 0,0-1 1 0 0,0 0-1 0 0,0 0 0 0 0,0 0 0 0 0,0 0 0 0 0,0 0 0 0 0,-1 4 0 0 0,-1 6-48 0 0,0 0-1 0 0,-1 0 1 0 0,-7 22-1 0 0,-9 11-309 0 0,-27 50 1 0 0,-2 1 236 0 0,46-92 190 0 0,1-1 1 0 0,0 0-1 0 0,-1 1 1 0 0,1-1-1 0 0,0 1 1 0 0,1-1-1 0 0,-1 1 1 0 0,1 0-1 0 0,-1-1 1 0 0,1 1-1 0 0,0 0 1 0 0,1 4-1 0 0,0-7-79 0 0,-1 1-1 0 0,1-1 1 0 0,0 1-1 0 0,-1-1 1 0 0,1 0-1 0 0,0 1 1 0 0,0-1-1 0 0,0 0 1 0 0,0 0-1 0 0,0 0 1 0 0,0 0-1 0 0,1 0 1 0 0,-1 0-1 0 0,0 0 1 0 0,0 0-1 0 0,1 0 1 0 0,-1-1-1 0 0,0 1 1 0 0,1 0-1 0 0,-1-1 1 0 0,1 1-1 0 0,-1-1 1 0 0,1 0-1 0 0,-1 1 1 0 0,1-1-1 0 0,0 0 0 0 0,-1 0 1 0 0,1 0-1 0 0,-1 0 1 0 0,1 0-1 0 0,1-1 1 0 0,25-1 70 0 0,1-1 1 0 0,-1-1-1 0 0,43-12 0 0 0,-40 7-706 0 0,1 2 0 0 0,49-3-1 0 0,-50 9-856 0 0</inkml:trace>
</inkml:ink>
</file>

<file path=ppt/ink/ink2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3:08.21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37 41 10138 0 0,'-4'-6'636'0'0,"-11"-18"4300"0"0,15 24-4693 0 0,0-1-1 0 0,-1 0 1 0 0,1 1 0 0 0,0-1 0 0 0,-3-2 972 0 0,2 3-973 0 0,1-1 1 0 0,-1 1 0 0 0,1-1 0 0 0,-1 1 0 0 0,0 0 0 0 0,1-1 0 0 0,-1 1 0 0 0,0 0-1 0 0,0 0 1 0 0,1-1 0 0 0,-1 1 0 0 0,0 0 0 0 0,1 0 0 0 0,-1 0 0 0 0,0 0 0 0 0,-1 0-1 0 0,2 2-192 0 0,0 1-1 0 0,1-1 1 0 0,-1 1-1 0 0,0-1 1 0 0,1 0-1 0 0,0 1 1 0 0,0-1-1 0 0,0 0 1 0 0,0 0-1 0 0,0 1 1 0 0,1 1-1 0 0,0 0-1 0 0,8 15-63 0 0,1-1 0 0 0,0-1 0 0 0,2 0 0 0 0,-1 0 0 0 0,24 22 0 0 0,-14-16-38 0 0,24 36 0 0 0,-37-46 56 0 0,-1 0 1 0 0,-1 0-1 0 0,0 1 1 0 0,-1 0-1 0 0,-1 0 1 0 0,0 0 0 0 0,-1 1-1 0 0,5 27 1 0 0,-8-32 64 0 0,-1 0 1 0 0,0 0 0 0 0,0-1-1 0 0,-1 1 1 0 0,0 0 0 0 0,0 0-1 0 0,-1 0 1 0 0,-1-1-1 0 0,0 1 1 0 0,0-1 0 0 0,-1 0-1 0 0,0 0 1 0 0,0 0 0 0 0,-9 13-1 0 0,3-8 133 0 0,0 0 0 0 0,0-1 1 0 0,-1-1-1 0 0,0 1 0 0 0,-1-2 0 0 0,-15 12 0 0 0,20-18-606 0 0,-1 0 0 0 0,0-1 1 0 0,0 0-1 0 0,-12 5 0 0 0</inkml:trace>
</inkml:ink>
</file>

<file path=ppt/ink/ink2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3:09.03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 7 11979 0 0,'-5'-6'8536'0'0,"36"37"-6664"0"0,-11-3-1657 0 0,-1 0-1 0 0,-1 1 0 0 0,-2 1 0 0 0,-1 1 0 0 0,-1 0 0 0 0,14 48 0 0 0,-4 11-1038 0 0,13 101 0 0 0,-32-159-177 0 0</inkml:trace>
</inkml:ink>
</file>

<file path=ppt/ink/ink2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3:09.33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1 251 11979 0 0,'1'-10'188'0'0,"0"1"-63"0"0,0 1-1 0 0,0 0 1 0 0,1 0 0 0 0,0-1 0 0 0,0 1 0 0 0,1 1-1 0 0,0-1 1 0 0,0 0 0 0 0,1 1 0 0 0,0-1 0 0 0,0 1 0 0 0,1 0-1 0 0,-1 0 1 0 0,9-8 0 0 0,-5 9 269 0 0,17-16 1456 0 0,48-33 0 0 0,-66 50-1580 0 0,-1 1 0 0 0,1 0 0 0 0,0 1 0 0 0,1 0 0 0 0,-1 0 0 0 0,0 0 0 0 0,1 1 0 0 0,-1 0 0 0 0,1 0 0 0 0,0 1 0 0 0,0 0 0 0 0,0 0 0 0 0,11 1 0 0 0,-17 1-236 0 0,0-1 1 0 0,0 0-1 0 0,0 1 1 0 0,0-1-1 0 0,0 1 0 0 0,0 0 1 0 0,0-1-1 0 0,0 1 1 0 0,0 0-1 0 0,0 0 1 0 0,0 1-1 0 0,-1-1 1 0 0,1 0-1 0 0,0 0 1 0 0,-1 1-1 0 0,1-1 1 0 0,-1 1-1 0 0,1 0 0 0 0,-1-1 1 0 0,2 3-1 0 0,-2 0-36 0 0,1-1-1 0 0,-1 1 1 0 0,0-1-1 0 0,0 1 1 0 0,0-1-1 0 0,-1 1 1 0 0,1 0-1 0 0,-1-1 1 0 0,0 1-1 0 0,0 7 0 0 0,-2 5-116 0 0,-1 0 0 0 0,-1-1 0 0 0,0 1 0 0 0,-7 17 0 0 0,-40 84-619 0 0,35-85 860 0 0,1 1-1 0 0,2 0 0 0 0,-15 61 1 0 0,27-92-69 0 0,0 0 0 0 0,1 1 0 0 0,-1-1 0 0 0,1 1 0 0 0,0 0 0 0 0,0-1 0 0 0,0 1 0 0 0,0-1 0 0 0,0 1 0 0 0,1-1 0 0 0,-1 1 0 0 0,1-1 0 0 0,0 1 0 0 0,-1-1 0 0 0,1 0 1 0 0,0 1-1 0 0,1-1 0 0 0,-1 0 0 0 0,0 0 0 0 0,1 1 0 0 0,1 1 0 0 0,-1-2-21 0 0,1-1 1 0 0,-1 1 0 0 0,0-1-1 0 0,1 0 1 0 0,-1 0 0 0 0,1 0-1 0 0,0 0 1 0 0,-1 0-1 0 0,1 0 1 0 0,0-1 0 0 0,-1 1-1 0 0,1-1 1 0 0,0 0 0 0 0,-1 0-1 0 0,1 0 1 0 0,0 0 0 0 0,0 0-1 0 0,-1-1 1 0 0,1 1-1 0 0,2-2 1 0 0,33-8 85 0 0,0-2-1 0 0,60-28 1 0 0,39-13-2489 0 0,-91 40-5405 0 0</inkml:trace>
</inkml:ink>
</file>

<file path=ppt/ink/ink2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3:09.78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35 85 5065 0 0,'-1'-1'331'0'0,"0"1"-1"0"0,0-1 0 0 0,0 0 1 0 0,0 1-1 0 0,-1-1 1 0 0,1 1-1 0 0,0 0 1 0 0,0-1-1 0 0,0 1 0 0 0,-1 0 1 0 0,1 0-1 0 0,0 0 1 0 0,0 0-1 0 0,-1 0 1 0 0,1 0-1 0 0,0 0 0 0 0,0 0 1 0 0,-1 0-1 0 0,-5 5 1802 0 0,7-4-1831 0 0,-1-1-1 0 0,1 1 0 0 0,-1 0 1 0 0,1 0-1 0 0,-1-1 0 0 0,1 1 1 0 0,0 0-1 0 0,-1 0 0 0 0,1 0 1 0 0,0 0-1 0 0,0-1 0 0 0,0 1 0 0 0,-1 0 1 0 0,1 2-1 0 0,4 24 3963 0 0,4-3-3785 0 0,-1-11-361 0 0,1 0 0 0 0,0-1 0 0 0,1 0 1 0 0,0 0-1 0 0,1-1 0 0 0,0-1 0 0 0,1 1 0 0 0,0-2 0 0 0,0 1 1 0 0,1-2-1 0 0,1 1 0 0 0,-1-2 0 0 0,1 0 0 0 0,0 0 0 0 0,1-1 1 0 0,0-1-1 0 0,24 7 0 0 0,-25-9-261 0 0,0-1 0 0 0,0 0 0 0 0,0-1 0 0 0,0-1 0 0 0,0 0-1 0 0,1 0 1 0 0,-1-1 0 0 0,23-5 0 0 0,-25 3-316 0 0,1-1-1 0 0,-1 0 0 0 0,-1 0 1 0 0,1-1-1 0 0,-1-1 1 0 0,1 1-1 0 0,-2-2 0 0 0,1 1 1 0 0,-1-1-1 0 0,15-14 1 0 0,-16 11-501 0 0,-1 1 1 0 0,1-1 0 0 0,-2-1 0 0 0,1 0-1 0 0,-1 1 1 0 0,-1-2 0 0 0,0 1-1 0 0,-1-1 1 0 0,0 1 0 0 0,0-1 0 0 0,-2 0-1 0 0,1-1 1 0 0,-2 1 0 0 0,1 0-1 0 0,-2-1 1 0 0,1 1 0 0 0,-3-19 0 0 0,1 29 1032 0 0,1 0 0 0 0,0 0 0 0 0,-1 1 0 0 0,1-1 0 0 0,-1 0 0 0 0,0 0 0 0 0,1 1 0 0 0,-1-1 0 0 0,0 1 1 0 0,0-1-1 0 0,0 1 0 0 0,0-1 0 0 0,-2-1 0 0 0,2 2 103 0 0,1 1-1 0 0,-1 0 1 0 0,0-1 0 0 0,1 1 0 0 0,-1 0-1 0 0,1 0 1 0 0,-1-1 0 0 0,1 1 0 0 0,-1 0-1 0 0,0 0 1 0 0,1 0 0 0 0,-1 0 0 0 0,1 0 0 0 0,-1 0-1 0 0,0 0 1 0 0,1 0 0 0 0,-1 0 0 0 0,1 0-1 0 0,-1 0 1 0 0,0 0 0 0 0,1 1 0 0 0,-1-1-1 0 0,1 0 1 0 0,-1 0 0 0 0,1 1 0 0 0,-2-1-1 0 0,0 2 436 0 0,-1 0 1 0 0,1 1-1 0 0,0-1 0 0 0,0 0 0 0 0,0 1 0 0 0,0-1 0 0 0,0 1 0 0 0,0 0 1 0 0,1-1-1 0 0,-1 1 0 0 0,1 0 0 0 0,0 0 0 0 0,-2 3 0 0 0,-3 17 841 0 0,1 0-1 0 0,1 0 0 0 0,1 0 1 0 0,0 36-1 0 0,9 96-636 0 0,-3-121-398 0 0,2 34-579 0 0,3 0-1 0 0,3-1 1 0 0,26 85 0 0 0,-27-119-8146 0 0</inkml:trace>
</inkml:ink>
</file>

<file path=ppt/ink/ink2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3:10.29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18 13827 0 0,'0'0'62'0'0,"-1"-1"1"0"0,1 1-1 0 0,0-1 0 0 0,0 1 1 0 0,0-1-1 0 0,-1 0 0 0 0,1 1 1 0 0,0-1-1 0 0,0 1 0 0 0,0-1 1 0 0,0 0-1 0 0,0 1 0 0 0,0-1 1 0 0,0 1-1 0 0,0-1 0 0 0,0 0 1 0 0,0 1-1 0 0,1-1 0 0 0,-1 1 1 0 0,0-1-1 0 0,0 0 0 0 0,1 1 1 0 0,-1-1-1 0 0,0 1 0 0 0,0-1 0 0 0,1 1 1 0 0,-1-1-1 0 0,1 1 0 0 0,-1-1 1 0 0,15 8 2044 0 0,16 25 857 0 0,-22-18-2681 0 0,-1-1 0 0 0,-1 1 0 0 0,0 1 0 0 0,-1-1 0 0 0,0 1-1 0 0,4 17 1 0 0,15 97 149 0 0,-17-86-310 0 0,5 35-740 0 0,4-1-1 0 0,31 88 0 0 0,-35-129-7080 0 0</inkml:trace>
</inkml:ink>
</file>

<file path=ppt/ink/ink2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3:10.60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53 5985 0 0,'14'-6'906'0'0,"1"1"0"0"0,0 0-1 0 0,0 0 1 0 0,1 2 0 0 0,31-4-1 0 0,-19 3-345 0 0,-8 0 90 0 0,75-8 2123 0 0,-85 11-2495 0 0,-1 1 0 0 0,0 0 0 0 0,1 0 0 0 0,-1 1 0 0 0,0 1 0 0 0,0-1 0 0 0,17 7 0 0 0,-24-8-257 0 0,-1 1 0 0 0,0 0 0 0 0,0-1-1 0 0,1 1 1 0 0,-1 0 0 0 0,0 0-1 0 0,0 0 1 0 0,0 0 0 0 0,0 0-1 0 0,0 0 1 0 0,0 0 0 0 0,0 0 0 0 0,-1 0-1 0 0,1 0 1 0 0,0 1 0 0 0,0-1-1 0 0,-1 0 1 0 0,1 0 0 0 0,-1 1-1 0 0,1-1 1 0 0,-1 0 0 0 0,0 1 0 0 0,0-1-1 0 0,1 1 1 0 0,-1-1 0 0 0,0 1-1 0 0,0-1 1 0 0,0 0 0 0 0,0 1-1 0 0,-1-1 1 0 0,1 1 0 0 0,0-1 0 0 0,-1 0-1 0 0,1 1 1 0 0,0-1 0 0 0,-1 0-1 0 0,0 1 1 0 0,1-1 0 0 0,-2 2-1 0 0,-3 6-37 0 0,0 1 0 0 0,-1-1 0 0 0,-13 17 0 0 0,16-22 6 0 0,-111 124-560 0 0,83-97 821 0 0,1 1 1 0 0,2 1 0 0 0,1 2 0 0 0,-39 66-1 0 0,65-99-163 0 0,0 0-1 0 0,0-1 0 0 0,0 1 0 0 0,1 0 1 0 0,-1 0-1 0 0,0-1 0 0 0,1 1 0 0 0,-1 0 1 0 0,1 0-1 0 0,-1 0 0 0 0,1 0 0 0 0,0 0 1 0 0,0 0-1 0 0,0 0 0 0 0,0 0 0 0 0,0 0 1 0 0,1-1-1 0 0,-1 1 0 0 0,1 0 0 0 0,0 3 1 0 0,0-4-30 0 0,0 0 1 0 0,0 0-1 0 0,0 1 1 0 0,1-1-1 0 0,-1 0 1 0 0,0 0-1 0 0,0 0 1 0 0,1 0-1 0 0,-1-1 1 0 0,1 1-1 0 0,-1 0 1 0 0,1 0-1 0 0,-1-1 1 0 0,1 1-1 0 0,-1-1 1 0 0,1 0-1 0 0,0 1 1 0 0,2-1 0 0 0,9 1 36 0 0,-1-1 1 0 0,1-1-1 0 0,-1 0 1 0 0,22-5-1 0 0,52-12-708 0 0,-28 5-5929 0 0,-27 6-36 0 0</inkml:trace>
</inkml:ink>
</file>

<file path=ppt/ink/ink2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3:10.97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1 170 8754 0 0,'11'-2'900'0'0,"0"0"1"0"0,0 0-1 0 0,0-1 1 0 0,0 0-1 0 0,-1-1 0 0 0,15-7 1 0 0,2 0 167 0 0,53-16 1275 0 0,-23 7-1887 0 0,0-1 0 0 0,59-33 0 0 0,-115 53-657 0 0,12-7-1101 0 0</inkml:trace>
</inkml:ink>
</file>

<file path=ppt/ink/ink2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3:11.16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55 0 3681 0 0,'-31'43'844'0'0,"27"-35"-221"0"0,1 0-1 0 0,-1 0 1 0 0,1 1-1 0 0,1-1 1 0 0,0 1 0 0 0,0-1-1 0 0,0 1 1 0 0,1 0-1 0 0,1 0 1 0 0,-1 0-1 0 0,2 14 1 0 0,2-10 106 0 0,0 0 1 0 0,1 1-1 0 0,0-1 0 0 0,1 0 1 0 0,0-1-1 0 0,1 1 1 0 0,0-1-1 0 0,1-1 0 0 0,1 1 1 0 0,15 18-1 0 0,-12-16-242 0 0,-1 1-1 0 0,0 0 1 0 0,-1 1-1 0 0,-1 0 1 0 0,8 21-1 0 0,-15-35-443 0 0,0 1-1 0 0,0 0 0 0 0,-1 0 1 0 0,1 0-1 0 0,-1 0 0 0 0,0 0 1 0 0,0 0-1 0 0,0 0 0 0 0,0 0 1 0 0,-1 0-1 0 0,1-1 0 0 0,-1 1 1 0 0,0 0-1 0 0,0 0 0 0 0,0 0 1 0 0,0-1-1 0 0,0 1 0 0 0,0 0 1 0 0,-3 2-1 0 0,1 0-59 0 0,0-1 0 0 0,-1 0-1 0 0,1 0 1 0 0,-1-1 0 0 0,0 1 0 0 0,-1-1 0 0 0,1 0-1 0 0,-1 0 1 0 0,-7 4 0 0 0,-10 4-271 0 0</inkml:trace>
</inkml:ink>
</file>

<file path=ppt/ink/ink2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4:18.1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3 123 9218 0 0,'0'-57'3063'0'0,"0"45"-1341"0"0,1 0 0 0 0,-2 0 0 0 0,-2-18 0 0 0,37 223 2411 0 0,24 276-3966 0 0,-57-450-385 0 0,3 23 468 0 0,9 41 0 0 0,-11-72-608 0 0,1-1-1 0 0,0 0 0 0 0,0 0 0 0 0,1 0 0 0 0,0 0 0 0 0,1 0 1 0 0,0-1-1 0 0,1 0 0 0 0,8 12 0 0 0</inkml:trace>
</inkml:ink>
</file>

<file path=ppt/ink/ink2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4:18.3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27 144 10594 0 0,'-2'0'56'0'0,"1"0"1"0"0,0 0-1 0 0,0 0 0 0 0,-1 0 0 0 0,1 0 0 0 0,0 0 0 0 0,0 0 1 0 0,-1-1-1 0 0,1 1 0 0 0,0 0 0 0 0,0-1 0 0 0,-1 1 0 0 0,1-1 1 0 0,0 1-1 0 0,0-1 0 0 0,0 0 0 0 0,0 0 0 0 0,-1 0 0 0 0,2 0 32 0 0,-1 1-1 0 0,1-1 0 0 0,0 0 0 0 0,-1 1 0 0 0,1-1 0 0 0,0 0 0 0 0,0 0 0 0 0,0 1 0 0 0,0-1 0 0 0,0 0 0 0 0,0 1 0 0 0,0-1 0 0 0,0 0 0 0 0,0 0 0 0 0,0 1 0 0 0,0-1 0 0 0,0 0 1 0 0,0 1-1 0 0,1-1 0 0 0,-1 0 0 0 0,0 1 0 0 0,1-2 0 0 0,2-3 500 0 0,0 0 0 0 0,1 0 1 0 0,-1 0-1 0 0,1 1 0 0 0,0-1 0 0 0,6-5 0 0 0,2 1-300 0 0,-1 0-1 0 0,1 1 0 0 0,0 0 0 0 0,1 1 0 0 0,0 1 0 0 0,0-1 0 0 0,0 2 1 0 0,1 0-1 0 0,0 1 0 0 0,0 0 0 0 0,0 1 0 0 0,0 0 0 0 0,1 2 0 0 0,-1-1 1 0 0,24 2-1 0 0,-33 1-588 0 0,0 0 0 0 0,0 1 0 0 0,0-1 0 0 0,0 1-1 0 0,-1 0 1 0 0,1 0 0 0 0,6 5 0 0 0</inkml:trace>
</inkml:ink>
</file>

<file path=ppt/ink/ink2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4:18.5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1 176 14627 0 0,'0'0'35'0'0,"0"0"0"0"0,0 1 0 0 0,0-1 0 0 0,0 0 0 0 0,0 0 0 0 0,0 1 0 0 0,0-1 0 0 0,0 0 0 0 0,0 0 0 0 0,0 1 0 0 0,0-1 0 0 0,0 0 0 0 0,0 1 1 0 0,0-1-1 0 0,0 0 0 0 0,0 0 0 0 0,0 1 0 0 0,0-1 0 0 0,1 0 0 0 0,-1 0 0 0 0,0 1 0 0 0,0-1 0 0 0,0 0 0 0 0,0 0 0 0 0,1 1 0 0 0,-1-1 0 0 0,0 0 0 0 0,0 0 0 0 0,0 0 0 0 0,1 0 0 0 0,-1 1 0 0 0,0-1 0 0 0,0 0 0 0 0,1 0 0 0 0,-1 0 0 0 0,0 0 0 0 0,0 0 0 0 0,1 0 0 0 0,-1 1 0 0 0,17-2 526 0 0,20-10 585 0 0,-35 11-889 0 0,24-11 676 0 0,0-1 0 0 0,-1-1 1 0 0,39-27-1 0 0,-40 23-1928 0 0,1 2 0 0 0,1 0 0 0 0,35-13 0 0 0,-37 19-1848 0 0,2-3-120 0 0</inkml:trace>
</inkml:ink>
</file>

<file path=ppt/ink/ink2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4:18.7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8 17972 0 0,'0'0'105'0'0,"0"-1"1"0"0,-1 1 0 0 0,1-1-1 0 0,-1 1 1 0 0,1-1-1 0 0,-1 1 1 0 0,1-1 0 0 0,-1 1-1 0 0,1-1 1 0 0,-1 1 0 0 0,0 0-1 0 0,1-1 1 0 0,-1 1-1 0 0,0 0 1 0 0,1 0 0 0 0,-1-1-1 0 0,0 1 1 0 0,1 0-1 0 0,-1 0 1 0 0,0 0 0 0 0,1 0-1 0 0,-1 0 1 0 0,0 0-1 0 0,1 0 1 0 0,-1 0 0 0 0,0 0-1 0 0,1 0 1 0 0,-1 0-1 0 0,0 0 1 0 0,1 1 0 0 0,-1-1-1 0 0,0 0 1 0 0,0 1 0 0 0,0 1 22 0 0,0 0 0 0 0,0 0 0 0 0,0 0 0 0 0,0 0 0 0 0,0 1 0 0 0,1-1 0 0 0,-1 0 0 0 0,1 1 0 0 0,-1 3 1 0 0,-6 67 379 0 0,4-1 1 0 0,10 127 0 0 0,-3-139-546 0 0,2 21-1989 0 0,-1-40-5990 0 0</inkml:trace>
</inkml:ink>
</file>

<file path=ppt/ink/ink2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4:19.4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14747 0 0,'12'24'4063'0'0,"-1"29"-2751"0"0,-6-28-556 0 0,9 46-91 0 0,-4-1 1 0 0,2 85 0 0 0,-11 145-481 0 0,7 113-768 0 0,3-337-1067 0 0,-5-48 27 0 0</inkml:trace>
</inkml:ink>
</file>

<file path=ppt/ink/ink2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4:19.6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1 172 11522 0 0,'0'-1'76'0'0,"0"0"-1"0"0,0-1 0 0 0,0 1 1 0 0,0-1-1 0 0,0 1 0 0 0,0 0 0 0 0,1-1 1 0 0,-1 1-1 0 0,0 0 0 0 0,1-1 1 0 0,-1 1-1 0 0,1 0 0 0 0,0 0 0 0 0,-1-1 1 0 0,1 1-1 0 0,0 0 0 0 0,0 0 1 0 0,0 0-1 0 0,0 0 0 0 0,0 0 0 0 0,0 0 1 0 0,0 0-1 0 0,0 0 0 0 0,0 0 0 0 0,0 1 1 0 0,2-2-1 0 0,41-18 1589 0 0,-28 14-1190 0 0,40-19 1446 0 0,132-52 1880 0 0,-181 74-4064 0 0,0 1 1 0 0,1 0-1 0 0,0 1 1 0 0,-1-1 0 0 0,1 1-1 0 0,0 1 1 0 0,9 0-1 0 0,1 3-6702 0 0</inkml:trace>
</inkml:ink>
</file>

<file path=ppt/ink/ink2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4:19.8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1 133 16588 0 0,'0'1'90'0'0,"1"0"0"0"0,0-1 0 0 0,0 1 1 0 0,-1 0-1 0 0,1-1 0 0 0,0 1 1 0 0,0-1-1 0 0,0 1 0 0 0,0-1 0 0 0,-1 1 1 0 0,1-1-1 0 0,0 1 0 0 0,0-1 1 0 0,0 0-1 0 0,0 0 0 0 0,0 1 1 0 0,0-1-1 0 0,0 0 0 0 0,0 0 0 0 0,0 0 1 0 0,0 0-1 0 0,0 0 0 0 0,0 0 1 0 0,0 0-1 0 0,0-1 0 0 0,0 1 0 0 0,0 0 1 0 0,0-1-1 0 0,0 1 0 0 0,0 0 1 0 0,0-1-1 0 0,0 1 0 0 0,0-1 1 0 0,1 0-1 0 0,33-18 1080 0 0,-26 12-1363 0 0,0 0 1 0 0,-1-1 0 0 0,0-1-1 0 0,9-12 1 0 0,-12 14 16 0 0,1 0 0 0 0,0 1 0 0 0,0-1 0 0 0,0 1 0 0 0,1 0 0 0 0,0 1 0 0 0,0-1 0 0 0,10-5 0 0 0,-5 7 176 0 0</inkml:trace>
</inkml:ink>
</file>

<file path=ppt/ink/ink2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4:20.1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27 14283 0 0,'-13'0'1250'0'0,"13"-1"-1216"0"0,-1 1 1 0 0,1-1-1 0 0,0 1 0 0 0,0 0 0 0 0,0-1 1 0 0,0 1-1 0 0,0 0 0 0 0,0-1 1 0 0,0 1-1 0 0,0-1 0 0 0,0 1 0 0 0,4-7 2757 0 0,1 5-1708 0 0,-3 0-990 0 0,1 1 0 0 0,0-1 0 0 0,0 1 1 0 0,0 0-1 0 0,0-1 0 0 0,0 2 0 0 0,0-1 1 0 0,0 0-1 0 0,0 0 0 0 0,0 1 1 0 0,0 0-1 0 0,0 0 0 0 0,0 0 0 0 0,1 0 1 0 0,-1 0-1 0 0,0 0 0 0 0,0 1 0 0 0,0 0 1 0 0,0-1-1 0 0,0 1 0 0 0,0 0 0 0 0,0 1 1 0 0,0-1-1 0 0,0 0 0 0 0,-1 1 1 0 0,1 0-1 0 0,0-1 0 0 0,-1 1 0 0 0,0 0 1 0 0,4 4-1 0 0,-1-1-84 0 0,-2 1 0 0 0,1 0 0 0 0,-1 0-1 0 0,1 0 1 0 0,-2 0 0 0 0,1 0 0 0 0,-1 1 0 0 0,0-1 0 0 0,0 1 0 0 0,0 0 0 0 0,-1-1 0 0 0,0 1-1 0 0,-1 0 1 0 0,1 7 0 0 0,-3 7 43 0 0,0 0 1 0 0,-1 0-1 0 0,-7 23 0 0 0,-1 11 54 0 0,10-54-92 0 0,1-1-1 0 0,0 1 1 0 0,0-1 0 0 0,0 0-1 0 0,-1 1 1 0 0,1-1-1 0 0,0 1 1 0 0,0-1 0 0 0,0 1-1 0 0,0-1 1 0 0,0 1 0 0 0,0-1-1 0 0,0 1 1 0 0,0-1 0 0 0,0 0-1 0 0,0 1 1 0 0,0-1-1 0 0,0 1 1 0 0,0-1 0 0 0,1 1-1 0 0,-1-1 1 0 0,0 1 0 0 0,0-1-1 0 0,0 0 1 0 0,1 1 0 0 0,-1-1-1 0 0,0 1 1 0 0,0-1-1 0 0,1 0 1 0 0,-1 1 0 0 0,0-1-1 0 0,1 0 1 0 0,-1 0 0 0 0,0 1-1 0 0,1-1 1 0 0,-1 0 0 0 0,1 0-1 0 0,-1 1 1 0 0,1-1-1 0 0,-1 0 1 0 0,0 0 0 0 0,1 0-1 0 0,-1 0 1 0 0,1 0 0 0 0,-1 1-1 0 0,1-1 1 0 0,-1 0 0 0 0,1 0-1 0 0,-1 0 1 0 0,1 0 0 0 0,-1 0-1 0 0,0-1 1 0 0,1 1-1 0 0,-1 0 1 0 0,1 0 0 0 0,-1 0-1 0 0,1 0 1 0 0,-1 0 0 0 0,1-1-1 0 0,-1 1 1 0 0,0 0 0 0 0,1 0-1 0 0,-1-1 1 0 0,0 1-1 0 0,1 0 1 0 0,-1-1 0 0 0,0 1-1 0 0,1 0 1 0 0,-1-1 0 0 0,32-22 342 0 0,-30 21-341 0 0,51-45-411 0 0,-18 14-6131 0 0,-11 9-1023 0 0</inkml:trace>
</inkml:ink>
</file>

<file path=ppt/ink/ink2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4:20.7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14283 0 0,'8'22'5478'0'0,"4"22"-3952"0"0,0 1-1122 0 0,28 106 143 0 0,24 179-1 0 0,-36-168-458 0 0,-17-98-277 0 0,20 97 661 0 0,-23-133-1273 0 0,0 0-1 0 0,2-1 1 0 0,20 41 0 0 0,-19-48-6442 0 0</inkml:trace>
</inkml:ink>
</file>

<file path=ppt/ink/ink2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4:21.0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7 200 7370 0 0,'-1'-1'79'0'0,"1"1"0"0"0,-1-1 0 0 0,0 0 0 0 0,1 0 0 0 0,-1 1 0 0 0,1-1 0 0 0,0 0 0 0 0,-1 0 0 0 0,1 0 0 0 0,-1 1 0 0 0,1-1 0 0 0,0 0 0 0 0,0 0 0 0 0,-1 0 0 0 0,1 0 0 0 0,0 0 0 0 0,0 0 0 0 0,0 0 0 0 0,0 0 0 0 0,0 1 0 0 0,0-1 0 0 0,1 0 0 0 0,-1 0 0 0 0,0 0 0 0 0,0 0 0 0 0,0 0 1 0 0,1 0-1 0 0,0-1 0 0 0,21-18 4050 0 0,-15 14-3538 0 0,21-15 1481 0 0,2 1 0 0 0,50-25 1 0 0,-51 31-2698 0 0,1 2 1 0 0,0 1 0 0 0,34-9-1 0 0,-37 16-5962 0 0</inkml:trace>
</inkml:ink>
</file>

<file path=ppt/ink/ink2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4:21.2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0 273 12443 0 0,'17'-19'706'0'0,"0"0"1"0"0,2 2-1 0 0,0 0 1 0 0,0 1-1 0 0,31-19 1 0 0,-12 8-149 0 0,-19 13-308 0 0,63-45 883 0 0,-24 26-3619 0 0,-20 22 1157 0 0,-19 6 1228 0 0</inkml:trace>
</inkml:ink>
</file>

<file path=ppt/ink/ink2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4:21.8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34 2304 0 0,'3'-1'8437'0'0,"15"-6"-2092"0"0,26-7-3554 0 0,-35 11-2567 0 0,0 0-1 0 0,0 1 1 0 0,1 1-1 0 0,-1-1 1 0 0,0 1-1 0 0,15 1 1 0 0,-22 1-219 0 0,-1-1-1 0 0,1 1 1 0 0,-1-1 0 0 0,1 1-1 0 0,0 0 1 0 0,-1 0 0 0 0,0-1 0 0 0,1 1-1 0 0,-1 0 1 0 0,1 0 0 0 0,-1 1-1 0 0,0-1 1 0 0,0 0 0 0 0,0 0-1 0 0,0 1 1 0 0,0-1 0 0 0,0 0 0 0 0,0 1-1 0 0,0-1 1 0 0,0 1 0 0 0,0 0-1 0 0,-1-1 1 0 0,1 1 0 0 0,-1-1-1 0 0,1 1 1 0 0,-1 0 0 0 0,0-1 0 0 0,0 1-1 0 0,0 0 1 0 0,0 0 0 0 0,0-1-1 0 0,0 1 1 0 0,0 3 0 0 0,-2 8-95 0 0,1-1 1 0 0,-1 0-1 0 0,-6 18 1 0 0,6-23 40 0 0,-7 23-277 0 0,-8 36-323 0 0,16-61 606 0 0,0 0-1 0 0,0 0 0 0 0,1 0 1 0 0,0 0-1 0 0,0 1 0 0 0,0-1 1 0 0,1 0-1 0 0,0 0 1 0 0,0 0-1 0 0,1 6 0 0 0,2-6 23 0 0,0 0 0 0 0,0 0 0 0 0,0 0-1 0 0,1 0 1 0 0,-1-1 0 0 0,1 1 0 0 0,0-1 0 0 0,0-1-1 0 0,1 1 1 0 0,-1-1 0 0 0,1 1 0 0 0,6 1 0 0 0,19 14 290 0 0,-27-17-197 0 0,0 2 1 0 0,0-1 0 0 0,0 0 0 0 0,-1 1 0 0 0,1-1-1 0 0,-1 1 1 0 0,0 0 0 0 0,0 0 0 0 0,0 1-1 0 0,0-1 1 0 0,-1 0 0 0 0,0 1 0 0 0,0 0 0 0 0,0-1-1 0 0,-1 1 1 0 0,1 0 0 0 0,-1 0 0 0 0,0 0 0 0 0,0 0-1 0 0,-1 0 1 0 0,0 0 0 0 0,0 0 0 0 0,0 0 0 0 0,0 0-1 0 0,-1 0 1 0 0,-2 9 0 0 0,1-6-5 0 0,-1 0 0 0 0,0 0 0 0 0,-1 0-1 0 0,0 0 1 0 0,0 0 0 0 0,0-1 0 0 0,-1 1 0 0 0,0-1 0 0 0,-1-1 0 0 0,0 1-1 0 0,0-1 1 0 0,0 0 0 0 0,-1 0 0 0 0,-13 9 0 0 0,4-6-1580 0 0</inkml:trace>
</inkml:ink>
</file>

<file path=ppt/ink/ink2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4:22.4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14283 0 0,'36'59'4454'0'0,"0"1"-2969"0"0,-11-4-704 0 0,-2 2 0 0 0,-2 0 0 0 0,24 116 0 0 0,10 188-1701 0 0,-52-320-1890 0 0</inkml:trace>
</inkml:ink>
</file>

<file path=ppt/ink/ink2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4:22.5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13 189 5985 0 0,'-2'-4'238'0'0,"0"0"-1"0"0,1 0 1 0 0,-1 0-1 0 0,1 0 0 0 0,0 0 1 0 0,0 0-1 0 0,0 0 1 0 0,0 0-1 0 0,1-1 1 0 0,-1 1-1 0 0,2-7 0 0 0,-1 9 143 0 0,1-1 0 0 0,0 0 0 0 0,0 0 0 0 0,1 1 0 0 0,-1-1 0 0 0,1 0 0 0 0,-1 1 0 0 0,1 0 0 0 0,0-1 0 0 0,-1 1 0 0 0,1 0 0 0 0,1 0 0 0 0,-1 0 0 0 0,0 0 0 0 0,0 0 0 0 0,1 1 0 0 0,4-4 0 0 0,16-7 862 0 0,0 1 1 0 0,1 1-1 0 0,30-9 1 0 0,-13 4-658 0 0,-34 13-865 0 0,43-14 647 0 0,-16 12-6425 0 0,-16 6-502 0 0</inkml:trace>
</inkml:ink>
</file>

<file path=ppt/ink/ink2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4:22.8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1 221 10138 0 0,'157'-91'4907'0'0,"21"-9"-6272"0"0,-162 93 952 0 0,0 1-1 0 0,21-5 1 0 0,-15 6 360 0 0</inkml:trace>
</inkml:ink>
</file>

<file path=ppt/ink/ink2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4:23.2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77 4865 0 0,'0'-1'154'0'0,"-1"1"0"0"0,0-1 1 0 0,1 0-1 0 0,-1 1 0 0 0,0-1 0 0 0,0 1 1 0 0,1-1-1 0 0,-1 1 0 0 0,0 0 0 0 0,0-1 0 0 0,0 1 1 0 0,0 0-1 0 0,0 0 0 0 0,0-1 0 0 0,1 1 1 0 0,-1 0-1 0 0,0 0 0 0 0,0 0 0 0 0,0 0 0 0 0,0 0 1 0 0,0 0-1 0 0,0 0 0 0 0,0 1 0 0 0,0-1 0 0 0,0 0 1 0 0,0 0-1 0 0,1 1 0 0 0,-1-1 0 0 0,-1 1 1 0 0,0 1 115 0 0,1-1 0 0 0,0 1-1 0 0,0-1 1 0 0,1 1 0 0 0,-1-1 0 0 0,0 1 0 0 0,1 0 0 0 0,-1-1 0 0 0,0 1 0 0 0,1 0 0 0 0,0 0 0 0 0,-1-1 0 0 0,1 1 0 0 0,0 2 0 0 0,0 4 389 0 0,0 1 0 0 0,0-1 0 0 0,1 0 0 0 0,0 0 0 0 0,1 0 0 0 0,2 8 1 0 0,-2-10-528 0 0,0-1 0 0 0,0 0 0 0 0,1-1 0 0 0,-1 1 0 0 0,1 0 0 0 0,0-1 0 0 0,1 1 0 0 0,-1-1 0 0 0,1 0 0 0 0,-1 0 0 0 0,1-1 0 0 0,1 1 0 0 0,-1-1 0 0 0,0 0 0 0 0,1 0 0 0 0,0 0 0 0 0,-1 0 0 0 0,1-1 0 0 0,0 0 0 0 0,1 0 0 0 0,-1 0 0 0 0,0-1 0 0 0,0 0 0 0 0,1 0 0 0 0,-1 0 0 0 0,0 0 0 0 0,1-1 0 0 0,-1 0 0 0 0,1 0 0 0 0,-1-1 0 0 0,1 1 0 0 0,7-3 0 0 0,0 0-405 0 0,0 0-1 0 0,0-1 0 0 0,-1-1 0 0 0,1 0 0 0 0,-1-1 1 0 0,0 0-1 0 0,0 0 0 0 0,-1-2 0 0 0,0 1 0 0 0,0-1 1 0 0,-1-1-1 0 0,12-11 0 0 0,-13 9-833 0 0,-1 1 0 0 0,1-1 0 0 0,-2-1 0 0 0,10-17 0 0 0,-15 24 904 0 0,1 0 1 0 0,-1 1-1 0 0,0-1 1 0 0,-1 0-1 0 0,1 0 1 0 0,-1 0-1 0 0,0 0 1 0 0,-1 0-1 0 0,1 0 1 0 0,-1 0-1 0 0,0 0 1 0 0,0-1-1 0 0,-7-13 7513 0 0,1 35-4675 0 0,-2 20-1263 0 0,-1 49-625 0 0,3 96 1 0 0,4-79-435 0 0,0-54-1035 0 0,3 1 0 0 0,10 72 0 0 0,-3-80-7106 0 0</inkml:trace>
</inkml:ink>
</file>

<file path=ppt/ink/ink2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4:23.9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54 11979 0 0,'0'0'922'0'0,"30"3"2098"0"0,-7-4-2019 0 0,1-1 0 0 0,0-1 1 0 0,44-11-1 0 0,23-13-5276 0 0,-77 22 2783 0 0,9 1-5569 0 0</inkml:trace>
</inkml:ink>
</file>

<file path=ppt/ink/ink2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4:24.1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0 7370 0 0,'0'1'254'0'0,"0"0"0"0"0,-1-1 0 0 0,1 1 0 0 0,0 0 0 0 0,-1 0 0 0 0,1 0 0 0 0,0-1 0 0 0,0 1 0 0 0,0 0 0 0 0,0 0 0 0 0,0 0 0 0 0,0 0 0 0 0,0-1 0 0 0,0 1 0 0 0,0 0 0 0 0,0 0 1 0 0,0 0-1 0 0,1 0 0 0 0,-1-1 0 0 0,0 1 0 0 0,1 0 0 0 0,-1 0 0 0 0,1 0 0 0 0,10 25 3221 0 0,-10-22-2969 0 0,8 17 452 0 0,-2 1 1 0 0,0 0-1 0 0,-2 0 1 0 0,3 23-1 0 0,5 94-674 0 0,-6-55-83 0 0,-1-34-170 0 0,1 1 0 0 0,3-1-1 0 0,25 73 1 0 0,-22-87-3562 0 0,22 40 0 0 0,-26-58-3261 0 0</inkml:trace>
</inkml:ink>
</file>

<file path=ppt/ink/ink2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4:24.3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0 138 12899 0 0,'5'0'481'0'0,"0"0"1"0"0,0-1 0 0 0,-1 0-1 0 0,1 0 1 0 0,-1-1-1 0 0,1 1 1 0 0,-1-1-1 0 0,5-3 1 0 0,10-4 284 0 0,-1-2-1 0 0,25-19 1 0 0,-29 20-1158 0 0,0 0 0 0 0,0 1 0 0 0,1 0 0 0 0,27-11 0 0 0,-25 13 392 0 0,-2-3 74 0 0</inkml:trace>
</inkml:ink>
</file>

<file path=ppt/ink/ink2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4:31.2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52 13827 0 0,'60'-1'2271'0'0,"93"-12"1"0"0,-117 7-5923 0 0,66-21 1 0 0,-90 23-602 0 0</inkml:trace>
</inkml:ink>
</file>

<file path=ppt/ink/ink2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4:31.5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0 7370 0 0,'-1'3'659'0'0,"0"-1"1"0"0,1 1 0 0 0,-1 0 0 0 0,1-1 0 0 0,-1 1 0 0 0,1 0 0 0 0,0-1 0 0 0,0 6-1 0 0,8 46 1677 0 0,-4-32-1428 0 0,-2-11-616 0 0,0 0 1 0 0,1-1 0 0 0,0 1 0 0 0,1 0 0 0 0,0-1 0 0 0,1 0 0 0 0,7 12 0 0 0,5 4 527 0 0,25 29-1 0 0,-22-31-118 0 0,22 36-1 0 0,-39-53-702 0 0,1 0 1 0 0,-1 0-1 0 0,0 0 0 0 0,-1 1 0 0 0,0-1 0 0 0,0 1 0 0 0,0-1 0 0 0,-1 1 0 0 0,0-1 1 0 0,-1 1-1 0 0,1 0 0 0 0,-1 0 0 0 0,-1-1 0 0 0,0 1 0 0 0,0 0 0 0 0,0-1 0 0 0,-1 1 0 0 0,0-1 1 0 0,-1 1-1 0 0,0-1 0 0 0,0 0 0 0 0,0 0 0 0 0,-1 0 0 0 0,0-1 0 0 0,0 1 0 0 0,-1-1 1 0 0,1 0-1 0 0,-2 0 0 0 0,1 0 0 0 0,0-1 0 0 0,-1 0 0 0 0,0 0 0 0 0,-10 6 0 0 0,-4 1-7786 0 0</inkml:trace>
</inkml:ink>
</file>

<file path=ppt/ink/ink2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4:36.6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212 369 8754 0 0,'-15'-54'2010'0'0,"-3"1"1"0"0,-2 1-1 0 0,-36-67 1 0 0,19 63-226 0 0,35 53-1626 0 0,0 1 0 0 0,0-1 0 0 0,0 0 0 0 0,-1 1 0 0 0,1 0 0 0 0,-1-1 1 0 0,0 1-1 0 0,1 0 0 0 0,-1 1 0 0 0,0-1 0 0 0,0 0 0 0 0,0 1 0 0 0,0-1 0 0 0,-1 1 0 0 0,1 0 0 0 0,0 0 0 0 0,-4 0 1 0 0,6 1-129 0 0,0 0 1 0 0,1 0 0 0 0,-1 1 0 0 0,0-1-1 0 0,1 0 1 0 0,-1 0 0 0 0,1 1 0 0 0,-1-1-1 0 0,1 1 1 0 0,-1-1 0 0 0,1 0 0 0 0,-1 1-1 0 0,1-1 1 0 0,-1 1 0 0 0,1-1 0 0 0,-1 1 0 0 0,1-1-1 0 0,0 1 1 0 0,-1 0 0 0 0,1-1 0 0 0,0 1-1 0 0,-1 0 1 0 0,1-1 0 0 0,0 1 0 0 0,0-1-1 0 0,0 1 1 0 0,0 0 0 0 0,0-1 0 0 0,0 1-1 0 0,-1 0 1 0 0,2-1 0 0 0,-1 1 0 0 0,0 0 0 0 0,0 0-1 0 0,2 31 87 0 0,-1-26-44 0 0,36 296 299 0 0,-7-68-429 0 0,-10-67-78 0 0,20 206 989 0 0,-33-253-1971 0 0,-8 135 1 0 0,-1-220-904 0 0,2-4-5106 0 0</inkml:trace>
</inkml:ink>
</file>

<file path=ppt/ink/ink2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4:37.2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728 96 9674 0 0,'-4'-7'441'0'0,"-1"1"0"0"0,1-1 1 0 0,-1 1-1 0 0,0 0 0 0 0,0 0 0 0 0,-1 0 0 0 0,0 1 0 0 0,0-1 1 0 0,0 1-1 0 0,-1 1 0 0 0,1-1 0 0 0,-1 1 0 0 0,0 1 0 0 0,-1-1 1 0 0,1 1-1 0 0,0 0 0 0 0,-1 1 0 0 0,-15-3 0 0 0,11 3-151 0 0,1 2-1 0 0,0-1 0 0 0,0 1 1 0 0,0 1-1 0 0,-1 0 0 0 0,1 1 1 0 0,0 0-1 0 0,0 1 1 0 0,0 0-1 0 0,1 0 0 0 0,-1 2 1 0 0,1-1-1 0 0,-11 7 0 0 0,-6 5-226 0 0,0 2 0 0 0,0 1 0 0 0,2 1 0 0 0,1 1 0 0 0,0 1 0 0 0,2 2 0 0 0,0 0 0 0 0,2 1 0 0 0,1 1 0 0 0,-27 48 0 0 0,22-28-72 0 0,1 0 0 0 0,3 2 1 0 0,2 1-1 0 0,3 0 0 0 0,-19 99 1 0 0,28-114 6 0 0,1 1 1 0 0,3-1-1 0 0,0 1 1 0 0,3 0 0 0 0,0-1-1 0 0,10 53 1 0 0,-7-68-95 0 0,1 0 0 0 0,1-1 0 0 0,1 1 0 0 0,0-1 0 0 0,1 0 0 0 0,1-1 1 0 0,1 0-1 0 0,0 0 0 0 0,1-1 0 0 0,1-1 0 0 0,0 0 0 0 0,1 0 0 0 0,16 13 0 0 0,-9-11-82 0 0,1-2-1 0 0,0 0 0 0 0,2-1 0 0 0,-1-1 1 0 0,1-1-1 0 0,1-1 0 0 0,0-1 1 0 0,1-1-1 0 0,0-2 0 0 0,0 0 0 0 0,48 6 1 0 0,-27-9 48 0 0,1-2 1 0 0,-1-2-1 0 0,0-3 0 0 0,1-1 1 0 0,81-18-1 0 0,-104 17 219 0 0,-1 0 0 0 0,0-2 0 0 0,0-1-1 0 0,0 0 1 0 0,-1-2 0 0 0,-1 0 0 0 0,0-2 0 0 0,0 0-1 0 0,-1-2 1 0 0,-1 0 0 0 0,0-1 0 0 0,-1-1-1 0 0,25-28 1 0 0,-21 18 38 0 0,-1-1 0 0 0,-1-1 0 0 0,-1-1-1 0 0,-2 0 1 0 0,-1-2 0 0 0,-1 0 0 0 0,19-60-1 0 0,-27 65-19 0 0,-1 0-1 0 0,-1-1 1 0 0,-1 0-1 0 0,-2 0 0 0 0,0 0 1 0 0,-2 0-1 0 0,-1 0 1 0 0,-1 0-1 0 0,-2 0 0 0 0,-9-37 1 0 0,3 27 100 0 0,-1 0 1 0 0,-2 1-1 0 0,-2 1 1 0 0,-20-37-1 0 0,27 57-122 0 0,-1 1 0 0 0,0 0 0 0 0,-1 1 0 0 0,-1 0 0 0 0,0 1 0 0 0,0 0 0 0 0,-1 0 0 0 0,-1 1-1 0 0,0 1 1 0 0,0 0 0 0 0,-28-15 0 0 0,28 20-70 0 0,-1 0-1 0 0,0 1 1 0 0,0 0-1 0 0,0 1 1 0 0,0 1 0 0 0,0 0-1 0 0,-1 1 1 0 0,1 1-1 0 0,0 0 1 0 0,-1 1-1 0 0,-17 3 1 0 0,12-1-51 0 0,0 2 0 0 0,1 0 0 0 0,-1 1 1 0 0,1 1-1 0 0,0 0 0 0 0,0 2 0 0 0,-22 13 0 0 0,31-15-136 0 0,1-1-1 0 0,0 1 1 0 0,0 1 0 0 0,0 0-1 0 0,1 0 1 0 0,1 1-1 0 0,-10 12 1 0 0,12-14-467 0 0,0 1 0 0 0,1 1 1 0 0,0-1-1 0 0,0 0 0 0 0,-4 16 0 0 0,1 6-6239 0 0</inkml:trace>
</inkml:ink>
</file>

<file path=ppt/ink/ink2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4:37.5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60 5985 0 0,'-5'-60'12883'0'0,"9"83"-10540"0"0,-3-14-2231 0 0,28 242 1787 0 0,-28-214-2375 0 0,-1 0-1 0 0,-2 0 1 0 0,-1-1 0 0 0,-16 69-1 0 0,12-79-1679 0 0,0-2-4709 0 0</inkml:trace>
</inkml:ink>
</file>

<file path=ppt/ink/ink2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4:37.8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93 249 2304 0 0,'-3'-36'3331'0'0,"4"29"-2469"0"0,-1 1-1 0 0,0-1 1 0 0,-1 0 0 0 0,1 1-1 0 0,-2-1 1 0 0,1 1 0 0 0,0-1-1 0 0,-1 1 1 0 0,-1 0 0 0 0,1-1 0 0 0,-1 1-1 0 0,-3-6 1 0 0,5 12-775 0 0,0-1 1 0 0,1 0 0 0 0,-1 1-1 0 0,0-1 1 0 0,0 1-1 0 0,0-1 1 0 0,0 1-1 0 0,0 0 1 0 0,0-1 0 0 0,0 1-1 0 0,0 0 1 0 0,0 0-1 0 0,0-1 1 0 0,0 1-1 0 0,0 0 1 0 0,0 0 0 0 0,0 0-1 0 0,0 0 1 0 0,0 0-1 0 0,0 1 1 0 0,0-1-1 0 0,0 0 1 0 0,0 0 0 0 0,0 1-1 0 0,0-1 1 0 0,0 1-1 0 0,0-1 1 0 0,0 1-1 0 0,0-1 1 0 0,0 1-1 0 0,0-1 1 0 0,0 1 0 0 0,1 0-1 0 0,-1-1 1 0 0,0 1-1 0 0,1 0 1 0 0,-1 0-1 0 0,0 0 1 0 0,1-1 0 0 0,-1 2-1 0 0,-3 3-27 0 0,0-1 1 0 0,0 1-1 0 0,1 0 0 0 0,0 0 0 0 0,-5 10 0 0 0,7-11-113 0 0,-1 1-1 0 0,1 0 0 0 0,0 0 0 0 0,0-1 0 0 0,0 10 0 0 0,1-13 41 0 0,0-1 1 0 0,0 0-1 0 0,0 1 0 0 0,0-1 0 0 0,0 0 0 0 0,0 1 1 0 0,0-1-1 0 0,0 0 0 0 0,0 0 0 0 0,0 1 1 0 0,0-1-1 0 0,1 0 0 0 0,-1 1 0 0 0,0-1 0 0 0,0 0 1 0 0,0 1-1 0 0,0-1 0 0 0,0 0 0 0 0,1 0 0 0 0,-1 1 1 0 0,0-1-1 0 0,0 0 0 0 0,0 0 0 0 0,1 0 1 0 0,-1 1-1 0 0,0-1 0 0 0,0 0 0 0 0,1 0 0 0 0,-1 0 1 0 0,0 1-1 0 0,1-1 0 0 0,-1 0 0 0 0,1 0 0 0 0,0 0-18 0 0,0-1 0 0 0,0 1 0 0 0,0-1 0 0 0,1 0 0 0 0,-1 1-1 0 0,0-1 1 0 0,0 0 0 0 0,0 0 0 0 0,0 0 0 0 0,0 1 0 0 0,0-1-1 0 0,-1 0 1 0 0,1 0 0 0 0,1-2 0 0 0,14-18-234 0 0,23-40 0 0 0,-29 43 567 0 0,1 1 0 0 0,1 0-1 0 0,0 1 1 0 0,22-22 0 0 0,-33 37-246 0 0,0-1-1 0 0,0 1 1 0 0,0 0 0 0 0,0 0 0 0 0,1 0 0 0 0,-1 0 0 0 0,0 0 0 0 0,1 1 0 0 0,-1-1 0 0 0,1 0-1 0 0,-1 1 1 0 0,1-1 0 0 0,-1 1 0 0 0,1-1 0 0 0,0 1 0 0 0,-1 0 0 0 0,1 0 0 0 0,-1 0 0 0 0,1 0-1 0 0,0 0 1 0 0,-1 0 0 0 0,1 0 0 0 0,-1 0 0 0 0,1 1 0 0 0,0-1 0 0 0,-1 0 0 0 0,1 1-1 0 0,-1-1 1 0 0,1 1 0 0 0,-1 0 0 0 0,1 0 0 0 0,-1-1 0 0 0,0 1 0 0 0,1 0 0 0 0,-1 0 0 0 0,0 0-1 0 0,0 1 1 0 0,0-1 0 0 0,0 0 0 0 0,0 0 0 0 0,0 1 0 0 0,2 2 0 0 0,4 7-10 0 0,0 1 0 0 0,0 0 0 0 0,-1 0 0 0 0,5 17 0 0 0,-2-8-24 0 0,5 10-279 0 0,8 18-229 0 0,-7-17-5639 0 0,-4-12-898 0 0</inkml:trace>
</inkml:ink>
</file>

<file path=ppt/ink/ink2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4:38.1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5065 0 0,'0'9'1177'0'0,"2"0"-1"0"0,0 0 1 0 0,0 0 0 0 0,0 0-1 0 0,5 9 1 0 0,4 18 693 0 0,48 312 6091 0 0,-47-209-7280 0 0,-9 250-1 0 0,-11-272-637 0 0,2-38-680 0 0,3 0 1 0 0,7 89-1 0 0,1-136-7058 0 0</inkml:trace>
</inkml:ink>
</file>

<file path=ppt/ink/ink2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4:38.6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0 340 10138 0 0,'30'-13'3562'0'0,"34"-11"0"0"0,57-11-1190 0 0,139-28-780 0 0,-246 60-1263 0 0,148-26 260 0 0,202-11-1 0 0,-236 30-491 0 0,151-8-186 0 0,-55 6-109 0 0,59-6-555 0 0,126-11-990 0 0,49-13-1481 0 0,-412 38 1357 0 0,-28 5 907 0 0</inkml:trace>
</inkml:ink>
</file>

<file path=ppt/ink/ink2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4:38.9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5529 0 0,'4'12'16282'0'0,"2"5"-13317"0"0,12 40-5263 0 0,-13-38 3841 0 0,14 116-1044 0 0,5 205 1 0 0,-5-24-502 0 0,-11-247-33 0 0,3-1 0 0 0,32 105 0 0 0,-40-163-406 0 0,4 11 387 0 0,7 39 0 0 0,-13-52-1522 0 0,0 0 1 0 0,-1 1-1 0 0,0-1 1 0 0,-2 15-1 0 0</inkml:trace>
</inkml:ink>
</file>

<file path=ppt/ink/ink2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4:39.5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206 0 9218 0 0,'-24'15'1409'0'0,"1"0"-1"0"0,1 2 1 0 0,0 1 0 0 0,1 1-1 0 0,1 0 1 0 0,1 1-1 0 0,-23 33 1 0 0,40-51-1372 0 0,1 0-1 0 0,0 0 1 0 0,0 0-1 0 0,-1 0 1 0 0,1 0 0 0 0,0 0-1 0 0,1 0 1 0 0,-1 1-1 0 0,0-1 1 0 0,1 0 0 0 0,-1 0-1 0 0,1 1 1 0 0,0-1-1 0 0,-1 0 1 0 0,1 1 0 0 0,0-1-1 0 0,1 0 1 0 0,-1 1-1 0 0,0-1 1 0 0,1 0 0 0 0,-1 0-1 0 0,1 1 1 0 0,0-1-1 0 0,1 2 1 0 0,0 0 13 0 0,0-1 0 0 0,1 0 0 0 0,0 0 0 0 0,0 0 0 0 0,0 0 0 0 0,0-1 0 0 0,1 1 0 0 0,-1-1 0 0 0,1 0 1 0 0,-1 0-1 0 0,1 0 0 0 0,7 2 0 0 0,4 1-164 0 0,1 0 0 0 0,0-2 0 0 0,0 0 0 0 0,1 0 0 0 0,-1-2 0 0 0,32 0 0 0 0,-27-2-37 0 0,0 2 0 0 0,0 1 0 0 0,29 5 0 0 0,-50-7 137 0 0,1 1 0 0 0,-1-1 0 0 0,1 0 0 0 0,0 0 0 0 0,-1 0 0 0 0,1 1 0 0 0,-1-1 0 0 0,1 0 0 0 0,0 0 0 0 0,-1 1 0 0 0,1-1 0 0 0,-1 1 0 0 0,1-1 0 0 0,-1 0 0 0 0,1 1 0 0 0,-1-1 0 0 0,0 1 0 0 0,1-1 0 0 0,-1 1 0 0 0,0-1 0 0 0,1 1 0 0 0,-1-1 0 0 0,0 1-1 0 0,1 0 1 0 0,-1-1 0 0 0,0 1 0 0 0,0-1 0 0 0,0 1 0 0 0,0 0 0 0 0,1 0 0 0 0,-9 22-381 0 0,-26 21-119 0 0,30-39 478 0 0,-27 30-182 0 0,17-21 116 0 0,0 2 1 0 0,1-1-1 0 0,1 2 1 0 0,0-1-1 0 0,-17 34 1 0 0,29-48 116 0 0,-1 0 1 0 0,1 0-1 0 0,-1-1 1 0 0,1 1-1 0 0,0 0 1 0 0,-1 0 0 0 0,1 0-1 0 0,0 0 1 0 0,0-1-1 0 0,0 1 1 0 0,1 0-1 0 0,-1 0 1 0 0,0 0-1 0 0,1 0 1 0 0,-1-1-1 0 0,1 1 1 0 0,-1 0-1 0 0,1 0 1 0 0,0-1-1 0 0,0 1 1 0 0,0 0-1 0 0,0-1 1 0 0,0 1-1 0 0,0-1 1 0 0,0 1-1 0 0,1-1 1 0 0,-1 0-1 0 0,1 0 1 0 0,-1 1-1 0 0,0-1 1 0 0,1 0-1 0 0,0 0 1 0 0,-1 0-1 0 0,1-1 1 0 0,0 1-1 0 0,-1 0 1 0 0,1-1-1 0 0,2 1 1 0 0,10 4-61 0 0,0 0 0 0 0,0-2 1 0 0,28 4-1 0 0,-28-5-118 0 0,-5 0 49 0 0,0-1 0 0 0,0 1-1 0 0,0 1 1 0 0,0-1 0 0 0,14 8 0 0 0,-22-9 96 0 0,1 0 1 0 0,0 0-1 0 0,-1 0 0 0 0,1 0 1 0 0,-1 0-1 0 0,1 0 0 0 0,-1 1 0 0 0,1-1 1 0 0,-1 1-1 0 0,0-1 0 0 0,0 1 1 0 0,0-1-1 0 0,0 1 0 0 0,0 0 0 0 0,0-1 1 0 0,0 1-1 0 0,0 0 0 0 0,-1 0 1 0 0,1 0-1 0 0,-1 0 0 0 0,1-1 0 0 0,-1 1 1 0 0,0 0-1 0 0,0 0 0 0 0,0 0 0 0 0,0 0 1 0 0,0 0-1 0 0,0 0 0 0 0,0 0 1 0 0,-1 0-1 0 0,1 0 0 0 0,-1 0 0 0 0,0 2 1 0 0,-6 12-132 0 0,0-1 1 0 0,-1 1-1 0 0,-1-1 1 0 0,0-1-1 0 0,-1 1 0 0 0,-17 17 1 0 0,14-16-141 0 0,0 1 0 0 0,1 0 0 0 0,-17 34 1 0 0,24-39-1333 0 0</inkml:trace>
</inkml:ink>
</file>

<file path=ppt/ink/ink2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4:40.2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2532 1 7370 0 0,'2'24'3394'0'0,"5"35"0"0"0,0-8-844 0 0,7 60 484 0 0,46 176 1 0 0,57 101-2567 0 0,-68-192-116 0 0,12 31 310 0 0,-49-198-979 0 0,27 48 0 0 0,-10-23 73 0 0,-27-53 244 0 0,-1 1 0 0 0,0 0 0 0 0,0-1 0 0 0,-1 1 0 0 0,1 0 0 0 0,0 0 0 0 0,-1 0 0 0 0,1 0 0 0 0,-1 0 0 0 0,1 0 0 0 0,-1-1 0 0 0,0 1 0 0 0,0 0 0 0 0,0 0 0 0 0,0 0 0 0 0,0 0 0 0 0,0 0 0 0 0,0 0 0 0 0,-1 0 0 0 0,1 0 0 0 0,-1 0 0 0 0,0 0 0 0 0,0 2 0 0 0,-2-4 12 0 0,1 0 0 0 0,0 1-1 0 0,-1-1 1 0 0,1 0 0 0 0,0 0 0 0 0,-1 0-1 0 0,1 0 1 0 0,0 0 0 0 0,-1-1 0 0 0,-3-1-1 0 0,-2 1 68 0 0,-26 1 20 0 0,0 1 0 0 0,0 2 0 0 0,-43 9 1 0 0,-10 0-97 0 0,-181 23 81 0 0,-195 14-705 0 0,-121-26 110 0 0,-165 45 1214 0 0,734-66-670 0 0,-58 2 313 0 0,0-3-1 0 0,0-3 1 0 0,-107-18-1 0 0,144 16-143 0 0,6 2-118 0 0,23 2-117 0 0,0 0 0 0 0,0-1 1 0 0,0 0-1 0 0,0 0 1 0 0,0 0-1 0 0,0-1 0 0 0,0 0 1 0 0,0 0-1 0 0,-9-5 1 0 0,10 1-350 0 0</inkml:trace>
</inkml:ink>
</file>

<file path=ppt/ink/ink2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4:42.3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24 103 11522 0 0,'-18'-69'6052'0'0,"13"41"-2888"0"0,5 22-1925 0 0,1 9-371 0 0,66 293 45 0 0,14 52-1309 0 0,-71-322-12 0 0,22 42 0 0 0,1 1-4417 0 0</inkml:trace>
</inkml:ink>
</file>

<file path=ppt/ink/ink2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4:42.6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10 280 6449 0 0,'-3'-9'802'0'0,"1"-1"-1"0"0,0 1 0 0 0,1-1 0 0 0,0 0 0 0 0,0 0 1 0 0,1 0-1 0 0,0 0 0 0 0,1 0 0 0 0,0 1 0 0 0,1-1 0 0 0,0 0 1 0 0,1 1-1 0 0,4-13 0 0 0,-4 15-519 0 0,1-1 1 0 0,0 1-1 0 0,0 0 1 0 0,1 0-1 0 0,-1 0 1 0 0,2 1-1 0 0,-1-1 1 0 0,1 1-1 0 0,0 1 0 0 0,0-1 1 0 0,0 1-1 0 0,1 0 1 0 0,0 0-1 0 0,0 1 1 0 0,0 0-1 0 0,10-4 0 0 0,-2 2-133 0 0,0 1-1 0 0,0 0 0 0 0,24-3 0 0 0,-32 6-117 0 0,-1 1-1 0 0,1 1 0 0 0,0-1 1 0 0,0 1-1 0 0,0 1 0 0 0,0-1 1 0 0,-1 1-1 0 0,1 0 1 0 0,0 1-1 0 0,11 3 0 0 0,-16-4-35 0 0,0 0 0 0 0,-1 0 0 0 0,1 1-1 0 0,0-1 1 0 0,-1 0 0 0 0,1 1-1 0 0,-1-1 1 0 0,1 1 0 0 0,-1-1 0 0 0,0 1-1 0 0,1 0 1 0 0,-1 0 0 0 0,0-1 0 0 0,0 1-1 0 0,0 0 1 0 0,-1 0 0 0 0,1 0 0 0 0,0 0-1 0 0,-1 0 1 0 0,1 0 0 0 0,-1 0 0 0 0,0 0-1 0 0,0 0 1 0 0,0 0 0 0 0,0 1-1 0 0,0-1 1 0 0,0 0 0 0 0,0 0 0 0 0,-1 0-1 0 0,0 3 1 0 0,-2 8-70 0 0,0-1-1 0 0,-1 0 0 0 0,-10 21 1 0 0,11-27 47 0 0,-40 77-342 0 0,30-59 210 0 0,0-1 1 0 0,2 2-1 0 0,0 0 0 0 0,-10 36 1 0 0,21-59 180 0 0,-1-1 0 0 0,1 1 0 0 0,-1-1 0 0 0,1 1 0 0 0,-1 0 0 0 0,1-1 0 0 0,0 1 0 0 0,0 0 1 0 0,0-1-1 0 0,0 1 0 0 0,0 0 0 0 0,0-1 0 0 0,0 1 0 0 0,1 0 0 0 0,-1-1 0 0 0,0 1 0 0 0,1 0 1 0 0,-1-1-1 0 0,1 1 0 0 0,0-1 0 0 0,0 1 0 0 0,-1-1 0 0 0,1 1 0 0 0,0-1 0 0 0,0 0 0 0 0,1 1 0 0 0,-1-1 1 0 0,0 0-1 0 0,0 0 0 0 0,0 0 0 0 0,1 0 0 0 0,1 1 0 0 0,0-1 33 0 0,1 0-1 0 0,0 0 1 0 0,0-1 0 0 0,-1 0-1 0 0,1 1 1 0 0,0-1-1 0 0,0 0 1 0 0,0-1 0 0 0,0 1-1 0 0,-1-1 1 0 0,1 0-1 0 0,0 0 1 0 0,4-2 0 0 0,66-26 251 0 0,13-5-443 0 0,-78 32-117 0 0,-1 0 0 0 0,1 0 0 0 0,0 0 0 0 0,0 1 0 0 0,0 0 0 0 0,0 1 0 0 0,15 1 0 0 0,2 5-536 0 0</inkml:trace>
</inkml:ink>
</file>

<file path=ppt/ink/ink2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4:42.8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7 14283 0 0,'-9'-6'2723'0'0,"15"18"565"0"0,3 5-2427 0 0,7 29-370 0 0,-2 1 1 0 0,-2 1-1 0 0,-3-1 0 0 0,-1 2 0 0 0,2 91 0 0 0,-15 130-2620 0 0,5-236 1521 0 0</inkml:trace>
</inkml:ink>
</file>

<file path=ppt/ink/ink2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4:43.0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50 259 3225 0 0,'-14'-28'-1069'0'0,"9"20"2714"0"0,0 0 0 0 0,1 0 1 0 0,0 0-1 0 0,1-1 0 0 0,0 1 0 0 0,0-1 1 0 0,0 0-1 0 0,1 0 0 0 0,1 0 0 0 0,-1-13 1 0 0,2 19-1522 0 0,1-1 0 0 0,1 1-1 0 0,-1 0 1 0 0,0 0 0 0 0,1 0 0 0 0,-1 0 0 0 0,1 1 0 0 0,0-1 0 0 0,0 0 0 0 0,0 1 0 0 0,1-1 0 0 0,-1 1 0 0 0,0 0 0 0 0,1 0 0 0 0,-1 0 0 0 0,1 0 0 0 0,0 0-1 0 0,4-2 1 0 0,8-4-74 0 0,1 1 0 0 0,18-7 0 0 0,-32 13-38 0 0,29-10-567 0 0,1 1-1 0 0,35-5 0 0 0,-32 9-7000 0 0</inkml:trace>
</inkml:ink>
</file>

<file path=ppt/ink/ink2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4:43.5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151 3 13827 0 0,'-5'-1'252'0'0,"1"0"1"0"0,-1 1-1 0 0,1 0 0 0 0,-1-1 0 0 0,1 1 1 0 0,-1 1-1 0 0,0-1 0 0 0,1 1 1 0 0,-1 0-1 0 0,1 0 0 0 0,-1 0 0 0 0,1 0 1 0 0,0 1-1 0 0,-1 0 0 0 0,1 0 1 0 0,0 0-1 0 0,0 0 0 0 0,0 1 0 0 0,1 0 1 0 0,-1 0-1 0 0,0 0 0 0 0,1 0 1 0 0,0 0-1 0 0,0 0 0 0 0,0 1 1 0 0,0 0-1 0 0,-2 4 0 0 0,0-2-191 0 0,1 1 1 0 0,0 0-1 0 0,0 1 0 0 0,1-1 1 0 0,0 1-1 0 0,0-1 0 0 0,1 1 1 0 0,0 0-1 0 0,0 0 0 0 0,1 0 0 0 0,0 0 1 0 0,0 0-1 0 0,1 1 0 0 0,0-1 1 0 0,0 0-1 0 0,1 0 0 0 0,0 0 0 0 0,1 0 1 0 0,4 15-1 0 0,-3-17-25 0 0,-1 1 1 0 0,1-1-1 0 0,1 1 0 0 0,-1-1 1 0 0,1 0-1 0 0,0 0 0 0 0,0-1 1 0 0,1 1-1 0 0,0-1 0 0 0,0 0 1 0 0,0 0-1 0 0,0 0 0 0 0,1-1 1 0 0,0 0-1 0 0,0 0 0 0 0,0-1 1 0 0,0 1-1 0 0,1-1 0 0 0,-1-1 1 0 0,1 1-1 0 0,0-1 0 0 0,0 0 1 0 0,7 1-1 0 0,-8-2-38 0 0,0-1 0 0 0,1 1 0 0 0,-1-1 1 0 0,0 0-1 0 0,0-1 0 0 0,1 0 0 0 0,-1 0 0 0 0,0 0 0 0 0,0 0 1 0 0,0-1-1 0 0,0 0 0 0 0,0-1 0 0 0,0 1 0 0 0,-1-1 0 0 0,1 0 1 0 0,-1 0-1 0 0,6-5 0 0 0,-7 4 4 0 0,0 1-1 0 0,-1 0 1 0 0,1-1-1 0 0,-1 0 1 0 0,0 0 0 0 0,0 0-1 0 0,-1 0 1 0 0,1 0-1 0 0,-1-1 1 0 0,0 1 0 0 0,0-1-1 0 0,0 1 1 0 0,0-1-1 0 0,-1 0 1 0 0,0 0 0 0 0,0 1-1 0 0,0-1 1 0 0,-1 0-1 0 0,0 0 1 0 0,0 0 0 0 0,0 0-1 0 0,-1-6 1 0 0,-4-3 1963 0 0,-15-4-9348 0 0,17 16 7310 0 0,0 0 8 0 0,18-4-5173 0 0</inkml:trace>
</inkml:ink>
</file>

<file path=ppt/ink/ink2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4:44.0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46 11058 0 0,'-19'-37'9539'0'0,"16"28"-6070"0"0,10 29-2431 0 0,72 227 51 0 0,-30-87-4630 0 0,-41-132-4668 0 0</inkml:trace>
</inkml:ink>
</file>

<file path=ppt/ink/ink2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4:44.2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6 285 6913 0 0,'-1'-2'206'0'0,"0"1"0"0"0,0-1 0 0 0,1 0 0 0 0,-1 0-1 0 0,1 0 1 0 0,-1 1 0 0 0,1-1 0 0 0,-1 0 0 0 0,1 0-1 0 0,0 0 1 0 0,0 0 0 0 0,0 0 0 0 0,0 0 0 0 0,1 1 0 0 0,-1-1-1 0 0,0 0 1 0 0,1 0 0 0 0,-1 0 0 0 0,1 0 0 0 0,0 1-1 0 0,-1-1 1 0 0,1 0 0 0 0,0 1 0 0 0,0-1 0 0 0,2-2-1 0 0,2-2 798 0 0,1 0-1 0 0,0 1 1 0 0,0 0 0 0 0,0 0-1 0 0,7-4 1 0 0,-8 6-1272 0 0,36-24 1732 0 0,0 2 0 0 0,62-26 0 0 0,94-27-2788 0 0,-153 62 718 0 0</inkml:trace>
</inkml:ink>
</file>

<file path=ppt/ink/ink2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4:44.7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167 249 10594 0 0,'-33'1'2364'0'0,"0"-2"0"0"0,-41-5 1 0 0,47 3 738 0 0,849-74-1135 0 0,-589 51-1641 0 0,81-15-170 0 0,36-5-574 0 0,-146 17-2253 0 0,-145 19-1703 0 0,8 0-2423 0 0</inkml:trace>
</inkml:ink>
</file>

<file path=ppt/ink/ink2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4:45.0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29 14283 0 0,'0'0'164'0'0,"0"-1"-1"0"0,-1 0 1 0 0,1 1-1 0 0,0-1 1 0 0,-1 0-1 0 0,1 1 1 0 0,0-1-1 0 0,0 0 1 0 0,-1 1-1 0 0,1-1 1 0 0,0 0-1 0 0,0 0 1 0 0,0 1-1 0 0,0-1 1 0 0,0 0-1 0 0,0 0 1 0 0,0 1 0 0 0,0-1-1 0 0,0 0 1 0 0,1 0-1 0 0,-1 1 1 0 0,0-1-1 0 0,0 0 1 0 0,1 1-1 0 0,-1-1 1 0 0,0 0-1 0 0,1 1 1 0 0,-1-1-1 0 0,1 0 1 0 0,-1 1-1 0 0,1-1 1 0 0,-1 1-1 0 0,1-1 1 0 0,-1 1 0 0 0,1-1-1 0 0,-1 1 1 0 0,1 0-1 0 0,0-1 1 0 0,0 0-1 0 0,0 1-89 0 0,0-1-1 0 0,0 1 1 0 0,0 0-1 0 0,0 0 0 0 0,0-1 1 0 0,0 1-1 0 0,0 0 1 0 0,0 0-1 0 0,0 0 1 0 0,0 0-1 0 0,0 0 1 0 0,0 0-1 0 0,0 0 1 0 0,0 0-1 0 0,0 0 1 0 0,0 1-1 0 0,0-1 1 0 0,0 0-1 0 0,0 1 1 0 0,0-1-1 0 0,0 1 0 0 0,0-1 1 0 0,-1 1-1 0 0,1-1 1 0 0,0 1-1 0 0,0 0 1 0 0,0-1-1 0 0,-1 1 1 0 0,1 0-1 0 0,0-1 1 0 0,-1 1-1 0 0,1 0 1 0 0,-1 0-1 0 0,1 0 1 0 0,0 1-1 0 0,6 11 68 0 0,-1 1 1 0 0,0-1-1 0 0,-1 2 1 0 0,0-1-1 0 0,-1 0 1 0 0,4 30-1 0 0,1 95 41 0 0,-8-110-132 0 0,8 216-2280 0 0,-5-159-5844 0 0</inkml:trace>
</inkml:ink>
</file>

<file path=ppt/ink/ink2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4:45.4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90 14283 0 0,'1'3'2517'0'0,"-1"-3"-2438"0"0,25-6 1221 0 0,35-14-366 0 0,97-42-4021 0 0,-148 57 3056 0 0</inkml:trace>
</inkml:ink>
</file>

<file path=ppt/ink/ink2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4:45.5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59 13827 0 0,'0'7'608'0'0,"0"-4"128"0"0,2-1-584 0 0,1 0-152 0 0,0-1 0 0 0,-1-1 0 0 0,4 0 680 0 0,4 0 113 0 0,4-1 15 0 0,8-2 8 0 0,3-3-336 0 0,1-2-64 0 0,1-2-8 0 0,2-3-8 0 0,2 3-1584 0 0,-1-3-312 0 0,1 3-65 0 0</inkml:trace>
</inkml:ink>
</file>

<file path=ppt/ink/ink2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4:45.7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22 17972 0 0,'-6'-8'819'0'0,"-5"-6"494"0"0,7 14-788 0 0,2 10-112 0 0,4 29 685 0 0,11 58 0 0 0,-3-26-867 0 0,8 128 393 0 0,25 166-2292 0 0,-30-304-6386 0 0</inkml:trace>
</inkml:ink>
</file>

<file path=ppt/ink/ink2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4:46.0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1 442 4609 0 0,'53'-30'3482'0'0,"42"-17"-860"0"0,1 5 0 0 0,2 4 1 0 0,178-43-1 0 0,320-34 369 0 0,-589 114-2984 0 0,338-49-1040 0 0,-114 23-2470 0 0,-153 20 1695 0 0,-5 3-15 0 0</inkml:trace>
</inkml:ink>
</file>

<file path=ppt/ink/ink2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4:46.4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14283 0 0,'33'19'3593'0'0,"-18"-5"-3120"0"0,1 1 1 0 0,-2 0-1 0 0,0 1 1 0 0,-1 0-1 0 0,0 1 1 0 0,-2 0-1 0 0,0 1 1 0 0,0 0-1 0 0,-2 1 1 0 0,9 24-1 0 0,4 24-169 0 0,25 117 0 0 0,-31-111-471 0 0,-11-54-1459 0 0</inkml:trace>
</inkml:ink>
</file>

<file path=ppt/ink/ink2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4:46.6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4 309 12443 0 0,'-2'-21'471'0'0,"1"0"-1"0"0,0 0 1 0 0,2 0 0 0 0,1 1 0 0 0,0-1 0 0 0,1 1 0 0 0,7-21 0 0 0,-8 34-250 0 0,0 0 1 0 0,0 1 0 0 0,1-1 0 0 0,0 1 0 0 0,0-1 0 0 0,1 1 0 0 0,0 0 0 0 0,0 1 0 0 0,0-1 0 0 0,1 1 0 0 0,0-1-1 0 0,0 1 1 0 0,0 1 0 0 0,1-1 0 0 0,-1 1 0 0 0,1 0 0 0 0,0 0 0 0 0,0 0 0 0 0,1 1 0 0 0,-1 0 0 0 0,1 1-1 0 0,-1-1 1 0 0,15-2 0 0 0,-16 4-150 0 0,1 0 1 0 0,-1 1-1 0 0,1-1 0 0 0,-1 1 0 0 0,1 0 1 0 0,-1 1-1 0 0,1-1 0 0 0,-1 1 0 0 0,1 0 0 0 0,-1 1 1 0 0,0-1-1 0 0,1 1 0 0 0,-1 0 0 0 0,8 5 0 0 0,-10-5-58 0 0,0 0 0 0 0,-1 0 0 0 0,1 0 0 0 0,0 0-1 0 0,-1 1 1 0 0,1-1 0 0 0,-1 1 0 0 0,0 0-1 0 0,0 0 1 0 0,0 0 0 0 0,0 0 0 0 0,0 0-1 0 0,-1 0 1 0 0,0 0 0 0 0,1 0 0 0 0,-1 1 0 0 0,0-1-1 0 0,-1 1 1 0 0,1-1 0 0 0,0 0 0 0 0,-1 1-1 0 0,0-1 1 0 0,0 8 0 0 0,-3 9-38 0 0,-1 1 0 0 0,-1-1 0 0 0,0 0-1 0 0,-2 0 1 0 0,0-1 0 0 0,-2 0 0 0 0,0 0 0 0 0,-11 17 0 0 0,-24 54 449 0 0,43-89-413 0 0,1 0 0 0 0,-1 1 1 0 0,0-1-1 0 0,1 0 0 0 0,-1 1 0 0 0,1-1 0 0 0,0 0 1 0 0,-1 1-1 0 0,1-1 0 0 0,0 1 0 0 0,0-1 1 0 0,0 0-1 0 0,0 1 0 0 0,0-1 0 0 0,0 1 0 0 0,0-1 1 0 0,1 1-1 0 0,-1-1 0 0 0,0 0 0 0 0,1 1 0 0 0,-1-1 1 0 0,2 2-1 0 0,-1-2 3 0 0,0 0 0 0 0,0 0 0 0 0,0 0-1 0 0,0-1 1 0 0,1 1 0 0 0,-1 0 0 0 0,0-1 0 0 0,0 1 0 0 0,1-1 0 0 0,-1 0 0 0 0,0 1 0 0 0,1-1-1 0 0,-1 0 1 0 0,0 0 0 0 0,1 0 0 0 0,-1 0 0 0 0,0 0 0 0 0,3 0 0 0 0,4-1 10 0 0,-1 0 0 0 0,0-1 0 0 0,1 1 0 0 0,-1-2 0 0 0,0 1 0 0 0,0-1 0 0 0,8-4 0 0 0,65-50-2984 0 0,-59 40-825 0 0,20-14-3600 0 0</inkml:trace>
</inkml:ink>
</file>

<file path=ppt/ink/ink2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4:46.9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98 2304 0 0,'-11'15'5354'0'0,"12"-14"-5163"0"0,-1-1 1 0 0,1 0 0 0 0,-1 0 0 0 0,1-1-1 0 0,49 5 7979 0 0,-42-4-9342 0 0,40 1 2467 0 0,0-2 0 0 0,-1-3 0 0 0,78-14 0 0 0,-67 4-2605 0 0,60-21 1 0 0,-96 28-423 0 0,-15 6 1127 0 0,-1-1-1 0 0,0 0 1 0 0,1 0-1 0 0,-1 0 0 0 0,-1-1 1 0 0,1 0-1 0 0,0 0 1 0 0,-1-1-1 0 0,8-4 1 0 0,-8-1 395 0 0</inkml:trace>
</inkml:ink>
</file>

<file path=ppt/ink/ink2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4:47.0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1 10594 0 0,'-8'0'1'0'0,"3"-1"261"0"0,0 1-1 0 0,0 0 1 0 0,-1 1-1 0 0,1-1 1 0 0,0 1-1 0 0,-8 2 1 0 0,11-2-97 0 0,1 0 0 0 0,-1 0 0 0 0,1 0 0 0 0,-1 0 0 0 0,1 0 0 0 0,0 0 0 0 0,-1 0 0 0 0,1 0 0 0 0,0 0 0 0 0,0 1 0 0 0,0-1 0 0 0,0 0 0 0 0,0 1 0 0 0,0-1 0 0 0,0 1 0 0 0,0 0 0 0 0,1-1 0 0 0,-1 1 0 0 0,0-1 0 0 0,1 1 0 0 0,0 0 0 0 0,-1-1 1 0 0,1 1-1 0 0,0 2 0 0 0,-1 8 820 0 0,0-1 0 0 0,1 1 0 0 0,3 20 1 0 0,18 72 572 0 0,-6-41-1015 0 0,15 110-1840 0 0,-19-113-6293 0 0</inkml:trace>
</inkml:ink>
</file>

<file path=ppt/ink/ink2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4:47.4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1840 0 0,'23'6'21188'0'0,"-17"6"-23145"0"0,3 11 2548 0 0,-1 1-1 0 0,-1 0 1 0 0,7 47-1 0 0,-12-51-799 0 0,2 0 0 0 0,0 0 0 0 0,2 0-1 0 0,0 0 1 0 0,1-1 0 0 0,17 34 0 0 0,-11-35-7613 0 0</inkml:trace>
</inkml:ink>
</file>

<file path=ppt/ink/ink2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4:48.1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19 15667 0 0,'0'2'1393'0'0,"0"-1"-1113"0"0,2-1-280 0 0,2-1-1441 0 0,0-1 593 0 0,5 0-8 0 0,7-6 696 0 0,5 0 160 0 0</inkml:trace>
</inkml:ink>
</file>

<file path=ppt/ink/ink2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4:48.2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0 13827 0 0,'-1'6'608'0'0,"-1"-3"128"0"0,2 1-584 0 0,0-1-152 0 0,0-2 0 0 0,-1 1 0 0 0,-1 1 512 0 0,1 1 81 0 0,-1 2 15 0 0,0-1 0 0 0,-3 1-608 0 0,2-5-112 0 0,3 1-24 0 0,3-5-8 0 0,3 0 144 0 0</inkml:trace>
</inkml:ink>
</file>

<file path=ppt/ink/ink2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4:48.4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16588 0 0,'0'4'1472'0'0,"1"-1"-1176"0"0,-1-1-232 0 0,2-2 192 0 0,-2 2 48 0 0,0-1 8 0 0,0 2 0 0 0</inkml:trace>
</inkml:ink>
</file>

<file path=ppt/ink/ink2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4:48.7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66 15203 0 0,'244'-9'5306'0'0,"-169"1"-6658"0"0,91-22 0 0 0,-103 19-2826 0 0,-35 4 2033 0 0</inkml:trace>
</inkml:ink>
</file>

<file path=ppt/ink/ink2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4:48.9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0 14283 0 0,'-1'0'115'0'0,"-1"1"-1"0"0,0-1 1 0 0,1 1-1 0 0,-1-1 1 0 0,0 1-1 0 0,1 0 1 0 0,-1 0-1 0 0,0 0 1 0 0,1-1-1 0 0,0 2 1 0 0,-1-1-1 0 0,1 0 1 0 0,-1 0-1 0 0,1 0 1 0 0,0 0-1 0 0,0 1 1 0 0,0-1-1 0 0,0 1 1 0 0,-2 2-1 0 0,2 0 214 0 0,0 1-1 0 0,1-1 1 0 0,-1 1-1 0 0,1-1 1 0 0,0 1-1 0 0,0-1 1 0 0,1 7-1 0 0,5 38 1049 0 0,2 0 0 0 0,15 52-1 0 0,11 59-371 0 0,-29-108-813 0 0,-1-15-1200 0 0,10 45 0 0 0,-6-55-7077 0 0</inkml:trace>
</inkml:ink>
</file>

<file path=ppt/ink/ink2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4:49.4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51 12067 0 0,'5'-13'525'0'0,"15"-24"6722"0"0,-17 40-5801 0 0,-3-2-1370 0 0,0 0 0 0 0,0-1-1 0 0,1 1 1 0 0,-1 0-1 0 0,0-1 1 0 0,1 1-1 0 0,-1-1 1 0 0,1 1 0 0 0,-1-1-1 0 0,1 1 1 0 0,-1-1-1 0 0,1 1 1 0 0,-1-1-1 0 0,1 1 1 0 0,-1-1 0 0 0,1 0-1 0 0,-1 1 1 0 0,1-1-1 0 0,1 1 1 0 0,-1-1-13 0 0,17 2 129 0 0,-11-4 134 0 0,-8-2 301 0 0,37 24-377 0 0,-35-16-221 0 0,0-1 1 0 0,0 1 0 0 0,0 0-1 0 0,0 0 1 0 0,-1 0 0 0 0,1 0 0 0 0,-1 0-1 0 0,0-1 1 0 0,0 1 0 0 0,-1 0 0 0 0,-1 7-1 0 0,1 4 37 0 0,-1 41 95 0 0,-1 61 39 0 0,12 134-1 0 0,-8-239-242 0 0,0-1-1 0 0,1 1 0 0 0,0 0 0 0 0,1-1 0 0 0,1 0 0 0 0,-1 0 0 0 0,2 0 1 0 0,7 15-1 0 0,-2-13-394 0 0</inkml:trace>
</inkml:ink>
</file>

<file path=ppt/ink/ink2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4:49.8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1 287 13363 0 0,'20'-1'808'0'0,"0"-1"0"0"0,0-1 0 0 0,0-2-1 0 0,23-6 1 0 0,-2 0-150 0 0,434-123 3130 0 0,-245 66-3501 0 0,-159 49-1396 0 0,1 2-3971 0 0,-3 2-1776 0 0</inkml:trace>
</inkml:ink>
</file>

<file path=ppt/ink/ink2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4:50.2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 9674 0 0,'4'-10'4095'0'0,"-4"10"-3963"0"0,0 0 0 0 0,1 0 0 0 0,-1 0 0 0 0,0 0 0 0 0,1 0 0 0 0,7 3 3699 0 0,-7-2-3699 0 0,16 15 1912 0 0,-7 0-1663 0 0,-1 1-1 0 0,0 0 0 0 0,-1 0 1 0 0,-1 1-1 0 0,-1 0 0 0 0,0 0 1 0 0,6 34-1 0 0,-4 9-174 0 0,0 68 0 0 0,3 17-864 0 0,-7-114 34 0 0</inkml:trace>
</inkml:ink>
</file>

<file path=ppt/ink/ink2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4:50.5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170 187 920 0 0,'-28'-17'-144'0'0,"-50"-34"2664"0"0,71 46-1883 0 0,0-1 0 0 0,0 1 0 0 0,1-2 0 0 0,0 1 0 0 0,0-1-1 0 0,0 0 1 0 0,-7-13 0 0 0,12 19-477 0 0,0 0 0 0 0,1 0 0 0 0,-1 0 0 0 0,1 0 0 0 0,-1 0 0 0 0,1 0 0 0 0,0-1 0 0 0,0 1 0 0 0,-1 0 0 0 0,1 0 0 0 0,0 0 1 0 0,0 0-1 0 0,0-1 0 0 0,0 1 0 0 0,0 0 0 0 0,0 0 0 0 0,0 0 0 0 0,1 0 0 0 0,-1 0 0 0 0,0-1 0 0 0,1 1 0 0 0,-1 0 0 0 0,1 0 0 0 0,-1 0 0 0 0,1-1 0 0 0,1 0 39 0 0,0 1 1 0 0,-1-1-1 0 0,1 1 1 0 0,0-1-1 0 0,0 1 1 0 0,0 0-1 0 0,0-1 0 0 0,0 1 1 0 0,0 0-1 0 0,0 0 1 0 0,0 1-1 0 0,3-2 1 0 0,5 0 352 0 0,1-1 0 0 0,0 2 1 0 0,0 0-1 0 0,15 0 0 0 0,-17 1-344 0 0,1 0-1 0 0,0 1 1 0 0,-1 0-1 0 0,1 1 1 0 0,-1 0-1 0 0,1 1 0 0 0,-1 0 1 0 0,0 0-1 0 0,0 1 1 0 0,-1 0-1 0 0,1 1 0 0 0,-1 0 1 0 0,0 0-1 0 0,0 1 1 0 0,10 8-1 0 0,-13-9-172 0 0,0 1 1 0 0,0-1-1 0 0,-1 1 0 0 0,1 0 0 0 0,-1 0 0 0 0,0 1 1 0 0,-1 0-1 0 0,0-1 0 0 0,0 1 0 0 0,0 0 1 0 0,-1 0-1 0 0,0 0 0 0 0,0 1 0 0 0,-1-1 0 0 0,0 0 1 0 0,0 1-1 0 0,-1-1 0 0 0,0 1 0 0 0,0-1 0 0 0,-2 11 1 0 0,-1-4-47 0 0,-1 1 1 0 0,0-1-1 0 0,-1 0 1 0 0,-1-1 0 0 0,0 1-1 0 0,-1-1 1 0 0,-16 23-1 0 0,12-18 124 0 0,0 0 0 0 0,-14 34-1 0 0,25-51-80 0 0,-1 1 0 0 0,0-1 0 0 0,1 0-1 0 0,0 0 1 0 0,-1 0 0 0 0,1 0-1 0 0,-1 1 1 0 0,1-1 0 0 0,0 0 0 0 0,0 0-1 0 0,0 1 1 0 0,0-1 0 0 0,0 0-1 0 0,0 0 1 0 0,0 1 0 0 0,0-1 0 0 0,1 0-1 0 0,-1 0 1 0 0,0 1 0 0 0,1-1 0 0 0,-1 0-1 0 0,1 0 1 0 0,-1 0 0 0 0,1 0-1 0 0,-1 0 1 0 0,1 0 0 0 0,0 1 0 0 0,0-2-1 0 0,-1 1 1 0 0,1 0 0 0 0,0 0-1 0 0,0 0 1 0 0,0 0 0 0 0,0 0 0 0 0,0-1-1 0 0,0 1 1 0 0,0 0 0 0 0,1-1-1 0 0,-1 1 1 0 0,0-1 0 0 0,0 0 0 0 0,0 1-1 0 0,1-1 1 0 0,-1 0 0 0 0,0 1 0 0 0,0-1-1 0 0,1 0 1 0 0,-1 0 0 0 0,0 0-1 0 0,2-1 1 0 0,9 2 107 0 0,1-2 0 0 0,-1 0 0 0 0,1 0 0 0 0,12-4-1 0 0,-15 3-96 0 0,102-23 427 0 0,-71 15-2248 0 0,0 1-3432 0 0,3 1-2535 0 0</inkml:trace>
</inkml:ink>
</file>

<file path=ppt/ink/ink2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4:51.6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22 147 3225 0 0,'-22'-1'17795'0'0,"64"-11"-17150"0"0,-2-2-1 0 0,53-25 1 0 0,-22 8-727 0 0,27-8-2652 0 0,-71 28-4561 0 0</inkml:trace>
</inkml:ink>
</file>

<file path=ppt/ink/ink2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4:51.7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 1 10138 0 0,'-7'5'131'0'0,"0"-1"0"0"0,1 2 1 0 0,0-1-1 0 0,0 1 0 0 0,0 0 0 0 0,1 0 0 0 0,0 0 0 0 0,0 1 0 0 0,0 0 1 0 0,1 0-1 0 0,0 0 0 0 0,0 1 0 0 0,1-1 0 0 0,0 1 0 0 0,1 0 0 0 0,-1 0 1 0 0,-1 10-1 0 0,2-3 396 0 0,0 0 0 0 0,1 0 0 0 0,0 0 0 0 0,1-1 0 0 0,1 1 1 0 0,0 0-1 0 0,1 0 0 0 0,1-1 0 0 0,7 24 0 0 0,-2-17 245 0 0,0-1 0 0 0,2 1 0 0 0,0-2 0 0 0,2 1 0 0 0,23 30 0 0 0,-32-46-694 0 0,0 0 0 0 0,0 0-1 0 0,0 0 1 0 0,-1 0 0 0 0,0 0 0 0 0,0 1 0 0 0,0-1-1 0 0,0 1 1 0 0,-1-1 0 0 0,1 1 0 0 0,-1 0-1 0 0,0 6 1 0 0,-1-8-78 0 0,0 1-1 0 0,-1-1 1 0 0,1 0-1 0 0,-1 0 1 0 0,0 0-1 0 0,0 0 1 0 0,0 0-1 0 0,-1 0 1 0 0,1 0-1 0 0,-1 0 1 0 0,1 0-1 0 0,-1-1 1 0 0,0 1 0 0 0,0 0-1 0 0,0-1 1 0 0,0 0-1 0 0,-1 1 1 0 0,1-1-1 0 0,-5 3 1 0 0,-17 12-1654 0 0,-5 3-6141 0 0</inkml:trace>
</inkml:ink>
</file>

<file path=ppt/ink/ink2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4:59.2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98 234 5529 0 0,'-14'-73'792'0'0,"12"58"-321"0"0,0 1 1 0 0,0 0-1 0 0,-2-1 1 0 0,0 1-1 0 0,0 1 0 0 0,-8-17 1 0 0,-33-15 11948 0 0,37 74-12474 0 0,29 521 783 0 0,-14-458-629 0 0,48 356 229 0 0,-32-338-563 0 0,4-1 0 0 0,42 108 0 0 0,-65-207-1555 0 0</inkml:trace>
</inkml:ink>
</file>

<file path=ppt/ink/ink2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5:02.0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1030 192 1840 0 0,'0'-8'471'0'0,"0"0"-1"0"0,-1 1 1 0 0,0-1-1 0 0,0 1 1 0 0,-1-1-1 0 0,0 1 0 0 0,0 0 1 0 0,-1 0-1 0 0,0 0 1 0 0,0 0-1 0 0,0 0 1 0 0,-1 1-1 0 0,0-1 1 0 0,-1 1-1 0 0,1 0 0 0 0,-1 0 1 0 0,0 1-1 0 0,-1-1 1 0 0,1 1-1 0 0,-1 0 1 0 0,0 1-1 0 0,-1-1 1 0 0,-11-5-1 0 0,8 5 171 0 0,0 0 0 0 0,-1 1-1 0 0,0 0 1 0 0,1 1 0 0 0,-1 0 0 0 0,-1 1 0 0 0,1 0-1 0 0,-15 0 1 0 0,14 2-424 0 0,-1 0-1 0 0,1 1 0 0 0,0 0 1 0 0,-18 5-1 0 0,-3 4 13 0 0,1 2-1 0 0,-1 1 1 0 0,2 1-1 0 0,0 2 1 0 0,1 1-1 0 0,0 1 1 0 0,2 1-1 0 0,0 2 1 0 0,-29 29-1 0 0,9-4-194 0 0,3 1-1 0 0,2 3 1 0 0,-70 106-1 0 0,91-119-25 0 0,1 1 0 0 0,2 2 0 0 0,1 0 0 0 0,2 1 0 0 0,3 0 0 0 0,0 1 0 0 0,-5 44 0 0 0,9-27-22 0 0,2 0 0 0 0,4 0 1 0 0,1 0-1 0 0,11 98 0 0 0,-6-132-233 0 0,1 1-1 0 0,1-1 1 0 0,1 0 0 0 0,1-1-1 0 0,1 0 1 0 0,2 0 0 0 0,0 0-1 0 0,1-1 1 0 0,2-1 0 0 0,0 0-1 0 0,1-1 1 0 0,1 0 0 0 0,1-1-1 0 0,30 29 1 0 0,-15-22-111 0 0,2-1 1 0 0,1-1-1 0 0,0-2 0 0 0,2-1 0 0 0,1-2 1 0 0,0-1-1 0 0,2-2 0 0 0,-1-2 0 0 0,2-2 1 0 0,0-1-1 0 0,44 7 0 0 0,-16-7 714 0 0,0-3 0 0 0,1-2 0 0 0,0-4 0 0 0,0-3 0 0 0,0-3 1 0 0,0-3-1 0 0,0-2 0 0 0,95-26 0 0 0,-126 22 34 0 0,1-1 1 0 0,-2-3-1 0 0,0-1 0 0 0,-1-1 1 0 0,0-2-1 0 0,45-35 0 0 0,-25 11 157 0 0,-2-2-1 0 0,86-95 0 0 0,-112 108-435 0 0,-2-1 0 0 0,-2-1-1 0 0,-1-1 1 0 0,-1-2-1 0 0,-3 0 1 0 0,0-1 0 0 0,-3-1-1 0 0,-1 0 1 0 0,-3-1-1 0 0,0-1 1 0 0,-3 1 0 0 0,-2-2-1 0 0,-1 1 1 0 0,-1-61-1 0 0,-5 65 26 0 0,-2 0-1 0 0,-2 1 0 0 0,-1-1 1 0 0,-2 1-1 0 0,-2 1 0 0 0,-1-1 1 0 0,-19-42-1 0 0,16 50-81 0 0,-1 0 1 0 0,-2 1-1 0 0,-1 0 0 0 0,-1 1 0 0 0,-1 1 1 0 0,-2 1-1 0 0,0 1 0 0 0,-48-42 0 0 0,36 38-235 0 0,-1 3-1 0 0,-1 0 1 0 0,-1 2-1 0 0,-1 2 1 0 0,-53-22-1 0 0,72 36-61 0 0,-2 0-1 0 0,1 1 0 0 0,-1 1 0 0 0,0 1 0 0 0,0 1 1 0 0,0 0-1 0 0,-1 2 0 0 0,1 0 0 0 0,0 2 0 0 0,-1 0 1 0 0,1 1-1 0 0,0 1 0 0 0,-25 7 0 0 0,9 1-7232 0 0</inkml:trace>
</inkml:ink>
</file>

<file path=ppt/ink/ink2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5:02.3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5 10594 0 0,'-6'-4'8771'0'0,"9"22"-4459"0"0,0-6-5141 0 0,5 50 985 0 0,-2 1 0 0 0,-4 70 0 0 0,1 7-19 0 0,0-80-2803 0 0,3 1-1 0 0,21 91 1 0 0</inkml:trace>
</inkml:ink>
</file>

<file path=ppt/ink/ink2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5:02.7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137 156 5065 0 0,'-4'-9'1001'0'0,"0"0"0"0"0,-1 0 0 0 0,0 1 0 0 0,-1 0 0 0 0,0 0 0 0 0,-10-11 0 0 0,15 17-874 0 0,0 1 0 0 0,0 0 0 0 0,-1 0 0 0 0,1 0 0 0 0,0 0 0 0 0,-1 0 0 0 0,1 0 0 0 0,0 0 0 0 0,-1 0 0 0 0,1 1 0 0 0,-1-1 0 0 0,1 1 0 0 0,-1-1 0 0 0,0 1 0 0 0,1-1 0 0 0,-1 1 0 0 0,1 0 0 0 0,-1 0 0 0 0,0 0 0 0 0,1 0 0 0 0,-1 0 0 0 0,0 0 0 0 0,1 0 0 0 0,-1 0 0 0 0,1 1 0 0 0,-1-1 0 0 0,0 1 0 0 0,1-1 0 0 0,-1 1 0 0 0,1-1 0 0 0,-1 1 0 0 0,1 0 0 0 0,0 0 0 0 0,-1 0 0 0 0,1 0 0 0 0,0 0 0 0 0,-1 0 0 0 0,1 0 0 0 0,0 0 0 0 0,0 1 0 0 0,0-1 0 0 0,0 0 0 0 0,0 1 0 0 0,0-1 0 0 0,1 1 0 0 0,-2 1 0 0 0,-2 4-102 0 0,0-1-1 0 0,1 1 0 0 0,0 0 1 0 0,-5 13-1 0 0,7-18-47 0 0,1 0 0 0 0,-1 0 0 0 0,1 0 0 0 0,-1 0 0 0 0,1 1 0 0 0,0-1 0 0 0,0 0 0 0 0,0 0 0 0 0,0 0 0 0 0,0 0 0 0 0,0 0 0 0 0,1 0 0 0 0,-1 0 0 0 0,1 0 0 0 0,-1 0 0 0 0,1 0 0 0 0,0 0 0 0 0,0 0 0 0 0,0 0 0 0 0,0 0 0 0 0,0-1 0 0 0,2 3 0 0 0,-3-3 43 0 0,1-1 0 0 0,0 0 0 0 0,0 0 0 0 0,-1 0 0 0 0,1 0 0 0 0,0 0 0 0 0,0 0-1 0 0,0 0 1 0 0,-1 0 0 0 0,1 0 0 0 0,0 0 0 0 0,0 0 0 0 0,-1 0 0 0 0,1-1 0 0 0,0 1-1 0 0,-1 0 1 0 0,1 0 0 0 0,0-1 0 0 0,0 1 0 0 0,-1-1 0 0 0,1 1 0 0 0,-1-1 0 0 0,1 1 0 0 0,0-1-1 0 0,-1 1 1 0 0,1-1 0 0 0,21-18 660 0 0,-17 14-607 0 0,150-140 354 0 0,-152 142-270 0 0,0 1 1 0 0,1 1-1 0 0,-1-1 1 0 0,1 0-1 0 0,-1 1 1 0 0,1 0-1 0 0,-1-1 1 0 0,1 2 0 0 0,0-1-1 0 0,0 0 1 0 0,-1 1-1 0 0,1-1 1 0 0,0 1-1 0 0,0 0 1 0 0,0 0-1 0 0,-1 1 1 0 0,1-1-1 0 0,0 1 1 0 0,0 0-1 0 0,5 2 1 0 0,9 3 1 0 0,0 1 1 0 0,31 17-1 0 0,-30-14 44 0 0,-8-5-187 0 0,-1 1 0 0 0,1 0 0 0 0,-2 1 0 0 0,1 0 1 0 0,14 14-1 0 0,1 11-6605 0 0,-14-12-649 0 0</inkml:trace>
</inkml:ink>
</file>

<file path=ppt/ink/ink2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5:03.1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8290 0 0,'6'10'11381'0'0,"-2"7"-11237"0"0,-1-8 597 0 0,14 54-93 0 0,-3 1-1 0 0,-2 0 1 0 0,6 112-1 0 0,-14-123-460 0 0,0-13-309 0 0,36 306-1632 0 0,-33-309-5948 0 0</inkml:trace>
</inkml:ink>
</file>

<file path=ppt/ink/ink2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5:03.7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0 103 6449 0 0,'76'-4'3466'0'0,"114"-20"-1"0"0,-115 13-2137 0 0,801-52 4712 0 0,-226 72-5647 0 0,-192 1-750 0 0,-204-10 202 0 0,197 4 391 0 0,-4 32 134 0 0,-423-33-470 0 0,-14-3-29 0 0,0 1 1 0 0,0 1-1 0 0,0 0 1 0 0,-1 0-1 0 0,1 0 0 0 0,0 2 1 0 0,-1-1-1 0 0,14 8 1 0 0,-22-11 16 0 0,0 1 0 0 0,-1-1 0 0 0,1 0 0 0 0,-1 1 0 0 0,1-1 0 0 0,-1 1 0 0 0,1-1 0 0 0,-1 1 0 0 0,1-1 0 0 0,-1 1 0 0 0,1-1 0 0 0,-1 1 0 0 0,0 0 0 0 0,1-1 0 0 0,-1 1 0 0 0,0 0 0 0 0,0-1 0 0 0,1 1 0 0 0,-1 0 0 0 0,0-1 0 0 0,0 1 0 0 0,0 0 0 0 0,0 0 0 0 0</inkml:trace>
</inkml:ink>
</file>

<file path=ppt/ink/ink2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5:04.0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12443 0 0,'7'15'4962'0'0,"8"22"-2137"0"0,1 15-1901 0 0,-2 1 1 0 0,13 96 0 0 0,-6 114-567 0 0,1-3-216 0 0,61 133-81 0 0,-32-180-182 0 0,-44-153-639 0 0,-8-45 89 0 0</inkml:trace>
</inkml:ink>
</file>

<file path=ppt/ink/ink2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5:04.5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242 6 4609 0 0,'3'-6'4803'0'0,"-12"8"-2371"0"0,-10 5-1402 0 0,18-7-1020 0 0,-20 10 863 0 0,1 1 0 0 0,-1 0-1 0 0,2 1 1 0 0,-28 22 0 0 0,39-27-597 0 0,-1 1-1 0 0,2-1 1 0 0,-1 1 0 0 0,1 0-1 0 0,0 1 1 0 0,0 0 0 0 0,1 0 0 0 0,1 1-1 0 0,-1-1 1 0 0,2 1 0 0 0,-6 13-1 0 0,10-21-290 0 0,-1 1 0 0 0,0-1 0 0 0,1 1 0 0 0,-1-1-1 0 0,1 1 1 0 0,0 0 0 0 0,-1-1 0 0 0,1 1-1 0 0,1 0 1 0 0,-1-1 0 0 0,0 1 0 0 0,1 0 0 0 0,-1-1-1 0 0,1 1 1 0 0,0-1 0 0 0,0 1 0 0 0,0-1-1 0 0,0 1 1 0 0,0-1 0 0 0,1 0 0 0 0,-1 0 0 0 0,0 1-1 0 0,1-1 1 0 0,0 0 0 0 0,0 0 0 0 0,0-1-1 0 0,-1 1 1 0 0,2 0 0 0 0,-1-1 0 0 0,0 1 0 0 0,0-1-1 0 0,0 1 1 0 0,1-1 0 0 0,-1 0 0 0 0,1 0-1 0 0,-1 0 1 0 0,1 0 0 0 0,3 0 0 0 0,11 3-163 0 0,0 0 0 0 0,1-2 0 0 0,-1 0 0 0 0,28 0 0 0 0,-37-2 208 0 0,54 0-93 0 0,41 1 59 0 0,-91 0 1 0 0,0 0 0 0 0,0 1 0 0 0,0 0 0 0 0,-1 1 0 0 0,1 1 0 0 0,13 5 0 0 0,-24-8-13 0 0,1 0 1 0 0,-1-1 0 0 0,0 1 0 0 0,1 0-1 0 0,-1 0 1 0 0,0 0 0 0 0,0 0-1 0 0,1 0 1 0 0,-1 0 0 0 0,0 0 0 0 0,0 0-1 0 0,0 0 1 0 0,0 1 0 0 0,-1-1-1 0 0,1 0 1 0 0,0 1 0 0 0,0-1 0 0 0,-1 0-1 0 0,1 1 1 0 0,-1-1 0 0 0,1 3-1 0 0,0-1-47 0 0,-1 0 0 0 0,-1-1 0 0 0,1 1 0 0 0,0 0 0 0 0,0-1-1 0 0,-1 1 1 0 0,0 0 0 0 0,0-1 0 0 0,1 1 0 0 0,-1-1-1 0 0,-3 5 1 0 0,-3 5-278 0 0,-1-1-1 0 0,0 0 0 0 0,-18 20 1 0 0,21-26 292 0 0,-23 23-336 0 0,-2-1 0 0 0,-45 32 0 0 0,38-32 456 0 0,-43 42-1 0 0,78-66-25 0 0,-1-1 0 0 0,1 1-1 0 0,-1 0 1 0 0,1 0-1 0 0,0 0 1 0 0,0 0 0 0 0,0 1-1 0 0,1-1 1 0 0,-3 5-1 0 0,4-7-48 0 0,0-1 0 0 0,0 1 0 0 0,0 0 0 0 0,0 0-1 0 0,0 0 1 0 0,0 0 0 0 0,0-1 0 0 0,0 1-1 0 0,0 0 1 0 0,0 0 0 0 0,0 0 0 0 0,1 0 0 0 0,-1-1-1 0 0,0 1 1 0 0,1 0 0 0 0,-1 0 0 0 0,0 0-1 0 0,1-1 1 0 0,-1 1 0 0 0,1 0 0 0 0,-1-1 0 0 0,1 1-1 0 0,0 0 1 0 0,-1-1 0 0 0,1 1 0 0 0,-1-1-1 0 0,1 1 1 0 0,0-1 0 0 0,0 1 0 0 0,-1-1 0 0 0,1 0-1 0 0,0 1 1 0 0,0-1 0 0 0,-1 0 0 0 0,1 1-1 0 0,0-1 1 0 0,0 0 0 0 0,0 0 0 0 0,0 0-1 0 0,-1 0 1 0 0,1 0 0 0 0,0 0 0 0 0,0 0 0 0 0,1 0-1 0 0,29 2-861 0 0,-1-2-1 0 0,1 0 0 0 0,50-9 0 0 0,9 0-3318 0 0,-77 9 3043 0 0</inkml:trace>
</inkml:ink>
</file>

<file path=ppt/ink/ink2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5:05.1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2306 1 3665 0 0,'0'0'277'0'0,"-14"23"-181"0"0,-8 17 828 0 0,17-31 276 0 0,1 0 0 0 0,1 1 0 0 0,0-1 0 0 0,-3 13 1 0 0,5-16-553 0 0,0 1 0 0 0,1-1 0 0 0,0 1 0 0 0,0 0 1 0 0,0-1-1 0 0,1 1 0 0 0,0-1 0 0 0,0 1 0 0 0,1-1 1 0 0,0 1-1 0 0,0-1 0 0 0,0 0 0 0 0,1 0 1 0 0,4 8-1 0 0,6 9 503 0 0,2 2-673 0 0,-1 1 1 0 0,-2 1 0 0 0,0 0 0 0 0,14 52 0 0 0,1 54-136 0 0,27 106-718 0 0,-32-159-274 0 0,16 127 0 0 0,-37-201 691 0 0,0-1-1 0 0,0 0 1 0 0,1 1 0 0 0,0-1 0 0 0,-1 0 0 0 0,2 0-1 0 0,-1 0 1 0 0,1 0 0 0 0,-1 0 0 0 0,7 8 0 0 0,0-4 81 0 0,0 0 1 0 0,0-1-1 0 0,17 12 0 0 0,-24-19-107 0 0,-1 0-1 0 0,1 0 1 0 0,-1 1 0 0 0,1-1-1 0 0,-1 0 1 0 0,0 0-1 0 0,0 1 1 0 0,1-1-1 0 0,-1 1 1 0 0,0-1-1 0 0,0 1 1 0 0,-1 0-1 0 0,1-1 1 0 0,0 1-1 0 0,0 0 1 0 0,-1-1-1 0 0,1 1 1 0 0,-1 0 0 0 0,1 0-1 0 0,-1 0 1 0 0,0-1-1 0 0,0 1 1 0 0,0 0-1 0 0,0 0 1 0 0,0 0-1 0 0,0 0 1 0 0,-1-1-1 0 0,1 1 1 0 0,0 0-1 0 0,-1 0 1 0 0,1-1-1 0 0,-1 1 1 0 0,0 0 0 0 0,0 0-1 0 0,0-1 1 0 0,0 1-1 0 0,0-1 1 0 0,0 1-1 0 0,0-1 1 0 0,0 1-1 0 0,0-1 1 0 0,-1 0-1 0 0,-2 2 1 0 0,-2 3 18 0 0,-1 0 0 0 0,0-1 1 0 0,0 1-1 0 0,0-2 0 0 0,-1 1 1 0 0,0-1-1 0 0,0 0 0 0 0,-9 2 1 0 0,-31 6 137 0 0,-1-3 0 0 0,-1-1 1 0 0,1-3-1 0 0,-63-1 0 0 0,41-2-90 0 0,-787 77-1499 0 0,73 44 1755 0 0,587-89 190 0 0,163-30-541 0 0,0-2 0 0 0,0-1 1 0 0,-59-6-1 0 0,91 4-28 0 0,-43-7-266 0 0,42 7 149 0 0,1 0 0 0 0,0 0 0 0 0,-1 0 0 0 0,1 0 1 0 0,0-1-1 0 0,0 1 0 0 0,0-1 0 0 0,0 0 0 0 0,0 0 0 0 0,1 0 0 0 0,-4-3 0 0 0</inkml:trace>
</inkml:ink>
</file>

<file path=ppt/ink/ink2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5:05.5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 12443 0 0,'0'0'108'0'0,"1"-1"0"0"0,-1 0 0 0 0,0 0 1 0 0,1 1-1 0 0,-1-1 0 0 0,1 0 1 0 0,-1 1-1 0 0,1-1 0 0 0,-1 1 0 0 0,1-1 1 0 0,0 1-1 0 0,-1-1 0 0 0,1 1 0 0 0,0-1 1 0 0,-1 1-1 0 0,1-1 0 0 0,0 1 0 0 0,-1 0 1 0 0,1-1-1 0 0,0 1 0 0 0,0 0 1 0 0,0 0-1 0 0,-1 0 0 0 0,1-1 0 0 0,0 1 1 0 0,0 0-1 0 0,0 0 0 0 0,0 0 0 0 0,-1 0 1 0 0,1 1-1 0 0,0-1 0 0 0,1 0 0 0 0,29 4 2138 0 0,-22-1-1945 0 0,-1 1-1 0 0,0 0 0 0 0,0 0 0 0 0,0 1 1 0 0,0 0-1 0 0,0 0 0 0 0,-1 1 1 0 0,0 0-1 0 0,0 0 0 0 0,-1 0 1 0 0,0 1-1 0 0,0 0 0 0 0,0 1 1 0 0,-1-1-1 0 0,0 1 0 0 0,-1 0 1 0 0,6 13-1 0 0,6 15-195 0 0,-2 1 0 0 0,15 64 0 0 0,-27-94-23 0 0,26 129-16 0 0,-20-88-229 0 0,2 0 0 0 0,2-1-1 0 0,19 49 1 0 0,-28-90-293 0 0,0 0-1 0 0,0 0 1 0 0,1 0-1 0 0,0-1 1 0 0,0 1-1 0 0,6 6 1 0 0</inkml:trace>
</inkml:ink>
</file>

<file path=ppt/ink/ink2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5:05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1 317 5065 0 0,'0'-14'940'0'0,"0"1"0"0"0,1 0 1 0 0,1 0-1 0 0,0 0 0 0 0,1 0 0 0 0,7-20 0 0 0,-5 17-373 0 0,-2 5 51 0 0,1 1 0 0 0,0 0-1 0 0,0 0 1 0 0,1 0-1 0 0,1 1 1 0 0,0-1 0 0 0,10-11-1 0 0,-8 11-317 0 0,1 1 0 0 0,0 0 0 0 0,0 0 0 0 0,1 1-1 0 0,0 1 1 0 0,1-1 0 0 0,0 2 0 0 0,0-1 0 0 0,0 1 0 0 0,16-5-1 0 0,-24 10-258 0 0,0 0 0 0 0,0-1-1 0 0,1 1 1 0 0,-1 1 0 0 0,0-1 0 0 0,1 0-1 0 0,-1 1 1 0 0,1 0 0 0 0,-1 0-1 0 0,1 0 1 0 0,-1 0 0 0 0,0 0-1 0 0,1 1 1 0 0,-1-1 0 0 0,1 1 0 0 0,-1 0-1 0 0,0 0 1 0 0,0 1 0 0 0,4 1-1 0 0,-4-1-55 0 0,0 0-1 0 0,-1 1 0 0 0,1-1 0 0 0,-1 1 0 0 0,0-1 0 0 0,0 1 1 0 0,0 0-1 0 0,0 0 0 0 0,-1 0 0 0 0,1 0 0 0 0,-1 1 0 0 0,1-1 1 0 0,-1 0-1 0 0,0 0 0 0 0,-1 1 0 0 0,1-1 0 0 0,0 1 0 0 0,-1-1 1 0 0,0 5-1 0 0,1 6-226 0 0,-1 1 0 0 0,-1 0 0 0 0,0-1 0 0 0,-1 1 0 0 0,0-1 0 0 0,-2 0 0 0 0,1 0 0 0 0,-2 0 0 0 0,0 0 0 0 0,-9 18 0 0 0,-9 10 508 0 0,-52 72 0 0 0,33-54 2559 0 0,42-60-2782 0 0,-1 1 1 0 0,1 0-1 0 0,-1-1 0 0 0,1 1 1 0 0,-1 0-1 0 0,1 0 1 0 0,0 0-1 0 0,-1-1 1 0 0,1 1-1 0 0,0 0 1 0 0,0 0-1 0 0,-1 0 0 0 0,1 0 1 0 0,0 0-1 0 0,0 0 1 0 0,0-1-1 0 0,0 1 1 0 0,0 0-1 0 0,0 0 1 0 0,0 0-1 0 0,0 0 1 0 0,1 0-1 0 0,-1 0 0 0 0,0-1 1 0 0,1 1-1 0 0,-1 0 1 0 0,0 0-1 0 0,1 0 1 0 0,-1-1-1 0 0,2 2 1 0 0,0 0-4 0 0,0 0 0 0 0,0 0 0 0 0,0-1 0 0 0,0 0 1 0 0,1 1-1 0 0,-1-1 0 0 0,0 0 0 0 0,1 0 0 0 0,-1 0 0 0 0,5 1 1 0 0,5 1 5 0 0,1-1 0 0 0,0 0 0 0 0,19 0 0 0 0,8-4-789 0 0,0-2 0 0 0,45-10 0 0 0,-69 11-300 0 0,16-2-6356 0 0</inkml:trace>
</inkml:ink>
</file>

<file path=ppt/ink/ink2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5:06.1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9 6913 0 0,'-11'-9'14793'0'0,"20"32"-13958"0"0,45 140 385 0 0,88 220-1188 0 0,-122-332-2628 0 0,-14-28-5094 0 0</inkml:trace>
</inkml:ink>
</file>

<file path=ppt/ink/ink2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5:06.3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49 257 11979 0 0,'-3'0'209'0'0,"0"-1"1"0"0,0 0-1 0 0,0 0 1 0 0,0 0-1 0 0,0-1 1 0 0,0 1-1 0 0,0 0 1 0 0,1-1-1 0 0,-1 0 1 0 0,1 0 0 0 0,-1 0-1 0 0,1 0 1 0 0,-5-4-1 0 0,7 4-31 0 0,-1 1 0 0 0,0-1 0 0 0,0 0 0 0 0,0 0 0 0 0,1 0 0 0 0,-1 1 0 0 0,1-1 0 0 0,0 0 0 0 0,-1 0 0 0 0,1 0 0 0 0,0 0 0 0 0,0 0 0 0 0,0 1 0 0 0,0-1 0 0 0,1 0 0 0 0,-1 0 0 0 0,0 0 0 0 0,1 0 0 0 0,-1 0 0 0 0,1 1 0 0 0,0-1 0 0 0,0 0 0 0 0,-1 1 0 0 0,1-1 0 0 0,2-1 0 0 0,3-8 221 0 0,2 1 0 0 0,-1 1 0 0 0,1-1 0 0 0,1 1 0 0 0,-1 1 0 0 0,1 0 0 0 0,1 0 0 0 0,17-11 0 0 0,89-46-168 0 0,-115 65-227 0 0,29-14-132 0 0,-1 1-81 0 0</inkml:trace>
</inkml:ink>
</file>

<file path=ppt/ink/ink2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5:06.6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13 4145 0 0,'-1'0'271'0'0,"0"-1"-1"0"0,0 0 1 0 0,0 1-1 0 0,0-1 1 0 0,0 1 0 0 0,0-1-1 0 0,0 1 1 0 0,0 0 0 0 0,0-1-1 0 0,-1 1 1 0 0,1 0-1 0 0,0 0 1 0 0,0 0 0 0 0,0 0-1 0 0,-1 0 1 0 0,1 0 0 0 0,0 0-1 0 0,0 0 1 0 0,0 0-1 0 0,0 1 1 0 0,-1-1 0 0 0,1 0-1 0 0,0 1 1 0 0,0-1 0 0 0,0 1-1 0 0,0-1 1 0 0,0 1-1 0 0,0 0 1 0 0,0-1 0 0 0,0 1-1 0 0,-1 1 1 0 0,-2 1 315 0 0,-1 1 0 0 0,1-1 0 0 0,1 1 0 0 0,-1 0 0 0 0,-5 7 0 0 0,5-3-409 0 0,0 0 0 0 0,0 0-1 0 0,1 0 1 0 0,0 0 0 0 0,1 0 0 0 0,-1 1 0 0 0,2-1 0 0 0,-1 1-1 0 0,1 0 1 0 0,0 0 0 0 0,1-1 0 0 0,0 1 0 0 0,1 0 0 0 0,0 0-1 0 0,0-1 1 0 0,1 1 0 0 0,0 0 0 0 0,0-1 0 0 0,1 0 0 0 0,0 1-1 0 0,0-1 1 0 0,9 13 0 0 0,-9-15-118 0 0,0 1-1 0 0,1-1 1 0 0,0-1-1 0 0,0 1 1 0 0,0 0-1 0 0,1-1 1 0 0,0 0-1 0 0,0 0 1 0 0,0 0-1 0 0,1-1 1 0 0,-1 0-1 0 0,1 0 1 0 0,0 0-1 0 0,0-1 1 0 0,1 0-1 0 0,-1 0 1 0 0,1 0-1 0 0,-1-1 1 0 0,1 0-1 0 0,0 0 1 0 0,0-1-1 0 0,0 0 1 0 0,0 0-1 0 0,0-1 1 0 0,0 0-1 0 0,0 0 1 0 0,0 0-1 0 0,12-3 1 0 0,-16 3-51 0 0,0-1-1 0 0,0 0 1 0 0,1 0 0 0 0,-1 0 0 0 0,0 0-1 0 0,0-1 1 0 0,0 1 0 0 0,0-1 0 0 0,0 1-1 0 0,0-1 1 0 0,-1 0 0 0 0,1 0 0 0 0,-1-1 0 0 0,1 1-1 0 0,-1 0 1 0 0,0-1 0 0 0,1 0 0 0 0,-2 1-1 0 0,1-1 1 0 0,0 0 0 0 0,0 0 0 0 0,-1 0 0 0 0,1 0-1 0 0,-1 0 1 0 0,0 0 0 0 0,0 0 0 0 0,0-1-1 0 0,-1 1 1 0 0,1 0 0 0 0,-1-1 0 0 0,0 1 0 0 0,0 0-1 0 0,0-1 1 0 0,0 1 0 0 0,-1-4 0 0 0,-1-6 4 0 0,-1 1 0 0 0,0-1 1 0 0,-1 1-1 0 0,0 0 0 0 0,-1 0 1 0 0,-1 1-1 0 0,-12-21 0 0 0,3 10-84 0 0,0 0-1 0 0,-21-21 0 0 0,4 10-6179 0 0,16 19-627 0 0</inkml:trace>
</inkml:ink>
</file>

<file path=ppt/ink/ink2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5:06.9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65 9674 0 0,'9'-65'11010'0'0,"-9"78"-10286"0"0,1 1 1 0 0,0-1-1 0 0,4 16 0 0 0,0 5-532 0 0,0 15-101 0 0,3 0 0 0 0,3-1 0 0 0,1 0 0 0 0,2 0-1 0 0,25 55 1 0 0,-21-66-2004 0 0,39 61 0 0 0</inkml:trace>
</inkml:ink>
</file>

<file path=ppt/ink/ink2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5:07.0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10 321 3225 0 0,'-2'-5'587'0'0,"0"1"0"0"0,1 0 1 0 0,0-1-1 0 0,0 1 1 0 0,0 0-1 0 0,1-1 0 0 0,-1 1 1 0 0,1-1-1 0 0,0 1 0 0 0,0-1 1 0 0,1 1-1 0 0,-1-1 0 0 0,1 1 1 0 0,0-1-1 0 0,0 1 1 0 0,0 0-1 0 0,1-1 0 0 0,0 1 1 0 0,0 0-1 0 0,0 0 0 0 0,0 0 1 0 0,3-4-1 0 0,3-3 111 0 0,0 1-1 0 0,0-1 1 0 0,1 2 0 0 0,1-1 0 0 0,-1 1-1 0 0,15-10 1 0 0,29-18 23 0 0,83-44 1 0 0,-97 61-826 0 0</inkml:trace>
</inkml:ink>
</file>

<file path=ppt/ink/ink2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5:08.0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79 6913 0 0,'-4'-17'1857'0'0,"2"11"-834"0"0,0 0-1 0 0,1 0 0 0 0,0 0 1 0 0,0-1-1 0 0,0 1 1 0 0,1 0-1 0 0,0-1 0 0 0,5-4 2999 0 0,9 33-3197 0 0,5 28-497 0 0,-1 0 0 0 0,-3 2 0 0 0,-2 0 0 0 0,8 71 1 0 0,22 87-289 0 0,-34-179-119 0 0,19 43 0 0 0,-6-33-6475 0 0,-9-24-645 0 0</inkml:trace>
</inkml:ink>
</file>

<file path=ppt/ink/ink2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5:08.3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16 182 4609 0 0,'-15'-12'4494'0'0,"40"-6"2676"0"0,-14 12-7440 0 0,56-40 3869 0 0,-40 25-2786 0 0,1 2 1 0 0,52-25-1 0 0,-73 41-976 0 0,0 0-1 0 0,0 1 1 0 0,0 0 0 0 0,1 0 0 0 0,-1 1-1 0 0,1 0 1 0 0,-1 0 0 0 0,1 0 0 0 0,-1 1-1 0 0,1 1 1 0 0,-1-1 0 0 0,1 1-1 0 0,10 3 1 0 0,0 2-6990 0 0</inkml:trace>
</inkml:ink>
</file>

<file path=ppt/ink/ink2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5:08.5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0 169 8754 0 0,'3'0'776'0'0,"0"-1"-616"0"0,3-1-160 0 0,-1-1 0 0 0,0 0 1312 0 0,0 1 225 0 0,2-4 55 0 0,6-3 8 0 0,10-5-319 0 0,6-7-65 0 0,5-2-16 0 0,7-3 0 0 0,2 5-2072 0 0,-2 1-416 0 0,-4 3-88 0 0</inkml:trace>
</inkml:ink>
</file>

<file path=ppt/ink/ink2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5:17.1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59 465 4145 0 0,'-2'0'250'0'0,"-1"0"0"0"0,1-1 0 0 0,0 1 1 0 0,-1 0-1 0 0,1-1 0 0 0,0 0 0 0 0,-1 0 0 0 0,1 0 1 0 0,0 0-1 0 0,0 0 0 0 0,-1 0 0 0 0,1 0 0 0 0,0-1 0 0 0,0 1 1 0 0,1-1-1 0 0,-1 0 0 0 0,0 1 0 0 0,0-1 0 0 0,1 0 1 0 0,-1 0-1 0 0,1 0 0 0 0,0 0 0 0 0,-1 0 0 0 0,-1-4 1 0 0,2 2 163 0 0,0 1 1 0 0,0 0-1 0 0,0 0 1 0 0,0-1 0 0 0,0 1-1 0 0,1-1 1 0 0,-1 1-1 0 0,1 0 1 0 0,0-1 0 0 0,0 1-1 0 0,0-1 1 0 0,0 1-1 0 0,1-1 1 0 0,0 1 0 0 0,-1 0-1 0 0,1-1 1 0 0,2-2-1 0 0,4-8-299 0 0,1 1 0 0 0,0 0-1 0 0,1 1 1 0 0,0 0-1 0 0,1 1 1 0 0,1-1-1 0 0,-1 2 1 0 0,23-17-1 0 0,11-4 327 0 0,51-29 0 0 0,-86 55-436 0 0,33-18 48 0 0,1 1 0 0 0,1 3 0 0 0,1 1 0 0 0,1 2 0 0 0,0 2 0 0 0,0 3 0 0 0,62-8 0 0 0,-91 17 46 0 0,0 1 0 0 0,0 0 1 0 0,0 2-1 0 0,0 0 0 0 0,0 1 0 0 0,-1 0 0 0 0,1 1 0 0 0,0 1 0 0 0,-1 1 0 0 0,0 1 0 0 0,23 10 0 0 0,-19-5 24 0 0,-1 0 1 0 0,-1 2-1 0 0,0 0 0 0 0,0 1 0 0 0,-2 1 0 0 0,0 0 1 0 0,0 1-1 0 0,17 24 0 0 0,-14-13-19 0 0,0 1 0 0 0,28 59-1 0 0,20 68 159 0 0,-42-92-103 0 0,40 98-89 0 0,58 229-1 0 0,-112-333-53 0 0,-2 0 1 0 0,-3 1-1 0 0,-2 59 1 0 0,3 24-19 0 0,0-87 2 0 0,3-1 0 0 0,34 104 0 0 0,-4-18 0 0 0,-18-34 0 0 0,-9-43 0 0 0,24 75 0 0 0,-25-97 138 0 0,10 56-1 0 0,-5-14-12 0 0,-16-78-125 0 0,0 1 0 0 0,-1-1 0 0 0,0 0 0 0 0,1 1 0 0 0,-2-1 0 0 0,1 0 0 0 0,0 1 0 0 0,-1-1 0 0 0,0 0 0 0 0,0 1 0 0 0,0-1 0 0 0,-1 0 0 0 0,0 0 0 0 0,1 0 0 0 0,-1 0 0 0 0,0 0 0 0 0,-1 0 0 0 0,1-1 0 0 0,-1 1 0 0 0,0-1 0 0 0,0 0 0 0 0,0 0 0 0 0,-6 6 0 0 0,-7 3 0 0 0,0 1 0 0 0,-1-2 0 0 0,-33 16 0 0 0,47-25 0 0 0,-20 8 57 0 0,0-1 1 0 0,0-1-1 0 0,0-1 1 0 0,-1-2-1 0 0,-40 6 0 0 0,-30 6 95 0 0,83-21-2159 0 0</inkml:trace>
</inkml:ink>
</file>

<file path=ppt/ink/ink2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5:17.6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5529 0 0,'7'1'12117'0'0,"6"1"-8393"0"0,2 0-3501 0 0,0 1-1 0 0,0 1 0 0 0,20 7 0 0 0,91 43 207 0 0,-107-48-337 0 0,1 0 0 0 0,0-2 1 0 0,1 0-1 0 0,32 2 0 0 0,-28-4 25 0 0,-1 1-1 0 0,1 1 1 0 0,-1 1 0 0 0,36 13-1 0 0,89 44 66 0 0,-111-45-320 0 0,-30-14-32 0 0,-6-3-20 0 0,0 0 0 0 0,0 1 0 0 0,0-1 0 0 0,0 1 0 0 0,-1 0 0 0 0,1 0 0 0 0,0 0 0 0 0,-1 0 0 0 0,1 0 0 0 0,-1 0 0 0 0,3 2 0 0 0</inkml:trace>
</inkml:ink>
</file>

<file path=ppt/ink/ink2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5:18.0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57 1928 0 0,'1'-7'141'0'0,"15"-43"11176"0"0,-3 52-7033 0 0,12 9-2081 0 0,-17-7-1530 0 0,22 12-60 0 0,-1 2 0 0 0,-1 1 0 0 0,0 1 0 0 0,-2 1 0 0 0,38 38 0 0 0,58 45-3740 0 0</inkml:trace>
</inkml:ink>
</file>

<file path=ppt/ink/ink2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5:18.3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170 131 2761 0 0,'1'-14'1117'0'0,"0"0"0"0"0,6-24 0 0 0,0 6 4104 0 0,-5-1 4192 0 0,-10 55-6989 0 0,-5 22-2218 0 0,-38 123 194 0 0,41-140-371 0 0,-1-1 0 0 0,-2 0 0 0 0,-30 48 0 0 0,38-67-592 0 0,0 0 0 0 0,-1 0 0 0 0,1-1 1 0 0,-13 11-1 0 0</inkml:trace>
</inkml:ink>
</file>

<file path=ppt/ink/ink2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5:18.6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148 31 1840 0 0,'-32'-7'47'0'0,"-37"-8"-1475"0"0,22 6 4419 0 0,68 11 4991 0 0,6-1-4168 0 0,51 3-576 0 0,-67-2-3025 0 0,0 1 0 0 0,0-1 0 0 0,0 2-1 0 0,-1 0 1 0 0,1 0 0 0 0,-1 1 0 0 0,0 0 0 0 0,11 7 0 0 0,-6-1-1355 0 0,-1 1 0 0 0,17 17 0 0 0,-9-13-2309 0 0</inkml:trace>
</inkml:ink>
</file>

<file path=ppt/ink/ink2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5:18.8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 6 3225 0 0,'-1'-1'452'0'0,"-1"1"1"0"0,0-1-1 0 0,0 0 1 0 0,0 0-1 0 0,0 1 1 0 0,0-1-1 0 0,0 1 1 0 0,0-1-1 0 0,0 1 1 0 0,0 0-1 0 0,0 0 1 0 0,0 0-1 0 0,0 0 1 0 0,0 0-1 0 0,0 1 1 0 0,0-1-1 0 0,0 1 1 0 0,0-1-1 0 0,0 1 1 0 0,0 0-1 0 0,0-1 1 0 0,0 1-1 0 0,0 0 1 0 0,0 0-1 0 0,1 0 1 0 0,-1 1-1 0 0,0-1 1 0 0,1 0-1 0 0,-2 2 1 0 0,-20 23 2019 0 0,9 1-3615 0 0,11-17 618 0 0</inkml:trace>
</inkml:ink>
</file>

<file path=ppt/ink/ink2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5:20.2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0 108 4441 0 0,'6'-8'432'0'0,"0"-1"0"0"0,-1 1 0 0 0,0-1 0 0 0,7-19 1 0 0,-10 23 1213 0 0,0-1 0 0 0,0 0 1 0 0,-1 1-1 0 0,0-1 0 0 0,0-11 1 0 0,3 34 3044 0 0,11 21-3885 0 0,-4-7-578 0 0,7 30 44 0 0,13 91 0 0 0,-9-31-579 0 0,-19-111 22 0 0,8 37-187 0 0,-10-45 103 0 0,0 1 1 0 0,0 0-1 0 0,0 0 0 0 0,1-1 0 0 0,-1 1 0 0 0,1-1 0 0 0,-1 1 0 0 0,1-1 1 0 0,0 1-1 0 0,0-1 0 0 0,0 0 0 0 0,3 3 0 0 0,1-3-1286 0 0</inkml:trace>
</inkml:ink>
</file>

<file path=ppt/ink/ink2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5:20.4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0 124 4145 0 0,'4'-5'368'0'0,"0"0"0"0"0,1 1 0 0 0,-1 0 0 0 0,1 0 0 0 0,0 0 0 0 0,0 0 0 0 0,1 1 0 0 0,-1 0 0 0 0,7-3 0 0 0,3-4 516 0 0,1 1-400 0 0,-1-1 0 0 0,1 2 1 0 0,1 0-1 0 0,-1 1 1 0 0,1 1-1 0 0,1 0 1 0 0,-1 1-1 0 0,1 1 0 0 0,0 1 1 0 0,0 1-1 0 0,28-1 1 0 0,-24 5-828 0 0</inkml:trace>
</inkml:ink>
</file>

<file path=ppt/ink/ink2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5:20.6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59 8754 0 0,'3'0'776'0'0,"1"-1"-616"0"0,1-1-160 0 0,-2 1 0 0 0,1-1 448 0 0,0 1 64 0 0,5-3 16 0 0,5-1 1 0 0,3-2-425 0 0,2 0-104 0 0,0-1 0 0 0,3 1 0 0 0,-1 1 0 0 0,2-1 0 0 0</inkml:trace>
</inkml:ink>
</file>

<file path=ppt/ink/ink2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5:21.9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39 270 3225 0 0,'-7'-10'2249'0'0,"0"-1"0"0"0,-9-22 1 0 0,15 28-1467 0 0,-1 1 1 0 0,1 0-1 0 0,-1 0 1 0 0,1-1-1 0 0,1 1 1 0 0,-1 0-1 0 0,1-1 1 0 0,-1 1-1 0 0,1-1 1 0 0,0 1-1 0 0,2-9 1 0 0,-2 13-768 0 0,0 0-1 0 0,0 0 1 0 0,0 0 0 0 0,0-1-1 0 0,0 1 1 0 0,0 0 0 0 0,0 0 0 0 0,0 0-1 0 0,0 0 1 0 0,0-1 0 0 0,1 1 0 0 0,-1 0-1 0 0,0 0 1 0 0,0 0 0 0 0,0-1-1 0 0,0 1 1 0 0,0 0 0 0 0,1 0 0 0 0,-1 0-1 0 0,0 0 1 0 0,0 0 0 0 0,0 0 0 0 0,0-1-1 0 0,1 1 1 0 0,-1 0 0 0 0,0 0-1 0 0,0 0 1 0 0,0 0 0 0 0,0 0 0 0 0,1 0-1 0 0,-1 0 1 0 0,0 0 0 0 0,0 0 0 0 0,0 0-1 0 0,1 0 1 0 0,-1 0 0 0 0,0 0-1 0 0,0 0 1 0 0,0 0 0 0 0,1 0 0 0 0,-1 0-1 0 0,0 0 1 0 0,1 0 0 0 0,9 8 1069 0 0,6 11 486 0 0,-16-19-1561 0 0,38 51-10 0 0,38 70 0 0 0,-48-75 0 0 0,1 0 0 0 0,40 46 0 0 0,-48-68 0 0 0,2 0 0 0 0,0-1 0 0 0,2-2 0 0 0,0 0 0 0 0,33 20 0 0 0,-57-42 8 0 0,-1 1 0 0 0,1 0 0 0 0,-1 0 1 0 0,1 0-1 0 0,-1 0 0 0 0,1 0 0 0 0,-1-1 0 0 0,0 1 0 0 0,1 0 0 0 0,-1 0 1 0 0,1-1-1 0 0,-1 1 0 0 0,0 0 0 0 0,1-1 0 0 0,-1 1 0 0 0,0 0 1 0 0,1-1-1 0 0,-1 1 0 0 0,0 0 0 0 0,1-1 0 0 0,-1 1 0 0 0,0-1 1 0 0,0 1-1 0 0,0-1 0 0 0,1 1 0 0 0,-1-1 0 0 0,0 1 0 0 0,0 0 1 0 0,0-1-1 0 0,0 1 0 0 0,0-1 0 0 0,0 1 0 0 0,0-1 0 0 0,0 1 1 0 0,0-1-1 0 0,0 1 0 0 0,0-1 0 0 0,0 0 0 0 0,3-31 520 0 0,-3 23-397 0 0,44-289 1302 0 0,-32 238-1985 0 0,3 1 1 0 0,44-110 0 0 0,-57 164 41 0 0,1-1 0 0 0,-1 0 0 0 0,1 1 0 0 0,1 0 0 0 0,-1 0 0 0 0,8-9 0 0 0</inkml:trace>
</inkml:ink>
</file>

<file path=ppt/ink/ink2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5:22.1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37 7834 0 0,'-9'3'9347'0'0,"13"-3"-7740"0"0,50-18 1900 0 0,-16 5-3666 0 0,1 5-6286 0 0</inkml:trace>
</inkml:ink>
</file>

<file path=ppt/ink/ink2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5:22.3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1 110 7834 0 0,'0'1'760'0'0,"1"-1"-672"0"0,1 0-88 0 0,0-1 0 0 0,1 0 0 0 0,2-1 864 0 0,2-2 152 0 0,4-2 32 0 0,5-4 9 0 0,4-3-529 0 0,1-1-104 0 0,2 0-16 0 0,0 0-8 0 0,1 2-336 0 0,0 1-64 0 0,-4 2 0 0 0</inkml:trace>
</inkml:ink>
</file>

<file path=ppt/ink/ink2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5:22.6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1 8290 0 0,'-4'5'4976'0'0,"4"-5"-4872"0"0,2 16 2128 0 0,6 14-341 0 0,-8-30-1859 0 0,64 217 4443 0 0,-40-120-4069 0 0,15 140 1 0 0,-34-185-1472 0 0,0 0-4181 0 0,-1-2-1854 0 0</inkml:trace>
</inkml:ink>
</file>

<file path=ppt/ink/ink2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5:22.8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1 122 9674 0 0,'27'-12'1985'0'0,"1"2"-1"0"0,42-11 1 0 0,-15 5-369 0 0,3-4-332 0 0,48-14-710 0 0,-96 31-958 0 0,0 1-1 0 0,0 0 0 0 0,0 1 1 0 0,0 1-1 0 0,1-1 0 0 0,-1 1 1 0 0,0 1-1 0 0,13 2 1 0 0,-19-2 350 0 0,0 0 0 0 0,0 0 1 0 0,0 1-1 0 0,0-1 0 0 0,0 1 1 0 0,0 0-1 0 0,-1 0 0 0 0,1 0 1 0 0,-1 0-1 0 0,1 1 1 0 0,-1-1-1 0 0,5 7 0 0 0,1 5 34 0 0</inkml:trace>
</inkml:ink>
</file>

<file path=ppt/ink/ink2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5:23.0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1 184 11979 0 0,'6'-1'2278'0'0,"12"-10"-835"0"0,18-15-51 0 0,-34 25-1319 0 0,80-56 1157 0 0,48-18-5039 0 0,-106 62 3706 0 0</inkml:trace>
</inkml:ink>
</file>

<file path=ppt/ink/ink2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5:23.4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 6449 0 0,'4'-6'6151'0'0,"-4"6"-6001"0"0,10 5 3673 0 0,6 9-1923 0 0,-9-2-1476 0 0,0 0 104 0 0,0 1 0 0 0,-1-1 0 0 0,-1 1-1 0 0,7 21 1 0 0,11 70 266 0 0,-18-80-626 0 0,36 256 411 0 0,-27-163-1717 0 0,4-2-3348 0 0,-17-100-2005 0 0</inkml:trace>
</inkml:ink>
</file>

<file path=ppt/ink/ink2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5:23.8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5 174 8290 0 0,'-1'-3'95'0'0,"0"0"0"0"0,0 0 1 0 0,0 0-1 0 0,1 0 0 0 0,0-1 0 0 0,-1 1 1 0 0,1 0-1 0 0,0 0 0 0 0,1-1 1 0 0,-1 1-1 0 0,0 0 0 0 0,1 0 0 0 0,1-3 1 0 0,0 1 267 0 0,1 0 1 0 0,-1 1 0 0 0,1 0 0 0 0,1-1-1 0 0,-1 1 1 0 0,0 0 0 0 0,7-5-1 0 0,0 0 218 0 0,0 1-1 0 0,1-1 0 0 0,1 2 0 0 0,-1 0 0 0 0,1 0 1 0 0,0 1-1 0 0,1 0 0 0 0,-1 1 0 0 0,1 1 1 0 0,20-5-1 0 0,-19 6-386 0 0,0 0 0 0 0,0 2 0 0 0,0-1 0 0 0,0 2 0 0 0,0 0 0 0 0,0 0 0 0 0,0 1 0 0 0,0 1 0 0 0,0 1 0 0 0,16 4 0 0 0,-26-6-216 0 0,0 1 0 0 0,0-1-1 0 0,0 1 1 0 0,-1 0 0 0 0,1 0 0 0 0,-1 0 0 0 0,0 0 0 0 0,1 1 0 0 0,-1-1-1 0 0,0 1 1 0 0,0 0 0 0 0,-1 0 0 0 0,1 0 0 0 0,-1 0 0 0 0,1 0-1 0 0,-1 1 1 0 0,3 6 0 0 0,-2-4-122 0 0,-1 1 1 0 0,-1-1-1 0 0,1 1 0 0 0,-1 0 0 0 0,0 0 0 0 0,0-1 0 0 0,-1 1 1 0 0,0 0-1 0 0,-1 12 0 0 0,-4 7-383 0 0,-1 1 1 0 0,-1-1-1 0 0,-1 0 0 0 0,-13 29 1 0 0,3-17 450 0 0,-2 0 0 0 0,-46 66 1 0 0,26-45 1448 0 0,40-58-1273 0 0,-1-1 0 0 0,0 1 0 0 0,0 0-1 0 0,1 0 1 0 0,-1 0 0 0 0,1 0-1 0 0,-1 0 1 0 0,1 0 0 0 0,-1 0-1 0 0,1 1 1 0 0,0-1 0 0 0,-1 0 0 0 0,1 0-1 0 0,0 0 1 0 0,0 0 0 0 0,0 0-1 0 0,0 1 1 0 0,0-1 0 0 0,0 0-1 0 0,0 0 1 0 0,0 0 0 0 0,0 0 0 0 0,1 0-1 0 0,-1 1 1 0 0,1 0 0 0 0,0-1-12 0 0,0 1 0 0 0,1-1 1 0 0,-1-1-1 0 0,0 1 1 0 0,0 0-1 0 0,1 0 0 0 0,-1 0 1 0 0,0-1-1 0 0,1 1 0 0 0,-1-1 1 0 0,1 1-1 0 0,-1-1 0 0 0,1 1 1 0 0,-1-1-1 0 0,1 0 0 0 0,2 0 1 0 0,9 1 155 0 0,1-2-1 0 0,-1 1 1 0 0,19-5 0 0 0,-26 4-219 0 0,51-8 22 0 0,94-10-2615 0 0,-127 17 1120 0 0</inkml:trace>
</inkml:ink>
</file>

<file path=ppt/ink/ink2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5:27.6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40 11522 0 0,'0'0'887'0'0,"0"1"-483"0"0,0 0-213 0 0,1 0 0 0 0,-1-1-1 0 0,1 1 1 0 0,-1-1 0 0 0,1 1-1 0 0,0 0 1 0 0,0-1 0 0 0,-1 1-1 0 0,1-1 1 0 0,0 0 0 0 0,0 1-1 0 0,-1-1 1 0 0,1 1 0 0 0,0-1-1 0 0,0 0 1 0 0,0 0 0 0 0,-1 0-1 0 0,1 1 1 0 0,0-1 0 0 0,0 0-1 0 0,0 0 1 0 0,0 0 0 0 0,0 0-1 0 0,0 0 1 0 0,-1-1 0 0 0,1 1-1 0 0,0 0 1 0 0,1 0 0 0 0,26-4 1206 0 0,61-19-614 0 0,-20 4-3355 0 0,-52 16 880 0 0</inkml:trace>
</inkml:ink>
</file>

<file path=ppt/ink/ink2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5:27.8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67 7834 0 0,'0'1'152'0'0,"0"-1"1"0"0,1 1-1 0 0,-1-1 1 0 0,1 0 0 0 0,-1 1-1 0 0,1-1 1 0 0,-1 1-1 0 0,1-1 1 0 0,0 0-1 0 0,-1 0 1 0 0,1 1 0 0 0,-1-1-1 0 0,1 0 1 0 0,-1 0-1 0 0,1 0 1 0 0,0 1-1 0 0,-1-1 1 0 0,1 0 0 0 0,0 0-1 0 0,-1 0 1 0 0,1 0-1 0 0,0 0 1 0 0,-1 0-1 0 0,1 0 1 0 0,-1-1 0 0 0,1 1-1 0 0,0 0 1 0 0,0 0-1 0 0,27-5 1789 0 0,-21 4-1473 0 0,17-3 439 0 0,-1-2 1 0 0,34-11-1 0 0,10-9-5031 0 0,-55 22 2644 0 0,8-5-575 0 0</inkml:trace>
</inkml:ink>
</file>

<file path=ppt/ink/ink2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5:28.1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11 13363 0 0,'-26'-10'6291'0'0,"27"10"-6177"0"0,0 0 0 0 0,-1 0 0 0 0,1 0 0 0 0,0 0 0 0 0,0 0 0 0 0,-1 0 1 0 0,1 0-1 0 0,0 0 0 0 0,-1 0 0 0 0,1 0 0 0 0,0 1 0 0 0,-1-1 1 0 0,1 0-1 0 0,-1 1 0 0 0,1-1 0 0 0,0 0 0 0 0,-1 1 0 0 0,1-1 1 0 0,-1 1-1 0 0,1-1 0 0 0,-1 1 0 0 0,1-1 0 0 0,-1 1 0 0 0,1-1 0 0 0,-1 1 1 0 0,1 0-1 0 0,11 14 35 0 0,-5-4-32 0 0,-1 0 0 0 0,0 0 1 0 0,0 0-1 0 0,-1 1 0 0 0,6 24 1 0 0,10 63 248 0 0,-18-81-301 0 0,38 191 503 0 0,24 150-864 0 0,-62-326-796 0 0,-1 0-1 0 0,-3 41 1 0 0,-1-54-6504 0 0</inkml:trace>
</inkml:ink>
</file>

<file path=ppt/ink/ink2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5:28.3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9 177 3681 0 0,'-1'-1'182'0'0,"0"0"0"0"0,1 0 0 0 0,-1 0 0 0 0,0 1 0 0 0,1-1 0 0 0,-1 0 0 0 0,1 0 1 0 0,-1 0-1 0 0,1 0 0 0 0,-1 0 0 0 0,1 0 0 0 0,0-1 0 0 0,-1 1 0 0 0,1 0 0 0 0,0 0 0 0 0,0 0 0 0 0,0 0 0 0 0,0 0 1 0 0,0-2-1 0 0,1 1 257 0 0,0 0 0 0 0,0 0 1 0 0,1 0-1 0 0,-1 1 1 0 0,0-1-1 0 0,1 0 0 0 0,-1 1 1 0 0,1-1-1 0 0,-1 1 1 0 0,3-2-1 0 0,14-10 918 0 0,1 0-1 0 0,0 1 1 0 0,1 1 0 0 0,0 1-1 0 0,35-13 1 0 0,-9 8-173 0 0,74-15 0 0 0,-106 27-1183 0 0,1 1 1 0 0,-1 0-1 0 0,28 1 1 0 0,-34 2-470 0 0,0 0 0 0 0,-1 0 0 0 0,1 0 1 0 0,-1 1-1 0 0,11 4 0 0 0,1 3-6744 0 0</inkml:trace>
</inkml:ink>
</file>

<file path=ppt/ink/ink2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5:28.5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1 164 8754 0 0,'4'1'875'0'0,"0"-2"-1"0"0,0 1 1 0 0,1 0 0 0 0,-1-1-1 0 0,0 1 1 0 0,0-1 0 0 0,0-1 0 0 0,7-1-1 0 0,11-8 184 0 0,1 0 0 0 0,-2-2 0 0 0,1 0 0 0 0,21-18 0 0 0,32-21-4917 0 0,-56 40 2583 0 0,-2-1 770 0 0</inkml:trace>
</inkml:ink>
</file>

<file path=ppt/ink/ink2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5:28.9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 11522 0 0,'0'-1'210'0'0,"1"1"-1"0"0,0-1 0 0 0,0 0 0 0 0,0 1 0 0 0,0-1 0 0 0,0 1 0 0 0,0-1 1 0 0,0 1-1 0 0,0 0 0 0 0,0-1 0 0 0,0 1 0 0 0,0 0 0 0 0,0 0 0 0 0,0 0 1 0 0,0-1-1 0 0,0 1 0 0 0,0 0 0 0 0,1 0 0 0 0,-1 1 0 0 0,0-1 0 0 0,0 0 1 0 0,0 0-1 0 0,0 1 0 0 0,0-1 0 0 0,0 0 0 0 0,0 1 0 0 0,0-1 0 0 0,0 1 1 0 0,0-1-1 0 0,0 1 0 0 0,0-1 0 0 0,-1 1 0 0 0,1 0 0 0 0,0 0 0 0 0,0-1 1 0 0,-1 1-1 0 0,1 0 0 0 0,0 0 0 0 0,-1 0 0 0 0,2 1 0 0 0,2 3 119 0 0,-1 0 0 0 0,0 0 0 0 0,1 0 0 0 0,-2 1 0 0 0,6 10 0 0 0,-3 3-133 0 0,0 1 1 0 0,-1 0 0 0 0,-1 0-1 0 0,0 0 1 0 0,-2 0 0 0 0,-1 26-1 0 0,-19 117 49 0 0,11-119-736 0 0,2 0 0 0 0,1 87 0 0 0,5-123 111 0 0,1 0 0 0 0,0 0 0 0 0,0-1 0 0 0,1 1 0 0 0,2 9 0 0 0,2-5-979 0 0</inkml:trace>
</inkml:ink>
</file>

<file path=ppt/ink/ink2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5:29.3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1 311 6913 0 0,'0'-14'342'0'0,"0"0"0"0"0,0-1-1 0 0,5-25 1 0 0,-3 33 98 0 0,0-1 0 0 0,0 1 0 0 0,1 0-1 0 0,0 0 1 0 0,0 1 0 0 0,1-1 0 0 0,0 0 0 0 0,0 1 0 0 0,7-8 0 0 0,2 0 213 0 0,0 0 0 0 0,1 1 0 0 0,0 0 0 0 0,1 1 0 0 0,1 1 0 0 0,-1 1 0 0 0,2 0 0 0 0,31-14 0 0 0,-33 18-378 0 0,0 0-1 0 0,0 2 0 0 0,1 0 0 0 0,0 0 0 0 0,-1 1 0 0 0,1 1 0 0 0,0 1 0 0 0,0 0 1 0 0,0 2-1 0 0,0-1 0 0 0,17 4 0 0 0,-29-3-237 0 0,-1-1 1 0 0,1 1-1 0 0,0 0 1 0 0,-1 0-1 0 0,1 0 1 0 0,-1 1-1 0 0,1-1 1 0 0,-1 1-1 0 0,0 0 1 0 0,0 0-1 0 0,0 0 1 0 0,0 0-1 0 0,0 1 1 0 0,0-1-1 0 0,0 1 1 0 0,-1 0-1 0 0,0 0 0 0 0,5 5 1 0 0,-5-3-32 0 0,0 0 0 0 0,0 1-1 0 0,0-1 1 0 0,-1 0 0 0 0,0 1 0 0 0,0-1 0 0 0,0 0-1 0 0,0 1 1 0 0,-1-1 0 0 0,0 1 0 0 0,-1 8 0 0 0,-3 9-74 0 0,0 1 1 0 0,-2-1 0 0 0,-1 0 0 0 0,-15 36-1 0 0,-12 14-26 0 0,20-44 402 0 0,-14 38 0 0 0,27-67-289 0 0,1 1 0 0 0,0-1-1 0 0,0 0 1 0 0,0 1 0 0 0,0-1 0 0 0,-1 1 0 0 0,1-1-1 0 0,0 1 1 0 0,0-1 0 0 0,0 1 0 0 0,0-1 0 0 0,0 1-1 0 0,0-1 1 0 0,0 1 0 0 0,1-1 0 0 0,-1 1 0 0 0,0-1-1 0 0,0 1 1 0 0,0-1 0 0 0,0 1 0 0 0,0-1 0 0 0,1 0 0 0 0,-1 1-1 0 0,0-1 1 0 0,0 1 0 0 0,1-1 0 0 0,-1 0 0 0 0,0 1-1 0 0,1-1 1 0 0,-1 0 0 0 0,1 1 0 0 0,-1-1 0 0 0,1 1-1 0 0,19 2 347 0 0,22-11-49 0 0,32-8-636 0 0,-24 15-2713 0 0</inkml:trace>
</inkml:ink>
</file>

<file path=ppt/ink/ink2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5:29.6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 9762 0 0,'1'-1'275'0'0,"1"0"0"0"0,-1 0 0 0 0,1 0 1 0 0,-1 1-1 0 0,1-1 0 0 0,-1 1 0 0 0,1-1 0 0 0,0 1 0 0 0,-1-1 0 0 0,1 1 0 0 0,0 0 0 0 0,-1 0 1 0 0,1 0-1 0 0,0 0 0 0 0,-1 0 0 0 0,1 0 0 0 0,0 0 0 0 0,-1 1 0 0 0,1-1 0 0 0,-1 1 1 0 0,1-1-1 0 0,0 1 0 0 0,-1 0 0 0 0,1-1 0 0 0,-1 1 0 0 0,1 0 0 0 0,-1 0 0 0 0,0 0 0 0 0,3 2 1 0 0,2 1 485 0 0,0 1 1 0 0,-1-1-1 0 0,0 1 1 0 0,0 0-1 0 0,8 11 1 0 0,-6-6-614 0 0,-2 1 1 0 0,1 0-1 0 0,-1 0 0 0 0,-1 1 1 0 0,0 0-1 0 0,-1-1 1 0 0,0 1-1 0 0,2 15 0 0 0,3 104 264 0 0,-6-87-328 0 0,1 48-502 0 0,6 103 663 0 0,1-65-8090 0 0,-8-110 785 0 0</inkml:trace>
</inkml:ink>
</file>

<file path=ppt/ink/ink2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5:29.8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12 172 8754 0 0,'-1'-1'93'0'0,"1"0"0"0"0,-1 0 0 0 0,0 1 0 0 0,0-1 0 0 0,0 0 0 0 0,0 0 0 0 0,1 0 0 0 0,-1 0 0 0 0,0-1 0 0 0,1 1 0 0 0,-1 0 0 0 0,1 0 0 0 0,-1 0 0 0 0,1 0 0 0 0,0-1 0 0 0,-1 1 0 0 0,1 0 0 0 0,0 0 0 0 0,0-1 0 0 0,0 1 0 0 0,0 0-1 0 0,0 0 1 0 0,0-1 0 0 0,0 1 0 0 0,1 0 0 0 0,-1 0 0 0 0,1-2 0 0 0,1 0 321 0 0,1 0 0 0 0,-1 0 0 0 0,1 1 0 0 0,0-1 0 0 0,-1 1-1 0 0,1-1 1 0 0,1 1 0 0 0,4-2 0 0 0,25-14 1221 0 0,0 2 0 0 0,2 1 0 0 0,57-16-1 0 0,-65 22-1366 0 0,2 1-1138 0 0,-1-1-4102 0 0,1 2-1913 0 0</inkml:trace>
</inkml:ink>
</file>

<file path=ppt/ink/ink2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5:30.1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64 110 6449 0 0,'-1'0'236'0'0,"0"-1"0"0"0,0 1 1 0 0,0-1-1 0 0,0 1 0 0 0,0 0 0 0 0,0-1 0 0 0,0 1 0 0 0,0 0 0 0 0,0 0 0 0 0,0 0 0 0 0,0 0 0 0 0,0 0 0 0 0,0 0 0 0 0,0 0 0 0 0,0 0 0 0 0,0 0 0 0 0,0 0 0 0 0,0 1 0 0 0,0-1 0 0 0,0 0 0 0 0,0 1 0 0 0,0-1 0 0 0,0 1 1 0 0,0-1-1 0 0,0 1 0 0 0,0-1 0 0 0,0 1 0 0 0,0 0 0 0 0,1-1 0 0 0,-1 1 0 0 0,0 0 0 0 0,1 0 0 0 0,-1 0 0 0 0,0-1 0 0 0,1 1 0 0 0,-1 1 0 0 0,-3 3 323 0 0,0-1-1 0 0,1 1 1 0 0,0-1-1 0 0,0 1 1 0 0,-4 9 0 0 0,5-7-404 0 0,1 0 1 0 0,0 0 0 0 0,0 0 0 0 0,1 0 0 0 0,-1 1-1 0 0,2-1 1 0 0,-1 0 0 0 0,1 0 0 0 0,0 0 0 0 0,0 0 0 0 0,1 0-1 0 0,0 0 1 0 0,1-1 0 0 0,-1 1 0 0 0,1 0 0 0 0,0-1-1 0 0,1 0 1 0 0,-1 0 0 0 0,9 10 0 0 0,-10-13-120 0 0,0 0 0 0 0,1 0 0 0 0,0 0-1 0 0,-1 0 1 0 0,1 0 0 0 0,0 0 0 0 0,0-1 0 0 0,1 1 0 0 0,-1-1 0 0 0,0 0 0 0 0,1 0 0 0 0,-1 0 0 0 0,1-1 0 0 0,0 1-1 0 0,0-1 1 0 0,0 0 0 0 0,-1 0 0 0 0,1 0 0 0 0,0-1 0 0 0,0 1 0 0 0,0-1 0 0 0,0 0 0 0 0,0 0 0 0 0,0 0 0 0 0,0-1-1 0 0,0 1 1 0 0,0-1 0 0 0,0 0 0 0 0,0 0 0 0 0,0-1 0 0 0,-1 1 0 0 0,1-1 0 0 0,0 1 0 0 0,-1-1 0 0 0,7-5 0 0 0,-7 5-35 0 0,-1 0 0 0 0,1 0 0 0 0,0-1 1 0 0,-1 1-1 0 0,1-1 0 0 0,-1 0 1 0 0,0 0-1 0 0,0 0 0 0 0,0 0 0 0 0,0 0 1 0 0,0 0-1 0 0,-1 0 0 0 0,1-1 1 0 0,-1 1-1 0 0,0 0 0 0 0,1-7 0 0 0,-1 4-3 0 0,-1-1 0 0 0,0 1 0 0 0,0 0 0 0 0,0 0-1 0 0,-1 0 1 0 0,0-1 0 0 0,0 1 0 0 0,-1 0 0 0 0,-1-6-1 0 0,-4-4-67 0 0,0 0-1 0 0,-1 1 0 0 0,0 0 1 0 0,-1 0-1 0 0,-1 1 0 0 0,-12-14 1 0 0,-37-35-3067 0 0,40 43-3900 0 0</inkml:trace>
</inkml:ink>
</file>

<file path=ppt/ink/ink2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5:30.3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17508 0 0,'14'49'3954'0'0,"12"173"-1921"0"0,4 20-1670 0 0,-24-215-533 0 0,1-1-1 0 0,1-1 1 0 0,18 41 0 0 0,5-10-3397 0 0</inkml:trace>
</inkml:ink>
</file>

<file path=ppt/ink/ink2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5:30.5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1 188 10138 0 0,'1'-1'421'0'0,"-1"-1"1"0"0,1 1-1 0 0,1-1 0 0 0,-1 1 0 0 0,0 0 0 0 0,0-1 1 0 0,0 1-1 0 0,1 0 0 0 0,-1 0 0 0 0,0 0 1 0 0,1 0-1 0 0,-1 0 0 0 0,1 0 0 0 0,0 0 0 0 0,1 0 1 0 0,36-22 2101 0 0,222-84 1289 0 0,-182 81-3912 0 0,-42 13 16 0 0</inkml:trace>
</inkml:ink>
</file>

<file path=ppt/ink/ink2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5:34.4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54 142 4145 0 0,'0'2'92'0'0,"0"-1"1"0"0,0 0-1 0 0,0 1 1 0 0,0-1-1 0 0,0 0 1 0 0,0 0 0 0 0,1 1-1 0 0,-1-1 1 0 0,0 0-1 0 0,1 0 1 0 0,-1 1-1 0 0,1-1 1 0 0,-1 0-1 0 0,1 0 1 0 0,0 0-1 0 0,0 0 1 0 0,-1 0-1 0 0,1 0 1 0 0,1 1-1 0 0,23 23 2291 0 0,-15-14-1975 0 0,7 10 759 0 0,-1 0 0 0 0,-1 2 0 0 0,-1 0 0 0 0,-1 0 0 0 0,19 49 0 0 0,-14-29-362 0 0,-13-33-618 0 0,0 0 0 0 0,0 0 0 0 0,1 0 0 0 0,0-1 0 0 0,1 0 0 0 0,9 11 0 0 0,-15-19-149 0 0,1 1 1 0 0,-1-1-1 0 0,1 0 0 0 0,-1 0 1 0 0,1 0-1 0 0,0 0 0 0 0,0 0 1 0 0,-1 0-1 0 0,1 0 0 0 0,0 0 1 0 0,0-1-1 0 0,0 1 1 0 0,0-1-1 0 0,0 1 0 0 0,0-1 1 0 0,0 0-1 0 0,3 0 0 0 0,-3 0 2 0 0,1-1 0 0 0,-1 0 0 0 0,0 1 0 0 0,0-1 0 0 0,1-1 0 0 0,-1 1 0 0 0,0 0 0 0 0,0 0 0 0 0,0-1 0 0 0,0 1 0 0 0,0-1 0 0 0,-1 1 0 0 0,1-1 0 0 0,0 0 0 0 0,-1 0 0 0 0,1 0 0 0 0,-1 0 0 0 0,2-3 0 0 0,4-7 61 0 0,0-1 1 0 0,0 0-1 0 0,-1 0 0 0 0,-1-1 1 0 0,0 1-1 0 0,-1-1 0 0 0,-1 0 1 0 0,0 0-1 0 0,-1-1 0 0 0,0 1 1 0 0,-1-1-1 0 0,-1 1 0 0 0,0 0 1 0 0,-1-1-1 0 0,-5-26 0 0 0,3 26-7 0 0,-1 1-1 0 0,0-1 1 0 0,-1 1-1 0 0,-1 0 1 0 0,0 0-1 0 0,-1 0 1 0 0,0 1-1 0 0,-1 0 1 0 0,-1 1-1 0 0,0 0 1 0 0,0 0-1 0 0,-2 1 0 0 0,1 0 1 0 0,-1 1-1 0 0,-14-11 1 0 0,20 18-134 0 0,1-1 0 0 0,-1 1 0 0 0,-1 0 0 0 0,1 1-1 0 0,0-1 1 0 0,0 1 0 0 0,-1 0 0 0 0,0 0 0 0 0,1 1 0 0 0,-1 0 0 0 0,0 0 0 0 0,1 0 0 0 0,-1 1 0 0 0,0-1 0 0 0,0 2 0 0 0,0-1 0 0 0,0 0 0 0 0,1 1-1 0 0,-1 0 1 0 0,0 1 0 0 0,-10 3 0 0 0,9-2-27 0 0,0 1 0 0 0,0 0 0 0 0,0 0 0 0 0,1 1 0 0 0,-1 0 0 0 0,1 0 0 0 0,0 0 0 0 0,1 1-1 0 0,-1 0 1 0 0,1 0 0 0 0,0 1 0 0 0,1-1 0 0 0,-1 1 0 0 0,1 0 0 0 0,-4 12 0 0 0,2-5-84 0 0,0 1 0 0 0,2 0 1 0 0,0 0-1 0 0,1 1 0 0 0,0-1 1 0 0,1 1-1 0 0,1-1 0 0 0,1 1 0 0 0,1 22 1 0 0,0-32 74 0 0,0 1 0 0 0,0-1 0 0 0,1 0 0 0 0,0 0 1 0 0,0 0-1 0 0,0 0 0 0 0,1 0 0 0 0,-1 0 0 0 0,2-1 0 0 0,-1 1 1 0 0,5 6-1 0 0,-4-9 52 0 0,-1 1 0 0 0,1-1 0 0 0,-1 0 0 0 0,1 0 1 0 0,0-1-1 0 0,0 1 0 0 0,0-1 0 0 0,1 0 0 0 0,-1 0 1 0 0,0 0-1 0 0,1 0 0 0 0,0-1 0 0 0,-1 0 0 0 0,1 0 0 0 0,0 0 1 0 0,8 0-1 0 0,-6-1 79 0 0,1 0 0 0 0,0-1 0 0 0,0 0 0 0 0,-1-1 1 0 0,1 0-1 0 0,-1 0 0 0 0,1-1 0 0 0,-1 0 0 0 0,0 0 0 0 0,0 0 1 0 0,0-1-1 0 0,0 0 0 0 0,-1 0 0 0 0,0-1 0 0 0,1 0 1 0 0,-2 0-1 0 0,1-1 0 0 0,8-10 0 0 0,-6 7 40 0 0,0-1-1 0 0,0 0 1 0 0,-1 0 0 0 0,-1-1-1 0 0,0 0 1 0 0,-1 0 0 0 0,0-1-1 0 0,0 0 1 0 0,-1 1 0 0 0,-1-1 0 0 0,3-14-1 0 0,-6 18-25 0 0,0 0 0 0 0,0 0 1 0 0,-1 0-1 0 0,0 0 0 0 0,0 0 0 0 0,-1 0 0 0 0,0 1 0 0 0,0-1 0 0 0,-1 1 0 0 0,0-1 1 0 0,0 1-1 0 0,-1 0 0 0 0,0 0 0 0 0,0 0 0 0 0,-1 1 0 0 0,-8-11 0 0 0,11 14-42 0 0,-1 1-1 0 0,0-1 1 0 0,1 0-1 0 0,-1 0 1 0 0,0 1-1 0 0,-1 0 0 0 0,1 0 1 0 0,0 0-1 0 0,0 0 1 0 0,-1 0-1 0 0,0 0 1 0 0,1 1-1 0 0,-1 0 1 0 0,0 0-1 0 0,1 0 0 0 0,-1 0 1 0 0,0 1-1 0 0,0-1 1 0 0,0 1-1 0 0,0 0 1 0 0,0 0-1 0 0,1 0 1 0 0,-1 1-1 0 0,0-1 0 0 0,0 1 1 0 0,0 0-1 0 0,1 0 1 0 0,-1 0-1 0 0,0 1 1 0 0,1-1-1 0 0,-1 1 1 0 0,1 0-1 0 0,-1 0 0 0 0,1 0 1 0 0,-4 4-1 0 0,0 1-37 0 0,0-1 1 0 0,1 1-1 0 0,0 1 0 0 0,0-1 0 0 0,1 1 0 0 0,0 0 0 0 0,1 0 0 0 0,-1 0 0 0 0,2 1 0 0 0,-1 0 0 0 0,-3 16 1 0 0,2-7-110 0 0,1 1 1 0 0,0 0-1 0 0,2 0 1 0 0,-1 34-1 0 0,4-45 63 0 0,-1-1 0 0 0,1 1 0 0 0,0-1-1 0 0,1 1 1 0 0,0-1 0 0 0,0 1 0 0 0,0-1 0 0 0,1 0 0 0 0,0 0-1 0 0,0 0 1 0 0,1-1 0 0 0,0 1 0 0 0,6 6 0 0 0,-7-8-10 0 0,1-1 0 0 0,1 0 1 0 0,-1 0-1 0 0,1 0 1 0 0,-1-1-1 0 0,1 1 0 0 0,0-1 1 0 0,0 0-1 0 0,1-1 1 0 0,-1 1-1 0 0,1-1 1 0 0,-1 0-1 0 0,1 0 0 0 0,0-1 1 0 0,-1 0-1 0 0,1 0 1 0 0,7 1-1 0 0,-3-2 89 0 0,-1 0 0 0 0,0-1 0 0 0,-1 0 1 0 0,1 0-1 0 0,0-1 0 0 0,0 0 0 0 0,0-1 0 0 0,-1 0 0 0 0,1 0 0 0 0,-1-1 0 0 0,0 0 0 0 0,0 0 0 0 0,0-1 1 0 0,8-7-1 0 0,-12 9 62 0 0,0 0 1 0 0,0 0 0 0 0,0-1-1 0 0,-1 0 1 0 0,1 0-1 0 0,-1 0 1 0 0,0 0 0 0 0,0 0-1 0 0,-1-1 1 0 0,1 1 0 0 0,-1-1-1 0 0,0 1 1 0 0,0-1-1 0 0,-1 0 1 0 0,0 0 0 0 0,1 0-1 0 0,-1 0 1 0 0,-1 0 0 0 0,1 0-1 0 0,-1 0 1 0 0,0 0 0 0 0,0-1-1 0 0,-1 1 1 0 0,1 0-1 0 0,-1 0 1 0 0,-2-8 0 0 0,1 9-58 0 0,1-1-1 0 0,-1 1 1 0 0,0-1 0 0 0,0 1 0 0 0,0 0 0 0 0,-1 0 0 0 0,1 0 0 0 0,-1 0 0 0 0,0 0 0 0 0,0 1-1 0 0,0-1 1 0 0,-1 1 0 0 0,1 0 0 0 0,-1 0 0 0 0,0 0 0 0 0,0 0 0 0 0,0 1 0 0 0,0 0 0 0 0,0 0-1 0 0,-1 0 1 0 0,1 0 0 0 0,-1 0 0 0 0,1 1 0 0 0,-10-2 0 0 0,9 3-1 0 0,-1-1 0 0 0,1 1 1 0 0,-1 1-1 0 0,0-1 0 0 0,1 1 1 0 0,-1-1-1 0 0,1 1 0 0 0,-1 1 0 0 0,1-1 1 0 0,-1 1-1 0 0,1 0 0 0 0,0 1 1 0 0,0-1-1 0 0,0 1 0 0 0,0 0 0 0 0,0 0 1 0 0,1 0-1 0 0,-1 1 0 0 0,1 0 1 0 0,-5 5-1 0 0,-1 3-66 0 0,1 0 1 0 0,0 1-1 0 0,1-1 1 0 0,0 1-1 0 0,1 1 1 0 0,1 0-1 0 0,-8 24 1 0 0,11-28 4 0 0,0 1 1 0 0,0 1-1 0 0,1-1 1 0 0,1 0-1 0 0,0 0 1 0 0,1 1-1 0 0,0-1 0 0 0,0 0 1 0 0,1 1-1 0 0,5 19 1 0 0,-5-27-1 0 0,0 0 0 0 0,1 0 0 0 0,-1-1 1 0 0,1 1-1 0 0,0-1 0 0 0,0 1 0 0 0,0-1 0 0 0,0 0 1 0 0,1 1-1 0 0,-1-1 0 0 0,1-1 0 0 0,0 1 0 0 0,0 0 1 0 0,0-1-1 0 0,0 1 0 0 0,1-1 0 0 0,-1 0 0 0 0,0 0 0 0 0,1 0 1 0 0,0 0-1 0 0,-1-1 0 0 0,1 0 0 0 0,0 0 0 0 0,0 0 1 0 0,5 1-1 0 0,-4-1 19 0 0,0-1 1 0 0,0 0-1 0 0,0 0 1 0 0,0 0-1 0 0,0-1 0 0 0,0 1 1 0 0,-1-1-1 0 0,1 0 1 0 0,0-1-1 0 0,0 1 0 0 0,-1-1 1 0 0,1 0-1 0 0,-1 0 1 0 0,1 0-1 0 0,-1-1 0 0 0,0 1 1 0 0,0-1-1 0 0,0 0 1 0 0,0-1-1 0 0,3-3 1 0 0,1-2 114 0 0,-1 0 0 0 0,-1-1 0 0 0,1 0 1 0 0,-2 0-1 0 0,1-1 0 0 0,-2 0 1 0 0,1 0-1 0 0,-1 0 0 0 0,3-14 1 0 0,-5 17-56 0 0,-1 0 1 0 0,1 0-1 0 0,-1 1 1 0 0,-1-1 0 0 0,0 0-1 0 0,0 0 1 0 0,0 0-1 0 0,-1 0 1 0 0,0 0-1 0 0,0 0 1 0 0,-1 1 0 0 0,0-1-1 0 0,-1 0 1 0 0,-5-12-1 0 0,8 19-39 0 0,-1 1 1 0 0,1-1-1 0 0,-1 0 0 0 0,1 0 0 0 0,-1 0 0 0 0,1 0 0 0 0,-1 1 0 0 0,1-1 0 0 0,-1 0 1 0 0,0 1-1 0 0,0-1 0 0 0,1 0 0 0 0,-1 1 0 0 0,0-1 0 0 0,0 1 0 0 0,0-1 1 0 0,1 1-1 0 0,-1-1 0 0 0,0 1 0 0 0,0 0 0 0 0,0 0 0 0 0,0-1 0 0 0,0 1 1 0 0,0 0-1 0 0,-1 0 0 0 0,0 0 0 0 0,1 1 1 0 0,-1-1-1 0 0,1 1 1 0 0,-1-1-1 0 0,1 1 0 0 0,0 0 1 0 0,-1-1-1 0 0,1 1 1 0 0,0 0-1 0 0,0 0 1 0 0,0 0-1 0 0,-1 0 0 0 0,1 0 1 0 0,-1 2-1 0 0,-4 5-207 0 0,1 0 0 0 0,-1 1 0 0 0,-6 15 0 0 0,-1 3-642 0 0</inkml:trace>
</inkml:ink>
</file>

<file path=ppt/ink/ink2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5:35.3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0 193 10594 0 0,'14'22'74'0'0,"1"0"-1"0"0,0-1 1 0 0,33 33 0 0 0,-40-46 186 0 0,0 0 1 0 0,1-1 0 0 0,0 0 0 0 0,0 0 0 0 0,1-1-1 0 0,0 0 1 0 0,0-1 0 0 0,1 0 0 0 0,-1 0 0 0 0,22 5 0 0 0,-27-9-167 0 0,-1 0 0 0 0,1-1 1 0 0,0 0-1 0 0,0 1 0 0 0,-1-1 1 0 0,1-1-1 0 0,0 1 0 0 0,-1-1 1 0 0,1 0-1 0 0,0 0 0 0 0,-1 0 1 0 0,1-1-1 0 0,-1 1 0 0 0,1-1 1 0 0,3-3-1 0 0,-2 1-51 0 0,0 0-1 0 0,0 0 1 0 0,0-1-1 0 0,-1 0 1 0 0,0 0-1 0 0,0 0 0 0 0,0-1 1 0 0,-1 0-1 0 0,5-7 1 0 0,-3 2 39 0 0,1-1 0 0 0,-2 0 0 0 0,0 0 1 0 0,0 0-1 0 0,-1 0 0 0 0,-1-1 0 0 0,0 0 0 0 0,-1 0 0 0 0,0 0 0 0 0,0-20 1 0 0,-3 22-50 0 0,0-1 0 0 0,0 1 1 0 0,-2-1-1 0 0,1 1 1 0 0,-1 0-1 0 0,-8-17 1 0 0,10 24-35 0 0,-1 0 1 0 0,0 0 0 0 0,0 0-1 0 0,0 0 1 0 0,0 1 0 0 0,-1-1-1 0 0,1 1 1 0 0,-1 0-1 0 0,0-1 1 0 0,0 1 0 0 0,0 0-1 0 0,-1 1 1 0 0,1-1 0 0 0,-1 1-1 0 0,1-1 1 0 0,-1 1 0 0 0,0 0-1 0 0,0 0 1 0 0,0 1 0 0 0,-8-3-1 0 0,10 4 10 0 0,0 0-1 0 0,0 0 1 0 0,0 0-1 0 0,-1 0 1 0 0,1 0-1 0 0,0 1 0 0 0,0-1 1 0 0,0 1-1 0 0,0-1 1 0 0,0 1-1 0 0,0 0 1 0 0,0 0-1 0 0,0 0 1 0 0,0 0-1 0 0,0 0 1 0 0,1 0-1 0 0,-1 1 0 0 0,0-1 1 0 0,1 0-1 0 0,-1 1 1 0 0,1 0-1 0 0,-1-1 1 0 0,1 1-1 0 0,0 0 1 0 0,-1 0-1 0 0,1-1 1 0 0,0 1-1 0 0,0 0 1 0 0,1 0-1 0 0,-1 0 0 0 0,0 0 1 0 0,1 0-1 0 0,-1 4 1 0 0,-3 8 93 0 0,2 0 0 0 0,-1 0 1 0 0,1 26-1 0 0,2-35-83 0 0,-2 29 6 0 0,3 1-1 0 0,0-1 1 0 0,9 46-1 0 0,-8-70 17 0 0,0 1 0 0 0,1 0 0 0 0,0-1 0 0 0,0 1 0 0 0,1-1 0 0 0,1 0 0 0 0,0 0 0 0 0,0-1 1 0 0,1 0-1 0 0,0 0 0 0 0,0 0 0 0 0,1 0 0 0 0,1-1 0 0 0,12 12 0 0 0,-16-17 52 0 0,1 0 0 0 0,-1 0 0 0 0,1 0 0 0 0,0-1 0 0 0,0 0 0 0 0,0 0 0 0 0,0 0 0 0 0,0 0 0 0 0,0-1 0 0 0,1 0 1 0 0,-1 0-1 0 0,0 0 0 0 0,1-1 0 0 0,-1 0 0 0 0,1 0 0 0 0,-1 0 0 0 0,0 0 0 0 0,1-1 0 0 0,-1 0 0 0 0,0 0 0 0 0,0-1 0 0 0,0 0 0 0 0,1 1 0 0 0,-2-2 0 0 0,1 1 0 0 0,0 0 1 0 0,8-7-1 0 0,-7 5-53 0 0,-1 0 0 0 0,0 0 0 0 0,0-1 0 0 0,-1 0 0 0 0,0 0 0 0 0,1 0 0 0 0,-1 0 0 0 0,-1-1 0 0 0,1 1 0 0 0,-1-1 0 0 0,0 0 0 0 0,0 0 0 0 0,-1 0 0 0 0,0 0 0 0 0,0-1 0 0 0,0 1 0 0 0,-1-1 0 0 0,0 1 0 0 0,0-1 0 0 0,-1 1 0 0 0,0-1 0 0 0,0-9 0 0 0,-3 3-75 0 0,0 0 0 0 0,0 0 0 0 0,-1 1 0 0 0,-1-1 0 0 0,0 1 0 0 0,0 0 0 0 0,-2 0 0 0 0,1 1 0 0 0,-1 0 0 0 0,-1 0 0 0 0,-13-15 0 0 0,-6-3-463 0 0</inkml:trace>
</inkml:ink>
</file>

<file path=ppt/ink/ink2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5:36.2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0 168 6913 0 0,'2'5'43'0'0,"0"0"-1"0"0,0 0 0 0 0,0-1 1 0 0,0 1-1 0 0,1-1 0 0 0,0 0 1 0 0,0 1-1 0 0,0-1 0 0 0,1-1 1 0 0,-1 1-1 0 0,1 0 0 0 0,0-1 1 0 0,0 0-1 0 0,0 0 0 0 0,1 0 1 0 0,6 3-1 0 0,-8-3 161 0 0,1-1 1 0 0,-1 0-1 0 0,1-1 0 0 0,0 1 1 0 0,0-1-1 0 0,-1 1 0 0 0,1-1 1 0 0,0 0-1 0 0,1-1 0 0 0,-1 1 1 0 0,0-1-1 0 0,0 0 0 0 0,0 0 1 0 0,0 0-1 0 0,0 0 0 0 0,0-1 1 0 0,0 1-1 0 0,0-1 1 0 0,0 0-1 0 0,0 0 0 0 0,5-3 1 0 0,-4 1 1 0 0,-1-1 0 0 0,0 1 0 0 0,0-1 0 0 0,-1 0 0 0 0,1 0 0 0 0,-1 0 0 0 0,0 0 0 0 0,0 0 0 0 0,0-1 0 0 0,-1 0 0 0 0,1 1 0 0 0,-1-1 0 0 0,0 0 0 0 0,0 0 0 0 0,-1 0 0 0 0,0-1 0 0 0,0 1 0 0 0,0 0 0 0 0,0 0 0 0 0,-1-1 0 0 0,0 1 0 0 0,0-6 0 0 0,-1 3-34 0 0,1 0 0 0 0,-1 0 0 0 0,0 0 0 0 0,-1 0 0 0 0,0 0 0 0 0,0 0 0 0 0,-1 0-1 0 0,0 1 1 0 0,0-1 0 0 0,0 1 0 0 0,-1-1 0 0 0,-1 1 0 0 0,-8-11 0 0 0,13 17-160 0 0,-1 1 0 0 0,1-1 0 0 0,-1 0 0 0 0,0 1 0 0 0,1-1-1 0 0,-1 0 1 0 0,0 1 0 0 0,0-1 0 0 0,0 1 0 0 0,1-1 0 0 0,-1 1 0 0 0,0-1 0 0 0,0 1 0 0 0,0 0 0 0 0,0-1 0 0 0,0 1 0 0 0,1 0 0 0 0,-1 0 0 0 0,0 0 0 0 0,0 0 0 0 0,0 0 0 0 0,0 0 0 0 0,0 0 0 0 0,0 0 0 0 0,0 0-1 0 0,0 0 1 0 0,0 0 0 0 0,0 0 0 0 0,0 1 0 0 0,1-1 0 0 0,-1 0 0 0 0,0 1 0 0 0,0-1 0 0 0,0 1 0 0 0,0-1 0 0 0,1 1 0 0 0,-1-1 0 0 0,0 1 0 0 0,0 0 0 0 0,1-1 0 0 0,-1 1 0 0 0,1 0 0 0 0,-1-1 0 0 0,0 1-1 0 0,1 0 1 0 0,0 0 0 0 0,-1 0 0 0 0,1-1 0 0 0,-1 1 0 0 0,1 1 0 0 0,-5 7-132 0 0,1 0 0 0 0,0 0-1 0 0,-4 16 1 0 0,7-21 41 0 0,-7 20-384 0 0,2 1 1 0 0,0 0-1 0 0,2 1 0 0 0,0-1 1 0 0,2 1-1 0 0,1 45 0 0 0,1-69 415 0 0,1 1-1 0 0,-1-1 1 0 0,0 1 0 0 0,1-1-1 0 0,-1 0 1 0 0,1 1-1 0 0,0-1 1 0 0,0 0 0 0 0,0 1-1 0 0,0-1 1 0 0,0 0 0 0 0,0 0-1 0 0,1 0 1 0 0,-1 0-1 0 0,1 0 1 0 0,-1 0 0 0 0,1 0-1 0 0,0-1 1 0 0,0 1-1 0 0,0-1 1 0 0,-1 1 0 0 0,2-1-1 0 0,-1 0 1 0 0,0 1 0 0 0,3 0-1 0 0,-1-1 91 0 0,-1-1 1 0 0,1 1-1 0 0,0-1 0 0 0,0 0 1 0 0,0 0-1 0 0,0 0 0 0 0,-1-1 1 0 0,1 1-1 0 0,0-1 0 0 0,0 0 1 0 0,-1 0-1 0 0,1 0 0 0 0,-1 0 1 0 0,1-1-1 0 0,5-3 0 0 0,2-1 345 0 0,0-2 0 0 0,0 1 1 0 0,-1-1-1 0 0,0-1 0 0 0,-1 0 0 0 0,0 0 0 0 0,0-1 0 0 0,-1 0 0 0 0,0 0 0 0 0,12-22 0 0 0,-15 23-238 0 0,-1 0 0 0 0,1 0 0 0 0,-1 0 0 0 0,-1-1 0 0 0,0 1 0 0 0,0-1 0 0 0,-1 0-1 0 0,0 0 1 0 0,-1 0 0 0 0,0 0 0 0 0,-1 0 0 0 0,0 0 0 0 0,0 0 0 0 0,-3-15 0 0 0,2 20-54 0 0,0 0 0 0 0,-1 1 0 0 0,0-1 0 0 0,0 1 0 0 0,0-1 0 0 0,0 1 0 0 0,-1 0 0 0 0,-4-7 0 0 0,-13-3-1060 0 0,19 14 552 0 0,-1-1 1 0 0,0 1-1 0 0,1 0 0 0 0,-1 0 0 0 0,0-1 0 0 0,0 1 0 0 0,1 0 0 0 0,-1 0 1 0 0,0 1-1 0 0,0-1 0 0 0,1 0 0 0 0,-1 1 0 0 0,-2 0 0 0 0,-11 6-6419 0 0</inkml:trace>
</inkml:ink>
</file>

<file path=ppt/ink/ink2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5:36.9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66 9674 0 0,'-7'19'428'0'0,"1"0"0"0"0,0 1 0 0 0,2 0-1 0 0,0 0 1 0 0,-1 24 0 0 0,0-12-153 0 0,2-6-74 0 0,-2 4 128 0 0,1 0 0 0 0,1 34 1 0 0,3-56-225 0 0,0-1-1 0 0,0 0 1 0 0,1 0 0 0 0,0 0 0 0 0,1 0 0 0 0,-1 0-1 0 0,1 0 1 0 0,1 0 0 0 0,-1-1 0 0 0,1 1-1 0 0,0-1 1 0 0,1 1 0 0 0,0-1 0 0 0,7 9 0 0 0,-10-13-85 0 0,0 0 1 0 0,1-1 0 0 0,-1 0 0 0 0,1 1 0 0 0,-1-1 0 0 0,1 0 0 0 0,0 0 0 0 0,-1 1 0 0 0,1-2-1 0 0,0 1 1 0 0,0 0 0 0 0,0 0 0 0 0,0 0 0 0 0,0-1 0 0 0,0 1 0 0 0,0-1 0 0 0,0 1 0 0 0,0-1-1 0 0,0 0 1 0 0,0 0 0 0 0,0 0 0 0 0,3-1 0 0 0,-1 0 0 0 0,-1 0-1 0 0,0 0 1 0 0,0 0-1 0 0,0-1 1 0 0,-1 0-1 0 0,1 1 1 0 0,0-1 0 0 0,0 0-1 0 0,-1-1 1 0 0,1 1-1 0 0,-1 0 1 0 0,4-5 0 0 0,3-5 8 0 0,-1-1 0 0 0,0 1 1 0 0,-1-1-1 0 0,-1-1 0 0 0,6-14 1 0 0,-6 10-30 0 0,0-1 1 0 0,-2 1-1 0 0,0 0 1 0 0,-1-1-1 0 0,-1 0 1 0 0,-1 0 0 0 0,-1 0-1 0 0,-3-29 1 0 0,2 34 163 0 0,-1 0 0 0 0,-1 0 0 0 0,0 1 0 0 0,-1-1 1 0 0,-1 0-1 0 0,0 1 0 0 0,0 0 0 0 0,-2 1 0 0 0,1-1 0 0 0,-2 1 1 0 0,1 0-1 0 0,-12-12 0 0 0,18 23-81 0 0,0-1 0 0 0,0 1 0 0 0,-1-1 0 0 0,1 1 0 0 0,0-1 1 0 0,-1 1-1 0 0,1 0 0 0 0,-1 0 0 0 0,0-1 0 0 0,1 1 0 0 0,-1 0 0 0 0,0 1 0 0 0,0-1 0 0 0,1 0 1 0 0,-1 0-1 0 0,0 1 0 0 0,0-1 0 0 0,0 1 0 0 0,0 0 0 0 0,0 0 0 0 0,0-1 0 0 0,0 1 0 0 0,0 0 1 0 0,0 1-1 0 0,0-1 0 0 0,0 0 0 0 0,0 0 0 0 0,-3 2 0 0 0,2 0 2 0 0,0 0 1 0 0,-1 0-1 0 0,1 1 0 0 0,1-1 0 0 0,-1 1 1 0 0,0 0-1 0 0,1-1 0 0 0,-1 1 0 0 0,1 0 0 0 0,0 1 1 0 0,0-1-1 0 0,0 0 0 0 0,0 1 0 0 0,-1 4 1 0 0,-7 17-146 0 0,0 1 0 0 0,2 0 0 0 0,1 0 0 0 0,2 1 0 0 0,0 0 0 0 0,1 0 0 0 0,2 1 0 0 0,2 34 0 0 0,3-35-5159 0 0,3-4-1777 0 0</inkml:trace>
</inkml:ink>
</file>

<file path=ppt/ink/ink2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5:37.6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31 9674 0 0,'25'9'1234'0'0,"1"-2"-1"0"0,0-1 1 0 0,41 4-1 0 0,-58-9-1054 0 0,0 0-1 0 0,-1-1 1 0 0,1 0-1 0 0,-1-1 0 0 0,1 0 1 0 0,0 0-1 0 0,-1-1 0 0 0,1 0 1 0 0,-1 0-1 0 0,0-1 0 0 0,0 0 1 0 0,0 0-1 0 0,0-1 0 0 0,14-9 1 0 0,-21 13-165 0 0,0-1 0 0 0,-1 0 1 0 0,1 1-1 0 0,0-1 1 0 0,0 1-1 0 0,-1-1 0 0 0,1 0 1 0 0,-1 0-1 0 0,1 1 1 0 0,-1-1-1 0 0,1 0 0 0 0,-1 0 1 0 0,1 0-1 0 0,-1 0 0 0 0,1 0 1 0 0,-1 1-1 0 0,0-1 1 0 0,1-2-1 0 0,-1 2 9 0 0,-1 1 0 0 0,1-1-1 0 0,0 1 1 0 0,0-1 0 0 0,0 1 0 0 0,0-1-1 0 0,-1 1 1 0 0,1-1 0 0 0,0 1 0 0 0,-1-1 0 0 0,1 1-1 0 0,0 0 1 0 0,-1-1 0 0 0,1 1 0 0 0,0-1 0 0 0,-1 1-1 0 0,1 0 1 0 0,-1-1 0 0 0,1 1 0 0 0,-1 0 0 0 0,1 0-1 0 0,-1-1 1 0 0,0 1 0 0 0,-1-1 32 0 0,0 0-1 0 0,0 1 1 0 0,0 0 0 0 0,0-1 0 0 0,0 1-1 0 0,0 0 1 0 0,0 0 0 0 0,0 0 0 0 0,0 0-1 0 0,0 0 1 0 0,0 0 0 0 0,0 1 0 0 0,0-1-1 0 0,0 1 1 0 0,0-1 0 0 0,-4 2 0 0 0,1 2-19 0 0,1-1 0 0 0,-1 1 1 0 0,0 0-1 0 0,1 1 1 0 0,0-1-1 0 0,0 1 0 0 0,0 0 1 0 0,1 0-1 0 0,-1 0 0 0 0,1 0 1 0 0,-4 10-1 0 0,-3 9-222 0 0,-10 35-1 0 0,16-45 133 0 0,-1 2-14 0 0,-9 24-366 0 0,2 0 0 0 0,2 1 0 0 0,1 0-1 0 0,-5 73 1 0 0,14-111 413 0 0,0 0 1 0 0,0 1-1 0 0,1-1 1 0 0,-1 0-1 0 0,1 1 1 0 0,-1-1-1 0 0,1 0 0 0 0,0 0 1 0 0,0 0-1 0 0,1 0 1 0 0,-1 0-1 0 0,0 0 1 0 0,1 0-1 0 0,0 0 0 0 0,0 0 1 0 0,0-1-1 0 0,0 1 1 0 0,4 3-1 0 0,-4-5 70 0 0,0 1 0 0 0,0-1 0 0 0,1 0 0 0 0,-1 0 0 0 0,0 0 0 0 0,1 0 0 0 0,-1-1 0 0 0,1 1 0 0 0,-1 0 0 0 0,1-1 0 0 0,-1 0 0 0 0,1 0 0 0 0,-1 0 0 0 0,1 0 0 0 0,-1 0 1 0 0,1 0-1 0 0,-1 0 0 0 0,1-1 0 0 0,-1 0 0 0 0,1 1 0 0 0,-1-1 0 0 0,1 0 0 0 0,-1 0 0 0 0,4-2 0 0 0,8-5 172 0 0,-1-1 1 0 0,0 0 0 0 0,0-1 0 0 0,-1-1-1 0 0,0 0 1 0 0,-1 0 0 0 0,0-1-1 0 0,-1 0 1 0 0,0-1 0 0 0,-1 0-1 0 0,0-1 1 0 0,-1 0 0 0 0,-1 0 0 0 0,0-1-1 0 0,-1 0 1 0 0,-1 0 0 0 0,0 0-1 0 0,-1-1 1 0 0,-1 1 0 0 0,2-17-1 0 0,-5 21-164 0 0,0 0-1 0 0,-1 0 0 0 0,0 0 1 0 0,-4-19-1 0 0,4 27-40 0 0,0 0 1 0 0,1 0-1 0 0,-1 0 0 0 0,0 0 1 0 0,-1 0-1 0 0,1 1 1 0 0,0-1-1 0 0,-1 0 0 0 0,1 0 1 0 0,-1 1-1 0 0,0-1 0 0 0,0 1 1 0 0,0 0-1 0 0,0 0 0 0 0,-1 0 1 0 0,1 0-1 0 0,0 0 0 0 0,-1 0 1 0 0,0 0-1 0 0,1 1 1 0 0,-4-2-1 0 0,4 2-89 0 0,0 1 0 0 0,1 0 0 0 0,-1 0 0 0 0,1 0 0 0 0,-1 0 0 0 0,1 0 0 0 0,-1 0 1 0 0,0 0-1 0 0,1 1 0 0 0,-1-1 0 0 0,1 1 0 0 0,-1-1 0 0 0,1 1 0 0 0,-1-1 0 0 0,1 1 0 0 0,-1 0 0 0 0,1 0 0 0 0,0 0 0 0 0,0 0 1 0 0,-1 0-1 0 0,1 0 0 0 0,0 0 0 0 0,0 0 0 0 0,0 0 0 0 0,0 0 0 0 0,0 1 0 0 0,-1 1 0 0 0,-13 20-7435 0 0</inkml:trace>
</inkml:ink>
</file>

<file path=ppt/ink/ink2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5:38.2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123 203 6913 0 0,'-1'4'182'0'0,"0"0"-1"0"0,0 0 0 0 0,0 0 1 0 0,0 0-1 0 0,1 0 0 0 0,-1 0 1 0 0,1 0-1 0 0,0 0 0 0 0,0 0 0 0 0,0 0 1 0 0,2 5-1 0 0,-2-7-80 0 0,1 0 0 0 0,-1-1 0 0 0,1 1 0 0 0,-1 0 0 0 0,1 0 0 0 0,0-1 0 0 0,0 1-1 0 0,0-1 1 0 0,0 1 0 0 0,0-1 0 0 0,0 1 0 0 0,0-1 0 0 0,0 0 0 0 0,1 1 0 0 0,-1-1 0 0 0,1 0 0 0 0,-1 0 0 0 0,0 0 0 0 0,1 0 0 0 0,0 0-1 0 0,-1 0 1 0 0,1 0 0 0 0,0-1 0 0 0,-1 1 0 0 0,1-1 0 0 0,0 1 0 0 0,0-1 0 0 0,1 1 0 0 0,1-2 64 0 0,-1 1 1 0 0,1 0-1 0 0,-1-1 1 0 0,0 1-1 0 0,1-1 1 0 0,-1 0-1 0 0,0 0 0 0 0,0-1 1 0 0,0 1-1 0 0,1 0 1 0 0,-1-1-1 0 0,-1 0 1 0 0,1 0-1 0 0,0 0 0 0 0,0 0 1 0 0,2-3-1 0 0,39-41 1922 0 0,-43 45-2022 0 0,6-9 162 0 0,0 1 0 0 0,-1-1 0 0 0,0 0 0 0 0,-1 0 0 0 0,0-1 0 0 0,0 1 0 0 0,-1-1 1 0 0,-1 0-1 0 0,4-17 0 0 0,-7 24-176 0 0,1-1-1 0 0,-1 1 1 0 0,0 0 0 0 0,0-1-1 0 0,0 1 1 0 0,0-1 0 0 0,-1 1-1 0 0,0 0 1 0 0,0-1 0 0 0,0 1 0 0 0,0 0-1 0 0,-3-5 1 0 0,3 6 16 0 0,-1 0 0 0 0,0 1 0 0 0,0-1-1 0 0,0 1 1 0 0,0-1 0 0 0,-1 1 0 0 0,1 0 0 0 0,-1 0 0 0 0,1 0 0 0 0,-1 0 0 0 0,0 0-1 0 0,0 0 1 0 0,0 1 0 0 0,0-1 0 0 0,0 1 0 0 0,0 0 0 0 0,0 0 0 0 0,-5-1 0 0 0,3 2 6 0 0,0-1 0 0 0,0 1 1 0 0,0 0-1 0 0,0 1 0 0 0,-1-1 1 0 0,1 1-1 0 0,0 0 0 0 0,0 0 1 0 0,0 0-1 0 0,0 1 0 0 0,0 0 1 0 0,1 0-1 0 0,-1 0 0 0 0,0 1 1 0 0,1-1-1 0 0,-1 1 1 0 0,1 0-1 0 0,0 0 0 0 0,-6 7 1 0 0,-7 6 162 0 0,0 1 1 0 0,-26 36-1 0 0,-2 15-165 0 0,41-61-155 0 0,0 0 0 0 0,0 1-1 0 0,1-1 1 0 0,0 1 0 0 0,1 0 0 0 0,0-1-1 0 0,-3 16 1 0 0,7-5-404 0 0,7-5-93 0 0</inkml:trace>
</inkml:ink>
</file>

<file path=ppt/ink/ink2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5:38.9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31 4145 0 0,'-3'7'401'0'0,"1"0"1"0"0,0 0-1 0 0,0 0 1 0 0,0 0-1 0 0,1 0 1 0 0,1 0-1 0 0,-1 0 1 0 0,1 14 0 0 0,1-19-269 0 0,-1 0 1 0 0,0 0-1 0 0,0 0 1 0 0,1 0-1 0 0,-1 0 1 0 0,1 0-1 0 0,0-1 1 0 0,0 1-1 0 0,-1 0 1 0 0,1 0-1 0 0,0-1 1 0 0,0 1-1 0 0,1 0 1 0 0,-1-1-1 0 0,0 1 1 0 0,0-1-1 0 0,1 0 1 0 0,-1 1-1 0 0,1-1 1 0 0,-1 0-1 0 0,1 0 1 0 0,0 0-1 0 0,-1 0 1 0 0,1 0-1 0 0,0 0 1 0 0,0 0-1 0 0,0-1 1 0 0,0 1-1 0 0,-1-1 1 0 0,1 1-1 0 0,0-1 1 0 0,0 0-1 0 0,0 0 1 0 0,0 0 0 0 0,0 0-1 0 0,0 0 1 0 0,3-1-1 0 0,-2 1 13 0 0,-1-1 1 0 0,1 1-1 0 0,-1-1 0 0 0,1 0 1 0 0,-1 0-1 0 0,1 0 0 0 0,-1 0 1 0 0,1 0-1 0 0,-1-1 0 0 0,0 1 0 0 0,0-1 1 0 0,0 0-1 0 0,0 1 0 0 0,0-1 1 0 0,0 0-1 0 0,0 0 0 0 0,-1 0 1 0 0,1 0-1 0 0,-1-1 0 0 0,1 1 0 0 0,-1 0 1 0 0,0-1-1 0 0,0 1 0 0 0,0-1 1 0 0,0 1-1 0 0,0-1 0 0 0,-1 1 1 0 0,1-1-1 0 0,-1 0 0 0 0,0 1 1 0 0,1-1-1 0 0,-1 0 0 0 0,0 1 0 0 0,-1-5 1 0 0,1 4-55 0 0,0-1 0 0 0,0 1 0 0 0,0-1 0 0 0,-1 1 0 0 0,1-1 0 0 0,-1 1 0 0 0,0 0 0 0 0,0-1 1 0 0,0 1-1 0 0,-1 0 0 0 0,1 0 0 0 0,-1-1 0 0 0,0 1 0 0 0,1 0 0 0 0,-1 0 0 0 0,-1 1 0 0 0,1-1 0 0 0,0 0 0 0 0,-1 1 0 0 0,1 0 1 0 0,-1-1-1 0 0,0 1 0 0 0,0 0 0 0 0,0 0 0 0 0,-6-2 0 0 0,8 3-71 0 0,0 1 0 0 0,-1 0 0 0 0,1-1-1 0 0,0 1 1 0 0,-1 0 0 0 0,1 0 0 0 0,0 0 0 0 0,-1 0 0 0 0,1 1-1 0 0,0-1 1 0 0,-1 0 0 0 0,1 0 0 0 0,0 1 0 0 0,0-1 0 0 0,-1 1 0 0 0,1-1-1 0 0,0 1 1 0 0,0 0 0 0 0,0-1 0 0 0,-2 3 0 0 0,0-1 14 0 0,0 1 1 0 0,1-1-1 0 0,0 1 1 0 0,-1 0 0 0 0,1 0-1 0 0,0 0 1 0 0,-2 6-1 0 0,-1 3-31 0 0,0 0 1 0 0,1 1-1 0 0,-4 15 0 0 0,5-15-49 0 0,1 0 1 0 0,0 0-1 0 0,1 0 1 0 0,1 0-1 0 0,0 1 1 0 0,2 18-1 0 0,-2-29 50 0 0,0 0-1 0 0,1 0 0 0 0,-1 0 1 0 0,1 0-1 0 0,0 0 0 0 0,0-1 1 0 0,0 1-1 0 0,0 0 0 0 0,0-1 1 0 0,1 1-1 0 0,-1-1 0 0 0,1 1 1 0 0,0-1-1 0 0,0 0 0 0 0,-1 1 1 0 0,1-1-1 0 0,1 0 1 0 0,-1 0-1 0 0,0 0 0 0 0,0-1 1 0 0,1 1-1 0 0,-1-1 0 0 0,1 1 1 0 0,-1-1-1 0 0,1 0 0 0 0,0 0 1 0 0,0 0-1 0 0,-1 0 0 0 0,1 0 1 0 0,0-1-1 0 0,0 1 0 0 0,0-1 1 0 0,0 0-1 0 0,0 0 0 0 0,0 0 1 0 0,2 0-1 0 0,-3 0 38 0 0,0-1-1 0 0,0 1 0 0 0,0 0 1 0 0,-1-1-1 0 0,1 0 0 0 0,0 1 1 0 0,-1-1-1 0 0,1 0 1 0 0,0 0-1 0 0,-1 1 0 0 0,1-1 1 0 0,-1-1-1 0 0,1 1 0 0 0,-1 0 1 0 0,0 0-1 0 0,1 0 1 0 0,-1-1-1 0 0,0 1 0 0 0,0-1 1 0 0,0 1-1 0 0,0-1 0 0 0,0 1 1 0 0,0-1-1 0 0,0 0 1 0 0,-1 1-1 0 0,1-1 0 0 0,-1 0 1 0 0,1 0-1 0 0,-1 1 0 0 0,1-4 1 0 0,0-5-262 0 0,0 0 1 0 0,-1 0 0 0 0,0 0-1 0 0,-1-13 1 0 0,0 18-190 0 0,-2-22-6972 0 0</inkml:trace>
</inkml:ink>
</file>

<file path=ppt/ink/ink2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5:39.5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135 16 8754 0 0,'-1'-1'107'0'0,"1"0"1"0"0,-1 0-1 0 0,1 0 1 0 0,-1 0 0 0 0,0 0-1 0 0,1 0 1 0 0,-1 0-1 0 0,0 1 1 0 0,0-1-1 0 0,0 0 1 0 0,0 0-1 0 0,1 1 1 0 0,-1-1-1 0 0,0 1 1 0 0,0-1-1 0 0,0 1 1 0 0,0-1-1 0 0,0 1 1 0 0,0-1-1 0 0,-1 1 1 0 0,1 0-1 0 0,0 0 1 0 0,0-1 0 0 0,0 1-1 0 0,0 0 1 0 0,0 0-1 0 0,0 0 1 0 0,0 0-1 0 0,-1 0 1 0 0,1 1-1 0 0,0-1 1 0 0,0 0-1 0 0,0 0 1 0 0,0 1-1 0 0,0-1 1 0 0,0 1-1 0 0,0-1 1 0 0,0 1-1 0 0,0-1 1 0 0,0 1 0 0 0,0 0-1 0 0,0-1 1 0 0,0 1-1 0 0,1 0 1 0 0,-1 0-1 0 0,-1 1 1 0 0,-1 2 117 0 0,-1 0 1 0 0,1 0 0 0 0,1 0 0 0 0,-1 0-1 0 0,0 1 1 0 0,1-1 0 0 0,0 1-1 0 0,0-1 1 0 0,-2 8 0 0 0,2 0-110 0 0,0 1-1 0 0,1 0 1 0 0,0 0 0 0 0,1 0 0 0 0,1 0-1 0 0,0 0 1 0 0,0 0 0 0 0,5 14 0 0 0,-5-19-10 0 0,1-1 0 0 0,0 0 0 0 0,1 1 0 0 0,-1-1 0 0 0,1 0 0 0 0,1 0 0 0 0,0-1 0 0 0,-1 1 0 0 0,2-1 0 0 0,-1 0 0 0 0,1 0 0 0 0,0 0 0 0 0,0 0 0 0 0,1-1 0 0 0,7 6 0 0 0,-11-10-64 0 0,0 0 0 0 0,0 0 0 0 0,1 0 0 0 0,-1 0 0 0 0,1 0 0 0 0,-1 0 0 0 0,1 0 0 0 0,-1-1 0 0 0,1 0 0 0 0,-1 1 0 0 0,1-1 0 0 0,-1 0 0 0 0,1 0 0 0 0,-1 0 0 0 0,1-1 1 0 0,-1 1-1 0 0,1 0 0 0 0,-1-1 0 0 0,1 0 0 0 0,-1 1 0 0 0,1-1 0 0 0,-1 0 0 0 0,0-1 0 0 0,0 1 0 0 0,1 0 0 0 0,-1 0 0 0 0,0-1 0 0 0,0 0 0 0 0,0 1 0 0 0,0-1 0 0 0,-1 0 0 0 0,1 0 0 0 0,0 0 0 0 0,-1 0 1 0 0,2-3-1 0 0,0 1-6 0 0,0 0 0 0 0,0 0 1 0 0,-1 0-1 0 0,0-1 1 0 0,0 1-1 0 0,0-1 1 0 0,0 0-1 0 0,-1 1 1 0 0,1-1-1 0 0,-1 0 0 0 0,-1 0 1 0 0,1 0-1 0 0,-1 0 1 0 0,1 0-1 0 0,-1 0 1 0 0,-1 0-1 0 0,0-8 0 0 0,-1 9 8 0 0,1 0-1 0 0,-1 0 0 0 0,0 0 0 0 0,0 0 0 0 0,0 0 0 0 0,0 0 1 0 0,-1 0-1 0 0,1 0 0 0 0,-1 1 0 0 0,0 0 0 0 0,0-1 0 0 0,0 1 1 0 0,-1 0-1 0 0,1 1 0 0 0,-1-1 0 0 0,-7-4 0 0 0,9 6-16 0 0,-1 0 0 0 0,0 0 0 0 0,0 0 0 0 0,0 0 0 0 0,0 1 0 0 0,0-1 0 0 0,0 1 0 0 0,0 0 0 0 0,0 0 0 0 0,0 0 0 0 0,0 0 0 0 0,0 0 0 0 0,0 0 0 0 0,0 1 0 0 0,0 0 0 0 0,0-1 0 0 0,1 1 0 0 0,-1 0 0 0 0,0 1 0 0 0,0-1 0 0 0,1 0 0 0 0,-1 1 0 0 0,0-1 0 0 0,1 1 0 0 0,-5 4-1 0 0,-3 3-45 0 0,1 2-1 0 0,0-1 1 0 0,0 1-1 0 0,1 0 0 0 0,0 1 1 0 0,1 0-1 0 0,0 0 0 0 0,1 0 1 0 0,-7 20-1 0 0,8-17-563 0 0,1-1 1 0 0,0 1-1 0 0,1 0 0 0 0,-2 28 0 0 0,6-11-6431 0 0</inkml:trace>
</inkml:ink>
</file>

<file path=ppt/ink/ink2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5:40.1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 5985 0 0,'0'0'37'0'0,"0"-1"0"0"0,0 1-1 0 0,0-1 1 0 0,0 1 0 0 0,1 0-1 0 0,-1-1 1 0 0,0 1 0 0 0,0-1-1 0 0,1 1 1 0 0,-1-1 0 0 0,0 1-1 0 0,0 0 1 0 0,1-1 0 0 0,-1 1-1 0 0,1 0 1 0 0,-1-1 0 0 0,0 1-1 0 0,1 0 1 0 0,-1-1 0 0 0,1 1-1 0 0,-1 0 1 0 0,0 0 0 0 0,1 0-1 0 0,-1-1 1 0 0,1 1 0 0 0,-1 0-1 0 0,1 0 1 0 0,-1 0 0 0 0,1 0-1 0 0,-1 0 1 0 0,1 0 0 0 0,-1 0-1 0 0,1 0 1 0 0,-1 0 0 0 0,1 0 0 0 0,12 16 1135 0 0,4 33 599 0 0,-16-46-1630 0 0,3 10 212 0 0,0 0 0 0 0,1 0 0 0 0,0-1 0 0 0,1 0 0 0 0,0 0 0 0 0,1 0 0 0 0,1-1 0 0 0,8 11 1 0 0,-13-18-249 0 0,0-1 1 0 0,1 0-1 0 0,-1 1 1 0 0,0-1-1 0 0,1-1 1 0 0,0 1 0 0 0,0-1-1 0 0,0 1 1 0 0,0-1-1 0 0,0 0 1 0 0,0 0-1 0 0,0-1 1 0 0,1 0 0 0 0,-1 1-1 0 0,0-1 1 0 0,1-1-1 0 0,-1 1 1 0 0,1 0-1 0 0,0-1 1 0 0,-1 0 0 0 0,1 0-1 0 0,-1-1 1 0 0,1 1-1 0 0,-1-1 1 0 0,1 0-1 0 0,-1 0 1 0 0,7-3 0 0 0,-8 3-30 0 0,-1 0 0 0 0,0 0 0 0 0,0 0 0 0 0,0 0 0 0 0,1-1 0 0 0,-1 1 0 0 0,0 0 1 0 0,-1-1-1 0 0,1 0 0 0 0,0 1 0 0 0,0-1 0 0 0,-1 0 0 0 0,1 0 0 0 0,-1 0 1 0 0,1 0-1 0 0,-1 0 0 0 0,0 0 0 0 0,0 0 0 0 0,0-1 0 0 0,1-2 0 0 0,-1 1 62 0 0,-1 0-1 0 0,1-1 0 0 0,-1 1 1 0 0,1 0-1 0 0,-1-1 0 0 0,-1 1 1 0 0,1-1-1 0 0,-1 1 0 0 0,1 0 1 0 0,-3-8-1 0 0,0 4-7 0 0,0 0-1 0 0,0 0 1 0 0,-1 0-1 0 0,1 1 1 0 0,-2-1-1 0 0,1 1 1 0 0,-1 0-1 0 0,0 0 1 0 0,-1 0-1 0 0,0 1 1 0 0,-7-7-1 0 0,12 12-136 0 0,1 1 0 0 0,-1-1 0 0 0,0 0 0 0 0,0 1-1 0 0,0-1 1 0 0,0 1 0 0 0,0 0 0 0 0,0-1 0 0 0,0 1 0 0 0,0 0 0 0 0,0-1-1 0 0,0 1 1 0 0,0 0 0 0 0,0 0 0 0 0,0 0 0 0 0,0 0 0 0 0,0 0 0 0 0,0 0-1 0 0,0 0 1 0 0,0 0 0 0 0,0 0 0 0 0,0 1 0 0 0,-2 0 0 0 0</inkml:trace>
</inkml:ink>
</file>

<file path=ppt/ink/ink2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5:41.1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137 1 10138 0 0,'-5'2'345'0'0,"0"0"0"0"0,0 0 1 0 0,0 0-1 0 0,1 1 0 0 0,-1 0 0 0 0,0 0 0 0 0,1 0 0 0 0,0 0 0 0 0,0 1 0 0 0,-6 6 1 0 0,-1 2 186 0 0,0 0 0 0 0,-11 19 0 0 0,17-23-445 0 0,0 2 0 0 0,0-1 0 0 0,1 1 0 0 0,1-1 0 0 0,-1 1 0 0 0,1 0 0 0 0,1 0 0 0 0,0 0 0 0 0,1 1 0 0 0,0-1 0 0 0,0 0 0 0 0,1 1 0 0 0,0-1 0 0 0,1 1 0 0 0,2 11 0 0 0,-2-18-72 0 0,0 1-1 0 0,0-1 1 0 0,1 0 0 0 0,-1 1 0 0 0,1-1 0 0 0,0 0-1 0 0,0 0 1 0 0,0 0 0 0 0,1 0 0 0 0,-1-1-1 0 0,1 1 1 0 0,0-1 0 0 0,0 1 0 0 0,0-1-1 0 0,0 0 1 0 0,1 0 0 0 0,-1-1 0 0 0,1 1-1 0 0,0-1 1 0 0,0 1 0 0 0,0-1 0 0 0,0 0-1 0 0,0-1 1 0 0,0 1 0 0 0,1-1 0 0 0,-1 0-1 0 0,0 0 1 0 0,1 0 0 0 0,-1 0 0 0 0,1-1 0 0 0,-1 0-1 0 0,1 0 1 0 0,-1 0 0 0 0,1 0 0 0 0,-1-1-1 0 0,8-1 1 0 0,-3 0 100 0 0,0-1 1 0 0,0 1-1 0 0,0-1 0 0 0,0-1 1 0 0,-1 0-1 0 0,1 0 0 0 0,-1-1 1 0 0,0 0-1 0 0,11-9 0 0 0,-15 12-51 0 0,-1-1 0 0 0,0 0-1 0 0,0 1 1 0 0,0-1 0 0 0,0 0-1 0 0,-1 0 1 0 0,1-1 0 0 0,-1 1-1 0 0,0-1 1 0 0,0 1 0 0 0,0-1-1 0 0,0 1 1 0 0,0-1-1 0 0,-1 0 1 0 0,0 0 0 0 0,0 0-1 0 0,0 0 1 0 0,0 0 0 0 0,-1 0-1 0 0,1 0 1 0 0,-1 0 0 0 0,0 0-1 0 0,-1 0 1 0 0,0-6 0 0 0,1 8 16 0 0,-1 0 0 0 0,0-1 0 0 0,0 1 0 0 0,0 0 0 0 0,0 0 0 0 0,0 0 0 0 0,0 0 0 0 0,-1 0 0 0 0,1 1 0 0 0,-1-1 1 0 0,1 0-1 0 0,-1 1 0 0 0,1-1 0 0 0,-1 1 0 0 0,0-1 0 0 0,0 1 0 0 0,0 0 0 0 0,0 0 0 0 0,0 0 0 0 0,0 0 0 0 0,0 0 0 0 0,0 0 1 0 0,-1 0-1 0 0,1 1 0 0 0,0-1 0 0 0,0 1 0 0 0,-1 0 0 0 0,-2 0 0 0 0,-1-1-19 0 0,1 1 1 0 0,-1 1-1 0 0,1-1 1 0 0,0 1-1 0 0,0 0 1 0 0,-1 0-1 0 0,1 0 0 0 0,0 1 1 0 0,0 0-1 0 0,0 0 1 0 0,-6 4-1 0 0,6-2-1568 0 0</inkml:trace>
</inkml:ink>
</file>

<file path=ppt/ink/ink2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5:43.8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116 174 5985 0 0,'-15'-21'1554'0'0,"-17"-33"0"0"0,23 37 478 0 0,-1 1-1 0 0,-1-1 0 0 0,0 2 0 0 0,-16-18 0 0 0,35 42-1196 0 0,0 1 0 0 0,-1 0-1 0 0,8 14 1 0 0,45 88-980 0 0,-36-63 423 0 0,28 51-399 0 0,117 213 6 0 0,-160-294 115 0 0,6 8 0 0 0,-12-75 976 0 0,16-283 451 0 0,-14 270-1302 0 0,-3 39-139 0 0,-1 5-55 0 0,0 0 0 0 0,1 0 1 0 0,1 0-1 0 0,0 0 0 0 0,2 0 0 0 0,7-21 0 0 0,-11 37-3 0 0,-1 0 0 0 0,1 0 0 0 0,-1 0 0 0 0,1 0 0 0 0,0 0 0 0 0,-1 0 0 0 0,1 1 0 0 0,0-1 0 0 0,0 0 0 0 0,0 0 0 0 0,0 0 0 0 0,0 1 0 0 0,0-1 0 0 0,0 1 0 0 0,0-1 0 0 0,0 1 0 0 0,0-1 0 0 0,0 1 0 0 0,0-1 0 0 0,0 1 0 0 0,0 0 0 0 0,0 0 0 0 0,0-1 0 0 0,0 1 0 0 0,1 0 0 0 0,-1 0 0 0 0,0 0 0 0 0,0 0 0 0 0,0 0 0 0 0,0 1 0 0 0,0-1 0 0 0,1 0 0 0 0,-1 0 0 0 0,0 1 0 0 0,0-1 0 0 0,0 1 0 0 0,0-1 0 0 0,0 1 0 0 0,0-1 0 0 0,1 2 0 0 0,11 6-825 0 0</inkml:trace>
</inkml:ink>
</file>

<file path=ppt/ink/ink2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5:44.3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71 6913 0 0,'-2'-1'952'0'0,"2"0"-846"0"0,0 1 0 0 0,0 0-1 0 0,-1 0 1 0 0,1-1 0 0 0,0 1 0 0 0,0 0-1 0 0,0-1 1 0 0,0 1 0 0 0,0 0 0 0 0,0 0-1 0 0,0-1 1 0 0,0 1 0 0 0,0 0 0 0 0,0-1-1 0 0,0 1 1 0 0,0 0 0 0 0,0-1 0 0 0,0 1-1 0 0,0 0 1 0 0,0-1 0 0 0,0 1 0 0 0,0 0-1 0 0,0 0 1 0 0,0-1 0 0 0,2-1 1057 0 0,-2 1-1057 0 0,1 1 0 0 0,-1 0-1 0 0,0 0 1 0 0,0 0 0 0 0,1 0 0 0 0,-1 0-1 0 0,0-1 1 0 0,1 1 0 0 0,2-1 1170 0 0,0-2-452 0 0,6-3-589 0 0,44-30 2383 0 0,-23 25-3130 0 0,-28 11 253 0 0,-1 0 1 0 0,1-1-1 0 0,0 1 0 0 0,-1 0 0 0 0,1 1 1 0 0,0-1-1 0 0,-1 0 0 0 0,1 0 1 0 0,0 1-1 0 0,-1-1 0 0 0,1 1 0 0 0,0-1 1 0 0,-1 1-1 0 0,3 1 0 0 0,3 3-1307 0 0</inkml:trace>
</inkml:ink>
</file>

<file path=ppt/ink/ink2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5:44.4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0 143 8290 0 0,'3'-4'368'0'0,"-2"0"80"0"0,2 1-360 0 0,0-2-88 0 0,1 3 0 0 0,-1-1 0 0 0,2-2 216 0 0,3-3 24 0 0,4-4 8 0 0,3-3 0 0 0,4-2-352 0 0,-2 0-72 0 0,1 2-16 0 0,1 3 0 0 0,2 2 192 0 0,-4 0 64 0 0</inkml:trace>
</inkml:ink>
</file>

<file path=ppt/ink/ink2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5:44.7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48 10594 0 0,'-29'-47'4741'0'0,"30"57"-886"0"0,3 20-2841 0 0,24 138 8 0 0,66 301-2282 0 0,-87-445 42 0 0</inkml:trace>
</inkml:ink>
</file>

<file path=ppt/ink/ink2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5:45.0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3 123 4145 0 0,'0'-1'315'0'0,"-1"-1"-1"0"0,1 0 1 0 0,0 1 0 0 0,-1-1 0 0 0,1 0 0 0 0,0 0-1 0 0,0 1 1 0 0,0-1 0 0 0,0 0 0 0 0,0 0 0 0 0,0 1-1 0 0,1-1 1 0 0,-1 0 0 0 0,1 1 0 0 0,-1-1 0 0 0,1 0-1 0 0,-1 1 1 0 0,1-1 0 0 0,0 1 0 0 0,0-1 0 0 0,0 1-1 0 0,0-1 1 0 0,0 1 0 0 0,0 0 0 0 0,0-1 0 0 0,1 1-1 0 0,1-2 1 0 0,39-28 2695 0 0,-39 29-2696 0 0,9-5 149 0 0,-1 0 0 0 0,1 1 0 0 0,1 1-1 0 0,20-7 1 0 0,-27 10-589 0 0,0 1 1 0 0,1 0-1 0 0,-1 0 0 0 0,0 0 0 0 0,1 1 1 0 0,-1 0-1 0 0,0 0 0 0 0,1 0 0 0 0,-1 1 1 0 0,0 0-1 0 0,1 0 0 0 0,5 3 0 0 0,10 6-5986 0 0</inkml:trace>
</inkml:ink>
</file>

<file path=ppt/ink/ink2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5:45.2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0 157 1840 0 0,'5'-2'986'0'0,"0"1"-1"0"0,-1-1 1 0 0,1 0-1 0 0,-1 0 1 0 0,0 0-1 0 0,0-1 1 0 0,0 0-1 0 0,0 1 1 0 0,6-7-1 0 0,2 0-699 0 0,27-21 1166 0 0,39-25-242 0 0,-69 49-2023 0 0,-1 2 1 0 0,1-1-1 0 0,0 1 0 0 0,1 1 1 0 0,-1-1-1 0 0,1 2 0 0 0,11-3 1 0 0,-1 3-1609 0 0</inkml:trace>
</inkml:ink>
</file>

<file path=ppt/ink/ink2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5:45.8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3225 0 0,'6'17'15021'0'0,"0"3"-11943"0"0,2 16-3087 0 0,8 27 205 0 0,-1-10-87 0 0,-8-24-17 0 0,0 0 0 0 0,3-1 0 0 0,0 0 0 0 0,2-1 1 0 0,29 51-1 0 0</inkml:trace>
</inkml:ink>
</file>

<file path=ppt/ink/ink2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5:46.3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48 344 2304 0 0,'-6'-9'606'0'0,"0"-1"0"0"0,0 0 0 0 0,1 0 0 0 0,0 0 0 0 0,1-1 0 0 0,1 1 0 0 0,-1-1 0 0 0,2 0 0 0 0,-1 0 0 0 0,1 0 0 0 0,1-1 0 0 0,0 1 0 0 0,1-16-1 0 0,1 19-164 0 0,0 0 0 0 0,0 0 0 0 0,1 0 0 0 0,0 0-1 0 0,1 0 1 0 0,0 0 0 0 0,0 0 0 0 0,0 1-1 0 0,1 0 1 0 0,0 0 0 0 0,0 0 0 0 0,1 0-1 0 0,0 0 1 0 0,0 1 0 0 0,1 0 0 0 0,0 0 0 0 0,0 1-1 0 0,0-1 1 0 0,8-4 0 0 0,-13 10-383 0 0,44-27 864 0 0,-44 26-911 0 0,1 0 0 0 0,0 0 0 0 0,-1 0 0 0 0,1 1-1 0 0,0-1 1 0 0,-1 1 0 0 0,1-1 0 0 0,0 1-1 0 0,0-1 1 0 0,0 1 0 0 0,-1 0 0 0 0,1 0-1 0 0,0 0 1 0 0,0 0 0 0 0,0 0 0 0 0,0 0-1 0 0,-1 1 1 0 0,1-1 0 0 0,0 1 0 0 0,0-1-1 0 0,-1 1 1 0 0,1 0 0 0 0,0-1 0 0 0,2 3-1 0 0,-3-2-32 0 0,0 1 0 0 0,0-1 0 0 0,0 1 0 0 0,-1 0 0 0 0,1-1 0 0 0,-1 1 0 0 0,1 0 0 0 0,-1-1-1 0 0,1 1 1 0 0,-1 0 0 0 0,0 0 0 0 0,0-1 0 0 0,0 1 0 0 0,0 0 0 0 0,0 0 0 0 0,0-1 0 0 0,-1 1 0 0 0,0 2-1 0 0,-10 36-620 0 0,8-32 440 0 0,-11 29-681 0 0,-29 55 1 0 0,27-61 808 0 0,2 0-1 0 0,-18 53 1 0 0,32-83 149 0 0,-1 1 0 0 0,1 0 0 0 0,-1-1 0 0 0,1 1 0 0 0,-1 0 0 0 0,1 0 0 0 0,0-1 0 0 0,0 1 0 0 0,0 0 0 0 0,0 0 0 0 0,0 0 1 0 0,0-1-1 0 0,0 1 0 0 0,0 0 0 0 0,1 0 0 0 0,-1-1 0 0 0,1 1 0 0 0,0 0 0 0 0,-1-1 0 0 0,1 1 0 0 0,0 0 0 0 0,1 1 0 0 0,0-2 17 0 0,0 0 1 0 0,-1 0 0 0 0,1-1-1 0 0,-1 1 1 0 0,1-1-1 0 0,0 1 1 0 0,-1-1-1 0 0,1 0 1 0 0,0 1 0 0 0,0-1-1 0 0,-1 0 1 0 0,1 0-1 0 0,0 0 1 0 0,0 0-1 0 0,-1-1 1 0 0,1 1 0 0 0,0 0-1 0 0,-1-1 1 0 0,1 1-1 0 0,0-1 1 0 0,-1 0-1 0 0,4-1 1 0 0,22-10 348 0 0,1-2-1 0 0,27-19 1 0 0,-2 2-1836 0 0,2 4-4607 0 0,-28 17-589 0 0</inkml:trace>
</inkml:ink>
</file>

<file path=ppt/ink/ink2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5:46.6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71 5529 0 0,'-19'-32'2761'0'0,"16"26"-1399"0"0,0 0-1 0 0,0 1 1 0 0,-1-1-1 0 0,1 1 1 0 0,-6-6 0 0 0,12 36 3641 0 0,1 6-4895 0 0,34 109 607 0 0,-18-74-7180 0 0,-13-40-338 0 0</inkml:trace>
</inkml:ink>
</file>

<file path=ppt/ink/ink2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5:47.0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1 172 5985 0 0,'8'-9'283'0'0,"1"0"1"0"0,0 1-1 0 0,1 0 0 0 0,0 1 0 0 0,0 0 1 0 0,0 0-1 0 0,1 1 0 0 0,0 1 0 0 0,13-6 0 0 0,-2 1 91 0 0,16-8 745 0 0,64-22-1 0 0,-4 16-2725 0 0,-94 23 1236 0 0,0 0 0 0 0,0 1 0 0 0,0-1 1 0 0,0 1-1 0 0,0 0 0 0 0,0 0 0 0 0,0 1 1 0 0,8 1-1 0 0,-11-2 332 0 0,-1 1 1 0 0,1-1-1 0 0,0 0 1 0 0,0 1-1 0 0,0 0 1 0 0,0-1-1 0 0,-1 1 1 0 0,1-1-1 0 0,0 1 1 0 0,0 0-1 0 0,-1 0 1 0 0,1-1-1 0 0,-1 1 1 0 0,1 0-1 0 0,-1 0 1 0 0,1 0-1 0 0,-1 0 1 0 0,1-1-1 0 0,-1 1 1 0 0,0 0-1 0 0,1 0 1 0 0,-1 0-1 0 0,0 0 1 0 0,0 0-1 0 0,0 0 1 0 0,0 0-1 0 0,0 0 1 0 0,0 0-1 0 0,0 0 1 0 0,0 0-1 0 0,0 0 1 0 0,0 0-1 0 0,0 0 1 0 0,-1 0-1 0 0,1 0 1 0 0,0 0-1 0 0,-1 0 1 0 0,0 1-1 0 0,-4 13 1112 0 0,0 1 0 0 0,1 0 0 0 0,1 0 0 0 0,1 1 0 0 0,-1 29-1 0 0,3-41-996 0 0,0 0 0 0 0,1 0 0 0 0,0 0 0 0 0,0 0 0 0 0,0 0 0 0 0,1 0 0 0 0,-1 0 0 0 0,1 0 0 0 0,0-1 0 0 0,1 1 0 0 0,-1-1 0 0 0,1 1 0 0 0,0-1 0 0 0,0 0 0 0 0,0 0 0 0 0,1-1 0 0 0,-1 1 0 0 0,1-1 0 0 0,0 1 0 0 0,0-1 0 0 0,0 0 0 0 0,0 0 0 0 0,7 2 0 0 0,-6-3 135 0 0,0 0 1 0 0,1 0-1 0 0,-1-1 1 0 0,0 0-1 0 0,1 0 0 0 0,-1-1 1 0 0,0 1-1 0 0,1-1 1 0 0,-1 0-1 0 0,1-1 1 0 0,-1 1-1 0 0,1-1 1 0 0,-1 0-1 0 0,0-1 0 0 0,0 1 1 0 0,1-1-1 0 0,-1 0 1 0 0,0 0-1 0 0,-1-1 1 0 0,1 1-1 0 0,9-7 1 0 0,-10 6-126 0 0,1 0 1 0 0,-1 0-1 0 0,0 0 1 0 0,0-1-1 0 0,-1 1 1 0 0,1-1 0 0 0,0 0-1 0 0,-1 0 1 0 0,0 0-1 0 0,0 0 1 0 0,-1-1-1 0 0,1 1 1 0 0,-1-1 0 0 0,0 0-1 0 0,0 0 1 0 0,0 0-1 0 0,-1 0 1 0 0,1 0-1 0 0,-1 0 1 0 0,-1 0 0 0 0,1 0-1 0 0,-1 0 1 0 0,0-7-1 0 0,-1 8-72 0 0,0 0 0 0 0,0 0 0 0 0,0 1 0 0 0,-1-1-1 0 0,0 0 1 0 0,0 0 0 0 0,0 1 0 0 0,0-1 0 0 0,0 1-1 0 0,-1 0 1 0 0,0 0 0 0 0,1 0 0 0 0,-1 0 0 0 0,0 0-1 0 0,0 0 1 0 0,-1 1 0 0 0,1 0 0 0 0,-1-1 0 0 0,1 1-1 0 0,-1 0 1 0 0,0 1 0 0 0,1-1 0 0 0,-1 1 0 0 0,-7-2-1 0 0,-1 0-502 0 0,-1 0 0 0 0,0 1-1 0 0,1 0 1 0 0,-1 1-1 0 0,0 0 1 0 0,-20 2 0 0 0,17 0-5681 0 0</inkml:trace>
</inkml:ink>
</file>

<file path=ppt/ink/ink2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5:47.2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10594 0 0,'1'2'10663'0'0,"8"16"-8559"0"0,11 28-2565 0 0,43 151 735 0 0,-25-117-6994 0 0,-25-57-348 0 0</inkml:trace>
</inkml:ink>
</file>

<file path=ppt/ink/ink2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5:47.4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83 182 6449 0 0,'-25'-13'372'0'0,"-10"-4"1517"0"0,16 4 3000 0 0,19 13-4789 0 0,-1 0 0 0 0,1-1 0 0 0,0 1 1 0 0,-1 0-1 0 0,1-1 0 0 0,0 1 0 0 0,0 0 0 0 0,-1-1 0 0 0,1 1 0 0 0,0-1 1 0 0,0 1-1 0 0,0 0 0 0 0,0-1 0 0 0,-1 1 0 0 0,1-1 0 0 0,0 1 1 0 0,0-1-1 0 0,0 1 0 0 0,0 0 0 0 0,0-1 0 0 0,0 1 0 0 0,0-1 0 0 0,0 1 1 0 0,0-1-1 0 0,1 1 0 0 0,-1 0 0 0 0,0-1 0 0 0,0 1 0 0 0,0-1 1 0 0,0 1-1 0 0,1-1 0 0 0,-1 1 0 0 0,0 0 0 0 0,0-1 0 0 0,1 1 0 0 0,-1 0 1 0 0,0-1-1 0 0,1 1 0 0 0,-1 0 0 0 0,0-1 0 0 0,1 1 0 0 0,-1 0 0 0 0,0 0 1 0 0,1 0-1 0 0,-1-1 0 0 0,1 1 0 0 0,-1 0 0 0 0,0 0 0 0 0,1 0 1 0 0,-1 0-1 0 0,1-1 0 0 0,29-12 1394 0 0,-24 11-1288 0 0,221-85-546 0 0,-179 69-6888 0 0</inkml:trace>
</inkml:ink>
</file>

<file path=ppt/ink/ink2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5:48.8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70 363 3681 0 0,'-7'-5'1024'0'0,"0"-1"0"0"0,0-1 0 0 0,1 1 0 0 0,0-1 0 0 0,0 0 0 0 0,1-1 0 0 0,-1 1 0 0 0,2-1 0 0 0,-1 0 0 0 0,1 0 0 0 0,-3-22 3897 0 0,7 30-4857 0 0,12 7 1177 0 0,12 11-995 0 0,126 104 174 0 0,49 44-428 0 0,-175-144 17 0 0,33 22 1 0 0,-47-37-1 0 0,0-1 1 0 0,1 0-1 0 0,-1-1 1 0 0,1 0-1 0 0,0 0 1 0 0,19 4-1 0 0,-30-9 9 0 0,1 0-1 0 0,-1 0 1 0 0,0 0-1 0 0,0 0 1 0 0,1 0-1 0 0,-1 0 1 0 0,0 0-1 0 0,1 0 1 0 0,-1 0-1 0 0,0 0 1 0 0,0 0-1 0 0,1 0 1 0 0,-1 0-1 0 0,0 0 1 0 0,1-1-1 0 0,-1 1 1 0 0,0 0-1 0 0,0 0 1 0 0,1 0-1 0 0,-1 0 1 0 0,0-1-1 0 0,0 1 1 0 0,0 0-1 0 0,1 0 1 0 0,-1 0 0 0 0,0-1-1 0 0,0 1 1 0 0,0 0-1 0 0,1 0 1 0 0,-1-1-1 0 0,0 1 1 0 0,0 0-1 0 0,0 0 1 0 0,0-1-1 0 0,2-14 344 0 0,-7-23-23 0 0,4 29-215 0 0,-7-58 81 0 0,3 1 0 0 0,4-75 0 0 0,3 110-539 0 0,2 1 1 0 0,0 0 0 0 0,2 0 0 0 0,2 0-1 0 0,0 1 1 0 0,25-55 0 0 0,-29 75-344 0 0,0 1 0 0 0,1-1 0 0 0,0 1 1 0 0,12-14-1 0 0,2 5-6064 0 0</inkml:trace>
</inkml:ink>
</file>

<file path=ppt/ink/ink2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5:49.9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82 9674 0 0,'2'-5'812'0'0,"1"0"0"0"0,0 0 0 0 0,0 0 0 0 0,1 1 0 0 0,-1-1 0 0 0,9-6 0 0 0,-8 6-463 0 0,26-22 41 0 0,-28 26-657 0 0,0 0 0 0 0,0 0-1 0 0,0 0 1 0 0,0 0 0 0 0,0 0 0 0 0,0 0-1 0 0,0 1 1 0 0,0-1 0 0 0,0 1-1 0 0,1-1 1 0 0,-1 1 0 0 0,0 0-1 0 0,0 0 1 0 0,1 0 0 0 0,-1 0-1 0 0,2 0 1 0 0,5 3-1196 0 0</inkml:trace>
</inkml:ink>
</file>

<file path=ppt/ink/ink2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5:50.0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90 5985 0 0,'0'0'44'0'0,"-1"1"-1"0"0,1-1 0 0 0,0 1 0 0 0,0-1 1 0 0,0 0-1 0 0,0 1 0 0 0,0-1 1 0 0,0 1-1 0 0,0-1 0 0 0,0 1 1 0 0,0-1-1 0 0,0 1 0 0 0,0-1 0 0 0,0 1 1 0 0,0-1-1 0 0,0 0 0 0 0,0 1 1 0 0,0-1-1 0 0,1 1 0 0 0,-1-1 1 0 0,0 0-1 0 0,0 1 0 0 0,0-1 1 0 0,1 1-1 0 0,-1-1 0 0 0,0 0 0 0 0,0 1 1 0 0,1-1-1 0 0,-1 0 0 0 0,0 1 1 0 0,1-1-1 0 0,-1 0 0 0 0,1 0 1 0 0,-1 1-1 0 0,0-1 0 0 0,1 0 0 0 0,-1 0 1 0 0,1 0-1 0 0,23-1 1741 0 0,24-17 849 0 0,76-55-3476 0 0,-103 61 821 0 0</inkml:trace>
</inkml:ink>
</file>

<file path=ppt/ink/ink2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5:50.2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2 10594 0 0,'-5'-2'4317'0'0,"5"2"-4238"0"0,0 10 2064 0 0,5 9-1187 0 0,85 224 2811 0 0,-57-160-3114 0 0,-17-41-2474 0 0,2 0 1 0 0,37 61 0 0 0,-50-95 1717 0 0,-5-5 90 0 0</inkml:trace>
</inkml:ink>
</file>

<file path=ppt/ink/ink2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5:50.4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0 138 10594 0 0,'1'-2'97'0'0,"-1"0"-1"0"0,1-1 1 0 0,-1 1 0 0 0,1-1-1 0 0,0 1 1 0 0,0 0-1 0 0,0 0 1 0 0,0-1 0 0 0,1 1-1 0 0,-1 0 1 0 0,0 0-1 0 0,1 0 1 0 0,-1 0-1 0 0,1 0 1 0 0,0 1 0 0 0,0-1-1 0 0,0 1 1 0 0,0-1-1 0 0,2-1 1 0 0,47-26 1345 0 0,-36 21-1023 0 0,6-3 117 0 0,0 0 0 0 0,0 2 0 0 0,38-12 0 0 0,-51 19-913 0 0,0 1-1 0 0,1-1 0 0 0,-1 1 1 0 0,0 1-1 0 0,17 0 0 0 0,-21 1-141 0 0,1 0 0 0 0,0 0 0 0 0,0 0 0 0 0,-1 0 0 0 0,1 1 0 0 0,0 0 0 0 0,-1 0 0 0 0,1 0 0 0 0,-1 0 0 0 0,0 1-1 0 0,4 3 1 0 0,4 5-235 0 0</inkml:trace>
</inkml:ink>
</file>

<file path=ppt/ink/ink2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5:50.6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3 198 8754 0 0,'-2'5'1388'0'0,"5"-5"-309"0"0,15-13 352 0 0,22-22-105 0 0,105-97-2887 0 0,-140 128 1595 0 0,17-15-34 0 0</inkml:trace>
</inkml:ink>
</file>

<file path=ppt/ink/ink2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5:51.2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 7834 0 0,'3'-6'11690'0'0,"8"23"-11335"0"0,-1 1 0 0 0,-1 0 0 0 0,0 1 0 0 0,-1 0 0 0 0,8 33 0 0 0,20 113 97 0 0,-26-113-476 0 0,11 35-806 0 0,-4-30-2912 0 0,-11-38-2750 0 0</inkml:trace>
</inkml:ink>
</file>

<file path=ppt/ink/ink2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5:51.5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0 185 4609 0 0,'1'-44'563'0'0,"0"39"8"0"0,0-1-1 0 0,0 1 1 0 0,1 0 0 0 0,-1 0-1 0 0,1 0 1 0 0,1 1 0 0 0,-1-1-1 0 0,1 0 1 0 0,-1 1-1 0 0,6-6 1 0 0,-2 2-35 0 0,1 0 0 0 0,-1 1 0 0 0,2 0 0 0 0,-1 0-1 0 0,1 1 1 0 0,0 0 0 0 0,0 0 0 0 0,1 1 0 0 0,0 0 0 0 0,11-5 0 0 0,-17 9-464 0 0,0 0 1 0 0,-1 0-1 0 0,1 0 1 0 0,0 0-1 0 0,0 1 1 0 0,-1-1-1 0 0,1 1 1 0 0,0 0 0 0 0,0 0-1 0 0,0 0 1 0 0,-1 0-1 0 0,1 0 1 0 0,0 0-1 0 0,0 1 1 0 0,0 0-1 0 0,-1-1 1 0 0,1 1 0 0 0,0 0-1 0 0,-1 0 1 0 0,1 1-1 0 0,-1-1 1 0 0,1 0-1 0 0,-1 1 1 0 0,0 0 0 0 0,1-1-1 0 0,-1 1 1 0 0,0 0-1 0 0,0 0 1 0 0,0 0-1 0 0,-1 0 1 0 0,1 1-1 0 0,0-1 1 0 0,-1 0 0 0 0,1 1-1 0 0,-1-1 1 0 0,0 1-1 0 0,0 0 1 0 0,0-1-1 0 0,0 1 1 0 0,-1 0-1 0 0,2 2 1 0 0,1 10-247 0 0,0 0-1 0 0,-1 0 1 0 0,-1-1-1 0 0,0 1 1 0 0,0 0-1 0 0,-2 0 1 0 0,0 0-1 0 0,-1 0 1 0 0,0 0 0 0 0,-1 0-1 0 0,-1-1 1 0 0,0 1-1 0 0,-9 19 1 0 0,-10 17 129 0 0,-2-1 1 0 0,-36 54 0 0 0,61-103 66 0 0,-2 3-108 0 0,-10 18 2325 0 0,16-16-693 0 0,10-7-918 0 0,117-50 30 0 0,-85 32-2396 0 0,80-24 0 0 0,-99 38 595 0 0</inkml:trace>
</inkml:ink>
</file>

<file path=ppt/ink/ink2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5:52.3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12 9674 0 0,'-27'-11'10737'0'0,"29"15"-10336"0"0,8 15 221 0 0,1 0-1 0 0,22 29 0 0 0,-6-10-167 0 0,-24-32-441 0 0,0 1 0 0 0,0-1-1 0 0,-1 1 1 0 0,0-1 0 0 0,2 9-1 0 0,4 13-13 0 0,18 58-135 0 0,-14-44 287 0 0,19 45 1 0 0,-27-77-483 0 0,1 0-1 0 0,0 0 1 0 0,1 0 0 0 0,0 0-1 0 0,1-1 1 0 0,0 0 0 0 0,0 0 0 0 0,1-1-1 0 0,11 10 1 0 0,-3-6-740 0 0</inkml:trace>
</inkml:ink>
</file>

<file path=ppt/ink/ink2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5:52.7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60 292 9218 0 0,'-12'0'545'0'0,"9"1"-334"0"0,0 0 1 0 0,0-1 0 0 0,-1 0-1 0 0,1 0 1 0 0,0 0 0 0 0,-1 0-1 0 0,1 0 1 0 0,0 0 0 0 0,0-1 0 0 0,-1 0-1 0 0,1 0 1 0 0,-5-2 0 0 0,7 3-102 0 0,1-1 1 0 0,0 0-1 0 0,0 0 1 0 0,0 0-1 0 0,0 0 1 0 0,0 0-1 0 0,0 1 1 0 0,0-1-1 0 0,1 0 1 0 0,-1 0-1 0 0,0 0 0 0 0,0 0 1 0 0,1 1-1 0 0,-1-1 1 0 0,0 0-1 0 0,1 0 1 0 0,-1 0-1 0 0,1 1 1 0 0,-1-1-1 0 0,1 0 1 0 0,-1 1-1 0 0,2-2 1 0 0,15-16 987 0 0,-16 17-970 0 0,34-28 218 0 0,2 2 0 0 0,0 2 0 0 0,2 1 0 0 0,54-25 0 0 0,-22 11 222 0 0,-56 30-533 0 0,-9 4-28 0 0,0 0-1 0 0,0 0 1 0 0,1 1 0 0 0,-1 0 0 0 0,1 1 0 0 0,-1-1-1 0 0,1 1 1 0 0,10-2 0 0 0,-17 5-9 0 0,1-1 0 0 0,-1 0 0 0 0,1 1 0 0 0,-1-1 0 0 0,0 0-1 0 0,1 1 1 0 0,-1-1 0 0 0,0 0 0 0 0,1 1 0 0 0,-1-1 0 0 0,0 1 0 0 0,1-1 0 0 0,-1 0 0 0 0,0 1 0 0 0,0-1 0 0 0,0 1 0 0 0,0-1-1 0 0,1 1 1 0 0,-1-1 0 0 0,0 1 0 0 0,0-1 0 0 0,0 1 0 0 0,0-1 0 0 0,0 1 0 0 0,0-1 0 0 0,0 1 0 0 0,0-1 0 0 0,0 1 0 0 0,-1-1-1 0 0,1 1 1 0 0,0-1 0 0 0,0 1 0 0 0,0-1 0 0 0,0 1 0 0 0,-1-1 0 0 0,1 1 0 0 0,0-1 0 0 0,-1 1 0 0 0,1 0 0 0 0,-12 25-138 0 0,11-22 115 0 0,-4 6-52 0 0,-3 7-25 0 0,1 1 1 0 0,1-1 0 0 0,0 1-1 0 0,-5 35 1 0 0,10-50 90 0 0,0 0 0 0 0,1 0 0 0 0,0 0-1 0 0,0 0 1 0 0,0 0 0 0 0,0 0 0 0 0,0 0 0 0 0,1 0 0 0 0,-1 0-1 0 0,1 0 1 0 0,0 0 0 0 0,0 0 0 0 0,0 0 0 0 0,0 0 0 0 0,1-1-1 0 0,-1 1 1 0 0,1 0 0 0 0,-1-1 0 0 0,1 1 0 0 0,0-1 0 0 0,0 0-1 0 0,0 1 1 0 0,0-1 0 0 0,1 0 0 0 0,-1 0 0 0 0,0-1 0 0 0,1 1-1 0 0,0 0 1 0 0,-1-1 0 0 0,1 1 0 0 0,0-1 0 0 0,0 0 0 0 0,-1 0-1 0 0,1 0 1 0 0,0 0 0 0 0,0-1 0 0 0,5 1 0 0 0,-1 0 79 0 0,0-1 1 0 0,0 0-1 0 0,0 0 1 0 0,-1-1-1 0 0,1 1 1 0 0,0-2-1 0 0,0 1 1 0 0,-1-1-1 0 0,1 0 1 0 0,-1 0-1 0 0,1-1 1 0 0,-1 0-1 0 0,0 0 1 0 0,0 0-1 0 0,0-1 1 0 0,-1 0-1 0 0,7-5 1 0 0,-9 7-30 0 0,0-1-1 0 0,0 0 1 0 0,0 1 0 0 0,0-1-1 0 0,-1 0 1 0 0,1 0 0 0 0,-1-1-1 0 0,0 1 1 0 0,0 0 0 0 0,0-1 0 0 0,-1 1-1 0 0,1-1 1 0 0,-1 0 0 0 0,0 1-1 0 0,0-1 1 0 0,0 0 0 0 0,0 0-1 0 0,-1 0 1 0 0,1 0 0 0 0,-1 0-1 0 0,0 0 1 0 0,0 0 0 0 0,-1 1-1 0 0,1-1 1 0 0,-1 0 0 0 0,0 0 0 0 0,0 0-1 0 0,0 0 1 0 0,0 1 0 0 0,-4-7-1 0 0,-2-2 6 0 0,0 1-1 0 0,0 0 1 0 0,-1 0-1 0 0,-1 1 1 0 0,1 0-1 0 0,-2 1 1 0 0,-17-15-1 0 0,-20-4-2244 0 0,29 20-4316 0 0</inkml:trace>
</inkml:ink>
</file>

<file path=ppt/ink/ink2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5:53.3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35 6913 0 0,'-7'-1'8216'0'0,"7"1"-8097"0"0,0 18 4073 0 0,7 25-1813 0 0,6-11-1067 0 0,-11-29-207 0 0,-8-16-780 0 0,4 9-371 0 0,-8-17-215 0 0,1 0 1 0 0,-13-44-1 0 0,17 59 384 0 0,2 7 89 0 0,3 11-13 0 0,6 29-191 0 0,1 1 0 0 0,18 57 1 0 0,-18-77-34 0 0,2 0 0 0 0,0 0 0 0 0,1-1 0 0 0,2-1 0 0 0,0 0 0 0 0,17 22 0 0 0,4-2-642 0 0,-17-21-26 0 0</inkml:trace>
</inkml:ink>
</file>

<file path=ppt/ink/ink2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5:53.4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33 145 5529 0 0,'-5'-4'-647'0'0,"-22"-26"11259"0"0,27 29-10254 0 0,0 0 0 0 0,-1 0 0 0 0,1 0 0 0 0,0 0 0 0 0,0 0 0 0 0,0 0 0 0 0,0 0 0 0 0,0 0 0 0 0,0 0 0 0 0,0 1 0 0 0,1-1 0 0 0,-1 0 0 0 0,0 0 0 0 0,0 0 0 0 0,1 0 0 0 0,-1 0 0 0 0,1 0 358 0 0,1-2-358 0 0,13-12-983 0 0,3 0 307 0 0,1 2 0 0 0,39-21 0 0 0,-29 20-289 0 0</inkml:trace>
</inkml:ink>
</file>

<file path=ppt/ink/ink2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6:09.0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43 152 6913 0 0,'-21'-33'3814'0'0,"-1"1"4002"0"0,47 46-5477 0 0,24 20-1794 0 0,-1 3 0 0 0,76 76 0 0 0,-81-66-407 0 0,75 73 48 0 0,-99-103-89 0 0,2 0-1 0 0,0-1 0 0 0,0-1 0 0 0,31 15 0 0 0,-50-28-72 0 0,0-1-1 0 0,0 0 1 0 0,1 0 0 0 0,-1 0-1 0 0,0 0 1 0 0,0 0-1 0 0,1 0 1 0 0,-1-1-1 0 0,1 1 1 0 0,-1-1-1 0 0,0 1 1 0 0,1-1-1 0 0,-1 0 1 0 0,1 0 0 0 0,-1 0-1 0 0,1 0 1 0 0,-1-1-1 0 0,0 1 1 0 0,1-1-1 0 0,-1 1 1 0 0,1-1-1 0 0,-1 0 1 0 0,3-2 0 0 0,-2 1 11 0 0,0-2 0 0 0,0 1 0 0 0,0 0 1 0 0,0-1-1 0 0,-1 1 0 0 0,1-1 1 0 0,-1 0-1 0 0,0 0 0 0 0,0 1 1 0 0,-1-2-1 0 0,1 1 0 0 0,0-5 1 0 0,15-50 340 0 0,13-90 1 0 0,-21 94-868 0 0,2 0 1 0 0,21-60-1 0 0,-23 93-1045 0 0,1 0-3870 0 0,1 1-1782 0 0</inkml:trace>
</inkml:ink>
</file>

<file path=ppt/ink/ink2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6:09.4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1 122 8754 0 0,'0'0'673'0'0,"16"-12"2136"0"0,2-2-1203 0 0,6-6-424 0 0,35-23 1 0 0,-51 38-1910 0 0,-1 1 0 0 0,1 0 0 0 0,0 0 0 0 0,1 1 0 0 0,-1 0 0 0 0,0 0 0 0 0,1 1 0 0 0,-1 0 0 0 0,15-1 0 0 0,-8 4 48 0 0</inkml:trace>
</inkml:ink>
</file>

<file path=ppt/ink/ink2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6:09.5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38 8290 0 0,'0'1'89'0'0,"0"-1"0"0"0,0 1 0 0 0,0 0 1 0 0,1 0-1 0 0,-1 0 0 0 0,0 0 0 0 0,0 0 0 0 0,1-1 0 0 0,-1 1 1 0 0,0 0-1 0 0,1 0 0 0 0,-1-1 0 0 0,1 1 0 0 0,-1 0 1 0 0,1 0-1 0 0,-1-1 0 0 0,1 1 0 0 0,-1 0 0 0 0,1-1 1 0 0,0 1-1 0 0,-1-1 0 0 0,1 1 0 0 0,0-1 0 0 0,0 1 0 0 0,-1-1 1 0 0,1 0-1 0 0,0 1 0 0 0,0-1 0 0 0,0 0 0 0 0,-1 0 1 0 0,1 1-1 0 0,0-1 0 0 0,0 0 0 0 0,0 0 0 0 0,0 0 0 0 0,0 0 1 0 0,-1 0-1 0 0,1 0 0 0 0,0 0 0 0 0,0 0 0 0 0,0-1 1 0 0,0 1-1 0 0,0 0 0 0 0,1-1 0 0 0,38-13 3902 0 0,-38 14-3970 0 0,50-28-21 0 0,-34 15 0 0 0</inkml:trace>
</inkml:ink>
</file>

<file path=ppt/ink/ink2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6:09.8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9674 0 0,'11'24'7996'0'0,"8"21"-5975"0"0,125 352 928 0 0,-85-229-4468 0 0,-47-134-3636 0 0,1-5-1705 0 0</inkml:trace>
</inkml:ink>
</file>

<file path=ppt/ink/ink2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6:10.0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83 8754 0 0,'0'-1'79'0'0,"-1"-1"1"0"0,1 0 0 0 0,0 0-1 0 0,0 0 1 0 0,0 0-1 0 0,0 0 1 0 0,1 0-1 0 0,-1 0 1 0 0,1 1-1 0 0,-1-1 1 0 0,1 0 0 0 0,-1 0-1 0 0,1 0 1 0 0,0 1-1 0 0,0-1 1 0 0,0 0-1 0 0,0 1 1 0 0,0-1-1 0 0,0 1 1 0 0,0-1-1 0 0,1 1 1 0 0,1-2 0 0 0,2-1 300 0 0,0 1-1 0 0,1 0 1 0 0,-1 0 0 0 0,1 0 0 0 0,9-2 0 0 0,-4 1 141 0 0,-1 0-256 0 0,0 1-1 0 0,0 0 0 0 0,1 1 1 0 0,0 0-1 0 0,-1 1 1 0 0,1 0-1 0 0,0 0 1 0 0,0 1-1 0 0,-1 1 1 0 0,1 0-1 0 0,0 0 0 0 0,13 5 1 0 0,-17-5-316 0 0,0 1-1 0 0,-1 1 1 0 0,1-1 0 0 0,-1 1-1 0 0,0 0 1 0 0,0 1 0 0 0,0-1 0 0 0,0 1-1 0 0,-1 0 1 0 0,1 1 0 0 0,-1-1-1 0 0,0 1 1 0 0,-1 0 0 0 0,1 1-1 0 0,-1-1 1 0 0,0 1 0 0 0,0-1 0 0 0,0 1-1 0 0,-1 1 1 0 0,3 7 0 0 0,2 12 117 0 0</inkml:trace>
</inkml:ink>
</file>

<file path=ppt/ink/ink2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6:10.1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1 166 6449 0 0,'1'0'577'0'0,"-1"-2"-465"0"0,1 1-112 0 0,2-2 0 0 0,0 2 864 0 0,0-2 160 0 0,1-2 24 0 0,5-3 8 0 0,4-5-512 0 0,7-5-103 0 0,1-4-25 0 0,2 1 0 0 0,1 2-352 0 0,-1 2-64 0 0,-2 0 0 0 0,-4 1 0 0 0</inkml:trace>
</inkml:ink>
</file>

<file path=ppt/ink/ink2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6:10.4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8290 0 0,'1'6'5278'0'0,"10"23"-1353"0"0,20 54-1206 0 0,20 91-1 0 0,-32-104-3532 0 0,2 0 0 0 0,47 102 0 0 0,-53-144-6567 0 0</inkml:trace>
</inkml:ink>
</file>

<file path=ppt/ink/ink2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6:10.7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1 173 5985 0 0,'0'-3'291'0'0,"0"0"-1"0"0,0 0 1 0 0,1 1-1 0 0,-1-1 1 0 0,1 0-1 0 0,0 0 1 0 0,0 0-1 0 0,0 1 1 0 0,0-1-1 0 0,0 0 1 0 0,1 1-1 0 0,-1-1 1 0 0,1 1-1 0 0,2-3 1 0 0,29-37 3544 0 0,-28 36-3642 0 0,4-4 330 0 0,0 1 0 0 0,1-1 0 0 0,1 2 0 0 0,-1-1 0 0 0,1 1 0 0 0,16-8 0 0 0,-24 14-351 0 0,1 0-1 0 0,0 1 1 0 0,-1 0-1 0 0,1-1 1 0 0,0 1 0 0 0,0 0-1 0 0,-1 1 1 0 0,1-1 0 0 0,0 1-1 0 0,0 0 1 0 0,7 0 0 0 0,-9 0-129 0 0,0 1 0 0 0,1 0 0 0 0,-1-1 0 0 0,0 1 0 0 0,1 0 0 0 0,-1 0 0 0 0,0 1 0 0 0,0-1 1 0 0,0 0-1 0 0,0 1 0 0 0,0-1 0 0 0,0 1 0 0 0,0 0 0 0 0,-1-1 0 0 0,1 1 0 0 0,0 0 0 0 0,-1 0 0 0 0,1 0 0 0 0,-1 0 0 0 0,1 3 0 0 0,2 3-67 0 0,-1 0 0 0 0,0 0 0 0 0,-1 0 0 0 0,0 0 0 0 0,0 0 0 0 0,-1 0 0 0 0,0 1 0 0 0,-1-1 0 0 0,1 0 0 0 0,-3 17 0 0 0,-2 9-158 0 0,-11 44 0 0 0,9-52 150 0 0,-2 3 25 0 0,6-22 78 0 0,-1 1-1 0 0,1-1 0 0 0,0 1 1 0 0,1-1-1 0 0,0 1 0 0 0,0-1 1 0 0,1 1-1 0 0,-1 0 0 0 0,2 8 0 0 0,0-16-30 0 0,-1 1 0 0 0,1 0 0 0 0,-1 0 0 0 0,1 0 0 0 0,0-1 0 0 0,-1 1 0 0 0,1 0-1 0 0,0-1 1 0 0,-1 1 0 0 0,1-1 0 0 0,0 1 0 0 0,0-1 0 0 0,0 1 0 0 0,0-1-1 0 0,-1 1 1 0 0,1-1 0 0 0,0 0 0 0 0,0 1 0 0 0,0-1 0 0 0,0 0 0 0 0,0 0 0 0 0,0 0-1 0 0,0 0 1 0 0,0 0 0 0 0,0 0 0 0 0,0 0 0 0 0,0 0 0 0 0,0 0 0 0 0,0 0-1 0 0,-1-1 1 0 0,1 1 0 0 0,0 0 0 0 0,0 0 0 0 0,0-1 0 0 0,1 0 0 0 0,38-15-105 0 0,-35 14 51 0 0,79-33-3728 0 0,-60 27-3094 0 0</inkml:trace>
</inkml:ink>
</file>

<file path=ppt/ink/ink2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6:10.9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1 10138 0 0,'-9'11'8823'0'0,"10"-10"-8662"0"0,6 29 1225 0 0,-4-22-956 0 0,73 241 1539 0 0,-11-88-4322 0 0,-54-137-5038 0 0</inkml:trace>
</inkml:ink>
</file>

<file path=ppt/ink/ink2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6:11.1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40 9218 0 0,'-44'20'893'0'0,"-17"6"4353"0"0,99-59-3007 0 0,29-6-5131 0 0,-40 25-2514 0 0</inkml:trace>
</inkml:ink>
</file>

<file path=ppt/ink/ink2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6:11.3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52 6449 0 0,'0'0'298'0'0,"-5"38"6004"0"0,6-22-5649 0 0,0-1 0 0 0,2 1 0 0 0,-1 0 0 0 0,2-1 0 0 0,0 1 0 0 0,9 19 0 0 0,-11-29-565 0 0,1-1 0 0 0,-1 0-1 0 0,1 0 1 0 0,1 0-1 0 0,-1 0 1 0 0,1-1 0 0 0,-1 1-1 0 0,2-1 1 0 0,-1 0-1 0 0,0 0 1 0 0,1 0 0 0 0,-1 0-1 0 0,1-1 1 0 0,0 0 0 0 0,0 0-1 0 0,1 0 1 0 0,-1-1-1 0 0,0 0 1 0 0,1 0 0 0 0,9 2-1 0 0,-12-3-18 0 0,-1-1 0 0 0,1 1-1 0 0,0-1 1 0 0,0 0 0 0 0,0 0-1 0 0,0 0 1 0 0,0 0 0 0 0,-1 0-1 0 0,1-1 1 0 0,0 1 0 0 0,0-1-1 0 0,0 0 1 0 0,-1 0 0 0 0,1 0-1 0 0,0 0 1 0 0,-1 0 0 0 0,1-1-1 0 0,-1 1 1 0 0,1-1 0 0 0,-1 1-1 0 0,0-1 1 0 0,0 0 0 0 0,1 0-1 0 0,-1 0 1 0 0,-1 0 0 0 0,1-1 0 0 0,0 1-1 0 0,0 0 1 0 0,-1-1 0 0 0,0 1-1 0 0,1-1 1 0 0,-1 1 0 0 0,2-6-1 0 0,-2 2-3 0 0,1 1-1 0 0,-1-1 0 0 0,0 0 1 0 0,0 1-1 0 0,-1-1 0 0 0,0 0 1 0 0,0 0-1 0 0,0 1 0 0 0,0-1 1 0 0,-1 0-1 0 0,0 0 0 0 0,-1 1 1 0 0,1-1-1 0 0,-1 1 0 0 0,0-1 1 0 0,-3-5-1 0 0,-5-5-108 0 0,0 0 0 0 0,-1 1-1 0 0,-1 0 1 0 0,0 1 0 0 0,-1 0 0 0 0,-1 1 0 0 0,0 0 0 0 0,-27-18-1 0 0,31 26-1538 0 0</inkml:trace>
</inkml:ink>
</file>

<file path=ppt/ink/ink2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6:11.6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28 10594 0 0,'-4'-28'11288'0'0,"9"42"-10282"0"0,18 58-711 0 0,2 0 1 0 0,41 78-1 0 0,-51-120-339 0 0,3 5-1767 0 0,-7-11-3054 0 0,3 4-2467 0 0</inkml:trace>
</inkml:ink>
</file>

<file path=ppt/ink/ink2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6:11.7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21 183 12899 0 0,'-10'-3'1152'0'0,"4"0"-928"0"0,5 0 816 0 0,1 1 161 0 0,-2-1 31 0 0,1-6 8 0 0,4-1-472 0 0,4-6-88 0 0,7-1-15 0 0,9-3-9 0 0,5 2-1048 0 0,7-3-217 0 0,6-2-31 0 0,3 4-16 0 0,2 4 480 0 0</inkml:trace>
</inkml:ink>
</file>

<file path=ppt/ink/ink2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6:12.5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16 222 9218 0 0,'1'0'106'0'0,"-1"0"-1"0"0,1 0 1 0 0,-1 0 0 0 0,1 0 0 0 0,-1 0-1 0 0,1 0 1 0 0,0 0 0 0 0,-1 0 0 0 0,1 0-1 0 0,-1 0 1 0 0,1 0 0 0 0,-1 0 0 0 0,1 0-1 0 0,-1 0 1 0 0,1-1 0 0 0,-1 1 0 0 0,1 0-1 0 0,-1 0 1 0 0,1-1 0 0 0,-1 1-1 0 0,1 0 1 0 0,-1-1 0 0 0,0 1 0 0 0,1 0-1 0 0,-1-1 1 0 0,1 1 0 0 0,-1 0 0 0 0,1-1-1 0 0,8-19 1536 0 0,-2-22 77 0 0,-6 28-1282 0 0,0 1-1 0 0,-1 0 1 0 0,-1 0-1 0 0,-3-14 1 0 0,4 21-342 0 0,-1 1 0 0 0,0 0 0 0 0,-1 0 0 0 0,1-1 0 0 0,-1 1 0 0 0,0 0 0 0 0,-1 1 0 0 0,1-1 0 0 0,-1 0 0 0 0,0 0 0 0 0,0 1 0 0 0,-6-7 0 0 0,3 7-666 0 0,1 5-263 0 0</inkml:trace>
</inkml:ink>
</file>

<file path=ppt/ink/ink2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6:13.0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22 247 9674 0 0,'-19'-8'4088'0'0,"19"8"-4016"0"0,0 1-1 0 0,0-1 0 0 0,0 0 1 0 0,0 0-1 0 0,-1 0 1 0 0,1 0-1 0 0,0 0 1 0 0,0 1-1 0 0,0-1 1 0 0,0 0-1 0 0,0 0 1 0 0,-1 0-1 0 0,1 1 1 0 0,0-1-1 0 0,0 0 1 0 0,0 0-1 0 0,0 1 1 0 0,0-1-1 0 0,0 0 1 0 0,0 0-1 0 0,0 0 1 0 0,0 1-1 0 0,0-1 1 0 0,0 0-1 0 0,0 0 1 0 0,0 1-1 0 0,0-1 1 0 0,0 0-1 0 0,0 0 1 0 0,0 0-1 0 0,0 1 1 0 0,0-1-1 0 0,0 0 1 0 0,0 0-1 0 0,0 1 1 0 0,1-1-1 0 0,-1 0 1 0 0,0 0-1 0 0,0 0 1 0 0,0 1-1 0 0,22 34 2554 0 0,-15-25-2740 0 0,67 125 1266 0 0,-46-80-1069 0 0,1-1 1 0 0,4-2 0 0 0,55 69-1 0 0,-85-116-42 0 0,24 22-115 0 0,-26-26 107 0 0,-1 0 0 0 0,1-1 0 0 0,0 1 0 0 0,0 0-1 0 0,0 0 1 0 0,0-1 0 0 0,0 1 0 0 0,0 0 0 0 0,0-1-1 0 0,0 1 1 0 0,0-1 0 0 0,0 1 0 0 0,0-1 0 0 0,1 0 0 0 0,-1 1-1 0 0,0-1 1 0 0,0 0 0 0 0,0 0 0 0 0,0 0 0 0 0,1 0-1 0 0,-1 0 1 0 0,0 0 0 0 0,0 0 0 0 0,2-1 0 0 0,-1-1 38 0 0,0-1 1 0 0,-1 0-1 0 0,1 0 1 0 0,-1 1-1 0 0,0-1 1 0 0,0 0-1 0 0,0 0 1 0 0,0 0-1 0 0,-1 0 1 0 0,1 0-1 0 0,-1 0 1 0 0,0 0-1 0 0,0-1 1 0 0,0-4-1 0 0,1-1 49 0 0,5-193 781 0 0,1-17-761 0 0,-3 187-595 0 0,0 0-1 0 0,2 1 1 0 0,2-1-1 0 0,19-51 1 0 0,-11 50-4795 0 0,1 5-1690 0 0</inkml:trace>
</inkml:ink>
</file>

<file path=ppt/ink/ink2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6:13.2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0 174 17972 0 0,'1'0'56'0'0,"-1"0"0"0"0,0 0 0 0 0,1 1 0 0 0,-1-1 1 0 0,1 0-1 0 0,-1 0 0 0 0,1 0 0 0 0,-1 1 0 0 0,0-1 0 0 0,1 0 0 0 0,-1 0 1 0 0,1 0-1 0 0,-1 0 0 0 0,1 0 0 0 0,-1 0 0 0 0,1 0 0 0 0,-1 0 1 0 0,1 0-1 0 0,-1 0 0 0 0,1 0 0 0 0,-1 0 0 0 0,1 0 0 0 0,-1-1 0 0 0,1 1 1 0 0,-1 0-1 0 0,0 0 0 0 0,1 0 0 0 0,-1-1 0 0 0,1 1 0 0 0,-1 0 1 0 0,0-1-1 0 0,1 1 0 0 0,-1 0 0 0 0,1-1 0 0 0,19-14-1219 0 0,-15 11 1080 0 0,13-11 457 0 0,-1 0 0 0 0,21-25 1 0 0,-21 22-2533 0 0,36-31 0 0 0,-51 47 1705 0 0,0 0 0 0 0,0 1 0 0 0,0-1-1 0 0,1 1 1 0 0,-1 0 0 0 0,0 0 0 0 0,1 0 0 0 0,-1 0 0 0 0,1 0 0 0 0,0 1 0 0 0,-1-1-1 0 0,1 1 1 0 0,0-1 0 0 0,-1 1 0 0 0,1 0 0 0 0,0 0 0 0 0,3 0 0 0 0,1 3 249 0 0</inkml:trace>
</inkml:ink>
</file>

<file path=ppt/ink/ink2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6:13.3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82 7834 0 0,'3'5'344'0'0,"-2"-2"72"0"0,2 0-328 0 0,0-2-88 0 0,0-2 0 0 0,-1 0 0 0 0,1-1 576 0 0,4-2 96 0 0,5-2 16 0 0,3-5 8 0 0,4-3-1832 0 0,4-3-368 0 0,1-2-64 0 0,-3 0-25 0 0</inkml:trace>
</inkml:ink>
</file>

<file path=ppt/ink/ink2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6:13.5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11058 0 0,'1'6'6409'0'0,"3"8"-3440"0"0,8 35-1478 0 0,11 29-1036 0 0,-9-23-790 0 0,3 1 1 0 0,3-2-1 0 0,2 0 0 0 0,34 62 0 0 0,-38-88-7122 0 0</inkml:trace>
</inkml:ink>
</file>

<file path=ppt/ink/ink2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6:13.7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3 187 8754 0 0,'-1'-4'131'0'0,"0"-1"0"0"0,1 0 0 0 0,0 1 1 0 0,0-1-1 0 0,0 0 0 0 0,0 1 0 0 0,1-1 0 0 0,0 0 0 0 0,0 1 1 0 0,0-1-1 0 0,3-7 0 0 0,0 6 390 0 0,0-1 1 0 0,0 1-1 0 0,0 0 0 0 0,1 1 1 0 0,0-1-1 0 0,11-9 1 0 0,-7 7 38 0 0,1-1 0 0 0,1 1-1 0 0,-1 1 1 0 0,1 0 0 0 0,0 1 0 0 0,1 0 0 0 0,23-9 0 0 0,-29 13-645 0 0,0 1 0 0 0,0 0 0 0 0,0 0 0 0 0,0 0-1 0 0,0 1 1 0 0,0-1 0 0 0,0 1 0 0 0,8 1 0 0 0,-10 0-410 0 0,1 0 0 0 0,-1 0 0 0 0,0 1-1 0 0,0-1 1 0 0,1 1 0 0 0,-1 0 0 0 0,0 0 0 0 0,-1 0 0 0 0,1 0 0 0 0,0 1 0 0 0,0 0 0 0 0,3 4-1 0 0,8 9-1956 0 0</inkml:trace>
</inkml:ink>
</file>

<file path=ppt/ink/ink2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6:13.9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1 222 8290 0 0,'1'-1'736'0'0,"1"0"-584"0"0,1-1-152 0 0,0-1 0 0 0,-1 1 784 0 0,3-4 128 0 0,3-1 25 0 0,5-6 7 0 0,6-4-264 0 0,2-6-48 0 0,5-1-16 0 0,-1-2 0 0 0,1 3-2152 0 0,-1 3-424 0 0,3 2-89 0 0,-7-1-23 0 0,-3 2 1632 0 0</inkml:trace>
</inkml:ink>
</file>

<file path=ppt/ink/ink2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6:14.1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1 8754 0 0,'-12'4'9546'0'0,"13"2"-8685"0"0,71 306 3185 0 0,-27-130-11006 0 0,-39-155-21 0 0</inkml:trace>
</inkml:ink>
</file>

<file path=ppt/ink/ink2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6:14.4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1 216 11058 0 0,'0'-9'293'0'0,"0"1"-1"0"0,0-1 0 0 0,1 1 0 0 0,0-1 0 0 0,0 1 0 0 0,1-1 0 0 0,0 1 1 0 0,1 0-1 0 0,0 0 0 0 0,0 0 0 0 0,1 0 0 0 0,0 0 0 0 0,7-10 1 0 0,-3 6 413 0 0,1 1 1 0 0,0 0 0 0 0,1 0 0 0 0,13-10 0 0 0,-19 18-502 0 0,-1 0-1 0 0,1 0 1 0 0,0 1 0 0 0,0 0 0 0 0,0 0 0 0 0,1 0 0 0 0,7-3-1 0 0,-10 5-145 0 0,0-1-1 0 0,0 1 1 0 0,0 0-1 0 0,0 0 1 0 0,0 0-1 0 0,0 0 1 0 0,0 0-1 0 0,0 0 1 0 0,0 0-1 0 0,0 1 1 0 0,0-1-1 0 0,0 1 1 0 0,0-1-1 0 0,0 1 1 0 0,0 0-1 0 0,0 0 1 0 0,-1 0-1 0 0,4 2 1 0 0,-4-2-39 0 0,1 0 0 0 0,-1 0 1 0 0,0 0-1 0 0,0 1 1 0 0,0-1-1 0 0,0 0 1 0 0,0 1-1 0 0,0-1 1 0 0,0 1-1 0 0,0-1 1 0 0,0 1-1 0 0,-1-1 1 0 0,1 1-1 0 0,0 0 0 0 0,-1-1 1 0 0,0 1-1 0 0,1 0 1 0 0,-1 2-1 0 0,0 1-26 0 0,0-1 1 0 0,0 0-1 0 0,-1 1 0 0 0,0-1 0 0 0,1 0 0 0 0,-1 0 1 0 0,-3 6-1 0 0,-2 5-113 0 0,-1 0 1 0 0,-18 26 0 0 0,24-39 119 0 0,-35 44-45 0 0,27-35 215 0 0,0 0 0 0 0,0 0 0 0 0,-9 18 0 0 0,18-29-159 0 0,0 1 0 0 0,0-1 0 0 0,0 0 0 0 0,0 1 0 0 0,-1-1 0 0 0,1 1 0 0 0,0-1 1 0 0,0 0-1 0 0,0 1 0 0 0,0-1 0 0 0,0 1 0 0 0,0-1 0 0 0,0 0 0 0 0,0 1 0 0 0,0-1 0 0 0,0 0 1 0 0,0 1-1 0 0,0-1 0 0 0,1 1 0 0 0,-1-1 0 0 0,0 0 0 0 0,0 1 0 0 0,0-1 0 0 0,0 0 0 0 0,1 1 1 0 0,-1-1-1 0 0,0 0 0 0 0,0 1 0 0 0,1-1 0 0 0,-1 0 0 0 0,0 0 0 0 0,0 1 0 0 0,1-1 0 0 0,-1 0 1 0 0,0 0-1 0 0,1 1 0 0 0,0-1 0 0 0,20 6 94 0 0,25-5-128 0 0,53-9 33 0 0,-56 1-6413 0 0,-23 4-570 0 0</inkml:trace>
</inkml:ink>
</file>

<file path=ppt/ink/ink2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6:14.8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36 11522 0 0,'-9'-13'751'0'0,"-10"-9"3404"0"0,19 24-3668 0 0,-1 0 1 0 0,1 1-1 0 0,-1-1 1 0 0,1 1 0 0 0,0-1-1 0 0,0 1 1 0 0,0-1 0 0 0,1 5-1 0 0,32 209 1461 0 0,2-75-3598 0 0,-25-106-5925 0 0</inkml:trace>
</inkml:ink>
</file>

<file path=ppt/ink/ink2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6:15.2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13 337 6449 0 0,'-1'-1'133'0'0,"-1"-1"0"0"0,1 0 0 0 0,0 1-1 0 0,0-1 1 0 0,0 0 0 0 0,0 0 0 0 0,0 0-1 0 0,1 0 1 0 0,-1 1 0 0 0,0-1 0 0 0,1 0 0 0 0,0 0-1 0 0,-1 0 1 0 0,1-1 0 0 0,0 1 0 0 0,0 0-1 0 0,0 0 1 0 0,0 0 0 0 0,0 0 0 0 0,1 0-1 0 0,-1 0 1 0 0,1-2 0 0 0,2-2 443 0 0,0 0 1 0 0,1 0-1 0 0,-1 1 0 0 0,1-1 1 0 0,8-8-1 0 0,-7 8-622 0 0,14-15 490 0 0,0 1-1 0 0,2 1 1 0 0,1 0 0 0 0,0 2 0 0 0,1 1-1 0 0,31-17 1 0 0,-17 13-242 0 0,1 1-1 0 0,1 3 1 0 0,63-19 0 0 0,-97 33-164 0 0,1 1 0 0 0,-1 0 1 0 0,1 0-1 0 0,0 0 1 0 0,0 0-1 0 0,-1 1 0 0 0,1 0 1 0 0,0 0-1 0 0,0 1 0 0 0,6 1 1 0 0,-10-1-32 0 0,0-1 0 0 0,0 1 1 0 0,0 0-1 0 0,0 0 0 0 0,-1 0 0 0 0,1 0 0 0 0,0 1 1 0 0,-1-1-1 0 0,1 0 0 0 0,-1 1 0 0 0,1-1 1 0 0,-1 1-1 0 0,0-1 0 0 0,0 1 0 0 0,1 0 0 0 0,-1-1 1 0 0,0 1-1 0 0,-1 0 0 0 0,1 0 0 0 0,0 0 1 0 0,0 0-1 0 0,-1 0 0 0 0,1 0 0 0 0,-1 0 0 0 0,0 0 1 0 0,1 0-1 0 0,-1 0 0 0 0,0 0 0 0 0,0 0 1 0 0,-1 0-1 0 0,1 3 0 0 0,-2 13 52 0 0,-1-1 1 0 0,0 0-1 0 0,-10 29 1 0 0,8-33-156 0 0,1 1 0 0 0,0 0-1 0 0,2 0 1 0 0,-1 0 0 0 0,2 0 0 0 0,-1 21 0 0 0,2-32-30 0 0,0-1 0 0 0,0 1 0 0 0,1 0 0 0 0,-1 0 0 0 0,1 0 0 0 0,-1 0 0 0 0,1 0 0 0 0,0-1 0 0 0,0 1 0 0 0,0 0 0 0 0,1-1 0 0 0,-1 1 0 0 0,1-1 0 0 0,-1 1 0 0 0,1-1 0 0 0,0 0 0 0 0,0 0 0 0 0,0 1 0 0 0,0-1 0 0 0,0-1 0 0 0,0 1 0 0 0,1 0 0 0 0,-1 0 0 0 0,1-1 0 0 0,-1 0 0 0 0,1 1 0 0 0,-1-1 0 0 0,1 0 0 0 0,0 0 0 0 0,0 0 0 0 0,5 0 0 0 0,-5-1 204 0 0,1 0 0 0 0,-1 0 0 0 0,1 0 0 0 0,-1-1-1 0 0,1 1 1 0 0,-1-1 0 0 0,1 0 0 0 0,-1 0-1 0 0,0-1 1 0 0,1 1 0 0 0,-1-1 0 0 0,0 1 0 0 0,0-1-1 0 0,0 0 1 0 0,0 0 0 0 0,0 0 0 0 0,-1-1-1 0 0,1 1 1 0 0,-1-1 0 0 0,1 1 0 0 0,-1-1-1 0 0,0 0 1 0 0,0 0 0 0 0,0 0 0 0 0,2-5 0 0 0,0-2 202 0 0,0 0 0 0 0,-1 0 1 0 0,0 0-1 0 0,-1-1 1 0 0,0 1-1 0 0,0-1 1 0 0,-1 1-1 0 0,-1-1 0 0 0,0 0 1 0 0,-1-12-1 0 0,-1 8-658 0 0,0 0-1 0 0,-1 0 0 0 0,0 0 0 0 0,-2 0 1 0 0,1 1-1 0 0,-11-21 0 0 0,7 20-5289 0 0</inkml:trace>
</inkml:ink>
</file>

<file path=ppt/ink/ink2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6:15.4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11522 0 0,'0'8'6037'0'0,"9"23"-3264"0"0,8 22-2246 0 0,-3 0 0 0 0,-3 0-1 0 0,6 58 1 0 0,-12-78-661 0 0,-1 0-374 0 0</inkml:trace>
</inkml:ink>
</file>

<file path=ppt/ink/ink2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6:15.6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2 260 14747 0 0,'-1'-13'648'0'0,"1"6"144"0"0,0-1-632 0 0,1 1-160 0 0,1 2 0 0 0,2-2 0 0 0,0 0 737 0 0,4-3 111 0 0,4-6 24 0 0,7-3 8 0 0,5-6-344 0 0,3 0-72 0 0,6 0-15 0 0,17-4-4130 0 0,2 0-832 0 0,4 2-168 0 0</inkml:trace>
</inkml:ink>
</file>

<file path=ppt/ink/ink2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6:16.3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85 5985 0 0,'3'1'10781'0'0,"19"2"-8053"0"0,-15-3-2557 0 0,1 0-1 0 0,0 0 0 0 0,-1 0 1 0 0,1-1-1 0 0,10-2 0 0 0,-19 0-99 0 0,-1-1-1 0 0,1 1 0 0 0,-1 0 0 0 0,0 0 0 0 0,0 0 0 0 0,-1 0 1 0 0,1 1-1 0 0,-1-1 0 0 0,-3-3 0 0 0,5 5 5 0 0,-6-6 5 0 0,0 0 1 0 0,0 0-1 0 0,-1 1 1 0 0,-10-6-1 0 0,16 10-52 0 0,0 1 0 0 0,0 0-1 0 0,0 0 1 0 0,1 0-1 0 0,-1 0 1 0 0,0 0 0 0 0,0 0-1 0 0,0 0 1 0 0,-1 1-1 0 0,1-1 1 0 0,0 1 0 0 0,0 0-1 0 0,0-1 1 0 0,0 1-1 0 0,0 0 1 0 0,-1 0 0 0 0,1 0-1 0 0,0 1 1 0 0,0-1-1 0 0,0 0 1 0 0,0 1-1 0 0,0 0 1 0 0,0-1 0 0 0,0 1-1 0 0,-4 2 1 0 0,6-3-25 0 0,0 0 0 0 0,-1 0 0 0 0,1 1 0 0 0,0-1 1 0 0,0 0-1 0 0,0 0 0 0 0,-1 1 0 0 0,1-1 0 0 0,0 0 1 0 0,0 0-1 0 0,0 1 0 0 0,0-1 0 0 0,0 0 0 0 0,-1 0 0 0 0,1 1 1 0 0,0-1-1 0 0,0 0 0 0 0,0 1 0 0 0,0-1 0 0 0,0 0 0 0 0,0 0 1 0 0,0 1-1 0 0,0-1 0 0 0,0 0 0 0 0,0 1 0 0 0,0-1 0 0 0,0 0 1 0 0,0 1-1 0 0,0-1 0 0 0,1 0 0 0 0,-1 0 0 0 0,0 1 1 0 0,0-1-1 0 0,0 0 0 0 0,0 0 0 0 0,0 1 0 0 0,1-1 0 0 0,-1 0 1 0 0,0 0-1 0 0,0 1 0 0 0,1-1 0 0 0,10 9-366 0 0,-11-9 309 0 0,9 5-430 0 0</inkml:trace>
</inkml:ink>
</file>

<file path=ppt/ink/ink2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6:17.1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1 1 2761 0 0</inkml:trace>
</inkml:ink>
</file>

<file path=ppt/ink/ink2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6:17.3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0 7418 0 0,'-1'2'0'0'0</inkml:trace>
</inkml:ink>
</file>

<file path=ppt/ink/ink2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6:17.5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37 382 8754 0 0,'-25'-40'1942'0'0,"13"11"4751"0"0,61 155-2010 0 0,14-4-3737 0 0,-45-95-979 0 0,0 0 0 0 0,1-1-1 0 0,2-1 1 0 0,1-1 0 0 0,0-1-1 0 0,39 30 1 0 0,-54-48 44 0 0,0 1 0 0 0,1-1 0 0 0,-1-1 0 0 0,1 0 1 0 0,0 0-1 0 0,14 5 0 0 0,-21-9-7 0 0,1 1 1 0 0,0-1-1 0 0,0 1 1 0 0,0-1-1 0 0,0 0 0 0 0,0 0 1 0 0,0 0-1 0 0,0 0 1 0 0,0 0-1 0 0,0 0 1 0 0,0 0-1 0 0,0-1 1 0 0,-1 1-1 0 0,1-1 0 0 0,0 1 1 0 0,0-1-1 0 0,0 0 1 0 0,0 0-1 0 0,-1 0 1 0 0,1 0-1 0 0,0 0 1 0 0,-1 0-1 0 0,1 0 0 0 0,-1 0 1 0 0,1-1-1 0 0,-1 1 1 0 0,0 0-1 0 0,0-1 1 0 0,1 0-1 0 0,-1 1 1 0 0,0-1-1 0 0,0 0 0 0 0,-1 1 1 0 0,2-4-1 0 0,6-18 110 0 0,-1-1-1 0 0,-1 0 0 0 0,-1 0 1 0 0,2-34-1 0 0,3-8 35 0 0,7-87-125 0 0,-12 89-163 0 0,15-66-1 0 0,-16 111-126 0 0,0 1-1 0 0,2 0 0 0 0,0 0 0 0 0,2 0 0 0 0,0 1 0 0 0,0 0 0 0 0,22-31 1 0 0,-27 44-24 0 0,0 1 0 0 0,0-1 1 0 0,0 1-1 0 0,0 0 1 0 0,0 0-1 0 0,1 0 1 0 0,5-3-1 0 0,5-1-1569 0 0</inkml:trace>
</inkml:ink>
</file>

<file path=ppt/ink/ink2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6:17.9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1 6913 0 0,'-4'47'2914'0'0,"0"2"5644"0"0,9-15-6321 0 0,5 1-1841 0 0,1 0 1 0 0,1 0 0 0 0,2-1-1 0 0,24 43 1 0 0,-27-56-391 0 0,-10-17 41 0 0,1 1 1 0 0,0-1-1 0 0,0 0 1 0 0,1 0-1 0 0,-1 0 1 0 0,1 0-1 0 0,-1 0 1 0 0,1-1-1 0 0,0 1 1 0 0,5 3-1 0 0,-8-7-43 0 0,0 0 7 0 0,1 0 1 0 0,-1 1 0 0 0,0-1 0 0 0,0 0-1 0 0,0 0 1 0 0,0 0 0 0 0,0 0-1 0 0,0 0 1 0 0,1 0 0 0 0,-1 0 0 0 0,0 0-1 0 0,0 0 1 0 0,0 0 0 0 0,0 0-1 0 0,1 0 1 0 0,-1 0 0 0 0,0 0-1 0 0,0 0 1 0 0,0 0 0 0 0,0 0 0 0 0,1 0-1 0 0,-1 0 1 0 0,0 0 0 0 0,0 0-1 0 0,0 0 1 0 0,0 0 0 0 0,0 0-1 0 0,1 0 1 0 0,-1 0 0 0 0,0 0 0 0 0,0 0-1 0 0,0 0 1 0 0,0 0 0 0 0,0-1-1 0 0,0 1 1 0 0,1 0 0 0 0,-1 0 0 0 0,0 0-1 0 0,0 0 1 0 0,0 0 0 0 0,0 0-1 0 0,0 0 1 0 0,0-1 0 0 0,0 1-1 0 0,0 0 1 0 0,0 0 0 0 0,0 0 0 0 0,1 0-1 0 0,-1-1 1 0 0,0 1 0 0 0,0 0-1 0 0,0 0 1 0 0,0 0 0 0 0,0 0 0 0 0,0 0-1 0 0,0-1 1 0 0,14-23 429 0 0,-13 24-443 0 0,-1 0 0 0 0,0 0 0 0 0,1 0 0 0 0,-1 0 0 0 0,0 0 0 0 0,1 1 0 0 0,-1-1 0 0 0,0 0 0 0 0,1 0 0 0 0,-1 0 0 0 0,0 1 0 0 0,0-1 0 0 0,1 0 0 0 0,-1 0 0 0 0,0 1 0 0 0,0-1 0 0 0,1 0 0 0 0,-1 1 0 0 0,0-1-1 0 0,0 0 1 0 0,0 1 0 0 0,0-1 0 0 0,0 0 0 0 0,1 1 0 0 0,-1-1 0 0 0,0 0 0 0 0,0 1 0 0 0,0-1 0 0 0,0 1 0 0 0,0-1 0 0 0,0 0 0 0 0,0 1 0 0 0,0-1 0 0 0,0 0 0 0 0,0 1 0 0 0,0-1 0 0 0,-1 1 0 0 0,4 18-92 0 0,-3-18 26 0 0,0 0 0 0 0,-1 1-1 0 0,1-1 1 0 0,0 0-1 0 0,0 0 1 0 0,1 0-1 0 0,-1 1 1 0 0,0-1-1 0 0,0 0 1 0 0,1 0-1 0 0,-1 0 1 0 0,0 0 0 0 0,1 1-1 0 0,-1-1 1 0 0,1 0-1 0 0,0 0 1 0 0,-1 0-1 0 0,1 0 1 0 0,0 0-1 0 0,-1 0 1 0 0,1 0-1 0 0,0-1 1 0 0,0 1-1 0 0,0 0 1 0 0,0 0 0 0 0,0-1-1 0 0,0 1 1 0 0,0 0-1 0 0,2 0 1 0 0</inkml:trace>
</inkml:ink>
</file>

<file path=ppt/ink/ink2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6:19.3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17 7834 0 0,'-1'-1'-5'0'0,"0"-1"295"0"0,0 1-1 0 0,-1-1 1 0 0,1 1-1 0 0,-1-1 1 0 0,0 1 0 0 0,0 0-1 0 0,1-1 1 0 0,-1 1-1 0 0,0 0 1 0 0,-2-1-1 0 0,2 2-219 0 0,1 0-1 0 0,0 0 0 0 0,0 1 0 0 0,0-1 0 0 0,0 0 0 0 0,0 0 1 0 0,0 1-1 0 0,0-1 0 0 0,0 1 0 0 0,0-1 0 0 0,0 1 0 0 0,0-1 1 0 0,0 1-1 0 0,0 0 0 0 0,0-1 0 0 0,0 1 0 0 0,0 0 0 0 0,0 0 1 0 0,1-1-1 0 0,-1 1 0 0 0,0 0 0 0 0,0 2 0 0 0,-6 5-238 0 0,0 1 1 0 0,1 0-1 0 0,-8 17 0 0 0,12-22 74 0 0,1-1 1 0 0,-1 1 0 0 0,1 0 0 0 0,-1-1-1 0 0,1 1 1 0 0,0 0 0 0 0,1 0 0 0 0,-1 0-1 0 0,1 0 1 0 0,0 0 0 0 0,0-1 0 0 0,0 1 0 0 0,1 7-1 0 0,-1-10 88 0 0,0 0 0 0 0,1 0 0 0 0,-1 0 0 0 0,0 0 0 0 0,1 0 0 0 0,-1 0 0 0 0,1 0 0 0 0,-1 0 0 0 0,1 0 0 0 0,0-1 0 0 0,-1 1 0 0 0,1 0 0 0 0,0 0 0 0 0,-1-1 0 0 0,1 1 0 0 0,0 0 0 0 0,0-1 0 0 0,0 1 0 0 0,-1-1 0 0 0,1 1 0 0 0,0-1 0 0 0,0 1 0 0 0,0-1 0 0 0,0 0 0 0 0,0 1 0 0 0,2-1-1 0 0,0 0 96 0 0,-1 0 0 0 0,1 0 0 0 0,-1 0 0 0 0,0-1 0 0 0,1 1 0 0 0,-1-1 0 0 0,1 0-1 0 0,-1 1 1 0 0,0-1 0 0 0,5-3 0 0 0,0 1 211 0 0,-1-1 1 0 0,0 0-1 0 0,0-1 1 0 0,0 0-1 0 0,0 0 0 0 0,8-10 1 0 0,-12 13-291 0 0,-1 0 1 0 0,0 1-1 0 0,0-1 0 0 0,1 0 1 0 0,-1 0-1 0 0,0 0 0 0 0,-1-1 1 0 0,1 1-1 0 0,0 0 0 0 0,-1 0 1 0 0,1 0-1 0 0,-1-1 0 0 0,0 1 1 0 0,1 0-1 0 0,-1 0 0 0 0,0-1 1 0 0,-1 1-1 0 0,1 0 0 0 0,0-1 1 0 0,-1 1-1 0 0,1 0 0 0 0,-1 0 1 0 0,1 0-1 0 0,-3-4 0 0 0,1 2-410 0 0</inkml:trace>
</inkml:ink>
</file>

<file path=ppt/ink/ink2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6:19.6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0 116 7834 0 0,'4'-13'9979'0'0,"17"0"-9021"0"0,-18 12-850 0 0,-1 0-75 0 0,97-57 1642 0 0,-84 51-2571 0 0,0 1 1 0 0,24-7-1 0 0,-23 9-5610 0 0</inkml:trace>
</inkml:ink>
</file>

<file path=ppt/ink/ink2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6:19.7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1 123 7834 0 0,'4'1'344'0'0,"-1"-2"72"0"0,3-1-328 0 0,-2-1-88 0 0,2 2 0 0 0,-2-2 0 0 0,3 0 688 0 0,3-3 120 0 0,7-1 24 0 0,4-6 9 0 0,7-1-329 0 0,0 0-64 0 0,0 0-8 0 0,0 1-8 0 0,-1 2-320 0 0,-2 1-112 0 0,-1 1 72 0 0</inkml:trace>
</inkml:ink>
</file>

<file path=ppt/ink/ink2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6:19.9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7834 0 0,'4'26'8965'0'0,"6"40"-6493"0"0,-1 46-939 0 0,9 74-548 0 0,-13-159-1468 0 0,1 1 1 0 0,1-1 0 0 0,1-1 0 0 0,20 44-1 0 0,-15-44-6507 0 0</inkml:trace>
</inkml:ink>
</file>

<file path=ppt/ink/ink2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6:20.1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14 245 7834 0 0,'-3'-6'465'0'0,"1"0"1"0"0,0 0 0 0 0,0-1-1 0 0,1 1 1 0 0,0-1-1 0 0,0 0 1 0 0,0 1 0 0 0,1-1-1 0 0,0 0 1 0 0,0 1 0 0 0,1-1-1 0 0,0 0 1 0 0,0 1-1 0 0,0-1 1 0 0,1 1 0 0 0,0-1-1 0 0,1 1 1 0 0,-1 0 0 0 0,1 0-1 0 0,7-11 1 0 0,-5 9-173 0 0,0 1 0 0 0,0 0 0 0 0,1 0 0 0 0,0 0 0 0 0,0 1 0 0 0,1-1 0 0 0,0 2 0 0 0,0-1 0 0 0,11-6 0 0 0,-10 8-497 0 0,-1 0-1 0 0,1 0 0 0 0,0 1 1 0 0,0 0-1 0 0,0 1 0 0 0,9-2 0 0 0,2 1-6637 0 0</inkml:trace>
</inkml:ink>
</file>

<file path=ppt/ink/ink2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6:20.3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0 140 10138 0 0,'10'0'448'0'0,"-3"0"96"0"0,2-2-440 0 0,-2 1-104 0 0,-1 0 0 0 0,-2-1 0 0 0,3-2 961 0 0,6-2 159 0 0,5-2 40 0 0,10-7 8 0 0,0-2-1040 0 0,2 0-200 0 0,-3-1-48 0 0,0-1-8 0 0,-1 3 128 0 0,-5 2 80 0 0</inkml:trace>
</inkml:ink>
</file>

<file path=ppt/ink/ink2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6:21.7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 8754 0 0,'12'-4'11261'0'0,"2"19"-10499"0"0,-13-14-656 0 0,6 6 8 0 0,0 2 1 0 0,-1-1-1 0 0,0 1 0 0 0,0 0 1 0 0,-1 0-1 0 0,0 1 0 0 0,-1-1 1 0 0,0 1-1 0 0,0 0 0 0 0,3 19 0 0 0,-1 1-782 0 0,-2 0 0 0 0,1 41 0 0 0,-4-38-800 0 0</inkml:trace>
</inkml:ink>
</file>

<file path=ppt/ink/ink2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6:22.0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5 283 5529 0 0,'-2'-19'667'0'0,"0"1"0"0"0,2-1 0 0 0,0 0 0 0 0,2 0 0 0 0,0 1 0 0 0,6-26 0 0 0,-7 37-337 0 0,1 0 1 0 0,-1 1-1 0 0,2-1 1 0 0,-1 0-1 0 0,1 1 1 0 0,0 0-1 0 0,0-1 1 0 0,1 1-1 0 0,0 1 1 0 0,0-1-1 0 0,0 0 1 0 0,1 1-1 0 0,-1 0 1 0 0,2 0-1 0 0,-1 0 1 0 0,0 1-1 0 0,1 0 1 0 0,0 0-1 0 0,11-7 1 0 0,-14 10-279 0 0,-1 0 0 0 0,1 0 0 0 0,-1 0 1 0 0,1 0-1 0 0,-1 1 0 0 0,1-1 1 0 0,-1 1-1 0 0,1-1 0 0 0,0 1 1 0 0,-1 0-1 0 0,1 0 0 0 0,0 0 1 0 0,-1 0-1 0 0,1 0 0 0 0,0 1 0 0 0,-1-1 1 0 0,1 1-1 0 0,-1 0 0 0 0,1 0 1 0 0,-1 0-1 0 0,1 0 0 0 0,-1 0 1 0 0,1 0-1 0 0,-1 1 0 0 0,0-1 0 0 0,0 1 1 0 0,0 0-1 0 0,0 0 0 0 0,0-1 1 0 0,2 4-1 0 0,-1-1 32 0 0,-1 0-1 0 0,0 1 1 0 0,0-1 0 0 0,-1 0 0 0 0,1 1-1 0 0,-1-1 1 0 0,0 1 0 0 0,0-1-1 0 0,0 1 1 0 0,-1 0 0 0 0,1-1 0 0 0,-1 1-1 0 0,-1 0 1 0 0,1 0 0 0 0,0-1 0 0 0,-3 8-1 0 0,-22 65-1 0 0,19-63-47 0 0,1 1 1 0 0,0-1-1 0 0,1 1 0 0 0,1 0 0 0 0,0 1 0 0 0,-1 16 0 0 0,4-32-4 0 0,0 1-1 0 0,0 0 0 0 0,0 0 0 0 0,0 0 1 0 0,0 0-1 0 0,0 0 0 0 0,0 0 1 0 0,0-1-1 0 0,0 1 0 0 0,0 0 0 0 0,1 0 1 0 0,-1 0-1 0 0,0 0 0 0 0,1-1 0 0 0,-1 1 1 0 0,1 0-1 0 0,-1 0 0 0 0,0-1 1 0 0,1 1-1 0 0,0 0 0 0 0,-1 0 0 0 0,1-1 1 0 0,-1 1-1 0 0,1-1 0 0 0,0 1 1 0 0,0-1-1 0 0,-1 1 0 0 0,1-1 0 0 0,0 1 1 0 0,0-1-1 0 0,-1 0 0 0 0,1 1 1 0 0,0-1-1 0 0,0 0 0 0 0,0 0 0 0 0,0 1 1 0 0,0-1-1 0 0,-1 0 0 0 0,1 0 0 0 0,0 0 1 0 0,0 0-1 0 0,0 0 0 0 0,0 0 1 0 0,0-1-1 0 0,1 1 0 0 0,4-1-885 0 0,1-1 1 0 0,0 0-1 0 0,-1-1 0 0 0,11-5 0 0 0,-10 5-1708 0 0,10-4-3779 0 0</inkml:trace>
</inkml:ink>
</file>

<file path=ppt/ink/ink2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6:23.1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1840 0 0,'5'0'6821'0'0,"-1"0"-6019"0"0,17 1 405 0 0,-1 1 0 0 0,0 1 0 0 0,0 1 0 0 0,30 10-1 0 0,81 33-817 0 0,-115-41-1368 0 0</inkml:trace>
</inkml:ink>
</file>

<file path=ppt/ink/ink2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6:23.7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2 10138 0 0,'-2'-1'2942'0'0,"2"16"2911"0"0,3 13-5280 0 0,62 307-241 0 0,-59-307-1246 0 0</inkml:trace>
</inkml:ink>
</file>

<file path=ppt/ink/ink2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6:24.1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66 290 1376 0 0,'-26'-21'315'0'0,"22"17"926"0"0,-1-1 0 0 0,1 0 1 0 0,0 0-1 0 0,0 0 0 0 0,-6-10 1 0 0,9 12-741 0 0,0 1 0 0 0,0-1 0 0 0,0 0 0 0 0,0 1 0 0 0,0-1 0 0 0,0 0 0 0 0,1 0 1 0 0,-1 1-1 0 0,1-1 0 0 0,0 0 0 0 0,0 0 0 0 0,0 0 0 0 0,0 0 0 0 0,1-3 0 0 0,0 3-461 0 0,0 1 0 0 0,0-1-1 0 0,0 1 1 0 0,0-1 0 0 0,0 1-1 0 0,1 0 1 0 0,-1-1 0 0 0,1 1-1 0 0,-1 0 1 0 0,4-3 0 0 0,8-7 91 0 0,0 1 0 0 0,1 1 0 0 0,0 1 0 0 0,0 0 1 0 0,28-13-1 0 0,83-27-260 0 0,-97 38 140 0 0,-18 8-13 0 0,37-13-16 0 0,-44 15 22 0 0,-1 0 1 0 0,1 1 0 0 0,0-1 0 0 0,-1 1 0 0 0,1-1 0 0 0,0 1-1 0 0,-1 0 1 0 0,1 0 0 0 0,0 1 0 0 0,-1-1 0 0 0,1 0 0 0 0,0 1-1 0 0,-1-1 1 0 0,4 2 0 0 0,-5-1 8 0 0,-1 0 0 0 0,0-1 0 0 0,1 1 0 0 0,-1 0 0 0 0,0 0 0 0 0,1 0-1 0 0,-1-1 1 0 0,0 1 0 0 0,0 0 0 0 0,1 0 0 0 0,-1 0 0 0 0,0-1 0 0 0,0 1 0 0 0,0 0 0 0 0,0 0-1 0 0,0 0 1 0 0,0 0 0 0 0,0 0 0 0 0,-1-1 0 0 0,1 1 0 0 0,0 0 0 0 0,0 0 0 0 0,-1 0 0 0 0,0 1 0 0 0,-9 23 106 0 0,9-22-90 0 0,-9 17 84 0 0,1-2-347 0 0,1 0 0 0 0,0 1 0 0 0,1 0-1 0 0,-7 35 1 0 0,13-50 200 0 0,1-1 0 0 0,-1 0 0 0 0,1 0 0 0 0,-1 1 0 0 0,1-1-1 0 0,0 0 1 0 0,1 0 0 0 0,-1 0 0 0 0,0 1 0 0 0,1-1 0 0 0,0 0 0 0 0,0 0 0 0 0,0 0 0 0 0,0 0 0 0 0,0 0 0 0 0,1 0 0 0 0,-1 0 0 0 0,1 0 0 0 0,0 0 0 0 0,-1-1-1 0 0,1 1 1 0 0,1-1 0 0 0,-1 1 0 0 0,0-1 0 0 0,1 0 0 0 0,-1 0 0 0 0,1 0 0 0 0,-1 0 0 0 0,1 0 0 0 0,0-1 0 0 0,0 1 0 0 0,0-1 0 0 0,0 0 0 0 0,0 0 0 0 0,0 0 0 0 0,0 0-1 0 0,4 0 1 0 0,-4 0 73 0 0,0 0-1 0 0,0-1 1 0 0,1 1-1 0 0,-1-1 0 0 0,0 0 1 0 0,0 0-1 0 0,1 0 0 0 0,-1 0 1 0 0,0-1-1 0 0,0 1 1 0 0,0-1-1 0 0,0 0 0 0 0,1 0 1 0 0,-1 0-1 0 0,0 0 0 0 0,0 0 1 0 0,-1-1-1 0 0,1 1 1 0 0,0-1-1 0 0,0 0 0 0 0,-1 0 1 0 0,1 0-1 0 0,-1 0 0 0 0,0 0 1 0 0,1-1-1 0 0,-1 1 1 0 0,0-1-1 0 0,0 1 0 0 0,-1-1 1 0 0,1 0-1 0 0,2-5 0 0 0,-2 2 17 0 0,0 0 0 0 0,0-1 0 0 0,0 1-1 0 0,-1 0 1 0 0,0-1 0 0 0,0 1-1 0 0,0-1 1 0 0,-1 1 0 0 0,0-1-1 0 0,0 1 1 0 0,-1-1 0 0 0,0 1-1 0 0,0-1 1 0 0,-4-11 0 0 0,1 9 10 0 0,0-1 0 0 0,-1 1 0 0 0,0 0 0 0 0,0 0 0 0 0,-11-13 0 0 0,13 19-257 0 0,1 0-1 0 0,-1 0 1 0 0,0 0-1 0 0,0 0 1 0 0,0 0-1 0 0,0 0 1 0 0,-1 1-1 0 0,1 0 1 0 0,-1 0-1 0 0,0 0 1 0 0,1 0-1 0 0,-1 0 1 0 0,0 1-1 0 0,0-1 1 0 0,0 1-1 0 0,-7-1 1 0 0,-2 3-903 0 0</inkml:trace>
</inkml:ink>
</file>

<file path=ppt/ink/ink2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6:24.3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 11979 0 0,'3'-17'1129'0'0,"2"21"130"0"0,4 28 1171 0 0,-1 31-444 0 0,21 81 0 0 0,-8-77-3332 0 0,7-3-3321 0 0,-17-43-1679 0 0</inkml:trace>
</inkml:ink>
</file>

<file path=ppt/ink/ink2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6:24.5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4 132 12443 0 0,'-2'-13'544'0'0,"1"3"128"0"0,2 0-544 0 0,1 3-128 0 0,0 4 0 0 0,1 0 0 0 0,1 0 872 0 0,2-2 152 0 0,6-4 25 0 0,2-4 7 0 0,7 0-256 0 0,5 1-56 0 0,2 2-8 0 0,2 1 0 0 0,3 2-1216 0 0,4 4-240 0 0,6 2-48 0 0,1 1-16 0 0</inkml:trace>
</inkml:ink>
</file>

<file path=ppt/ink/ink2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2:45.11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63 12 14283 0 0,'-1'-1'57'0'0,"0"0"-1"0"0,1 0 1 0 0,-1 0 0 0 0,0 1-1 0 0,1-1 1 0 0,-1 0 0 0 0,0 0-1 0 0,0 1 1 0 0,0-1 0 0 0,0 1-1 0 0,0-1 1 0 0,0 1 0 0 0,0-1-1 0 0,0 1 1 0 0,0-1 0 0 0,0 1-1 0 0,0 0 1 0 0,0 0 0 0 0,0-1-1 0 0,0 1 1 0 0,0 0 0 0 0,0 0-1 0 0,0 0 1 0 0,0 0 0 0 0,-2 0-1 0 0,2 2-36 0 0,0-1 1 0 0,0 0-1 0 0,-1 0 0 0 0,1 0 0 0 0,0 1 0 0 0,0-1 1 0 0,0 1-1 0 0,0-1 0 0 0,1 0 0 0 0,-1 1 0 0 0,0 0 1 0 0,1-1-1 0 0,-1 1 0 0 0,1-1 0 0 0,-1 1 0 0 0,1 2 0 0 0,-7 26 205 0 0,1 1-1 0 0,2-1 1 0 0,-1 41-1 0 0,8 97 360 0 0,-1-119-369 0 0,123 1330 2697 0 0,-3-838-1466 0 0,-30-159-675 0 0,-74-302-1142 0 0,-5 2 0 0 0,6 126-1 0 0,-20-187-1463 0 0,-1-4-5394 0 0</inkml:trace>
</inkml:ink>
</file>

<file path=ppt/ink/ink2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2:45.74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1435 16 16588 0 0,'-12'-4'201'0'0,"-1"1"1"0"0,1 0 0 0 0,-1 1 0 0 0,1 0 0 0 0,-1 1 0 0 0,0 1-1 0 0,0 0 1 0 0,1 0 0 0 0,-22 5 0 0 0,-7 3-123 0 0,-65 21 0 0 0,52-10 30 0 0,1 3-1 0 0,1 2 1 0 0,-88 55-1 0 0,-131 117 250 0 0,234-164-334 0 0,0 1-1 0 0,3 2 0 0 0,1 2 1 0 0,2 1-1 0 0,1 1 1 0 0,-39 69-1 0 0,18-13 59 0 0,-74 196 0 0 0,95-209 31 0 0,5 2 0 0 0,3 0 0 0 0,-13 98 0 0 0,29-136-56 0 0,2 2-1 0 0,2-1 1 0 0,2 0-1 0 0,2 0 1 0 0,2 0-1 0 0,3 0 1 0 0,16 65-1 0 0,-13-81-57 0 0,2-1-1 0 0,1 0 0 0 0,1 0 1 0 0,2-2-1 0 0,1 0 0 0 0,38 48 0 0 0,-17-30-2 0 0,2-3 0 0 0,88 73 0 0 0,-82-81 41 0 0,2-2 0 0 0,2-1 0 0 0,0-3 0 0 0,2-2 0 0 0,1-3 0 0 0,86 28-1 0 0,-78-34 24 0 0,1-2 0 0 0,1-4 0 0 0,0-1-1 0 0,1-4 1 0 0,113-2 0 0 0,-126-8 90 0 0,-1-3 0 0 0,0-1 0 0 0,-1-3 1 0 0,0-2-1 0 0,0-2 0 0 0,-1-3 0 0 0,-1-1 1 0 0,78-43-1 0 0,-98 45-55 0 0,0-2 0 0 0,-2-1 0 0 0,0-1 0 0 0,-1-1 0 0 0,-1-1 0 0 0,37-44 0 0 0,-34 31 5 0 0,-2 0 0 0 0,-2-2 0 0 0,-1 0 0 0 0,26-63 0 0 0,-24 35-50 0 0,-2-1 0 0 0,-4-1 1 0 0,-2 0-1 0 0,-3-1 1 0 0,-3-1-1 0 0,0-81 1 0 0,-9 62-25 0 0,-3 0 1 0 0,-4 0-1 0 0,-20-97 1 0 0,14 127-37 0 0,-2 2 0 0 0,-2 0 0 0 0,-3 0 0 0 0,-3 2 0 0 0,-49-87 0 0 0,45 96-90 0 0,-2 2 0 0 0,-2 0 0 0 0,-1 3-1 0 0,-3 0 1 0 0,-1 2 0 0 0,-65-52 0 0 0,77 71-214 0 0,-1 1 1 0 0,-1 2-1 0 0,0 1 1 0 0,-2 1-1 0 0,1 1 1 0 0,-1 1-1 0 0,-1 2 1 0 0,0 1-1 0 0,-1 1 1 0 0,0 1-1 0 0,0 2 1 0 0,-52-3-1 0 0,17 10-6787 0 0</inkml:trace>
</inkml:ink>
</file>

<file path=ppt/ink/ink2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2:46.40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20 26 5985 0 0,'-18'-25'11124'0'0,"17"40"-9946"0"0,8 52-315 0 0,4 0 1 0 0,20 69-1 0 0,-9-41-487 0 0,77 485 416 0 0,-94-533-774 0 0,10 70 68 0 0,-12-100-396 0 0,1-1 1 0 0,1 1-1 0 0,0-1 0 0 0,14 27 0 0 0,-8-28-2662 0 0</inkml:trace>
</inkml:ink>
</file>

<file path=ppt/ink/ink2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2:46.81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405 39 4145 0 0,'-2'-3'593'0'0,"-1"0"0"0"0,1 0 0 0 0,0 0 0 0 0,-1 0 0 0 0,0 1 0 0 0,0-1 0 0 0,0 1 1 0 0,0-1-1 0 0,0 1 0 0 0,0 0 0 0 0,0 0 0 0 0,-1 1 0 0 0,1-1 0 0 0,-1 1 0 0 0,-4-2 0 0 0,5 3-354 0 0,0 0 0 0 0,0 0 0 0 0,0 0 0 0 0,0 0 0 0 0,0 1 0 0 0,1-1-1 0 0,-1 1 1 0 0,0 0 0 0 0,0 0 0 0 0,0 0 0 0 0,1 0 0 0 0,-1 0 0 0 0,1 1 0 0 0,-1-1-1 0 0,1 1 1 0 0,-1 0 0 0 0,1-1 0 0 0,0 1 0 0 0,0 0 0 0 0,-3 4 0 0 0,-27 30 170 0 0,2 1 0 0 0,-41 67 0 0 0,43-63-339 0 0,28-39-70 0 0,-78 121-1196 0 0,67-102 835 0 0,0 1 0 0 0,1 0 0 0 0,-14 46 0 0 0,45-106-1821 0 0,-4 9 1899 0 0,8-25 547 0 0,36-68 1085 0 0,-51 105-715 0 0,0 0 1 0 0,2 1-1 0 0,0 0 1 0 0,24-24-1 0 0,-33 38-568 0 0,0-1 0 0 0,0 1 0 0 0,0-1 0 0 0,1 1 0 0 0,-1 0 0 0 0,1 0 0 0 0,0 1 0 0 0,-1-1 0 0 0,1 1 0 0 0,0 0 0 0 0,0 0 0 0 0,0 0 0 0 0,0 0 0 0 0,0 1 0 0 0,0-1 0 0 0,0 1 0 0 0,0 0 0 0 0,0 0 0 0 0,0 1 0 0 0,0-1 0 0 0,0 1 0 0 0,0 0 0 0 0,0 0 0 0 0,0 0 0 0 0,-1 1 0 0 0,1-1 0 0 0,0 1 0 0 0,-1 0 0 0 0,5 2 0 0 0,10 8 322 0 0,-1 0 0 0 0,0 1 0 0 0,-1 0 0 0 0,19 21 0 0 0,-25-25-355 0 0,25 27-719 0 0,-2 2-1 0 0,39 54 1 0 0,-45-51-7049 0 0</inkml:trace>
</inkml:ink>
</file>

<file path=ppt/ink/ink2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2:47.21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12443 0 0,'1'2'148'0'0,"0"-1"0"0"0,0 0 0 0 0,0 1 0 0 0,0-1 0 0 0,0 0 0 0 0,0 1 0 0 0,-1 0 0 0 0,1-1 0 0 0,0 1 0 0 0,-1-1 0 0 0,1 1 0 0 0,-1 0 0 0 0,0-1 0 0 0,1 1 0 0 0,-1 0 0 0 0,0-1 0 0 0,0 3 0 0 0,0-2-2 0 0,15 125 1893 0 0,-3 134 0 0 0,-6-87-1727 0 0,69 885 1895 0 0,-69-991-2021 0 0,2 11-56 0 0,-3 1 0 0 0,-4 0 1 0 0,-9 90-1 0 0,2-139-498 0 0,2-23-64 0 0</inkml:trace>
</inkml:ink>
</file>

<file path=ppt/ink/ink2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2:47.81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0 184 10594 0 0,'1'3'73'0'0,"-1"0"0"0"0,1 0 0 0 0,0 0 0 0 0,0-1-1 0 0,0 1 1 0 0,0 0 0 0 0,1 0 0 0 0,-1 0 0 0 0,4 4-1 0 0,0-2-50 0 0,0 1 0 0 0,1-1 0 0 0,0 0 0 0 0,0 0 0 0 0,1-1 0 0 0,-1 1 0 0 0,1-1 0 0 0,0-1 0 0 0,0 0 0 0 0,0 1 0 0 0,0-2 0 0 0,1 1 0 0 0,9 1 0 0 0,16 2 373 0 0,60 5 0 0 0,-62-9-200 0 0,551 15 2725 0 0,-490-17-2564 0 0,964-31 2799 0 0,-690 15-2573 0 0,2084-147 1203 0 0,-1777 102-1660 0 0,-175 27-199 0 0,-462 31 28 0 0,44 0-684 0 0,105 10-1 0 0,-73 5-6322 0 0,-86-8 1471 0 0</inkml:trace>
</inkml:ink>
</file>

<file path=ppt/ink/ink2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2:48.13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44 7370 0 0,'0'-2'500'0'0,"1"0"1"0"0,0-1 0 0 0,0 1 0 0 0,0 0 0 0 0,0-1 0 0 0,0 1 0 0 0,0 0 0 0 0,0 0 0 0 0,1 0 0 0 0,-1 0 0 0 0,1 0-1 0 0,0 0 1 0 0,-1 0 0 0 0,1 1 0 0 0,0-1 0 0 0,0 1 0 0 0,0-1 0 0 0,4-1 0 0 0,-5 2-380 0 0,0 1 1 0 0,0-1-1 0 0,1 0 0 0 0,-1 1 1 0 0,0 0-1 0 0,0-1 1 0 0,1 1-1 0 0,-1 0 1 0 0,0-1-1 0 0,1 1 0 0 0,-1 0 1 0 0,3 0-1 0 0,-3 1-10 0 0,-1-1 0 0 0,1 1 0 0 0,0-1 0 0 0,-1 1 0 0 0,1-1 0 0 0,0 1 0 0 0,-1-1 0 0 0,1 1 0 0 0,-1 0 0 0 0,1-1 0 0 0,-1 1 0 0 0,0 0 0 0 0,1-1 0 0 0,-1 1 0 0 0,0 0 0 0 0,1 0 0 0 0,-1-1-1 0 0,0 1 1 0 0,0 0 0 0 0,1 0 0 0 0,-1-1 0 0 0,0 1 0 0 0,0 1 0 0 0,2 23 429 0 0,-2-21-406 0 0,-1 55 302 0 0,-10 71-1 0 0,2-20-135 0 0,-7 515-76 0 0,20-510-162 0 0,6-1 0 0 0,4 0 0 0 0,43 162 0 0 0,-17-149 24 0 0,-23-79-162 0 0,-2 0 1 0 0,-2 1-1 0 0,10 86 1 0 0,-22-122-397 0 0,-1 0 1 0 0,0 0-1 0 0,-1 0 1 0 0,-3 16-1 0 0,-3-6-7052 0 0</inkml:trace>
</inkml:ink>
</file>

<file path=ppt/ink/ink2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2:48.9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216 0 6913 0 0,'10'17'10733'0'0,"-10"-14"-10667"0"0,-1 0-1 0 0,1 0 0 0 0,-1 0 0 0 0,1 0 0 0 0,-1 0 0 0 0,0 0 1 0 0,0 0-1 0 0,0 0 0 0 0,0-1 0 0 0,-1 1 0 0 0,1 0 0 0 0,-1-1 1 0 0,1 1-1 0 0,-1-1 0 0 0,0 0 0 0 0,0 1 0 0 0,0-1 0 0 0,-1 0 1 0 0,-3 3-1 0 0,1 1-43 0 0,-34 34 136 0 0,7-8 320 0 0,2 2 0 0 0,-47 65 0 0 0,75-97-445 0 0,1 0-1 0 0,0 1 0 0 0,-1-1 0 0 0,1 0 0 0 0,0 0 1 0 0,0 1-1 0 0,0-1 0 0 0,1 0 0 0 0,-1 1 1 0 0,0-1-1 0 0,1 0 0 0 0,0 1 0 0 0,-1-1 0 0 0,1 1 1 0 0,0-1-1 0 0,0 1 0 0 0,1-1 0 0 0,-1 1 1 0 0,0-1-1 0 0,1 1 0 0 0,0-1 0 0 0,-1 0 0 0 0,1 1 1 0 0,2 3-1 0 0,-1-3-22 0 0,1 0 1 0 0,-1-1-1 0 0,1 1 1 0 0,-1-1-1 0 0,1 0 1 0 0,0 0-1 0 0,0 0 1 0 0,0 0 0 0 0,0 0-1 0 0,1 0 1 0 0,-1-1-1 0 0,0 0 1 0 0,1 1-1 0 0,-1-1 1 0 0,1-1-1 0 0,5 2 1 0 0,51 6 297 0 0,83 0 0 0 0,-21-2-28 0 0,-118-6-285 0 0,1 0-1 0 0,-1 1 1 0 0,1 0 0 0 0,-1 0 0 0 0,1 0-1 0 0,-1 0 1 0 0,0 1 0 0 0,0-1 0 0 0,0 1-1 0 0,0 0 1 0 0,6 4 0 0 0,-9-5-2 0 0,0 1 1 0 0,0-1-1 0 0,1 0 1 0 0,-1 1-1 0 0,0 0 0 0 0,0-1 1 0 0,-1 1-1 0 0,1-1 1 0 0,0 1-1 0 0,0 0 1 0 0,-1 0-1 0 0,1-1 0 0 0,-1 1 1 0 0,0 0-1 0 0,1 0 1 0 0,-1 0-1 0 0,0-1 1 0 0,0 1-1 0 0,0 0 0 0 0,0 0 1 0 0,-1 0-1 0 0,1 0 1 0 0,0-1-1 0 0,-1 1 1 0 0,1 0-1 0 0,-1 0 0 0 0,0-1 1 0 0,1 1-1 0 0,-3 2 1 0 0,-6 16-237 0 0,-1-2-1 0 0,0 1 1 0 0,-2-1 0 0 0,-17 22 0 0 0,-62 60-545 0 0,59-67 754 0 0,1 1-1 0 0,-28 41 1 0 0,57-72 59 0 0,0 0 0 0 0,0 0 0 0 0,0 0 0 0 0,1 0 1 0 0,-1 0-1 0 0,1 0 0 0 0,0 0 0 0 0,0 1 0 0 0,0-1 1 0 0,0 0-1 0 0,0 1 0 0 0,1-1 0 0 0,0 1 0 0 0,0-1 0 0 0,0 1 1 0 0,0-1-1 0 0,0 1 0 0 0,0-1 0 0 0,2 6 0 0 0,0-6-35 0 0,-1 0-1 0 0,1 0 0 0 0,0 0 0 0 0,0-1 0 0 0,0 1 0 0 0,0-1 1 0 0,0 1-1 0 0,1-1 0 0 0,-1 0 0 0 0,0 0 0 0 0,1 0 0 0 0,0 0 1 0 0,0 0-1 0 0,-1-1 0 0 0,1 1 0 0 0,0-1 0 0 0,0 0 0 0 0,0 0 1 0 0,1 0-1 0 0,-1 0 0 0 0,4 0 0 0 0,17 3-93 0 0,1-1 0 0 0,0-1-1 0 0,0-1 1 0 0,33-4 0 0 0,-32 1 226 0 0,-1 1-1 0 0,1 2 1 0 0,46 6-1 0 0,-70-7-120 0 0,0 0 0 0 0,0 1-1 0 0,0-1 1 0 0,0 1 0 0 0,0-1-1 0 0,0 1 1 0 0,0 0 0 0 0,0 0-1 0 0,0 0 1 0 0,-1 0 0 0 0,1 0-1 0 0,0 0 1 0 0,-1 0 0 0 0,1 1-1 0 0,-1-1 1 0 0,1 0 0 0 0,-1 1-1 0 0,1-1 1 0 0,-1 1 0 0 0,1 2-1 0 0,-1-2-7 0 0,0 1-1 0 0,-1-1 0 0 0,0 1 0 0 0,0-1 0 0 0,1 1 0 0 0,-1-1 0 0 0,-1 1 0 0 0,1-1 0 0 0,0 1 1 0 0,-1-1-1 0 0,1 0 0 0 0,-1 1 0 0 0,0-1 0 0 0,1 1 0 0 0,-1-1 0 0 0,-2 3 0 0 0,-19 36-241 0 0,-1-2 0 0 0,-1 0 0 0 0,-32 36 0 0 0,29-39 109 0 0,-7 6-18 0 0,24-32 93 0 0,0 2-1 0 0,1-1 1 0 0,0 1-1 0 0,1 1 1 0 0,1 0-1 0 0,-8 16 1 0 0,14-27-16 0 0,1-1 1 0 0,-1 0-1 0 0,1 1 1 0 0,-1-1-1 0 0,1 0 1 0 0,0 1-1 0 0,-1-1 1 0 0,1 0-1 0 0,0 1 1 0 0,0-1-1 0 0,0 1 1 0 0,0-1-1 0 0,0 0 1 0 0,1 1-1 0 0,-1-1 1 0 0,0 1-1 0 0,0-1 1 0 0,1 0-1 0 0,-1 1 1 0 0,1-1-1 0 0,0 0 1 0 0,-1 0-1 0 0,1 1 1 0 0,0-1-1 0 0,0 0 1 0 0,-1 0-1 0 0,1 0 1 0 0,0 0-1 0 0,0 0 1 0 0,0 0-1 0 0,0 0 1 0 0,1 0-1 0 0,-1 0 1 0 0,0-1-1 0 0,0 1 1 0 0,0 0-1 0 0,1-1 1 0 0,-1 1-1 0 0,0-1 1 0 0,1 1-1 0 0,-1-1 1 0 0,0 0-1 0 0,1 0 1 0 0,-1 1-1 0 0,1-1 1 0 0,1 0-1 0 0,9 1-852 0 0,1-1-1 0 0,0 0 1 0 0,-1 0-1 0 0,15-3 1 0 0,-12 1 301 0 0,-5 1 527 0 0,0 0 0 0 0,0 1 0 0 0,0 1 0 0 0,0-1 0 0 0,0 1 0 0 0,10 3 0 0 0,-16-3 316 0 0,-1 0 1 0 0,1 0-1 0 0,-1 1 0 0 0,0-1 1 0 0,1 1-1 0 0,-1 0 0 0 0,0 0 0 0 0,0 0 1 0 0,0 0-1 0 0,0 1 0 0 0,-1-1 0 0 0,1 1 1 0 0,-1 0-1 0 0,1-1 0 0 0,-1 1 0 0 0,0 0 1 0 0,0 0-1 0 0,0 1 0 0 0,-1-1 1 0 0,2 4-1 0 0,7 20 1748 0 0,-1 1 1 0 0,7 36 0 0 0,10 126 1199 0 0,-16-99-2551 0 0,110 780 1440 0 0,-101-699-2513 0 0,-8 1 0 0 0,-11 178 0 0 0,-8-281-1748 0 0,3-41-5413 0 0</inkml:trace>
</inkml:ink>
</file>

<file path=ppt/ink/ink2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2:49.82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319 438 6913 0 0,'-141'-38'2450'0'0,"-15"-2"-353"0"0,135 34 406 0 0,32 7-1331 0 0,42 4-1022 0 0,0-3 0 0 0,0-3 0 0 0,62-7 0 0 0,-99 7-75 0 0,161-17 540 0 0,106-7 476 0 0,892-41 1123 0 0,-578 28-1804 0 0,951-105 1422 0 0,-1456 133-1761 0 0,-64 7-51 0 0,361-35 260 0 0,1 28-300 0 0,-285 22-5018 0 0,-102-12 5023 0 0,0 1-380 0 0,1 6 3107 0 0,7 13-2293 0 0,-1 1 1 0 0,-1 1-1 0 0,-1-1 1 0 0,-1 2-1 0 0,-1-1 1 0 0,5 33-1 0 0,14 359 23 0 0,-4-30-402 0 0,11-129 139 0 0,26 314 366 0 0,-53-486-551 0 0,1-4 200 0 0,-3-1-1 0 0,-4 1 1 0 0,-13 91-1 0 0,12-158-330 0 0,0 0 0 0 0,-1-1 0 0 0,-6 14 0 0 0,-3-1-6744 0 0</inkml:trace>
</inkml:ink>
</file>

<file path=ppt/ink/ink2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2:50.31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167 1 4145 0 0,'-50'42'1624'0'0,"24"-20"1641"0"0,2 1 0 0 0,-35 42-1 0 0,59-65-3214 0 0,-1 1-1 0 0,0-1 1 0 0,1 1-1 0 0,-1-1 0 0 0,1 1 1 0 0,-1-1-1 0 0,1 1 1 0 0,-1 0-1 0 0,1-1 1 0 0,-1 1-1 0 0,1-1 0 0 0,0 1 1 0 0,-1 0-1 0 0,1 0 1 0 0,0-1-1 0 0,0 1 1 0 0,0 0-1 0 0,-1-1 0 0 0,1 1 1 0 0,0 0-1 0 0,0 0 1 0 0,0-1-1 0 0,0 1 1 0 0,0 0-1 0 0,0 0 0 0 0,0-1 1 0 0,1 1-1 0 0,-1 0 1 0 0,0-1-1 0 0,0 1 0 0 0,0 0 1 0 0,1 0-1 0 0,-1-1 1 0 0,0 1-1 0 0,1 0 1 0 0,-1-1-1 0 0,1 1 0 0 0,-1-1 1 0 0,1 1-1 0 0,-1-1 1 0 0,1 1-1 0 0,-1-1 1 0 0,1 1-1 0 0,-1-1 0 0 0,1 1 1 0 0,0-1-1 0 0,-1 1 1 0 0,1-1-1 0 0,0 0 1 0 0,-1 0-1 0 0,1 1 0 0 0,0-1 1 0 0,-1 0-1 0 0,1 0 1 0 0,0 0-1 0 0,0 0 1 0 0,-1 0-1 0 0,1 0 0 0 0,0 0 1 0 0,1 0-1 0 0,9 1-156 0 0,1 0 0 0 0,-1-1 1 0 0,15-2-1 0 0,-14 1 263 0 0,8 0-115 0 0,-3 0 54 0 0,0 0 0 0 0,-1 1 0 0 0,1 1 0 0 0,0 0-1 0 0,0 2 1 0 0,18 4 0 0 0,-34-7-101 0 0,-1 0 0 0 0,1 1 0 0 0,0-1 0 0 0,0 0 0 0 0,-1 1 0 0 0,1-1 0 0 0,0 0-1 0 0,0 1 1 0 0,-1-1 0 0 0,1 1 0 0 0,0-1 0 0 0,-1 1 0 0 0,1-1 0 0 0,-1 1 0 0 0,1 0 0 0 0,0-1 0 0 0,-1 1 0 0 0,1 0 0 0 0,-1-1 0 0 0,0 1-1 0 0,1 0 1 0 0,-1 0 0 0 0,0-1 0 0 0,1 1 0 0 0,-1 0 0 0 0,0 1 0 0 0,0 0-25 0 0,0-1 1 0 0,0 1-1 0 0,0 0 1 0 0,-1-1 0 0 0,1 1-1 0 0,-1 0 1 0 0,1 0-1 0 0,-1-1 1 0 0,0 1-1 0 0,1-1 1 0 0,-1 1-1 0 0,-1 1 1 0 0,-5 7-199 0 0,-1 0 0 0 0,0-1 1 0 0,-10 9-1 0 0,10-9 61 0 0,6-7 123 0 0,-31 33-674 0 0,-36 50 0 0 0,61-74 748 0 0,0 1 0 0 0,1 0 0 0 0,1 0 0 0 0,0 1 0 0 0,0 0 0 0 0,1 0 0 0 0,1 0 0 0 0,0 0-1 0 0,-2 19 1 0 0,5-28 20 0 0,1-1-1 0 0,0 1 0 0 0,0-1 1 0 0,1 1-1 0 0,-1-1 0 0 0,1 0 1 0 0,-1 1-1 0 0,1-1 0 0 0,0 0 1 0 0,0 1-1 0 0,1-1 0 0 0,-1 0 1 0 0,1 0-1 0 0,-1 0 0 0 0,1 0 1 0 0,0 0-1 0 0,0 0 0 0 0,1-1 1 0 0,-1 1-1 0 0,0-1 0 0 0,1 1 1 0 0,0-1-1 0 0,-1 0 0 0 0,1 0 1 0 0,0 0-1 0 0,0-1 0 0 0,0 1 1 0 0,0 0-1 0 0,5 0 0 0 0,10 5 100 0 0,0-1 0 0 0,1-1-1 0 0,0-1 1 0 0,22 3-1 0 0,-10-3-153 0 0,-1 1 104 0 0,-11-3 25 0 0,0 1-1 0 0,21 6 1 0 0,-37-8-141 0 0,0 0 0 0 0,1 0 0 0 0,-1 0 0 0 0,0 1 0 0 0,0-1 0 0 0,0 1 0 0 0,0 0 0 0 0,0 0 0 0 0,0 0 0 0 0,-1 0 0 0 0,1 0 0 0 0,-1 0 0 0 0,1 1 0 0 0,-1-1 0 0 0,0 1 0 0 0,0 0 0 0 0,0-1 0 0 0,2 5 0 0 0,-3-4-66 0 0,-1-1-1 0 0,0 0 1 0 0,1 0-1 0 0,-1 0 1 0 0,0 0-1 0 0,-1 1 1 0 0,1-1-1 0 0,0 0 0 0 0,-1 0 1 0 0,1 0-1 0 0,-1 0 1 0 0,1 0-1 0 0,-1 0 1 0 0,0 0-1 0 0,0 0 1 0 0,0 0-1 0 0,0 0 1 0 0,-2 2-1 0 0,-27 34-627 0 0,25-32 600 0 0,-59 57-311 0 0,51-52 536 0 0,0 0-1 0 0,1 1 1 0 0,0 0-1 0 0,1 1 1 0 0,0 0-1 0 0,1 1 1 0 0,1 0-1 0 0,-9 17 1 0 0,17-30-118 0 0,0 0 0 0 0,1 0 1 0 0,-1 0-1 0 0,1 0 0 0 0,-1 0 0 0 0,1 0 0 0 0,0 0 1 0 0,-1 0-1 0 0,1 1 0 0 0,0-1 0 0 0,0 0 0 0 0,0 0 1 0 0,0 0-1 0 0,0 0 0 0 0,0 0 0 0 0,0 0 0 0 0,0 1 1 0 0,0-1-1 0 0,0 0 0 0 0,1 0 0 0 0,-1 0 0 0 0,0 0 1 0 0,1 0-1 0 0,-1 0 0 0 0,1 0 0 0 0,-1 0 1 0 0,1 0-1 0 0,-1 0 0 0 0,1 0 0 0 0,0 0 0 0 0,0 0 1 0 0,-1-1-1 0 0,1 1 0 0 0,0 0 0 0 0,0-1 0 0 0,0 1 1 0 0,0 0-1 0 0,0-1 0 0 0,0 1 0 0 0,0-1 0 0 0,0 1 1 0 0,0-1-1 0 0,0 1 0 0 0,0-1 0 0 0,0 0 1 0 0,0 0-1 0 0,0 0 0 0 0,2 1 0 0 0,6-1-696 0 0,0 1 0 0 0,1-1 0 0 0,-1-1 0 0 0,16-2 0 0 0,-18 2 15 0 0,14-2-3903 0 0</inkml:trace>
</inkml:ink>
</file>

<file path=ppt/ink/ink2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2:50.55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3889 0 0,'5'23'1061'0'0,"-1"1"-1"0"0,-1-1 1 0 0,-1 1 0 0 0,-2 41-1 0 0,0 0 1631 0 0,22 339 5863 0 0,24 202-5057 0 0,-6-103-2786 0 0,-22 130-802 0 0,-35-362-2725 0 0,14-238-5023 0 0</inkml:trace>
</inkml:ink>
</file>

<file path=ppt/ink/ink2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2:51.52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61 1 14283 0 0,'-15'1'1855'0'0,"-12"8"-3224"0"0,26-9 1307 0 0,0 0 0 0 0,0 1 0 0 0,0-1 0 0 0,0 0 0 0 0,0 1 0 0 0,0-1 0 0 0,0 1 1 0 0,0-1-1 0 0,1 1 0 0 0,-1 0 0 0 0,0-1 0 0 0,0 1 0 0 0,1 0 0 0 0,-1 0 0 0 0,0-1 0 0 0,1 1 0 0 0,-1 0 0 0 0,1 0 0 0 0,-1 0 0 0 0,1 0 0 0 0,-1 0 0 0 0,1 0 0 0 0,0 0 0 0 0,0 0 0 0 0,-1 0 0 0 0,1 0 0 0 0,0 0 0 0 0,0 0 0 0 0,0 0 0 0 0,0 0 0 0 0,0 0 0 0 0,0 0 0 0 0,0 0 0 0 0,0 0 0 0 0,1 0 0 0 0,-1 0 0 0 0,0 0 0 0 0,1 0 1 0 0,-1-1-1 0 0,0 1 0 0 0,2 2 0 0 0,-1-2 146 0 0,0 1 1 0 0,1-1 0 0 0,-1 1 0 0 0,1-1 0 0 0,-1 0 0 0 0,1 0 0 0 0,-1 0 0 0 0,1 0-1 0 0,0 0 1 0 0,-1 0 0 0 0,1 0 0 0 0,0 0 0 0 0,0-1 0 0 0,0 1 0 0 0,2 0 0 0 0,35 5 762 0 0,-30-5-580 0 0,724 50 5057 0 0,-619-46-4948 0 0,1066 19 1506 0 0,-926-22-1728 0 0,409-1-46 0 0,-2-28-114 0 0,-531 13 17 0 0,92-3-725 0 0,-213 16 687 0 0,-1 1-1 0 0,1 1 1 0 0,-1 0-1 0 0,1 0 1 0 0,-1 1 0 0 0,1 0-1 0 0,-1 0 1 0 0,11 5-1 0 0,-14-5 113 0 0,-1 1-1 0 0,0 0 0 0 0,0 0 1 0 0,0 0-1 0 0,0 0 0 0 0,-1 0 1 0 0,1 1-1 0 0,-1 0 0 0 0,0 0 1 0 0,0 0-1 0 0,0 0 0 0 0,0 0 1 0 0,-1 0-1 0 0,0 1 1 0 0,3 7-1 0 0,8 23 76 0 0,-2 2-1 0 0,12 67 1 0 0,1 80 35 0 0,-15-103-200 0 0,47 355 365 0 0,22 200 259 0 0,-67-540-480 0 0,4 0 1 0 0,41 136-1 0 0,-39-176 32 0 0,14 92 1 0 0,-25-59-3539 0 0</inkml:trace>
</inkml:ink>
</file>

<file path=ppt/ink/ink2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2:52.28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109 1 2761 0 0,'-56'22'4763'0'0,"6"0"9434"0"0,81-19-13643 0 0,11-6-383 0 0,-24 0-137 0 0,0 2 0 0 0,0 0 0 0 0,0 1 1 0 0,0 1-1 0 0,-1 0 0 0 0,30 7 0 0 0,-46-8-38 0 0,0 0 0 0 0,0 1 0 0 0,0-1 1 0 0,0 0-1 0 0,0 1 0 0 0,0-1 0 0 0,0 1 0 0 0,0-1 1 0 0,0 1-1 0 0,0 0 0 0 0,0-1 0 0 0,0 1 0 0 0,0 0 1 0 0,0 0-1 0 0,-1 0 0 0 0,1-1 0 0 0,0 1 1 0 0,-1 0-1 0 0,1 0 0 0 0,0 0 0 0 0,-1 0 0 0 0,1 0 1 0 0,-1 0-1 0 0,0 0 0 0 0,1 0 0 0 0,-1 1 0 0 0,0-1 1 0 0,0 0-1 0 0,1 0 0 0 0,-1 0 0 0 0,0 0 0 0 0,0 0 1 0 0,0 0-1 0 0,0 1 0 0 0,-1-1 0 0 0,1 0 0 0 0,0 0 1 0 0,0 0-1 0 0,-1 0 0 0 0,1 0 0 0 0,-1 0 0 0 0,1 0 1 0 0,-1 0-1 0 0,1 0 0 0 0,-1 0 0 0 0,1 0 0 0 0,-1 0 1 0 0,-1 1-1 0 0,-4 7-84 0 0,-1-1 1 0 0,1 1-1 0 0,-17 14 0 0 0,21-21 79 0 0,-51 46-309 0 0,30-29 302 0 0,1 2 1 0 0,0 0-1 0 0,2 1 1 0 0,-23 32-1 0 0,41-51 20 0 0,0 0-1 0 0,0 0 0 0 0,1 0 1 0 0,-1 0-1 0 0,1 1 0 0 0,-1-1 1 0 0,1 1-1 0 0,0-1 0 0 0,0 1 1 0 0,0-1-1 0 0,1 1 0 0 0,0 0 0 0 0,-1-1 1 0 0,1 1-1 0 0,0-1 0 0 0,1 1 1 0 0,-1 0-1 0 0,1-1 0 0 0,1 6 1 0 0,-1-5-21 0 0,1 0 0 0 0,1 0 1 0 0,-1-1-1 0 0,1 1 0 0 0,-1-1 0 0 0,1 1 1 0 0,0-1-1 0 0,1 0 0 0 0,-1 0 0 0 0,0 0 1 0 0,1 0-1 0 0,-1-1 0 0 0,1 0 0 0 0,0 1 1 0 0,7 2-1 0 0,11 4-76 0 0,0-2 1 0 0,1 0-1 0 0,43 7 0 0 0,-48-11 68 0 0,-2-1-1 0 0,1 2 1 0 0,0 1-1 0 0,-1 0 1 0 0,1 1-1 0 0,-1 0 1 0 0,-1 1-1 0 0,1 1 1 0 0,13 10-1 0 0,-25-15 20 0 0,0 1-1 0 0,0 0 1 0 0,0-1-1 0 0,-1 1 1 0 0,1 0-1 0 0,-1 0 0 0 0,0 1 1 0 0,-1-1-1 0 0,1 1 1 0 0,-1-1-1 0 0,0 1 1 0 0,0 0-1 0 0,0 0 0 0 0,2 10 1 0 0,-3-7-42 0 0,0 0 1 0 0,-1 0 0 0 0,0 0-1 0 0,0 0 1 0 0,-1 0-1 0 0,0 0 1 0 0,-1 0 0 0 0,-3 14-1 0 0,-5 3-55 0 0,0-1 0 0 0,-1 0-1 0 0,-2-1 1 0 0,-27 40 0 0 0,-6-3 531 0 0,31-43 28 0 0,2 0-1 0 0,0 2 0 0 0,-19 33 1 0 0,32-52-451 0 0,0 0 0 0 0,0 1 1 0 0,-1-1-1 0 0,1 0 0 0 0,0 0 1 0 0,0 0-1 0 0,0 1 0 0 0,0-1 1 0 0,-1 0-1 0 0,1 0 1 0 0,0 1-1 0 0,0-1 0 0 0,0 0 1 0 0,0 0-1 0 0,0 0 0 0 0,0 1 1 0 0,0-1-1 0 0,0 0 0 0 0,0 1 1 0 0,0-1-1 0 0,0 0 0 0 0,0 0 1 0 0,0 1-1 0 0,0-1 0 0 0,0 0 1 0 0,0 0-1 0 0,0 1 0 0 0,0-1 1 0 0,0 0-1 0 0,0 0 0 0 0,0 1 1 0 0,0-1-1 0 0,0 0 0 0 0,0 0 1 0 0,1 1-1 0 0,-1-1 1 0 0,0 0-1 0 0,0 0 0 0 0,0 0 1 0 0,0 1-1 0 0,1-1 0 0 0,-1 0 1 0 0,0 0-1 0 0,0 0 0 0 0,0 0 1 0 0,1 1-1 0 0,-1-1 0 0 0,0 0 1 0 0,1 0-1 0 0,17-5-247 0 0,25-20-1200 0 0,-40 23 1205 0 0,22-15-1091 0 0,-11 7-86 0 0,1 0 0 0 0,1 1 1 0 0,-1 0-1 0 0,1 1 1 0 0,0 1-1 0 0,1 1 0 0 0,24-7 1 0 0,-39 13 1340 0 0,0-1 1 0 0,0 1 0 0 0,0 0 0 0 0,0 0-1 0 0,0 0 1 0 0,0 0 0 0 0,-1 0 0 0 0,1 0-1 0 0,0 1 1 0 0,0-1 0 0 0,0 1 0 0 0,0-1-1 0 0,-1 1 1 0 0,1 0 0 0 0,0-1 0 0 0,0 1-1 0 0,-1 0 1 0 0,1 0 0 0 0,-1 0 0 0 0,1 0-1 0 0,2 3 1 0 0,-3-2-60 0 0,1 1 0 0 0,-1-1-1 0 0,1 1 1 0 0,-1 0 0 0 0,0-1 0 0 0,0 1-1 0 0,0 0 1 0 0,0 0 0 0 0,0 0 0 0 0,-1-1-1 0 0,1 1 1 0 0,-1 5 0 0 0,0 8 687 0 0,-1 0-1 0 0,0 0 1 0 0,-1-1 0 0 0,-5 18 0 0 0,5-26 566 0 0,-26 172 9663 0 0,24-121-9513 0 0,2 0 1 0 0,9 97-1 0 0,96 559 463 0 0,2-267-1399 0 0,-29-145 308 0 0,-25 7 73 0 0,-38-79-932 0 0,-32 431 0 0 0,16-622-1724 0 0,1-14-3557 0 0,-1 1-2494 0 0</inkml:trace>
</inkml:ink>
</file>

<file path=ppt/ink/ink2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2:53.29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23 338 6913 0 0,'-1'0'25'0'0,"0"0"-1"0"0,0 0 0 0 0,0 0 0 0 0,0 0 0 0 0,0-1 0 0 0,0 1 0 0 0,0 0 0 0 0,0-1 0 0 0,0 1 0 0 0,0 0 0 0 0,0-1 1 0 0,1 1-1 0 0,-1-1 0 0 0,0 0 0 0 0,0 1 0 0 0,0-1 0 0 0,0 0 0 0 0,1 1 0 0 0,-1-1 0 0 0,0 0 0 0 0,1 0 0 0 0,-1 1 1 0 0,1-1-1 0 0,-1 0 0 0 0,1 0 0 0 0,-1 0 0 0 0,0-2 0 0 0,2 2 45 0 0,-1 0 0 0 0,1 0-1 0 0,0 0 1 0 0,-1 0 0 0 0,1 0 0 0 0,0-1 0 0 0,0 1-1 0 0,0 0 1 0 0,0 1 0 0 0,0-1 0 0 0,0 0 0 0 0,0 0 0 0 0,0 0-1 0 0,0 1 1 0 0,0-1 0 0 0,0 0 0 0 0,2 0 0 0 0,9-5 442 0 0,0 1 1 0 0,26-7 0 0 0,66-7 782 0 0,0 5-1 0 0,154-1 0 0 0,-79 6-468 0 0,1577-136 5018 0 0,-1529 125-5508 0 0,748-38-167 0 0,-822 60-190 0 0,-1 7 1 0 0,170 32 0 0 0,-215-26 20 0 0,91 17 154 0 0,-191-30-72 0 0,0 0-1 0 0,0 0 1 0 0,1 0 0 0 0,-1 1 0 0 0,0 0 0 0 0,-1 1 0 0 0,1 0 0 0 0,-1 0 0 0 0,0 0 0 0 0,10 9 0 0 0,-9-6 13 0 0,-1 0 0 0 0,0 1 0 0 0,-1 0 0 0 0,0 0 0 0 0,0 0 0 0 0,-1 0 0 0 0,0 1 0 0 0,4 11 0 0 0,7 27-79 0 0,-1 0 0 0 0,11 75 0 0 0,1 101 55 0 0,-15-114-57 0 0,147 855 931 0 0,-57-257-98 0 0,-97-670-828 0 0,29 171 515 0 0,-10-79-315 0 0,-22-119-895 0 0,-3-21-2429 0 0</inkml:trace>
</inkml:ink>
</file>

<file path=ppt/ink/ink2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2:54.04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90 0 11979 0 0,'-3'2'243'0'0,"-35"18"1390"0"0,37-20-1518 0 0,0 1 0 0 0,0-1 0 0 0,0 1 0 0 0,0 0 0 0 0,0 0 0 0 0,0-1 0 0 0,0 1 0 0 0,0 0 0 0 0,0 0 0 0 0,0 0 0 0 0,1 0 0 0 0,-1 0 0 0 0,0 0 0 0 0,1 0-1 0 0,-1 0 1 0 0,1 1 0 0 0,-1-1 0 0 0,1 0 0 0 0,-1 0 0 0 0,1 0 0 0 0,0 1 0 0 0,0-1 0 0 0,-1 0 0 0 0,1 0 0 0 0,0 1 0 0 0,0-1 0 0 0,0 0 0 0 0,1 2 0 0 0,0-2 27 0 0,0 0 1 0 0,0 1-1 0 0,0-1 1 0 0,0 0-1 0 0,0 0 0 0 0,1 0 1 0 0,-1 0-1 0 0,0 0 0 0 0,1 0 1 0 0,-1-1-1 0 0,1 1 1 0 0,-1 0-1 0 0,1-1 0 0 0,-1 1 1 0 0,1-1-1 0 0,0 0 0 0 0,-1 1 1 0 0,1-1-1 0 0,3 0 1 0 0,35 2 855 0 0,-36-2-902 0 0,46-2 647 0 0,-31 1-614 0 0,0 0-1 0 0,0 1 1 0 0,37 6 0 0 0,-56-6-145 0 0,1 0-1 0 0,-1 0 1 0 0,1 0 0 0 0,-1 0-1 0 0,1 0 1 0 0,-1 0 0 0 0,0 0 0 0 0,1 1-1 0 0,-1-1 1 0 0,1 0 0 0 0,-1 0 0 0 0,1 0-1 0 0,-1 1 1 0 0,0-1 0 0 0,1 0 0 0 0,-1 1-1 0 0,1-1 1 0 0,-1 0 0 0 0,0 1 0 0 0,0-1-1 0 0,1 0 1 0 0,-1 1 0 0 0,0-1 0 0 0,0 1-1 0 0,1-1 1 0 0,-1 0 0 0 0,0 1 0 0 0,0-1-1 0 0,0 1 1 0 0,0-1 0 0 0,1 1 0 0 0,-1-1-1 0 0,0 1 1 0 0,0-1 0 0 0,0 1 0 0 0,-10 19-461 0 0,-28 19-47 0 0,33-35 501 0 0,-71 61-302 0 0,51-45 393 0 0,0 1 0 0 0,1 1 1 0 0,1 2-1 0 0,-22 27 0 0 0,44-50-63 0 0,0 0 0 0 0,0 1 0 0 0,0-1 0 0 0,0 0 0 0 0,0 1 0 0 0,1-1 0 0 0,-1 0-1 0 0,0 1 1 0 0,1-1 0 0 0,-1 1 0 0 0,1-1 0 0 0,-1 1 0 0 0,1-1 0 0 0,0 1 0 0 0,0 0-1 0 0,0-1 1 0 0,0 1 0 0 0,0-1 0 0 0,0 1 0 0 0,0 0 0 0 0,0-1 0 0 0,0 1 0 0 0,1-1-1 0 0,-1 1 1 0 0,2 2 0 0 0,0-2 10 0 0,-1 0 0 0 0,1 0 0 0 0,0 0 1 0 0,0 0-1 0 0,0-1 0 0 0,0 1 0 0 0,0-1 0 0 0,1 1 0 0 0,-1-1 0 0 0,0 0 0 0 0,1 1 0 0 0,-1-1 0 0 0,6 1 1 0 0,8 2 55 0 0,0-1 1 0 0,0 0-1 0 0,30 0 1 0 0,-21-3-278 0 0,37 2-1025 0 0,-59-2 1169 0 0,1 1 0 0 0,-1-1 1 0 0,0 1-1 0 0,0 0 0 0 0,0 0 1 0 0,0 0-1 0 0,0 0 0 0 0,-1 0 0 0 0,1 1 1 0 0,0-1-1 0 0,0 1 0 0 0,-1 0 0 0 0,1 0 1 0 0,-1 0-1 0 0,4 4 0 0 0,-4-4-41 0 0,-1 1-1 0 0,0-1 0 0 0,0 1 1 0 0,-1-1-1 0 0,1 1 1 0 0,0-1-1 0 0,-1 1 1 0 0,1-1-1 0 0,-1 1 1 0 0,0 0-1 0 0,0-1 1 0 0,0 1-1 0 0,0 0 1 0 0,-1-1-1 0 0,1 1 0 0 0,-2 2 1 0 0,-13 47-528 0 0,9-35 496 0 0,3-10 292 0 0,1 0-1 0 0,0 0 1 0 0,1 1-1 0 0,0-1 1 0 0,0 0-1 0 0,0 1 0 0 0,1-1 1 0 0,0 1-1 0 0,0-1 1 0 0,3 10-1 0 0,-2-13-88 0 0,0-1 0 0 0,0 1 0 0 0,1 0-1 0 0,-1 0 1 0 0,1-1 0 0 0,0 0-1 0 0,0 1 1 0 0,1-1 0 0 0,-1 0 0 0 0,1 0-1 0 0,-1 0 1 0 0,1 0 0 0 0,0 0-1 0 0,0-1 1 0 0,0 1 0 0 0,1-1 0 0 0,-1 0-1 0 0,0 0 1 0 0,1 0 0 0 0,6 2 0 0 0,11 4 89 0 0,37 7 0 0 0,-41-11-134 0 0,-1 0-1 0 0,1 1 1 0 0,-1 0 0 0 0,20 11 0 0 0,-34-15-103 0 0,0 1 0 0 0,0-1 1 0 0,0 1-1 0 0,0-1 1 0 0,-1 1-1 0 0,1-1 0 0 0,-1 1 1 0 0,1 0-1 0 0,-1 0 1 0 0,1 0-1 0 0,-1 0 0 0 0,0 0 1 0 0,0 0-1 0 0,0 0 1 0 0,0 0-1 0 0,-1 0 0 0 0,1 1 1 0 0,0-1-1 0 0,-1 0 0 0 0,0 0 1 0 0,1 1-1 0 0,-1-1 1 0 0,0 0-1 0 0,-1 4 0 0 0,0 6-376 0 0,0 0 0 0 0,-2-1 0 0 0,-5 21 0 0 0,-1 3 474 0 0,4 6 1293 0 0,3 0 1 0 0,1 0-1 0 0,7 63 1 0 0,0 0-214 0 0,22 350-447 0 0,53 236 356 0 0,-38-339-189 0 0,-28-196-758 0 0,-7-1-1 0 0,-7 1 1 0 0,-7 0-1 0 0,-6 0 1 0 0,-7-1-1 0 0,-7-1 1 0 0,-71 235-1 0 0,87-357-1126 0 0,-2 0-1 0 0,-28 53 0 0 0,26-60-7019 0 0</inkml:trace>
</inkml:ink>
</file>

<file path=ppt/ink/ink2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2:54.91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153 264 8754 0 0,'-34'5'1481'0'0,"0"1"-1"0"0,-39 13 1 0 0,69-18-1306 0 0,-4 3 1525 0 0,20-2-852 0 0,22-3-86 0 0,381-54 2112 0 0,-193 23-2183 0 0,1420-103 658 0 0,-1281 125-1072 0 0,-111 5-192 0 0,445-6 116 0 0,-142-18-202 0 0,-229 9 49 0 0,-312 19-11 0 0,0 0 1 0 0,1 1 0 0 0,-1 0 0 0 0,0 0-1 0 0,1 2 1 0 0,15 3 0 0 0,-25-5-30 0 0,0 1-1 0 0,0 0 1 0 0,0 0 0 0 0,0 1 0 0 0,-1-1-1 0 0,1 1 1 0 0,0-1 0 0 0,-1 1-1 0 0,1 0 1 0 0,-1 0 0 0 0,0 0 0 0 0,1 0-1 0 0,-1 0 1 0 0,0 0 0 0 0,0 1 0 0 0,0-1-1 0 0,-1 1 1 0 0,1-1 0 0 0,-1 1 0 0 0,1 0-1 0 0,-1 0 1 0 0,0 0 0 0 0,0 0 0 0 0,0-1-1 0 0,-1 1 1 0 0,1 0 0 0 0,-1 1 0 0 0,1-1-1 0 0,-1 0 1 0 0,0 5 0 0 0,-3 102 66 0 0,3 74 84 0 0,85 693-212 0 0,44-4 47 0 0,-41-397 324 0 0,-7-42 467 0 0,-69-358-579 0 0,3 90 0 0 0,-15-140-211 0 0,0 1 0 0 0,-1-1 0 0 0,-2 1 1 0 0,-1-1-1 0 0,-1 0 0 0 0,-1 0 0 0 0,-11 27 0 0 0,-11 4-960 0 0,18-43 177 0 0</inkml:trace>
</inkml:ink>
</file>

<file path=ppt/ink/ink2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2:55.45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297 0 13827 0 0,'-6'5'13'0'0,"-1"-1"0"0"0,0 1 0 0 0,0-2 0 0 0,0 1 0 0 0,0-1 0 0 0,0 0 0 0 0,-14 3 0 0 0,-2 2-97 0 0,-41 12 1208 0 0,47-16-619 0 0,0 1 0 0 0,-1 1 0 0 0,2 0 0 0 0,-1 2 0 0 0,1-1 1 0 0,-20 14-1 0 0,36-20-493 0 0,0-1 0 0 0,-1 0 0 0 0,1 0 0 0 0,0 0 1 0 0,0 0-1 0 0,-1 1 0 0 0,1-1 0 0 0,0 0 1 0 0,0 0-1 0 0,0 0 0 0 0,-1 1 0 0 0,1-1 0 0 0,0 0 1 0 0,0 0-1 0 0,0 1 0 0 0,0-1 0 0 0,0 0 1 0 0,0 1-1 0 0,-1-1 0 0 0,1 0 0 0 0,0 0 0 0 0,0 1 1 0 0,0-1-1 0 0,0 0 0 0 0,0 1 0 0 0,0-1 1 0 0,0 0-1 0 0,0 0 0 0 0,0 1 0 0 0,0-1 0 0 0,0 0 1 0 0,0 1-1 0 0,1-1 0 0 0,-1 0 0 0 0,0 0 1 0 0,0 1-1 0 0,0-1 0 0 0,12 9 21 0 0,18 0-538 0 0,22 1-315 0 0,-19-4 511 0 0,-1 1 0 0 0,33 12 0 0 0,-56-16 305 0 0,-1 0-1 0 0,0 1 0 0 0,0 0 1 0 0,0 0-1 0 0,-1 1 0 0 0,1 0 1 0 0,-1 0-1 0 0,0 1 0 0 0,0 0 1 0 0,-1 0-1 0 0,0 1 0 0 0,8 10 1 0 0,-12-13-15 0 0,0-1 1 0 0,-1 1 0 0 0,1 0-1 0 0,-1-1 1 0 0,1 1 0 0 0,-1 0 0 0 0,-1 0-1 0 0,1 0 1 0 0,0 0 0 0 0,-1 0-1 0 0,0 0 1 0 0,0 0 0 0 0,0 0 0 0 0,0 0-1 0 0,-1 0 1 0 0,0 0 0 0 0,1 0 0 0 0,-2 0-1 0 0,1 0 1 0 0,0 0 0 0 0,-1-1-1 0 0,1 1 1 0 0,-1 0 0 0 0,0-1 0 0 0,0 0-1 0 0,-1 1 1 0 0,-3 4 0 0 0,-7 7-88 0 0,0 0 0 0 0,-1-1 1 0 0,0-1-1 0 0,-20 15 0 0 0,-45 28-42 0 0,43-31 659 0 0,-35 30 0 0 0,69-54-446 0 0,1 1 0 0 0,0-1 0 0 0,-1 0 0 0 0,1 0 1 0 0,0 1-1 0 0,0-1 0 0 0,0 0 0 0 0,0 1 0 0 0,0 0 0 0 0,0-1 0 0 0,0 1 1 0 0,0-1-1 0 0,1 1 0 0 0,-1 0 0 0 0,0-1 0 0 0,1 1 0 0 0,0 0 0 0 0,-1 0 0 0 0,1 3 1 0 0,0-4-26 0 0,1 1 1 0 0,-1-1 0 0 0,1 1 0 0 0,-1 0 0 0 0,1-1-1 0 0,0 1 1 0 0,0-1 0 0 0,0 0 0 0 0,0 1 0 0 0,0-1-1 0 0,0 0 1 0 0,0 1 0 0 0,0-1 0 0 0,0 0 0 0 0,0 0-1 0 0,1 0 1 0 0,1 1 0 0 0,8 4 78 0 0,-1 0 0 0 0,2-1 0 0 0,-1-1 0 0 0,20 6 0 0 0,-20-6-32 0 0,33 8 238 0 0,-17-4-79 0 0,34 12 1 0 0,-55-17-225 0 0,1 0-1 0 0,0 0 1 0 0,-1 1 0 0 0,0 0-1 0 0,0 0 1 0 0,0 1 0 0 0,0-1 0 0 0,-1 1-1 0 0,10 11 1 0 0,-13-12 37 0 0,1 1 0 0 0,-1 0-1 0 0,0 0 1 0 0,0 0 0 0 0,0 0 0 0 0,-1 0-1 0 0,0 0 1 0 0,0 0 0 0 0,0 1 0 0 0,-1-1-1 0 0,0 0 1 0 0,0 1 0 0 0,-1 8 0 0 0,-1 12 452 0 0,-10 37 0 0 0,7-42-254 0 0,5-17-322 0 0,-6 42 1281 0 0,6-45-1248 0 0,0 1 0 0 0,0 0 0 0 0,0 0 0 0 0,0-1 0 0 0,0 1 0 0 0,0 0 0 0 0,1-1 0 0 0,-1 1 0 0 0,1 0 0 0 0,-1-1 0 0 0,1 1 0 0 0,0-1 0 0 0,-1 1 0 0 0,1-1 0 0 0,0 1 1 0 0,0-1-1 0 0,0 1 0 0 0,0-1 0 0 0,1 0 0 0 0,-1 1 0 0 0,0-1 0 0 0,0 0 0 0 0,3 1 0 0 0</inkml:trace>
</inkml:ink>
</file>

<file path=ppt/ink/ink2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2:55.91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0 456 0 0,'11'12'2266'0'0,"0"0"-1"0"0,-2 0 1 0 0,1 1 0 0 0,-2 0-1 0 0,10 19 1 0 0,-8-10-11 0 0,0 1 0 0 0,11 43 0 0 0,-9-11-1329 0 0,-3 1-1 0 0,3 67 1 0 0,-5 77-264 0 0,-6-115-460 0 0,3 0 1 0 0,21 119-1 0 0,38 55 220 0 0,-27-124-337 0 0,25 196 0 0 0,-38-58-85 0 0,25 185 0 0 0,-25-305 6 0 0,3 211-1 0 0,-19-238 64 0 0,0 60-686 0 0,-8-178 222 0 0,0-1 1 0 0,0 1-1 0 0,-1-1 1 0 0,0 0-1 0 0,0 1 0 0 0,-1-1 1 0 0,1 0-1 0 0,-7 10 1 0 0,11-22-655 0 0,-1 0 0 0 0,-1-1 0 0 0,1 1 1 0 0,-1 0-1 0 0,0-9 0 0 0,1 1-2798 0 0,0-4-1009 0 0</inkml:trace>
</inkml:ink>
</file>

<file path=ppt/ink/ink2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2:57.16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25983 67 1376 0 0,'-16'8'2263'0'0,"0"-2"0"0"0,0 0 1 0 0,-21 5-1 0 0,12-6-54 0 0,-40 4 1 0 0,-122-8 56 0 0,73-3-33 0 0,-441-5 919 0 0,-109-26-2998 0 0,389 15-135 0 0,-924-35 170 0 0,-596 100-1253 0 0,757 1 836 0 0,349-14 152 0 0,379-21 104 0 0,-731 40 160 0 0,375-26-1598 0 0,229-13 523 0 0,245-5 304 0 0,-1282 85 655 0 0,-753 131 2232 0 0,1322-138-1501 0 0,308-31-502 0 0,-85 18 201 0 0,325-34-244 0 0,223-26-157 0 0,-1046 101 862 0 0,-110-6-2328 0 0,716-58 1210 0 0,309-27 239 0 0,-827 53 144 0 0,475-57 351 0 0,189 3-777 0 0,-7 13 194 0 0,296-22 195 0 0,-93 10 120 0 0,-183 16 114 0 0,-165-10 399 0 0,-536 12-328 0 0,584 30-661 0 0,413-51 181 0 0,-433 33 1083 0 0,538-53-1058 0 0,-103 7-102 0 0,-237 9 13 0 0,324-17 24 0 0,-54-8 1 0 0,74 7-247 0 0,1-1 0 0 0,-1-1 0 0 0,0 0 0 0 0,1 0 0 0 0,0 0 1 0 0,0-1-1 0 0,0-1 0 0 0,0 1 0 0 0,-12-10 0 0 0</inkml:trace>
</inkml:ink>
</file>

<file path=ppt/ink/ink2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2:58.26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200 109 3769 0 0,'-13'-13'409'0'0,"0"-1"1"0"0,1 0 0 0 0,1 0 0 0 0,-17-28-1 0 0,27 41-447 0 0,0 0 1 0 0,0 0-1 0 0,-1 0 0 0 0,1 0 0 0 0,0 0 0 0 0,-1 0 1 0 0,1 0-1 0 0,-1 1 0 0 0,1-1 0 0 0,-1 1 1 0 0,0-1-1 0 0,1 1 0 0 0,-1 0 0 0 0,1-1 0 0 0,-1 1 1 0 0,0 0-1 0 0,-1 0 0 0 0,-36-1-1160 0 0,32 1 1100 0 0,7 0 184 0 0,0 0 0 0 0,-1 0 0 0 0,1 0 1 0 0,-1 0-1 0 0,1 0 0 0 0,0 0 0 0 0,-1 0 0 0 0,1 0 1 0 0,0 0-1 0 0,-1 0 0 0 0,1 0 0 0 0,0 1 0 0 0,-1-1 1 0 0,1 0-1 0 0,0 0 0 0 0,-1 0 0 0 0,1 0 0 0 0,0 0 1 0 0,0 1-1 0 0,-1-1 0 0 0,1 0 0 0 0,0 0 0 0 0,0 0 1 0 0,-1 1-1 0 0,1-1 0 0 0,0 0 0 0 0,0 0 0 0 0,-1 1 1 0 0,1-1-1 0 0,0 0 0 0 0,0 1 0 0 0,0-1 0 0 0,0 0 1 0 0,0 1-1 0 0,-1-1 0 0 0,1 0 0 0 0,0 1 0 0 0,0-1 1 0 0,0 0-1 0 0,0 1 0 0 0,0-1 0 0 0,6 19 7163 0 0,1 11-1311 0 0,-11 2-4866 0 0,-15 61-1 0 0,-2 11-625 0 0,16-46-428 0 0,2 0-1 0 0,9 99 1 0 0,29 116-141 0 0,-25-209 188 0 0,158 787-145 0 0,-64-451 457 0 0,45 163 402 0 0,-125-462-663 0 0,-5 1 1 0 0,-4 1-1 0 0,3 142 0 0 0,-18-234-271 0 0,1-3-122 0 0,-1-1 0 0 0,0 0 0 0 0,0 1 0 0 0,-1-1 0 0 0,-2 13 0 0 0</inkml:trace>
</inkml:ink>
</file>

<file path=ppt/ink/ink2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2:58.8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33 1 10138 0 0,'1'-1'92'0'0,"0"1"0"0"0,0 0-1 0 0,0 0 1 0 0,0 0 0 0 0,0 0 0 0 0,0 0 0 0 0,-1 0-1 0 0,1 0 1 0 0,0 1 0 0 0,0-1 0 0 0,0 0-1 0 0,0 0 1 0 0,0 1 0 0 0,0-1 0 0 0,-1 1-1 0 0,1-1 1 0 0,0 0 0 0 0,0 1 0 0 0,0 0-1 0 0,-1-1 1 0 0,1 1 0 0 0,0-1 0 0 0,-1 1-1 0 0,1 0 1 0 0,-1-1 0 0 0,1 1 0 0 0,-1 0 0 0 0,1 0-1 0 0,-1 0 1 0 0,1-1 0 0 0,-1 1 0 0 0,0 0-1 0 0,1 0 1 0 0,-1 0 0 0 0,0 0 0 0 0,0 0-1 0 0,1 0 1 0 0,-1 0 0 0 0,0-1 0 0 0,0 1-1 0 0,0 0 1 0 0,0 0 0 0 0,-1 0 0 0 0,1 0 0 0 0,0 0-1 0 0,0 0 1 0 0,0 0 0 0 0,-1 1 0 0 0,-1 5 957 0 0,-1 0 0 0 0,0 1 0 0 0,0-1 1 0 0,-6 10-1 0 0,5-11-782 0 0,-2 7-267 0 0,1 1-1 0 0,0 0 0 0 0,1-1 0 0 0,0 2 0 0 0,1-1 1 0 0,0 0-1 0 0,0 25 0 0 0,6 104 16 0 0,-2-139-14 0 0,8 88 186 0 0,4 0 0 0 0,4-1 0 0 0,30 89 0 0 0,105 261 1899 0 0,-90-270-1620 0 0,161 380 106 0 0,-215-535-939 0 0,0-1-1 0 0,0-1 1 0 0,2 1-1 0 0,0-1 1 0 0,0-1-1 0 0,1 0 0 0 0,14 13 1 0 0</inkml:trace>
</inkml:ink>
</file>

<file path=ppt/ink/ink2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2:59.41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10594 0 0,'7'4'733'0'0,"0"0"0"0"0,-1 1 0 0 0,1 0 0 0 0,-1 0-1 0 0,0 1 1 0 0,-1-1 0 0 0,1 1 0 0 0,-1 1 0 0 0,-1-1-1 0 0,1 1 1 0 0,4 7 0 0 0,1 5-96 0 0,-1-1 0 0 0,0 2 1 0 0,-2-1-1 0 0,10 36 0 0 0,10 86-188 0 0,-13-64-223 0 0,25 142-89 0 0,-13-60-24 0 0,55 180 1 0 0,-66-292-123 0 0,38 112 389 0 0,-43-134-458 0 0,2 0 0 0 0,0-1 0 0 0,1 0 0 0 0,18 22 0 0 0,-16-29-1743 0 0</inkml:trace>
</inkml:ink>
</file>

<file path=ppt/ink/ink2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2:59.84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5985 0 0,'4'2'536'0'0,"0"-2"-432"0"0,1 0-104 0 0,0 1 0 0 0,-2-1-656 0 0,1 2-152 0 0,3 1-32 0 0,3-2-8 0 0,2 2 664 0 0</inkml:trace>
</inkml:ink>
</file>

<file path=ppt/ink/ink2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3:00.78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65 1 12443 0 0,'-7'7'482'0'0,"1"1"0"0"0,0 1 0 0 0,0-1 0 0 0,1 1 0 0 0,0 0 0 0 0,1 0 0 0 0,0 0 0 0 0,0 0 0 0 0,1 1 0 0 0,0 0 0 0 0,1 0 0 0 0,-3 19 0 0 0,2 9-84 0 0,1 0-1 0 0,4 40 1 0 0,-1-66-302 0 0,10 189-30 0 0,41 217 1 0 0,-23-271-20 0 0,5-2-1 0 0,65 166 1 0 0,-1-5 1274 0 0,-81-234-1122 0 0,-3 0 0 0 0,7 102 0 0 0,-18-53-196 0 0,5 55-197 0 0,-2-148 490 0 0,0-15-1331 0 0</inkml:trace>
</inkml:ink>
</file>

<file path=ppt/ink/ink2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3:05.48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1 11979 0 0,'0'0'136'0'0,"-1"1"-1"0"0,1-1 1 0 0,-1 1 0 0 0,1-1 0 0 0,-1 1 0 0 0,1 0 0 0 0,0-1 0 0 0,-1 1 0 0 0,1 0 0 0 0,0-1 0 0 0,0 1 0 0 0,-1 0 0 0 0,1-1 0 0 0,0 1 0 0 0,0 0 0 0 0,0-1 0 0 0,0 1 0 0 0,0 0 0 0 0,0 0 0 0 0,0-1-1 0 0,0 1 1 0 0,0 0 0 0 0,0 0 0 0 0,0-1 0 0 0,1 1 0 0 0,-1 0 0 0 0,0-1 0 0 0,0 1 0 0 0,1 0 0 0 0,-1-1 0 0 0,1 2 0 0 0,8 26 1115 0 0,13 16-53 0 0,1-2 0 0 0,41 58 0 0 0,0-3-690 0 0,156 319 89 0 0,-192-365-1036 0 0,3 9-4904 0 0</inkml:trace>
</inkml:ink>
</file>

<file path=ppt/ink/ink2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3:05.81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153 498 5065 0 0,'-40'-89'565'0'0,"-68"-170"10210"0"0,107 256-10542 0 0,0 0 1 0 0,0-1 0 0 0,0 1-1 0 0,1-1 1 0 0,0 1-1 0 0,-1 0 1 0 0,2-1-1 0 0,-1 1 1 0 0,0-1-1 0 0,0 1 1 0 0,1-1 0 0 0,0 1-1 0 0,0 0 1 0 0,0-1-1 0 0,0 1 1 0 0,2-4-1 0 0,0 1-41 0 0,0 1 0 0 0,1 0-1 0 0,0 0 1 0 0,-1 1 0 0 0,1-1-1 0 0,1 1 1 0 0,-1-1 0 0 0,10-6 0 0 0,-7 6-131 0 0,0 1 1 0 0,0-1 0 0 0,1 1-1 0 0,-1 1 1 0 0,1-1 0 0 0,0 1 0 0 0,0 1-1 0 0,0-1 1 0 0,0 2 0 0 0,0-1 0 0 0,0 1-1 0 0,1 0 1 0 0,14 0 0 0 0,-20 2-66 0 0,0-1 1 0 0,0 1-1 0 0,0 0 1 0 0,0 0-1 0 0,0 0 1 0 0,0 0-1 0 0,-1 0 1 0 0,1 1-1 0 0,-1-1 0 0 0,1 1 1 0 0,-1-1-1 0 0,1 1 1 0 0,-1 0-1 0 0,0 0 1 0 0,0 0-1 0 0,0 0 1 0 0,0 1-1 0 0,0-1 0 0 0,0 1 1 0 0,-1-1-1 0 0,1 1 1 0 0,-1-1-1 0 0,0 1 1 0 0,1 0-1 0 0,-1 0 1 0 0,-1-1-1 0 0,1 1 0 0 0,0 0 1 0 0,-1 0-1 0 0,1 0 1 0 0,-1 0-1 0 0,0 0 1 0 0,0 5-1 0 0,-1 10-100 0 0,0 0 0 0 0,-1 0 0 0 0,-1 1 0 0 0,-6 21-1 0 0,6-25-65 0 0,1-8 175 0 0,1 0 0 0 0,0 0 0 0 0,0 1 1 0 0,0-1-1 0 0,1 0 0 0 0,0 0 0 0 0,1 1 1 0 0,0-1-1 0 0,3 13 0 0 0,-4-18 22 0 0,1 0-1 0 0,0 0 1 0 0,0-1 0 0 0,0 1-1 0 0,0 0 1 0 0,0 0 0 0 0,0-1-1 0 0,0 1 1 0 0,1-1 0 0 0,-1 1-1 0 0,0-1 1 0 0,1 1 0 0 0,0-1-1 0 0,-1 0 1 0 0,4 2-1 0 0,-2-2 9 0 0,0 0-1 0 0,0 0 1 0 0,-1 0-1 0 0,1-1 1 0 0,0 1-1 0 0,0-1 0 0 0,0 0 1 0 0,0 0-1 0 0,0 0 1 0 0,0 0-1 0 0,0 0 0 0 0,-1-1 1 0 0,1 1-1 0 0,4-2 1 0 0,9-3 47 0 0,0-1 0 0 0,-1-1 1 0 0,0 0-1 0 0,27-18 1 0 0,-31 17-528 0 0,0 1-1 0 0,1 0 1 0 0,0 1 0 0 0,0 1 0 0 0,0 0 0 0 0,1 0 0 0 0,0 1 0 0 0,21-4 0 0 0</inkml:trace>
</inkml:ink>
</file>

<file path=ppt/ink/ink2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3:05.97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6913 0 0,'9'0'729'0'0,"1"0"0"0"0,-1 1 0 0 0,0 1-1 0 0,1-1 1 0 0,-1 1 0 0 0,0 1 0 0 0,0 0-1 0 0,0 0 1 0 0,-1 1 0 0 0,1 0 0 0 0,-1 0-1 0 0,0 1 1 0 0,0 0 0 0 0,0 0 0 0 0,-1 1-1 0 0,13 12 1 0 0,-1 4 36 0 0,0 1 0 0 0,-2 1 0 0 0,-1 1 0 0 0,14 27 0 0 0,-16-26-834 0 0,2 0 1 0 0,1-1-1 0 0,29 35 1 0 0,-26-40-220 0 0</inkml:trace>
</inkml:ink>
</file>

<file path=ppt/ink/ink2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3:06.52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5 14283 0 0,'1'-5'1686'0'0,"8"6"-338"0"0,10 5 148 0 0,-10 0-1147 0 0,-1 1-1 0 0,0 0 1 0 0,0 0-1 0 0,0 1 1 0 0,-1 0-1 0 0,0 0 0 0 0,-1 0 1 0 0,10 18-1 0 0,38 79 507 0 0,-54-104-838 0 0,60 161 319 0 0,-9-19-960 0 0,-40-118-1172 0 0,24 39-1 0 0,-23-45 421 0 0</inkml:trace>
</inkml:ink>
</file>

<file path=ppt/ink/ink2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3:06.84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5 240 9218 0 0,'-1'-12'337'0'0,"0"6"-191"0"0,0 1 0 0 0,0-1 0 0 0,1 1 0 0 0,0-1 0 0 0,0 0 0 0 0,0 0 0 0 0,0 1 0 0 0,1-1 0 0 0,0 0 0 0 0,1 1 0 0 0,-1-1 0 0 0,1 1 1 0 0,0 0-1 0 0,0-1 0 0 0,1 1 0 0 0,-1 0 0 0 0,6-7 0 0 0,4-3 912 0 0,2 0 0 0 0,0 1 0 0 0,0 1 0 0 0,1 0 1 0 0,27-18-1 0 0,-37 28-798 0 0,1 0 1 0 0,-1 1-1 0 0,1-1 1 0 0,-1 1 0 0 0,1 0-1 0 0,0 1 1 0 0,0-1-1 0 0,0 1 1 0 0,0 0 0 0 0,7 0-1 0 0,-9 1-198 0 0,0 1 0 0 0,0-1 0 0 0,0 1 0 0 0,-1 0 0 0 0,1 0-1 0 0,0 0 1 0 0,0 0 0 0 0,-1 1 0 0 0,1 0 0 0 0,0-1 0 0 0,-1 1 0 0 0,0 1-1 0 0,1-1 1 0 0,-1 0 0 0 0,0 1 0 0 0,0-1 0 0 0,2 5 0 0 0,-1-2-68 0 0,0 0 0 0 0,0 1 0 0 0,-1 0 1 0 0,0 0-1 0 0,-1 0 0 0 0,1 0 0 0 0,-1 0 1 0 0,0 1-1 0 0,0-1 0 0 0,-1 1 0 0 0,0-1 0 0 0,0 1 1 0 0,-1 0-1 0 0,0-1 0 0 0,0 1 0 0 0,0-1 1 0 0,-1 1-1 0 0,-2 8 0 0 0,-2 16-171 0 0,-3-1 0 0 0,-14 43 0 0 0,20-68 158 0 0,-9 24-115 0 0,7-20 196 0 0,0 1 1 0 0,0-1-1 0 0,1 1 0 0 0,0 0 0 0 0,1 0 0 0 0,0 0 0 0 0,1 1 0 0 0,0-1 1 0 0,0 19-1 0 0,2-28-40 0 0,-1 0 1 0 0,0 0-1 0 0,1 0 1 0 0,-1 0-1 0 0,1-1 1 0 0,-1 1-1 0 0,1 0 1 0 0,-1 0-1 0 0,1 0 1 0 0,0-1-1 0 0,-1 1 1 0 0,1 0-1 0 0,0-1 1 0 0,0 1-1 0 0,-1 0 0 0 0,1-1 1 0 0,0 1-1 0 0,0-1 1 0 0,0 1-1 0 0,0-1 1 0 0,0 0-1 0 0,0 1 1 0 0,0-1-1 0 0,0 0 1 0 0,-1 0-1 0 0,1 0 1 0 0,0 1-1 0 0,0-1 1 0 0,0 0-1 0 0,0 0 1 0 0,0 0-1 0 0,0-1 1 0 0,0 1-1 0 0,2 0 1 0 0,38-11 145 0 0,-36 9-159 0 0,17-7-44 0 0,0-1 1 0 0,-1 0-1 0 0,22-16 0 0 0,-21 12-1342 0 0,0 2-1 0 0,38-16 0 0 0,-35 19-5604 0 0</inkml:trace>
</inkml:ink>
</file>

<file path=ppt/ink/ink2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3:07.08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 1 6913 0 0,'-3'28'467'0'0,"2"-26"-205"0"0,1 0 0 0 0,-1 0 1 0 0,0 0-1 0 0,1 0 0 0 0,0 0 0 0 0,-1 0 0 0 0,1 0 1 0 0,0 0-1 0 0,0 0 0 0 0,0 0 0 0 0,1 0 0 0 0,-1 0 1 0 0,0 0-1 0 0,1 0 0 0 0,-1 0 0 0 0,1 0 0 0 0,0 0 1 0 0,-1 0-1 0 0,1 0 0 0 0,0 0 0 0 0,0 0 0 0 0,1 0 1 0 0,-1-1-1 0 0,0 1 0 0 0,0-1 0 0 0,1 1 1 0 0,-1-1-1 0 0,1 1 0 0 0,-1-1 0 0 0,1 0 0 0 0,0 1 1 0 0,3 1-1 0 0,4 1 161 0 0,0 1 0 0 0,0 0 1 0 0,0 1-1 0 0,-1 0 0 0 0,0 1 1 0 0,0-1-1 0 0,-1 1 0 0 0,0 1 1 0 0,0-1-1 0 0,-1 1 0 0 0,0 1 0 0 0,0-1 1 0 0,0 1-1 0 0,-2 0 0 0 0,1 0 1 0 0,6 20-1 0 0,-5-10-42 0 0,-5-14-366 0 0,0 0 0 0 0,0 0 0 0 0,1 0-1 0 0,0 0 1 0 0,0 0 0 0 0,0-1 0 0 0,0 1 0 0 0,1-1 0 0 0,5 8-1 0 0,-7-12 7 0 0,0 0-1 0 0,0 1 1 0 0,0-1-1 0 0,0 0 1 0 0,-1 0-1 0 0,1 0 0 0 0,0 0 1 0 0,0 0-1 0 0,0 0 1 0 0,0 0-1 0 0,0 0 0 0 0,0 0 1 0 0,0 0-1 0 0,-1 0 1 0 0,1 0-1 0 0,0-1 1 0 0,0 1-1 0 0,0 0 0 0 0,0-1 1 0 0,-1 1-1 0 0,1 0 1 0 0,0-1-1 0 0,0 1 1 0 0,-1-1-1 0 0,2-1 0 0 0,21-17 617 0 0,-20 15-598 0 0,113-116-2471 0 0,-86 91-5682 0 0</inkml:trace>
</inkml:ink>
</file>

<file path=ppt/ink/ink2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3:07.56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13827 0 0,'24'27'1169'0'0,"0"2"0"0"0,-2 0 0 0 0,-1 1 0 0 0,-1 1 0 0 0,-2 1 0 0 0,-1 0-1 0 0,21 61 1 0 0,16 80-2105 0 0,-18 1-4949 0 0,-30-140-1150 0 0</inkml:trace>
</inkml:ink>
</file>

<file path=ppt/ink/ink2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3:07.89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1 165 11058 0 0,'1'-7'220'0'0,"1"0"0"0"0,0 1 0 0 0,0-1 0 0 0,1 1 0 0 0,0-1 0 0 0,0 1 0 0 0,0 0 0 0 0,1 0 0 0 0,0 1-1 0 0,0-1 1 0 0,0 1 0 0 0,1 0 0 0 0,0 0 0 0 0,0 0 0 0 0,0 0 0 0 0,0 1 0 0 0,1 0 0 0 0,7-4 0 0 0,-11 6-128 0 0,14-9 703 0 0,1 1 0 0 0,18-9 0 0 0,-31 17-608 0 0,0 0-1 0 0,1 0 1 0 0,-1 1 0 0 0,0-1 0 0 0,1 1 0 0 0,0 0 0 0 0,-1 0-1 0 0,1 1 1 0 0,0-1 0 0 0,-1 1 0 0 0,1 0 0 0 0,0 0 0 0 0,0 1 0 0 0,6 1-1 0 0,-9-1-149 0 0,0 0-1 0 0,0 0 0 0 0,0 0 0 0 0,-1 0 0 0 0,1 0 0 0 0,0 0 0 0 0,-1 1 0 0 0,1-1 1 0 0,-1 1-1 0 0,1-1 0 0 0,-1 1 0 0 0,0-1 0 0 0,1 1 0 0 0,-1 0 0 0 0,0 0 0 0 0,0 0 1 0 0,0-1-1 0 0,-1 1 0 0 0,1 0 0 0 0,0 0 0 0 0,-1 0 0 0 0,1 0 0 0 0,-1 1 0 0 0,0-1 1 0 0,0 0-1 0 0,0 0 0 0 0,0 0 0 0 0,0 0 0 0 0,0 0 0 0 0,-1 4 0 0 0,-1 6-48 0 0,0 0-1 0 0,-1 0 1 0 0,-7 22-1 0 0,-9 11-309 0 0,-27 50 1 0 0,-2 1 236 0 0,46-92 190 0 0,1-1 1 0 0,0 0-1 0 0,-1 1 1 0 0,1-1-1 0 0,0 1 1 0 0,1-1-1 0 0,-1 1 1 0 0,1 0-1 0 0,-1-1 1 0 0,1 1-1 0 0,0 0 1 0 0,1 4-1 0 0,0-7-79 0 0,-1 1-1 0 0,1-1 1 0 0,0 1-1 0 0,-1-1 1 0 0,1 0-1 0 0,0 1 1 0 0,0-1-1 0 0,0 0 1 0 0,0 0-1 0 0,0 0 1 0 0,0 0-1 0 0,1 0 1 0 0,-1 0-1 0 0,0 0 1 0 0,0 0-1 0 0,1 0 1 0 0,-1-1-1 0 0,0 1 1 0 0,1 0-1 0 0,-1-1 1 0 0,1 1-1 0 0,-1-1 1 0 0,1 0-1 0 0,-1 1 1 0 0,1-1-1 0 0,0 0 0 0 0,-1 0 1 0 0,1 0-1 0 0,-1 0 1 0 0,1 0-1 0 0,1-1 1 0 0,25-1 70 0 0,1-1 1 0 0,-1-1-1 0 0,43-12 0 0 0,-40 7-706 0 0,1 2 0 0 0,49-3-1 0 0,-50 9-856 0 0</inkml:trace>
</inkml:ink>
</file>

<file path=ppt/ink/ink2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3:08.21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37 41 10138 0 0,'-4'-6'636'0'0,"-11"-18"4300"0"0,15 24-4693 0 0,0-1-1 0 0,-1 0 1 0 0,1 1 0 0 0,0-1 0 0 0,-3-2 972 0 0,2 3-973 0 0,1-1 1 0 0,-1 1 0 0 0,1-1 0 0 0,-1 1 0 0 0,0 0 0 0 0,1-1 0 0 0,-1 1 0 0 0,0 0-1 0 0,0 0 1 0 0,1-1 0 0 0,-1 1 0 0 0,0 0 0 0 0,1 0 0 0 0,-1 0 0 0 0,0 0 0 0 0,-1 0-1 0 0,2 2-192 0 0,0 1-1 0 0,1-1 1 0 0,-1 1-1 0 0,0-1 1 0 0,1 0-1 0 0,0 1 1 0 0,0-1-1 0 0,0 0 1 0 0,0 0-1 0 0,0 1 1 0 0,1 1-1 0 0,0 0-1 0 0,8 15-63 0 0,1-1 0 0 0,0-1 0 0 0,2 0 0 0 0,-1 0 0 0 0,24 22 0 0 0,-14-16-38 0 0,24 36 0 0 0,-37-46 56 0 0,-1 0 1 0 0,-1 0-1 0 0,0 1 1 0 0,-1 0-1 0 0,-1 0 1 0 0,0 0 0 0 0,-1 1-1 0 0,5 27 1 0 0,-8-32 64 0 0,-1 0 1 0 0,0 0 0 0 0,0-1-1 0 0,-1 1 1 0 0,0 0 0 0 0,0 0-1 0 0,-1 0 1 0 0,-1-1-1 0 0,0 1 1 0 0,0-1 0 0 0,-1 0-1 0 0,0 0 1 0 0,0 0 0 0 0,-9 13-1 0 0,3-8 133 0 0,0 0 0 0 0,0-1 1 0 0,-1-1-1 0 0,0 1 0 0 0,-1-2 0 0 0,-15 12 0 0 0,20-18-606 0 0,-1 0 0 0 0,0-1 1 0 0,0 0-1 0 0,-12 5 0 0 0</inkml:trace>
</inkml:ink>
</file>

<file path=ppt/ink/ink2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3:09.03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 7 11979 0 0,'-5'-6'8536'0'0,"36"37"-6664"0"0,-11-3-1657 0 0,-1 0-1 0 0,-1 1 0 0 0,-2 1 0 0 0,-1 1 0 0 0,-1 0 0 0 0,14 48 0 0 0,-4 11-1038 0 0,13 101 0 0 0,-32-159-177 0 0</inkml:trace>
</inkml:ink>
</file>

<file path=ppt/ink/ink2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3:09.33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1 251 11979 0 0,'1'-10'188'0'0,"0"1"-63"0"0,0 1-1 0 0,0 0 1 0 0,1 0 0 0 0,0-1 0 0 0,0 1 0 0 0,1 1-1 0 0,0-1 1 0 0,0 0 0 0 0,1 1 0 0 0,0-1 0 0 0,0 1 0 0 0,1 0-1 0 0,-1 0 1 0 0,9-8 0 0 0,-5 9 269 0 0,17-16 1456 0 0,48-33 0 0 0,-66 50-1580 0 0,-1 1 0 0 0,1 0 0 0 0,0 1 0 0 0,1 0 0 0 0,-1 0 0 0 0,0 0 0 0 0,1 1 0 0 0,-1 0 0 0 0,1 0 0 0 0,0 1 0 0 0,0 0 0 0 0,0 0 0 0 0,11 1 0 0 0,-17 1-236 0 0,0-1 1 0 0,0 0-1 0 0,0 1 1 0 0,0-1-1 0 0,0 1 0 0 0,0 0 1 0 0,0-1-1 0 0,0 1 1 0 0,0 0-1 0 0,0 0 1 0 0,0 1-1 0 0,-1-1 1 0 0,1 0-1 0 0,0 0 1 0 0,-1 1-1 0 0,1-1 1 0 0,-1 1-1 0 0,1 0 0 0 0,-1-1 1 0 0,2 3-1 0 0,-2 0-36 0 0,1-1-1 0 0,-1 1 1 0 0,0-1-1 0 0,0 1 1 0 0,0-1-1 0 0,-1 1 1 0 0,1 0-1 0 0,-1-1 1 0 0,0 1-1 0 0,0 7 0 0 0,-2 5-116 0 0,-1 0 0 0 0,-1-1 0 0 0,0 1 0 0 0,-7 17 0 0 0,-40 84-619 0 0,35-85 860 0 0,1 1-1 0 0,2 0 0 0 0,-15 61 1 0 0,27-92-69 0 0,0 0 0 0 0,1 1 0 0 0,-1-1 0 0 0,1 1 0 0 0,0 0 0 0 0,0-1 0 0 0,0 1 0 0 0,0-1 0 0 0,0 1 0 0 0,1-1 0 0 0,-1 1 0 0 0,1-1 0 0 0,0 1 0 0 0,-1-1 0 0 0,1 0 1 0 0,0 1-1 0 0,1-1 0 0 0,-1 0 0 0 0,0 0 0 0 0,1 1 0 0 0,1 1 0 0 0,-1-2-21 0 0,1-1 1 0 0,-1 1 0 0 0,0-1-1 0 0,1 0 1 0 0,-1 0 0 0 0,1 0-1 0 0,0 0 1 0 0,-1 0-1 0 0,1 0 1 0 0,0-1 0 0 0,-1 1-1 0 0,1-1 1 0 0,0 0 0 0 0,-1 0-1 0 0,1 0 1 0 0,0 0 0 0 0,0 0-1 0 0,-1-1 1 0 0,1 1-1 0 0,2-2 1 0 0,33-8 85 0 0,0-2-1 0 0,60-28 1 0 0,39-13-2489 0 0,-91 40-5405 0 0</inkml:trace>
</inkml:ink>
</file>

<file path=ppt/ink/ink2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3:09.78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35 85 5065 0 0,'-1'-1'331'0'0,"0"1"-1"0"0,0-1 0 0 0,0 0 1 0 0,0 1-1 0 0,-1-1 1 0 0,1 1-1 0 0,0 0 1 0 0,0-1-1 0 0,0 1 0 0 0,-1 0 1 0 0,1 0-1 0 0,0 0 1 0 0,0 0-1 0 0,-1 0 1 0 0,1 0-1 0 0,0 0 0 0 0,0 0 1 0 0,-1 0-1 0 0,-5 5 1802 0 0,7-4-1831 0 0,-1-1-1 0 0,1 1 0 0 0,-1 0 1 0 0,1 0-1 0 0,-1-1 0 0 0,1 1 1 0 0,0 0-1 0 0,-1 0 0 0 0,1 0 1 0 0,0 0-1 0 0,0-1 0 0 0,0 1 0 0 0,-1 0 1 0 0,1 2-1 0 0,4 24 3963 0 0,4-3-3785 0 0,-1-11-361 0 0,1 0 0 0 0,0-1 0 0 0,1 0 1 0 0,0 0-1 0 0,1-1 0 0 0,0-1 0 0 0,1 1 0 0 0,0-2 0 0 0,0 1 1 0 0,1-2-1 0 0,1 1 0 0 0,-1-2 0 0 0,1 0 0 0 0,0 0 0 0 0,1-1 1 0 0,0-1-1 0 0,24 7 0 0 0,-25-9-261 0 0,0-1 0 0 0,0 0 0 0 0,0-1 0 0 0,0-1 0 0 0,0 0-1 0 0,1 0 1 0 0,-1-1 0 0 0,23-5 0 0 0,-25 3-316 0 0,1-1-1 0 0,-1 0 0 0 0,-1 0 1 0 0,1-1-1 0 0,-1-1 1 0 0,1 1-1 0 0,-2-2 0 0 0,1 1 1 0 0,-1-1-1 0 0,15-14 1 0 0,-16 11-501 0 0,-1 1 1 0 0,1-1 0 0 0,-2-1 0 0 0,1 0-1 0 0,-1 1 1 0 0,-1-2 0 0 0,0 1-1 0 0,-1-1 1 0 0,0 1 0 0 0,0-1 0 0 0,-2 0-1 0 0,1-1 1 0 0,-2 1 0 0 0,1 0-1 0 0,-2-1 1 0 0,1 1 0 0 0,-3-19 0 0 0,1 29 1032 0 0,1 0 0 0 0,0 0 0 0 0,-1 1 0 0 0,1-1 0 0 0,-1 0 0 0 0,0 0 0 0 0,1 1 0 0 0,-1-1 0 0 0,0 1 1 0 0,0-1-1 0 0,0 1 0 0 0,0-1 0 0 0,-2-1 0 0 0,2 2 103 0 0,1 1-1 0 0,-1 0 1 0 0,0-1 0 0 0,1 1 0 0 0,-1 0-1 0 0,1 0 1 0 0,-1-1 0 0 0,1 1 0 0 0,-1 0-1 0 0,0 0 1 0 0,1 0 0 0 0,-1 0 0 0 0,1 0 0 0 0,-1 0-1 0 0,0 0 1 0 0,1 0 0 0 0,-1 0 0 0 0,1 0-1 0 0,-1 0 1 0 0,0 0 0 0 0,1 1 0 0 0,-1-1-1 0 0,1 0 1 0 0,-1 0 0 0 0,1 1 0 0 0,-2-1-1 0 0,0 2 436 0 0,-1 0 1 0 0,1 1-1 0 0,0-1 0 0 0,0 0 0 0 0,0 1 0 0 0,0-1 0 0 0,0 1 0 0 0,0 0 1 0 0,1-1-1 0 0,-1 1 0 0 0,1 0 0 0 0,0 0 0 0 0,-2 3 0 0 0,-3 17 841 0 0,1 0-1 0 0,1 0 0 0 0,1 0 1 0 0,0 36-1 0 0,9 96-636 0 0,-3-121-398 0 0,2 34-579 0 0,3 0-1 0 0,3-1 1 0 0,26 85 0 0 0,-27-119-8146 0 0</inkml:trace>
</inkml:ink>
</file>

<file path=ppt/ink/ink2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3:10.29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18 13827 0 0,'0'0'62'0'0,"-1"-1"1"0"0,1 1-1 0 0,0-1 0 0 0,0 1 1 0 0,0-1-1 0 0,-1 0 0 0 0,1 1 1 0 0,0-1-1 0 0,0 1 0 0 0,0-1 1 0 0,0 0-1 0 0,0 1 0 0 0,0-1 1 0 0,0 1-1 0 0,0-1 0 0 0,0 0 1 0 0,0 1-1 0 0,1-1 0 0 0,-1 1 1 0 0,0-1-1 0 0,0 0 0 0 0,1 1 1 0 0,-1-1-1 0 0,0 1 0 0 0,0-1 0 0 0,1 1 1 0 0,-1-1-1 0 0,1 1 0 0 0,-1-1 1 0 0,15 8 2044 0 0,16 25 857 0 0,-22-18-2681 0 0,-1-1 0 0 0,-1 1 0 0 0,0 1 0 0 0,-1-1 0 0 0,0 1-1 0 0,4 17 1 0 0,15 97 149 0 0,-17-86-310 0 0,5 35-740 0 0,4-1-1 0 0,31 88 0 0 0,-35-129-7080 0 0</inkml:trace>
</inkml:ink>
</file>

<file path=ppt/ink/ink2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3:10.60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53 5985 0 0,'14'-6'906'0'0,"1"1"0"0"0,0 0-1 0 0,0 0 1 0 0,1 2 0 0 0,31-4-1 0 0,-19 3-345 0 0,-8 0 90 0 0,75-8 2123 0 0,-85 11-2495 0 0,-1 1 0 0 0,0 0 0 0 0,1 0 0 0 0,-1 1 0 0 0,0 1 0 0 0,0-1 0 0 0,17 7 0 0 0,-24-8-257 0 0,-1 1 0 0 0,0 0 0 0 0,0-1-1 0 0,1 1 1 0 0,-1 0 0 0 0,0 0-1 0 0,0 0 1 0 0,0 0 0 0 0,0 0-1 0 0,0 0 1 0 0,0 0 0 0 0,0 0 0 0 0,-1 0-1 0 0,1 0 1 0 0,0 1 0 0 0,0-1-1 0 0,-1 0 1 0 0,1 0 0 0 0,-1 1-1 0 0,1-1 1 0 0,-1 0 0 0 0,0 1 0 0 0,0-1-1 0 0,1 1 1 0 0,-1-1 0 0 0,0 1-1 0 0,0-1 1 0 0,0 0 0 0 0,0 1-1 0 0,-1-1 1 0 0,1 1 0 0 0,0-1 0 0 0,-1 0-1 0 0,1 1 1 0 0,0-1 0 0 0,-1 0-1 0 0,0 1 1 0 0,1-1 0 0 0,-2 2-1 0 0,-3 6-37 0 0,0 1 0 0 0,-1-1 0 0 0,-13 17 0 0 0,16-22 6 0 0,-111 124-560 0 0,83-97 821 0 0,1 1 1 0 0,2 1 0 0 0,1 2 0 0 0,-39 66-1 0 0,65-99-163 0 0,0 0-1 0 0,0-1 0 0 0,0 1 0 0 0,1 0 1 0 0,-1 0-1 0 0,0-1 0 0 0,1 1 0 0 0,-1 0 1 0 0,1 0-1 0 0,-1 0 0 0 0,1 0 0 0 0,0 0 1 0 0,0 0-1 0 0,0 0 0 0 0,0 0 0 0 0,0 0 1 0 0,1-1-1 0 0,-1 1 0 0 0,1 0 0 0 0,0 3 1 0 0,0-4-30 0 0,0 0 1 0 0,0 0-1 0 0,0 1 1 0 0,1-1-1 0 0,-1 0 1 0 0,0 0-1 0 0,0 0 1 0 0,1 0-1 0 0,-1-1 1 0 0,1 1-1 0 0,-1 0 1 0 0,1 0-1 0 0,-1-1 1 0 0,1 1-1 0 0,-1-1 1 0 0,1 0-1 0 0,0 1 1 0 0,2-1 0 0 0,9 1 36 0 0,-1-1 1 0 0,1-1-1 0 0,-1 0 1 0 0,22-5-1 0 0,52-12-708 0 0,-28 5-5929 0 0,-27 6-36 0 0</inkml:trace>
</inkml:ink>
</file>

<file path=ppt/ink/ink2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3:10.97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1 170 8754 0 0,'11'-2'900'0'0,"0"0"1"0"0,0 0-1 0 0,0-1 1 0 0,0 0-1 0 0,-1-1 0 0 0,15-7 1 0 0,2 0 167 0 0,53-16 1275 0 0,-23 7-1887 0 0,0-1 0 0 0,59-33 0 0 0,-115 53-657 0 0,12-7-1101 0 0</inkml:trace>
</inkml:ink>
</file>

<file path=ppt/ink/ink2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3:11.16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55 0 3681 0 0,'-31'43'844'0'0,"27"-35"-221"0"0,1 0-1 0 0,-1 0 1 0 0,1 1-1 0 0,1-1 1 0 0,0 1 0 0 0,0-1-1 0 0,0 1 1 0 0,1 0-1 0 0,1 0 1 0 0,-1 0-1 0 0,2 14 1 0 0,2-10 106 0 0,0 0 1 0 0,1 1-1 0 0,0-1 0 0 0,1 0 1 0 0,0-1-1 0 0,1 1 1 0 0,0-1-1 0 0,1-1 0 0 0,1 1 1 0 0,15 18-1 0 0,-12-16-242 0 0,-1 1-1 0 0,0 0 1 0 0,-1 1-1 0 0,-1 0 1 0 0,8 21-1 0 0,-15-35-443 0 0,0 1-1 0 0,0 0 0 0 0,-1 0 1 0 0,1 0-1 0 0,-1 0 0 0 0,0 0 1 0 0,0 0-1 0 0,0 0 0 0 0,0 0 1 0 0,-1 0-1 0 0,1-1 0 0 0,-1 1 1 0 0,0 0-1 0 0,0 0 0 0 0,0 0 1 0 0,0-1-1 0 0,0 1 0 0 0,0 0 1 0 0,-3 2-1 0 0,1 0-59 0 0,0-1 0 0 0,-1 0-1 0 0,1 0 1 0 0,-1-1 0 0 0,0 1 0 0 0,-1-1 0 0 0,1 0-1 0 0,-1 0 1 0 0,-7 4 0 0 0,-10 4-271 0 0</inkml:trace>
</inkml:ink>
</file>

<file path=ppt/ink/ink2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4:18.1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3 123 9218 0 0,'0'-57'3063'0'0,"0"45"-1341"0"0,1 0 0 0 0,-2 0 0 0 0,-2-18 0 0 0,37 223 2411 0 0,24 276-3966 0 0,-57-450-385 0 0,3 23 468 0 0,9 41 0 0 0,-11-72-608 0 0,1-1-1 0 0,0 0 0 0 0,0 0 0 0 0,1 0 0 0 0,0 0 0 0 0,1 0 1 0 0,0-1-1 0 0,1 0 0 0 0,8 12 0 0 0</inkml:trace>
</inkml:ink>
</file>

<file path=ppt/ink/ink2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4:18.3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27 144 10594 0 0,'-2'0'56'0'0,"1"0"1"0"0,0 0-1 0 0,0 0 0 0 0,-1 0 0 0 0,1 0 0 0 0,0 0 0 0 0,0 0 1 0 0,-1-1-1 0 0,1 1 0 0 0,0 0 0 0 0,0-1 0 0 0,-1 1 0 0 0,1-1 1 0 0,0 1-1 0 0,0-1 0 0 0,0 0 0 0 0,0 0 0 0 0,-1 0 0 0 0,2 0 32 0 0,-1 1-1 0 0,1-1 0 0 0,0 0 0 0 0,-1 1 0 0 0,1-1 0 0 0,0 0 0 0 0,0 0 0 0 0,0 1 0 0 0,0-1 0 0 0,0 0 0 0 0,0 1 0 0 0,0-1 0 0 0,0 0 0 0 0,0 0 0 0 0,0 1 0 0 0,0-1 0 0 0,0 0 1 0 0,0 1-1 0 0,1-1 0 0 0,-1 0 0 0 0,0 1 0 0 0,1-2 0 0 0,2-3 500 0 0,0 0 0 0 0,1 0 1 0 0,-1 0-1 0 0,1 1 0 0 0,0-1 0 0 0,6-5 0 0 0,2 1-300 0 0,-1 0-1 0 0,1 1 0 0 0,0 0 0 0 0,1 1 0 0 0,0 1 0 0 0,0-1 0 0 0,0 2 1 0 0,1 0-1 0 0,0 1 0 0 0,0 0 0 0 0,0 1 0 0 0,0 0 0 0 0,1 2 0 0 0,-1-1 1 0 0,24 2-1 0 0,-33 1-588 0 0,0 0 0 0 0,0 1 0 0 0,0-1 0 0 0,0 1-1 0 0,-1 0 1 0 0,1 0 0 0 0,6 5 0 0 0</inkml:trace>
</inkml:ink>
</file>

<file path=ppt/ink/ink2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4:18.5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1 176 14627 0 0,'0'0'35'0'0,"0"0"0"0"0,0 1 0 0 0,0-1 0 0 0,0 0 0 0 0,0 0 0 0 0,0 1 0 0 0,0-1 0 0 0,0 0 0 0 0,0 0 0 0 0,0 1 0 0 0,0-1 0 0 0,0 0 0 0 0,0 1 1 0 0,0-1-1 0 0,0 0 0 0 0,0 0 0 0 0,0 1 0 0 0,0-1 0 0 0,1 0 0 0 0,-1 0 0 0 0,0 1 0 0 0,0-1 0 0 0,0 0 0 0 0,0 0 0 0 0,1 1 0 0 0,-1-1 0 0 0,0 0 0 0 0,0 0 0 0 0,0 0 0 0 0,1 0 0 0 0,-1 1 0 0 0,0-1 0 0 0,0 0 0 0 0,1 0 0 0 0,-1 0 0 0 0,0 0 0 0 0,0 0 0 0 0,1 0 0 0 0,-1 1 0 0 0,17-2 526 0 0,20-10 585 0 0,-35 11-889 0 0,24-11 676 0 0,0-1 0 0 0,-1-1 1 0 0,39-27-1 0 0,-40 23-1928 0 0,1 2 0 0 0,1 0 0 0 0,35-13 0 0 0,-37 19-1848 0 0,2-3-120 0 0</inkml:trace>
</inkml:ink>
</file>

<file path=ppt/ink/ink2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4:18.7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8 17972 0 0,'0'0'105'0'0,"0"-1"1"0"0,-1 1 0 0 0,1-1-1 0 0,-1 1 1 0 0,1-1-1 0 0,-1 1 1 0 0,1-1 0 0 0,-1 1-1 0 0,1-1 1 0 0,-1 1 0 0 0,0 0-1 0 0,1-1 1 0 0,-1 1-1 0 0,0 0 1 0 0,1 0 0 0 0,-1-1-1 0 0,0 1 1 0 0,1 0-1 0 0,-1 0 1 0 0,0 0 0 0 0,1 0-1 0 0,-1 0 1 0 0,0 0-1 0 0,1 0 1 0 0,-1 0 0 0 0,0 0-1 0 0,1 0 1 0 0,-1 0-1 0 0,0 0 1 0 0,1 1 0 0 0,-1-1-1 0 0,0 0 1 0 0,0 1 0 0 0,0 1 22 0 0,0 0 0 0 0,0 0 0 0 0,0 0 0 0 0,0 0 0 0 0,0 1 0 0 0,1-1 0 0 0,-1 0 0 0 0,1 1 0 0 0,-1 3 1 0 0,-6 67 379 0 0,4-1 1 0 0,10 127 0 0 0,-3-139-546 0 0,2 21-1989 0 0,-1-40-5990 0 0</inkml:trace>
</inkml:ink>
</file>

<file path=ppt/ink/ink2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4:19.4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14747 0 0,'12'24'4063'0'0,"-1"29"-2751"0"0,-6-28-556 0 0,9 46-91 0 0,-4-1 1 0 0,2 85 0 0 0,-11 145-481 0 0,7 113-768 0 0,3-337-1067 0 0,-5-48 27 0 0</inkml:trace>
</inkml:ink>
</file>

<file path=ppt/ink/ink2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4:19.6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1 172 11522 0 0,'0'-1'76'0'0,"0"0"-1"0"0,0-1 0 0 0,0 1 1 0 0,0-1-1 0 0,0 1 0 0 0,0 0 0 0 0,1-1 1 0 0,-1 1-1 0 0,0 0 0 0 0,1-1 1 0 0,-1 1-1 0 0,1 0 0 0 0,0 0 0 0 0,-1-1 1 0 0,1 1-1 0 0,0 0 0 0 0,0 0 1 0 0,0 0-1 0 0,0 0 0 0 0,0 0 0 0 0,0 0 1 0 0,0 0-1 0 0,0 0 0 0 0,0 0 0 0 0,0 1 1 0 0,2-2-1 0 0,41-18 1589 0 0,-28 14-1190 0 0,40-19 1446 0 0,132-52 1880 0 0,-181 74-4064 0 0,0 1 1 0 0,1 0-1 0 0,0 1 1 0 0,-1-1 0 0 0,1 1-1 0 0,0 1 1 0 0,9 0-1 0 0,1 3-6702 0 0</inkml:trace>
</inkml:ink>
</file>

<file path=ppt/ink/ink2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4:19.8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1 133 16588 0 0,'0'1'90'0'0,"1"0"0"0"0,0-1 0 0 0,0 1 1 0 0,-1 0-1 0 0,1-1 0 0 0,0 1 1 0 0,0-1-1 0 0,0 1 0 0 0,0-1 0 0 0,-1 1 1 0 0,1-1-1 0 0,0 1 0 0 0,0-1 1 0 0,0 0-1 0 0,0 0 0 0 0,0 1 1 0 0,0-1-1 0 0,0 0 0 0 0,0 0 0 0 0,0 0 1 0 0,0 0-1 0 0,0 0 0 0 0,0 0 1 0 0,0 0-1 0 0,0-1 0 0 0,0 1 0 0 0,0 0 1 0 0,0-1-1 0 0,0 1 0 0 0,0 0 1 0 0,0-1-1 0 0,0 1 0 0 0,0-1 1 0 0,1 0-1 0 0,33-18 1080 0 0,-26 12-1363 0 0,0 0 1 0 0,-1-1 0 0 0,0-1-1 0 0,9-12 1 0 0,-12 14 16 0 0,1 0 0 0 0,0 1 0 0 0,0-1 0 0 0,0 1 0 0 0,1 0 0 0 0,0 1 0 0 0,0-1 0 0 0,10-5 0 0 0,-5 7 176 0 0</inkml:trace>
</inkml:ink>
</file>

<file path=ppt/ink/ink2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4:20.1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27 14283 0 0,'-13'0'1250'0'0,"13"-1"-1216"0"0,-1 1 1 0 0,1-1-1 0 0,0 1 0 0 0,0 0 0 0 0,0-1 1 0 0,0 1-1 0 0,0 0 0 0 0,0-1 1 0 0,0 1-1 0 0,0-1 0 0 0,0 1 0 0 0,4-7 2757 0 0,1 5-1708 0 0,-3 0-990 0 0,1 1 0 0 0,0-1 0 0 0,0 1 1 0 0,0 0-1 0 0,0-1 0 0 0,0 2 0 0 0,0-1 1 0 0,0 0-1 0 0,0 0 0 0 0,0 1 1 0 0,0 0-1 0 0,0 0 0 0 0,0 0 0 0 0,1 0 1 0 0,-1 0-1 0 0,0 0 0 0 0,0 1 0 0 0,0 0 1 0 0,0-1-1 0 0,0 1 0 0 0,0 0 0 0 0,0 1 1 0 0,0-1-1 0 0,0 0 0 0 0,-1 1 1 0 0,1 0-1 0 0,0-1 0 0 0,-1 1 0 0 0,0 0 1 0 0,4 4-1 0 0,-1-1-84 0 0,-2 1 0 0 0,1 0 0 0 0,-1 0-1 0 0,1 0 1 0 0,-2 0 0 0 0,1 0 0 0 0,-1 1 0 0 0,0-1 0 0 0,0 1 0 0 0,0 0 0 0 0,-1-1 0 0 0,0 1-1 0 0,-1 0 1 0 0,1 7 0 0 0,-3 7 43 0 0,0 0 1 0 0,-1 0-1 0 0,-7 23 0 0 0,-1 11 54 0 0,10-54-92 0 0,1-1-1 0 0,0 1 1 0 0,0-1 0 0 0,0 0-1 0 0,-1 1 1 0 0,1-1-1 0 0,0 1 1 0 0,0-1 0 0 0,0 1-1 0 0,0-1 1 0 0,0 1 0 0 0,0-1-1 0 0,0 1 1 0 0,0-1 0 0 0,0 0-1 0 0,0 1 1 0 0,0-1-1 0 0,0 1 1 0 0,0-1 0 0 0,1 1-1 0 0,-1-1 1 0 0,0 1 0 0 0,0-1-1 0 0,0 0 1 0 0,1 1 0 0 0,-1-1-1 0 0,0 1 1 0 0,0-1-1 0 0,1 0 1 0 0,-1 1 0 0 0,0-1-1 0 0,1 0 1 0 0,-1 0 0 0 0,0 1-1 0 0,1-1 1 0 0,-1 0 0 0 0,1 0-1 0 0,-1 1 1 0 0,1-1-1 0 0,-1 0 1 0 0,0 0 0 0 0,1 0-1 0 0,-1 0 1 0 0,1 0 0 0 0,-1 1-1 0 0,1-1 1 0 0,-1 0 0 0 0,1 0-1 0 0,-1 0 1 0 0,1 0 0 0 0,-1 0-1 0 0,0-1 1 0 0,1 1-1 0 0,-1 0 1 0 0,1 0 0 0 0,-1 0-1 0 0,1 0 1 0 0,-1 0 0 0 0,1-1-1 0 0,-1 1 1 0 0,0 0 0 0 0,1 0-1 0 0,-1-1 1 0 0,0 1-1 0 0,1 0 1 0 0,-1-1 0 0 0,0 1-1 0 0,1 0 1 0 0,-1-1 0 0 0,32-22 342 0 0,-30 21-341 0 0,51-45-411 0 0,-18 14-6131 0 0,-11 9-1023 0 0</inkml:trace>
</inkml:ink>
</file>

<file path=ppt/ink/ink2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4:20.7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14283 0 0,'8'22'5478'0'0,"4"22"-3952"0"0,0 1-1122 0 0,28 106 143 0 0,24 179-1 0 0,-36-168-458 0 0,-17-98-277 0 0,20 97 661 0 0,-23-133-1273 0 0,0 0-1 0 0,2-1 1 0 0,20 41 0 0 0,-19-48-6442 0 0</inkml:trace>
</inkml:ink>
</file>

<file path=ppt/ink/ink2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4:21.0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7 200 7370 0 0,'-1'-1'79'0'0,"1"1"0"0"0,-1-1 0 0 0,0 0 0 0 0,1 0 0 0 0,-1 1 0 0 0,1-1 0 0 0,0 0 0 0 0,-1 0 0 0 0,1 0 0 0 0,-1 1 0 0 0,1-1 0 0 0,0 0 0 0 0,0 0 0 0 0,-1 0 0 0 0,1 0 0 0 0,0 0 0 0 0,0 0 0 0 0,0 0 0 0 0,0 0 0 0 0,0 1 0 0 0,0-1 0 0 0,1 0 0 0 0,-1 0 0 0 0,0 0 0 0 0,0 0 0 0 0,0 0 1 0 0,1 0-1 0 0,0-1 0 0 0,21-18 4050 0 0,-15 14-3538 0 0,21-15 1481 0 0,2 1 0 0 0,50-25 1 0 0,-51 31-2698 0 0,1 2 1 0 0,0 1 0 0 0,34-9-1 0 0,-37 16-5962 0 0</inkml:trace>
</inkml:ink>
</file>

<file path=ppt/ink/ink2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4:21.2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0 273 12443 0 0,'17'-19'706'0'0,"0"0"1"0"0,2 2-1 0 0,0 0 1 0 0,0 1-1 0 0,31-19 1 0 0,-12 8-149 0 0,-19 13-308 0 0,63-45 883 0 0,-24 26-3619 0 0,-20 22 1157 0 0,-19 6 1228 0 0</inkml:trace>
</inkml:ink>
</file>

<file path=ppt/ink/ink2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4:21.8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34 2304 0 0,'3'-1'8437'0'0,"15"-6"-2092"0"0,26-7-3554 0 0,-35 11-2567 0 0,0 0-1 0 0,0 1 1 0 0,1 1-1 0 0,-1-1 1 0 0,0 1-1 0 0,15 1 1 0 0,-22 1-219 0 0,-1-1-1 0 0,1 1 1 0 0,-1-1 0 0 0,1 1-1 0 0,0 0 1 0 0,-1 0 0 0 0,0-1 0 0 0,1 1-1 0 0,-1 0 1 0 0,1 0 0 0 0,-1 1-1 0 0,0-1 1 0 0,0 0 0 0 0,0 0-1 0 0,0 1 1 0 0,0-1 0 0 0,0 0 0 0 0,0 1-1 0 0,0-1 1 0 0,0 1 0 0 0,0 0-1 0 0,-1-1 1 0 0,1 1 0 0 0,-1-1-1 0 0,1 1 1 0 0,-1 0 0 0 0,0-1 0 0 0,0 1-1 0 0,0 0 1 0 0,0 0 0 0 0,0-1-1 0 0,0 1 1 0 0,0 3 0 0 0,-2 8-95 0 0,1-1 1 0 0,-1 0-1 0 0,-6 18 1 0 0,6-23 40 0 0,-7 23-277 0 0,-8 36-323 0 0,16-61 606 0 0,0 0-1 0 0,0 0 0 0 0,1 0 1 0 0,0 0-1 0 0,0 1 0 0 0,0-1 1 0 0,1 0-1 0 0,0 0 1 0 0,0 0-1 0 0,1 6 0 0 0,2-6 23 0 0,0 0 0 0 0,0 0 0 0 0,0 0-1 0 0,1 0 1 0 0,-1-1 0 0 0,1 1 0 0 0,0-1 0 0 0,0-1-1 0 0,1 1 1 0 0,-1-1 0 0 0,1 1 0 0 0,6 1 0 0 0,19 14 290 0 0,-27-17-197 0 0,0 2 1 0 0,0-1 0 0 0,0 0 0 0 0,-1 1 0 0 0,1-1-1 0 0,-1 1 1 0 0,0 0 0 0 0,0 0 0 0 0,0 1-1 0 0,0-1 1 0 0,-1 0 0 0 0,0 1 0 0 0,0 0 0 0 0,0-1-1 0 0,-1 1 1 0 0,1 0 0 0 0,-1 0 0 0 0,0 0 0 0 0,0 0-1 0 0,-1 0 1 0 0,0 0 0 0 0,0 0 0 0 0,0 0 0 0 0,0 0-1 0 0,-1 0 1 0 0,-2 9 0 0 0,1-6-5 0 0,-1 0 0 0 0,0 0 0 0 0,-1 0-1 0 0,0 0 1 0 0,0 0 0 0 0,0-1 0 0 0,-1 1 0 0 0,0-1 0 0 0,-1-1 0 0 0,0 1-1 0 0,0-1 1 0 0,0 0 0 0 0,-1 0 0 0 0,-13 9 0 0 0,4-6-1580 0 0</inkml:trace>
</inkml:ink>
</file>

<file path=ppt/ink/ink2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4:22.4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14283 0 0,'36'59'4454'0'0,"0"1"-2969"0"0,-11-4-704 0 0,-2 2 0 0 0,-2 0 0 0 0,24 116 0 0 0,10 188-1701 0 0,-52-320-1890 0 0</inkml:trace>
</inkml:ink>
</file>

<file path=ppt/ink/ink2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4:22.5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13 189 5985 0 0,'-2'-4'238'0'0,"0"0"-1"0"0,1 0 1 0 0,-1 0-1 0 0,1 0 0 0 0,0 0 1 0 0,0 0-1 0 0,0 0 1 0 0,0 0-1 0 0,1-1 1 0 0,-1 1-1 0 0,2-7 0 0 0,-1 9 143 0 0,1-1 0 0 0,0 0 0 0 0,0 0 0 0 0,1 1 0 0 0,-1-1 0 0 0,1 0 0 0 0,-1 1 0 0 0,1 0 0 0 0,0-1 0 0 0,-1 1 0 0 0,1 0 0 0 0,1 0 0 0 0,-1 0 0 0 0,0 0 0 0 0,0 0 0 0 0,1 1 0 0 0,4-4 0 0 0,16-7 862 0 0,0 1 1 0 0,1 1-1 0 0,30-9 1 0 0,-13 4-658 0 0,-34 13-865 0 0,43-14 647 0 0,-16 12-6425 0 0,-16 6-502 0 0</inkml:trace>
</inkml:ink>
</file>

<file path=ppt/ink/ink2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4:22.8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1 221 10138 0 0,'157'-91'4907'0'0,"21"-9"-6272"0"0,-162 93 952 0 0,0 1-1 0 0,21-5 1 0 0,-15 6 360 0 0</inkml:trace>
</inkml:ink>
</file>

<file path=ppt/ink/ink2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4:23.2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77 4865 0 0,'0'-1'154'0'0,"-1"1"0"0"0,0-1 1 0 0,1 0-1 0 0,-1 1 0 0 0,0-1 0 0 0,0 1 1 0 0,1-1-1 0 0,-1 1 0 0 0,0 0 0 0 0,0-1 0 0 0,0 1 1 0 0,0 0-1 0 0,0 0 0 0 0,0-1 0 0 0,1 1 1 0 0,-1 0-1 0 0,0 0 0 0 0,0 0 0 0 0,0 0 0 0 0,0 0 1 0 0,0 0-1 0 0,0 0 0 0 0,0 1 0 0 0,0-1 0 0 0,0 0 1 0 0,0 0-1 0 0,1 1 0 0 0,-1-1 0 0 0,-1 1 1 0 0,0 1 115 0 0,1-1 0 0 0,0 1-1 0 0,0-1 1 0 0,1 1 0 0 0,-1-1 0 0 0,0 1 0 0 0,1 0 0 0 0,-1-1 0 0 0,0 1 0 0 0,1 0 0 0 0,0 0 0 0 0,-1-1 0 0 0,1 1 0 0 0,0 2 0 0 0,0 4 389 0 0,0 1 0 0 0,0-1 0 0 0,1 0 0 0 0,0 0 0 0 0,1 0 0 0 0,2 8 1 0 0,-2-10-528 0 0,0-1 0 0 0,0 0 0 0 0,1-1 0 0 0,-1 1 0 0 0,1 0 0 0 0,0-1 0 0 0,1 1 0 0 0,-1-1 0 0 0,1 0 0 0 0,-1 0 0 0 0,1-1 0 0 0,1 1 0 0 0,-1-1 0 0 0,0 0 0 0 0,1 0 0 0 0,0 0 0 0 0,-1 0 0 0 0,1-1 0 0 0,0 0 0 0 0,1 0 0 0 0,-1 0 0 0 0,0-1 0 0 0,0 0 0 0 0,1 0 0 0 0,-1 0 0 0 0,0 0 0 0 0,1-1 0 0 0,-1 0 0 0 0,1 0 0 0 0,-1-1 0 0 0,1 1 0 0 0,7-3 0 0 0,0 0-405 0 0,0 0-1 0 0,0-1 0 0 0,-1-1 0 0 0,1 0 0 0 0,-1-1 1 0 0,0 0-1 0 0,0 0 0 0 0,-1-2 0 0 0,0 1 0 0 0,0-1 1 0 0,-1-1-1 0 0,12-11 0 0 0,-13 9-833 0 0,-1 1 0 0 0,1-1 0 0 0,-2-1 0 0 0,10-17 0 0 0,-15 24 904 0 0,1 0 1 0 0,-1 1-1 0 0,0-1 1 0 0,-1 0-1 0 0,1 0 1 0 0,-1 0-1 0 0,0 0 1 0 0,-1 0-1 0 0,1 0 1 0 0,-1 0-1 0 0,0 0 1 0 0,0-1-1 0 0,-7-13 7513 0 0,1 35-4675 0 0,-2 20-1263 0 0,-1 49-625 0 0,3 96 1 0 0,4-79-435 0 0,0-54-1035 0 0,3 1 0 0 0,10 72 0 0 0,-3-80-7106 0 0</inkml:trace>
</inkml:ink>
</file>

<file path=ppt/ink/ink2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4:23.9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54 11979 0 0,'0'0'922'0'0,"30"3"2098"0"0,-7-4-2019 0 0,1-1 0 0 0,0-1 1 0 0,44-11-1 0 0,23-13-5276 0 0,-77 22 2783 0 0,9 1-5569 0 0</inkml:trace>
</inkml:ink>
</file>

<file path=ppt/ink/ink2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4:24.1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0 7370 0 0,'0'1'254'0'0,"0"0"0"0"0,-1-1 0 0 0,1 1 0 0 0,0 0 0 0 0,-1 0 0 0 0,1 0 0 0 0,0-1 0 0 0,0 1 0 0 0,0 0 0 0 0,0 0 0 0 0,0 0 0 0 0,0 0 0 0 0,0-1 0 0 0,0 1 0 0 0,0 0 0 0 0,0 0 1 0 0,0 0-1 0 0,1 0 0 0 0,-1-1 0 0 0,0 1 0 0 0,1 0 0 0 0,-1 0 0 0 0,1 0 0 0 0,10 25 3221 0 0,-10-22-2969 0 0,8 17 452 0 0,-2 1 1 0 0,0 0-1 0 0,-2 0 1 0 0,3 23-1 0 0,5 94-674 0 0,-6-55-83 0 0,-1-34-170 0 0,1 1 0 0 0,3-1-1 0 0,25 73 1 0 0,-22-87-3562 0 0,22 40 0 0 0,-26-58-3261 0 0</inkml:trace>
</inkml:ink>
</file>

<file path=ppt/ink/ink2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4:24.3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0 138 12899 0 0,'5'0'481'0'0,"0"0"1"0"0,0-1 0 0 0,-1 0-1 0 0,1 0 1 0 0,-1-1-1 0 0,1 1 1 0 0,-1-1-1 0 0,5-3 1 0 0,10-4 284 0 0,-1-2-1 0 0,25-19 1 0 0,-29 20-1158 0 0,0 0 0 0 0,0 1 0 0 0,1 0 0 0 0,27-11 0 0 0,-25 13 392 0 0,-2-3 74 0 0</inkml:trace>
</inkml:ink>
</file>

<file path=ppt/ink/ink2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4:31.2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52 13827 0 0,'60'-1'2271'0'0,"93"-12"1"0"0,-117 7-5923 0 0,66-21 1 0 0,-90 23-602 0 0</inkml:trace>
</inkml:ink>
</file>

<file path=ppt/ink/ink2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4:31.5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0 7370 0 0,'-1'3'659'0'0,"0"-1"1"0"0,1 1 0 0 0,-1 0 0 0 0,1-1 0 0 0,-1 1 0 0 0,1 0 0 0 0,0-1 0 0 0,0 6-1 0 0,8 46 1677 0 0,-4-32-1428 0 0,-2-11-616 0 0,0 0 1 0 0,1-1 0 0 0,0 1 0 0 0,1 0 0 0 0,0-1 0 0 0,1 0 0 0 0,7 12 0 0 0,5 4 527 0 0,25 29-1 0 0,-22-31-118 0 0,22 36-1 0 0,-39-53-702 0 0,1 0 1 0 0,-1 0-1 0 0,0 0 0 0 0,-1 1 0 0 0,0-1 0 0 0,0 1 0 0 0,0-1 0 0 0,-1 1 0 0 0,0-1 1 0 0,-1 1-1 0 0,1 0 0 0 0,-1 0 0 0 0,-1-1 0 0 0,0 1 0 0 0,0 0 0 0 0,0-1 0 0 0,-1 1 0 0 0,0-1 1 0 0,-1 1-1 0 0,0-1 0 0 0,0 0 0 0 0,0 0 0 0 0,-1 0 0 0 0,0-1 0 0 0,0 1 0 0 0,-1-1 1 0 0,1 0-1 0 0,-2 0 0 0 0,1 0 0 0 0,0-1 0 0 0,-1 0 0 0 0,0 0 0 0 0,-10 6 0 0 0,-4 1-7786 0 0</inkml:trace>
</inkml:ink>
</file>

<file path=ppt/ink/ink2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5:34.4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54 142 4145 0 0,'0'2'92'0'0,"0"-1"1"0"0,0 0-1 0 0,0 1 1 0 0,0-1-1 0 0,0 0 1 0 0,0 0 0 0 0,1 1-1 0 0,-1-1 1 0 0,0 0-1 0 0,1 0 1 0 0,-1 1-1 0 0,1-1 1 0 0,-1 0-1 0 0,1 0 1 0 0,0 0-1 0 0,0 0 1 0 0,-1 0-1 0 0,1 0 1 0 0,1 1-1 0 0,23 23 2291 0 0,-15-14-1975 0 0,7 10 759 0 0,-1 0 0 0 0,-1 2 0 0 0,-1 0 0 0 0,-1 0 0 0 0,19 49 0 0 0,-14-29-362 0 0,-13-33-618 0 0,0 0 0 0 0,0 0 0 0 0,1 0 0 0 0,0-1 0 0 0,1 0 0 0 0,9 11 0 0 0,-15-19-149 0 0,1 1 1 0 0,-1-1-1 0 0,1 0 0 0 0,-1 0 1 0 0,1 0-1 0 0,0 0 0 0 0,0 0 1 0 0,-1 0-1 0 0,1 0 0 0 0,0 0 1 0 0,0-1-1 0 0,0 1 1 0 0,0-1-1 0 0,0 1 0 0 0,0-1 1 0 0,0 0-1 0 0,3 0 0 0 0,-3 0 2 0 0,1-1 0 0 0,-1 0 0 0 0,0 1 0 0 0,0-1 0 0 0,1-1 0 0 0,-1 1 0 0 0,0 0 0 0 0,0 0 0 0 0,0-1 0 0 0,0 1 0 0 0,0-1 0 0 0,-1 1 0 0 0,1-1 0 0 0,0 0 0 0 0,-1 0 0 0 0,1 0 0 0 0,-1 0 0 0 0,2-3 0 0 0,4-7 61 0 0,0-1 1 0 0,0 0-1 0 0,-1 0 0 0 0,-1-1 1 0 0,0 1-1 0 0,-1-1 0 0 0,-1 0 1 0 0,0 0-1 0 0,-1-1 0 0 0,0 1 1 0 0,-1-1-1 0 0,-1 1 0 0 0,0 0 1 0 0,-1-1-1 0 0,-5-26 0 0 0,3 26-7 0 0,-1 1-1 0 0,0-1 1 0 0,-1 1-1 0 0,-1 0 1 0 0,0 0-1 0 0,-1 0 1 0 0,0 1-1 0 0,-1 0 1 0 0,-1 1-1 0 0,0 0 1 0 0,0 0-1 0 0,-2 1 0 0 0,1 0 1 0 0,-1 1-1 0 0,-14-11 1 0 0,20 18-134 0 0,1-1 0 0 0,-1 1 0 0 0,-1 0 0 0 0,1 1-1 0 0,0-1 1 0 0,0 1 0 0 0,-1 0 0 0 0,0 0 0 0 0,1 1 0 0 0,-1 0 0 0 0,0 0 0 0 0,1 0 0 0 0,-1 1 0 0 0,0-1 0 0 0,0 2 0 0 0,0-1 0 0 0,0 0 0 0 0,1 1-1 0 0,-1 0 1 0 0,0 1 0 0 0,-10 3 0 0 0,9-2-27 0 0,0 1 0 0 0,0 0 0 0 0,0 0 0 0 0,1 1 0 0 0,-1 0 0 0 0,1 0 0 0 0,0 0 0 0 0,1 1-1 0 0,-1 0 1 0 0,1 0 0 0 0,0 1 0 0 0,1-1 0 0 0,-1 1 0 0 0,1 0 0 0 0,-4 12 0 0 0,2-5-84 0 0,0 1 0 0 0,2 0 1 0 0,0 0-1 0 0,1 1 0 0 0,0-1 1 0 0,1 1-1 0 0,1-1 0 0 0,1 1 0 0 0,1 22 1 0 0,0-32 74 0 0,0 1 0 0 0,0-1 0 0 0,1 0 0 0 0,0 0 1 0 0,0 0-1 0 0,0 0 0 0 0,1 0 0 0 0,-1 0 0 0 0,2-1 0 0 0,-1 1 1 0 0,5 6-1 0 0,-4-9 52 0 0,-1 1 0 0 0,1-1 0 0 0,-1 0 0 0 0,1 0 1 0 0,0-1-1 0 0,0 1 0 0 0,0-1 0 0 0,1 0 0 0 0,-1 0 1 0 0,0 0-1 0 0,1 0 0 0 0,0-1 0 0 0,-1 0 0 0 0,1 0 0 0 0,0 0 1 0 0,8 0-1 0 0,-6-1 79 0 0,1 0 0 0 0,0-1 0 0 0,0 0 0 0 0,-1-1 1 0 0,1 0-1 0 0,-1 0 0 0 0,1-1 0 0 0,-1 0 0 0 0,0 0 0 0 0,0 0 1 0 0,0-1-1 0 0,0 0 0 0 0,-1 0 0 0 0,0-1 0 0 0,1 0 1 0 0,-2 0-1 0 0,1-1 0 0 0,8-10 0 0 0,-6 7 40 0 0,0-1-1 0 0,0 0 1 0 0,-1 0 0 0 0,-1-1-1 0 0,0 0 1 0 0,-1 0 0 0 0,0-1-1 0 0,0 0 1 0 0,-1 1 0 0 0,-1-1 0 0 0,3-14-1 0 0,-6 18-25 0 0,0 0 0 0 0,0 0 1 0 0,-1 0-1 0 0,0 0 0 0 0,0 0 0 0 0,-1 0 0 0 0,0 1 0 0 0,0-1 0 0 0,-1 1 0 0 0,0-1 1 0 0,0 1-1 0 0,-1 0 0 0 0,0 0 0 0 0,0 0 0 0 0,-1 1 0 0 0,-8-11 0 0 0,11 14-42 0 0,-1 1-1 0 0,0-1 1 0 0,1 0-1 0 0,-1 0 1 0 0,0 1-1 0 0,-1 0 0 0 0,1 0 1 0 0,0 0-1 0 0,0 0 1 0 0,-1 0-1 0 0,0 0 1 0 0,1 1-1 0 0,-1 0 1 0 0,0 0-1 0 0,1 0 0 0 0,-1 0 1 0 0,0 1-1 0 0,0-1 1 0 0,0 1-1 0 0,0 0 1 0 0,0 0-1 0 0,1 0 1 0 0,-1 1-1 0 0,0-1 0 0 0,0 1 1 0 0,0 0-1 0 0,1 0 1 0 0,-1 0-1 0 0,0 1 1 0 0,1-1-1 0 0,-1 1 1 0 0,1 0-1 0 0,-1 0 0 0 0,1 0 1 0 0,-4 4-1 0 0,0 1-37 0 0,0-1 1 0 0,1 1-1 0 0,0 1 0 0 0,0-1 0 0 0,1 1 0 0 0,0 0 0 0 0,1 0 0 0 0,-1 0 0 0 0,2 1 0 0 0,-1 0 0 0 0,-3 16 1 0 0,2-7-110 0 0,1 1 1 0 0,0 0-1 0 0,2 0 1 0 0,-1 34-1 0 0,4-45 63 0 0,-1-1 0 0 0,1 1 0 0 0,0-1-1 0 0,1 1 1 0 0,0-1 0 0 0,0 1 0 0 0,0-1 0 0 0,1 0 0 0 0,0 0-1 0 0,0 0 1 0 0,1-1 0 0 0,0 1 0 0 0,6 6 0 0 0,-7-8-10 0 0,1-1 0 0 0,1 0 1 0 0,-1 0-1 0 0,1 0 1 0 0,-1-1-1 0 0,1 1 0 0 0,0-1 1 0 0,0 0-1 0 0,1-1 1 0 0,-1 1-1 0 0,1-1 1 0 0,-1 0-1 0 0,1 0 0 0 0,0-1 1 0 0,-1 0-1 0 0,1 0 1 0 0,7 1-1 0 0,-3-2 89 0 0,-1 0 0 0 0,0-1 0 0 0,-1 0 1 0 0,1 0-1 0 0,0-1 0 0 0,0 0 0 0 0,0-1 0 0 0,-1 0 0 0 0,1 0 0 0 0,-1-1 0 0 0,0 0 0 0 0,0 0 0 0 0,0-1 1 0 0,8-7-1 0 0,-12 9 62 0 0,0 0 1 0 0,0 0 0 0 0,0-1-1 0 0,-1 0 1 0 0,1 0-1 0 0,-1 0 1 0 0,0 0 0 0 0,0 0-1 0 0,-1-1 1 0 0,1 1 0 0 0,-1-1-1 0 0,0 1 1 0 0,0-1-1 0 0,-1 0 1 0 0,0 0 0 0 0,1 0-1 0 0,-1 0 1 0 0,-1 0 0 0 0,1 0-1 0 0,-1 0 1 0 0,0 0 0 0 0,0-1-1 0 0,-1 1 1 0 0,1 0-1 0 0,-1 0 1 0 0,-2-8 0 0 0,1 9-58 0 0,1-1-1 0 0,-1 1 1 0 0,0-1 0 0 0,0 1 0 0 0,0 0 0 0 0,-1 0 0 0 0,1 0 0 0 0,-1 0 0 0 0,0 0 0 0 0,0 1-1 0 0,0-1 1 0 0,-1 1 0 0 0,1 0 0 0 0,-1 0 0 0 0,0 0 0 0 0,0 0 0 0 0,0 1 0 0 0,0 0 0 0 0,0 0-1 0 0,-1 0 1 0 0,1 0 0 0 0,-1 0 0 0 0,1 1 0 0 0,-10-2 0 0 0,9 3-1 0 0,-1-1 0 0 0,1 1 1 0 0,-1 1-1 0 0,0-1 0 0 0,1 1 1 0 0,-1-1-1 0 0,1 1 0 0 0,-1 1 0 0 0,1-1 1 0 0,-1 1-1 0 0,1 0 0 0 0,0 1 1 0 0,0-1-1 0 0,0 1 0 0 0,0 0 0 0 0,0 0 1 0 0,1 0-1 0 0,-1 1 0 0 0,1 0 1 0 0,-5 5-1 0 0,-1 3-66 0 0,1 0 1 0 0,0 1-1 0 0,1-1 1 0 0,0 1-1 0 0,1 1 1 0 0,1 0-1 0 0,-8 24 1 0 0,11-28 4 0 0,0 1 1 0 0,0 1-1 0 0,1-1 1 0 0,1 0-1 0 0,0 0 1 0 0,1 1-1 0 0,0-1 0 0 0,0 0 1 0 0,1 1-1 0 0,5 19 1 0 0,-5-27-1 0 0,0 0 0 0 0,1 0 0 0 0,-1-1 1 0 0,1 1-1 0 0,0-1 0 0 0,0 1 0 0 0,0-1 0 0 0,0 0 1 0 0,1 1-1 0 0,-1-1 0 0 0,1-1 0 0 0,0 1 0 0 0,0 0 1 0 0,0-1-1 0 0,0 1 0 0 0,1-1 0 0 0,-1 0 0 0 0,0 0 0 0 0,1 0 1 0 0,0 0-1 0 0,-1-1 0 0 0,1 0 0 0 0,0 0 0 0 0,0 0 1 0 0,5 1-1 0 0,-4-1 19 0 0,0-1 1 0 0,0 0-1 0 0,0 0 1 0 0,0 0-1 0 0,0-1 0 0 0,0 1 1 0 0,-1-1-1 0 0,1 0 1 0 0,0-1-1 0 0,0 1 0 0 0,-1-1 1 0 0,1 0-1 0 0,-1 0 1 0 0,1 0-1 0 0,-1-1 0 0 0,0 1 1 0 0,0-1-1 0 0,0 0 1 0 0,0-1-1 0 0,3-3 1 0 0,1-2 114 0 0,-1 0 0 0 0,-1-1 0 0 0,1 0 1 0 0,-2 0-1 0 0,1-1 0 0 0,-2 0 1 0 0,1 0-1 0 0,-1 0 0 0 0,3-14 1 0 0,-5 17-56 0 0,-1 0 1 0 0,1 0-1 0 0,-1 1 1 0 0,-1-1 0 0 0,0 0-1 0 0,0 0 1 0 0,0 0-1 0 0,-1 0 1 0 0,0 0-1 0 0,0 0 1 0 0,-1 1 0 0 0,0-1-1 0 0,-1 0 1 0 0,-5-12-1 0 0,8 19-39 0 0,-1 1 1 0 0,1-1-1 0 0,-1 0 0 0 0,1 0 0 0 0,-1 0 0 0 0,1 0 0 0 0,-1 1 0 0 0,1-1 0 0 0,-1 0 1 0 0,0 1-1 0 0,0-1 0 0 0,1 0 0 0 0,-1 1 0 0 0,0-1 0 0 0,0 1 0 0 0,0-1 1 0 0,1 1-1 0 0,-1-1 0 0 0,0 1 0 0 0,0 0 0 0 0,0 0 0 0 0,0-1 0 0 0,0 1 1 0 0,0 0-1 0 0,-1 0 0 0 0,0 0 0 0 0,1 1 1 0 0,-1-1-1 0 0,1 1 1 0 0,-1-1-1 0 0,1 1 0 0 0,0 0 1 0 0,-1-1-1 0 0,1 1 1 0 0,0 0-1 0 0,0 0 1 0 0,0 0-1 0 0,-1 0 0 0 0,1 0 1 0 0,-1 2-1 0 0,-4 5-207 0 0,1 0 0 0 0,-1 1 0 0 0,-6 15 0 0 0,-1 3-642 0 0</inkml:trace>
</inkml:ink>
</file>

<file path=ppt/ink/ink2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5:36.2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0 168 6913 0 0,'2'5'43'0'0,"0"0"-1"0"0,0 0 0 0 0,0-1 1 0 0,0 1-1 0 0,1-1 0 0 0,0 0 1 0 0,0 1-1 0 0,0-1 0 0 0,1-1 1 0 0,-1 1-1 0 0,1 0 0 0 0,0-1 1 0 0,0 0-1 0 0,0 0 0 0 0,1 0 1 0 0,6 3-1 0 0,-8-3 161 0 0,1-1 1 0 0,-1 0-1 0 0,1-1 0 0 0,0 1 1 0 0,0-1-1 0 0,-1 1 0 0 0,1-1 1 0 0,0 0-1 0 0,1-1 0 0 0,-1 1 1 0 0,0-1-1 0 0,0 0 0 0 0,0 0 1 0 0,0 0-1 0 0,0 0 0 0 0,0-1 1 0 0,0 1-1 0 0,0-1 1 0 0,0 0-1 0 0,0 0 0 0 0,5-3 1 0 0,-4 1 1 0 0,-1-1 0 0 0,0 1 0 0 0,0-1 0 0 0,-1 0 0 0 0,1 0 0 0 0,-1 0 0 0 0,0 0 0 0 0,0 0 0 0 0,0-1 0 0 0,-1 0 0 0 0,1 1 0 0 0,-1-1 0 0 0,0 0 0 0 0,0 0 0 0 0,-1 0 0 0 0,0-1 0 0 0,0 1 0 0 0,0 0 0 0 0,0 0 0 0 0,-1-1 0 0 0,0 1 0 0 0,0-6 0 0 0,-1 3-34 0 0,1 0 0 0 0,-1 0 0 0 0,0 0 0 0 0,-1 0 0 0 0,0 0 0 0 0,0 0 0 0 0,-1 0-1 0 0,0 1 1 0 0,0-1 0 0 0,0 1 0 0 0,-1-1 0 0 0,-1 1 0 0 0,-8-11 0 0 0,13 17-160 0 0,-1 1 0 0 0,1-1 0 0 0,-1 0 0 0 0,0 1 0 0 0,1-1-1 0 0,-1 0 1 0 0,0 1 0 0 0,0-1 0 0 0,0 1 0 0 0,1-1 0 0 0,-1 1 0 0 0,0-1 0 0 0,0 1 0 0 0,0 0 0 0 0,0-1 0 0 0,0 1 0 0 0,1 0 0 0 0,-1 0 0 0 0,0 0 0 0 0,0 0 0 0 0,0 0 0 0 0,0 0 0 0 0,0 0 0 0 0,0 0 0 0 0,0 0-1 0 0,0 0 1 0 0,0 0 0 0 0,0 0 0 0 0,0 1 0 0 0,1-1 0 0 0,-1 0 0 0 0,0 1 0 0 0,0-1 0 0 0,0 1 0 0 0,0-1 0 0 0,1 1 0 0 0,-1-1 0 0 0,0 1 0 0 0,0 0 0 0 0,1-1 0 0 0,-1 1 0 0 0,1 0 0 0 0,-1-1 0 0 0,0 1-1 0 0,1 0 1 0 0,0 0 0 0 0,-1 0 0 0 0,1-1 0 0 0,-1 1 0 0 0,1 1 0 0 0,-5 7-132 0 0,1 0 0 0 0,0 0-1 0 0,-4 16 1 0 0,7-21 41 0 0,-7 20-384 0 0,2 1 1 0 0,0 0-1 0 0,2 1 0 0 0,0-1 1 0 0,2 1-1 0 0,1 45 0 0 0,1-69 415 0 0,1 1-1 0 0,-1-1 1 0 0,0 1 0 0 0,1-1-1 0 0,-1 0 1 0 0,1 1-1 0 0,0-1 1 0 0,0 0 0 0 0,0 1-1 0 0,0-1 1 0 0,0 0 0 0 0,0 0-1 0 0,1 0 1 0 0,-1 0-1 0 0,1 0 1 0 0,-1 0 0 0 0,1 0-1 0 0,0-1 1 0 0,0 1-1 0 0,0-1 1 0 0,-1 1 0 0 0,2-1-1 0 0,-1 0 1 0 0,0 1 0 0 0,3 0-1 0 0,-1-1 91 0 0,-1-1 1 0 0,1 1-1 0 0,0-1 0 0 0,0 0 1 0 0,0 0-1 0 0,0 0 0 0 0,-1-1 1 0 0,1 1-1 0 0,0-1 0 0 0,0 0 1 0 0,-1 0-1 0 0,1 0 0 0 0,-1 0 1 0 0,1-1-1 0 0,5-3 0 0 0,2-1 345 0 0,0-2 0 0 0,0 1 1 0 0,-1-1-1 0 0,0-1 0 0 0,-1 0 0 0 0,0 0 0 0 0,0-1 0 0 0,-1 0 0 0 0,0 0 0 0 0,12-22 0 0 0,-15 23-238 0 0,-1 0 0 0 0,1 0 0 0 0,-1 0 0 0 0,-1-1 0 0 0,0 1 0 0 0,0-1 0 0 0,-1 0-1 0 0,0 0 1 0 0,-1 0 0 0 0,0 0 0 0 0,-1 0 0 0 0,0 0 0 0 0,0 0 0 0 0,-3-15 0 0 0,2 20-54 0 0,0 0 0 0 0,-1 1 0 0 0,0-1 0 0 0,0 1 0 0 0,0-1 0 0 0,0 1 0 0 0,-1 0 0 0 0,-4-7 0 0 0,-13-3-1060 0 0,19 14 552 0 0,-1-1 1 0 0,0 1-1 0 0,1 0 0 0 0,-1 0 0 0 0,0-1 0 0 0,0 1 0 0 0,1 0 0 0 0,-1 0 1 0 0,0 1-1 0 0,0-1 0 0 0,1 0 0 0 0,-1 1 0 0 0,-2 0 0 0 0,-11 6-6419 0 0</inkml:trace>
</inkml:ink>
</file>

<file path=ppt/ink/ink2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5:36.9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66 9674 0 0,'-7'19'428'0'0,"1"0"0"0"0,0 1 0 0 0,2 0-1 0 0,0 0 1 0 0,-1 24 0 0 0,0-12-153 0 0,2-6-74 0 0,-2 4 128 0 0,1 0 0 0 0,1 34 1 0 0,3-56-225 0 0,0-1-1 0 0,0 0 1 0 0,1 0 0 0 0,0 0 0 0 0,1 0 0 0 0,-1 0-1 0 0,1 0 1 0 0,1 0 0 0 0,-1-1 0 0 0,1 1-1 0 0,0-1 1 0 0,1 1 0 0 0,0-1 0 0 0,7 9 0 0 0,-10-13-85 0 0,0 0 1 0 0,1-1 0 0 0,-1 0 0 0 0,1 1 0 0 0,-1-1 0 0 0,1 0 0 0 0,0 0 0 0 0,-1 1 0 0 0,1-2-1 0 0,0 1 1 0 0,0 0 0 0 0,0 0 0 0 0,0 0 0 0 0,0-1 0 0 0,0 1 0 0 0,0-1 0 0 0,0 1 0 0 0,0-1-1 0 0,0 0 1 0 0,0 0 0 0 0,0 0 0 0 0,3-1 0 0 0,-1 0 0 0 0,-1 0-1 0 0,0 0 1 0 0,0 0-1 0 0,0-1 1 0 0,-1 0-1 0 0,1 1 1 0 0,0-1 0 0 0,0 0-1 0 0,-1-1 1 0 0,1 1-1 0 0,-1 0 1 0 0,4-5 0 0 0,3-5 8 0 0,-1-1 0 0 0,0 1 1 0 0,-1-1-1 0 0,-1-1 0 0 0,6-14 1 0 0,-6 10-30 0 0,0-1 1 0 0,-2 1-1 0 0,0 0 1 0 0,-1-1-1 0 0,-1 0 1 0 0,-1 0 0 0 0,-1 0-1 0 0,-3-29 1 0 0,2 34 163 0 0,-1 0 0 0 0,-1 0 0 0 0,0 1 0 0 0,-1-1 1 0 0,-1 0-1 0 0,0 1 0 0 0,0 0 0 0 0,-2 1 0 0 0,1-1 0 0 0,-2 1 1 0 0,1 0-1 0 0,-12-12 0 0 0,18 23-81 0 0,0-1 0 0 0,0 1 0 0 0,-1-1 0 0 0,1 1 0 0 0,0-1 1 0 0,-1 1-1 0 0,1 0 0 0 0,-1 0 0 0 0,0-1 0 0 0,1 1 0 0 0,-1 0 0 0 0,0 1 0 0 0,0-1 0 0 0,1 0 1 0 0,-1 0-1 0 0,0 1 0 0 0,0-1 0 0 0,0 1 0 0 0,0 0 0 0 0,0 0 0 0 0,0-1 0 0 0,0 1 0 0 0,0 0 1 0 0,0 1-1 0 0,0-1 0 0 0,0 0 0 0 0,0 0 0 0 0,-3 2 0 0 0,2 0 2 0 0,0 0 1 0 0,-1 0-1 0 0,1 1 0 0 0,1-1 0 0 0,-1 1 1 0 0,0 0-1 0 0,1-1 0 0 0,-1 1 0 0 0,1 0 0 0 0,0 1 1 0 0,0-1-1 0 0,0 0 0 0 0,0 1 0 0 0,-1 4 1 0 0,-7 17-146 0 0,0 1 0 0 0,2 0 0 0 0,1 0 0 0 0,2 1 0 0 0,0 0 0 0 0,1 0 0 0 0,2 1 0 0 0,2 34 0 0 0,3-35-5159 0 0,3-4-1777 0 0</inkml:trace>
</inkml:ink>
</file>

<file path=ppt/ink/ink2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5:37.6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31 9674 0 0,'25'9'1234'0'0,"1"-2"-1"0"0,0-1 1 0 0,41 4-1 0 0,-58-9-1054 0 0,0 0-1 0 0,-1-1 1 0 0,1 0-1 0 0,-1-1 0 0 0,1 0 1 0 0,0 0-1 0 0,-1-1 0 0 0,1 0 1 0 0,-1 0-1 0 0,0-1 0 0 0,0 0 1 0 0,0 0-1 0 0,0-1 0 0 0,14-9 1 0 0,-21 13-165 0 0,0-1 0 0 0,-1 0 1 0 0,1 1-1 0 0,0-1 1 0 0,0 1-1 0 0,-1-1 0 0 0,1 0 1 0 0,-1 0-1 0 0,1 1 1 0 0,-1-1-1 0 0,1 0 0 0 0,-1 0 1 0 0,1 0-1 0 0,-1 0 0 0 0,1 0 1 0 0,-1 1-1 0 0,0-1 1 0 0,1-2-1 0 0,-1 2 9 0 0,-1 1 0 0 0,1-1-1 0 0,0 1 1 0 0,0-1 0 0 0,0 1 0 0 0,0-1-1 0 0,-1 1 1 0 0,1-1 0 0 0,0 1 0 0 0,-1-1 0 0 0,1 1-1 0 0,0 0 1 0 0,-1-1 0 0 0,1 1 0 0 0,0-1 0 0 0,-1 1-1 0 0,1 0 1 0 0,-1-1 0 0 0,1 1 0 0 0,-1 0 0 0 0,1 0-1 0 0,-1-1 1 0 0,0 1 0 0 0,-1-1 32 0 0,0 0-1 0 0,0 1 1 0 0,0 0 0 0 0,0-1 0 0 0,0 1-1 0 0,0 0 1 0 0,0 0 0 0 0,0 0 0 0 0,0 0-1 0 0,0 0 1 0 0,0 0 0 0 0,0 1 0 0 0,0-1-1 0 0,0 1 1 0 0,0-1 0 0 0,-4 2 0 0 0,1 2-19 0 0,1-1 0 0 0,-1 1 1 0 0,0 0-1 0 0,1 1 1 0 0,0-1-1 0 0,0 1 0 0 0,0 0 1 0 0,1 0-1 0 0,-1 0 0 0 0,1 0 1 0 0,-4 10-1 0 0,-3 9-222 0 0,-10 35-1 0 0,16-45 133 0 0,-1 2-14 0 0,-9 24-366 0 0,2 0 0 0 0,2 1 0 0 0,1 0-1 0 0,-5 73 1 0 0,14-111 413 0 0,0 0 1 0 0,0 1-1 0 0,1-1 1 0 0,-1 0-1 0 0,1 1 1 0 0,-1-1-1 0 0,1 0 0 0 0,0 0 1 0 0,0 0-1 0 0,1 0 1 0 0,-1 0-1 0 0,0 0 1 0 0,1 0-1 0 0,0 0 0 0 0,0 0 1 0 0,0-1-1 0 0,0 1 1 0 0,4 3-1 0 0,-4-5 70 0 0,0 1 0 0 0,0-1 0 0 0,1 0 0 0 0,-1 0 0 0 0,0 0 0 0 0,1 0 0 0 0,-1-1 0 0 0,1 1 0 0 0,-1 0 0 0 0,1-1 0 0 0,-1 0 0 0 0,1 0 0 0 0,-1 0 0 0 0,1 0 0 0 0,-1 0 1 0 0,1 0-1 0 0,-1 0 0 0 0,1-1 0 0 0,-1 0 0 0 0,1 1 0 0 0,-1-1 0 0 0,1 0 0 0 0,-1 0 0 0 0,4-2 0 0 0,8-5 172 0 0,-1-1 1 0 0,0 0 0 0 0,0-1 0 0 0,-1-1-1 0 0,0 0 1 0 0,-1 0 0 0 0,0-1-1 0 0,-1 0 1 0 0,0-1 0 0 0,-1 0-1 0 0,0-1 1 0 0,-1 0 0 0 0,-1 0 0 0 0,0-1-1 0 0,-1 0 1 0 0,-1 0 0 0 0,0 0-1 0 0,-1-1 1 0 0,-1 1 0 0 0,2-17-1 0 0,-5 21-164 0 0,0 0-1 0 0,-1 0 0 0 0,0 0 1 0 0,-4-19-1 0 0,4 27-40 0 0,0 0 1 0 0,1 0-1 0 0,-1 0 0 0 0,0 0 1 0 0,-1 0-1 0 0,1 1 1 0 0,0-1-1 0 0,-1 0 0 0 0,1 0 1 0 0,-1 1-1 0 0,0-1 0 0 0,0 1 1 0 0,0 0-1 0 0,0 0 0 0 0,-1 0 1 0 0,1 0-1 0 0,0 0 0 0 0,-1 0 1 0 0,0 0-1 0 0,1 1 1 0 0,-4-2-1 0 0,4 2-89 0 0,0 1 0 0 0,1 0 0 0 0,-1 0 0 0 0,1 0 0 0 0,-1 0 0 0 0,1 0 0 0 0,-1 0 1 0 0,0 0-1 0 0,1 1 0 0 0,-1-1 0 0 0,1 1 0 0 0,-1-1 0 0 0,1 1 0 0 0,-1-1 0 0 0,1 1 0 0 0,-1 0 0 0 0,1 0 0 0 0,0 0 0 0 0,0 0 1 0 0,-1 0-1 0 0,1 0 0 0 0,0 0 0 0 0,0 0 0 0 0,0 0 0 0 0,0 0 0 0 0,0 1 0 0 0,-1 1 0 0 0,-13 20-7435 0 0</inkml:trace>
</inkml:ink>
</file>

<file path=ppt/ink/ink2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5:38.2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123 203 6913 0 0,'-1'4'182'0'0,"0"0"-1"0"0,0 0 0 0 0,0 0 1 0 0,0 0-1 0 0,1 0 0 0 0,-1 0 1 0 0,1 0-1 0 0,0 0 0 0 0,0 0 0 0 0,0 0 1 0 0,2 5-1 0 0,-2-7-80 0 0,1 0 0 0 0,-1-1 0 0 0,1 1 0 0 0,-1 0 0 0 0,1 0 0 0 0,0-1 0 0 0,0 1-1 0 0,0-1 1 0 0,0 1 0 0 0,0-1 0 0 0,0 1 0 0 0,0-1 0 0 0,0 0 0 0 0,1 1 0 0 0,-1-1 0 0 0,1 0 0 0 0,-1 0 0 0 0,0 0 0 0 0,1 0 0 0 0,0 0-1 0 0,-1 0 1 0 0,1 0 0 0 0,0-1 0 0 0,-1 1 0 0 0,1-1 0 0 0,0 1 0 0 0,0-1 0 0 0,1 1 0 0 0,1-2 64 0 0,-1 1 1 0 0,1 0-1 0 0,-1-1 1 0 0,0 1-1 0 0,1-1 1 0 0,-1 0-1 0 0,0 0 0 0 0,0-1 1 0 0,0 1-1 0 0,1 0 1 0 0,-1-1-1 0 0,-1 0 1 0 0,1 0-1 0 0,0 0 0 0 0,0 0 1 0 0,2-3-1 0 0,39-41 1922 0 0,-43 45-2022 0 0,6-9 162 0 0,0 1 0 0 0,-1-1 0 0 0,0 0 0 0 0,-1 0 0 0 0,0-1 0 0 0,0 1 0 0 0,-1-1 1 0 0,-1 0-1 0 0,4-17 0 0 0,-7 24-176 0 0,1-1-1 0 0,-1 1 1 0 0,0 0 0 0 0,0-1-1 0 0,0 1 1 0 0,0-1 0 0 0,-1 1-1 0 0,0 0 1 0 0,0-1 0 0 0,0 1 0 0 0,0 0-1 0 0,-3-5 1 0 0,3 6 16 0 0,-1 0 0 0 0,0 1 0 0 0,0-1-1 0 0,0 1 1 0 0,0-1 0 0 0,-1 1 0 0 0,1 0 0 0 0,-1 0 0 0 0,1 0 0 0 0,-1 0 0 0 0,0 0-1 0 0,0 0 1 0 0,0 1 0 0 0,0-1 0 0 0,0 1 0 0 0,0 0 0 0 0,0 0 0 0 0,-5-1 0 0 0,3 2 6 0 0,0-1 0 0 0,0 1 1 0 0,0 0-1 0 0,0 1 0 0 0,-1-1 1 0 0,1 1-1 0 0,0 0 0 0 0,0 0 1 0 0,0 0-1 0 0,0 1 0 0 0,0 0 1 0 0,1 0-1 0 0,-1 0 0 0 0,0 1 1 0 0,1-1-1 0 0,-1 1 1 0 0,1 0-1 0 0,0 0 0 0 0,-6 7 1 0 0,-7 6 162 0 0,0 1 1 0 0,-26 36-1 0 0,-2 15-165 0 0,41-61-155 0 0,0 0 0 0 0,0 1-1 0 0,1-1 1 0 0,0 1 0 0 0,1 0 0 0 0,0-1-1 0 0,-3 16 1 0 0,7-5-404 0 0,7-5-93 0 0</inkml:trace>
</inkml:ink>
</file>

<file path=ppt/ink/ink2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5:38.9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31 4145 0 0,'-3'7'401'0'0,"1"0"1"0"0,0 0-1 0 0,0 0 1 0 0,0 0-1 0 0,1 0 1 0 0,1 0-1 0 0,-1 0 1 0 0,1 14 0 0 0,1-19-269 0 0,-1 0 1 0 0,0 0-1 0 0,0 0 1 0 0,1 0-1 0 0,-1 0 1 0 0,1 0-1 0 0,0-1 1 0 0,0 1-1 0 0,-1 0 1 0 0,1 0-1 0 0,0-1 1 0 0,0 1-1 0 0,1 0 1 0 0,-1-1-1 0 0,0 1 1 0 0,0-1-1 0 0,1 0 1 0 0,-1 1-1 0 0,1-1 1 0 0,-1 0-1 0 0,1 0 1 0 0,0 0-1 0 0,-1 0 1 0 0,1 0-1 0 0,0 0 1 0 0,0 0-1 0 0,0-1 1 0 0,0 1-1 0 0,-1-1 1 0 0,1 1-1 0 0,0-1 1 0 0,0 0-1 0 0,0 0 1 0 0,0 0 0 0 0,0 0-1 0 0,0 0 1 0 0,3-1-1 0 0,-2 1 13 0 0,-1-1 1 0 0,1 1-1 0 0,-1-1 0 0 0,1 0 1 0 0,-1 0-1 0 0,1 0 0 0 0,-1 0 1 0 0,1 0-1 0 0,-1-1 0 0 0,0 1 0 0 0,0-1 1 0 0,0 0-1 0 0,0 1 0 0 0,0-1 1 0 0,0 0-1 0 0,0 0 0 0 0,-1 0 1 0 0,1 0-1 0 0,-1-1 0 0 0,1 1 0 0 0,-1 0 1 0 0,0-1-1 0 0,0 1 0 0 0,0-1 1 0 0,0 1-1 0 0,0-1 0 0 0,-1 1 1 0 0,1-1-1 0 0,-1 0 0 0 0,0 1 1 0 0,1-1-1 0 0,-1 0 0 0 0,0 1 0 0 0,-1-5 1 0 0,1 4-55 0 0,0-1 0 0 0,0 1 0 0 0,0-1 0 0 0,-1 1 0 0 0,1-1 0 0 0,-1 1 0 0 0,0 0 0 0 0,0-1 1 0 0,0 1-1 0 0,-1 0 0 0 0,1 0 0 0 0,-1-1 0 0 0,0 1 0 0 0,1 0 0 0 0,-1 0 0 0 0,-1 1 0 0 0,1-1 0 0 0,0 0 0 0 0,-1 1 0 0 0,1 0 1 0 0,-1-1-1 0 0,0 1 0 0 0,0 0 0 0 0,0 0 0 0 0,-6-2 0 0 0,8 3-71 0 0,0 1 0 0 0,-1 0 0 0 0,1-1-1 0 0,0 1 1 0 0,-1 0 0 0 0,1 0 0 0 0,0 0 0 0 0,-1 0 0 0 0,1 1-1 0 0,0-1 1 0 0,-1 0 0 0 0,1 0 0 0 0,0 1 0 0 0,0-1 0 0 0,-1 1 0 0 0,1-1-1 0 0,0 1 1 0 0,0 0 0 0 0,0-1 0 0 0,-2 3 0 0 0,0-1 14 0 0,0 1 1 0 0,1-1-1 0 0,0 1 1 0 0,-1 0 0 0 0,1 0-1 0 0,0 0 1 0 0,-2 6-1 0 0,-1 3-31 0 0,0 0 1 0 0,1 1-1 0 0,-4 15 0 0 0,5-15-49 0 0,1 0 1 0 0,0 0-1 0 0,1 0 1 0 0,1 0-1 0 0,0 1 1 0 0,2 18-1 0 0,-2-29 50 0 0,0 0-1 0 0,1 0 0 0 0,-1 0 1 0 0,1 0-1 0 0,0 0 0 0 0,0-1 1 0 0,0 1-1 0 0,0 0 0 0 0,0-1 1 0 0,1 1-1 0 0,-1-1 0 0 0,1 1 1 0 0,0-1-1 0 0,0 0 0 0 0,-1 1 1 0 0,1-1-1 0 0,1 0 1 0 0,-1 0-1 0 0,0 0 0 0 0,0-1 1 0 0,1 1-1 0 0,-1-1 0 0 0,1 1 1 0 0,-1-1-1 0 0,1 0 0 0 0,0 0 1 0 0,0 0-1 0 0,-1 0 0 0 0,1 0 1 0 0,0-1-1 0 0,0 1 0 0 0,0-1 1 0 0,0 0-1 0 0,0 0 0 0 0,0 0 1 0 0,2 0-1 0 0,-3 0 38 0 0,0-1-1 0 0,0 1 0 0 0,0 0 1 0 0,-1-1-1 0 0,1 0 0 0 0,0 1 1 0 0,-1-1-1 0 0,1 0 1 0 0,0 0-1 0 0,-1 1 0 0 0,1-1 1 0 0,-1-1-1 0 0,1 1 0 0 0,-1 0 1 0 0,0 0-1 0 0,1 0 1 0 0,-1-1-1 0 0,0 1 0 0 0,0-1 1 0 0,0 1-1 0 0,0-1 0 0 0,0 1 1 0 0,0-1-1 0 0,0 0 1 0 0,-1 1-1 0 0,1-1 0 0 0,-1 0 1 0 0,1 0-1 0 0,-1 1 0 0 0,1-4 1 0 0,0-5-262 0 0,0 0 1 0 0,-1 0 0 0 0,0 0-1 0 0,-1-13 1 0 0,0 18-190 0 0,-2-22-6972 0 0</inkml:trace>
</inkml:ink>
</file>

<file path=ppt/ink/ink2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5:39.5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135 16 8754 0 0,'-1'-1'107'0'0,"1"0"1"0"0,-1 0-1 0 0,1 0 1 0 0,-1 0 0 0 0,0 0-1 0 0,1 0 1 0 0,-1 0-1 0 0,0 1 1 0 0,0-1-1 0 0,0 0 1 0 0,0 0-1 0 0,1 1 1 0 0,-1-1-1 0 0,0 1 1 0 0,0-1-1 0 0,0 1 1 0 0,0-1-1 0 0,0 1 1 0 0,0-1-1 0 0,-1 1 1 0 0,1 0-1 0 0,0 0 1 0 0,0-1 0 0 0,0 1-1 0 0,0 0 1 0 0,0 0-1 0 0,0 0 1 0 0,0 0-1 0 0,-1 0 1 0 0,1 1-1 0 0,0-1 1 0 0,0 0-1 0 0,0 0 1 0 0,0 1-1 0 0,0-1 1 0 0,0 1-1 0 0,0-1 1 0 0,0 1-1 0 0,0-1 1 0 0,0 1 0 0 0,0 0-1 0 0,0-1 1 0 0,0 1-1 0 0,1 0 1 0 0,-1 0-1 0 0,-1 1 1 0 0,-1 2 117 0 0,-1 0 1 0 0,1 0 0 0 0,1 0 0 0 0,-1 0-1 0 0,0 1 1 0 0,1-1 0 0 0,0 1-1 0 0,0-1 1 0 0,-2 8 0 0 0,2 0-110 0 0,0 1-1 0 0,1 0 1 0 0,0 0 0 0 0,1 0 0 0 0,1 0-1 0 0,0 0 1 0 0,0 0 0 0 0,5 14 0 0 0,-5-19-10 0 0,1-1 0 0 0,0 0 0 0 0,1 1 0 0 0,-1-1 0 0 0,1 0 0 0 0,1 0 0 0 0,0-1 0 0 0,-1 1 0 0 0,2-1 0 0 0,-1 0 0 0 0,1 0 0 0 0,0 0 0 0 0,0 0 0 0 0,1-1 0 0 0,7 6 0 0 0,-11-10-64 0 0,0 0 0 0 0,0 0 0 0 0,1 0 0 0 0,-1 0 0 0 0,1 0 0 0 0,-1 0 0 0 0,1 0 0 0 0,-1-1 0 0 0,1 0 0 0 0,-1 1 0 0 0,1-1 0 0 0,-1 0 0 0 0,1 0 0 0 0,-1 0 0 0 0,1-1 1 0 0,-1 1-1 0 0,1 0 0 0 0,-1-1 0 0 0,1 0 0 0 0,-1 1 0 0 0,1-1 0 0 0,-1 0 0 0 0,0-1 0 0 0,0 1 0 0 0,1 0 0 0 0,-1 0 0 0 0,0-1 0 0 0,0 0 0 0 0,0 1 0 0 0,0-1 0 0 0,-1 0 0 0 0,1 0 0 0 0,0 0 0 0 0,-1 0 1 0 0,2-3-1 0 0,0 1-6 0 0,0 0 0 0 0,0 0 1 0 0,-1 0-1 0 0,0-1 1 0 0,0 1-1 0 0,0-1 1 0 0,0 0-1 0 0,-1 1 1 0 0,1-1-1 0 0,-1 0 0 0 0,-1 0 1 0 0,1 0-1 0 0,-1 0 1 0 0,1 0-1 0 0,-1 0 1 0 0,-1 0-1 0 0,0-8 0 0 0,-1 9 8 0 0,1 0-1 0 0,-1 0 0 0 0,0 0 0 0 0,0 0 0 0 0,0 0 0 0 0,0 0 1 0 0,-1 0-1 0 0,1 0 0 0 0,-1 1 0 0 0,0 0 0 0 0,0-1 0 0 0,0 1 1 0 0,-1 0-1 0 0,1 1 0 0 0,-1-1 0 0 0,-7-4 0 0 0,9 6-16 0 0,-1 0 0 0 0,0 0 0 0 0,0 0 0 0 0,0 0 0 0 0,0 1 0 0 0,0-1 0 0 0,0 1 0 0 0,0 0 0 0 0,0 0 0 0 0,0 0 0 0 0,0 0 0 0 0,0 0 0 0 0,0 0 0 0 0,0 1 0 0 0,0 0 0 0 0,0-1 0 0 0,1 1 0 0 0,-1 0 0 0 0,0 1 0 0 0,0-1 0 0 0,1 0 0 0 0,-1 1 0 0 0,0-1 0 0 0,1 1 0 0 0,-5 4-1 0 0,-3 3-45 0 0,1 2-1 0 0,0-1 1 0 0,0 1-1 0 0,1 0 0 0 0,0 1 1 0 0,1 0-1 0 0,0 0 0 0 0,1 0 1 0 0,-7 20-1 0 0,8-17-563 0 0,1-1 1 0 0,0 1-1 0 0,1 0 0 0 0,-2 28 0 0 0,6-11-6431 0 0</inkml:trace>
</inkml:ink>
</file>

<file path=ppt/ink/ink2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5:40.1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 5985 0 0,'0'0'37'0'0,"0"-1"0"0"0,0 1-1 0 0,0-1 1 0 0,0 1 0 0 0,1 0-1 0 0,-1-1 1 0 0,0 1 0 0 0,0-1-1 0 0,1 1 1 0 0,-1-1 0 0 0,0 1-1 0 0,0 0 1 0 0,1-1 0 0 0,-1 1-1 0 0,1 0 1 0 0,-1-1 0 0 0,0 1-1 0 0,1 0 1 0 0,-1-1 0 0 0,1 1-1 0 0,-1 0 1 0 0,0 0 0 0 0,1 0-1 0 0,-1-1 1 0 0,1 1 0 0 0,-1 0-1 0 0,1 0 1 0 0,-1 0 0 0 0,1 0-1 0 0,-1 0 1 0 0,1 0 0 0 0,-1 0-1 0 0,1 0 1 0 0,-1 0 0 0 0,1 0 0 0 0,12 16 1135 0 0,4 33 599 0 0,-16-46-1630 0 0,3 10 212 0 0,0 0 0 0 0,1 0 0 0 0,0-1 0 0 0,1 0 0 0 0,0 0 0 0 0,1 0 0 0 0,1-1 0 0 0,8 11 1 0 0,-13-18-249 0 0,0-1 1 0 0,1 0-1 0 0,-1 1 1 0 0,0-1-1 0 0,1-1 1 0 0,0 1 0 0 0,0-1-1 0 0,0 1 1 0 0,0-1-1 0 0,0 0 1 0 0,0 0-1 0 0,0-1 1 0 0,1 0 0 0 0,-1 1-1 0 0,0-1 1 0 0,1-1-1 0 0,-1 1 1 0 0,1 0-1 0 0,0-1 1 0 0,-1 0 0 0 0,1 0-1 0 0,-1-1 1 0 0,1 1-1 0 0,-1-1 1 0 0,1 0-1 0 0,-1 0 1 0 0,7-3 0 0 0,-8 3-30 0 0,-1 0 0 0 0,0 0 0 0 0,0 0 0 0 0,0 0 0 0 0,1-1 0 0 0,-1 1 0 0 0,0 0 1 0 0,-1-1-1 0 0,1 0 0 0 0,0 1 0 0 0,0-1 0 0 0,-1 0 0 0 0,1 0 0 0 0,-1 0 1 0 0,1 0-1 0 0,-1 0 0 0 0,0 0 0 0 0,0 0 0 0 0,0-1 0 0 0,1-2 0 0 0,-1 1 62 0 0,-1 0-1 0 0,1-1 0 0 0,-1 1 1 0 0,1 0-1 0 0,-1-1 0 0 0,-1 1 1 0 0,1-1-1 0 0,-1 1 0 0 0,1 0 1 0 0,-3-8-1 0 0,0 4-7 0 0,0 0-1 0 0,0 0 1 0 0,-1 0-1 0 0,1 1 1 0 0,-2-1-1 0 0,1 1 1 0 0,-1 0-1 0 0,0 0 1 0 0,-1 0-1 0 0,0 1 1 0 0,-7-7-1 0 0,12 12-136 0 0,1 1 0 0 0,-1-1 0 0 0,0 0 0 0 0,0 1-1 0 0,0-1 1 0 0,0 1 0 0 0,0 0 0 0 0,0-1 0 0 0,0 1 0 0 0,0 0 0 0 0,0-1-1 0 0,0 1 1 0 0,0 0 0 0 0,0 0 0 0 0,0 0 0 0 0,0 0 0 0 0,0 0 0 0 0,0 0-1 0 0,0 0 1 0 0,0 0 0 0 0,0 0 0 0 0,0 1 0 0 0,-2 0 0 0 0</inkml:trace>
</inkml:ink>
</file>

<file path=ppt/ink/ink2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5:41.1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137 1 10138 0 0,'-5'2'345'0'0,"0"0"0"0"0,0 0 1 0 0,0 0-1 0 0,1 1 0 0 0,-1 0 0 0 0,0 0 0 0 0,1 0 0 0 0,0 0 0 0 0,0 1 0 0 0,-6 6 1 0 0,-1 2 186 0 0,0 0 0 0 0,-11 19 0 0 0,17-23-445 0 0,0 2 0 0 0,0-1 0 0 0,1 1 0 0 0,1-1 0 0 0,-1 1 0 0 0,1 0 0 0 0,1 0 0 0 0,0 0 0 0 0,1 1 0 0 0,0-1 0 0 0,0 0 0 0 0,1 1 0 0 0,0-1 0 0 0,1 1 0 0 0,2 11 0 0 0,-2-18-72 0 0,0 1-1 0 0,0-1 1 0 0,1 0 0 0 0,-1 1 0 0 0,1-1 0 0 0,0 0-1 0 0,0 0 1 0 0,0 0 0 0 0,1 0 0 0 0,-1-1-1 0 0,1 1 1 0 0,0-1 0 0 0,0 1 0 0 0,0-1-1 0 0,0 0 1 0 0,1 0 0 0 0,-1-1 0 0 0,1 1-1 0 0,0-1 1 0 0,0 1 0 0 0,0-1 0 0 0,0 0-1 0 0,0-1 1 0 0,0 1 0 0 0,1-1 0 0 0,-1 0-1 0 0,0 0 1 0 0,1 0 0 0 0,-1 0 0 0 0,1-1 0 0 0,-1 0-1 0 0,1 0 1 0 0,-1 0 0 0 0,1 0 0 0 0,-1-1-1 0 0,8-1 1 0 0,-3 0 100 0 0,0-1 1 0 0,0 1-1 0 0,0-1 0 0 0,0-1 1 0 0,-1 0-1 0 0,1 0 0 0 0,-1-1 1 0 0,0 0-1 0 0,11-9 0 0 0,-15 12-51 0 0,-1-1 0 0 0,0 0-1 0 0,0 1 1 0 0,0-1 0 0 0,0 0-1 0 0,-1 0 1 0 0,1-1 0 0 0,-1 1-1 0 0,0-1 1 0 0,0 1 0 0 0,0-1-1 0 0,0 1 1 0 0,0-1-1 0 0,-1 0 1 0 0,0 0 0 0 0,0 0-1 0 0,0 0 1 0 0,0 0 0 0 0,-1 0-1 0 0,1 0 1 0 0,-1 0 0 0 0,0 0-1 0 0,-1 0 1 0 0,0-6 0 0 0,1 8 16 0 0,-1 0 0 0 0,0-1 0 0 0,0 1 0 0 0,0 0 0 0 0,0 0 0 0 0,0 0 0 0 0,0 0 0 0 0,-1 0 0 0 0,1 1 0 0 0,-1-1 1 0 0,1 0-1 0 0,-1 1 0 0 0,1-1 0 0 0,-1 1 0 0 0,0-1 0 0 0,0 1 0 0 0,0 0 0 0 0,0 0 0 0 0,0 0 0 0 0,0 0 0 0 0,0 0 0 0 0,0 0 1 0 0,-1 0-1 0 0,1 1 0 0 0,0-1 0 0 0,0 1 0 0 0,-1 0 0 0 0,-2 0 0 0 0,-1-1-19 0 0,1 1 1 0 0,-1 1-1 0 0,1-1 1 0 0,0 1-1 0 0,0 0 1 0 0,-1 0-1 0 0,1 0 0 0 0,0 1 1 0 0,0 0-1 0 0,0 0 1 0 0,-6 4-1 0 0,6-2-1568 0 0</inkml:trace>
</inkml:ink>
</file>

<file path=ppt/ink/ink2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5:43.8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116 174 5985 0 0,'-15'-21'1554'0'0,"-17"-33"0"0"0,23 37 478 0 0,-1 1-1 0 0,-1-1 0 0 0,0 2 0 0 0,-16-18 0 0 0,35 42-1196 0 0,0 1 0 0 0,-1 0-1 0 0,8 14 1 0 0,45 88-980 0 0,-36-63 423 0 0,28 51-399 0 0,117 213 6 0 0,-160-294 115 0 0,6 8 0 0 0,-12-75 976 0 0,16-283 451 0 0,-14 270-1302 0 0,-3 39-139 0 0,-1 5-55 0 0,0 0 0 0 0,1 0 1 0 0,1 0-1 0 0,0 0 0 0 0,2 0 0 0 0,7-21 0 0 0,-11 37-3 0 0,-1 0 0 0 0,1 0 0 0 0,-1 0 0 0 0,1 0 0 0 0,0 0 0 0 0,-1 0 0 0 0,1 1 0 0 0,0-1 0 0 0,0 0 0 0 0,0 0 0 0 0,0 0 0 0 0,0 1 0 0 0,0-1 0 0 0,0 1 0 0 0,0-1 0 0 0,0 1 0 0 0,0-1 0 0 0,0 1 0 0 0,0-1 0 0 0,0 1 0 0 0,0 0 0 0 0,0 0 0 0 0,0-1 0 0 0,0 1 0 0 0,1 0 0 0 0,-1 0 0 0 0,0 0 0 0 0,0 0 0 0 0,0 0 0 0 0,0 1 0 0 0,0-1 0 0 0,1 0 0 0 0,-1 0 0 0 0,0 1 0 0 0,0-1 0 0 0,0 1 0 0 0,0-1 0 0 0,0 1 0 0 0,0-1 0 0 0,1 2 0 0 0,11 6-825 0 0</inkml:trace>
</inkml:ink>
</file>

<file path=ppt/ink/ink2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5:44.3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71 6913 0 0,'-2'-1'952'0'0,"2"0"-846"0"0,0 1 0 0 0,0 0-1 0 0,-1 0 1 0 0,1-1 0 0 0,0 1 0 0 0,0 0-1 0 0,0-1 1 0 0,0 1 0 0 0,0 0 0 0 0,0 0-1 0 0,0-1 1 0 0,0 1 0 0 0,0 0 0 0 0,0-1-1 0 0,0 1 1 0 0,0 0 0 0 0,0-1 0 0 0,0 1-1 0 0,0 0 1 0 0,0-1 0 0 0,0 1 0 0 0,0 0-1 0 0,0 0 1 0 0,0-1 0 0 0,2-1 1057 0 0,-2 1-1057 0 0,1 1 0 0 0,-1 0-1 0 0,0 0 1 0 0,0 0 0 0 0,1 0 0 0 0,-1 0-1 0 0,0-1 1 0 0,1 1 0 0 0,2-1 1170 0 0,0-2-452 0 0,6-3-589 0 0,44-30 2383 0 0,-23 25-3130 0 0,-28 11 253 0 0,-1 0 1 0 0,1-1-1 0 0,0 1 0 0 0,-1 0 0 0 0,1 1 1 0 0,0-1-1 0 0,-1 0 0 0 0,1 0 1 0 0,0 1-1 0 0,-1-1 0 0 0,1 1 0 0 0,0-1 1 0 0,-1 1-1 0 0,3 1 0 0 0,3 3-1307 0 0</inkml:trace>
</inkml:ink>
</file>

<file path=ppt/ink/ink2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5:44.4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0 143 8290 0 0,'3'-4'368'0'0,"-2"0"80"0"0,2 1-360 0 0,0-2-88 0 0,1 3 0 0 0,-1-1 0 0 0,2-2 216 0 0,3-3 24 0 0,4-4 8 0 0,3-3 0 0 0,4-2-352 0 0,-2 0-72 0 0,1 2-16 0 0,1 3 0 0 0,2 2 192 0 0,-4 0 64 0 0</inkml:trace>
</inkml:ink>
</file>

<file path=ppt/ink/ink2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5:44.7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48 10594 0 0,'-29'-47'4741'0'0,"30"57"-886"0"0,3 20-2841 0 0,24 138 8 0 0,66 301-2282 0 0,-87-445 42 0 0</inkml:trace>
</inkml:ink>
</file>

<file path=ppt/ink/ink2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5:45.0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3 123 4145 0 0,'0'-1'315'0'0,"-1"-1"-1"0"0,1 0 1 0 0,0 1 0 0 0,-1-1 0 0 0,1 0 0 0 0,0 0-1 0 0,0 1 1 0 0,0-1 0 0 0,0 0 0 0 0,0 0 0 0 0,0 1-1 0 0,1-1 1 0 0,-1 0 0 0 0,1 1 0 0 0,-1-1 0 0 0,1 0-1 0 0,-1 1 1 0 0,1-1 0 0 0,0 1 0 0 0,0-1 0 0 0,0 1-1 0 0,0-1 1 0 0,0 1 0 0 0,0 0 0 0 0,0-1 0 0 0,1 1-1 0 0,1-2 1 0 0,39-28 2695 0 0,-39 29-2696 0 0,9-5 149 0 0,-1 0 0 0 0,1 1 0 0 0,1 1-1 0 0,20-7 1 0 0,-27 10-589 0 0,0 1 1 0 0,1 0-1 0 0,-1 0 0 0 0,0 0 0 0 0,1 1 1 0 0,-1 0-1 0 0,0 0 0 0 0,1 0 0 0 0,-1 1 1 0 0,0 0-1 0 0,1 0 0 0 0,5 3 0 0 0,10 6-5986 0 0</inkml:trace>
</inkml:ink>
</file>

<file path=ppt/ink/ink2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5:45.2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0 157 1840 0 0,'5'-2'986'0'0,"0"1"-1"0"0,-1-1 1 0 0,1 0-1 0 0,-1 0 1 0 0,0 0-1 0 0,0-1 1 0 0,0 0-1 0 0,0 1 1 0 0,6-7-1 0 0,2 0-699 0 0,27-21 1166 0 0,39-25-242 0 0,-69 49-2023 0 0,-1 2 1 0 0,1-1-1 0 0,0 1 0 0 0,1 1 1 0 0,-1-1-1 0 0,1 2 0 0 0,11-3 1 0 0,-1 3-1609 0 0</inkml:trace>
</inkml:ink>
</file>

<file path=ppt/ink/ink2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5:45.8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3225 0 0,'6'17'15021'0'0,"0"3"-11943"0"0,2 16-3087 0 0,8 27 205 0 0,-1-10-87 0 0,-8-24-17 0 0,0 0 0 0 0,3-1 0 0 0,0 0 0 0 0,2-1 1 0 0,29 51-1 0 0</inkml:trace>
</inkml:ink>
</file>

<file path=ppt/ink/ink2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5:46.3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48 344 2304 0 0,'-6'-9'606'0'0,"0"-1"0"0"0,0 0 0 0 0,1 0 0 0 0,0 0 0 0 0,1-1 0 0 0,1 1 0 0 0,-1-1 0 0 0,2 0 0 0 0,-1 0 0 0 0,1 0 0 0 0,1-1 0 0 0,0 1 0 0 0,1-16-1 0 0,1 19-164 0 0,0 0 0 0 0,0 0 0 0 0,1 0 0 0 0,0 0-1 0 0,1 0 1 0 0,0 0 0 0 0,0 0 0 0 0,0 1-1 0 0,1 0 1 0 0,0 0 0 0 0,0 0 0 0 0,1 0-1 0 0,0 0 1 0 0,0 1 0 0 0,1 0 0 0 0,0 0 0 0 0,0 1-1 0 0,0-1 1 0 0,8-4 0 0 0,-13 10-383 0 0,44-27 864 0 0,-44 26-911 0 0,1 0 0 0 0,0 0 0 0 0,-1 0 0 0 0,1 1-1 0 0,0-1 1 0 0,-1 1 0 0 0,1-1 0 0 0,0 1-1 0 0,0-1 1 0 0,0 1 0 0 0,-1 0 0 0 0,1 0-1 0 0,0 0 1 0 0,0 0 0 0 0,0 0 0 0 0,0 0-1 0 0,-1 1 1 0 0,1-1 0 0 0,0 1 0 0 0,0-1-1 0 0,-1 1 1 0 0,1 0 0 0 0,0-1 0 0 0,2 3-1 0 0,-3-2-32 0 0,0 1 0 0 0,0-1 0 0 0,0 1 0 0 0,-1 0 0 0 0,1-1 0 0 0,-1 1 0 0 0,1 0 0 0 0,-1-1-1 0 0,1 1 1 0 0,-1 0 0 0 0,0 0 0 0 0,0-1 0 0 0,0 1 0 0 0,0 0 0 0 0,0 0 0 0 0,0-1 0 0 0,-1 1 0 0 0,0 2-1 0 0,-10 36-620 0 0,8-32 440 0 0,-11 29-681 0 0,-29 55 1 0 0,27-61 808 0 0,2 0-1 0 0,-18 53 1 0 0,32-83 149 0 0,-1 1 0 0 0,1 0 0 0 0,-1-1 0 0 0,1 1 0 0 0,-1 0 0 0 0,1 0 0 0 0,0-1 0 0 0,0 1 0 0 0,0 0 0 0 0,0 0 0 0 0,0 0 1 0 0,0-1-1 0 0,0 1 0 0 0,0 0 0 0 0,1 0 0 0 0,-1-1 0 0 0,1 1 0 0 0,0 0 0 0 0,-1-1 0 0 0,1 1 0 0 0,0 0 0 0 0,1 1 0 0 0,0-2 17 0 0,0 0 1 0 0,-1 0 0 0 0,1-1-1 0 0,-1 1 1 0 0,1-1-1 0 0,0 1 1 0 0,-1-1-1 0 0,1 0 1 0 0,0 1 0 0 0,0-1-1 0 0,-1 0 1 0 0,1 0-1 0 0,0 0 1 0 0,0 0-1 0 0,-1-1 1 0 0,1 1 0 0 0,0 0-1 0 0,-1-1 1 0 0,1 1-1 0 0,0-1 1 0 0,-1 0-1 0 0,4-1 1 0 0,22-10 348 0 0,1-2-1 0 0,27-19 1 0 0,-2 2-1836 0 0,2 4-4607 0 0,-28 17-589 0 0</inkml:trace>
</inkml:ink>
</file>

<file path=ppt/ink/ink2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5:46.6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71 5529 0 0,'-19'-32'2761'0'0,"16"26"-1399"0"0,0 0-1 0 0,0 1 1 0 0,-1-1-1 0 0,1 1 1 0 0,-6-6 0 0 0,12 36 3641 0 0,1 6-4895 0 0,34 109 607 0 0,-18-74-7180 0 0,-13-40-338 0 0</inkml:trace>
</inkml:ink>
</file>

<file path=ppt/ink/ink2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5:47.0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1 172 5985 0 0,'8'-9'283'0'0,"1"0"1"0"0,0 1-1 0 0,1 0 0 0 0,0 1 0 0 0,0 0 1 0 0,0 0-1 0 0,1 1 0 0 0,0 1 0 0 0,13-6 0 0 0,-2 1 91 0 0,16-8 745 0 0,64-22-1 0 0,-4 16-2725 0 0,-94 23 1236 0 0,0 0 0 0 0,0 1 0 0 0,0-1 1 0 0,0 1-1 0 0,0 0 0 0 0,0 0 0 0 0,0 1 1 0 0,8 1-1 0 0,-11-2 332 0 0,-1 1 1 0 0,1-1-1 0 0,0 0 1 0 0,0 1-1 0 0,0 0 1 0 0,0-1-1 0 0,-1 1 1 0 0,1-1-1 0 0,0 1 1 0 0,0 0-1 0 0,-1 0 1 0 0,1-1-1 0 0,-1 1 1 0 0,1 0-1 0 0,-1 0 1 0 0,1 0-1 0 0,-1 0 1 0 0,1-1-1 0 0,-1 1 1 0 0,0 0-1 0 0,1 0 1 0 0,-1 0-1 0 0,0 0 1 0 0,0 0-1 0 0,0 0 1 0 0,0 0-1 0 0,0 0 1 0 0,0 0-1 0 0,0 0 1 0 0,0 0-1 0 0,0 0 1 0 0,0 0-1 0 0,0 0 1 0 0,-1 0-1 0 0,1 0 1 0 0,0 0-1 0 0,-1 0 1 0 0,0 1-1 0 0,-4 13 1112 0 0,0 1 0 0 0,1 0 0 0 0,1 0 0 0 0,1 1 0 0 0,-1 29-1 0 0,3-41-996 0 0,0 0 0 0 0,1 0 0 0 0,0 0 0 0 0,0 0 0 0 0,0 0 0 0 0,1 0 0 0 0,-1 0 0 0 0,1 0 0 0 0,0-1 0 0 0,1 1 0 0 0,-1-1 0 0 0,1 1 0 0 0,0-1 0 0 0,0 0 0 0 0,0 0 0 0 0,1-1 0 0 0,-1 1 0 0 0,1-1 0 0 0,0 1 0 0 0,0-1 0 0 0,0 0 0 0 0,0 0 0 0 0,7 2 0 0 0,-6-3 135 0 0,0 0 1 0 0,1 0-1 0 0,-1-1 1 0 0,0 0-1 0 0,1 0 0 0 0,-1-1 1 0 0,0 1-1 0 0,1-1 1 0 0,-1 0-1 0 0,1-1 1 0 0,-1 1-1 0 0,1-1 1 0 0,-1 0-1 0 0,0-1 0 0 0,0 1 1 0 0,1-1-1 0 0,-1 0 1 0 0,0 0-1 0 0,-1-1 1 0 0,1 1-1 0 0,9-7 1 0 0,-10 6-126 0 0,1 0 1 0 0,-1 0-1 0 0,0 0 1 0 0,0-1-1 0 0,-1 1 1 0 0,1-1 0 0 0,0 0-1 0 0,-1 0 1 0 0,0 0-1 0 0,0 0 1 0 0,-1-1-1 0 0,1 1 1 0 0,-1-1 0 0 0,0 0-1 0 0,0 0 1 0 0,0 0-1 0 0,-1 0 1 0 0,1 0-1 0 0,-1 0 1 0 0,-1 0 0 0 0,1 0-1 0 0,-1 0 1 0 0,0-7-1 0 0,-1 8-72 0 0,0 0 0 0 0,0 0 0 0 0,0 1 0 0 0,-1-1-1 0 0,0 0 1 0 0,0 0 0 0 0,0 1 0 0 0,0-1 0 0 0,0 1-1 0 0,-1 0 1 0 0,0 0 0 0 0,1 0 0 0 0,-1 0 0 0 0,0 0-1 0 0,0 0 1 0 0,-1 1 0 0 0,1 0 0 0 0,-1-1 0 0 0,1 1-1 0 0,-1 0 1 0 0,0 1 0 0 0,1-1 0 0 0,-1 1 0 0 0,-7-2-1 0 0,-1 0-502 0 0,-1 0 0 0 0,0 1-1 0 0,1 0 1 0 0,-1 1-1 0 0,0 0 1 0 0,-20 2 0 0 0,17 0-5681 0 0</inkml:trace>
</inkml:ink>
</file>

<file path=ppt/ink/ink2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5:47.2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10594 0 0,'1'2'10663'0'0,"8"16"-8559"0"0,11 28-2565 0 0,43 151 735 0 0,-25-117-6994 0 0,-25-57-348 0 0</inkml:trace>
</inkml:ink>
</file>

<file path=ppt/ink/ink2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5:47.4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83 182 6449 0 0,'-25'-13'372'0'0,"-10"-4"1517"0"0,16 4 3000 0 0,19 13-4789 0 0,-1 0 0 0 0,1-1 0 0 0,0 1 1 0 0,-1 0-1 0 0,1-1 0 0 0,0 1 0 0 0,0 0 0 0 0,-1-1 0 0 0,1 1 0 0 0,0-1 1 0 0,0 1-1 0 0,0 0 0 0 0,0-1 0 0 0,-1 1 0 0 0,1-1 0 0 0,0 1 1 0 0,0-1-1 0 0,0 1 0 0 0,0 0 0 0 0,0-1 0 0 0,0 1 0 0 0,0-1 0 0 0,0 1 1 0 0,0-1-1 0 0,1 1 0 0 0,-1 0 0 0 0,0-1 0 0 0,0 1 0 0 0,0-1 1 0 0,0 1-1 0 0,1-1 0 0 0,-1 1 0 0 0,0 0 0 0 0,0-1 0 0 0,1 1 0 0 0,-1 0 1 0 0,0-1-1 0 0,1 1 0 0 0,-1 0 0 0 0,0-1 0 0 0,1 1 0 0 0,-1 0 0 0 0,0 0 1 0 0,1 0-1 0 0,-1-1 0 0 0,1 1 0 0 0,-1 0 0 0 0,0 0 0 0 0,1 0 1 0 0,-1 0-1 0 0,1-1 0 0 0,29-12 1394 0 0,-24 11-1288 0 0,221-85-546 0 0,-179 69-6888 0 0</inkml:trace>
</inkml:ink>
</file>

<file path=ppt/ink/ink2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5:48.8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70 363 3681 0 0,'-7'-5'1024'0'0,"0"-1"0"0"0,0-1 0 0 0,1 1 0 0 0,0-1 0 0 0,0 0 0 0 0,1-1 0 0 0,-1 1 0 0 0,2-1 0 0 0,-1 0 0 0 0,1 0 0 0 0,-3-22 3897 0 0,7 30-4857 0 0,12 7 1177 0 0,12 11-995 0 0,126 104 174 0 0,49 44-428 0 0,-175-144 17 0 0,33 22 1 0 0,-47-37-1 0 0,0-1 1 0 0,1 0-1 0 0,-1-1 1 0 0,1 0-1 0 0,0 0 1 0 0,19 4-1 0 0,-30-9 9 0 0,1 0-1 0 0,-1 0 1 0 0,0 0-1 0 0,0 0 1 0 0,1 0-1 0 0,-1 0 1 0 0,0 0-1 0 0,1 0 1 0 0,-1 0-1 0 0,0 0 1 0 0,0 0-1 0 0,1 0 1 0 0,-1 0-1 0 0,0 0 1 0 0,1-1-1 0 0,-1 1 1 0 0,0 0-1 0 0,0 0 1 0 0,1 0-1 0 0,-1 0 1 0 0,0-1-1 0 0,0 1 1 0 0,0 0-1 0 0,1 0 1 0 0,-1 0 0 0 0,0-1-1 0 0,0 1 1 0 0,0 0-1 0 0,1 0 1 0 0,-1-1-1 0 0,0 1 1 0 0,0 0-1 0 0,0 0 1 0 0,0-1-1 0 0,2-14 344 0 0,-7-23-23 0 0,4 29-215 0 0,-7-58 81 0 0,3 1 0 0 0,4-75 0 0 0,3 110-539 0 0,2 1 1 0 0,0 0 0 0 0,2 0 0 0 0,2 0-1 0 0,0 1 1 0 0,25-55 0 0 0,-29 75-344 0 0,0 1 0 0 0,1-1 0 0 0,0 1 1 0 0,12-14-1 0 0,2 5-6064 0 0</inkml:trace>
</inkml:ink>
</file>

<file path=ppt/ink/ink2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5:49.9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82 9674 0 0,'2'-5'812'0'0,"1"0"0"0"0,0 0 0 0 0,0 0 0 0 0,1 1 0 0 0,-1-1 0 0 0,9-6 0 0 0,-8 6-463 0 0,26-22 41 0 0,-28 26-657 0 0,0 0 0 0 0,0 0-1 0 0,0 0 1 0 0,0 0 0 0 0,0 0 0 0 0,0 0-1 0 0,0 1 1 0 0,0-1 0 0 0,0 1-1 0 0,1-1 1 0 0,-1 1 0 0 0,0 0-1 0 0,0 0 1 0 0,1 0 0 0 0,-1 0-1 0 0,2 0 1 0 0,5 3-1196 0 0</inkml:trace>
</inkml:ink>
</file>

<file path=ppt/ink/ink2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5:50.0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90 5985 0 0,'0'0'44'0'0,"-1"1"-1"0"0,1-1 0 0 0,0 1 0 0 0,0-1 1 0 0,0 0-1 0 0,0 1 0 0 0,0-1 1 0 0,0 1-1 0 0,0-1 0 0 0,0 1 1 0 0,0-1-1 0 0,0 1 0 0 0,0-1 0 0 0,0 1 1 0 0,0-1-1 0 0,0 0 0 0 0,0 1 1 0 0,0-1-1 0 0,1 1 0 0 0,-1-1 1 0 0,0 0-1 0 0,0 1 0 0 0,0-1 1 0 0,1 1-1 0 0,-1-1 0 0 0,0 0 0 0 0,0 1 1 0 0,1-1-1 0 0,-1 0 0 0 0,0 1 1 0 0,1-1-1 0 0,-1 0 0 0 0,1 0 1 0 0,-1 1-1 0 0,0-1 0 0 0,1 0 0 0 0,-1 0 1 0 0,1 0-1 0 0,23-1 1741 0 0,24-17 849 0 0,76-55-3476 0 0,-103 61 821 0 0</inkml:trace>
</inkml:ink>
</file>

<file path=ppt/ink/ink2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5:50.2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2 10594 0 0,'-5'-2'4317'0'0,"5"2"-4238"0"0,0 10 2064 0 0,5 9-1187 0 0,85 224 2811 0 0,-57-160-3114 0 0,-17-41-2474 0 0,2 0 1 0 0,37 61 0 0 0,-50-95 1717 0 0,-5-5 90 0 0</inkml:trace>
</inkml:ink>
</file>

<file path=ppt/ink/ink2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5:50.4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0 138 10594 0 0,'1'-2'97'0'0,"-1"0"-1"0"0,1-1 1 0 0,-1 1 0 0 0,1-1-1 0 0,0 1 1 0 0,0 0-1 0 0,0 0 1 0 0,0-1 0 0 0,1 1-1 0 0,-1 0 1 0 0,0 0-1 0 0,1 0 1 0 0,-1 0-1 0 0,1 0 1 0 0,0 1 0 0 0,0-1-1 0 0,0 1 1 0 0,0-1-1 0 0,2-1 1 0 0,47-26 1345 0 0,-36 21-1023 0 0,6-3 117 0 0,0 0 0 0 0,0 2 0 0 0,38-12 0 0 0,-51 19-913 0 0,0 1-1 0 0,1-1 0 0 0,-1 1 1 0 0,0 1-1 0 0,17 0 0 0 0,-21 1-141 0 0,1 0 0 0 0,0 0 0 0 0,0 0 0 0 0,-1 0 0 0 0,1 1 0 0 0,0 0 0 0 0,-1 0 0 0 0,1 0 0 0 0,-1 0 0 0 0,0 1-1 0 0,4 3 1 0 0,4 5-235 0 0</inkml:trace>
</inkml:ink>
</file>

<file path=ppt/ink/ink2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5:50.6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3 198 8754 0 0,'-2'5'1388'0'0,"5"-5"-309"0"0,15-13 352 0 0,22-22-105 0 0,105-97-2887 0 0,-140 128 1595 0 0,17-15-34 0 0</inkml:trace>
</inkml:ink>
</file>

<file path=ppt/ink/ink2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5:51.2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 7834 0 0,'3'-6'11690'0'0,"8"23"-11335"0"0,-1 1 0 0 0,-1 0 0 0 0,0 1 0 0 0,-1 0 0 0 0,8 33 0 0 0,20 113 97 0 0,-26-113-476 0 0,11 35-806 0 0,-4-30-2912 0 0,-11-38-2750 0 0</inkml:trace>
</inkml:ink>
</file>

<file path=ppt/ink/ink2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5:51.5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0 185 4609 0 0,'1'-44'563'0'0,"0"39"8"0"0,0-1-1 0 0,0 1 1 0 0,1 0 0 0 0,-1 0-1 0 0,1 0 1 0 0,1 1 0 0 0,-1-1-1 0 0,1 0 1 0 0,-1 1-1 0 0,6-6 1 0 0,-2 2-35 0 0,1 0 0 0 0,-1 1 0 0 0,2 0 0 0 0,-1 0-1 0 0,1 1 1 0 0,0 0 0 0 0,0 0 0 0 0,1 1 0 0 0,0 0 0 0 0,11-5 0 0 0,-17 9-464 0 0,0 0 1 0 0,-1 0-1 0 0,1 0 1 0 0,0 0-1 0 0,0 1 1 0 0,-1-1-1 0 0,1 1 1 0 0,0 0 0 0 0,0 0-1 0 0,0 0 1 0 0,-1 0-1 0 0,1 0 1 0 0,0 0-1 0 0,0 1 1 0 0,0 0-1 0 0,-1-1 1 0 0,1 1 0 0 0,0 0-1 0 0,-1 0 1 0 0,1 1-1 0 0,-1-1 1 0 0,1 0-1 0 0,-1 1 1 0 0,0 0 0 0 0,1-1-1 0 0,-1 1 1 0 0,0 0-1 0 0,0 0 1 0 0,0 0-1 0 0,-1 0 1 0 0,1 1-1 0 0,0-1 1 0 0,-1 0 0 0 0,1 1-1 0 0,-1-1 1 0 0,0 1-1 0 0,0 0 1 0 0,0-1-1 0 0,0 1 1 0 0,-1 0-1 0 0,2 2 1 0 0,1 10-247 0 0,0 0-1 0 0,-1 0 1 0 0,-1-1-1 0 0,0 1 1 0 0,0 0-1 0 0,-2 0 1 0 0,0 0-1 0 0,-1 0 1 0 0,0 0 0 0 0,-1 0-1 0 0,-1-1 1 0 0,0 1-1 0 0,-9 19 1 0 0,-10 17 129 0 0,-2-1 1 0 0,-36 54 0 0 0,61-103 66 0 0,-2 3-108 0 0,-10 18 2325 0 0,16-16-693 0 0,10-7-918 0 0,117-50 30 0 0,-85 32-2396 0 0,80-24 0 0 0,-99 38 595 0 0</inkml:trace>
</inkml:ink>
</file>

<file path=ppt/ink/ink2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5:52.3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12 9674 0 0,'-27'-11'10737'0'0,"29"15"-10336"0"0,8 15 221 0 0,1 0-1 0 0,22 29 0 0 0,-6-10-167 0 0,-24-32-441 0 0,0 1 0 0 0,0-1-1 0 0,-1 1 1 0 0,0-1 0 0 0,2 9-1 0 0,4 13-13 0 0,18 58-135 0 0,-14-44 287 0 0,19 45 1 0 0,-27-77-483 0 0,1 0-1 0 0,0 0 1 0 0,1 0 0 0 0,0 0-1 0 0,1-1 1 0 0,0 0 0 0 0,0 0 0 0 0,1-1-1 0 0,11 10 1 0 0,-3-6-740 0 0</inkml:trace>
</inkml:ink>
</file>

<file path=ppt/ink/ink2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5:52.7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60 292 9218 0 0,'-12'0'545'0'0,"9"1"-334"0"0,0 0 1 0 0,0-1 0 0 0,-1 0-1 0 0,1 0 1 0 0,0 0 0 0 0,-1 0-1 0 0,1 0 1 0 0,0 0 0 0 0,0-1 0 0 0,-1 0-1 0 0,1 0 1 0 0,-5-2 0 0 0,7 3-102 0 0,1-1 1 0 0,0 0-1 0 0,0 0 1 0 0,0 0-1 0 0,0 0 1 0 0,0 0-1 0 0,0 1 1 0 0,0-1-1 0 0,1 0 1 0 0,-1 0-1 0 0,0 0 0 0 0,0 0 1 0 0,1 1-1 0 0,-1-1 1 0 0,0 0-1 0 0,1 0 1 0 0,-1 0-1 0 0,1 1 1 0 0,-1-1-1 0 0,1 0 1 0 0,-1 1-1 0 0,2-2 1 0 0,15-16 987 0 0,-16 17-970 0 0,34-28 218 0 0,2 2 0 0 0,0 2 0 0 0,2 1 0 0 0,54-25 0 0 0,-22 11 222 0 0,-56 30-533 0 0,-9 4-28 0 0,0 0-1 0 0,0 0 1 0 0,1 1 0 0 0,-1 0 0 0 0,1 1 0 0 0,-1-1-1 0 0,1 1 1 0 0,10-2 0 0 0,-17 5-9 0 0,1-1 0 0 0,-1 0 0 0 0,1 1 0 0 0,-1-1 0 0 0,0 0-1 0 0,1 1 1 0 0,-1-1 0 0 0,0 0 0 0 0,1 1 0 0 0,-1-1 0 0 0,0 1 0 0 0,1-1 0 0 0,-1 0 0 0 0,0 1 0 0 0,0-1 0 0 0,0 1 0 0 0,0-1-1 0 0,1 1 1 0 0,-1-1 0 0 0,0 1 0 0 0,0-1 0 0 0,0 1 0 0 0,0-1 0 0 0,0 1 0 0 0,0-1 0 0 0,0 1 0 0 0,0-1 0 0 0,0 1 0 0 0,-1-1-1 0 0,1 1 1 0 0,0-1 0 0 0,0 1 0 0 0,0-1 0 0 0,0 1 0 0 0,-1-1 0 0 0,1 1 0 0 0,0-1 0 0 0,-1 1 0 0 0,1 0 0 0 0,-12 25-138 0 0,11-22 115 0 0,-4 6-52 0 0,-3 7-25 0 0,1 1 1 0 0,1-1 0 0 0,0 1-1 0 0,-5 35 1 0 0,10-50 90 0 0,0 0 0 0 0,1 0 0 0 0,0 0-1 0 0,0 0 1 0 0,0 0 0 0 0,0 0 0 0 0,0 0 0 0 0,1 0 0 0 0,-1 0-1 0 0,1 0 1 0 0,0 0 0 0 0,0 0 0 0 0,0 0 0 0 0,0 0 0 0 0,1-1-1 0 0,-1 1 1 0 0,1 0 0 0 0,-1-1 0 0 0,1 1 0 0 0,0-1 0 0 0,0 0-1 0 0,0 1 1 0 0,0-1 0 0 0,1 0 0 0 0,-1 0 0 0 0,0-1 0 0 0,1 1-1 0 0,0 0 1 0 0,-1-1 0 0 0,1 1 0 0 0,0-1 0 0 0,0 0 0 0 0,-1 0-1 0 0,1 0 1 0 0,0 0 0 0 0,0-1 0 0 0,5 1 0 0 0,-1 0 79 0 0,0-1 1 0 0,0 0-1 0 0,0 0 1 0 0,-1-1-1 0 0,1 1 1 0 0,0-2-1 0 0,0 1 1 0 0,-1-1-1 0 0,1 0 1 0 0,-1 0-1 0 0,1-1 1 0 0,-1 0-1 0 0,0 0 1 0 0,0 0-1 0 0,0-1 1 0 0,-1 0-1 0 0,7-5 1 0 0,-9 7-30 0 0,0-1-1 0 0,0 0 1 0 0,0 1 0 0 0,0-1-1 0 0,-1 0 1 0 0,1 0 0 0 0,-1-1-1 0 0,0 1 1 0 0,0 0 0 0 0,0-1 0 0 0,-1 1-1 0 0,1-1 1 0 0,-1 0 0 0 0,0 1-1 0 0,0-1 1 0 0,0 0 0 0 0,0 0-1 0 0,-1 0 1 0 0,1 0 0 0 0,-1 0-1 0 0,0 0 1 0 0,0 0 0 0 0,-1 1-1 0 0,1-1 1 0 0,-1 0 0 0 0,0 0 0 0 0,0 0-1 0 0,0 0 1 0 0,0 1 0 0 0,-4-7-1 0 0,-2-2 6 0 0,0 1-1 0 0,0 0 1 0 0,-1 0-1 0 0,-1 1 1 0 0,1 0-1 0 0,-2 1 1 0 0,-17-15-1 0 0,-20-4-2244 0 0,29 20-4316 0 0</inkml:trace>
</inkml:ink>
</file>

<file path=ppt/ink/ink2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5:53.3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35 6913 0 0,'-7'-1'8216'0'0,"7"1"-8097"0"0,0 18 4073 0 0,7 25-1813 0 0,6-11-1067 0 0,-11-29-207 0 0,-8-16-780 0 0,4 9-371 0 0,-8-17-215 0 0,1 0 1 0 0,-13-44-1 0 0,17 59 384 0 0,2 7 89 0 0,3 11-13 0 0,6 29-191 0 0,1 1 0 0 0,18 57 1 0 0,-18-77-34 0 0,2 0 0 0 0,0 0 0 0 0,1-1 0 0 0,2-1 0 0 0,0 0 0 0 0,17 22 0 0 0,4-2-642 0 0,-17-21-26 0 0</inkml:trace>
</inkml:ink>
</file>

<file path=ppt/ink/ink2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5:53.4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33 145 5529 0 0,'-5'-4'-647'0'0,"-22"-26"11259"0"0,27 29-10254 0 0,0 0 0 0 0,-1 0 0 0 0,1 0 0 0 0,0 0 0 0 0,0 0 0 0 0,0 0 0 0 0,0 0 0 0 0,0 0 0 0 0,0 0 0 0 0,0 1 0 0 0,1-1 0 0 0,-1 0 0 0 0,0 0 0 0 0,0 0 0 0 0,1 0 0 0 0,-1 0 0 0 0,1 0 358 0 0,1-2-358 0 0,13-12-983 0 0,3 0 307 0 0,1 2 0 0 0,39-21 0 0 0,-29 20-289 0 0</inkml:trace>
</inkml:ink>
</file>

<file path=ppt/ink/ink2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6:09.0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43 152 6913 0 0,'-21'-33'3814'0'0,"-1"1"4002"0"0,47 46-5477 0 0,24 20-1794 0 0,-1 3 0 0 0,76 76 0 0 0,-81-66-407 0 0,75 73 48 0 0,-99-103-89 0 0,2 0-1 0 0,0-1 0 0 0,0-1 0 0 0,31 15 0 0 0,-50-28-72 0 0,0-1-1 0 0,0 0 1 0 0,1 0 0 0 0,-1 0-1 0 0,0 0 1 0 0,0 0-1 0 0,1 0 1 0 0,-1-1-1 0 0,1 1 1 0 0,-1-1-1 0 0,0 1 1 0 0,1-1-1 0 0,-1 0 1 0 0,1 0 0 0 0,-1 0-1 0 0,1 0 1 0 0,-1-1-1 0 0,0 1 1 0 0,1-1-1 0 0,-1 1 1 0 0,1-1-1 0 0,-1 0 1 0 0,3-2 0 0 0,-2 1 11 0 0,0-2 0 0 0,0 1 0 0 0,0 0 1 0 0,0-1-1 0 0,-1 1 0 0 0,1-1 1 0 0,-1 0-1 0 0,0 0 0 0 0,0 1 1 0 0,-1-2-1 0 0,1 1 0 0 0,0-5 1 0 0,15-50 340 0 0,13-90 1 0 0,-21 94-868 0 0,2 0 1 0 0,21-60-1 0 0,-23 93-1045 0 0,1 0-3870 0 0,1 1-1782 0 0</inkml:trace>
</inkml:ink>
</file>

<file path=ppt/ink/ink2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6:09.4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1 122 8754 0 0,'0'0'673'0'0,"16"-12"2136"0"0,2-2-1203 0 0,6-6-424 0 0,35-23 1 0 0,-51 38-1910 0 0,-1 1 0 0 0,1 0 0 0 0,0 0 0 0 0,1 1 0 0 0,-1 0 0 0 0,0 0 0 0 0,1 1 0 0 0,-1 0 0 0 0,15-1 0 0 0,-8 4 48 0 0</inkml:trace>
</inkml:ink>
</file>

<file path=ppt/ink/ink2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6:09.5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38 8290 0 0,'0'1'89'0'0,"0"-1"0"0"0,0 1 0 0 0,0 0 1 0 0,1 0-1 0 0,-1 0 0 0 0,0 0 0 0 0,0 0 0 0 0,1-1 0 0 0,-1 1 1 0 0,0 0-1 0 0,1 0 0 0 0,-1-1 0 0 0,1 1 0 0 0,-1 0 1 0 0,1 0-1 0 0,-1-1 0 0 0,1 1 0 0 0,-1 0 0 0 0,1-1 1 0 0,0 1-1 0 0,-1-1 0 0 0,1 1 0 0 0,0-1 0 0 0,0 1 0 0 0,-1-1 1 0 0,1 0-1 0 0,0 1 0 0 0,0-1 0 0 0,0 0 0 0 0,-1 0 1 0 0,1 1-1 0 0,0-1 0 0 0,0 0 0 0 0,0 0 0 0 0,0 0 0 0 0,0 0 1 0 0,-1 0-1 0 0,1 0 0 0 0,0 0 0 0 0,0 0 0 0 0,0-1 1 0 0,0 1-1 0 0,0 0 0 0 0,1-1 0 0 0,38-13 3902 0 0,-38 14-3970 0 0,50-28-21 0 0,-34 15 0 0 0</inkml:trace>
</inkml:ink>
</file>

<file path=ppt/ink/ink2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6:09.8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9674 0 0,'11'24'7996'0'0,"8"21"-5975"0"0,125 352 928 0 0,-85-229-4468 0 0,-47-134-3636 0 0,1-5-1705 0 0</inkml:trace>
</inkml:ink>
</file>

<file path=ppt/ink/ink2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6:10.0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83 8754 0 0,'0'-1'79'0'0,"-1"-1"1"0"0,1 0 0 0 0,0 0-1 0 0,0 0 1 0 0,0 0-1 0 0,0 0 1 0 0,1 0-1 0 0,-1 0 1 0 0,1 1-1 0 0,-1-1 1 0 0,1 0 0 0 0,-1 0-1 0 0,1 0 1 0 0,0 1-1 0 0,0-1 1 0 0,0 0-1 0 0,0 1 1 0 0,0-1-1 0 0,0 1 1 0 0,0-1-1 0 0,1 1 1 0 0,1-2 0 0 0,2-1 300 0 0,0 1-1 0 0,1 0 1 0 0,-1 0 0 0 0,1 0 0 0 0,9-2 0 0 0,-4 1 141 0 0,-1 0-256 0 0,0 1-1 0 0,0 0 0 0 0,1 1 1 0 0,0 0-1 0 0,-1 1 1 0 0,1 0-1 0 0,0 0 1 0 0,0 1-1 0 0,-1 1 1 0 0,1 0-1 0 0,0 0 0 0 0,13 5 1 0 0,-17-5-316 0 0,0 1-1 0 0,-1 1 1 0 0,1-1 0 0 0,-1 1-1 0 0,0 0 1 0 0,0 1 0 0 0,0-1 0 0 0,0 1-1 0 0,-1 0 1 0 0,1 1 0 0 0,-1-1-1 0 0,0 1 1 0 0,-1 0 0 0 0,1 1-1 0 0,-1-1 1 0 0,0 1 0 0 0,0-1 0 0 0,0 1-1 0 0,-1 1 1 0 0,3 7 0 0 0,2 12 117 0 0</inkml:trace>
</inkml:ink>
</file>

<file path=ppt/ink/ink2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6:10.1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1 166 6449 0 0,'1'0'577'0'0,"-1"-2"-465"0"0,1 1-112 0 0,2-2 0 0 0,0 2 864 0 0,0-2 160 0 0,1-2 24 0 0,5-3 8 0 0,4-5-512 0 0,7-5-103 0 0,1-4-25 0 0,2 1 0 0 0,1 2-352 0 0,-1 2-64 0 0,-2 0 0 0 0,-4 1 0 0 0</inkml:trace>
</inkml:ink>
</file>

<file path=ppt/ink/ink2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6:10.4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8290 0 0,'1'6'5278'0'0,"10"23"-1353"0"0,20 54-1206 0 0,20 91-1 0 0,-32-104-3532 0 0,2 0 0 0 0,47 102 0 0 0,-53-144-6567 0 0</inkml:trace>
</inkml:ink>
</file>

<file path=ppt/ink/ink2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6:10.7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1 173 5985 0 0,'0'-3'291'0'0,"0"0"-1"0"0,0 0 1 0 0,1 1-1 0 0,-1-1 1 0 0,1 0-1 0 0,0 0 1 0 0,0 0-1 0 0,0 1 1 0 0,0-1-1 0 0,0 0 1 0 0,1 1-1 0 0,-1-1 1 0 0,1 1-1 0 0,2-3 1 0 0,29-37 3544 0 0,-28 36-3642 0 0,4-4 330 0 0,0 1 0 0 0,1-1 0 0 0,1 2 0 0 0,-1-1 0 0 0,1 1 0 0 0,16-8 0 0 0,-24 14-351 0 0,1 0-1 0 0,0 1 1 0 0,-1 0-1 0 0,1-1 1 0 0,0 1 0 0 0,0 0-1 0 0,-1 1 1 0 0,1-1 0 0 0,0 1-1 0 0,0 0 1 0 0,7 0 0 0 0,-9 0-129 0 0,0 1 0 0 0,1 0 0 0 0,-1-1 0 0 0,0 1 0 0 0,1 0 0 0 0,-1 0 0 0 0,0 1 0 0 0,0-1 1 0 0,0 0-1 0 0,0 1 0 0 0,0-1 0 0 0,0 1 0 0 0,0 0 0 0 0,-1-1 0 0 0,1 1 0 0 0,0 0 0 0 0,-1 0 0 0 0,1 0 0 0 0,-1 0 0 0 0,1 3 0 0 0,2 3-67 0 0,-1 0 0 0 0,0 0 0 0 0,-1 0 0 0 0,0 0 0 0 0,0 0 0 0 0,-1 0 0 0 0,0 1 0 0 0,-1-1 0 0 0,1 0 0 0 0,-3 17 0 0 0,-2 9-158 0 0,-11 44 0 0 0,9-52 150 0 0,-2 3 25 0 0,6-22 78 0 0,-1 1-1 0 0,1-1 0 0 0,0 1 1 0 0,1-1-1 0 0,0 1 0 0 0,0-1 1 0 0,1 1-1 0 0,-1 0 0 0 0,2 8 0 0 0,0-16-30 0 0,-1 1 0 0 0,1 0 0 0 0,-1 0 0 0 0,1 0 0 0 0,0-1 0 0 0,-1 1 0 0 0,1 0-1 0 0,0-1 1 0 0,-1 1 0 0 0,1-1 0 0 0,0 1 0 0 0,0-1 0 0 0,0 1 0 0 0,0-1-1 0 0,-1 1 1 0 0,1-1 0 0 0,0 0 0 0 0,0 1 0 0 0,0-1 0 0 0,0 0 0 0 0,0 0 0 0 0,0 0-1 0 0,0 0 1 0 0,0 0 0 0 0,0 0 0 0 0,0 0 0 0 0,0 0 0 0 0,0 0 0 0 0,0 0-1 0 0,-1-1 1 0 0,1 1 0 0 0,0 0 0 0 0,0 0 0 0 0,0-1 0 0 0,1 0 0 0 0,38-15-105 0 0,-35 14 51 0 0,79-33-3728 0 0,-60 27-3094 0 0</inkml:trace>
</inkml:ink>
</file>

<file path=ppt/ink/ink2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6:10.9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1 10138 0 0,'-9'11'8823'0'0,"10"-10"-8662"0"0,6 29 1225 0 0,-4-22-956 0 0,73 241 1539 0 0,-11-88-4322 0 0,-54-137-5038 0 0</inkml:trace>
</inkml:ink>
</file>

<file path=ppt/ink/ink2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6:11.1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40 9218 0 0,'-44'20'893'0'0,"-17"6"4353"0"0,99-59-3007 0 0,29-6-5131 0 0,-40 25-2514 0 0</inkml:trace>
</inkml:ink>
</file>

<file path=ppt/ink/ink2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6:11.3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52 6449 0 0,'0'0'298'0'0,"-5"38"6004"0"0,6-22-5649 0 0,0-1 0 0 0,2 1 0 0 0,-1 0 0 0 0,2-1 0 0 0,0 1 0 0 0,9 19 0 0 0,-11-29-565 0 0,1-1 0 0 0,-1 0-1 0 0,1 0 1 0 0,1 0-1 0 0,-1 0 1 0 0,1-1 0 0 0,-1 1-1 0 0,2-1 1 0 0,-1 0-1 0 0,0 0 1 0 0,1 0 0 0 0,-1 0-1 0 0,1-1 1 0 0,0 0 0 0 0,0 0-1 0 0,1 0 1 0 0,-1-1-1 0 0,0 0 1 0 0,1 0 0 0 0,9 2-1 0 0,-12-3-18 0 0,-1-1 0 0 0,1 1-1 0 0,0-1 1 0 0,0 0 0 0 0,0 0-1 0 0,0 0 1 0 0,0 0 0 0 0,-1 0-1 0 0,1-1 1 0 0,0 1 0 0 0,0-1-1 0 0,0 0 1 0 0,-1 0 0 0 0,1 0-1 0 0,0 0 1 0 0,-1 0 0 0 0,1-1-1 0 0,-1 1 1 0 0,1-1 0 0 0,-1 1-1 0 0,0-1 1 0 0,0 0 0 0 0,1 0-1 0 0,-1 0 1 0 0,-1 0 0 0 0,1-1 0 0 0,0 1-1 0 0,0 0 1 0 0,-1-1 0 0 0,0 1-1 0 0,1-1 1 0 0,-1 1 0 0 0,2-6-1 0 0,-2 2-3 0 0,1 1-1 0 0,-1-1 0 0 0,0 0 1 0 0,0 1-1 0 0,-1-1 0 0 0,0 0 1 0 0,0 0-1 0 0,0 1 0 0 0,0-1 1 0 0,-1 0-1 0 0,0 0 0 0 0,-1 1 1 0 0,1-1-1 0 0,-1 1 0 0 0,0-1 1 0 0,-3-5-1 0 0,-5-5-108 0 0,0 0 0 0 0,-1 1-1 0 0,-1 0 1 0 0,0 1 0 0 0,-1 0 0 0 0,-1 1 0 0 0,0 0 0 0 0,-27-18-1 0 0,31 26-1538 0 0</inkml:trace>
</inkml:ink>
</file>

<file path=ppt/ink/ink2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6:11.6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28 10594 0 0,'-4'-28'11288'0'0,"9"42"-10282"0"0,18 58-711 0 0,2 0 1 0 0,41 78-1 0 0,-51-120-339 0 0,3 5-1767 0 0,-7-11-3054 0 0,3 4-2467 0 0</inkml:trace>
</inkml:ink>
</file>

<file path=ppt/ink/ink2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6:11.7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21 183 12899 0 0,'-10'-3'1152'0'0,"4"0"-928"0"0,5 0 816 0 0,1 1 161 0 0,-2-1 31 0 0,1-6 8 0 0,4-1-472 0 0,4-6-88 0 0,7-1-15 0 0,9-3-9 0 0,5 2-1048 0 0,7-3-217 0 0,6-2-31 0 0,3 4-16 0 0,2 4 480 0 0</inkml:trace>
</inkml:ink>
</file>

<file path=ppt/ink/ink2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6:12.5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16 222 9218 0 0,'1'0'106'0'0,"-1"0"-1"0"0,1 0 1 0 0,-1 0 0 0 0,1 0 0 0 0,-1 0-1 0 0,1 0 1 0 0,0 0 0 0 0,-1 0 0 0 0,1 0-1 0 0,-1 0 1 0 0,1 0 0 0 0,-1 0 0 0 0,1 0-1 0 0,-1 0 1 0 0,1-1 0 0 0,-1 1 0 0 0,1 0-1 0 0,-1 0 1 0 0,1-1 0 0 0,-1 1-1 0 0,1 0 1 0 0,-1-1 0 0 0,0 1 0 0 0,1 0-1 0 0,-1-1 1 0 0,1 1 0 0 0,-1 0 0 0 0,1-1-1 0 0,8-19 1536 0 0,-2-22 77 0 0,-6 28-1282 0 0,0 1-1 0 0,-1 0 1 0 0,-1 0-1 0 0,-3-14 1 0 0,4 21-342 0 0,-1 1 0 0 0,0 0 0 0 0,-1 0 0 0 0,1-1 0 0 0,-1 1 0 0 0,0 0 0 0 0,-1 1 0 0 0,1-1 0 0 0,-1 0 0 0 0,0 0 0 0 0,0 1 0 0 0,-6-7 0 0 0,3 7-666 0 0,1 5-263 0 0</inkml:trace>
</inkml:ink>
</file>

<file path=ppt/ink/ink2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6:13.0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22 247 9674 0 0,'-19'-8'4088'0'0,"19"8"-4016"0"0,0 1-1 0 0,0-1 0 0 0,0 0 1 0 0,0 0-1 0 0,-1 0 1 0 0,1 0-1 0 0,0 0 1 0 0,0 1-1 0 0,0-1 1 0 0,0 0-1 0 0,0 0 1 0 0,-1 0-1 0 0,1 1 1 0 0,0-1-1 0 0,0 0 1 0 0,0 0-1 0 0,0 1 1 0 0,0-1-1 0 0,0 0 1 0 0,0 0-1 0 0,0 0 1 0 0,0 1-1 0 0,0-1 1 0 0,0 0-1 0 0,0 0 1 0 0,0 1-1 0 0,0-1 1 0 0,0 0-1 0 0,0 0 1 0 0,0 0-1 0 0,0 1 1 0 0,0-1-1 0 0,0 0 1 0 0,0 0-1 0 0,0 1 1 0 0,1-1-1 0 0,-1 0 1 0 0,0 0-1 0 0,0 0 1 0 0,0 1-1 0 0,22 34 2554 0 0,-15-25-2740 0 0,67 125 1266 0 0,-46-80-1069 0 0,1-1 1 0 0,4-2 0 0 0,55 69-1 0 0,-85-116-42 0 0,24 22-115 0 0,-26-26 107 0 0,-1 0 0 0 0,1-1 0 0 0,0 1 0 0 0,0 0-1 0 0,0 0 1 0 0,0-1 0 0 0,0 1 0 0 0,0 0 0 0 0,0-1-1 0 0,0 1 1 0 0,0-1 0 0 0,0 1 0 0 0,0-1 0 0 0,1 0 0 0 0,-1 1-1 0 0,0-1 1 0 0,0 0 0 0 0,0 0 0 0 0,0 0 0 0 0,1 0-1 0 0,-1 0 1 0 0,0 0 0 0 0,0 0 0 0 0,2-1 0 0 0,-1-1 38 0 0,0-1 1 0 0,-1 0-1 0 0,1 0 1 0 0,-1 1-1 0 0,0-1 1 0 0,0 0-1 0 0,0 0 1 0 0,0 0-1 0 0,-1 0 1 0 0,1 0-1 0 0,-1 0 1 0 0,0 0-1 0 0,0-1 1 0 0,0-4-1 0 0,1-1 49 0 0,5-193 781 0 0,1-17-761 0 0,-3 187-595 0 0,0 0-1 0 0,2 1 1 0 0,2-1-1 0 0,19-51 1 0 0,-11 50-4795 0 0,1 5-1690 0 0</inkml:trace>
</inkml:ink>
</file>

<file path=ppt/ink/ink2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6:13.2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0 174 17972 0 0,'1'0'56'0'0,"-1"0"0"0"0,0 0 0 0 0,1 1 0 0 0,-1-1 1 0 0,1 0-1 0 0,-1 0 0 0 0,1 0 0 0 0,-1 1 0 0 0,0-1 0 0 0,1 0 0 0 0,-1 0 1 0 0,1 0-1 0 0,-1 0 0 0 0,1 0 0 0 0,-1 0 0 0 0,1 0 0 0 0,-1 0 1 0 0,1 0-1 0 0,-1 0 0 0 0,1 0 0 0 0,-1 0 0 0 0,1 0 0 0 0,-1-1 0 0 0,1 1 1 0 0,-1 0-1 0 0,0 0 0 0 0,1 0 0 0 0,-1-1 0 0 0,1 1 0 0 0,-1 0 1 0 0,0-1-1 0 0,1 1 0 0 0,-1 0 0 0 0,1-1 0 0 0,19-14-1219 0 0,-15 11 1080 0 0,13-11 457 0 0,-1 0 0 0 0,21-25 1 0 0,-21 22-2533 0 0,36-31 0 0 0,-51 47 1705 0 0,0 0 0 0 0,0 1 0 0 0,0-1-1 0 0,1 1 1 0 0,-1 0 0 0 0,0 0 0 0 0,1 0 0 0 0,-1 0 0 0 0,1 0 0 0 0,0 1 0 0 0,-1-1-1 0 0,1 1 1 0 0,0-1 0 0 0,-1 1 0 0 0,1 0 0 0 0,0 0 0 0 0,3 0 0 0 0,1 3 249 0 0</inkml:trace>
</inkml:ink>
</file>

<file path=ppt/ink/ink2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6:13.3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82 7834 0 0,'3'5'344'0'0,"-2"-2"72"0"0,2 0-328 0 0,0-2-88 0 0,0-2 0 0 0,-1 0 0 0 0,1-1 576 0 0,4-2 96 0 0,5-2 16 0 0,3-5 8 0 0,4-3-1832 0 0,4-3-368 0 0,1-2-64 0 0,-3 0-25 0 0</inkml:trace>
</inkml:ink>
</file>

<file path=ppt/ink/ink2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6:13.5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11058 0 0,'1'6'6409'0'0,"3"8"-3440"0"0,8 35-1478 0 0,11 29-1036 0 0,-9-23-790 0 0,3 1 1 0 0,3-2-1 0 0,2 0 0 0 0,34 62 0 0 0,-38-88-7122 0 0</inkml:trace>
</inkml:ink>
</file>

<file path=ppt/ink/ink2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6:13.7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3 187 8754 0 0,'-1'-4'131'0'0,"0"-1"0"0"0,1 0 0 0 0,0 1 1 0 0,0-1-1 0 0,0 0 0 0 0,0 1 0 0 0,1-1 0 0 0,0 0 0 0 0,0 1 1 0 0,0-1-1 0 0,3-7 0 0 0,0 6 390 0 0,0-1 1 0 0,0 1-1 0 0,0 0 0 0 0,1 1 1 0 0,0-1-1 0 0,11-9 1 0 0,-7 7 38 0 0,1-1 0 0 0,1 1-1 0 0,-1 1 1 0 0,1 0 0 0 0,0 1 0 0 0,1 0 0 0 0,23-9 0 0 0,-29 13-645 0 0,0 1 0 0 0,0 0 0 0 0,0 0 0 0 0,0 0-1 0 0,0 1 1 0 0,0-1 0 0 0,0 1 0 0 0,8 1 0 0 0,-10 0-410 0 0,1 0 0 0 0,-1 0 0 0 0,0 1-1 0 0,0-1 1 0 0,1 1 0 0 0,-1 0 0 0 0,0 0 0 0 0,-1 0 0 0 0,1 0 0 0 0,0 1 0 0 0,0 0 0 0 0,3 4-1 0 0,8 9-1956 0 0</inkml:trace>
</inkml:ink>
</file>

<file path=ppt/ink/ink2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6:13.9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1 222 8290 0 0,'1'-1'736'0'0,"1"0"-584"0"0,1-1-152 0 0,0-1 0 0 0,-1 1 784 0 0,3-4 128 0 0,3-1 25 0 0,5-6 7 0 0,6-4-264 0 0,2-6-48 0 0,5-1-16 0 0,-1-2 0 0 0,1 3-2152 0 0,-1 3-424 0 0,3 2-89 0 0,-7-1-23 0 0,-3 2 1632 0 0</inkml:trace>
</inkml:ink>
</file>

<file path=ppt/ink/ink2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6:14.1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1 8754 0 0,'-12'4'9546'0'0,"13"2"-8685"0"0,71 306 3185 0 0,-27-130-11006 0 0,-39-155-21 0 0</inkml:trace>
</inkml:ink>
</file>

<file path=ppt/ink/ink2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6:14.4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1 216 11058 0 0,'0'-9'293'0'0,"0"1"-1"0"0,0-1 0 0 0,1 1 0 0 0,0-1 0 0 0,0 1 0 0 0,1-1 0 0 0,0 1 1 0 0,1 0-1 0 0,0 0 0 0 0,0 0 0 0 0,1 0 0 0 0,0 0 0 0 0,7-10 1 0 0,-3 6 413 0 0,1 1 1 0 0,0 0 0 0 0,1 0 0 0 0,13-10 0 0 0,-19 18-502 0 0,-1 0-1 0 0,1 0 1 0 0,0 1 0 0 0,0 0 0 0 0,0 0 0 0 0,1 0 0 0 0,7-3-1 0 0,-10 5-145 0 0,0-1-1 0 0,0 1 1 0 0,0 0-1 0 0,0 0 1 0 0,0 0-1 0 0,0 0 1 0 0,0 0-1 0 0,0 0 1 0 0,0 0-1 0 0,0 1 1 0 0,0-1-1 0 0,0 1 1 0 0,0-1-1 0 0,0 1 1 0 0,0 0-1 0 0,0 0 1 0 0,-1 0-1 0 0,4 2 1 0 0,-4-2-39 0 0,1 0 0 0 0,-1 0 1 0 0,0 0-1 0 0,0 1 1 0 0,0-1-1 0 0,0 0 1 0 0,0 1-1 0 0,0-1 1 0 0,0 1-1 0 0,0-1 1 0 0,0 1-1 0 0,-1-1 1 0 0,1 1-1 0 0,0 0 0 0 0,-1-1 1 0 0,0 1-1 0 0,1 0 1 0 0,-1 2-1 0 0,0 1-26 0 0,0-1 1 0 0,0 0-1 0 0,-1 1 0 0 0,0-1 0 0 0,1 0 0 0 0,-1 0 1 0 0,-3 6-1 0 0,-2 5-113 0 0,-1 0 1 0 0,-18 26 0 0 0,24-39 119 0 0,-35 44-45 0 0,27-35 215 0 0,0 0 0 0 0,0 0 0 0 0,-9 18 0 0 0,18-29-159 0 0,0 1 0 0 0,0-1 0 0 0,0 0 0 0 0,0 1 0 0 0,-1-1 0 0 0,1 1 0 0 0,0-1 1 0 0,0 0-1 0 0,0 1 0 0 0,0-1 0 0 0,0 1 0 0 0,0-1 0 0 0,0 0 0 0 0,0 1 0 0 0,0-1 0 0 0,0 0 1 0 0,0 1-1 0 0,0-1 0 0 0,1 1 0 0 0,-1-1 0 0 0,0 0 0 0 0,0 1 0 0 0,0-1 0 0 0,0 0 0 0 0,1 1 1 0 0,-1-1-1 0 0,0 0 0 0 0,0 1 0 0 0,1-1 0 0 0,-1 0 0 0 0,0 0 0 0 0,0 1 0 0 0,1-1 0 0 0,-1 0 1 0 0,0 0-1 0 0,1 1 0 0 0,0-1 0 0 0,20 6 94 0 0,25-5-128 0 0,53-9 33 0 0,-56 1-6413 0 0,-23 4-570 0 0</inkml:trace>
</inkml:ink>
</file>

<file path=ppt/ink/ink2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6:14.8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36 11522 0 0,'-9'-13'751'0'0,"-10"-9"3404"0"0,19 24-3668 0 0,-1 0 1 0 0,1 1-1 0 0,-1-1 1 0 0,1 1 0 0 0,0-1-1 0 0,0 1 1 0 0,0-1 0 0 0,1 5-1 0 0,32 209 1461 0 0,2-75-3598 0 0,-25-106-5925 0 0</inkml:trace>
</inkml:ink>
</file>

<file path=ppt/ink/ink2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6:15.2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13 337 6449 0 0,'-1'-1'133'0'0,"-1"-1"0"0"0,1 0 0 0 0,0 1-1 0 0,0-1 1 0 0,0 0 0 0 0,0 0 0 0 0,0 0-1 0 0,1 0 1 0 0,-1 1 0 0 0,0-1 0 0 0,1 0 0 0 0,0 0-1 0 0,-1 0 1 0 0,1-1 0 0 0,0 1 0 0 0,0 0-1 0 0,0 0 1 0 0,0 0 0 0 0,0 0 0 0 0,1 0-1 0 0,-1 0 1 0 0,1-2 0 0 0,2-2 443 0 0,0 0 1 0 0,1 0-1 0 0,-1 1 0 0 0,1-1 1 0 0,8-8-1 0 0,-7 8-622 0 0,14-15 490 0 0,0 1-1 0 0,2 1 1 0 0,1 0 0 0 0,0 2 0 0 0,1 1-1 0 0,31-17 1 0 0,-17 13-242 0 0,1 1-1 0 0,1 3 1 0 0,63-19 0 0 0,-97 33-164 0 0,1 1 0 0 0,-1 0 1 0 0,1 0-1 0 0,0 0 1 0 0,0 0-1 0 0,-1 1 0 0 0,1 0 1 0 0,0 0-1 0 0,0 1 0 0 0,6 1 1 0 0,-10-1-32 0 0,0-1 0 0 0,0 1 1 0 0,0 0-1 0 0,0 0 0 0 0,-1 0 0 0 0,1 0 0 0 0,0 1 1 0 0,-1-1-1 0 0,1 0 0 0 0,-1 1 0 0 0,1-1 1 0 0,-1 1-1 0 0,0-1 0 0 0,0 1 0 0 0,1 0 0 0 0,-1-1 1 0 0,0 1-1 0 0,-1 0 0 0 0,1 0 0 0 0,0 0 1 0 0,0 0-1 0 0,-1 0 0 0 0,1 0 0 0 0,-1 0 0 0 0,0 0 1 0 0,1 0-1 0 0,-1 0 0 0 0,0 0 0 0 0,0 0 1 0 0,-1 0-1 0 0,1 3 0 0 0,-2 13 52 0 0,-1-1 1 0 0,0 0-1 0 0,-10 29 1 0 0,8-33-156 0 0,1 1 0 0 0,0 0-1 0 0,2 0 1 0 0,-1 0 0 0 0,2 0 0 0 0,-1 21 0 0 0,2-32-30 0 0,0-1 0 0 0,0 1 0 0 0,1 0 0 0 0,-1 0 0 0 0,1 0 0 0 0,-1 0 0 0 0,1 0 0 0 0,0-1 0 0 0,0 1 0 0 0,0 0 0 0 0,1-1 0 0 0,-1 1 0 0 0,1-1 0 0 0,-1 1 0 0 0,1-1 0 0 0,0 0 0 0 0,0 0 0 0 0,0 1 0 0 0,0-1 0 0 0,0-1 0 0 0,0 1 0 0 0,1 0 0 0 0,-1 0 0 0 0,1-1 0 0 0,-1 0 0 0 0,1 1 0 0 0,-1-1 0 0 0,1 0 0 0 0,0 0 0 0 0,0 0 0 0 0,5 0 0 0 0,-5-1 204 0 0,1 0 0 0 0,-1 0 0 0 0,1 0 0 0 0,-1-1-1 0 0,1 1 1 0 0,-1-1 0 0 0,1 0 0 0 0,-1 0-1 0 0,0-1 1 0 0,1 1 0 0 0,-1-1 0 0 0,0 1 0 0 0,0-1-1 0 0,0 0 1 0 0,0 0 0 0 0,0 0 0 0 0,-1-1-1 0 0,1 1 1 0 0,-1-1 0 0 0,1 1 0 0 0,-1-1-1 0 0,0 0 1 0 0,0 0 0 0 0,0 0 0 0 0,2-5 0 0 0,0-2 202 0 0,0 0 0 0 0,-1 0 1 0 0,0 0-1 0 0,-1-1 1 0 0,0 1-1 0 0,0-1 1 0 0,-1 1-1 0 0,-1-1 0 0 0,0 0 1 0 0,-1-12-1 0 0,-1 8-658 0 0,0 0-1 0 0,-1 0 0 0 0,0 0 0 0 0,-2 0 1 0 0,1 1-1 0 0,-11-21 0 0 0,7 20-5289 0 0</inkml:trace>
</inkml:ink>
</file>

<file path=ppt/ink/ink2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6:15.4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11522 0 0,'0'8'6037'0'0,"9"23"-3264"0"0,8 22-2246 0 0,-3 0 0 0 0,-3 0-1 0 0,6 58 1 0 0,-12-78-661 0 0,-1 0-374 0 0</inkml:trace>
</inkml:ink>
</file>

<file path=ppt/ink/ink2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6:15.6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2 260 14747 0 0,'-1'-13'648'0'0,"1"6"144"0"0,0-1-632 0 0,1 1-160 0 0,1 2 0 0 0,2-2 0 0 0,0 0 737 0 0,4-3 111 0 0,4-6 24 0 0,7-3 8 0 0,5-6-344 0 0,3 0-72 0 0,6 0-15 0 0,17-4-4130 0 0,2 0-832 0 0,4 2-168 0 0</inkml:trace>
</inkml:ink>
</file>

<file path=ppt/ink/ink2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6:16.3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85 5985 0 0,'3'1'10781'0'0,"19"2"-8053"0"0,-15-3-2557 0 0,1 0-1 0 0,0 0 0 0 0,-1 0 1 0 0,1-1-1 0 0,10-2 0 0 0,-19 0-99 0 0,-1-1-1 0 0,1 1 0 0 0,-1 0 0 0 0,0 0 0 0 0,0 0 0 0 0,-1 0 1 0 0,1 1-1 0 0,-1-1 0 0 0,-3-3 0 0 0,5 5 5 0 0,-6-6 5 0 0,0 0 1 0 0,0 0-1 0 0,-1 1 1 0 0,-10-6-1 0 0,16 10-52 0 0,0 1 0 0 0,0 0-1 0 0,0 0 1 0 0,1 0-1 0 0,-1 0 1 0 0,0 0 0 0 0,0 0-1 0 0,0 0 1 0 0,-1 1-1 0 0,1-1 1 0 0,0 1 0 0 0,0 0-1 0 0,0-1 1 0 0,0 1-1 0 0,0 0 1 0 0,-1 0 0 0 0,1 0-1 0 0,0 1 1 0 0,0-1-1 0 0,0 0 1 0 0,0 1-1 0 0,0 0 1 0 0,0-1 0 0 0,0 1-1 0 0,-4 2 1 0 0,6-3-25 0 0,0 0 0 0 0,-1 0 0 0 0,1 1 0 0 0,0-1 1 0 0,0 0-1 0 0,0 0 0 0 0,-1 1 0 0 0,1-1 0 0 0,0 0 1 0 0,0 0-1 0 0,0 1 0 0 0,0-1 0 0 0,0 0 0 0 0,-1 0 0 0 0,1 1 1 0 0,0-1-1 0 0,0 0 0 0 0,0 1 0 0 0,0-1 0 0 0,0 0 0 0 0,0 0 1 0 0,0 1-1 0 0,0-1 0 0 0,0 0 0 0 0,0 1 0 0 0,0-1 0 0 0,0 0 1 0 0,0 1-1 0 0,0-1 0 0 0,1 0 0 0 0,-1 0 0 0 0,0 1 1 0 0,0-1-1 0 0,0 0 0 0 0,0 0 0 0 0,0 1 0 0 0,1-1 0 0 0,-1 0 1 0 0,0 0-1 0 0,0 1 0 0 0,1-1 0 0 0,10 9-366 0 0,-11-9 309 0 0,9 5-430 0 0</inkml:trace>
</inkml:ink>
</file>

<file path=ppt/ink/ink2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6:17.1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1 1 2761 0 0</inkml:trace>
</inkml:ink>
</file>

<file path=ppt/ink/ink2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6:17.3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0 7418 0 0,'-1'2'0'0'0</inkml:trace>
</inkml:ink>
</file>

<file path=ppt/ink/ink2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6:17.5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37 382 8754 0 0,'-25'-40'1942'0'0,"13"11"4751"0"0,61 155-2010 0 0,14-4-3737 0 0,-45-95-979 0 0,0 0 0 0 0,1-1-1 0 0,2-1 1 0 0,1-1 0 0 0,0-1-1 0 0,39 30 1 0 0,-54-48 44 0 0,0 1 0 0 0,1-1 0 0 0,-1-1 0 0 0,1 0 1 0 0,0 0-1 0 0,14 5 0 0 0,-21-9-7 0 0,1 1 1 0 0,0-1-1 0 0,0 1 1 0 0,0-1-1 0 0,0 0 0 0 0,0 0 1 0 0,0 0-1 0 0,0 0 1 0 0,0 0-1 0 0,0 0 1 0 0,0 0-1 0 0,0-1 1 0 0,-1 1-1 0 0,1-1 0 0 0,0 1 1 0 0,0-1-1 0 0,0 0 1 0 0,0 0-1 0 0,-1 0 1 0 0,1 0-1 0 0,0 0 1 0 0,-1 0-1 0 0,1 0 0 0 0,-1 0 1 0 0,1-1-1 0 0,-1 1 1 0 0,0 0-1 0 0,0-1 1 0 0,1 0-1 0 0,-1 1 1 0 0,0-1-1 0 0,0 0 0 0 0,-1 1 1 0 0,2-4-1 0 0,6-18 110 0 0,-1-1-1 0 0,-1 0 0 0 0,-1 0 1 0 0,2-34-1 0 0,3-8 35 0 0,7-87-125 0 0,-12 89-163 0 0,15-66-1 0 0,-16 111-126 0 0,0 1-1 0 0,2 0 0 0 0,0 0 0 0 0,2 0 0 0 0,0 1 0 0 0,0 0 0 0 0,22-31 1 0 0,-27 44-24 0 0,0 1 0 0 0,0-1 1 0 0,0 1-1 0 0,0 0 1 0 0,0 0-1 0 0,1 0 1 0 0,5-3-1 0 0,5-1-1569 0 0</inkml:trace>
</inkml:ink>
</file>

<file path=ppt/ink/ink2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6:17.9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1 6913 0 0,'-4'47'2914'0'0,"0"2"5644"0"0,9-15-6321 0 0,5 1-1841 0 0,1 0 1 0 0,1 0 0 0 0,2-1-1 0 0,24 43 1 0 0,-27-56-391 0 0,-10-17 41 0 0,1 1 1 0 0,0-1-1 0 0,0 0 1 0 0,1 0-1 0 0,-1 0 1 0 0,1 0-1 0 0,-1 0 1 0 0,1-1-1 0 0,0 1 1 0 0,5 3-1 0 0,-8-7-43 0 0,0 0 7 0 0,1 0 1 0 0,-1 1 0 0 0,0-1 0 0 0,0 0-1 0 0,0 0 1 0 0,0 0 0 0 0,0 0-1 0 0,0 0 1 0 0,1 0 0 0 0,-1 0 0 0 0,0 0-1 0 0,0 0 1 0 0,0 0 0 0 0,0 0-1 0 0,1 0 1 0 0,-1 0 0 0 0,0 0-1 0 0,0 0 1 0 0,0 0 0 0 0,0 0 0 0 0,1 0-1 0 0,-1 0 1 0 0,0 0 0 0 0,0 0-1 0 0,0 0 1 0 0,0 0 0 0 0,0 0-1 0 0,1 0 1 0 0,-1 0 0 0 0,0 0 0 0 0,0 0-1 0 0,0 0 1 0 0,0 0 0 0 0,0-1-1 0 0,0 1 1 0 0,1 0 0 0 0,-1 0 0 0 0,0 0-1 0 0,0 0 1 0 0,0 0 0 0 0,0 0-1 0 0,0 0 1 0 0,0-1 0 0 0,0 1-1 0 0,0 0 1 0 0,0 0 0 0 0,0 0 0 0 0,1 0-1 0 0,-1-1 1 0 0,0 1 0 0 0,0 0-1 0 0,0 0 1 0 0,0 0 0 0 0,0 0 0 0 0,0 0-1 0 0,0-1 1 0 0,14-23 429 0 0,-13 24-443 0 0,-1 0 0 0 0,0 0 0 0 0,1 0 0 0 0,-1 0 0 0 0,0 0 0 0 0,1 1 0 0 0,-1-1 0 0 0,0 0 0 0 0,1 0 0 0 0,-1 0 0 0 0,0 1 0 0 0,0-1 0 0 0,1 0 0 0 0,-1 0 0 0 0,0 1 0 0 0,0-1 0 0 0,1 0 0 0 0,-1 1 0 0 0,0-1-1 0 0,0 0 1 0 0,0 1 0 0 0,0-1 0 0 0,0 0 0 0 0,1 1 0 0 0,-1-1 0 0 0,0 0 0 0 0,0 1 0 0 0,0-1 0 0 0,0 1 0 0 0,0-1 0 0 0,0 0 0 0 0,0 1 0 0 0,0-1 0 0 0,0 0 0 0 0,0 1 0 0 0,0-1 0 0 0,-1 1 0 0 0,4 18-92 0 0,-3-18 26 0 0,0 0 0 0 0,-1 1-1 0 0,1-1 1 0 0,0 0-1 0 0,0 0 1 0 0,1 0-1 0 0,-1 1 1 0 0,0-1-1 0 0,0 0 1 0 0,1 0-1 0 0,-1 0 1 0 0,0 0 0 0 0,1 1-1 0 0,-1-1 1 0 0,1 0-1 0 0,0 0 1 0 0,-1 0-1 0 0,1 0 1 0 0,0 0-1 0 0,-1 0 1 0 0,1 0-1 0 0,0-1 1 0 0,0 1-1 0 0,0 0 1 0 0,0 0 0 0 0,0-1-1 0 0,0 1 1 0 0,0 0-1 0 0,2 0 1 0 0</inkml:trace>
</inkml:ink>
</file>

<file path=ppt/ink/ink2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6:19.3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17 7834 0 0,'-1'-1'-5'0'0,"0"-1"295"0"0,0 1-1 0 0,-1-1 1 0 0,1 1-1 0 0,-1-1 1 0 0,0 1 0 0 0,0 0-1 0 0,1-1 1 0 0,-1 1-1 0 0,0 0 1 0 0,-2-1-1 0 0,2 2-219 0 0,1 0-1 0 0,0 0 0 0 0,0 1 0 0 0,0-1 0 0 0,0 0 0 0 0,0 0 1 0 0,0 1-1 0 0,0-1 0 0 0,0 1 0 0 0,0-1 0 0 0,0 1 0 0 0,0-1 1 0 0,0 1-1 0 0,0 0 0 0 0,0-1 0 0 0,0 1 0 0 0,0 0 0 0 0,0 0 1 0 0,1-1-1 0 0,-1 1 0 0 0,0 0 0 0 0,0 2 0 0 0,-6 5-238 0 0,0 1 1 0 0,1 0-1 0 0,-8 17 0 0 0,12-22 74 0 0,1-1 1 0 0,-1 1 0 0 0,1 0 0 0 0,-1-1-1 0 0,1 1 1 0 0,0 0 0 0 0,1 0 0 0 0,-1 0-1 0 0,1 0 1 0 0,0 0 0 0 0,0-1 0 0 0,0 1 0 0 0,1 7-1 0 0,-1-10 88 0 0,0 0 0 0 0,1 0 0 0 0,-1 0 0 0 0,0 0 0 0 0,1 0 0 0 0,-1 0 0 0 0,1 0 0 0 0,-1 0 0 0 0,1 0 0 0 0,0-1 0 0 0,-1 1 0 0 0,1 0 0 0 0,0 0 0 0 0,-1-1 0 0 0,1 1 0 0 0,0 0 0 0 0,0-1 0 0 0,0 1 0 0 0,-1-1 0 0 0,1 1 0 0 0,0-1 0 0 0,0 1 0 0 0,0-1 0 0 0,0 0 0 0 0,0 1 0 0 0,2-1-1 0 0,0 0 96 0 0,-1 0 0 0 0,1 0 0 0 0,-1 0 0 0 0,0-1 0 0 0,1 1 0 0 0,-1-1 0 0 0,1 0-1 0 0,-1 1 1 0 0,0-1 0 0 0,5-3 0 0 0,0 1 211 0 0,-1-1 1 0 0,0 0-1 0 0,0-1 1 0 0,0 0-1 0 0,0 0 0 0 0,8-10 1 0 0,-12 13-291 0 0,-1 0 1 0 0,0 1-1 0 0,0-1 0 0 0,1 0 1 0 0,-1 0-1 0 0,0 0 0 0 0,-1-1 1 0 0,1 1-1 0 0,0 0 0 0 0,-1 0 1 0 0,1 0-1 0 0,-1-1 0 0 0,0 1 1 0 0,1 0-1 0 0,-1 0 0 0 0,0-1 1 0 0,-1 1-1 0 0,1 0 0 0 0,0-1 1 0 0,-1 1-1 0 0,1 0 0 0 0,-1 0 1 0 0,1 0-1 0 0,-3-4 0 0 0,1 2-410 0 0</inkml:trace>
</inkml:ink>
</file>

<file path=ppt/ink/ink2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6:19.6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0 116 7834 0 0,'4'-13'9979'0'0,"17"0"-9021"0"0,-18 12-850 0 0,-1 0-75 0 0,97-57 1642 0 0,-84 51-2571 0 0,0 1 1 0 0,24-7-1 0 0,-23 9-5610 0 0</inkml:trace>
</inkml:ink>
</file>

<file path=ppt/ink/ink2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6:19.7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1 123 7834 0 0,'4'1'344'0'0,"-1"-2"72"0"0,3-1-328 0 0,-2-1-88 0 0,2 2 0 0 0,-2-2 0 0 0,3 0 688 0 0,3-3 120 0 0,7-1 24 0 0,4-6 9 0 0,7-1-329 0 0,0 0-64 0 0,0 0-8 0 0,0 1-8 0 0,-1 2-320 0 0,-2 1-112 0 0,-1 1 72 0 0</inkml:trace>
</inkml:ink>
</file>

<file path=ppt/ink/ink2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6:19.9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7834 0 0,'4'26'8965'0'0,"6"40"-6493"0"0,-1 46-939 0 0,9 74-548 0 0,-13-159-1468 0 0,1 1 1 0 0,1-1 0 0 0,1-1 0 0 0,20 44-1 0 0,-15-44-6507 0 0</inkml:trace>
</inkml:ink>
</file>

<file path=ppt/ink/ink2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6:20.1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14 245 7834 0 0,'-3'-6'465'0'0,"1"0"1"0"0,0 0 0 0 0,0-1-1 0 0,1 1 1 0 0,0-1-1 0 0,0 0 1 0 0,0 1 0 0 0,1-1-1 0 0,0 0 1 0 0,0 1 0 0 0,1-1-1 0 0,0 0 1 0 0,0 1-1 0 0,0-1 1 0 0,1 1 0 0 0,0-1-1 0 0,1 1 1 0 0,-1 0 0 0 0,1 0-1 0 0,7-11 1 0 0,-5 9-173 0 0,0 1 0 0 0,0 0 0 0 0,1 0 0 0 0,0 0 0 0 0,0 1 0 0 0,1-1 0 0 0,0 2 0 0 0,0-1 0 0 0,11-6 0 0 0,-10 8-497 0 0,-1 0-1 0 0,1 0 0 0 0,0 1 1 0 0,0 0-1 0 0,0 1 0 0 0,9-2 0 0 0,2 1-6637 0 0</inkml:trace>
</inkml:ink>
</file>

<file path=ppt/ink/ink2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6:20.3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0 140 10138 0 0,'10'0'448'0'0,"-3"0"96"0"0,2-2-440 0 0,-2 1-104 0 0,-1 0 0 0 0,-2-1 0 0 0,3-2 961 0 0,6-2 159 0 0,5-2 40 0 0,10-7 8 0 0,0-2-1040 0 0,2 0-200 0 0,-3-1-48 0 0,0-1-8 0 0,-1 3 128 0 0,-5 2 80 0 0</inkml:trace>
</inkml:ink>
</file>

<file path=ppt/ink/ink2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6:21.7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 8754 0 0,'12'-4'11261'0'0,"2"19"-10499"0"0,-13-14-656 0 0,6 6 8 0 0,0 2 1 0 0,-1-1-1 0 0,0 1 0 0 0,0 0 1 0 0,-1 0-1 0 0,0 1 0 0 0,-1-1 1 0 0,0 1-1 0 0,0 0 0 0 0,3 19 0 0 0,-1 1-782 0 0,-2 0 0 0 0,1 41 0 0 0,-4-38-800 0 0</inkml:trace>
</inkml:ink>
</file>

<file path=ppt/ink/ink2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6:22.0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5 283 5529 0 0,'-2'-19'667'0'0,"0"1"0"0"0,2-1 0 0 0,0 0 0 0 0,2 0 0 0 0,0 1 0 0 0,6-26 0 0 0,-7 37-337 0 0,1 0 1 0 0,-1 1-1 0 0,2-1 1 0 0,-1 0-1 0 0,1 1 1 0 0,0 0-1 0 0,0-1 1 0 0,1 1-1 0 0,0 1 1 0 0,0-1-1 0 0,0 0 1 0 0,1 1-1 0 0,-1 0 1 0 0,2 0-1 0 0,-1 0 1 0 0,0 1-1 0 0,1 0 1 0 0,0 0-1 0 0,11-7 1 0 0,-14 10-279 0 0,-1 0 0 0 0,1 0 0 0 0,-1 0 1 0 0,1 0-1 0 0,-1 1 0 0 0,1-1 1 0 0,-1 1-1 0 0,1-1 0 0 0,0 1 1 0 0,-1 0-1 0 0,1 0 0 0 0,0 0 1 0 0,-1 0-1 0 0,1 0 0 0 0,0 1 0 0 0,-1-1 1 0 0,1 1-1 0 0,-1 0 0 0 0,1 0 1 0 0,-1 0-1 0 0,1 0 0 0 0,-1 0 1 0 0,1 0-1 0 0,-1 1 0 0 0,0-1 0 0 0,0 1 1 0 0,0 0-1 0 0,0 0 0 0 0,0-1 1 0 0,2 4-1 0 0,-1-1 32 0 0,-1 0-1 0 0,0 1 1 0 0,0-1 0 0 0,-1 0 0 0 0,1 1-1 0 0,-1-1 1 0 0,0 1 0 0 0,0-1-1 0 0,0 1 1 0 0,-1 0 0 0 0,1-1 0 0 0,-1 1-1 0 0,-1 0 1 0 0,1 0 0 0 0,0-1 0 0 0,-3 8-1 0 0,-22 65-1 0 0,19-63-47 0 0,1 1 1 0 0,0-1-1 0 0,1 1 0 0 0,1 0 0 0 0,0 1 0 0 0,-1 16 0 0 0,4-32-4 0 0,0 1-1 0 0,0 0 0 0 0,0 0 0 0 0,0 0 1 0 0,0 0-1 0 0,0 0 0 0 0,0 0 1 0 0,0-1-1 0 0,0 1 0 0 0,0 0 0 0 0,1 0 1 0 0,-1 0-1 0 0,0 0 0 0 0,1-1 0 0 0,-1 1 1 0 0,1 0-1 0 0,-1 0 0 0 0,0-1 1 0 0,1 1-1 0 0,0 0 0 0 0,-1 0 0 0 0,1-1 1 0 0,-1 1-1 0 0,1-1 0 0 0,0 1 1 0 0,0-1-1 0 0,-1 1 0 0 0,1-1 0 0 0,0 1 1 0 0,0-1-1 0 0,-1 0 0 0 0,1 1 1 0 0,0-1-1 0 0,0 0 0 0 0,0 0 0 0 0,0 1 1 0 0,0-1-1 0 0,-1 0 0 0 0,1 0 0 0 0,0 0 1 0 0,0 0-1 0 0,0 0 0 0 0,0 0 1 0 0,0-1-1 0 0,1 1 0 0 0,4-1-885 0 0,1-1 1 0 0,0 0-1 0 0,-1-1 0 0 0,11-5 0 0 0,-10 5-1708 0 0,10-4-3779 0 0</inkml:trace>
</inkml:ink>
</file>

<file path=ppt/ink/ink2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6:23.1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1840 0 0,'5'0'6821'0'0,"-1"0"-6019"0"0,17 1 405 0 0,-1 1 0 0 0,0 1 0 0 0,0 1 0 0 0,30 10-1 0 0,81 33-817 0 0,-115-41-1368 0 0</inkml:trace>
</inkml:ink>
</file>

<file path=ppt/ink/ink2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6:23.7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2 10138 0 0,'-2'-1'2942'0'0,"2"16"2911"0"0,3 13-5280 0 0,62 307-241 0 0,-59-307-1246 0 0</inkml:trace>
</inkml:ink>
</file>

<file path=ppt/ink/ink2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6:24.1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66 290 1376 0 0,'-26'-21'315'0'0,"22"17"926"0"0,-1-1 0 0 0,1 0 1 0 0,0 0-1 0 0,0 0 0 0 0,-6-10 1 0 0,9 12-741 0 0,0 1 0 0 0,0-1 0 0 0,0 0 0 0 0,0 1 0 0 0,0-1 0 0 0,0 0 0 0 0,1 0 1 0 0,-1 1-1 0 0,1-1 0 0 0,0 0 0 0 0,0 0 0 0 0,0 0 0 0 0,0 0 0 0 0,1-3 0 0 0,0 3-461 0 0,0 1 0 0 0,0-1-1 0 0,0 1 1 0 0,0-1 0 0 0,0 1-1 0 0,1 0 1 0 0,-1-1 0 0 0,1 1-1 0 0,-1 0 1 0 0,4-3 0 0 0,8-7 91 0 0,0 1 0 0 0,1 1 0 0 0,0 1 0 0 0,0 0 1 0 0,28-13-1 0 0,83-27-260 0 0,-97 38 140 0 0,-18 8-13 0 0,37-13-16 0 0,-44 15 22 0 0,-1 0 1 0 0,1 1 0 0 0,0-1 0 0 0,-1 1 0 0 0,1-1 0 0 0,0 1-1 0 0,-1 0 1 0 0,1 0 0 0 0,0 1 0 0 0,-1-1 0 0 0,1 0 0 0 0,0 1-1 0 0,-1-1 1 0 0,4 2 0 0 0,-5-1 8 0 0,-1 0 0 0 0,0-1 0 0 0,1 1 0 0 0,-1 0 0 0 0,0 0 0 0 0,1 0-1 0 0,-1-1 1 0 0,0 1 0 0 0,0 0 0 0 0,1 0 0 0 0,-1 0 0 0 0,0-1 0 0 0,0 1 0 0 0,0 0 0 0 0,0 0-1 0 0,0 0 1 0 0,0 0 0 0 0,0 0 0 0 0,-1-1 0 0 0,1 1 0 0 0,0 0 0 0 0,0 0 0 0 0,-1 0 0 0 0,0 1 0 0 0,-9 23 106 0 0,9-22-90 0 0,-9 17 84 0 0,1-2-347 0 0,1 0 0 0 0,0 1 0 0 0,1 0-1 0 0,-7 35 1 0 0,13-50 200 0 0,1-1 0 0 0,-1 0 0 0 0,1 0 0 0 0,-1 1 0 0 0,1-1-1 0 0,0 0 1 0 0,1 0 0 0 0,-1 0 0 0 0,0 1 0 0 0,1-1 0 0 0,0 0 0 0 0,0 0 0 0 0,0 0 0 0 0,0 0 0 0 0,0 0 0 0 0,1 0 0 0 0,-1 0 0 0 0,1 0 0 0 0,0 0 0 0 0,-1-1-1 0 0,1 1 1 0 0,1-1 0 0 0,-1 1 0 0 0,0-1 0 0 0,1 0 0 0 0,-1 0 0 0 0,1 0 0 0 0,-1 0 0 0 0,1 0 0 0 0,0-1 0 0 0,0 1 0 0 0,0-1 0 0 0,0 0 0 0 0,0 0 0 0 0,0 0 0 0 0,0 0-1 0 0,4 0 1 0 0,-4 0 73 0 0,0 0-1 0 0,0-1 1 0 0,1 1-1 0 0,-1-1 0 0 0,0 0 1 0 0,0 0-1 0 0,1 0 0 0 0,-1 0 1 0 0,0-1-1 0 0,0 1 1 0 0,0-1-1 0 0,0 0 0 0 0,1 0 1 0 0,-1 0-1 0 0,0 0 0 0 0,0 0 1 0 0,-1-1-1 0 0,1 1 1 0 0,0-1-1 0 0,0 0 0 0 0,-1 0 1 0 0,1 0-1 0 0,-1 0 0 0 0,0 0 1 0 0,1-1-1 0 0,-1 1 1 0 0,0-1-1 0 0,0 1 0 0 0,-1-1 1 0 0,1 0-1 0 0,2-5 0 0 0,-2 2 17 0 0,0 0 0 0 0,0-1 0 0 0,0 1-1 0 0,-1 0 1 0 0,0-1 0 0 0,0 1-1 0 0,0-1 1 0 0,-1 1 0 0 0,0-1-1 0 0,0 1 1 0 0,-1-1 0 0 0,0 1-1 0 0,0-1 1 0 0,-4-11 0 0 0,1 9 10 0 0,0-1 0 0 0,-1 1 0 0 0,0 0 0 0 0,0 0 0 0 0,-11-13 0 0 0,13 19-257 0 0,1 0-1 0 0,-1 0 1 0 0,0 0-1 0 0,0 0 1 0 0,0 0-1 0 0,0 0 1 0 0,-1 1-1 0 0,1 0 1 0 0,-1 0-1 0 0,0 0 1 0 0,1 0-1 0 0,-1 0 1 0 0,0 1-1 0 0,0-1 1 0 0,0 1-1 0 0,-7-1 1 0 0,-2 3-903 0 0</inkml:trace>
</inkml:ink>
</file>

<file path=ppt/ink/ink2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6:24.3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 11979 0 0,'3'-17'1129'0'0,"2"21"130"0"0,4 28 1171 0 0,-1 31-444 0 0,21 81 0 0 0,-8-77-3332 0 0,7-3-3321 0 0,-17-43-1679 0 0</inkml:trace>
</inkml:ink>
</file>

<file path=ppt/ink/ink2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6:24.5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4 132 12443 0 0,'-2'-13'544'0'0,"1"3"128"0"0,2 0-544 0 0,1 3-128 0 0,0 4 0 0 0,1 0 0 0 0,1 0 872 0 0,2-2 152 0 0,6-4 25 0 0,2-4 7 0 0,7 0-256 0 0,5 1-56 0 0,2 2-8 0 0,2 1 0 0 0,3 2-1216 0 0,4 4-240 0 0,6 2-48 0 0,1 1-16 0 0</inkml:trace>
</inkml:ink>
</file>

<file path=ppt/ink/ink2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6:48.0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179 597 7370 0 0,'-10'-26'1609'0'0,"-2"0"1"0"0,-1 1 0 0 0,-1 1-1 0 0,0 0 1 0 0,-2 0 0 0 0,-1 2-1 0 0,-1 0 1 0 0,-36-34 0 0 0,43 48-805 0 0,16 16-608 0 0,4 6-163 0 0,79 161-6 0 0,-61-113-16 0 0,3-2 0 0 0,44 65 0 0 0,-63-109-11 0 0,1 0 0 0 0,0-1 0 0 0,1-1 1 0 0,1 0-1 0 0,0 0 0 0 0,1-2 0 0 0,0 0 1 0 0,1-1-1 0 0,0 0 0 0 0,1-1 0 0 0,0-1 1 0 0,19 7-1 0 0,-34-15 10 0 0,0 0-1 0 0,0-1 1 0 0,1 1 0 0 0,-1-1-1 0 0,0 0 1 0 0,1 1 0 0 0,-1-1-1 0 0,0 0 1 0 0,1-1 0 0 0,-1 1-1 0 0,0 0 1 0 0,1-1 0 0 0,-1 1 0 0 0,0-1-1 0 0,1 1 1 0 0,-1-1 0 0 0,0 0-1 0 0,0 0 1 0 0,0 0 0 0 0,0-1-1 0 0,0 1 1 0 0,0 0 0 0 0,0-1-1 0 0,0 1 1 0 0,0-1 0 0 0,-1 0 0 0 0,1 1-1 0 0,-1-1 1 0 0,1 0 0 0 0,-1 0-1 0 0,0 0 1 0 0,0 0 0 0 0,0 0-1 0 0,0 0 1 0 0,1-3 0 0 0,4-9 90 0 0,0-1 1 0 0,-1 1-1 0 0,-1-1 0 0 0,3-17 1 0 0,-7 28-89 0 0,13-82 345 0 0,-4-1-1 0 0,-3-148 0 0 0,-4 53 264 0 0,-1 144-835 0 0,8-40 0 0 0,-8 68 122 0 0,1 0-1 0 0,0 1 1 0 0,1 0 0 0 0,0-1 0 0 0,0 1 0 0 0,1 0 0 0 0,0 1-1 0 0,1-1 1 0 0,10-14 0 0 0,-15 22 54 0 0,1 0 0 0 0,0 0 0 0 0,-1 0 0 0 0,1 0 0 0 0,0 0 0 0 0,0 1 0 0 0,0-1-1 0 0,0 0 1 0 0,0 0 0 0 0,0 1 0 0 0,0-1 0 0 0,0 1 0 0 0,0-1 0 0 0,0 1 0 0 0,0-1 0 0 0,0 1 0 0 0,0-1-1 0 0,0 1 1 0 0,0 0 0 0 0,0 0 0 0 0,1 0 0 0 0,-1-1 0 0 0,0 1 0 0 0,0 0 0 0 0,0 1 0 0 0,0-1 0 0 0,1 0 0 0 0,-1 0-1 0 0,0 0 1 0 0,2 1 0 0 0,-1 1-99 0 0,0-1 0 0 0,0 1-1 0 0,0-1 1 0 0,-1 1 0 0 0,1 0-1 0 0,0-1 1 0 0,-1 1 0 0 0,1 0-1 0 0,-1 0 1 0 0,0 0 0 0 0,0 0-1 0 0,1 1 1 0 0,-1-1 0 0 0,0 3-1 0 0,8 22-854 0 0</inkml:trace>
</inkml:ink>
</file>

<file path=ppt/ink/ink2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6:48.3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23 171 1376 0 0,'-22'0'9367'0'0,"22"0"-9276"0"0,32-34 4728 0 0,-23 25-4749 0 0,22-25 1221 0 0,-15 15-1194 0 0,1 2 0 0 0,35-30 0 0 0,-36 36-6264 0 0</inkml:trace>
</inkml:ink>
</file>

<file path=ppt/ink/ink2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6:48.5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1 112 8290 0 0,'17'-15'5984'0'0,"33"-28"-2917"0"0,2 1-3924 0 0,-50 41 584 0 0,0 0 1 0 0,0-1 0 0 0,1 1 0 0 0,-1 0 0 0 0,0 0 0 0 0,0 0 0 0 0,1 1 0 0 0,-1-1 0 0 0,3 0 0 0 0,8-1-1136 0 0</inkml:trace>
</inkml:ink>
</file>

<file path=ppt/ink/ink2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6:58.746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</inkml:brush>
  </inkml:definitions>
  <inkml:trace contextRef="#ctx0" brushRef="#br0">340 632 8290 0 0,'-16'5'215'0'0,"0"1"0"0"0,0 0 1 0 0,1 1-1 0 0,0 0 0 0 0,-22 15 1 0 0,-5 2-175 0 0,7-4-48 0 0,-32 17-336 0 0,62-35 244 0 0,-1 1 1 0 0,0-1 0 0 0,1-1-1 0 0,-1 1 1 0 0,0-1 0 0 0,0 0 0 0 0,0 0-1 0 0,0-1 1 0 0,-11 0 0 0 0,17 0 138 0 0,0 0 0 0 0,-1 1 0 0 0,1-1 0 0 0,-1 0 0 0 0,1 0 0 0 0,0 0 1 0 0,-1 0-1 0 0,1 0 0 0 0,-1 0 0 0 0,1 0 0 0 0,0 0 0 0 0,-1 0 0 0 0,1-1 0 0 0,0 1 1 0 0,-1 0-1 0 0,1 0 0 0 0,0 0 0 0 0,-1 0 0 0 0,1 0 0 0 0,0-1 0 0 0,-1 1 0 0 0,1 0 0 0 0,0 0 1 0 0,-1 0-1 0 0,1-1 0 0 0,0 1 0 0 0,-1 0 0 0 0,1-1 0 0 0,0 1 0 0 0,0 0 0 0 0,0-1 1 0 0,-1 1-1 0 0,1 0 0 0 0,0-1 0 0 0,0 1 0 0 0,0 0 0 0 0,0-1 0 0 0,12-10 1406 0 0,23-5-185 0 0,418-113-231 0 0,43-18-1014 0 0,11-2 124 0 0,-266 78-119 0 0,3 10 1 0 0,413-47-1 0 0,-113 73-152 0 0,-60 4-2 0 0,-432 27 69 0 0,12-3 1 0 0,0 3 1 0 0,122 8 0 0 0,-183-3 59 0 0,0-1 0 0 0,1 1 0 0 0,-1 0 0 0 0,0 0 0 0 0,0 0 0 0 0,0 0 0 0 0,0 0 0 0 0,4 3 0 0 0,-7-4 0 0 0,0 0 0 0 0,1 1 1 0 0,-1-1-1 0 0,0 0 0 0 0,1 0 0 0 0,-1 1 0 0 0,0-1 0 0 0,0 0 0 0 0,1 1 0 0 0,-1-1 0 0 0,0 0 0 0 0,0 1 0 0 0,1-1 0 0 0,-1 0 0 0 0,0 1 0 0 0,0-1 0 0 0,0 0 0 0 0,0 1 0 0 0,0-1 0 0 0,0 1 0 0 0,0-1 0 0 0,0 0 0 0 0,0 1 0 0 0,0-1 0 0 0,0 1 0 0 0,0-1 1 0 0,0 1-1 0 0,0 0-2 0 0,-1 0 1 0 0,1 0 0 0 0,-1 0 0 0 0,0 0 0 0 0,0-1 0 0 0,1 1 0 0 0,-1 0 0 0 0,0 0 0 0 0,0-1 0 0 0,0 1 0 0 0,0 0 0 0 0,1-1 0 0 0,-1 1 0 0 0,-2 0-1 0 0,-310 135-250 0 0,223-101 276 0 0,-434 140-97 0 0,-13-33-170 0 0,392-106 281 0 0,-1020 297 1396 0 0,1030-288-1403 0 0,-227 83 185 0 0,301-104-166 0 0,-146 67 773 0 0,172-74-565 0 0,2 2 0 0 0,0 2 0 0 0,-54 44 0 0 0,86-64-249 0 0,-1 0 0 0 0,1 0 0 0 0,-1 0 0 0 0,1 0 0 0 0,0 1 0 0 0,-1-1 0 0 0,1 0 0 0 0,0 1 0 0 0,0-1 0 0 0,0 1 0 0 0,0-1 0 0 0,0 1 0 0 0,0 0 0 0 0,1-1 0 0 0,-1 1 0 0 0,0 0 0 0 0,1-1 0 0 0,-1 1 0 0 0,1 0 0 0 0,0 0 0 0 0,-1 0 0 0 0,1-1 0 0 0,0 1 0 0 0,0 0 0 0 0,1 3 0 0 0,0-2 1 0 0,1-1-1 0 0,-1 0 0 0 0,1 0 0 0 0,-1 0 0 0 0,1-1 0 0 0,0 1 0 0 0,0 0 0 0 0,0-1 0 0 0,0 1 1 0 0,0-1-1 0 0,0 1 0 0 0,0-1 0 0 0,0 0 0 0 0,1 0 0 0 0,-1 0 0 0 0,0 0 0 0 0,1-1 0 0 0,2 2 1 0 0,16 3-37 0 0,0-1 1 0 0,0 0 0 0 0,1-2 0 0 0,40 0-1 0 0,90-12-172 0 0,-106 6 184 0 0,446-51 523 0 0,-43 4-442 0 0,167 3 488 0 0,124-13-189 0 0,-6-45-292 0 0,-581 77-63 0 0,259-55 127 0 0,-627 119 1973 0 0,52-11-1316 0 0,-70 13-798 0 0,-1036 251-633 0 0,1232-277 634 0 0,-464 142-77 0 0,13 39-206 0 0,392-146-278 0 0,-141 94 0 0 0,188-106 366 0 0,2 2 0 0 0,1 3 1 0 0,2 1-1 0 0,-53 63 0 0 0,89-94 156 0 0,0 0 1 0 0,1 1-1 0 0,1 0 0 0 0,0 0 1 0 0,0 0-1 0 0,1 1 1 0 0,0 0-1 0 0,-5 18 1 0 0,9-24 9 0 0,0 0 0 0 0,0 0 1 0 0,1 0-1 0 0,0 0 0 0 0,0 1 1 0 0,0-1-1 0 0,1 0 1 0 0,-1 0-1 0 0,1 0 0 0 0,1 0 1 0 0,-1 0-1 0 0,1 0 0 0 0,-1-1 1 0 0,1 1-1 0 0,1 0 1 0 0,-1-1-1 0 0,1 0 0 0 0,-1 1 1 0 0,1-1-1 0 0,1 0 0 0 0,-1 0 1 0 0,5 4-1 0 0,5 3-144 0 0,0 0 0 0 0,0-1 1 0 0,1 0-1 0 0,0-2 0 0 0,1 1 0 0 0,0-2 0 0 0,1 0 0 0 0,-1 0 0 0 0,1-2 1 0 0,0 0-1 0 0,27 4 0 0 0,12 0-587 0 0,2-2 1 0 0,62-2 0 0 0,309-19-814 0 0,3-31 1677 0 0,-122 11 744 0 0,96-4 689 0 0,1192-139 2189 0 0,-1131 116-3720 0 0,-451 59-3 0 0,-6 1-3 0 0,0-1-1 0 0,0 2 1 0 0,0-1-1 0 0,1 1 1 0 0,-1 0 0 0 0,0 1-1 0 0,0 0 1 0 0,14 4-1 0 0,-22-5 7 0 0,-1 0 0 0 0,1 0-1 0 0,0 0 1 0 0,-1 1-1 0 0,1-1 1 0 0,-1 0 0 0 0,1 0-1 0 0,-1 1 1 0 0,1-1-1 0 0,-1 0 1 0 0,1 1 0 0 0,-1-1-1 0 0,1 0 1 0 0,-1 1-1 0 0,1-1 1 0 0,-1 1 0 0 0,0-1-1 0 0,1 1 1 0 0,-1-1-1 0 0,0 1 1 0 0,1-1-1 0 0,-1 1 1 0 0,0-1 0 0 0,0 1-1 0 0,1-1 1 0 0,-1 1-1 0 0,0 0 1 0 0,0-1 0 0 0,0 1-1 0 0,0 0 1 0 0,0 0 0 0 0,0 1 0 0 0,-1-1 0 0 0,0 0 0 0 0,1 0 1 0 0,-1 0-1 0 0,1 1 0 0 0,-1-1 0 0 0,0 0 0 0 0,0 0 1 0 0,0 0-1 0 0,0 0 0 0 0,0-1 0 0 0,-1 3 0 0 0,-41 24 49 0 0,38-25-35 0 0,-68 36 556 0 0,-133 47 1 0 0,-89 10 960 0 0,171-57-1268 0 0,-700 195 1051 0 0,215-64-682 0 0,9 25-312 0 0,-455 173-1497 0 0,854-290 267 0 0,160-59 440 0 0,1 2 1 0 0,-64 43-1 0 0,103-63 463 0 0,-1 1 0 0 0,1 0 0 0 0,0 0 0 0 0,0 0 1 0 0,0 0-1 0 0,0 0 0 0 0,-1 0 0 0 0,2 0 0 0 0,-1 0 0 0 0,0 0 0 0 0,0 0 0 0 0,0 1 0 0 0,0-1 0 0 0,1 0 0 0 0,-1 1 0 0 0,0 1 0 0 0,1-3 2 0 0,0 1-1 0 0,0-1 0 0 0,0 1 0 0 0,0-1 0 0 0,1 1 0 0 0,-1 0 0 0 0,0-1 1 0 0,0 1-1 0 0,1-1 0 0 0,-1 1 0 0 0,0-1 0 0 0,0 1 0 0 0,1-1 0 0 0,-1 1 1 0 0,1-1-1 0 0,-1 1 0 0 0,0-1 0 0 0,1 0 0 0 0,-1 1 0 0 0,1-1 0 0 0,-1 1 1 0 0,1-1-1 0 0,-1 0 0 0 0,1 0 0 0 0,-1 1 0 0 0,2-1 0 0 0,5 3-53 0 0,0-1 0 0 0,0 0-1 0 0,1 0 1 0 0,12 1-1 0 0,-19-3 56 0 0,57 6-383 0 0,1-3 1 0 0,64-4-1 0 0,119-19-746 0 0,-210 17 1056 0 0,1173-155 1216 0 0,-1039 134-1044 0 0,681-142 347 0 0,-395 37 120 0 0,-354 98-374 0 0,58-24 299 0 0,57-17 1186 0 0,-377 138-294 0 0,-537 200-641 0 0,-130 55-1344 0 0,605-224 555 0 0,-230 103-127 0 0,16 26-408 0 0,352-172-193 0 0,2 3-1 0 0,-129 114 0 0 0,205-162 524 0 0,0 0 0 0 0,0 1 1 0 0,1 0-1 0 0,-15 22 0 0 0,23-30 205 0 0,0-1 0 0 0,0 1 1 0 0,0 0-1 0 0,0 0 0 0 0,0 0 1 0 0,0 0-1 0 0,0 0 0 0 0,1 0 1 0 0,-1 0-1 0 0,1 0 0 0 0,0 0 0 0 0,-1 0 1 0 0,1 0-1 0 0,0 0 0 0 0,0 0 1 0 0,0 1-1 0 0,1-1 0 0 0,-1 0 1 0 0,0 0-1 0 0,1 0 0 0 0,-1 0 0 0 0,1 0 1 0 0,0 0-1 0 0,0 0 0 0 0,0 0 1 0 0,0-1-1 0 0,0 1 0 0 0,0 0 1 0 0,0 0-1 0 0,0-1 0 0 0,1 1 0 0 0,-1-1 1 0 0,1 1-1 0 0,-1-1 0 0 0,1 1 1 0 0,0-1-1 0 0,-1 0 0 0 0,1 0 1 0 0,0 0-1 0 0,3 1 0 0 0,8 5-119 0 0,1-2-1 0 0,-1 0 1 0 0,1-1-1 0 0,0 0 0 0 0,0-1 1 0 0,0-1-1 0 0,19 2 1 0 0,104-4-218 0 0,196-37 1193 0 0,-2-27 584 0 0,-206 39-1075 0 0,1336-351 1277 0 0,-961 206-1916 0 0,23-7 224 0 0,-425 143 326 0 0,-40 14 691 0 0,89-21 0 0 0,-354 103 2383 0 0,82-21-2932 0 0,-1465 481-4427 0 0,1335-434 3163 0 0,-201 76-300 0 0,16 35 482 0 0,146-37 28 0 0,271-150 598 0 0,0 2 0 0 0,0 1 0 0 0,-39 34 0 0 0,57-44 80 0 0,0 0 1 0 0,0 1-1 0 0,0-1 0 0 0,1 1 1 0 0,0 0-1 0 0,0 1 0 0 0,1-1 0 0 0,-5 12 1 0 0,7-15 10 0 0,0 1 1 0 0,0 0 0 0 0,0 0 0 0 0,0 1-1 0 0,1-1 1 0 0,0 0 0 0 0,0 0 0 0 0,0 0-1 0 0,0 0 1 0 0,1 0 0 0 0,0 0-1 0 0,0 0 1 0 0,0 0 0 0 0,0 0 0 0 0,0 0-1 0 0,3 5 1 0 0,0-2 5 0 0,1-1 0 0 0,0 0 1 0 0,0 1-1 0 0,0-1 0 0 0,1-1 0 0 0,-1 1 0 0 0,1-1 0 0 0,1 0 1 0 0,-1-1-1 0 0,1 1 0 0 0,-1-1 0 0 0,1-1 0 0 0,1 1 0 0 0,-1-1 0 0 0,0 0 1 0 0,16 3-1 0 0,8 2-39 0 0,1-2 0 0 0,56 4-1 0 0,3-5 281 0 0,1-5 0 0 0,0-4-1 0 0,94-16 1 0 0,275-67 915 0 0,-307 54-779 0 0,673-155 420 0 0,-382 83-914 0 0,-293 65 147 0 0,-88 21-44 0 0,0 3 1 0 0,1 3-1 0 0,110-8 1 0 0,-172 21 5 0 0,47 3-1 0 0,-48-3 1 0 0,-1 0 0 0 0,0 1 0 0 0,0-1 0 0 0,1 1 0 0 0,-1-1 0 0 0,0 0 1 0 0,0 1-1 0 0,0 0 0 0 0,0-1 0 0 0,1 1 0 0 0,-1 0 0 0 0,0 0 0 0 0,0 0 1 0 0,1 1-1 0 0,-2-2 0 0 0,0 1 0 0 0,1 0 1 0 0,-1 0-1 0 0,0-1 1 0 0,0 1-1 0 0,0 0 0 0 0,0-1 1 0 0,0 1-1 0 0,0 0 1 0 0,0 0-1 0 0,0-1 0 0 0,0 1 1 0 0,0 0-1 0 0,0 0 0 0 0,0-1 1 0 0,0 1-1 0 0,-1 0 1 0 0,1-1-1 0 0,0 1 0 0 0,-1 0 1 0 0,1-1-1 0 0,0 1 1 0 0,-1-1-1 0 0,1 1 0 0 0,-1 0 1 0 0,1-1-1 0 0,-1 1 0 0 0,0 0 1 0 0,-10 10 43 0 0,-1-1-1 0 0,-1 0 1 0 0,0 0 0 0 0,0-1-1 0 0,-1-1 1 0 0,0 0 0 0 0,0-1-1 0 0,-20 7 1 0 0,2 0 144 0 0,-483 187 1341 0 0,-17-40-1468 0 0,211-67 58 0 0,-576 178 11 0 0,580-165-123 0 0,15 27-94 0 0,170-54-793 0 0,113-67 492 0 0,2 1 1 0 0,-1 0 0 0 0,2 1 0 0 0,-27 32 0 0 0,42-45 301 0 0,-1 0-1 0 0,0 1 1 0 0,1-1 0 0 0,-1 0 0 0 0,1 1 0 0 0,0-1 0 0 0,0 1 0 0 0,0 0-1 0 0,0-1 1 0 0,0 1 0 0 0,0 0 0 0 0,1-1 0 0 0,-1 1 0 0 0,1 0 0 0 0,0 0-1 0 0,0 4 1 0 0,1-5 48 0 0,-1 0 1 0 0,1 0-1 0 0,0-1 0 0 0,-1 1 0 0 0,1 0 0 0 0,0 0 0 0 0,0-1 1 0 0,1 1-1 0 0,-1 0 0 0 0,0-1 0 0 0,1 1 0 0 0,-1-1 0 0 0,0 0 1 0 0,1 1-1 0 0,0-1 0 0 0,-1 0 0 0 0,1 0 0 0 0,0 0 0 0 0,-1 0 1 0 0,1 0-1 0 0,0 0 0 0 0,0-1 0 0 0,3 2 0 0 0,20 4 98 0 0,1-1 0 0 0,-1-1 0 0 0,1-2 0 0 0,0 0 0 0 0,33-3 1 0 0,-38 1 73 0 0,91-4 673 0 0,0-4-1 0 0,118-25 1 0 0,220-66 1086 0 0,853-269-838 0 0,-1083 301-907 0 0,-1-6-54 0 0,123-33 63 0 0,-447 121 227 0 0,-291 116 146 0 0,269-83-494 0 0,-142 51-1234 0 0,-255 136 0 0 0,-155 159 438 0 0,547-302 731 0 0,3 5 0 0 0,-215 212 0 0 0,325-289 22 0 0,-124 137-306 0 0,124-133 187 0 0,1 0 0 0 0,1 2 0 0 0,1 0-1 0 0,-23 53 1 0 0,36-73 117 0 0,1 1-1 0 0,0 0 0 0 0,0-1 1 0 0,1 1-1 0 0,-1 0 1 0 0,1 0-1 0 0,1 0 0 0 0,-1 1 1 0 0,2-1-1 0 0,-1 0 0 0 0,3 14 1 0 0,-2-17 11 0 0,1 1 0 0 0,-1 0 0 0 0,1 0 0 0 0,0 0 0 0 0,1-1 0 0 0,-1 0 0 0 0,1 1 0 0 0,0-1 0 0 0,0 0-1 0 0,1 0 1 0 0,-1 0 0 0 0,1-1 0 0 0,0 1 0 0 0,0-1 0 0 0,0 0 0 0 0,0 0 0 0 0,5 3 0 0 0,8 2 38 0 0,0 0 0 0 0,1-1-1 0 0,-1-1 1 0 0,1-1 0 0 0,1 0-1 0 0,-1-1 1 0 0,1-1 0 0 0,-1-1-1 0 0,34 0 1 0 0,7-4 79 0 0,107-17 0 0 0,203-62 753 0 0,-4-25 164 0 0,-282 81-936 0 0,441-157 376 0 0,-64 21-338 0 0,-271 99-128 0 0,403-108 55 0 0,-565 164-65 0 0,-21 4 0 0 0,-20 5 0 0 0,-492 114 1150 0 0,393-87-1148 0 0,-411 115-180 0 0,6 25 20 0 0,-430 223 146 0 0,717-268-77 0 0,197-104 31 0 0,2 2-1 0 0,1 1 1 0 0,0 2 0 0 0,-41 45 0 0 0,68-66 25 0 0,-1 0 1 0 0,1 0 0 0 0,1 0 0 0 0,-1 0 0 0 0,1 1 0 0 0,0-1-1 0 0,0 1 1 0 0,1 0 0 0 0,-1 0 0 0 0,-1 8 0 0 0,4-11 7 0 0,0 0 1 0 0,0 0-1 0 0,0 0 0 0 0,0 0 1 0 0,0 0-1 0 0,0-1 1 0 0,1 1-1 0 0,0 0 0 0 0,-1 0 1 0 0,1 0-1 0 0,0 0 1 0 0,0-1-1 0 0,1 1 0 0 0,-1 0 1 0 0,1-1-1 0 0,-1 1 1 0 0,1-1-1 0 0,0 0 0 0 0,0 1 1 0 0,0-1-1 0 0,0 0 1 0 0,0 0-1 0 0,5 3 0 0 0,6 4-35 0 0,0 0 1 0 0,1-1-1 0 0,0 0 0 0 0,1-2 0 0 0,-1 1 0 0 0,1-2 0 0 0,1 0 0 0 0,-1-1 0 0 0,29 5 0 0 0,6-3 245 0 0,92-2 0 0 0,30-10 538 0 0,263-45 1 0 0,166-69-20 0 0,-374 71-649 0 0,205-55-36 0 0,74-16-25 0 0,-486 116 48 0 0,-39 7-44 0 0,-4 1 94 0 0,-75 14 116 0 0,-163 55-1 0 0,-89 57-197 0 0,151-54-131 0 0,130-50 83 0 0,-383 148-193 0 0,15 35-125 0 0,309-140 202 0 0,-75 44-172 0 0,191-106 295 0 0,-15 9-71 0 0,-27 22 0 0 0,48-34 67 0 0,1 1-1 0 0,-1 0 1 0 0,1 0-1 0 0,0 1 1 0 0,0-1 0 0 0,1 1-1 0 0,-1 0 1 0 0,1 0-1 0 0,0 1 1 0 0,-4 9 0 0 0,8-13 2 0 0,-1-1 1 0 0,1 0-1 0 0,0 1 1 0 0,-1-1 0 0 0,1 0-1 0 0,0 1 1 0 0,0-1 0 0 0,1 0-1 0 0,-1 1 1 0 0,0-1 0 0 0,1 0-1 0 0,0 0 1 0 0,-1 1-1 0 0,1-1 1 0 0,0 0 0 0 0,0 0-1 0 0,0 0 1 0 0,0 0 0 0 0,1 0-1 0 0,-1 0 1 0 0,0 0-1 0 0,1 0 1 0 0,0-1 0 0 0,-1 1-1 0 0,1 0 1 0 0,0-1 0 0 0,0 1-1 0 0,0-1 1 0 0,3 2-1 0 0,5 3-98 0 0,1 0 0 0 0,0 0-1 0 0,0-1 1 0 0,16 5-1 0 0,10 0 32 0 0,0-1 0 0 0,0-2 0 0 0,1-1 0 0 0,68 1 0 0 0,156-18 790 0 0,563-93 633 0 0,-7-62-1175 0 0,-591 123 45 0 0,-178 37-95 0 0,0 2 0 0 0,80 4 1 0 0,-125 0-94 0 0,-1 0-1 0 0,0 0 1 0 0,0 0 0 0 0,1 1 0 0 0,-1 0 0 0 0,0-1-1 0 0,0 1 1 0 0,0 0 0 0 0,0 1 0 0 0,0-1 0 0 0,0 1 0 0 0,0-1-1 0 0,3 3 1 0 0,-5-3-4 0 0,-1 0-1 0 0,1-1 1 0 0,-1 1 0 0 0,1 0-1 0 0,-1-1 1 0 0,1 1-1 0 0,-1 0 1 0 0,0 0-1 0 0,1-1 1 0 0,-1 1 0 0 0,0 0-1 0 0,0 0 1 0 0,0-1-1 0 0,0 1 1 0 0,1 0-1 0 0,-1 0 1 0 0,0 0-1 0 0,0-1 1 0 0,0 1 0 0 0,-1 0-1 0 0,1 1 1 0 0,-1 0 6 0 0,0 1 1 0 0,1-1 0 0 0,-2 0-1 0 0,1 0 1 0 0,0 1-1 0 0,0-1 1 0 0,-1 0 0 0 0,1 0-1 0 0,-4 3 1 0 0,-11 12 16 0 0,-2-1 1 0 0,1-1-1 0 0,-2-1 0 0 0,0 0 1 0 0,-26 13-1 0 0,-113 51 16 0 0,91-47-9 0 0,-1018 427-1124 0 0,956-406 1097 0 0,1 6 0 0 0,4 5 0 0 0,-188 126 0 0 0,187-90-84 0 0,108-83 59 0 0,0 0 0 0 0,2 2-1 0 0,0 0 1 0 0,-22 34 0 0 0,35-50 10 0 0,0 1 0 0 0,1 0 0 0 0,-1 0 0 0 0,1-1 0 0 0,-1 1 0 0 0,1 0 0 0 0,0 0 0 0 0,0 1 0 0 0,1-1 0 0 0,-1 0 0 0 0,1 0 0 0 0,-1 0 0 0 0,1 0 0 0 0,0 1 0 0 0,0-1 0 0 0,0 0 0 0 0,1 0-1 0 0,-1 1 1 0 0,1-1 0 0 0,0 0 0 0 0,0 0 0 0 0,0 0 0 0 0,2 5 0 0 0,1-4-9 0 0,-1 1 0 0 0,1-1 0 0 0,-1 0 0 0 0,2 0 0 0 0,-1 0-1 0 0,0-1 1 0 0,0 0 0 0 0,1 1 0 0 0,0-2 0 0 0,0 1 0 0 0,0 0 0 0 0,0-1-1 0 0,6 2 1 0 0,9 3-54 0 0,1-1 0 0 0,-1-1 0 0 0,1-1 1 0 0,0-1-1 0 0,1-1 0 0 0,-1 0 0 0 0,26-3 0 0 0,151-20 322 0 0,-169 16-129 0 0,806-181 1716 0 0,-507 102-1601 0 0,182-43-94 0 0,-200 48-126 0 0,243-46-16 0 0,-534 121 9 0 0,-12 3 2 0 0,0-1 0 0 0,-1 1 0 0 0,1 1 0 0 0,0-1 0 0 0,0 1 1 0 0,0 0-1 0 0,13 2 0 0 0,-42 11 188 0 0,-375 149 191 0 0,-177 70-661 0 0,534-216 207 0 0,-135 55-21 0 0,142-56 80 0 0,0 2-1 0 0,2 2 0 0 0,-32 23 0 0 0,28-12-152 0 0</inkml:trace>
</inkml:ink>
</file>

<file path=ppt/ink/ink2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7:00.315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</inkml:brush>
  </inkml:definitions>
  <inkml:trace contextRef="#ctx0" brushRef="#br0">1585 940 9674 0 0,'-201'37'1437'0'0,"92"-14"-938"0"0,-888 140-812 0 0,911-148-2247 0 0,-105 30 0 0 0,935-297 5037 0 0,4 4 2120 0 0,-425 140-3337 0 0,154-46-362 0 0,446-95-698 0 0,-482 134-694 0 0,-33 19-663 0 0,-408 96 1173 0 0,-24 14 1253 0 0,-41 17 1184 0 0,64-30-2421 0 0,-428 180 4280 0 0,-13-24-4569 0 0,227-83 341 0 0,-115 51-1329 0 0,-560 299-1 0 0,701-317-2176 0 0,4 9 0 0 0,-249 205 0 0 0,423-312 3299 0 0,-15 12-24 0 0,-24 28 0 0 0,45-44 164 0 0,-1 1 0 0 0,2 0 0 0 0,-1 1 0 0 0,0-1 1 0 0,1 1-1 0 0,1 0 0 0 0,-1 0 0 0 0,1 0 0 0 0,0 0 1 0 0,-2 11-1 0 0,4-16-14 0 0,1 1-1 0 0,0-1 1 0 0,0 0 0 0 0,0 1-1 0 0,1-1 1 0 0,-1 1 0 0 0,0-1 0 0 0,1 0-1 0 0,0 1 1 0 0,-1-1 0 0 0,1 0-1 0 0,0 0 1 0 0,0 1 0 0 0,0-1-1 0 0,1 0 1 0 0,-1 0 0 0 0,0 0 0 0 0,1 0-1 0 0,0-1 1 0 0,-1 1 0 0 0,1 0-1 0 0,0-1 1 0 0,0 1 0 0 0,0-1-1 0 0,0 1 1 0 0,0-1 0 0 0,0 0 0 0 0,0 0-1 0 0,0 0 1 0 0,5 2 0 0 0,5 1 32 0 0,1 1 1 0 0,0-2-1 0 0,1 1 1 0 0,13 0-1 0 0,19 1 231 0 0,-1-2 1 0 0,0-2-1 0 0,1-1 0 0 0,88-15 0 0 0,179-53 2147 0 0,-276 58-2177 0 0,1058-313 3253 0 0,-555 114-3702 0 0,-12-31-700 0 0,-430 195 693 0 0,204-110 928 0 0,-224 113 771 0 0,-61 22 421 0 0,-17 20-1876 0 0,0 0 0 0 0,0 0 1 0 0,0 0-1 0 0,-1 0 1 0 0,1 0-1 0 0,0 0 0 0 0,0 0 1 0 0,0 0-1 0 0,-1 0 1 0 0,1 0-1 0 0,-42-1 1085 0 0,-17 6-512 0 0,-108 25-1 0 0,-59 31-552 0 0,122-31-22 0 0,-851 270-4274 0 0,859-268 3980 0 0,-337 123-1082 0 0,147-51-314 0 0,280-102 1613 0 0,-316 118-2886 0 0,224-80 693 0 0,-112 67 1 0 0,208-106 2216 0 0,-93 60-2180 0 0,86-55 2058 0 0,1 0 1 0 0,1 1-1 0 0,-1 0 1 0 0,1 0-1 0 0,0 1 0 0 0,1-1 1 0 0,0 2-1 0 0,-8 13 1 0 0,13-21 162 0 0,0 0 1 0 0,1 1-1 0 0,-1-1 0 0 0,1 1 1 0 0,-1-1-1 0 0,1 1 0 0 0,-1-1 1 0 0,1 1-1 0 0,0-1 1 0 0,0 1-1 0 0,0-1 0 0 0,0 1 1 0 0,0-1-1 0 0,0 1 1 0 0,0-1-1 0 0,1 1 0 0 0,-1-1 1 0 0,0 1-1 0 0,1-1 1 0 0,-1 1-1 0 0,1-1 0 0 0,0 0 1 0 0,-1 1-1 0 0,1-1 1 0 0,0 0-1 0 0,0 1 0 0 0,0-1 1 0 0,0 0-1 0 0,0 0 1 0 0,0 0-1 0 0,0 0 0 0 0,0 0 1 0 0,1 0-1 0 0,-1 0 1 0 0,0 0-1 0 0,0 0 0 0 0,1-1 1 0 0,-1 1-1 0 0,2 0 0 0 0,6 3 109 0 0,0-1 0 0 0,0 0 0 0 0,1-1 0 0 0,17 3-1 0 0,11-1-253 0 0,0-1 0 0 0,1-2 0 0 0,56-6-1 0 0,113-26-428 0 0,252-95 1213 0 0,-305 77-498 0 0,936-253 1479 0 0,-763 213-695 0 0,78-19 1256 0 0,4 31 2351 0 0,-377 72-3746 0 0,0 2 0 0 0,0 1 0 0 0,49 4 1 0 0,-81-2-743 0 0,1 1 0 0 0,0-1 0 0 0,-1 0 0 0 0,1 0 1 0 0,-1 1-1 0 0,1-1 0 0 0,0 1 0 0 0,-1-1 0 0 0,1 1 1 0 0,-1 0-1 0 0,1 0 0 0 0,-1-1 0 0 0,1 1 0 0 0,0 2 1 0 0,-1-3-37 0 0,-1 0 0 0 0,0 1 0 0 0,0-1 0 0 0,1 1 0 0 0,-1-1-1 0 0,0 1 1 0 0,0-1 0 0 0,0 1 0 0 0,0-1 0 0 0,1 1 0 0 0,-1-1 0 0 0,0 1 0 0 0,0 0 0 0 0,0-1 0 0 0,0 1 0 0 0,0-1 0 0 0,-1 1 0 0 0,1-1 0 0 0,0 1 0 0 0,0-1 0 0 0,0 1 0 0 0,0-1 0 0 0,-1 1 0 0 0,1-1 0 0 0,0 1 0 0 0,0-1 0 0 0,-1 1 0 0 0,1-1 0 0 0,-4 5 43 0 0,0-1 0 0 0,0 0 0 0 0,0 0-1 0 0,0 0 1 0 0,-1 0 0 0 0,-7 3 0 0 0,-39 25 151 0 0,-2-2-1 0 0,-84 33 1 0 0,-123 32-193 0 0,207-77 20 0 0,-653 189-127 0 0,353-110-132 0 0,282-76 121 0 0,-426 127 79 0 0,14 30-2335 0 0,371-125 1144 0 0,95-45 870 0 0,2 2 0 0 0,-1 0 1 0 0,2 1-1 0 0,-23 20 0 0 0,37-31 352 0 0,-1 0 1 0 0,1 0-1 0 0,-1 1 0 0 0,1-1 1 0 0,0 0-1 0 0,-1 0 0 0 0,1 1 0 0 0,-1-1 1 0 0,1 0-1 0 0,0 1 0 0 0,-1-1 1 0 0,1 1-1 0 0,0-1 0 0 0,-1 0 0 0 0,1 1 1 0 0,0-1-1 0 0,0 1 0 0 0,-1-1 1 0 0,1 1-1 0 0,0-1 0 0 0,0 1 0 0 0,0-1 1 0 0,0 1-1 0 0,-1-1 0 0 0,1 1 1 0 0,0-1-1 0 0,0 1 0 0 0,0-1 0 0 0,0 1 1 0 0,0-1-1 0 0,1 1 0 0 0,-1-1 1 0 0,0 1-1 0 0,0-1 0 0 0,0 1 0 0 0,0-1 1 0 0,0 1-1 0 0,1-1 0 0 0,-1 1 1 0 0,0-1-1 0 0,0 1 0 0 0,1-1 0 0 0,-1 0 1 0 0,0 1-1 0 0,1-1 0 0 0,-1 1 1 0 0,1-1-1 0 0,-1 0 0 0 0,0 1 0 0 0,1-1 1 0 0,-1 0-1 0 0,1 0 0 0 0,-1 1 1 0 0,1-1-1 0 0,-1 0 0 0 0,1 0 0 0 0,-1 0 1 0 0,1 0-1 0 0,-1 1 0 0 0,1-1 1 0 0,0 0-1 0 0,37 4 158 0 0,-35-4-254 0 0,36-2-173 0 0,1-2-1 0 0,-1-2 0 0 0,0-1 0 0 0,71-24 1 0 0,-54 15 131 0 0,228-68-47 0 0,87-22 1516 0 0,996-176 1410 0 0,-990 237-2000 0 0,-282 39-16 0 0,189 11 0 0 0,-267-4-598 0 0,-6-1 15 0 0,-1 1 0 0 0,1 0 0 0 0,0 1 0 0 0,0 0-1 0 0,-1 0 1 0 0,1 1 0 0 0,-1 0 0 0 0,0 1 0 0 0,12 6 0 0 0,-22-10-129 0 0,1 1 0 0 0,0-1 0 0 0,-1 1 0 0 0,1-1 0 0 0,-1 0 0 0 0,1 1 0 0 0,0 0 0 0 0,-1-1 0 0 0,1 1 0 0 0,-1-1 0 0 0,1 1 1 0 0,-1-1-1 0 0,0 1 0 0 0,1 0 0 0 0,-1-1 0 0 0,0 1 0 0 0,1 0 0 0 0,-1 0 0 0 0,0-1 0 0 0,0 1 0 0 0,1 0 0 0 0,-1 0 0 0 0,0-1 0 0 0,0 1 0 0 0,0 0 0 0 0,0 0 0 0 0,0-1 0 0 0,0 1 0 0 0,0 0 0 0 0,0 0 0 0 0,-1-1 0 0 0,1 1 0 0 0,0 0 0 0 0,0 0 1 0 0,-1-1-1 0 0,1 1 0 0 0,0 0 0 0 0,-1-1 0 0 0,1 1 0 0 0,-1 0 0 0 0,1-1 0 0 0,-1 1 0 0 0,1-1 0 0 0,-1 1 0 0 0,0 0 0 0 0,-35 23 477 0 0,31-21-472 0 0,-161 76 554 0 0,-187 62 0 0 0,320-129-539 0 0,-591 209 117 0 0,170-63-185 0 0,210-72-763 0 0,-4-11 0 0 0,-269 45 0 0 0,391-100-6799 0 0</inkml:trace>
</inkml:ink>
</file>

<file path=ppt/ink/ink2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7:04.8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38 10138 0 0,'-18'-21'2140'0'0,"5"5"3418"0"0,18 48-1921 0 0,-1-9-3347 0 0,52 299 570 0 0,40 185-1454 0 0,-87-477-1869 0 0</inkml:trace>
</inkml:ink>
</file>

<file path=ppt/ink/ink2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7:05.0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88 316 3225 0 0,'-14'-21'-74'0'0,"-3"-2"972"0"0,-19-39-1 0 0,32 56-372 0 0,1-1-1 0 0,0 0 0 0 0,1 0 1 0 0,0 0-1 0 0,0 0 1 0 0,0 0-1 0 0,1-1 0 0 0,0 1 1 0 0,0-1-1 0 0,1-13 0 0 0,1 18-283 0 0,0-1 0 0 0,0 1 0 0 0,0 0 0 0 0,0-1 0 0 0,1 1 0 0 0,0 0-1 0 0,-1 0 1 0 0,1 0 0 0 0,0 0 0 0 0,1 0 0 0 0,-1 1 0 0 0,0-1 0 0 0,1 1 0 0 0,-1-1-1 0 0,1 1 1 0 0,0 0 0 0 0,0 0 0 0 0,0 0 0 0 0,5-2 0 0 0,8-4 460 0 0,0 0 0 0 0,27-7 0 0 0,-34 12-430 0 0,8-3-129 0 0,1 0-1 0 0,0 2 0 0 0,0 0 0 0 0,1 1 0 0 0,-1 1 0 0 0,1 1 0 0 0,25 1 0 0 0,-32 1-1207 0 0,-1 1 1 0 0,0 0-1 0 0,1 1 0 0 0,15 5 1 0 0,4 6-4824 0 0</inkml:trace>
</inkml:ink>
</file>

<file path=ppt/ink/ink2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7:05.2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1 272 14283 0 0,'1'-2'1272'0'0,"2"-1"-1016"0"0,1 1-256 0 0,1-3 0 0 0,0 1-72 0 0,4-3-64 0 0,5-7-16 0 0,10-9 0 0 0,9-9 736 0 0,3 1 153 0 0,-1 0 23 0 0,-2 4 8 0 0,-1 2-528 0 0,-3 4-104 0 0,-1 3-16 0 0,10 2-5081 0 0,-4 6-1008 0 0</inkml:trace>
</inkml:ink>
</file>

<file path=ppt/ink/ink2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7:05.5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41 9674 0 0,'-1'-2'442'0'0,"-1"1"1"0"0,0-1-1 0 0,1 0 1 0 0,-1 0-1 0 0,1 0 0 0 0,0 0 1 0 0,0 0-1 0 0,0 0 1 0 0,0 0-1 0 0,0-1 0 0 0,0 1 1 0 0,0 0-1 0 0,1 0 1 0 0,-1-4 53 0 0,0 6-442 0 0,1 0 1 0 0,0-1-1 0 0,0 1 0 0 0,0 0 0 0 0,0 0 0 0 0,0 0 0 0 0,0 0 1 0 0,0 0-1 0 0,0-1 0 0 0,0 1 0 0 0,0 0 0 0 0,0 0 1 0 0,0 0-1 0 0,0 0 0 0 0,0-1 0 0 0,0 1 0 0 0,0 0 0 0 0,0 0 1 0 0,0 0-1 0 0,0 0 0 0 0,0-1 0 0 0,0 1 0 0 0,0 0 1 0 0,0 0-1 0 0,0 0 0 0 0,0 0 0 0 0,0-1 0 0 0,0 1 0 0 0,0 0 1 0 0,1-1 270 0 0,-1 1-271 0 0,0 0 0 0 0,0 0 0 0 0,0 0 1 0 0,1 0-1 0 0,-1 0 0 0 0,0 0 0 0 0,0 0 0 0 0,0 0 0 0 0,0 0 1 0 0,1 0-1 0 0,-1 0 0 0 0,0 0 0 0 0,0 0 0 0 0,0 0 1 0 0,0 0-1 0 0,0 0 0 0 0,1 0 0 0 0,13 20 1148 0 0,124 284 1038 0 0,3 6-2470 0 0,-140-308 1 0 0,10 19 279 0 0,-11-20-168 0 0,1-1 0 0 0,-1 1-1 0 0,0-1 1 0 0,1 0 0 0 0,-1 1 0 0 0,0-1 0 0 0,0 1 0 0 0,0-1 0 0 0,1 1-1 0 0,-1-1 1 0 0,0 0 0 0 0,0 1 0 0 0,0-1 0 0 0,0 1 0 0 0,0-1 0 0 0,0 1-1 0 0,0-1 1 0 0,0 1 0 0 0,0-1 0 0 0,0 1 0 0 0,0-1 0 0 0,0 1-1 0 0,0-1 1 0 0,-1 1 0 0 0,1-1 0 0 0,0 0 0 0 0,0 1 0 0 0,0-1 0 0 0,-1 1-1 0 0,1-1 1 0 0,0 0 0 0 0,-1 1 0 0 0,1-1 0 0 0,0 1 0 0 0,-1-1-1 0 0,1 0 1 0 0,-1 1 0 0 0</inkml:trace>
</inkml:ink>
</file>

<file path=ppt/ink/ink2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7:05.9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49 535 456 0 0,'-11'-31'961'0'0,"2"0"0"0"0,1 0 0 0 0,1-1 0 0 0,1 0 1 0 0,2 0-1 0 0,2-1 0 0 0,0 1 0 0 0,5-38 0 0 0,-2 60-614 0 0,0-1 0 0 0,1 1-1 0 0,0 0 1 0 0,1 0 0 0 0,0 0 0 0 0,0 0 0 0 0,1 1-1 0 0,1-1 1 0 0,-1 1 0 0 0,2 0 0 0 0,-1 0 0 0 0,1 1-1 0 0,0-1 1 0 0,10-8 0 0 0,-11 11-88 0 0,2 0 0 0 0,-1 1-1 0 0,1 0 1 0 0,0 0 0 0 0,0 1 0 0 0,0-1 0 0 0,1 1 0 0 0,-1 1-1 0 0,1 0 1 0 0,0 0 0 0 0,0 0 0 0 0,0 1 0 0 0,0 0-1 0 0,1 1 1 0 0,-1 0 0 0 0,0 0 0 0 0,18 1 0 0 0,-22 0-230 0 0,1 0 0 0 0,-1 1 0 0 0,1 0 0 0 0,0 0 0 0 0,-1 0-1 0 0,0 0 1 0 0,1 1 0 0 0,-1 0 0 0 0,0 0 0 0 0,0 0 0 0 0,0 0 0 0 0,0 1 0 0 0,0-1 0 0 0,0 1 0 0 0,-1 0 0 0 0,1 0 0 0 0,5 7 0 0 0,-5-4-44 0 0,0 0 0 0 0,-1 1 0 0 0,1-1-1 0 0,-1 1 1 0 0,0-1 0 0 0,-1 1 0 0 0,0 0 0 0 0,0 1 0 0 0,0-1 0 0 0,0 9 0 0 0,0 10-166 0 0,-2 0 1 0 0,0 0 0 0 0,-2 0 0 0 0,-1 0 0 0 0,-8 32 0 0 0,-42 174 1174 0 0,52-230-870 0 0,1 0 1 0 0,0 0 0 0 0,0 0-1 0 0,-1 0 1 0 0,1 1-1 0 0,0-1 1 0 0,1 0-1 0 0,-1 0 1 0 0,0 0 0 0 0,1 0-1 0 0,0 3 1 0 0,-1-4-76 0 0,1-1 0 0 0,-1 1 0 0 0,1 0-1 0 0,-1 0 1 0 0,1-1 0 0 0,-1 1 0 0 0,1 0 0 0 0,-1-1 0 0 0,1 1 0 0 0,0 0 0 0 0,-1-1 0 0 0,1 1 0 0 0,0-1 0 0 0,0 1 0 0 0,-1-1 0 0 0,1 0 0 0 0,0 1 0 0 0,0-1 0 0 0,1 1 0 0 0,3-1 49 0 0,0 1 0 0 0,0-1 0 0 0,0 0 0 0 0,-1 0 0 0 0,1-1 0 0 0,0 1 0 0 0,8-3 0 0 0,0 0-78 0 0,25-2-120 0 0,-1 1 1 0 0,42 1-1 0 0,-46 4-1481 0 0,36 6-1 0 0,-36-3 319 0 0</inkml:trace>
</inkml:ink>
</file>

<file path=ppt/ink/ink2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7:06.1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8290 0 0,'3'1'12771'0'0,"4"7"-13821"0"0,12 26 1478 0 0,-1 0 1 0 0,-1 1-1 0 0,-2 0 0 0 0,-1 1 1 0 0,10 47-1 0 0,0-6-287 0 0,-1-8-688 0 0,3-1 1 0 0,65 123-1 0 0,-78-170-7004 0 0</inkml:trace>
</inkml:ink>
</file>

<file path=ppt/ink/ink2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7:06.3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1 130 11522 0 0,'-1'-1'90'0'0,"1"0"0"0"0,0 1-1 0 0,0-1 1 0 0,0 1-1 0 0,0-1 1 0 0,0 0-1 0 0,1 1 1 0 0,-1-1-1 0 0,0 1 1 0 0,0-1 0 0 0,0 1-1 0 0,0-1 1 0 0,1 1-1 0 0,-1-1 1 0 0,0 1-1 0 0,0-1 1 0 0,1 1-1 0 0,-1-1 1 0 0,1 1-1 0 0,-1-1 1 0 0,0 1 0 0 0,1-1-1 0 0,-1 1 1 0 0,1 0-1 0 0,-1-1 1 0 0,1 1-1 0 0,-1 0 1 0 0,1-1-1 0 0,-1 1 1 0 0,2-1 0 0 0,21-14 1663 0 0,-19 13-1463 0 0,25-17 1265 0 0,1 2-1 0 0,48-20 0 0 0,-67 32-1601 0 0,1 1-1 0 0,0 0 0 0 0,0 1 1 0 0,1 1-1 0 0,-1 0 0 0 0,0 0 0 0 0,1 1 1 0 0,-1 1-1 0 0,1 0 0 0 0,15 2 0 0 0,-4 3-12 0 0</inkml:trace>
</inkml:ink>
</file>

<file path=ppt/ink/ink2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7:06.7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85 8290 0 0,'-5'-2'480'0'0,"1"-1"0"0"0,-1 0 0 0 0,1 0 1 0 0,0 0-1 0 0,0 0 0 0 0,0-1 0 0 0,-5-7 1 0 0,5 7 520 0 0,0 0 0 0 0,0 0 0 0 0,0 0 0 0 0,0 1 1 0 0,-1 0-1 0 0,-6-5 0 0 0,10 8-930 0 0,1 0-1 0 0,-1 0 1 0 0,1 0-1 0 0,-1 0 1 0 0,1 0 0 0 0,-1 0-1 0 0,1 0 1 0 0,-1 0-1 0 0,1 0 1 0 0,0 0-1 0 0,-1 0 1 0 0,1 0 0 0 0,-1 0-1 0 0,1 0 1 0 0,-1 1-1 0 0,1-1 1 0 0,0 0-1 0 0,-1 0 1 0 0,1 0 0 0 0,-1 1-1 0 0,1-1 1 0 0,0 0-1 0 0,-1 1 1 0 0,1-1-1 0 0,0 0 1 0 0,-1 1 0 0 0,1-1-1 0 0,0 0 1 0 0,0 1-1 0 0,-1-1 1 0 0,1 1 0 0 0,0-1-1 0 0,0 0 1 0 0,0 1-1 0 0,0-1 1 0 0,-1 1-1 0 0,1-1 1 0 0,0 1 0 0 0,0-1-1 0 0,0 1 1 0 0,0 0-1 0 0,-4 21 419 0 0,4-3-465 0 0,-1 1 1 0 0,2-1 0 0 0,1 0-1 0 0,0 0 1 0 0,1 0 0 0 0,1 0-1 0 0,1-1 1 0 0,1 1-1 0 0,14 31 1 0 0,-15-40-37 0 0,-1-1 0 0 0,1 0 0 0 0,1 0 0 0 0,0-1 0 0 0,0 0-1 0 0,0 0 1 0 0,1 0 0 0 0,1-1 0 0 0,-1 0 0 0 0,1 0 0 0 0,0-1 0 0 0,0 0 0 0 0,1 0 0 0 0,0-1-1 0 0,0 0 1 0 0,0-1 0 0 0,1 0 0 0 0,-1 0 0 0 0,20 4 0 0 0,-26-7 2 0 0,1-1-1 0 0,-1 1 1 0 0,0-1 0 0 0,0 1 0 0 0,0-1 0 0 0,0 0 0 0 0,0-1-1 0 0,0 1 1 0 0,0 0 0 0 0,1-1 0 0 0,-1 0 0 0 0,0 0-1 0 0,0 0 1 0 0,0 0 0 0 0,-1 0 0 0 0,1 0 0 0 0,0-1 0 0 0,0 1-1 0 0,-1-1 1 0 0,1 0 0 0 0,-1 0 0 0 0,1 0 0 0 0,-1 0 0 0 0,4-5-1 0 0,-4 3-10 0 0,0 1-1 0 0,0-1 1 0 0,0 0-1 0 0,-1 0 1 0 0,0 0-1 0 0,1 0 0 0 0,-1 0 1 0 0,-1 0-1 0 0,1 0 1 0 0,-1 0-1 0 0,1 0 1 0 0,-1 0-1 0 0,0 0 0 0 0,-1-1 1 0 0,1 1-1 0 0,-1 0 1 0 0,0 0-1 0 0,-1-6 1 0 0,-5-8 22 0 0,0-1 1 0 0,-1 1-1 0 0,0 0 1 0 0,-2 1-1 0 0,0 0 1 0 0,-1 0-1 0 0,-20-23 1 0 0,12 19 60 0 0,0 1-1 0 0,-1 1 1 0 0,-2 0 0 0 0,-40-27 0 0 0,57 43-222 0 0,3 1 25 0 0,0 1 0 0 0,0-1 0 0 0,0 1 0 0 0,-1-1 0 0 0,1 1 1 0 0,0 0-1 0 0,-1 0 0 0 0,1 0 0 0 0,-1 0 0 0 0,1 1 0 0 0,-1-1 0 0 0,0 1 1 0 0,1-1-1 0 0,-4 1 0 0 0</inkml:trace>
</inkml:ink>
</file>

<file path=ppt/ink/ink2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7:07.0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72 11058 0 0,'-4'-14'1316'0'0,"3"8"-278"0"0,-1 0-1 0 0,1 0 1 0 0,0 1-1 0 0,0-1 1 0 0,1 0 0 0 0,-1 0-1 0 0,2-11 1 0 0,16 51 882 0 0,4 12-1654 0 0,85 173 353 0 0,-78-169-802 0 0,1-2 0 0 0,47 58 1 0 0,-52-72-1929 0 0,-16-18-3927 0 0</inkml:trace>
</inkml:ink>
</file>

<file path=ppt/ink/ink2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7:07.1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14 218 10138 0 0,'-2'-1'181'0'0,"1"-1"-1"0"0,0 1 1 0 0,0-1-1 0 0,0 1 0 0 0,0-1 1 0 0,0 0-1 0 0,0 0 1 0 0,0 0-1 0 0,0 1 1 0 0,1-1-1 0 0,-1 0 1 0 0,1 0-1 0 0,-1 0 0 0 0,1 0 1 0 0,0 0-1 0 0,0 0 1 0 0,0 0-1 0 0,0 0 1 0 0,0 0-1 0 0,0 0 1 0 0,1 0-1 0 0,0-4 0 0 0,1 2 281 0 0,1-1 0 0 0,-1 0 0 0 0,1 1 0 0 0,0-1 0 0 0,0 1 0 0 0,0 0 0 0 0,7-7 0 0 0,6-4 533 0 0,32-24 0 0 0,-3 7-3119 0 0,-21 15-1288 0 0,13-10-2779 0 0</inkml:trace>
</inkml:ink>
</file>

<file path=ppt/ink/ink2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7:07.6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36 15203 0 0,'2'2'308'0'0,"0"-1"0"0"0,0 0 0 0 0,0 0 0 0 0,0 0 0 0 0,0 0 0 0 0,1-1 0 0 0,-1 1 0 0 0,0 0 0 0 0,0-1 0 0 0,1 1 0 0 0,-1-1 0 0 0,0 0 0 0 0,0 0 0 0 0,1 0 0 0 0,3-1 0 0 0,0 1-147 0 0,0-1 0 0 0,0 0 1 0 0,0 0-1 0 0,0-1 0 0 0,6-2 0 0 0,19-10-953 0 0,-1-2-3729 0 0,-21 11 2539 0 0</inkml:trace>
</inkml:ink>
</file>

<file path=ppt/ink/ink2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7:07.7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0 157 6913 0 0,'6'-5'4441'0'0,"0"0"-3104"0"0,4 0-225 0 0,1-5-48 0 0,5-2-8 0 0,-1-1 1 0 0,1-1-545 0 0,1-3-104 0 0,0 1-24 0 0,2-2-8 0 0,1-2-376 0 0,-2-1 0 0 0</inkml:trace>
</inkml:ink>
</file>

<file path=ppt/ink/ink2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6:50.7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67 153 6449 0 0,'-7'-14'532'0'0,"0"-1"-1"0"0,1 1 1 0 0,-5-20-1 0 0,7 21 675 0 0,-1-1 1 0 0,0 1-1 0 0,0 1 0 0 0,-11-11 3612 0 0,18 56-3408 0 0,72 332 692 0 0,27-5-2317 0 0,-49-183 194 0 0,-46-149-448 0 0,-3-11-5341 0 0</inkml:trace>
</inkml:ink>
</file>

<file path=ppt/ink/ink2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6:50.9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16 171 3681 0 0,'-3'-6'258'0'0,"1"0"0"0"0,0 0 0 0 0,0 0 0 0 0,0 0 0 0 0,0 0 0 0 0,1-1 0 0 0,0 1 0 0 0,0 0 0 0 0,1-11 0 0 0,1 13 107 0 0,-1 0 0 0 0,1 0 0 0 0,0-1 0 0 0,0 1 0 0 0,1 0 0 0 0,-1 0 0 0 0,1 0 0 0 0,0 1 0 0 0,0-1 0 0 0,0 0 0 0 0,0 1 0 0 0,1-1 0 0 0,-1 1 0 0 0,1 0 0 0 0,6-6 0 0 0,-4 5-16 0 0,1 1 0 0 0,-1-1-1 0 0,1 1 1 0 0,0 0 0 0 0,0 0 0 0 0,0 1-1 0 0,0 0 1 0 0,1 0 0 0 0,-1 0-1 0 0,1 1 1 0 0,-1 0 0 0 0,13-1 0 0 0,-2 2-133 0 0,0 0 0 0 0,1 0 0 0 0,29 7 1 0 0,3 7-5045 0 0,-26-3-618 0 0</inkml:trace>
</inkml:ink>
</file>

<file path=ppt/ink/ink2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6:51.1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97 11979 0 0,'8'-1'426'0'0,"1"-1"1"0"0,-1 0-1 0 0,-1-1 1 0 0,1 1-1 0 0,0-2 1 0 0,0 1-1 0 0,-1-1 1 0 0,8-5-1 0 0,15-6 405 0 0,0 1-335 0 0,41-15 1186 0 0,-63 27-2750 0 0,0 0 0 0 0,-1 1 0 0 0,1-1 0 0 0,9 1 0 0 0,7 2-4720 0 0</inkml:trace>
</inkml:ink>
</file>

<file path=ppt/ink/ink2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6:51.6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4 14051 0 0,'-1'0'62'0'0,"1"-1"1"0"0,-1 1-1 0 0,1 0 1 0 0,0-1-1 0 0,-1 1 0 0 0,1 0 1 0 0,-1-1-1 0 0,0 1 0 0 0,1 0 1 0 0,-1 0-1 0 0,1 0 1 0 0,-1 0-1 0 0,1 0 0 0 0,-1-1 1 0 0,1 1-1 0 0,-1 0 1 0 0,0 0-1 0 0,1 0 0 0 0,-1 1 1 0 0,1-1-1 0 0,-1 0 0 0 0,1 0 1 0 0,-1 0-1 0 0,1 0 1 0 0,-1 0-1 0 0,1 1 0 0 0,-1-1 1 0 0,1 0-1 0 0,-1 0 1 0 0,1 1-1 0 0,-1-1 0 0 0,1 0 1 0 0,-1 1-1 0 0,-9 21 1577 0 0,5 28-91 0 0,13 58-886 0 0,26 128 0 0 0,-29-208-645 0 0,7 37-1197 0 0,2-1-1 0 0,3-1 0 0 0,31 77 0 0 0,-41-118-1975 0 0</inkml:trace>
</inkml:ink>
</file>

<file path=ppt/ink/ink2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6:51.9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54 453 3225 0 0,'-7'-14'556'0'0,"0"0"1"0"0,0 0 0 0 0,2-1-1 0 0,0 0 1 0 0,0-1 0 0 0,-3-30 0 0 0,4 19 859 0 0,1-1 1 0 0,1 1-1 0 0,2 0 1 0 0,5-48-1 0 0,-4 68-1260 0 0,0 1-1 0 0,0 0 0 0 0,0-1 0 0 0,1 1 1 0 0,0 0-1 0 0,1 0 0 0 0,-1 0 0 0 0,1 0 1 0 0,0 1-1 0 0,0-1 0 0 0,1 1 0 0 0,0 0 1 0 0,0 0-1 0 0,0 0 0 0 0,0 0 0 0 0,1 1 0 0 0,0-1 1 0 0,0 1-1 0 0,0 0 0 0 0,0 1 0 0 0,1-1 1 0 0,0 1-1 0 0,-1 0 0 0 0,1 1 0 0 0,0-1 1 0 0,10-2-1 0 0,-12 5-136 0 0,-1-1 1 0 0,0 0-1 0 0,1 1 0 0 0,-1-1 0 0 0,1 1 1 0 0,-1 0-1 0 0,1 0 0 0 0,-1 1 1 0 0,1-1-1 0 0,-1 1 0 0 0,0 0 0 0 0,1-1 1 0 0,-1 1-1 0 0,0 1 0 0 0,0-1 1 0 0,0 0-1 0 0,1 1 0 0 0,2 2 0 0 0,-2-1-24 0 0,0 1 0 0 0,0-1 0 0 0,-1 1 0 0 0,1 0 0 0 0,-1 0 0 0 0,0 0 0 0 0,0 1 0 0 0,-1-1-1 0 0,1 1 1 0 0,-1-1 0 0 0,2 6 0 0 0,1 4-88 0 0,-1 0 0 0 0,-1 0 1 0 0,0 0-1 0 0,-1 0 0 0 0,-1 0 0 0 0,0 0 0 0 0,-2 27 1 0 0,-6 5-590 0 0,-3 0 0 0 0,-1-1 0 0 0,-29 75 0 0 0,14-47 880 0 0,26-71-32 0 0,-1 0-1 0 0,0 0 1 0 0,1 0 0 0 0,-1 0 0 0 0,1 0 0 0 0,0 1 0 0 0,0-1 0 0 0,-1 0 0 0 0,2 0 0 0 0,-1 4-1 0 0,0-6-74 0 0,1 1-1 0 0,-1 0 0 0 0,0-1 0 0 0,0 1 1 0 0,1-1-1 0 0,-1 1 0 0 0,0 0 0 0 0,1-1 1 0 0,-1 1-1 0 0,1-1 0 0 0,-1 1 0 0 0,1-1 0 0 0,-1 1 1 0 0,1-1-1 0 0,-1 1 0 0 0,1-1 0 0 0,-1 0 1 0 0,1 1-1 0 0,-1-1 0 0 0,1 0 0 0 0,0 0 1 0 0,0 1-1 0 0,4 0 146 0 0,0-1-1 0 0,0 0 1 0 0,0 0 0 0 0,0 0 0 0 0,0-1 0 0 0,-1 1 0 0 0,8-3 0 0 0,-9 3-302 0 0,77-16 555 0 0,96-14-599 0 0,-151 27-254 0 0</inkml:trace>
</inkml:ink>
</file>

<file path=ppt/ink/ink2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7:08.7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19 920 0 0,'25'-18'12617'0'0,"-15"30"-8880"0"0,4 19-2945 0 0,-2 0 0 0 0,-2 1 0 0 0,-1 1 0 0 0,9 53 0 0 0,-7-28-517 0 0,13 51-97 0 0,-12-54-284 0 0</inkml:trace>
</inkml:ink>
</file>

<file path=ppt/ink/ink2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7:09.2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11058 0 0,'3'4'5729'0'0,"12"29"-3097"0"0,22 133-710 0 0,-24-101-1014 0 0,22 71 0 0 0,-20-94-908 0 0</inkml:trace>
</inkml:ink>
</file>

<file path=ppt/ink/ink2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7:10.3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46 7834 0 0,'-6'-10'1419'0'0,"-3"-26"10671"0"0,14 52-10540 0 0,68 315-894 0 0,-55-225-823 0 0,5 0 1 0 0,42 115-1 0 0,-51-190-2258 0 0</inkml:trace>
</inkml:ink>
</file>

<file path=ppt/ink/ink2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7:10.5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3 112 13363 0 0,'0'0'89'0'0,"0"0"-1"0"0,-1-1 1 0 0,1 1 0 0 0,0 0 0 0 0,0-1-1 0 0,-1 1 1 0 0,1 0 0 0 0,0-1-1 0 0,0 1 1 0 0,0 0 0 0 0,0-1 0 0 0,0 1-1 0 0,-1 0 1 0 0,1-1 0 0 0,0 1 0 0 0,0-1-1 0 0,0 1 1 0 0,0 0 0 0 0,0-1 0 0 0,0 1-1 0 0,0 0 1 0 0,0-1 0 0 0,0 1 0 0 0,0-1-1 0 0,0 1 1 0 0,1 0 0 0 0,-1-1-1 0 0,0 1 1 0 0,0 0 0 0 0,0-1 0 0 0,1 1-1 0 0,11-13 1602 0 0,30-8-7 0 0,-28 14-924 0 0,8-4-317 0 0,0 0 0 0 0,1 1 0 0 0,42-12 0 0 0,-57 21-487 0 0,-1-1 0 0 0,1 1 1 0 0,0 0-1 0 0,0 0 0 0 0,0 1 0 0 0,-1 0 0 0 0,1 1 0 0 0,0 0 0 0 0,0 0 0 0 0,0 1 1 0 0,-1-1-1 0 0,1 2 0 0 0,-1-1 0 0 0,1 1 0 0 0,-1 0 0 0 0,7 5 0 0 0,12 9-282 0 0</inkml:trace>
</inkml:ink>
</file>

<file path=ppt/ink/ink2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7:10.7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63 3681 0 0,'4'-3'1906'0'0,"30"-13"7243"0"0,1 0-5118 0 0,-22 11-4140 0 0,0 0 0 0 0,1 1 0 0 0,-1 0 0 0 0,0 1 0 0 0,1 1 0 0 0,26-1 0 0 0,-20 2-933 0 0,0 0-13 0 0</inkml:trace>
</inkml:ink>
</file>

<file path=ppt/ink/ink2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7:10.9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11058 0 0,'7'128'9895'0'0,"21"61"-7907"0"0,-14-128-3516 0 0,-6-33-6114 0 0</inkml:trace>
</inkml:ink>
</file>

<file path=ppt/ink/ink2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7:11.2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72 10138 0 0,'2'-22'746'0'0,"1"-9"-148"0"0,4 13 4471 0 0,-6 18-5010 0 0,-1 0 0 0 0,0 0 0 0 0,0 0 0 0 0,0-1 1 0 0,0 1-1 0 0,0 0 0 0 0,1 0 0 0 0,-1 0 1 0 0,0 0-1 0 0,0 0 0 0 0,0 0 0 0 0,1 0 0 0 0,-1 0 1 0 0,0 0-1 0 0,0 0 0 0 0,0 0 0 0 0,0 0 1 0 0,1 0-1 0 0,-1 0 0 0 0,0 0 0 0 0,0 0 1 0 0,0 0-1 0 0,0 0 0 0 0,1 0 0 0 0,-1 0 0 0 0,0 0 1 0 0,1 1 413 0 0,-1 0-413 0 0,10 9 1369 0 0,6 17-324 0 0,-16-26-1035 0 0,24 45 353 0 0,-3 1 0 0 0,20 63-1 0 0,20 103-63 0 0,18 53-668 0 0,-79-266 277 0 0,7 19-719 0 0</inkml:trace>
</inkml:ink>
</file>

<file path=ppt/ink/ink2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7:11.5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16 303 4145 0 0,'-5'-21'1247'0'0,"1"-1"0"0"0,1 0 0 0 0,1 0 0 0 0,1 0 0 0 0,0 0-1 0 0,2 0 1 0 0,1 0 0 0 0,6-30 0 0 0,-7 48-1036 0 0,1-1 0 0 0,0 1 0 0 0,0-1 0 0 0,0 1 0 0 0,1 0 0 0 0,0 0 0 0 0,-1 0 0 0 0,2 0 0 0 0,-1 0 0 0 0,0 1 0 0 0,1-1 0 0 0,-1 1 0 0 0,1 0 0 0 0,0 0 0 0 0,0 1 0 0 0,0-1 0 0 0,0 1 0 0 0,1-1-1 0 0,5-1 1 0 0,-8 3-172 0 0,0 1-1 0 0,0-1 0 0 0,1 0 0 0 0,-1 1 0 0 0,0 0 0 0 0,1-1 0 0 0,-1 1 0 0 0,0 0 0 0 0,1 0 0 0 0,-1 0 1 0 0,1 1-1 0 0,-1-1 0 0 0,0 0 0 0 0,0 1 0 0 0,1 0 0 0 0,-1-1 0 0 0,0 1 0 0 0,0 0 0 0 0,0 0 0 0 0,1 0 1 0 0,-1 1-1 0 0,0-1 0 0 0,-1 0 0 0 0,1 1 0 0 0,0-1 0 0 0,0 1 0 0 0,-1 0 0 0 0,1 0 0 0 0,-1-1 0 0 0,1 1 1 0 0,-1 0-1 0 0,0 0 0 0 0,0 0 0 0 0,1 0 0 0 0,-2 1 0 0 0,1-1 0 0 0,0 0 0 0 0,0 0 0 0 0,-1 1 0 0 0,1 2 1 0 0,3 11-104 0 0,-2 0 0 0 0,0 1 0 0 0,-1-1 0 0 0,0 1 0 0 0,-1 0 0 0 0,-1-1 0 0 0,-1 1 0 0 0,-7 31 0 0 0,-7 12-291 0 0,-24 59 0 0 0,28-85 324 0 0,8-16 156 0 0,8-11 156 0 0,-1-6-232 0 0,0-1 0 0 0,0-1-1 0 0,-1 1 1 0 0,1 0 0 0 0,0-1 0 0 0,-1 1 0 0 0,1-1-1 0 0,0 0 1 0 0,2-1 0 0 0,-3 1-42 0 0,13-3 304 0 0,0 1-1 0 0,0 1 0 0 0,0 0 0 0 0,0 0 0 0 0,0 2 0 0 0,0 0 0 0 0,22 3 0 0 0,35 9-1269 0 0,-3 6-4944 0 0,-52-12-1107 0 0</inkml:trace>
</inkml:ink>
</file>

<file path=ppt/ink/ink2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7:11.8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17052 0 0,'1'10'1008'0'0,"0"0"0"0"0,1 0 0 0 0,0 0 0 0 0,4 11 1 0 0,3 13-374 0 0,-1 8-319 0 0,20 81 1201 0 0,-24-110-1735 0 0,0-1 0 0 0,1 0 0 0 0,1 0 0 0 0,-1 0 1 0 0,2 0-1 0 0,0-1 0 0 0,11 14 0 0 0</inkml:trace>
</inkml:ink>
</file>

<file path=ppt/ink/ink2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7:13.0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11 112 9674 0 0,'-1'-5'592'0'0,"-1"1"0"0"0,1-1-1 0 0,0 0 1 0 0,0 0 0 0 0,1 0-1 0 0,-1-6 1 0 0,1 8-180 0 0,-2-16 923 0 0,0-31 5799 0 0,90 276-6344 0 0,-11-27-776 0 0,-29-48 90 0 0,9 29-2370 0 0,-45-151-5398 0 0</inkml:trace>
</inkml:ink>
</file>

<file path=ppt/ink/ink2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7:13.3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17 239 10594 0 0,'-2'-1'112'0'0,"1"-1"0"0"0,-1 0 0 0 0,1-1 0 0 0,-1 1 0 0 0,1 0 0 0 0,0 0 0 0 0,0-1-1 0 0,0 1 1 0 0,0 0 0 0 0,0-1 0 0 0,0 1 0 0 0,1-1 0 0 0,-1 1 0 0 0,1-1 0 0 0,-1-4 0 0 0,2 4 138 0 0,0-1 0 0 0,0 1 1 0 0,1-1-1 0 0,-1 1 0 0 0,0 0 0 0 0,1-1 1 0 0,0 1-1 0 0,0 0 0 0 0,0 0 1 0 0,5-5-1 0 0,2-3 244 0 0,1 1 0 0 0,1 1 0 0 0,-1 0 1 0 0,1 0-1 0 0,1 1 0 0 0,0 1 0 0 0,17-10 0 0 0,94-35 1313 0 0,-108 46-1753 0 0,-1 1 1 0 0,1 1 0 0 0,20-3-1 0 0,-29 6-93 0 0,0 0 0 0 0,0 1-1 0 0,0 0 1 0 0,0 0 0 0 0,0 0-1 0 0,0 1 1 0 0,0 0 0 0 0,0 0-1 0 0,0 1 1 0 0,0 0 0 0 0,7 2-1 0 0,10 10-168 0 0</inkml:trace>
</inkml:ink>
</file>

<file path=ppt/ink/ink2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7:13.4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0 149 9674 0 0,'4'-2'401'0'0,"0"1"-1"0"0,0-1 1 0 0,0 0 0 0 0,0 0-1 0 0,-1-1 1 0 0,1 1 0 0 0,0-1-1 0 0,2-3 1 0 0,4-1 282 0 0,34-21 1887 0 0,-29 20-2401 0 0,0-2 0 0 0,-1 1 1 0 0,0-2-1 0 0,-1 0 0 0 0,13-13 0 0 0,-12 7-89 0 0</inkml:trace>
</inkml:ink>
</file>

<file path=ppt/ink/ink2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7:13.8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1 5529 0 0,'-1'2'744'0'0,"0"0"0"0"0,0 0 1 0 0,1 0-1 0 0,0 1 0 0 0,-1-1 0 0 0,1 0 0 0 0,0 0 0 0 0,0 0 1 0 0,0 5-1 0 0,10 39 2740 0 0,-8-35-2470 0 0,29 122 2345 0 0,34 142-3936 0 0,-54-236-6647 0 0</inkml:trace>
</inkml:ink>
</file>

<file path=ppt/ink/ink2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7:14.2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51 14747 0 0,'0'0'1136'0'0,"27"-13"3025"0"0,20-12-3557 0 0,-15 12-3072 0 0</inkml:trace>
</inkml:ink>
</file>

<file path=ppt/ink/ink2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7:14.3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94 7370 0 0,'3'-1'656'0'0,"1"-2"-528"0"0,-1 0-128 0 0,0 2 0 0 0,1-1 760 0 0,0-1 120 0 0,5-2 24 0 0,2-2 8 0 0,5-3-359 0 0,1-2-73 0 0,-2 2-8 0 0,0-1-8 0 0,-2-1-320 0 0,-4-2-64 0 0</inkml:trace>
</inkml:ink>
</file>

<file path=ppt/ink/ink2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7:15.1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1 13827 0 0,'-3'6'5679'0'0,"4"9"-4000"0"0,4 11-854 0 0,99 439 66 0 0,-55-257-3146 0 0,-36-165-5180 0 0</inkml:trace>
</inkml:ink>
</file>

<file path=ppt/ink/ink2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7:15.3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1 162 10594 0 0,'1'-3'163'0'0,"1"0"-1"0"0,-1-1 0 0 0,1 1 0 0 0,0 0 1 0 0,0 0-1 0 0,0 0 0 0 0,0 1 0 0 0,1-1 1 0 0,-1 0-1 0 0,1 1 0 0 0,-1 0 1 0 0,1-1-1 0 0,0 1 0 0 0,0 0 0 0 0,4-1 1 0 0,2-5 129 0 0,13-9 482 0 0,1 1-1 0 0,0 1 1 0 0,27-13 0 0 0,-38 23-469 0 0,0-1 0 0 0,0 2 0 0 0,0-1 0 0 0,1 2 0 0 0,-1 0 1 0 0,1 0-1 0 0,0 1 0 0 0,24 0 0 0 0,-14 5-1593 0 0,0 4-5154 0 0</inkml:trace>
</inkml:ink>
</file>

<file path=ppt/ink/ink2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7:15.5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1 158 5985 0 0,'0'2'536'0'0,"1"-2"-432"0"0,2 0-104 0 0,0-2 0 0 0,1 1 769 0 0,-1-2 127 0 0,3 0 24 0 0,5-4 8 0 0,6-5-496 0 0,6-5-96 0 0,4-1-16 0 0,0-2-8 0 0,0 1-816 0 0,0-1-160 0 0,-1 1-32 0 0,0 0-8 0 0</inkml:trace>
</inkml:ink>
</file>

<file path=ppt/ink/ink2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7:15.8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24 10594 0 0,'-6'-4'-280'0'0,"-22"-14"3141"0"0,28 18-2769 0 0,-1-1-1 0 0,1 1 1 0 0,0 0 0 0 0,-1 0 0 0 0,1 0 0 0 0,0 0 0 0 0,-1 0-1 0 0,1 0 1 0 0,0-1 0 0 0,-1 1 0 0 0,1 0 0 0 0,0 0 0 0 0,-1 0-1 0 0,1 0 1 0 0,-1 0 0 0 0,1 1 0 0 0,0-1 0 0 0,-1 0-1 0 0,1 0 1 0 0,0 0 0 0 0,-1 0 0 0 0,1 0 0 0 0,0 0 0 0 0,-1 0-1 0 0,1 1 1 0 0,0-1 0 0 0,-1 0 0 0 0,1 17 2462 0 0,10 10-1582 0 0,1-1 0 0 0,1-1 0 0 0,25 41 0 0 0,-6-10-559 0 0,37 80 215 0 0,53 154 0 0 0,-57-101-2712 0 0,-58-168-5750 0 0</inkml:trace>
</inkml:ink>
</file>

<file path=ppt/ink/ink2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7:16.1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43 424 10594 0 0,'-13'-41'996'0'0,"-13"-80"0"0"0,24 108-622 0 0,1-1 0 0 0,0 1 0 0 0,1-1 1 0 0,1 0-1 0 0,0 1 0 0 0,0-1 0 0 0,2 0 1 0 0,-1 1-1 0 0,2 0 0 0 0,4-13 0 0 0,-4 19-128 0 0,0 0 0 0 0,0 1 0 0 0,1 0 0 0 0,0 0 0 0 0,0 0 0 0 0,0 0-1 0 0,0 1 1 0 0,1 0 0 0 0,0 0 0 0 0,0 1 0 0 0,1-1 0 0 0,-1 1 0 0 0,1 1 0 0 0,0-1-1 0 0,0 1 1 0 0,0 0 0 0 0,13-3 0 0 0,-11 4-161 0 0,-1-1 0 0 0,0 2-1 0 0,1-1 1 0 0,-1 1 0 0 0,1 0 0 0 0,-1 1 0 0 0,1 0-1 0 0,-1 1 1 0 0,1-1 0 0 0,-1 2 0 0 0,1-1 0 0 0,-1 1-1 0 0,0 0 1 0 0,0 1 0 0 0,15 6 0 0 0,-18-5-75 0 0,0 0 0 0 0,0 1 0 0 0,0-1 0 0 0,0 1 0 0 0,-1 0 0 0 0,0 1-1 0 0,0-1 1 0 0,0 0 0 0 0,-1 1 0 0 0,0 0 0 0 0,0 0 0 0 0,0 0 0 0 0,-1 0 0 0 0,0 1 0 0 0,0-1 0 0 0,0 0 0 0 0,-1 1 0 0 0,0 0 0 0 0,0-1 0 0 0,-1 8 0 0 0,1 13-19 0 0,-1 0 0 0 0,-1 0 0 0 0,-7 41 0 0 0,2-33 4 0 0,1-16 12 0 0,2 1 0 0 0,0 0 0 0 0,1 0 0 0 0,2 0 0 0 0,-1 0 0 0 0,2 0 0 0 0,5 28 0 0 0,-5-45-99 0 0,1 1 1 0 0,0-1-1 0 0,-1 1 0 0 0,1-1 1 0 0,0 0-1 0 0,1 0 1 0 0,-1 0-1 0 0,1 0 0 0 0,-1 0 1 0 0,1 0-1 0 0,0-1 0 0 0,0 1 1 0 0,0-1-1 0 0,0 0 1 0 0,1 0-1 0 0,-1 0 0 0 0,0 0 1 0 0,7 2-1 0 0,-1-1-620 0 0,0 1-1 0 0,0-1 1 0 0,0-1-1 0 0,1 0 1 0 0,0 0-1 0 0,11 0 1 0 0,-1-3-6163 0 0</inkml:trace>
</inkml:ink>
</file>

<file path=ppt/ink/ink2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7:16.3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1 8754 0 0,'-7'23'6880'0'0,"1"-1"-5374"0"0,2 17 118 0 0,2 0-1 0 0,4 46 1 0 0,1-45-1441 0 0,2-1 0 0 0,2 1-1 0 0,2-1 1 0 0,15 46 0 0 0,-15-61-697 0 0,1-1 0 0 0,25 41 0 0 0,-21-42-7154 0 0</inkml:trace>
</inkml:ink>
</file>

<file path=ppt/ink/ink2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7:16.8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42 282 12899 0 0,'-3'0'316'0'0,"0"0"1"0"0,0-1 0 0 0,1 1-1 0 0,-1 0 1 0 0,0-1 0 0 0,0 0-1 0 0,1 0 1 0 0,-1 1 0 0 0,0-1-1 0 0,1-1 1 0 0,-5-1 0 0 0,7 3-226 0 0,0-1 1 0 0,-1 1-1 0 0,1 0 1 0 0,0-1 0 0 0,-1 1-1 0 0,1 0 1 0 0,0-1-1 0 0,-1 1 1 0 0,1-1 0 0 0,0 1-1 0 0,0 0 1 0 0,0-1 0 0 0,-1 1-1 0 0,1-1 1 0 0,0 1-1 0 0,0 0 1 0 0,0-1 0 0 0,0 1-1 0 0,0-1 1 0 0,0 1-1 0 0,0-1 1 0 0,0 1 0 0 0,0-1-1 0 0,0 1 1 0 0,0-1 0 0 0,0 1-1 0 0,0-1 1 0 0,1-1-9 0 0,0 1 0 0 0,-1 0-1 0 0,1 0 1 0 0,0-1 0 0 0,0 1 0 0 0,0 0 0 0 0,0 0 0 0 0,0 0 0 0 0,1 0 0 0 0,-1 0 0 0 0,0 0 0 0 0,0 0-1 0 0,2 0 1 0 0,18-10 84 0 0,0 1 0 0 0,1 1 0 0 0,0 2 0 0 0,41-10 0 0 0,-3 0-29 0 0,3-1-1516 0 0,-22 7-1179 0 0,0-2 1 0 0,0-2-1 0 0,43-22 1 0 0,-41 7-2330 0 0,-26 8 4129 0 0,-16 22 896 0 0,-1-1 0 0 0,0 0 0 0 0,1 0 0 0 0,-9-22 9804 0 0,8 23-9755 0 0,-6 11 3507 0 0,0 16-2300 0 0,5-18-1309 0 0,2 0 0 0 0,-1 1 0 0 0,1-1 0 0 0,0 1-1 0 0,1-1 1 0 0,0 0 0 0 0,1 0 0 0 0,0 0 0 0 0,0 0 0 0 0,1 0 0 0 0,0-1 0 0 0,0 0 0 0 0,1 0 0 0 0,0 0-1 0 0,7 8 1 0 0,-5-8-31 0 0,0 1 0 0 0,0-1 0 0 0,1-1-1 0 0,0 1 1 0 0,0-1 0 0 0,0 0-1 0 0,1-1 1 0 0,1 0 0 0 0,-1-1 0 0 0,1 0-1 0 0,-1 0 1 0 0,21 6 0 0 0,-28-10-56 0 0,0-1 0 0 0,0 1 0 0 0,0-1 0 0 0,0 1 0 0 0,0-1 1 0 0,1 0-1 0 0,-1 0 0 0 0,0 0 0 0 0,0 0 0 0 0,0 0 0 0 0,0-1 1 0 0,0 1-1 0 0,0-1 0 0 0,0 1 0 0 0,0-1 0 0 0,0 0 0 0 0,0 0 0 0 0,0 0 1 0 0,0 0-1 0 0,0 0 0 0 0,-1 0 0 0 0,1 0 0 0 0,0 0 0 0 0,1-3 1 0 0,-2 3-3 0 0,1-1 1 0 0,-1 0-1 0 0,0 0 1 0 0,-1 0-1 0 0,1 0 1 0 0,0 0-1 0 0,0 0 1 0 0,-1 0-1 0 0,0-1 1 0 0,1 1 0 0 0,-1 0-1 0 0,0 0 1 0 0,0 0-1 0 0,0 0 1 0 0,0-1-1 0 0,0 1 1 0 0,-1 0-1 0 0,1 0 1 0 0,-1 0 0 0 0,1 0-1 0 0,-1 0 1 0 0,0 0-1 0 0,-1-3 1 0 0,-3-6-60 0 0,-2-1 0 0 0,1 2 0 0 0,-1-1 1 0 0,0 1-1 0 0,-1 0 0 0 0,-1 1 0 0 0,1-1 1 0 0,-1 2-1 0 0,-13-11 0 0 0,12 13-1582 0 0,1-1 0 0 0,-1 1 0 0 0,-12-5 0 0 0,7 4-4701 0 0</inkml:trace>
</inkml:ink>
</file>

<file path=ppt/ink/ink2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7:17.1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56 14283 0 0,'-8'-28'1784'0'0,"7"26"-1549"0"0,1 1-1 0 0,0 0 1 0 0,-1-1 0 0 0,1 1-1 0 0,0-1 1 0 0,0 1 0 0 0,0-1-1 0 0,0 1 1 0 0,0-1 0 0 0,0 1-1 0 0,0 0 1 0 0,1-1 0 0 0,-1 1-1 0 0,0-1 1 0 0,1 1 0 0 0,-1 0-1 0 0,2-2 1 0 0,-2 3-153 0 0,1 0 1 0 0,-1 0-1 0 0,0 0 0 0 0,1 0 1 0 0,-1 0-1 0 0,1 0 0 0 0,-1 0 0 0 0,1 0 1 0 0,-1 1-1 0 0,1-1 0 0 0,-1 0 1 0 0,0 0-1 0 0,1 0 0 0 0,-1 1 1 0 0,1-1-1 0 0,-1 0 0 0 0,0 1 1 0 0,1-1-1 0 0,-1 0 0 0 0,0 1 1 0 0,1-1-1 0 0,-1 0 0 0 0,0 1 0 0 0,0-1 1 0 0,1 1-1 0 0,-1-1 0 0 0,0 0 1 0 0,0 1-1 0 0,0-1 0 0 0,1 1 1 0 0,7 15 408 0 0,-7-16-471 0 0,15 41 214 0 0,-1 0 1 0 0,-1 1-1 0 0,-3 1 0 0 0,10 66 0 0 0,-13-57-237 0 0,3-1 1 0 0,29 84-1 0 0,-31-115-481 0 0,0 0-1 0 0,2-1 1 0 0,0 0 0 0 0,20 26-1 0 0</inkml:trace>
</inkml:ink>
</file>

<file path=ppt/ink/ink2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7:17.2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28 165 12443 0 0,'-2'-1'152'0'0,"0"-1"-1"0"0,-1 1 1 0 0,1 0 0 0 0,0-1 0 0 0,0 1 0 0 0,0-1 0 0 0,0 0 0 0 0,1 1 0 0 0,-1-1-1 0 0,0 0 1 0 0,1 0 0 0 0,-3-4 0 0 0,4 4 21 0 0,-1 1 0 0 0,1-1 1 0 0,1 1-1 0 0,-1-1 0 0 0,0 1 0 0 0,0-1 0 0 0,1 1 1 0 0,-1 0-1 0 0,0-1 0 0 0,1 1 0 0 0,-1 0 0 0 0,1-1 0 0 0,0 1 1 0 0,-1 0-1 0 0,1 0 0 0 0,0-1 0 0 0,0 1 0 0 0,0 0 1 0 0,0 0-1 0 0,0 0 0 0 0,0 0 0 0 0,0 0 0 0 0,0 0 0 0 0,3-1 1 0 0,5-5 174 0 0,1 0 1 0 0,1 0-1 0 0,-1 1 1 0 0,1 0-1 0 0,0 0 1 0 0,1 2-1 0 0,-1-1 1 0 0,14-2-1 0 0,103-20 243 0 0,-78 19-460 0 0,-18 2-1105 0 0,0 0-4217 0 0,1 2-1871 0 0</inkml:trace>
</inkml:ink>
</file>

<file path=ppt/ink/ink2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7:17.9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128 1036 9330 0 0,'-52'24'1747'0'0,"42"-18"-960"0"0,-1-1 1 0 0,1-1-1 0 0,-1 1 1 0 0,1-2-1 0 0,-14 4 1 0 0,55-16 439 0 0,0-1-1 0 0,54-25 1 0 0,7-4-1057 0 0,611-169 176 0 0,18 52-113 0 0,-422 95 12 0 0,178-33 255 0 0,80-17 225 0 0,-225 26 387 0 0,370-148 0 0 0,-652 212-902 0 0,20-6-2202 0 0</inkml:trace>
</inkml:ink>
</file>

<file path=ppt/ink/ink2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7:21.9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16131 0 0,'0'0'1242'0'0,"4"18"1384"0"0,54 193-353 0 0,-19-83-2039 0 0,-22-65-352 0 0,5 23-296 0 0,4-1-1 0 0,38 85 1 0 0,-56-151-983 0 0</inkml:trace>
</inkml:ink>
</file>

<file path=ppt/ink/ink2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7:22.3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6 352 9674 0 0,'-2'-11'240'0'0,"0"0"1"0"0,1 0-1 0 0,1-1 1 0 0,0 1-1 0 0,0 0 1 0 0,1 0-1 0 0,0-1 0 0 0,1 1 1 0 0,0 0-1 0 0,5-13 1 0 0,2 2 336 0 0,0 1 1 0 0,1-1 0 0 0,2 1 0 0 0,0 1 0 0 0,21-27-1 0 0,-28 41-428 0 0,1 0 0 0 0,0 0 0 0 0,0 0 0 0 0,0 1 0 0 0,1 0-1 0 0,0 0 1 0 0,0 1 0 0 0,12-6 0 0 0,-15 8-87 0 0,1 0 1 0 0,0 1-1 0 0,0-1 1 0 0,-1 1-1 0 0,1 1 1 0 0,0-1-1 0 0,0 1 0 0 0,0-1 1 0 0,0 2-1 0 0,0-1 1 0 0,0 0-1 0 0,0 1 1 0 0,0 0-1 0 0,0 0 0 0 0,7 3 1 0 0,-8-3-61 0 0,-1 1-1 0 0,1 0 1 0 0,-1-1 0 0 0,1 1-1 0 0,-1 0 1 0 0,1 1 0 0 0,-1-1-1 0 0,0 1 1 0 0,0-1 0 0 0,0 1-1 0 0,-1 0 1 0 0,1 0 0 0 0,-1 0-1 0 0,1 1 1 0 0,-1-1 0 0 0,3 7-1 0 0,-2-3-19 0 0,-1 0 0 0 0,0 0 0 0 0,0 0 0 0 0,-1 0 0 0 0,0 0 0 0 0,0 0 0 0 0,0 0-1 0 0,-2 13 1 0 0,-1 2-43 0 0,-1-1-1 0 0,-1-1 0 0 0,-1 1 0 0 0,-1-1 0 0 0,-12 29 0 0 0,8-27 407 0 0,-2 0 0 0 0,-1-1 0 0 0,0 0 0 0 0,-1-1 0 0 0,-2 0-1 0 0,-21 21 1 0 0,36-41-279 0 0,1 1 0 0 0,-1-1 0 0 0,1 1 0 0 0,-1-1 0 0 0,0 1 0 0 0,1-1 1 0 0,-1 1-1 0 0,1 0 0 0 0,-1-1 0 0 0,1 1 0 0 0,0 0 0 0 0,-1-1 0 0 0,1 1 0 0 0,0 0 0 0 0,-1 0 0 0 0,1-1 0 0 0,0 1 0 0 0,0 0 0 0 0,0 0 0 0 0,0-1 0 0 0,-1 1 0 0 0,1 0 0 0 0,0 0 0 0 0,0 0 0 0 0,1-1 0 0 0,-1 1 0 0 0,0 0 0 0 0,0 1 0 0 0,1-1-33 0 0,0 0 0 0 0,0 0 0 0 0,0-1-1 0 0,1 1 1 0 0,-1-1 0 0 0,0 1 0 0 0,0 0 0 0 0,0-1-1 0 0,0 0 1 0 0,1 1 0 0 0,-1-1 0 0 0,0 0 0 0 0,0 0-1 0 0,0 0 1 0 0,1 1 0 0 0,0-2 0 0 0,60-3-59 0 0,-57 3 136 0 0,88-16-84 0 0,40-5 250 0 0,-117 21-620 0 0,1 0-1 0 0,-1 1 0 0 0,0 1 1 0 0,1 0-1 0 0,-1 1 1 0 0,18 5-1 0 0,-9 0-7035 0 0</inkml:trace>
</inkml:ink>
</file>

<file path=ppt/ink/ink2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7:22.5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10594 0 0,'0'0'246'0'0,"1"0"-1"0"0,0 1 0 0 0,4 3 2208 0 0,-4-3-2208 0 0,-1-1 1 0 0,1 1-1 0 0,-1 0 0 0 0,0-1 1 0 0,1 1-1 0 0,-1 0 0 0 0,13 30 2487 0 0,-10-24-2219 0 0,15 49 1134 0 0,-3 0-1 0 0,14 92 1 0 0,-11-52-988 0 0,-12-65-438 0 0,-1-1 64 0 0,2 0-1 0 0,14 38 1 0 0,-19-61-345 0 0,1-1-1 0 0,0 1 1 0 0,0 0 0 0 0,1-1 0 0 0,0 0 0 0 0,0 0-1 0 0,0 0 1 0 0,1 0 0 0 0,0 0 0 0 0,0-1 0 0 0,0 0-1 0 0,1 0 1 0 0,0-1 0 0 0,12 8 0 0 0,0-5-299 0 0</inkml:trace>
</inkml:ink>
</file>

<file path=ppt/ink/ink2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7:40.9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 64 6913 0 0,'-25'-23'5518'0'0,"-35"-18"4337"0"0,73 87-9259 0 0,88 310 265 0 0,-28 6-603 0 0,-40-185-317 0 0,7-14 73 0 0,-16-96-6965 0 0</inkml:trace>
</inkml:ink>
</file>

<file path=ppt/ink/ink2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7:41.1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107 182 7370 0 0,'-4'2'14'0'0,"-5"3"611"0"0,0 0-1 0 0,0-1 1 0 0,0 0 0 0 0,-1-1-1 0 0,1 0 1 0 0,-1 0 0 0 0,-18 2-1 0 0,28-5-555 0 0,-1 0 0 0 0,1 0 1 0 0,0 0-1 0 0,-1 0 0 0 0,1 0 0 0 0,0 0 0 0 0,-1 0 0 0 0,1 0 0 0 0,0 0 0 0 0,-1 0 0 0 0,1-1 0 0 0,0 1 0 0 0,-1 0 0 0 0,1 0 0 0 0,0 0 0 0 0,-1 0 0 0 0,1 0 0 0 0,0-1 1 0 0,0 1-1 0 0,-1 0 0 0 0,1 0 0 0 0,0-1 0 0 0,0 1 0 0 0,-1 0 0 0 0,1 0 0 0 0,0-1 0 0 0,0 1 0 0 0,0 0 0 0 0,0 0 0 0 0,-1-1 0 0 0,1 1 0 0 0,0 0 0 0 0,0-1 0 0 0,0 1 1 0 0,0 0-1 0 0,0-1 0 0 0,0 1 0 0 0,0 0 0 0 0,0-1 0 0 0,0 1 0 0 0,0-1 0 0 0,7-18 1507 0 0,16-16 49 0 0,-10 21-1496 0 0,1 0 0 0 0,0 1 0 0 0,0 1 0 0 0,1 0 1 0 0,1 1-1 0 0,0 0 0 0 0,1 2 0 0 0,0 0 0 0 0,0 0 0 0 0,1 2 1 0 0,0 0-1 0 0,0 1 0 0 0,1 1 0 0 0,-1 1 0 0 0,1 1 1 0 0,0 0-1 0 0,0 1 0 0 0,1 1 0 0 0,-1 1 0 0 0,0 1 1 0 0,0 0-1 0 0,20 5 0 0 0,-17 1-1643 0 0,0 4-5631 0 0</inkml:trace>
</inkml:ink>
</file>

<file path=ppt/ink/ink2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7:41.3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1 193 14283 0 0,'5'-2'2113'0'0,"16"-14"-1233"0"0,23-22 851 0 0,-20 16-445 0 0,28-21 0 0 0,-38 32-1403 0 0,1 1 0 0 0,1 1 1 0 0,0 1-1 0 0,0 0 0 0 0,1 1 0 0 0,20-6 1 0 0,-19 7 102 0 0</inkml:trace>
</inkml:ink>
</file>

<file path=ppt/ink/ink2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7:41.9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32 152 6449 0 0,'-3'-4'635'0'0,"0"1"-1"0"0,0-1 0 0 0,0 0 0 0 0,1 0 1 0 0,-1 0-1 0 0,1-1 0 0 0,0 1 0 0 0,0-1 0 0 0,0 1 1 0 0,1-1-1 0 0,-1 1 0 0 0,1-1 0 0 0,0 0 1 0 0,1 0-1 0 0,-1-6 0 0 0,1 8-433 0 0,0-1 0 0 0,0 1 0 0 0,1 0 0 0 0,-1-1 0 0 0,1 1 0 0 0,0 0 0 0 0,-1 0 0 0 0,2 0 0 0 0,-1-1 0 0 0,0 1 0 0 0,1 0 0 0 0,-1 1 0 0 0,1-1 0 0 0,0 0 0 0 0,0 0 0 0 0,0 1 0 0 0,0-1 0 0 0,0 1 0 0 0,1-1 0 0 0,-1 1 0 0 0,1 0 0 0 0,0 0 0 0 0,4-2 0 0 0,-6 3-191 0 0,0 0 1 0 0,1 1-1 0 0,-1-1 1 0 0,0 0-1 0 0,0 1 1 0 0,1 0 0 0 0,-1-1-1 0 0,0 1 1 0 0,0 0-1 0 0,1-1 1 0 0,-1 1 0 0 0,0 0-1 0 0,1 0 1 0 0,-1 0-1 0 0,0 0 1 0 0,1 0-1 0 0,-1 1 1 0 0,0-1 0 0 0,0 0-1 0 0,1 0 1 0 0,-1 1-1 0 0,0-1 1 0 0,0 1 0 0 0,3 1-1 0 0,-2-1 18 0 0,0 1 0 0 0,-1 0 1 0 0,1 0-1 0 0,0 0 0 0 0,0 0 0 0 0,-1 0 0 0 0,0 0 0 0 0,1 1 0 0 0,-1-1 0 0 0,0 0 1 0 0,1 5-1 0 0,2 5 55 0 0,-1 1-1 0 0,-1-1 1 0 0,0 0 0 0 0,1 15 0 0 0,-3 16-136 0 0,-11 83 0 0 0,6-83 2 0 0,0 78 0 0 0,5-120 57 0 0,0 0 0 0 0,0 1 0 0 0,0-1 0 0 0,0 0 0 0 0,0 0 0 0 0,0 0 0 0 0,0 0 0 0 0,0 1 0 0 0,1-1 0 0 0,-1 0 0 0 0,0 0 0 0 0,1 0 0 0 0,-1 0 0 0 0,1 0 0 0 0,-1 0 1 0 0,1 0-1 0 0,0 0 0 0 0,-1 0 0 0 0,1 0 0 0 0,0 0 0 0 0,0-1 0 0 0,1 2 0 0 0,-1-2-2 0 0,0 1-1 0 0,0-1 1 0 0,0 0 0 0 0,0 0-1 0 0,0 0 1 0 0,0 0 0 0 0,0 0-1 0 0,0 0 1 0 0,0 0 0 0 0,0-1-1 0 0,0 1 1 0 0,0 0 0 0 0,0-1-1 0 0,0 1 1 0 0,0 0 0 0 0,0-1-1 0 0,0 1 1 0 0,0-1 0 0 0,1-1-1 0 0,7-4 10 0 0,-1-1 0 0 0,0-1 0 0 0,12-12 0 0 0,-16 15-8 0 0,35-40 84 0 0,43-41 387 0 0,-71 76-749 0 0,0 1 0 0 0,1 0 0 0 0,0 1 0 0 0,0 0 0 0 0,1 1 1 0 0,18-7-1 0 0,-1 3-7309 0 0</inkml:trace>
</inkml:ink>
</file>

<file path=ppt/ink/ink2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7:42.2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90 10594 0 0,'23'-16'4180'0'0,"31"-16"-1"0"0,-41 25-4321 0 0,0 0 1 0 0,0 2-1 0 0,0-1 0 0 0,1 2 1 0 0,0 0-1 0 0,15-3 0 0 0,-11 6-6313 0 0</inkml:trace>
</inkml:ink>
</file>

<file path=ppt/ink/ink2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7:42.3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46 5065 0 0,'-1'1'104'0'0,"1"-1"-1"0"0,0 0 1 0 0,-1 0 0 0 0,1 1-1 0 0,0-1 1 0 0,-1 0 0 0 0,1 1-1 0 0,0-1 1 0 0,0 1 0 0 0,-1-1-1 0 0,1 0 1 0 0,0 1 0 0 0,0-1-1 0 0,0 1 1 0 0,0-1 0 0 0,-1 1-1 0 0,1-1 1 0 0,0 0 0 0 0,0 1-1 0 0,0-1 1 0 0,0 1 0 0 0,0-1-1 0 0,0 1 1 0 0,0-1 0 0 0,0 1-1 0 0,0-1 1 0 0,0 1 0 0 0,1-1-1 0 0,-1 1 1 0 0,0-1 0 0 0,0 0-1 0 0,0 1 1 0 0,0-1 0 0 0,1 1-1 0 0,-1-1 1 0 0,0 0 0 0 0,0 1-1 0 0,1-1 1 0 0,-1 0 0 0 0,1 1-1 0 0,22 1 3965 0 0,-22-2-4121 0 0,13-2 497 0 0,0-1 1 0 0,0 0 0 0 0,0-1 0 0 0,0 0-1 0 0,24-12 1 0 0,-24 10-124 0 0,0 0 0 0 0,0 1 0 0 0,1 1 0 0 0,-1 0 0 0 0,20-2 0 0 0,-17 5-321 0 0</inkml:trace>
</inkml:ink>
</file>

<file path=ppt/ink/ink2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7:42.8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52 11979 0 0,'-4'-4'1057'0'0,"1"1"0"0"0,-1-1 0 0 0,1 0 0 0 0,0-1 0 0 0,0 1 1 0 0,1 0-1 0 0,-4-9 0 0 0,2 3 1464 0 0,16 32-1786 0 0,4 10-583 0 0,-2 1 0 0 0,-2 1 0 0 0,10 37 1 0 0,16 109 137 0 0,0 1-211 0 0,-28-147-86 0 0,1 0 0 0 0,1-1-1 0 0,20 38 1 0 0,-28-63-158 0 0,1 0 0 0 0,0 0-1 0 0,0 0 1 0 0,0 0-1 0 0,1-1 1 0 0,1 0 0 0 0,-1-1-1 0 0,1 1 1 0 0,0-1 0 0 0,0 0-1 0 0,10 5 1 0 0,0-3-895 0 0</inkml:trace>
</inkml:ink>
</file>

<file path=ppt/ink/ink2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7:43.0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14 226 1376 0 0,'-10'-18'90'0'0,"9"16"300"0"0,0 0 1 0 0,1 0-1 0 0,-1 0 1 0 0,1 1-1 0 0,0-1 0 0 0,0 0 1 0 0,0 0-1 0 0,0 0 1 0 0,0 0-1 0 0,0 0 1 0 0,1-2-1 0 0,9-21 4552 0 0,1 7-4397 0 0,-2 7 116 0 0,1 0 0 0 0,0 0 0 0 0,0 1 0 0 0,1 0-1 0 0,1 1 1 0 0,-1 0 0 0 0,1 1 0 0 0,1 0-1 0 0,21-10 1 0 0,-21 12-430 0 0,0 1 0 0 0,0-1 0 0 0,1 2 0 0 0,0 0 0 0 0,-1 1 0 0 0,1 0 0 0 0,1 1 0 0 0,-1 1 0 0 0,28 0 0 0 0,-24 4-1057 0 0,0 5-4043 0 0,-2 2-1526 0 0</inkml:trace>
</inkml:ink>
</file>

<file path=ppt/ink/ink2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7:43.2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1 113 4145 0 0,'0'0'117'0'0,"0"1"0"0"0,1 0 0 0 0,-1-1 0 0 0,1 1 0 0 0,-1-1 0 0 0,1 1 0 0 0,-1-1 1 0 0,1 1-1 0 0,-1-1 0 0 0,1 1 0 0 0,0-1 0 0 0,-1 1 0 0 0,1-1 0 0 0,0 0 0 0 0,-1 1 0 0 0,1-1 0 0 0,0 0 0 0 0,-1 0 1 0 0,1 0-1 0 0,0 1 0 0 0,0-1 0 0 0,-1 0 0 0 0,1 0 0 0 0,0 0 0 0 0,0 0 0 0 0,-1 0 0 0 0,1 0 0 0 0,0 0 0 0 0,-1-1 0 0 0,1 1 1 0 0,0 0-1 0 0,0 0 0 0 0,-1 0 0 0 0,2-1 0 0 0,29-12 3589 0 0,-25 10-3806 0 0,27-15 1211 0 0,52-36 0 0 0,-55 34-899 0 0,-13 8-212 0 0</inkml:trace>
</inkml:ink>
</file>

<file path=ppt/ink/ink2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7:44.1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30 3225 0 0,'0'-2'223'0'0,"0"1"0"0"0,0 0 0 0 0,0 0 0 0 0,0 0 0 0 0,0 0 0 0 0,0 0 0 0 0,0-1 0 0 0,1 1 0 0 0,-1 0 0 0 0,1 0 0 0 0,-1 0 0 0 0,0 0 0 0 0,1 0 1 0 0,0 0-1 0 0,-1 0 0 0 0,1 0 0 0 0,0 0 0 0 0,-1 0 0 0 0,1 0 0 0 0,0 1 0 0 0,0-1 0 0 0,0 0 0 0 0,0 0 0 0 0,0 1 0 0 0,0-1 0 0 0,0 1 0 0 0,0-1 0 0 0,0 1 0 0 0,0-1 0 0 0,0 1 1 0 0,0-1-1 0 0,0 1 0 0 0,0 0 0 0 0,0 0 0 0 0,0 0 0 0 0,1-1 0 0 0,-1 1 0 0 0,0 0 0 0 0,0 0 0 0 0,0 1 0 0 0,0-1 0 0 0,1 0 0 0 0,-1 0 0 0 0,0 1 0 0 0,0-1 0 0 0,0 0 0 0 0,0 1 1 0 0,0-1-1 0 0,0 1 0 0 0,0-1 0 0 0,0 1 0 0 0,0 0 0 0 0,0-1 0 0 0,0 1 0 0 0,0 0 0 0 0,-1 0 0 0 0,1 0 0 0 0,0 0 0 0 0,0-1 0 0 0,-1 1 0 0 0,2 2 0 0 0,20 38 942 0 0,-2 1-1 0 0,-1 1 0 0 0,17 61 1 0 0,26 140-729 0 0,-55-212-293 0 0,68 275-2172 0 0,-68-279-5270 0 0</inkml:trace>
</inkml:ink>
</file>

<file path=ppt/ink/ink2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7:44.4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2 321 7370 0 0,'0'-10'-9'0'0,"-2"-28"1577"0"0,8-75 0 0 0,-5 103-1194 0 0,0 1 0 0 0,1-1 0 0 0,1 0 0 0 0,0 0 0 0 0,0 1-1 0 0,0 0 1 0 0,1-1 0 0 0,1 1 0 0 0,0 1 0 0 0,0-1 0 0 0,0 1 0 0 0,13-14 0 0 0,-15 19-308 0 0,0 1-1 0 0,0-1 1 0 0,0 1-1 0 0,0 0 1 0 0,0 0 0 0 0,0 0-1 0 0,1 0 1 0 0,-1 0-1 0 0,1 1 1 0 0,-1 0 0 0 0,1-1-1 0 0,0 1 1 0 0,0 1-1 0 0,-1-1 1 0 0,1 0-1 0 0,5 1 1 0 0,-3 0 31 0 0,0 1-1 0 0,0 0 1 0 0,0 0-1 0 0,0 0 1 0 0,0 1-1 0 0,0-1 1 0 0,0 1-1 0 0,0 1 1 0 0,8 4-1 0 0,-5-2 14 0 0,0 1 0 0 0,-1-1 0 0 0,0 2 0 0 0,0-1 0 0 0,0 1 0 0 0,-1 0 0 0 0,0 1 1 0 0,0 0-1 0 0,-1 0 0 0 0,0 1 0 0 0,10 17 0 0 0,-11-11-77 0 0,0 1 0 0 0,0-1 0 0 0,-2 1 0 0 0,0 0 0 0 0,0 0 0 0 0,-2 0 0 0 0,0 1 0 0 0,-1-1 0 0 0,0 0 1 0 0,-1 0-1 0 0,-1 0 0 0 0,-1 0 0 0 0,0 0 0 0 0,-1 0 0 0 0,-9 22 0 0 0,-9 16 391 0 0,-3 0-1 0 0,-60 93 1 0 0,70-122-171 0 0,11-18-155 0 0,-14 24 262 0 0,18-30-307 0 0,-1 1 0 0 0,0-1-1 0 0,1 1 1 0 0,-1-1 0 0 0,1 1-1 0 0,-1-1 1 0 0,1 1 0 0 0,0 0 0 0 0,0-1-1 0 0,-1 1 1 0 0,1 0 0 0 0,0-1-1 0 0,1 1 1 0 0,-1-1 0 0 0,0 1-1 0 0,1 3 1 0 0,0-4-27 0 0,0 0-1 0 0,0 0 1 0 0,1 0 0 0 0,-1-1-1 0 0,0 1 1 0 0,0 0 0 0 0,0-1-1 0 0,1 1 1 0 0,-1 0 0 0 0,0-1-1 0 0,1 0 1 0 0,-1 1-1 0 0,1-1 1 0 0,-1 0 0 0 0,0 1-1 0 0,1-1 1 0 0,-1 0 0 0 0,1 0-1 0 0,-1 0 1 0 0,2-1 0 0 0,34-2 111 0 0,-34 3-118 0 0,72-12-1045 0 0,123-34 1 0 0,-165 35-6454 0 0</inkml:trace>
</inkml:ink>
</file>

<file path=ppt/ink/ink2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7:44.6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4 6913 0 0,'-18'-3'202'0'0,"-6"4"4683"0"0,23 0-4693 0 0,0-1-1 0 0,0 1 0 0 0,0-1 1 0 0,1 1-1 0 0,-1 0 1 0 0,0 0-1 0 0,0-1 0 0 0,0 1 1 0 0,1 0-1 0 0,-1 0 1 0 0,0 0-1 0 0,1 0 0 0 0,-1 0 1 0 0,1 0-1 0 0,-1 0 1 0 0,1 0-1 0 0,-1 0 0 0 0,1 0 1 0 0,0 0-1 0 0,0 0 1 0 0,-1 1-1 0 0,1-1 0 0 0,0 0 1 0 0,0 0-1 0 0,0 0 1 0 0,0 0-1 0 0,0 0 0 0 0,1 0 1 0 0,-1 1-1 0 0,0-1 1 0 0,0 0-1 0 0,1 0 0 0 0,-1 0 1 0 0,1 0-1 0 0,0 1 1 0 0,9 30 594 0 0,1-1-1 0 0,2 0 1 0 0,1-1 0 0 0,22 33 0 0 0,4 11-393 0 0,0 5-151 0 0,-9-21-394 0 0,-2 1-1 0 0,29 90 1 0 0,-53-131-489 0 0</inkml:trace>
</inkml:ink>
</file>

<file path=ppt/ink/ink2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7:44.8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1 132 6449 0 0,'2'-3'584'0'0,"1"0"-1"0"0,0 0 1 0 0,0 1 0 0 0,0-1-1 0 0,0 1 1 0 0,0-1-1 0 0,0 1 1 0 0,0 0-1 0 0,1 0 1 0 0,6-2-1 0 0,-3 0 20 0 0,19-10 929 0 0,0 2 0 0 0,1 1 0 0 0,30-9 0 0 0,86-15-2560 0 0,-111 29-5636 0 0</inkml:trace>
</inkml:ink>
</file>

<file path=ppt/ink/ink2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7:45.1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54 14283 0 0,'-2'0'157'0'0,"0"1"0"0"0,0 0-1 0 0,1 0 1 0 0,-1 0 0 0 0,0 0 0 0 0,1 0-1 0 0,-1 0 1 0 0,0 0 0 0 0,1 0 0 0 0,-1 0-1 0 0,1 1 1 0 0,0-1 0 0 0,-1 1 0 0 0,1-1-1 0 0,0 1 1 0 0,0 0 0 0 0,0-1 0 0 0,0 1-1 0 0,0 0 1 0 0,0 0 0 0 0,1 0 0 0 0,-2 2-1 0 0,-13 45 1544 0 0,13-38-1630 0 0,1 1 1 0 0,0 0-1 0 0,1 0 0 0 0,0 0 1 0 0,1 0-1 0 0,0 0 0 0 0,1 0 1 0 0,0-1-1 0 0,1 1 0 0 0,1 0 0 0 0,-1-1 1 0 0,2 0-1 0 0,10 21 0 0 0,-12-26-48 0 0,0-1-1 0 0,1 1 1 0 0,-1-1-1 0 0,1 0 1 0 0,0 1-1 0 0,1-2 0 0 0,-1 1 1 0 0,1 0-1 0 0,0-1 1 0 0,0 0-1 0 0,0 0 1 0 0,1-1-1 0 0,-1 1 0 0 0,1-1 1 0 0,0 0-1 0 0,0-1 1 0 0,0 0-1 0 0,0 1 1 0 0,1-2-1 0 0,-1 1 0 0 0,0-1 1 0 0,1 0-1 0 0,-1 0 1 0 0,1-1-1 0 0,-1 0 1 0 0,1 0-1 0 0,6-1 1 0 0,-7 0-8 0 0,-1-1 1 0 0,1 1 0 0 0,-1-1-1 0 0,0 0 1 0 0,0 0 0 0 0,1 0-1 0 0,-2-1 1 0 0,1 0 0 0 0,0 0 0 0 0,0 0-1 0 0,-1 0 1 0 0,0-1 0 0 0,0 0-1 0 0,5-5 1 0 0,-3 2 39 0 0,-1 0 0 0 0,0-1 1 0 0,-1 1-1 0 0,1-1 0 0 0,-2 0 0 0 0,1 0 0 0 0,-1-1 0 0 0,3-13 1 0 0,-3 9 1 0 0,0 0 0 0 0,-1 0 1 0 0,-1 0-1 0 0,0 0 0 0 0,-1 0 1 0 0,-1-1-1 0 0,0 1 0 0 0,0 0 1 0 0,-2 0-1 0 0,1 0 0 0 0,-2 0 0 0 0,-5-15 1 0 0,6 22-36 0 0,-1-1 0 0 0,0 0 0 0 0,0 1 0 0 0,0 0 0 0 0,-1 0 1 0 0,0 0-1 0 0,0 1 0 0 0,0-1 0 0 0,-1 1 0 0 0,1 1 0 0 0,-12-8 0 0 0,13 10-71 0 0,1 0-1 0 0,0 0 1 0 0,-1 0-1 0 0,0 1 1 0 0,1 0-1 0 0,-1 0 1 0 0,0 0-1 0 0,1 0 1 0 0,-1 0-1 0 0,0 1 1 0 0,0-1-1 0 0,0 1 1 0 0,0 0-1 0 0,1 0 1 0 0,-1 1-1 0 0,0-1 0 0 0,0 1 1 0 0,0 0-1 0 0,1 0 1 0 0,-1 0-1 0 0,0 1 1 0 0,1-1-1 0 0,-1 1 1 0 0,-4 3-1 0 0,-6 5-972 0 0</inkml:trace>
</inkml:ink>
</file>

<file path=ppt/ink/ink2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7:45.3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1 7834 0 0,'-6'8'16550'0'0,"11"2"-14658"0"0,32 73-4546 0 0,-9-20 2870 0 0,2-1-1 0 0,52 80 1 0 0,-9-37-645 0 0,-60-87 50 0 0</inkml:trace>
</inkml:ink>
</file>

<file path=ppt/ink/ink2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7:45.5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1 171 5529 0 0,'0'-2'176'0'0,"0"-1"1"0"0,0 0-1 0 0,0 1 0 0 0,1-1 0 0 0,-1 1 0 0 0,1-1 0 0 0,-1 0 1 0 0,1 1-1 0 0,0-1 0 0 0,0 1 0 0 0,0-1 0 0 0,1 1 0 0 0,-1 0 1 0 0,1-1-1 0 0,-1 1 0 0 0,1 0 0 0 0,2-3 0 0 0,2 0 760 0 0,0 1-1 0 0,0 0 1 0 0,1 0 0 0 0,-1 0-1 0 0,8-2 1 0 0,-1 0-672 0 0,21-10 1283 0 0,1 2 0 0 0,0 1 0 0 0,72-16 0 0 0,-66 22-1691 0 0,-1 1 0 0 0,1 3 1 0 0,62 1-1 0 0,-71 4-7084 0 0</inkml:trace>
</inkml:ink>
</file>

<file path=ppt/ink/ink2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7:46.0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66 572 9674 0 0,'-28'13'804'0'0,"-9"5"2689"0"0,314-92-412 0 0,325-42-1 0 0,717-35 50 0 0,-148-15-2643 0 0,-705 70-1602 0 0</inkml:trace>
</inkml:ink>
</file>

<file path=ppt/ink/ink2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7:46.9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86 13827 0 0,'0'-10'1214'0'0,"1"1"0"0"0,-1-1-1 0 0,1 1 1 0 0,1 0 0 0 0,0-1 0 0 0,5-15-1 0 0,-7 25-1186 0 0,0 0 0 0 0,0 0-1 0 0,0-1 1 0 0,1 1-1 0 0,-1 0 1 0 0,0 0-1 0 0,0 0 1 0 0,0-1-1 0 0,0 1 1 0 0,0 0 0 0 0,0 0-1 0 0,1 0 1 0 0,-1 0-1 0 0,0-1 1 0 0,0 1-1 0 0,0 0 1 0 0,0 0 0 0 0,1 0-1 0 0,-1 0 1 0 0,0 0-1 0 0,0 0 1 0 0,0-1-1 0 0,1 1 1 0 0,-1 0-1 0 0,0 0 1 0 0,0 0 0 0 0,1 0-1 0 0,-1 0 1 0 0,0 0-1 0 0,0 0 1 0 0,0 0-1 0 0,1 0 1 0 0,-1 0 0 0 0,0 0-1 0 0,0 0 1 0 0,1 0-1 0 0,-1 0 1 0 0,0 0-1 0 0,0 1 1 0 0,0-1-1 0 0,1 0 1 0 0,-1 0 0 0 0,0 0-1 0 0,1 0 1 0 0,8 12 433 0 0,5 17-98 0 0,11 48 107 0 0,-4 2 1 0 0,18 126-1 0 0,4 18-316 0 0,-36-200-550 0 0,0-1 0 0 0,2 0 1 0 0,15 26-1 0 0,-23-45 271 0 0,-10-9-2018 0 0,0-4 1376 0 0</inkml:trace>
</inkml:ink>
</file>

<file path=ppt/ink/ink2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7:47.3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9 369 4609 0 0,'-4'-22'1046'0'0,"2"-1"-1"0"0,0 0 1 0 0,1 0-1 0 0,2 0 1 0 0,0 0-1 0 0,1 0 1 0 0,1 0-1 0 0,8-27 1 0 0,-9 42-759 0 0,0 1 0 0 0,1 0 0 0 0,0 0 0 0 0,0 0 0 0 0,0 1 0 0 0,1-1 0 0 0,0 1 0 0 0,0-1 1 0 0,1 1-1 0 0,-1 1 0 0 0,1-1 0 0 0,1 1 0 0 0,-1 0 0 0 0,1 0 0 0 0,0 0 0 0 0,0 1 0 0 0,0 0 0 0 0,0 0 0 0 0,13-5 0 0 0,-9 5-122 0 0,0 1 0 0 0,0 1 0 0 0,0-1 0 0 0,0 2 0 0 0,1-1 0 0 0,-1 2 0 0 0,1-1 0 0 0,-1 1 0 0 0,0 1 0 0 0,1 0 0 0 0,-1 0 0 0 0,0 1 0 0 0,18 5 0 0 0,-22-5-133 0 0,1 1-1 0 0,0-1 1 0 0,0 1 0 0 0,-1 0-1 0 0,0 0 1 0 0,1 1 0 0 0,-1 0-1 0 0,-1 0 1 0 0,1 1 0 0 0,0-1-1 0 0,-1 1 1 0 0,0 0 0 0 0,0 1 0 0 0,-1-1-1 0 0,0 1 1 0 0,5 8 0 0 0,-5-6-27 0 0,-1 0 1 0 0,0 1 0 0 0,0-1 0 0 0,0 1 0 0 0,-2 0 0 0 0,1 0 0 0 0,-1 0 0 0 0,0 0-1 0 0,-1 0 1 0 0,0 0 0 0 0,0 0 0 0 0,-3 13 0 0 0,0-4-7 0 0,-1 0 1 0 0,0-1 0 0 0,-1 0-1 0 0,-1 0 1 0 0,-1 0-1 0 0,-1-1 1 0 0,-14 26-1 0 0,-8 1-56 0 0,-43 51 0 0 0,24-33-15 0 0,49-61 75 0 0,-1 0-1 0 0,1 0 0 0 0,0 0 0 0 0,0 0 0 0 0,0 1 1 0 0,0-1-1 0 0,-1 0 0 0 0,1 0 0 0 0,0 0 0 0 0,0 1 0 0 0,0-1 1 0 0,0 0-1 0 0,0 0 0 0 0,0 0 0 0 0,0 1 0 0 0,0-1 0 0 0,-1 0 1 0 0,1 0-1 0 0,0 1 0 0 0,0-1 0 0 0,0 0 0 0 0,0 0 1 0 0,0 1-1 0 0,0-1 0 0 0,0 0 0 0 0,0 0 0 0 0,0 1 0 0 0,1-1 1 0 0,-1 0-1 0 0,0 0 0 0 0,0 0 0 0 0,0 1 0 0 0,0-1 0 0 0,0 0 1 0 0,0 0-1 0 0,0 1 0 0 0,0-1 0 0 0,1 0 0 0 0,-1 0 1 0 0,0 0-1 0 0,0 0 0 0 0,0 1 0 0 0,0-1 0 0 0,1 0 0 0 0,-1 0 1 0 0,0 0-1 0 0,0 0 0 0 0,1 0 0 0 0,-1 0 0 0 0,0 1 0 0 0,0-1 1 0 0,0 0-1 0 0,1 0 0 0 0,21 1 239 0 0,27-7 132 0 0,-48 5-371 0 0,114-21-2071 0 0,-25 3-2505 0 0,-60 14-2554 0 0</inkml:trace>
</inkml:ink>
</file>

<file path=ppt/ink/ink2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7:47.6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14283 0 0,'3'4'852'0'0,"0"-1"-1"0"0,0 1 1 0 0,1-1-1 0 0,-1 0 1 0 0,1 0 0 0 0,0 0-1 0 0,4 3 1 0 0,36 31 663 0 0,-39-32-1446 0 0,0 1-1 0 0,-1 0 1 0 0,0 0-1 0 0,-1 0 1 0 0,1 1-1 0 0,-1-1 1 0 0,0 1-1 0 0,-1 0 1 0 0,0 0-1 0 0,0 0 0 0 0,0 0 1 0 0,-1 0-1 0 0,0 0 1 0 0,0 1-1 0 0,-1-1 1 0 0,-1 12-1 0 0,-2 5-102 0 0,-1 0 0 0 0,-1 1 0 0 0,-13 35 0 0 0,-2 12 144 0 0,20-72-97 0 0,0 0 0 0 0,0 0 0 0 0,0 1-1 0 0,0-1 1 0 0,0 0 0 0 0,0 0 0 0 0,0 1 0 0 0,0-1 0 0 0,0 0 0 0 0,0 0-1 0 0,0 1 1 0 0,0-1 0 0 0,0 0 0 0 0,0 0 0 0 0,0 1 0 0 0,0-1-1 0 0,0 0 1 0 0,0 0 0 0 0,0 1 0 0 0,0-1 0 0 0,0 0 0 0 0,0 0 0 0 0,1 0-1 0 0,-1 1 1 0 0,0-1 0 0 0,0 0 0 0 0,0 0 0 0 0,0 0 0 0 0,1 1-1 0 0,-1-1 1 0 0,0 0 0 0 0,0 0 0 0 0,0 0 0 0 0,1 0 0 0 0,-1 0 0 0 0,0 1-1 0 0,0-1 1 0 0,1 0 0 0 0,-1 0 0 0 0,0 0 0 0 0,15-2 177 0 0,18-12 33 0 0,-32 13-163 0 0,184-83-1513 0 0,-161 74-6888 0 0</inkml:trace>
</inkml:ink>
</file>

<file path=ppt/ink/ink2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7:47.9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49 17972 0 0,'1'0'1600'0'0,"1"-2"-1280"0"0,-1 1-256 0 0,2-2-64 0 0,0 0-912 0 0,0 0-192 0 0,1-1-40 0 0,2-3-9 0 0,1-4 985 0 0,1-4 168 0 0</inkml:trace>
</inkml:ink>
</file>

<file path=ppt/ink/ink2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7:48.1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45 11522 0 0,'-10'0'3545'0'0,"12"-6"-2721"0"0,3 0-1176 0 0,0-2-224 0 0,2-4-56 0 0,-1-1-8 0 0</inkml:trace>
</inkml:ink>
</file>

<file path=ppt/ink/ink2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7:48.2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1 14283 0 0,'-10'10'632'0'0,"4"-6"136"0"0,0 2-616 0 0,2-2-152 0 0,3-3 0 0 0,-1 1 0 0 0,1-1-104 0 0,-2 2-56 0 0,-1 0 0 0 0,-2 0-8 0 0,20-19-6449 0 0,0 6 6233 0 0</inkml:trace>
</inkml:ink>
</file>

<file path=ppt/ink/ink2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7:48.4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0 13363 0 0,'-3'4'1304'0'0,"2"-2"-1160"0"0,0-1-144 0 0,-1 1 0 0 0,1-1 0 0 0,-2-1 584 0 0,0 2 88 0 0,-1-1 25 0 0</inkml:trace>
</inkml:ink>
</file>

<file path=ppt/ink/ink2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7:49.1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 11979 0 0,'3'-1'3893'0'0,"6"7"-2199"0"0,5 9-476 0 0,-2 3-620 0 0,-1 0-1 0 0,-1 0 1 0 0,-1 1 0 0 0,0 0-1 0 0,8 29 1 0 0,21 105 290 0 0,-23-68-391 0 0,6 135-1 0 0,-18 88-2384 0 0,-3-266-6128 0 0</inkml:trace>
</inkml:ink>
</file>

<file path=ppt/ink/ink2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7:49.3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1 319 7834 0 0,'2'-11'355'0'0,"0"0"1"0"0,1 0 0 0 0,0 0-1 0 0,1 0 1 0 0,0 0-1 0 0,1 1 1 0 0,0-1 0 0 0,12-15-1 0 0,3-4 838 0 0,35-38 0 0 0,-47 59-873 0 0,2-1 0 0 0,-1 2 0 0 0,1-1 1 0 0,1 1-1 0 0,0 1 0 0 0,0 0 0 0 0,0 0 0 0 0,1 1 0 0 0,0 1 0 0 0,0 0 0 0 0,0 0 0 0 0,23-4 0 0 0,-8 4 148 0 0,-1 1-1 0 0,1 2 1 0 0,0 1-1 0 0,0 1 0 0 0,34 4 1 0 0,-54-3-661 0 0,0-1-1 0 0,0 2 1 0 0,0-1 0 0 0,0 1 0 0 0,0 0 0 0 0,7 3-1 0 0,9 10-6620 0 0</inkml:trace>
</inkml:ink>
</file>

<file path=ppt/ink/ink2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7:49.5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1 170 15667 0 0,'2'5'1448'0'0,"7"-6"-961"0"0,13-8-29 0 0,-20 7-137 0 0,33-16 728 0 0,44-30 0 0 0,-59 34-1105 0 0,-1 1 1 0 0,2 1 0 0 0,0 1-1 0 0,1 0 1 0 0,0 2 0 0 0,0 0 0 0 0,28-6-1 0 0,-30 12 56 0 0</inkml:trace>
</inkml:ink>
</file>

<file path=ppt/ink/ink2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7:49.9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89 14283 0 0,'60'-20'5848'0'0,"97"-32"-4078"0"0,-80 36-2907 0 0</inkml:trace>
</inkml:ink>
</file>

<file path=ppt/ink/ink2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7:50.0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207 0 368 0 0,'-5'1'271'0'0,"1"0"1"0"0,-1 1-1 0 0,1 0 0 0 0,0 0 0 0 0,-1 0 1 0 0,1 0-1 0 0,0 0 0 0 0,0 1 0 0 0,-4 3 1 0 0,-2 1 409 0 0,0-1-159 0 0,-14 9 1313 0 0,-37 30 0 0 0,56-41-1416 0 0,0 1-1 0 0,0-1 0 0 0,1 1 1 0 0,0 0-1 0 0,-1 0 0 0 0,2 0 1 0 0,-1 1-1 0 0,1-1 0 0 0,0 1 1 0 0,0 0-1 0 0,0 0 0 0 0,1 0 1 0 0,-3 9-1 0 0,5-12-181 0 0,0 1 0 0 0,0-1-1 0 0,0 0 1 0 0,1 1 0 0 0,-1-1 0 0 0,1 0 0 0 0,-1 0-1 0 0,1 0 1 0 0,0 1 0 0 0,1-1 0 0 0,-1 0 0 0 0,0 0-1 0 0,1 0 1 0 0,0-1 0 0 0,0 1 0 0 0,0 0 0 0 0,2 2-1 0 0,7 7 310 0 0,0 0 0 0 0,16 13 0 0 0,-7-7 89 0 0,-5-4-379 0 0,-1 0 0 0 0,0 1 0 0 0,-1 1 0 0 0,-1 0 0 0 0,14 23-1 0 0,-23-33-227 0 0,0 0-1 0 0,0 0 0 0 0,-1 1 0 0 0,0 0 0 0 0,0-1 0 0 0,0 1 0 0 0,-1 0 0 0 0,0 0 0 0 0,-1 0 0 0 0,1 0 1 0 0,-1-1-1 0 0,0 1 0 0 0,-1 0 0 0 0,0 0 0 0 0,0 0 0 0 0,0 0 0 0 0,-1-1 0 0 0,0 1 0 0 0,-4 8 0 0 0,0-2-18 0 0,-1 0-1 0 0,-1 0 0 0 0,0-1 0 0 0,0 0 0 0 0,-14 15 0 0 0,16-20-5 0 0,-1 0 0 0 0,1-1 0 0 0,-1 0 0 0 0,0 0-1 0 0,-1-1 1 0 0,1 0 0 0 0,-1 0 0 0 0,0-1 0 0 0,-16 7 0 0 0,23-11-85 0 0,0 1 0 0 0,0-1 0 0 0,0 1 0 0 0,0-1 0 0 0,-1 0 1 0 0,1 1-1 0 0,0-1 0 0 0,0 0 0 0 0,0 0 0 0 0,-1 0 0 0 0,1 0 0 0 0,0 0 1 0 0,0 0-1 0 0,0 0 0 0 0,-1-1 0 0 0,1 1 0 0 0,0 0 0 0 0,0-1 0 0 0,0 1 0 0 0,0 0 1 0 0,0-1-1 0 0,0 0 0 0 0,-1 1 0 0 0,1-1 0 0 0,0 1 0 0 0,1-1 0 0 0,-1 0 1 0 0,0 0-1 0 0,0 0 0 0 0,0 0 0 0 0,0 0 0 0 0,1 1 0 0 0,-1-1 0 0 0,0-1 0 0 0,1 1 1 0 0,-1 0-1 0 0,1 0 0 0 0,-1 0 0 0 0,1 0 0 0 0,-1 0 0 0 0,1 0 0 0 0,0-1 1 0 0,-1 0-1 0 0,1-17-1213 0 0</inkml:trace>
</inkml:ink>
</file>

<file path=ppt/ink/ink2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7:50.3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 12443 0 0,'0'1'260'0'0,"-1"0"0"0"0,1 0 0 0 0,0 0 0 0 0,0 0 0 0 0,0 0-1 0 0,0 0 1 0 0,0 0 0 0 0,0 0 0 0 0,0 0 0 0 0,0 0 0 0 0,0 0 0 0 0,0 0 0 0 0,1 0 0 0 0,-1 0 0 0 0,0 0 0 0 0,1 0 0 0 0,-1 0 0 0 0,0 0 0 0 0,1 0 0 0 0,-1 0 0 0 0,1 0 0 0 0,0-1 0 0 0,-1 1 0 0 0,1 0 0 0 0,0 0 0 0 0,-1-1 0 0 0,1 1 0 0 0,0 0 0 0 0,0-1 0 0 0,0 1 0 0 0,0-1 0 0 0,1 2 0 0 0,1 0-78 0 0,0-1 1 0 0,0 1 0 0 0,0-1 0 0 0,0 1-1 0 0,1-1 1 0 0,-1 0 0 0 0,0 0-1 0 0,6 0 1 0 0,1-1-381 0 0,0-1-1 0 0,0 0 0 0 0,17-5 1 0 0,-21 5 76 0 0,0-1-1 0 0,0 0 1 0 0,0 1 0 0 0,0 0 0 0 0,0 1 0 0 0,0-1 0 0 0,0 1 0 0 0,1 1 0 0 0,-1-1 0 0 0,0 1 0 0 0,0 0-1 0 0,8 2 1 0 0,-4 3 122 0 0</inkml:trace>
</inkml:ink>
</file>

<file path=ppt/ink/ink2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7:50.6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35 7370 0 0,'-9'14'6057'0'0,"9"-8"-4153"0"0,3 0-631 0 0,3-2-129 0 0,4-1-24 0 0,3-5-8 0 0,4-2-768 0 0,3-3-152 0 0,1-1-32 0 0,12-10-3808 0 0,-2 4-769 0 0,1 0-144 0 0</inkml:trace>
</inkml:ink>
</file>

<file path=ppt/ink/ink2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7:50.8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32 7834 0 0,'-3'-3'588'0'0,"-1"-1"764"0"0,0 0 0 0 0,0 0 0 0 0,0 1-1 0 0,0 0 1 0 0,-9-6 0 0 0,12 9-1173 0 0,1 0-1 0 0,-1-1 1 0 0,0 1-1 0 0,0 0 1 0 0,1 0-1 0 0,-1 0 1 0 0,0 0 0 0 0,1-1-1 0 0,-1 1 1 0 0,0 0-1 0 0,0 0 1 0 0,1 0-1 0 0,-1 0 1 0 0,0 1 0 0 0,1-1-1 0 0,-1 0 1 0 0,0 0-1 0 0,1 0 1 0 0,-1 1-1 0 0,-1-1 1 0 0,1 1-70 0 0,0 0 1 0 0,0 0-1 0 0,1 0 1 0 0,-1 0 0 0 0,0 0-1 0 0,0 0 1 0 0,0 0-1 0 0,1 0 1 0 0,-1 0-1 0 0,1 0 1 0 0,-1 1-1 0 0,1-1 1 0 0,-1 0-1 0 0,1 0 1 0 0,-1 3-1 0 0,-2 16 218 0 0,0 0-1 0 0,1 0 0 0 0,1 0 0 0 0,1 23 1 0 0,11 84 104 0 0,-8-108-284 0 0,30 210 507 0 0,10 99-620 0 0,-40-284-354 0 0</inkml:trace>
</inkml:ink>
</file>

<file path=ppt/ink/ink2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7:51.1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27 1840 0 0,'-36'4'9076'0'0,"51"-8"-4142"0"0,8-2-3158 0 0,47-10 1172 0 0,-59 14-3174 0 0,1 0 0 0 0,0 1 1 0 0,23 1-1 0 0,-10 4-6770 0 0</inkml:trace>
</inkml:ink>
</file>

<file path=ppt/ink/ink2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7:51.4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64 16131 0 0,'3'3'1577'0'0,"-1"-2"-1409"0"0,1-1-168 0 0,2 0 0 0 0,-3-1 0 0 0,3 0 256 0 0,3-1 8 0 0,4-1 8 0 0,5-1 0 0 0,4-2-272 0 0,2 1-160 0 0,1-4 16 0 0,3-1 8 0 0,3-1 136 0 0,-1-5 0 0 0</inkml:trace>
</inkml:ink>
</file>

<file path=ppt/ink/ink2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7:51.7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11979 0 0,'7'46'6046'0'0,"-4"-29"-5434"0"0,42 292 3601 0 0,-5 158-2108 0 0,-40-467-2106 0 0,15 197-249 0 0,-1-115-2308 0 0,-8-56-5441 0 0</inkml:trace>
</inkml:ink>
</file>

<file path=ppt/ink/ink2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7:51.8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7 298 5065 0 0,'-1'-13'344'0'0,"-1"4"-134"0"0,0-1 0 0 0,1 1 0 0 0,1 0 0 0 0,0-1 0 0 0,0 1 0 0 0,0 0 0 0 0,1-1 0 0 0,1 1 0 0 0,0 0 0 0 0,0 0 0 0 0,1 0 0 0 0,4-11 0 0 0,1 3 552 0 0,2 1 0 0 0,-1 0 0 0 0,2 0 0 0 0,0 1 0 0 0,14-14 1 0 0,-21 25-552 0 0,0 0 0 0 0,1 0 1 0 0,0 0-1 0 0,0 0 0 0 0,0 1 1 0 0,0 0-1 0 0,0 0 0 0 0,1 0 1 0 0,-1 1-1 0 0,1 0 1 0 0,0 0-1 0 0,0 0 0 0 0,-1 1 1 0 0,1 0-1 0 0,0 0 0 0 0,0 0 1 0 0,0 1-1 0 0,0 0 1 0 0,1 0-1 0 0,5 1 0 0 0,0 1 131 0 0,1 1 0 0 0,-1-1 0 0 0,0 2 0 0 0,0 0 0 0 0,-1 1 0 0 0,1 0 0 0 0,-1 0 0 0 0,0 1 0 0 0,14 10 0 0 0,-20-12-314 0 0,-1-1 1 0 0,0 1-1 0 0,0-1 1 0 0,0 1-1 0 0,0 0 0 0 0,0 1 1 0 0,-1-1-1 0 0,0 1 1 0 0,0-1-1 0 0,0 1 1 0 0,0 0-1 0 0,-1 0 1 0 0,0 1-1 0 0,0-1 1 0 0,-1 0-1 0 0,1 0 0 0 0,-1 1 1 0 0,0-1-1 0 0,0 1 1 0 0,-1 0-1 0 0,0-1 1 0 0,0 1-1 0 0,-1 6 1 0 0,-2 4-73 0 0,0 1 1 0 0,-2-1 0 0 0,0 0 0 0 0,-1 0 0 0 0,-1-1 0 0 0,0 0 0 0 0,-15 23 0 0 0,-77 97-828 0 0,47-70 157 0 0,35-42 678 0 0,10-16 98 0 0,1-1-1 0 0,0 2 1 0 0,1-1 0 0 0,-1 1-1 0 0,2 0 1 0 0,-1 0 0 0 0,1 0 0 0 0,0 1-1 0 0,1 0 1 0 0,-4 14 0 0 0,7-21 4 0 0,0-1 0 0 0,0 0 0 0 0,0 0 0 0 0,0 1 0 0 0,0-1 0 0 0,0 0 0 0 0,0 0 0 0 0,1 1 1 0 0,-1-1-1 0 0,1 0 0 0 0,-1 0 0 0 0,1 0 0 0 0,-1 0 0 0 0,1 1 0 0 0,-1-1 0 0 0,1 0 0 0 0,0 0 1 0 0,0 0-1 0 0,0 0 0 0 0,0-1 0 0 0,0 1 0 0 0,-1 0 0 0 0,3 1 0 0 0,0-1 32 0 0,0 1-1 0 0,0-1 1 0 0,0 1-1 0 0,0-1 1 0 0,1 0 0 0 0,-1 0-1 0 0,0 0 1 0 0,6 0-1 0 0,5 0 39 0 0,1-1-1 0 0,-1 0 1 0 0,15-2 0 0 0,-29 2-136 0 0,125-10-1334 0 0,-90 7-6374 0 0</inkml:trace>
</inkml:ink>
</file>

<file path=ppt/ink/ink2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7:52.0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4 15667 0 0,'-2'-1'202'0'0,"0"1"-1"0"0,0-1 0 0 0,-1 1 0 0 0,1-1 1 0 0,0 1-1 0 0,0 0 0 0 0,0 0 0 0 0,0 0 1 0 0,-1 0-1 0 0,1 0 0 0 0,0 0 1 0 0,0 1-1 0 0,0-1 0 0 0,-4 2 0 0 0,4 0-21 0 0,0-1 0 0 0,0 1 0 0 0,0-1-1 0 0,1 1 1 0 0,-1 0 0 0 0,0 0 0 0 0,1 0 0 0 0,-1 0-1 0 0,1 0 1 0 0,0 1 0 0 0,0-1 0 0 0,0 0-1 0 0,-1 4 1 0 0,-2 5 57 0 0,0 1 0 0 0,1 0 0 0 0,1 0 0 0 0,0 0 0 0 0,0 1 0 0 0,1-1-1 0 0,1 0 1 0 0,1 20 0 0 0,3 0-60 0 0,0 0 0 0 0,11 34 0 0 0,-4-25-73 0 0,18 43-1 0 0,-6-32-6840 0 0,-11-29-717 0 0</inkml:trace>
</inkml:ink>
</file>

<file path=ppt/ink/ink2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7:52.2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90 9674 0 0,'0'0'44'0'0,"-1"-1"-1"0"0,0 0 1 0 0,0 0 0 0 0,1 0 0 0 0,-1 1-1 0 0,0-1 1 0 0,1 0 0 0 0,-1 0-1 0 0,1 0 1 0 0,-1 0 0 0 0,1 0 0 0 0,-1 0-1 0 0,1 0 1 0 0,0 0 0 0 0,-1 0-1 0 0,1 0 1 0 0,0 0 0 0 0,0 0 0 0 0,0 0-1 0 0,0 0 1 0 0,0 0 0 0 0,0-1-1 0 0,0 1 1 0 0,0-2 0 0 0,1 2 48 0 0,0-1 0 0 0,0 0-1 0 0,0 1 1 0 0,0-1 0 0 0,0 1 0 0 0,1-1 0 0 0,-1 1 0 0 0,0-1 0 0 0,1 1 0 0 0,-1 0 0 0 0,1 0-1 0 0,2-2 1 0 0,6-3 384 0 0,1 1 0 0 0,-1 0 0 0 0,20-5-1 0 0,-5 4 44 0 0,1 2 0 0 0,-1 0-1 0 0,1 2 1 0 0,0 1 0 0 0,0 1-1 0 0,49 6 1 0 0,-37-3-1635 0 0,1-1-1 0 0,44-4 1 0 0,-67 0 189 0 0,-12 0 561 0 0,1 1 1 0 0,-1 0 0 0 0,1 0 0 0 0,-1 1 0 0 0,1 0 0 0 0,0-1 0 0 0,-1 1-1 0 0,1 1 1 0 0,-1-1 0 0 0,6 2 0 0 0,-9-1 392 0 0,-1-1 1 0 0,0 1-1 0 0,1 0 1 0 0,-1 0-1 0 0,0 0 1 0 0,0-1-1 0 0,0 1 1 0 0,0 0-1 0 0,0 0 0 0 0,0 0 1 0 0,0 0-1 0 0,0-1 1 0 0,0 1-1 0 0,0 0 1 0 0,0 0-1 0 0,0 0 1 0 0,0-1-1 0 0,-1 1 0 0 0,1 0 1 0 0,0 0-1 0 0,-1 0 1 0 0,0 1-1 0 0,-12 24 1499 0 0,9-18-1001 0 0,-6 16 1019 0 0,0-1 1 0 0,2 2 0 0 0,-9 41-1 0 0,15-58-1362 0 0,1 1-1 0 0,1-1 1 0 0,-1 1-1 0 0,2-1 1 0 0,-1 1 0 0 0,3 13-1 0 0,-2-18-143 0 0,0 1-1 0 0,1-1 1 0 0,-1 0-1 0 0,1 1 0 0 0,0-1 1 0 0,0 0-1 0 0,1 0 1 0 0,-1-1-1 0 0,1 1 1 0 0,-1 0-1 0 0,1-1 1 0 0,0 1-1 0 0,5 3 1 0 0,-5-5 47 0 0,0 1 0 0 0,0-1 0 0 0,1 0 0 0 0,-1 0 0 0 0,0 0 0 0 0,1 0 0 0 0,-1-1 0 0 0,1 1 0 0 0,-1-1 0 0 0,1 0 0 0 0,0 0 0 0 0,0-1 0 0 0,0 1 0 0 0,-1-1 0 0 0,1 1 0 0 0,0-1 1 0 0,0 0-1 0 0,0-1 0 0 0,0 1 0 0 0,-1-1 0 0 0,1 1 0 0 0,0-1 0 0 0,0 0 0 0 0,-1-1 0 0 0,1 1 0 0 0,-1-1 0 0 0,1 1 0 0 0,-1-1 0 0 0,0 0 0 0 0,1 0 0 0 0,2-4 0 0 0,0 2-23 0 0,-1-1-1 0 0,0 0 0 0 0,0 0 0 0 0,0-1 1 0 0,-1 1-1 0 0,1-1 0 0 0,-2 0 1 0 0,1 0-1 0 0,-1 0 0 0 0,1-1 0 0 0,-2 1 1 0 0,1-1-1 0 0,-1 0 0 0 0,0 0 1 0 0,0 0-1 0 0,0-7 0 0 0,-1 7-64 0 0,-1 0 1 0 0,1 0-1 0 0,-2 1 0 0 0,1-1 1 0 0,-1 0-1 0 0,0 0 0 0 0,0 0 0 0 0,-1 1 1 0 0,0-1-1 0 0,0 1 0 0 0,0-1 1 0 0,-1 1-1 0 0,0 0 0 0 0,0 0 0 0 0,-1 0 1 0 0,1 0-1 0 0,-1 1 0 0 0,-1-1 1 0 0,1 1-1 0 0,-1 0 0 0 0,0 1 0 0 0,0-1 1 0 0,0 1-1 0 0,-1 0 0 0 0,1 0 1 0 0,-1 0-1 0 0,0 1 0 0 0,0 0 0 0 0,-1 0 1 0 0,1 1-1 0 0,-10-3 0 0 0,-3 0-286 0 0</inkml:trace>
</inkml:ink>
</file>

<file path=ppt/ink/ink2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7:52.6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 17052 0 0,'4'-2'3160'0'0,"-3"2"-3104"0"0,3 10 1361 0 0,1 13-585 0 0,-5-22-789 0 0,18 91 1180 0 0,-3-3-767 0 0,3-1-1 0 0,48 133 0 0 0,-42-170-1119 0 0,-14-32 8 0 0</inkml:trace>
</inkml:ink>
</file>

<file path=ppt/ink/ink2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7:52.9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22 231 12643 0 0,'-2'-1'58'0'0,"1"0"1"0"0,-1 0-1 0 0,1 0 1 0 0,-1 0-1 0 0,1 0 1 0 0,0 0-1 0 0,-1 0 1 0 0,1-1-1 0 0,0 1 1 0 0,0 0-1 0 0,0-1 1 0 0,0 1-1 0 0,0-1 1 0 0,0 1 0 0 0,1-1-1 0 0,-1 1 1 0 0,-1-4-1 0 0,3 3 51 0 0,0 0 1 0 0,-1 0-1 0 0,1 0 1 0 0,0 0-1 0 0,0 0 0 0 0,0 0 1 0 0,0 1-1 0 0,1-1 0 0 0,-1 0 1 0 0,0 1-1 0 0,1-1 0 0 0,-1 1 1 0 0,1-1-1 0 0,-1 1 1 0 0,3-2-1 0 0,14-11 757 0 0,0 0 0 0 0,1 1 0 0 0,1 1 0 0 0,-1 1 0 0 0,2 0 1 0 0,0 2-1 0 0,40-13 0 0 0,3 5-1241 0 0,93-13 1 0 0,-101 16-2179 0 0,-36 5 1220 0 0</inkml:trace>
</inkml:ink>
</file>

<file path=ppt/ink/ink2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7:53.2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404 434 10594 0 0,'-154'59'4604'0'0,"105"-43"-2565"0"0,1 2 0 0 0,-84 46 0 0 0,131-64-1980 0 0,0 0-1 0 0,-1 1 1 0 0,1-1 0 0 0,0 1-1 0 0,0-1 1 0 0,0 1 0 0 0,0 0-1 0 0,0-1 1 0 0,0 1-1 0 0,0 0 1 0 0,1 0 0 0 0,-1-1-1 0 0,0 1 1 0 0,0 0 0 0 0,0 0-1 0 0,1 0 1 0 0,-1 0-1 0 0,1 0 1 0 0,-1 0 0 0 0,1 1-1 0 0,-1-1 1 0 0,1 0 0 0 0,-1 0-1 0 0,1 2 1 0 0,0-2-28 0 0,1 0 1 0 0,0 0-1 0 0,0-1 1 0 0,0 1-1 0 0,0 0 1 0 0,0 0-1 0 0,-1-1 1 0 0,1 1-1 0 0,0-1 1 0 0,1 1-1 0 0,-1-1 1 0 0,0 1-1 0 0,0-1 0 0 0,0 1 1 0 0,0-1-1 0 0,0 0 1 0 0,0 0-1 0 0,0 1 1 0 0,2-1-1 0 0,15 2 48 0 0,-1-1 0 0 0,19-1-1 0 0,-34 0-59 0 0,114-8 132 0 0,-1-5 0 0 0,116-30 1 0 0,-75 14-50 0 0,982-155 138 0 0,-429 79-455 0 0,-9-36-179 0 0,-413 60-1436 0 0,-217 59 628 0 0</inkml:trace>
</inkml:ink>
</file>

<file path=ppt/ink/ink2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7:53.4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13363 0 0,'17'7'6079'0'0,"2"8"-4059"0"0,14 20-794 0 0,-14-10-699 0 0,-1 0 1 0 0,-1 2-1 0 0,-1-1 1 0 0,24 57-1 0 0,33 125 814 0 0,-52-140-969 0 0,8 15-5 0 0,-5-16-809 0 0,25 117 1 0 0,-49-184 391 0 0,3 19-839 0 0</inkml:trace>
</inkml:ink>
</file>

<file path=ppt/ink/ink2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7:53.7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5 125 7370 0 0,'-1'-1'54'0'0,"1"-1"1"0"0,-1 1 0 0 0,0-1-1 0 0,1 0 1 0 0,-1 1 0 0 0,1-1 0 0 0,0 0-1 0 0,0 1 1 0 0,0-1 0 0 0,-1 0-1 0 0,1 0 1 0 0,1 1 0 0 0,-1-1-1 0 0,0 0 1 0 0,0 1 0 0 0,1-1 0 0 0,-1 0-1 0 0,2-2 1 0 0,0 1 321 0 0,0 1 1 0 0,0-1-1 0 0,1 1 1 0 0,-1-1-1 0 0,1 1 0 0 0,-1 0 1 0 0,7-4-1 0 0,0 0 601 0 0,3-3-34 0 0,2 1-1 0 0,-1 0 0 0 0,1 1 1 0 0,0 1-1 0 0,29-10 0 0 0,-35 14-688 0 0,-1 1 1 0 0,0-1-1 0 0,0 1 0 0 0,1 0 0 0 0,-1 0 1 0 0,1 1-1 0 0,-1 0 0 0 0,0 1 0 0 0,1-1 1 0 0,-1 2-1 0 0,0-1 0 0 0,1 1 0 0 0,-1 0 0 0 0,11 4 1 0 0,-15-4-229 0 0,-1-1-1 0 0,0 1 1 0 0,0-1 0 0 0,1 1 0 0 0,-1 0 0 0 0,0 0 0 0 0,0 0 0 0 0,-1 0-1 0 0,1 0 1 0 0,0 1 0 0 0,-1-1 0 0 0,1 0 0 0 0,-1 1 0 0 0,0-1 0 0 0,0 1 0 0 0,0-1-1 0 0,0 1 1 0 0,0 0 0 0 0,-1-1 0 0 0,1 1 0 0 0,-1 0 0 0 0,0 0 0 0 0,1-1 0 0 0,-1 1-1 0 0,0 0 1 0 0,-1 0 0 0 0,1 0 0 0 0,0-1 0 0 0,-1 1 0 0 0,-1 5 0 0 0,-3 7-36 0 0,0 0 0 0 0,-1-1 0 0 0,0 1 1 0 0,-9 13-1 0 0,14-25 21 0 0,-102 160-17 0 0,18-29 76 0 0,83-132-41 0 0,0 1 1 0 0,1 0 0 0 0,-1 0-1 0 0,1 0 1 0 0,-1 1 0 0 0,1-1-1 0 0,0 0 1 0 0,1 0-1 0 0,-1 1 1 0 0,1-1 0 0 0,-1 7-1 0 0,1-8 3 0 0,1-1 0 0 0,-1 0 0 0 0,1 1 0 0 0,-1-1 0 0 0,1 0 0 0 0,0 0 0 0 0,-1 1-1 0 0,1-1 1 0 0,0 0 0 0 0,0 0 0 0 0,0 0 0 0 0,0 0 0 0 0,0 0 0 0 0,0 0 0 0 0,0 0 0 0 0,0 0 0 0 0,0 0-1 0 0,1-1 1 0 0,-1 1 0 0 0,0 0 0 0 0,0-1 0 0 0,1 1 0 0 0,-1-1 0 0 0,1 1 0 0 0,-1-1 0 0 0,0 0 0 0 0,1 0-1 0 0,-1 1 1 0 0,1-1 0 0 0,1 0 0 0 0,15 2 90 0 0,0-1 0 0 0,0-1 0 0 0,1 0 0 0 0,32-6 0 0 0,74-21-192 0 0,-51 10-423 0 0,94-13-1273 0 0,-110 24 1549 0 0</inkml:trace>
</inkml:ink>
</file>

<file path=ppt/ink/ink2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7: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115 128 5065 0 0,'-44'5'394'0'0,"7"-1"3007"0"0,4-4 8228 0 0,46-6-10210 0 0,19-6-805 0 0,4 3-853 0 0,96-31 1944 0 0,-70 10-3249 0 0,-54 25 347 0 0,1-1-1 0 0,-1 0 1 0 0,-1 0-1 0 0,11-11 1 0 0</inkml:trace>
</inkml:ink>
</file>

<file path=ppt/ink/ink2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7:54.1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209 0 2761 0 0,'-11'7'151'0'0,"0"0"0"0"0,1 1 0 0 0,0 1 1 0 0,-14 13-1 0 0,18-14 706 0 0,0-1 1 0 0,1 1-1 0 0,0 0 1 0 0,-5 11-1 0 0,7-13-416 0 0,0 1 0 0 0,0 1 0 0 0,0-1-1 0 0,1 0 1 0 0,0 1 0 0 0,1-1 0 0 0,0 1-1 0 0,0-1 1 0 0,0 1 0 0 0,1 0 0 0 0,0-1-1 0 0,0 1 1 0 0,1 0 0 0 0,0-1 0 0 0,1 1 0 0 0,0-1-1 0 0,0 1 1 0 0,0-1 0 0 0,1 0 0 0 0,0 0-1 0 0,0 0 1 0 0,1 0 0 0 0,7 10 0 0 0,24 30 1290 0 0,11 17-173 0 0,-42-58-1409 0 0,0 1-1 0 0,-1 0 0 0 0,1 0 0 0 0,-1 0 0 0 0,-1 1 1 0 0,0-1-1 0 0,3 12 0 0 0,-5-16-123 0 0,0 0 1 0 0,0 0-1 0 0,0 0 0 0 0,0-1 0 0 0,0 1 1 0 0,-1 0-1 0 0,1 0 0 0 0,-1-1 0 0 0,0 1 0 0 0,0 0 1 0 0,0-1-1 0 0,0 1 0 0 0,0-1 0 0 0,0 1 1 0 0,-1-1-1 0 0,-2 4 0 0 0,0-1-30 0 0,0-1 1 0 0,0-1-1 0 0,0 1 1 0 0,0-1-1 0 0,0 1 0 0 0,-1-1 1 0 0,0 0-1 0 0,-5 2 1 0 0,-6 1-181 0 0,0 1 1 0 0,0-2 0 0 0,0-1 0 0 0,-26 5 0 0 0,7-6-120 0 0,2-4 192 0 0</inkml:trace>
</inkml:ink>
</file>

<file path=ppt/ink/ink2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37:54.4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0 16131 0 0,'-15'10'713'0'0,"7"-6"151"0"0,1 1-696 0 0,2-3-168 0 0,5 0 0 0 0</inkml:trace>
</inkml:ink>
</file>

<file path=ppt/ink/ink2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07:48.1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15 720 6913 0 0,'-10'17'1111'0'0,"6"-8"2294"0"0,16-22-175 0 0,-2 4-2575 0 0,0 0 0 0 0,1 0 0 0 0,0 1 0 0 0,17-9 0 0 0,23-19 252 0 0,323-250 2271 0 0,-321 248-3016 0 0,-2-2 0 0 0,47-48 0 0 0,-48 41-359 0 0,92-66 0 0 0,-126 101-102 0 0,14-8-2692 0 0</inkml:trace>
</inkml:ink>
</file>

<file path=ppt/ink/ink2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07:48.8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33 216 1376 0 0,'-1'-10'359'0'0,"0"-1"1"0"0,1 1-1 0 0,0-1 0 0 0,1 1 0 0 0,0-1 0 0 0,0 1 0 0 0,5-16 0 0 0,3-5 4297 0 0,15-32-1 0 0,-24 62-4529 0 0,1 1 0 0 0,-1-1 0 0 0,0 1 0 0 0,1-1 0 0 0,-1 0-1 0 0,0 1 1 0 0,1-1 0 0 0,-1 0 0 0 0,0 0 0 0 0,0 1 0 0 0,0-1 0 0 0,0 0 0 0 0,0 0 0 0 0,0 1-1 0 0,0-1 1 0 0,0 0 0 0 0,0 0 0 0 0,0 1 0 0 0,0-1 0 0 0,0 0 0 0 0,0 1 0 0 0,-1-1-1 0 0,1 0 1 0 0,0 0 0 0 0,-1 1 0 0 0,1-1 0 0 0,0 1 0 0 0,-1-1 0 0 0,1 0 0 0 0,-1 1-1 0 0,0-2 1 0 0,0 2-77 0 0,1 1-1 0 0,-1-1 0 0 0,0 0 1 0 0,0 0-1 0 0,1 0 1 0 0,-1 0-1 0 0,0 1 0 0 0,0-1 1 0 0,1 0-1 0 0,-1 1 0 0 0,0-1 1 0 0,1 0-1 0 0,-1 1 1 0 0,0-1-1 0 0,1 1 0 0 0,-1-1 1 0 0,1 1-1 0 0,-1-1 1 0 0,1 1-1 0 0,-1 0 0 0 0,1-1 1 0 0,-1 1-1 0 0,1-1 0 0 0,-1 1 1 0 0,1 0-1 0 0,0 0 1 0 0,0-1-1 0 0,-1 1 0 0 0,1 0 1 0 0,0 1-1 0 0,-11 24 32 0 0,1 1 0 0 0,1 1 0 0 0,-6 38 0 0 0,11-48-10 0 0,2-1-1 0 0,0 1 1 0 0,2 0-1 0 0,-1 0 1 0 0,2 0-1 0 0,5 28 1 0 0,-6-44-51 0 0,0 0 0 0 0,1 0 0 0 0,-1 0 0 0 0,1-1-1 0 0,-1 1 1 0 0,1 0 0 0 0,0 0 0 0 0,0 0 0 0 0,0-1 0 0 0,0 1 0 0 0,0-1 0 0 0,0 1 0 0 0,0-1 0 0 0,1 1-1 0 0,-1-1 1 0 0,1 0 0 0 0,-1 1 0 0 0,1-1 0 0 0,-1 0 0 0 0,1 0 0 0 0,1 1 0 0 0,0-1 3 0 0,0-1 0 0 0,0 1 0 0 0,-1 0 0 0 0,1-1 0 0 0,0 0 1 0 0,0 0-1 0 0,0 0 0 0 0,0 0 0 0 0,0 0 0 0 0,0 0 0 0 0,-1-1 0 0 0,6-1 0 0 0,8-3 85 0 0,-1-1 0 0 0,0-1-1 0 0,0-1 1 0 0,15-9 0 0 0,-17 9 46 0 0,8-4-96 0 0,3-3 289 0 0,47-19 0 0 0,-66 31-482 0 0,1 1-1 0 0,0 0 1 0 0,0 0-1 0 0,0 1 1 0 0,0 0-1 0 0,0 0 1 0 0,0 0-1 0 0,1 1 1 0 0,-1 0-1 0 0,0 0 1 0 0,0 0-1 0 0,0 1 1 0 0,0 0-1 0 0,8 2 1 0 0</inkml:trace>
</inkml:ink>
</file>

<file path=ppt/ink/ink2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07:55.8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7834 0 0,'1'3'310'0'0,"-1"-1"0"0"0,0 1 0 0 0,1-1 1 0 0,-1 0-1 0 0,1 1 0 0 0,0-1 0 0 0,0 0 1 0 0,0 1-1 0 0,0-1 0 0 0,1 0 0 0 0,-1 0 1 0 0,0 0-1 0 0,1 0 0 0 0,1 2 0 0 0,30 27 992 0 0,-13-12-544 0 0,73 80 459 0 0,-4 4 0 0 0,105 162 1 0 0,-171-231-1287 0 0,1 0 1 0 0,1-1-1 0 0,2-1 0 0 0,2-2 1 0 0,1 0-1 0 0,0-3 1 0 0,43 30-1 0 0,-71-55-140 0 0,1 0 0 0 0,0 0 0 0 0,0 0 0 0 0,-1 1-1 0 0,1-1 1 0 0,-1 1 0 0 0,4 4 0 0 0,-2 0-1013 0 0</inkml:trace>
</inkml:ink>
</file>

<file path=ppt/ink/ink2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07:56.5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72 920 0 0,'-9'-18'724'0'0,"1"0"3520"0"0,11 28-3395 0 0,-1 0 1 0 0,0-1-1 0 0,0 1 0 0 0,1 15 1 0 0,1 10-341 0 0,25 93 333 0 0,3 14-317 0 0,-37-189-1975 0 0,1-54 0 0 0,0-10 1466 0 0,-3 55 198 0 0,-1-33 2063 0 0,8 89-2174 0 0,1 0-1 0 0,-1 0 1 0 0,0 0-1 0 0,1 0 0 0 0,-1 0 1 0 0,0 0-1 0 0,1 0 1 0 0,-1 0-1 0 0,0 0 0 0 0,1 0 1 0 0,-1 0-1 0 0,1 0 1 0 0,-1 0-1 0 0,0 0 0 0 0,1 0 1 0 0,-1 0-1 0 0,0 0 1 0 0,1 0-1 0 0,-1 0 0 0 0,0 0 1 0 0,1 1-1 0 0,-1-1 1 0 0,0 0-1 0 0,0 0 0 0 0,1 0 1 0 0,-1 1-1 0 0,0-1 1 0 0,0 0-1 0 0,1 0 0 0 0,-1 1 1 0 0,0-1-1 0 0,0 0 1 0 0,0 1-1 0 0,1-1 0 0 0,-1 1 1 0 0,15 12 938 0 0,-14-12-751 0 0,7 6 77 0 0,1 0 1 0 0,0 0-1 0 0,0-1 1 0 0,0 0-1 0 0,1-1 1 0 0,14 7-1 0 0,-13-8-589 0 0,1-1-1 0 0,-1 0 1 0 0,0-1-1 0 0,1 0 1 0 0,0 0-1 0 0,12-1 0 0 0,3-1-6113 0 0</inkml:trace>
</inkml:ink>
</file>

<file path=ppt/ink/ink2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41:47.2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108 390 2761 0 0,'-108'-62'15890'0'0,"113"74"-16385"0"0,-1-4 597 0 0,0 1 1 0 0,1-1 0 0 0,0 0-1 0 0,1 0 1 0 0,0 0-1 0 0,0-1 1 0 0,0 0-1 0 0,1 0 1 0 0,0-1-1 0 0,8 6 1 0 0,3 4-7 0 0,31 34 143 0 0,-28-28-211 0 0,43 37-1 0 0,-56-54 115 0 0,0 1-1 0 0,0-1 1 0 0,1 0-1 0 0,-1-1 1 0 0,1 0 0 0 0,0 0-1 0 0,0-1 1 0 0,0 0-1 0 0,1-1 1 0 0,10 2-1 0 0,-19-4-93 0 0,1 0 0 0 0,-1 0 0 0 0,1 0 0 0 0,0 0 1 0 0,-1 0-1 0 0,1-1 0 0 0,-1 1 0 0 0,1 0 0 0 0,-1-1 0 0 0,1 1 0 0 0,-1-1 0 0 0,1 0 0 0 0,-1 1 0 0 0,0-1 0 0 0,1 0 0 0 0,-1 0 0 0 0,0 0 0 0 0,0 0 1 0 0,1 0-1 0 0,-1 0 0 0 0,0 0 0 0 0,0 0 0 0 0,0-1 0 0 0,0 1 0 0 0,-1 0 0 0 0,1-1 0 0 0,0 1 0 0 0,0 0 0 0 0,-1-1 0 0 0,1 1 0 0 0,-1-1 0 0 0,1 1 1 0 0,-1-3-1 0 0,3-8 33 0 0,-1 1 0 0 0,0 0 1 0 0,-1-21-1 0 0,0 11 89 0 0,11-81-28 0 0,-4 35-143 0 0,1-110 0 0 0,-10 148 51 0 0,-1 12-48 0 0,1 0 1 0 0,1 1-1 0 0,1-1 0 0 0,0 0 1 0 0,5-19-1 0 0,-1 29-279 0 0,-1 16-746 0 0,-1-2 129 0 0,1 2-513 0 0</inkml:trace>
</inkml:ink>
</file>

<file path=ppt/ink/ink2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41:47.7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 0 5529 0 0,'-5'5'12606'0'0,"21"34"-11974"0"0,3 6 100 0 0,13 90 21 0 0,16 145-1 0 0,-47-277-752 0 0,1 19-273 0 0,-1-14-40 0 0,0 1-1 0 0,0-1 0 0 0,0 0 0 0 0,1 0 0 0 0,5 12 0 0 0</inkml:trace>
</inkml:ink>
</file>

<file path=ppt/ink/ink2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41:47.9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 47 1984 0 0,'0'-23'2036'0'0,"-1"-1"5316"0"0,0 24-7230 0 0,1 0 1 0 0,-1 0-1 0 0,1 1 0 0 0,-1-1 1 0 0,1 0-1 0 0,-1 0 1 0 0,1 0-1 0 0,-1 1 0 0 0,1-1 1 0 0,0 0-1 0 0,-1 0 1 0 0,1 1-1 0 0,-1-1 0 0 0,1 0 1 0 0,-1 1-1 0 0,1-1 1 0 0,0 1-1 0 0,-1-1 0 0 0,1 0 1 0 0,0 1-1 0 0,0-1 0 0 0,-1 1 1 0 0,1-1-1 0 0,0 1 1 0 0,0-1-1 0 0,0 1 0 0 0,-1-1 1 0 0,1 1-1 0 0,0-1 1 0 0,0 1-1 0 0,0 0 0 0 0,-9 21-1031 0 0,7-4-4196 0 0</inkml:trace>
</inkml:ink>
</file>

<file path=ppt/ink/ink2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41:48.9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2 206 1840 0 0,'-1'-4'5918'0'0,"5"-7"-3465"0"0,12-18-2529 0 0,-4 8 1165 0 0,0-7 321 0 0,15-50 0 0 0,-16 44 171 0 0,50 112 838 0 0,-43-54-2335 0 0,-2 2 1 0 0,0 0-1 0 0,-2 0 0 0 0,-1 2 1 0 0,-1 0-1 0 0,12 42 0 0 0,-5 0-1428 0 0,13 110 0 0 0,-30-167-167 0 0</inkml:trace>
</inkml:ink>
</file>

<file path=ppt/ink/ink2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41:49.1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91 61 920 0 0,'-6'4'704'0'0,"0"0"0"0"0,0 0 0 0 0,0 1 0 0 0,-7 7 0 0 0,10-9 41 0 0,-1 1 0 0 0,0 0 0 0 0,0-1 0 0 0,-1 0 1 0 0,1 1-1 0 0,-1-2 0 0 0,0 1 0 0 0,1-1 1 0 0,-12 1 4491 0 0,17-4-5167 0 0,4-9 1651 0 0,10-9-804 0 0,-2 6-299 0 0,0 1 1 0 0,1 0-1 0 0,28-18 0 0 0,-35 26-742 0 0,0 1 1 0 0,0 0-1 0 0,0 0 1 0 0,14-4-1 0 0,-16 6-583 0 0,0 0 0 0 0,0 1 0 0 0,1-1-1 0 0,-1 1 1 0 0,0 0 0 0 0,0 0 0 0 0,11 2 0 0 0</inkml:trace>
</inkml:ink>
</file>

<file path=ppt/ink/ink2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42:03.8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766 215 2304 0 0,'-4'-14'816'0'0,"-1"0"-1"0"0,0 0 1 0 0,-1 1-1 0 0,-1-1 0 0 0,-12-17 1 0 0,-16-36 2573 0 0,34 63-3138 0 0,-1 0 0 0 0,1 0 0 0 0,-1 0 0 0 0,0 0-1 0 0,0 1 1 0 0,0-1 0 0 0,-1 1 0 0 0,1-1 0 0 0,-5-3-1 0 0,5 6-166 0 0,1 0-1 0 0,-1 1 0 0 0,1-1 0 0 0,-1 0 0 0 0,1 1 0 0 0,-1-1 0 0 0,0 1 0 0 0,1-1 0 0 0,-1 1 0 0 0,0 0 0 0 0,1 0 0 0 0,-1 0 0 0 0,0 0 0 0 0,1 0 1 0 0,-1 0-1 0 0,0 0 0 0 0,1 1 0 0 0,-1-1 0 0 0,0 1 0 0 0,1-1 0 0 0,-1 1 0 0 0,1-1 0 0 0,-1 1 0 0 0,-2 2 0 0 0,-29 12 158 0 0,1 2 0 0 0,0 2-1 0 0,1 1 1 0 0,2 1 0 0 0,0 1 0 0 0,1 2-1 0 0,1 1 1 0 0,2 1 0 0 0,0 1-1 0 0,2 1 1 0 0,1 1 0 0 0,1 1 0 0 0,-24 47-1 0 0,9-6-89 0 0,4 2 0 0 0,3 2-1 0 0,2 0 1 0 0,5 2 0 0 0,2 0-1 0 0,-15 133 1 0 0,25-93-151 0 0,5 145 0 0 0,15-172 0 0 0,3-1 0 0 0,42 149 0 0 0,-46-202 0 0 0,-1-4 1 0 0,2 0-1 0 0,2 0 1 0 0,0-1-1 0 0,25 43 1 0 0,-27-57-2 0 0,1-1-1 0 0,0 0 1 0 0,2-1 0 0 0,-1 0-1 0 0,2-1 1 0 0,0 0 0 0 0,1-1-1 0 0,0-1 1 0 0,18 11 0 0 0,-15-12-15 0 0,1 0 1 0 0,0-2 0 0 0,0-1 0 0 0,1 0 0 0 0,0-1-1 0 0,0-1 1 0 0,37 6 0 0 0,-41-10-13 0 0,-1-1 0 0 0,1-1 0 0 0,0 0 0 0 0,-1-1 0 0 0,1 0-1 0 0,-1-1 1 0 0,1-1 0 0 0,-1 0 0 0 0,0-2 0 0 0,0 1 0 0 0,17-9 0 0 0,-7 1-12 0 0,0-2 1 0 0,0 0-1 0 0,-2-2 1 0 0,39-32-1 0 0,-49 36 33 0 0,47-40-22 0 0,59-67 1 0 0,-102 99 39 0 0,0-1 0 0 0,-1-1 0 0 0,-1-1 0 0 0,-1 0 0 0 0,-2-1 0 0 0,0 0 0 0 0,10-31 0 0 0,-7 4 101 0 0,-2 0 0 0 0,-3-1-1 0 0,8-103 1 0 0,-15 77 143 0 0,-4 0-1 0 0,-11-81 1 0 0,-2 56 242 0 0,-4 0 1 0 0,-5 2-1 0 0,-60-167 0 0 0,77 252-470 0 0,-1 1 0 0 0,-1-1 1 0 0,0 1-1 0 0,-1 0 0 0 0,0 1 0 0 0,-22-25 1 0 0,23 31-11 0 0,-1 0 0 0 0,-1 0 0 0 0,1 0-1 0 0,-1 1 1 0 0,0 1 0 0 0,-1 0 0 0 0,1 0 0 0 0,-1 1 0 0 0,-1 0 0 0 0,-17-4 0 0 0,-8-2 1 0 0,-229-74 231 0 0,254 80-333 0 0,1 0 1 0 0,-1 1-1 0 0,0 0 1 0 0,0 1-1 0 0,0 0 0 0 0,-1 1 1 0 0,1 1-1 0 0,-20-1 1 0 0,23 4-1688 0 0</inkml:trace>
</inkml:ink>
</file>

<file path=ppt/ink/ink2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42:04.9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583 30 5529 0 0,'-2'-2'228'0'0,"0"-1"1"0"0,-1 1-1 0 0,1 0 0 0 0,-1 0 1 0 0,0 0-1 0 0,0 0 0 0 0,1 0 1 0 0,-1 1-1 0 0,0-1 0 0 0,0 1 1 0 0,-1 0-1 0 0,1 0 0 0 0,0 0 1 0 0,0 0-1 0 0,-4 0 0 0 0,-1 0 204 0 0,1 0-1 0 0,-1 0 1 0 0,1 1 0 0 0,-1 0-1 0 0,-12 1 1 0 0,10 2-152 0 0,-1 0 0 0 0,1 1 0 0 0,0 0-1 0 0,0 0 1 0 0,0 1 0 0 0,1 0 0 0 0,-1 1 0 0 0,-16 13 0 0 0,-2 5-169 0 0,-32 34-1 0 0,39-34 102 0 0,0 2-1 0 0,3 0 0 0 0,0 0 0 0 0,1 2 0 0 0,2 0 0 0 0,-18 43 1 0 0,-53 188-131 0 0,82-247-80 0 0,-10 37 34 0 0,3 0 1 0 0,2 1-1 0 0,2 0 1 0 0,2 1-1 0 0,2-1 0 0 0,5 59 1 0 0,13 64-54 0 0,7-2 0 0 0,62 237 0 0 0,-61-313 16 0 0,5 0 0 0 0,4-2 0 0 0,69 141 0 0 0,-94-221 2 0 0,20 39-21 0 0,52 73 0 0 0,-70-112 18 0 0,1 0-1 0 0,1 0 1 0 0,0-1-1 0 0,1-1 1 0 0,0 0 0 0 0,1 0-1 0 0,0-2 1 0 0,0 1-1 0 0,1-2 1 0 0,22 11-1 0 0,-26-16-24 0 0,0 0-1 0 0,0-1 0 0 0,0 0 1 0 0,1 0-1 0 0,-1-1 0 0 0,1-1 1 0 0,-1 0-1 0 0,1 0 0 0 0,-1-1 0 0 0,1 0 1 0 0,-1-1-1 0 0,1 0 0 0 0,-1-1 1 0 0,0 0-1 0 0,0-1 0 0 0,-1 1 1 0 0,1-2-1 0 0,9-5 0 0 0,10-7-154 0 0,-2 0 1 0 0,0-2-1 0 0,-2-1 0 0 0,39-37 0 0 0,-35 26-12 0 0,0-2 0 0 0,-2 0 0 0 0,-2-2 0 0 0,31-54 0 0 0,-26 32 259 0 0,-2-2 1 0 0,26-78 0 0 0,-38 84 217 0 0,-3-1 1 0 0,-2-1-1 0 0,-2 1 1 0 0,-3-2-1 0 0,-2 1 0 0 0,-5-101 1 0 0,-8 62 680 0 0,-3 0 0 0 0,-5 1 0 0 0,-33-107 0 0 0,-110-217 1935 0 0,132 352-2823 0 0,9 25-30 0 0,-2 0-1 0 0,-2 2 1 0 0,-1 0 0 0 0,-2 2-1 0 0,-1 0 1 0 0,-2 2 0 0 0,-2 2-1 0 0,0 0 1 0 0,-3 2 0 0 0,0 2-1 0 0,-40-26 1 0 0,38 27 261 0 0,4 3-1348 0 0,10 10-4762 0 0</inkml:trace>
</inkml:ink>
</file>

<file path=ppt/ink/ink2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42:10.636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</inkml:brush>
  </inkml:definitions>
  <inkml:trace contextRef="#ctx0" brushRef="#br0">84 443 4609 0 0,'593'-94'1315'0'0,"-274"50"-700"0"0,234-31 1430 0 0,-414 57-1820 0 0,960-121 517 0 0,-1089 137-745 0 0,2 2-24 0 0,-1-2-1 0 0,1 1 1 0 0,-1-2 0 0 0,0 1 0 0 0,0-2-1 0 0,0 1 1 0 0,17-9 0 0 0,-28 12 29 0 0,0 0-1 0 0,0-1 1 0 0,1 1-1 0 0,-1 0 1 0 0,0 0 0 0 0,0 0-1 0 0,0 0 1 0 0,0 0-1 0 0,1 0 1 0 0,-1 0-1 0 0,0-1 1 0 0,0 1 0 0 0,0 0-1 0 0,0 0 1 0 0,0 0-1 0 0,1 0 1 0 0,-1-1 0 0 0,0 1-1 0 0,0 0 1 0 0,0 0-1 0 0,0 0 1 0 0,0 0 0 0 0,0-1-1 0 0,0 1 1 0 0,0 0-1 0 0,0 0 1 0 0,0 0-1 0 0,0-1 1 0 0,0 1 0 0 0,0 0-1 0 0,0 0 1 0 0,0 0-1 0 0,0-1 1 0 0,0 1 0 0 0,0 0-1 0 0,0 0 1 0 0,0 0-1 0 0,0 0 1 0 0,0-1 0 0 0,0 1-1 0 0,-1 0 1 0 0,1 0-1 0 0,0 0 1 0 0,0 0-1 0 0,0-1 1 0 0,0 1 0 0 0,0 0-1 0 0,0 0 1 0 0,-1 0-1 0 0,1 0 1 0 0,0 0 0 0 0,0-1-1 0 0,0 1 1 0 0,-1 0-1 0 0,-16-8 15 0 0,-21-1-160 0 0,-69-2-802 0 0,0 4 0 0 0,-116 8-1 0 0,166 1 914 0 0,-654 59 794 0 0,517-37-551 0 0,-526 53 232 0 0,352-20 1144 0 0,298-44-1144 0 0,-70 2 114 0 0,13-2-392 0 0,125-13-96 0 0,1 0-1 0 0,0 0 1 0 0,0 0 0 0 0,0 0-1 0 0,-1 0 1 0 0,1 1-1 0 0,0-1 1 0 0,0 0 0 0 0,0 1-1 0 0,0-1 1 0 0,0 1-1 0 0,0-1 1 0 0,0 1-1 0 0,-1-1 1 0 0,2 1 0 0 0,-1 0-1 0 0,0-1 1 0 0,0 1-1 0 0,0 0 1 0 0,-1 1 0 0 0,2-1-40 0 0,0 0 1 0 0,0-1 0 0 0,1 1 0 0 0,-1 0 0 0 0,0-1 0 0 0,1 1 0 0 0,-1 0 0 0 0,0-1 0 0 0,1 1 0 0 0,-1 0-1 0 0,1-1 1 0 0,-1 1 0 0 0,1-1 0 0 0,-1 1 0 0 0,1-1 0 0 0,-1 1 0 0 0,1-1 0 0 0,0 0 0 0 0,-1 1 0 0 0,1-1 0 0 0,0 0-1 0 0,-1 1 1 0 0,2-1 0 0 0,6 4-112 0 0,1 0 0 0 0,0-1 0 0 0,16 5 0 0 0,15-2-193 0 0,-1-1 0 0 0,67-2 0 0 0,82-14 351 0 0,-50 2 148 0 0,13 3 90 0 0,181-9-92 0 0,327-29 377 0 0,-119-2-699 0 0,-167 12 407 0 0,390-48 2807 0 0,-724 74-2984 0 0,-29 5-92 0 0,0 1 0 0 0,1 0 0 0 0,15-1 0 0 0,-143 3-23 0 0,-460 4 208 0 0,2 33-521 0 0,460-24-735 0 0</inkml:trace>
</inkml:ink>
</file>

<file path=ppt/ink/ink2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23:42:11.776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</inkml:brush>
  </inkml:definitions>
  <inkml:trace contextRef="#ctx0" brushRef="#br0">1741 90 7834 0 0,'-43'-14'322'0'0,"-1"1"0"0"0,0 2-1 0 0,0 2 1 0 0,-64-4 0 0 0,-90 0 969 0 0,-239 13-1 0 0,303 10-1804 0 0,1 5-1 0 0,-236 59 1 0 0,329-64-357 0 0,14-4-399 0 0,0 1 0 0 0,0 2-1 0 0,-38 17 1 0 0,64-26 1257 0 0,0 0 1 0 0,0 0-1 0 0,0 0 1 0 0,-1 0-1 0 0,1 0 1 0 0,0 0-1 0 0,0 0 1 0 0,0 0-1 0 0,0 0 1 0 0,-1 0-1 0 0,1 0 1 0 0,0 0-1 0 0,0 0 1 0 0,0 0-1 0 0,0 0 0 0 0,-1 1 1 0 0,1-1-1 0 0,0 0 1 0 0,0 0-1 0 0,0 0 1 0 0,0 0-1 0 0,0 0 1 0 0,-1 0-1 0 0,1 0 1 0 0,0 1-1 0 0,0-1 1 0 0,0 0-1 0 0,0 0 1 0 0,0 0-1 0 0,0 0 1 0 0,0 0-1 0 0,0 1 0 0 0,0-1 1 0 0,-1 0-1 0 0,1 0 1 0 0,0 0-1 0 0,0 0 1 0 0,0 1-1 0 0,0-1 1 0 0,0 0-1 0 0,0 0 1 0 0,0 0-1 0 0,0 1 1 0 0,0-1-1 0 0,0 0 1 0 0,0 0-1 0 0,0 0 0 0 0,1 0 1 0 0,-1 1-1 0 0,0-1 1 0 0,0 0-1 0 0,0 0 1 0 0,0 0-1 0 0,0 0 1 0 0,0 0-1 0 0,0 1 1 0 0,0-1-1 0 0,0 0 1 0 0,1 0-1 0 0,-1 0 1 0 0,0 0-1 0 0,0 0 1 0 0,18 4-19 0 0,23-3 588 0 0,365-44 2888 0 0,-28 3-1274 0 0,871-17 1403 0 0,-793 43-3558 0 0,588-7 1203 0 0,-755 11-336 0 0,-579 14 2116 0 0,-59 0-5038 0 0,198-5 950 0 0,-809 2-1014 0 0,-212 73 4758 0 0,1101-65-2819 0 0,10 1-410 0 0,-1-4-1 0 0,-119-2 1 0 0,166-9 563 0 0,20-3 332 0 0,-2 6-250 0 0,0 1 0 0 0,0-1 1 0 0,0 1-1 0 0,0 0 0 0 0,0 0 1 0 0,1 0-1 0 0,-1 0 1 0 0,4 0-1 0 0,53 1-117 0 0,1 3 0 0 0,103 19 1 0 0,-49-5-10 0 0,369 28-1107 0 0,247-40-6434 0 0,-117-35 4686 0 0,-493 26 2893 0 0</inkml:trace>
</inkml:ink>
</file>

<file path=ppt/ink/ink2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10:41.8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28 190 4609 0 0,'-28'-18'11037'0'0,"59"47"-10608"0"0,0-1 1 0 0,1-1-1 0 0,2-2 0 0 0,38 22 1 0 0,19 15-152 0 0,-76-51-157 0 0,47 30 691 0 0,-58-38-774 0 0,0-1 0 0 0,0 0-1 0 0,0-1 1 0 0,1 1 0 0 0,-1-1 0 0 0,0 1-1 0 0,1-1 1 0 0,-1-1 0 0 0,1 1-1 0 0,-1 0 1 0 0,1-1 0 0 0,-1 0-1 0 0,7-1 1 0 0,-10 1-11 0 0,1-1 0 0 0,-1 1 0 0 0,0-1 0 0 0,0 1 0 0 0,0-1 0 0 0,0 0 0 0 0,0 0 0 0 0,0 1 0 0 0,0-1 0 0 0,0 0 0 0 0,0 0 0 0 0,0 0 0 0 0,0 0 0 0 0,0 0 0 0 0,-1 0 0 0 0,1 0 0 0 0,0 0 0 0 0,-1-1 0 0 0,1 1 0 0 0,-1 0 0 0 0,1 0 0 0 0,-1-1 0 0 0,0 1 0 0 0,0 0 0 0 0,1 0 0 0 0,-1-1 0 0 0,0 1 0 0 0,0 0 0 0 0,0 0 0 0 0,0-1 0 0 0,0 1 0 0 0,-1 0 0 0 0,1-1 0 0 0,0 1 0 0 0,-1-3 0 0 0,-2-8 448 0 0,0 0-1 0 0,-9-22 1 0 0,7 21-286 0 0,-102-264 291 0 0,102 263-480 0 0,4 10 0 0 0,0 0 0 0 0,0 0 0 0 0,-1 0 0 0 0,1 0 0 0 0,-1 1 0 0 0,0-1 0 0 0,-1 0 0 0 0,1 1 0 0 0,0-1 0 0 0,-1 1 0 0 0,0 0 0 0 0,0 0 0 0 0,-5-4 0 0 0,9 16-122 0 0,16 16-10166 0 0</inkml:trace>
</inkml:ink>
</file>

<file path=ppt/ink/ink2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10:42.3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51 1840 0 0,'-37'-50'13050'0'0,"50"61"-12240"0"0,0 2 0 0 0,-1-1 0 0 0,-1 2 0 0 0,0-1 0 0 0,-1 1 0 0 0,16 29 0 0 0,17 23 443 0 0,-42-65-1263 0 0,47 56 659 0 0,-24-37-3239 0 0</inkml:trace>
</inkml:ink>
</file>

<file path=ppt/ink/ink2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10:44.1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11 154 5065 0 0,'1'11'5607'0'0,"0"-9"-5515"0"0,-1 0 0 0 0,1 0 1 0 0,-1 0-1 0 0,1-1 0 0 0,0 1 0 0 0,0 0 1 0 0,0 0-1 0 0,0-1 0 0 0,0 1 1 0 0,0 0-1 0 0,1-1 0 0 0,-1 1 0 0 0,0-1 1 0 0,1 0-1 0 0,-1 1 0 0 0,1-1 1 0 0,0 0-1 0 0,-1 0 0 0 0,1 0 0 0 0,0 0 1 0 0,0 0-1 0 0,-1 0 0 0 0,1-1 1 0 0,3 2-1 0 0,-1-1 19 0 0,0 0 0 0 0,0-1 0 0 0,0 1 0 0 0,0-1-1 0 0,0 0 1 0 0,0 0 0 0 0,0 0 0 0 0,0 0 0 0 0,1-1 0 0 0,-1 1 0 0 0,0-1 0 0 0,0 0 0 0 0,0 0 0 0 0,0-1 0 0 0,-1 1 0 0 0,1-1 0 0 0,0 0 0 0 0,-1 0 0 0 0,1 0 0 0 0,-1-1 0 0 0,1 1-1 0 0,-1-1 1 0 0,0 0 0 0 0,0 0 0 0 0,0 0 0 0 0,-1 0 0 0 0,1 0 0 0 0,-1 0 0 0 0,0-1 0 0 0,0 0 0 0 0,0 1 0 0 0,0-1 0 0 0,0 0 0 0 0,-1 0 0 0 0,0 0 0 0 0,1 0 0 0 0,-2 0-1 0 0,1 0 1 0 0,0 0 0 0 0,-1 0 0 0 0,0 0 0 0 0,0 0 0 0 0,0 0 0 0 0,0-1 0 0 0,-1 1 0 0 0,1 0 0 0 0,-3-5 0 0 0,2 4-97 0 0,-1 1 0 0 0,0 0 0 0 0,0 0 0 0 0,-1 0 0 0 0,1 0 0 0 0,-1 0 1 0 0,0 0-1 0 0,0 0 0 0 0,0 1 0 0 0,0 0 0 0 0,0-1 0 0 0,-1 1 0 0 0,0 1 0 0 0,-7-6 0 0 0,9 7-17 0 0,1 0-1 0 0,-1 1 1 0 0,0-1-1 0 0,0 0 1 0 0,0 1-1 0 0,1-1 0 0 0,-1 1 1 0 0,0 0-1 0 0,0-1 1 0 0,0 1-1 0 0,0 0 1 0 0,0 0-1 0 0,0 0 1 0 0,0 0-1 0 0,0 1 1 0 0,1-1-1 0 0,-1 1 1 0 0,0-1-1 0 0,0 1 0 0 0,0-1 1 0 0,1 1-1 0 0,-1 0 1 0 0,0 0-1 0 0,1 0 1 0 0,-1 0-1 0 0,0 0 1 0 0,1 0-1 0 0,-1 0 1 0 0,1 1-1 0 0,0-1 1 0 0,-1 0-1 0 0,1 1 0 0 0,0-1 1 0 0,0 1-1 0 0,0 0 1 0 0,0-1-1 0 0,0 1 1 0 0,0 2-1 0 0,1-4 3 0 0,-15 31-186 0 0,15-30 182 0 0,-1 0 0 0 0,1 1 0 0 0,-1-1 0 0 0,1 0 0 0 0,-1 1 0 0 0,1-1 0 0 0,0 0 0 0 0,0 1 0 0 0,0-1 0 0 0,-1 0 0 0 0,1 1 0 0 0,1-1 0 0 0,-1 1 0 0 0,0-1 0 0 0,0 0 0 0 0,0 1 0 0 0,1-1 0 0 0,-1 0 0 0 0,1 1 0 0 0,-1-1 0 0 0,2 2 0 0 0,-2-3 5 0 0,1 0 1 0 0,0 1-1 0 0,0-1 1 0 0,0 0-1 0 0,0 0 1 0 0,-1 0-1 0 0,1 0 1 0 0,0 0-1 0 0,0 0 1 0 0,0 0 0 0 0,0 0-1 0 0,-1 0 1 0 0,1-1-1 0 0,0 1 1 0 0,0 0-1 0 0,0 0 1 0 0,0-1-1 0 0,-1 1 1 0 0,1 0-1 0 0,0-1 1 0 0,-1 1-1 0 0,1-1 1 0 0,0 1 0 0 0,-1-1-1 0 0,1 1 1 0 0,0-1-1 0 0,-1 0 1 0 0,1 1-1 0 0,-1-1 1 0 0,2-1-1 0 0,16-21 45 0 0,-17 21-35 0 0,-1 0 1 0 0,1-1-1 0 0,-1 1 0 0 0,0 0 1 0 0,0-1-1 0 0,0 1 1 0 0,0 0-1 0 0,0 0 1 0 0,0-1-1 0 0,-1 1 0 0 0,1 0 1 0 0,-1 0-1 0 0,0-1 1 0 0,1 1-1 0 0,-1 0 0 0 0,0 0 1 0 0,0 0-1 0 0,-1 0 1 0 0,1 0-1 0 0,0 0 0 0 0,-1 1 1 0 0,1-1-1 0 0,-1 0 1 0 0,-2-2-1 0 0,3 3-2 0 0,0-1 0 0 0,0 1 0 0 0,-1-1-1 0 0,1 1 1 0 0,-1 0 0 0 0,1-1 0 0 0,-1 1 0 0 0,1 0 0 0 0,-1 0 0 0 0,0 0-1 0 0,1 0 1 0 0,-1 0 0 0 0,0 1 0 0 0,0-1 0 0 0,0 0 0 0 0,1 1 0 0 0,-1 0 0 0 0,0-1-1 0 0,0 1 1 0 0,0 0 0 0 0,0 0 0 0 0,0 0 0 0 0,0 0 0 0 0,0 0 0 0 0,0 0 0 0 0,0 1-1 0 0,0-1 1 0 0,1 1 0 0 0,-4 0 0 0 0,5-1-14 0 0,-1 1 0 0 0,1-1-1 0 0,-1 1 1 0 0,0-1 0 0 0,1 1 0 0 0,-1-1 0 0 0,1 1-1 0 0,-1 0 1 0 0,1-1 0 0 0,-1 1 0 0 0,1-1 0 0 0,0 1 0 0 0,-1 0-1 0 0,1-1 1 0 0,0 1 0 0 0,-1 0 0 0 0,1 0 0 0 0,0-1-1 0 0,0 1 1 0 0,0 0 0 0 0,0 0 0 0 0,0-1 0 0 0,0 1-1 0 0,0 1 1 0 0,1 6-287 0 0</inkml:trace>
</inkml:ink>
</file>

<file path=ppt/ink/ink2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10:45.0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32 140 4145 0 0,'-2'2'621'0'0,"-24"29"3442"0"0,25-31-3981 0 0,1 1 0 0 0,0-1 0 0 0,-1 1 0 0 0,1-1 0 0 0,0 1 0 0 0,0 0 0 0 0,-1-1 0 0 0,1 1 0 0 0,0 0 0 0 0,0-1 0 0 0,0 1-1 0 0,0 0 1 0 0,0-1 0 0 0,0 1 0 0 0,0 0 0 0 0,0-1 0 0 0,0 1 0 0 0,0 0 0 0 0,0-1 0 0 0,1 2 0 0 0,-1-2-24 0 0,1 1 0 0 0,-1 0 0 0 0,1-1 0 0 0,0 1 1 0 0,0-1-1 0 0,-1 1 0 0 0,1-1 0 0 0,0 0 0 0 0,0 1 0 0 0,-1-1 0 0 0,1 0 1 0 0,0 1-1 0 0,0-1 0 0 0,0 0 0 0 0,-1 0 0 0 0,1 0 0 0 0,0 0 1 0 0,0 0-1 0 0,0 0 0 0 0,0 0 0 0 0,1 0 0 0 0,0-1 20 0 0,1 1 0 0 0,-1-1-1 0 0,1 0 1 0 0,-1 1 0 0 0,1-1-1 0 0,-1-1 1 0 0,0 1 0 0 0,1 0 0 0 0,-1 0-1 0 0,0-1 1 0 0,0 0 0 0 0,0 1-1 0 0,0-1 1 0 0,0 0 0 0 0,0 0 0 0 0,-1 0-1 0 0,1 0 1 0 0,1-3 0 0 0,24-41 1795 0 0,-22 36-1526 0 0,-1 0 0 0 0,0 0 0 0 0,4-15 1 0 0,-7 21-334 0 0,-1 1 0 0 0,1 0 0 0 0,-1 0 1 0 0,1-1-1 0 0,-1 1 0 0 0,0 0 0 0 0,0 0 1 0 0,0-1-1 0 0,-1 1 0 0 0,1 0 0 0 0,-1-1 1 0 0,0 1-1 0 0,0 0 0 0 0,0 0 0 0 0,-2-5 1 0 0,2 7-18 0 0,1 1 0 0 0,0 0 0 0 0,0-1 0 0 0,0 1 0 0 0,0 0 1 0 0,-1-1-1 0 0,1 1 0 0 0,0 0 0 0 0,0-1 0 0 0,-1 1 0 0 0,1 0 1 0 0,0 0-1 0 0,-1 0 0 0 0,1-1 0 0 0,0 1 0 0 0,-1 0 0 0 0,1 0 1 0 0,0 0-1 0 0,-1 0 0 0 0,1-1 0 0 0,0 1 0 0 0,-1 0 0 0 0,1 0 1 0 0,0 0-1 0 0,-1 0 0 0 0,1 0 0 0 0,-1 0 0 0 0,1 0 0 0 0,0 0 1 0 0,-1 0-1 0 0,1 0 0 0 0,0 0 0 0 0,-1 0 0 0 0,1 1 0 0 0,-1-1 1 0 0,-10 12-158 0 0,-2 20-29 0 0,12-28 180 0 0,1 1 1 0 0,-1 0 0 0 0,1-1-1 0 0,0 1 1 0 0,0-1 0 0 0,1 1-1 0 0,-1 0 1 0 0,1-1 0 0 0,0 1-1 0 0,1-1 1 0 0,-1 1 0 0 0,1-1-1 0 0,-1 0 1 0 0,1 0 0 0 0,1 0-1 0 0,-1 0 1 0 0,0 0 0 0 0,1 0-1 0 0,0 0 1 0 0,0-1 0 0 0,0 1-1 0 0,0-1 1 0 0,6 4 0 0 0,-6-4 58 0 0,0 0 1 0 0,1-1-1 0 0,-1 0 1 0 0,1 1 0 0 0,0-1-1 0 0,0-1 1 0 0,0 1-1 0 0,0 0 1 0 0,0-1-1 0 0,0 0 1 0 0,0 0 0 0 0,0 0-1 0 0,0 0 1 0 0,1-1-1 0 0,-1 0 1 0 0,0 0 0 0 0,1 0-1 0 0,-1 0 1 0 0,0-1-1 0 0,0 1 1 0 0,0-1-1 0 0,1 0 1 0 0,-1-1 0 0 0,0 1-1 0 0,5-3 1 0 0,-7 2 15 0 0,0 1 0 0 0,0-1 0 0 0,0 1 0 0 0,0-1 0 0 0,0 0 0 0 0,-1 0 1 0 0,1 0-1 0 0,-1 0 0 0 0,1 0 0 0 0,-1 0 0 0 0,0 0 0 0 0,0-1 0 0 0,0 1 0 0 0,0 0 1 0 0,0-1-1 0 0,0 1 0 0 0,-1-1 0 0 0,1 1 0 0 0,-1-1 0 0 0,0 1 0 0 0,0-1 0 0 0,0 1 1 0 0,0-1-1 0 0,0 1 0 0 0,0-1 0 0 0,-1 1 0 0 0,1-1 0 0 0,-1 1 0 0 0,0 0 0 0 0,1-1 1 0 0,-1 1-1 0 0,0 0 0 0 0,-2-3 0 0 0,1 0-301 0 0,1 1 0 0 0,-1 0 0 0 0,-1 0 0 0 0,1-1-1 0 0,-1 1 1 0 0,0 1 0 0 0,1-1 0 0 0,-2 0 0 0 0,1 1 0 0 0,0-1 0 0 0,-1 1 0 0 0,1 0 0 0 0,-1 0 0 0 0,0 0 0 0 0,0 1-1 0 0,-8-4 1 0 0</inkml:trace>
</inkml:ink>
</file>

<file path=ppt/ink/ink2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10:46.9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91 3225 0 0,'-11'-5'-528'0'0,"-4"-5"3117"0"0,15 10-2480 0 0,1-1 1 0 0,-1 0 0 0 0,1 0 0 0 0,-1 1 0 0 0,1-1 0 0 0,0 0-1 0 0,-1 1 1 0 0,1-1 0 0 0,0 1 0 0 0,-1-1 0 0 0,1 1 0 0 0,0-1-1 0 0,0 1 1 0 0,-1-1 0 0 0,1 1 0 0 0,0 0 0 0 0,0-1 0 0 0,0 1-1 0 0,0 0 1 0 0,0 0 0 0 0,0 0 0 0 0,-1 0 0 0 0,2 0 0 0 0,57-20 1937 0 0,-15 6-753 0 0,46-10 0 0 0,-73 21-1060 0 0,-1 1 0 0 0,1 0 0 0 0,0 1 1 0 0,-1 1-1 0 0,1 1 0 0 0,25 4 0 0 0,87 21 540 0 0,58 10-670 0 0,-177-34-1220 0 0</inkml:trace>
</inkml:ink>
</file>

<file path=ppt/ink/ink2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10:47.3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21 2761 0 0,'-13'-19'451'0'0,"13"19"-408"0"0,0-1-1 0 0,-1 1 1 0 0,1 0-1 0 0,0 0 1 0 0,0 0-1 0 0,-1 0 1 0 0,1 0 0 0 0,0-1-1 0 0,0 1 1 0 0,-1 0-1 0 0,1 0 1 0 0,0 0 0 0 0,0 0-1 0 0,-1 0 1 0 0,1 0-1 0 0,0 0 1 0 0,0 0 0 0 0,-1 0-1 0 0,1 0 1 0 0,0 0-1 0 0,-1 0 1 0 0,1 0 0 0 0,0 0-1 0 0,0 1 1 0 0,-1-1-1 0 0,1 0 1 0 0,0 0 0 0 0,0 0-1 0 0,0 0 1 0 0,-1 0-1 0 0,1 1 1 0 0,0-1-1 0 0,0 0 1 0 0,-1 0 0 0 0,1 0-1 0 0,0 1 1 0 0,-2 3 365 0 0,0 0 0 0 0,0 0 0 0 0,0 1 0 0 0,1-1 0 0 0,0 0 0 0 0,-2 7 0 0 0,3-9-373 0 0,-9 49 1127 0 0,3-1 0 0 0,0 96 0 0 0,4-66-438 0 0,0 47-41 0 0,1-15-1084 0 0,-3-38-3024 0 0</inkml:trace>
</inkml:ink>
</file>

<file path=ppt/ink/ink2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10:47.7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145 0 920 0 0,'-3'1'17'0'0,"1"0"0"0"0,0 0 0 0 0,-1 0-1 0 0,1 1 1 0 0,0-1 0 0 0,0 1 0 0 0,0-1 0 0 0,0 1-1 0 0,0 0 1 0 0,0-1 0 0 0,0 1 0 0 0,0 0 0 0 0,1 0-1 0 0,-1 0 1 0 0,1 1 0 0 0,-2 2 0 0 0,-20 44 517 0 0,16-33-368 0 0,-17 45 1201 0 0,18-42-345 0 0,-1 0 1 0 0,0-1 0 0 0,-2 0-1 0 0,-18 28 1 0 0,58-115-143 0 0,0 4-1097 0 0,-21 42 287 0 0,0 1 0 0 0,2 1 0 0 0,0 0 0 0 0,19-24 0 0 0,-30 44-13 0 0,-1 1-1 0 0,0-1 1 0 0,1 1-1 0 0,-1-1 1 0 0,1 1-1 0 0,-1-1 0 0 0,1 1 1 0 0,-1 0-1 0 0,1-1 1 0 0,-1 1-1 0 0,1 0 1 0 0,-1-1-1 0 0,1 1 0 0 0,-1 0 1 0 0,1 0-1 0 0,0 0 1 0 0,-1-1-1 0 0,1 1 1 0 0,-1 0-1 0 0,1 0 0 0 0,0 0 1 0 0,-1 0-1 0 0,1 0 1 0 0,0 0-1 0 0,-1 0 1 0 0,1 0-1 0 0,-1 0 0 0 0,1 1 1 0 0,0-1-1 0 0,-1 0 1 0 0,1 0-1 0 0,-1 0 1 0 0,1 1-1 0 0,-1-1 0 0 0,1 0 1 0 0,-1 1-1 0 0,1-1 1 0 0,-1 0-1 0 0,1 1 1 0 0,-1-1-1 0 0,1 1 0 0 0,-1-1 1 0 0,1 1-1 0 0,-1-1 1 0 0,0 1-1 0 0,1-1 1 0 0,-1 1-1 0 0,0-1 1 0 0,1 1-1 0 0,-1-1 0 0 0,0 1 1 0 0,0 0-1 0 0,0-1 1 0 0,1 2-1 0 0,13 42 335 0 0,-11-35-242 0 0,5 17-172 0 0,1-1 1 0 0,1 0 0 0 0,19 31-1 0 0,-18-36-111 0 0</inkml:trace>
</inkml:ink>
</file>

<file path=ppt/ink/ink2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10:48.3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1 3225 0 0,'0'0'115'0'0,"1"0"1"0"0,-1 1-1 0 0,0-1 0 0 0,0 0 1 0 0,0 0-1 0 0,0 1 1 0 0,0-1-1 0 0,0 0 1 0 0,0 1-1 0 0,-3 4 2194 0 0,2-5-2194 0 0,1 0 1 0 0,0 1-1 0 0,-1-1 1 0 0,1 0-1 0 0,0 0 1 0 0,0 0-1 0 0,-1 0 0 0 0,1 0 1 0 0,0 0-1 0 0,-1 0 1 0 0,1 0-1 0 0,0 0 1 0 0,-1 0-1 0 0,1 0 0 0 0,0 0 1 0 0,-6-3 2193 0 0,6 3-2194 0 0,0 0 1 0 0,0-1-1 0 0,2 29 2073 0 0,8 18-1583 0 0,-2 0 0 0 0,3 62 1 0 0,-8 93 1485 0 0,-3-141-1924 0 0,2 33-2232 0 0,-2-85 1401 0 0</inkml:trace>
</inkml:ink>
</file>

<file path=ppt/ink/ink2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10:48.8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29 1376 0 0,'-9'-23'6836'0'0,"10"34"-4846"0"0,0-4-1593 0 0,1 1 0 0 0,0-1-1 0 0,0 0 1 0 0,1 0 0 0 0,0 0-1 0 0,0 0 1 0 0,8 12 0 0 0,35 44 1446 0 0,-28-39-1068 0 0,-13-17-570 0 0,0 0-1 0 0,1-1 1 0 0,0 0 0 0 0,0 0-1 0 0,0 0 1 0 0,0-1 0 0 0,1 0-1 0 0,9 6 1 0 0,-12-9-134 0 0,0 0 1 0 0,0-1-1 0 0,0 0 0 0 0,0 0 0 0 0,0 0 1 0 0,1 0-1 0 0,-1 0 0 0 0,0-1 0 0 0,0 0 0 0 0,1 0 1 0 0,-1 0-1 0 0,0 0 0 0 0,0-1 0 0 0,0 1 1 0 0,1-1-1 0 0,-1 0 0 0 0,0-1 0 0 0,5-1 0 0 0,2-2 151 0 0,1 0-1 0 0,-1-1 1 0 0,0-1-1 0 0,-1 1 1 0 0,0-2 0 0 0,0 1-1 0 0,0-1 1 0 0,-1-1-1 0 0,10-12 1 0 0,3-6-74 0 0,-2-2 1 0 0,18-31-1 0 0,-38 59-154 0 0,2-3-257 0 0,1 0 1 0 0,0 0-1 0 0,0 0 0 0 0,0 0 0 0 0,6-5 0 0 0,-2 3-360 0 0</inkml:trace>
</inkml:ink>
</file>

<file path=ppt/ink/ink2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11:52.2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637 78 3225 0 0,'-30'-28'1934'0'0,"28"25"-1805"0"0,-1 0-1 0 0,1 0 0 0 0,-1 0 1 0 0,0 1-1 0 0,0-1 1 0 0,0 1-1 0 0,0-1 0 0 0,0 1 1 0 0,-1 0-1 0 0,1 0 0 0 0,-1 1 1 0 0,1-1-1 0 0,-1 1 0 0 0,0-1 1 0 0,1 1-1 0 0,-8-1 1 0 0,-48-3 2549 0 0,-99 4 1 0 0,148 2-2523 0 0,-1 1 1 0 0,0 0-1 0 0,1 1 1 0 0,-1 0-1 0 0,1 1 1 0 0,0 0 0 0 0,0 0-1 0 0,1 1 1 0 0,-1 0-1 0 0,1 1 1 0 0,0 0-1 0 0,-15 14 1 0 0,-3 5-51 0 0,0 1-1 0 0,-31 42 1 0 0,49-56-106 0 0,0 1 0 0 0,2 0-1 0 0,-1 0 1 0 0,1 1 0 0 0,1 0 0 0 0,1 0-1 0 0,0 0 1 0 0,1 1 0 0 0,0-1-1 0 0,1 1 1 0 0,1 0 0 0 0,-1 26 0 0 0,3 11 9 0 0,2 0 0 0 0,13 70 0 0 0,-6-56 31 0 0,-6-42-40 0 0,2-1 0 0 0,0 1 0 0 0,1-1 0 0 0,2-1 0 0 0,0 1 0 0 0,1-1 0 0 0,2-1 0 0 0,0 0 0 0 0,27 39 0 0 0,-14-26 26 0 0,2 0 0 0 0,1-2-1 0 0,2-1 1 0 0,38 33 0 0 0,-55-54 51 0 0,1 0 1 0 0,1 0-1 0 0,-1-1 1 0 0,2-1-1 0 0,-1-1 1 0 0,1 0-1 0 0,0-1 1 0 0,0 0-1 0 0,1-1 1 0 0,0-1-1 0 0,0 0 1 0 0,0-1-1 0 0,32 1 1 0 0,-38-5-1 0 0,0 0 0 0 0,1-1 1 0 0,-1 0-1 0 0,0-1 0 0 0,0 0 0 0 0,0 0 0 0 0,0-1 1 0 0,-1 0-1 0 0,1-1 0 0 0,-1 0 0 0 0,0-1 1 0 0,-1 0-1 0 0,1 0 0 0 0,12-13 0 0 0,1-3 19 0 0,0-1 1 0 0,-1 0-1 0 0,27-43 0 0 0,-17 13 35 0 0,-2 0 0 0 0,25-65 1 0 0,-35 76 22 0 0,-10 20-118 0 0,0 1 0 0 0,0-2 0 0 0,-2 1 0 0 0,-1-1 0 0 0,-1 0 0 0 0,-1-1 0 0 0,-1 1 0 0 0,-1-1 0 0 0,-1 1 0 0 0,-1-1 0 0 0,-1 0 0 0 0,-2 1 0 0 0,0-1 0 0 0,-1 1 0 0 0,-1 0 0 0 0,-1 0 0 0 0,-12-29 0 0 0,3 19 190 0 0,0 0 0 0 0,-3 1 0 0 0,-23-35 0 0 0,28 49-209 0 0,-1 0 0 0 0,0 1 0 0 0,-1 0 1 0 0,-1 2-1 0 0,-1-1 0 0 0,-24-16 0 0 0,35 28-85 0 0,0 0-1 0 0,-1 1 0 0 0,1 0 0 0 0,-1 0 1 0 0,1 0-1 0 0,-1 1 0 0 0,0 0 0 0 0,0 1 1 0 0,0-1-1 0 0,-1 1 0 0 0,1 1 0 0 0,0-1 1 0 0,0 1-1 0 0,0 0 0 0 0,-1 1 0 0 0,1 0 1 0 0,0 0-1 0 0,0 0 0 0 0,0 1 0 0 0,0 0 1 0 0,-9 5-1 0 0,-1 1-915 0 0</inkml:trace>
</inkml:ink>
</file>

<file path=ppt/ink/ink2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11:54.1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576 129 7370 0 0,'0'-4'83'0'0,"-1"-1"0"0"0,1 1 1 0 0,-1 0-1 0 0,-1-1 0 0 0,1 1 0 0 0,0 0 1 0 0,-1 0-1 0 0,0 0 0 0 0,0 0 1 0 0,0 0-1 0 0,-1 0 0 0 0,1 1 1 0 0,-1-1-1 0 0,0 1 0 0 0,0-1 1 0 0,0 1-1 0 0,0 0 0 0 0,-1 1 1 0 0,1-1-1 0 0,-1 0 0 0 0,0 1 1 0 0,0 0-1 0 0,-4-2 0 0 0,-8-4 175 0 0,0 1 0 0 0,-1 0 0 0 0,1 2-1 0 0,-28-6 1 0 0,35 9-79 0 0,0 1 0 0 0,0 0 0 0 0,0 1 0 0 0,0-1 0 0 0,0 2 0 0 0,0 0 0 0 0,1 0 0 0 0,-1 0 0 0 0,0 1 0 0 0,0 0 0 0 0,1 1 0 0 0,-1 0 0 0 0,1 0 0 0 0,0 1 0 0 0,-10 6 0 0 0,8-4-75 0 0,0 1 0 0 0,0 0 0 0 0,1 1 0 0 0,0 0 0 0 0,1 0 1 0 0,0 1-1 0 0,0 0 0 0 0,1 1 0 0 0,0-1 0 0 0,-11 22 0 0 0,-12 27-215 0 0,12-26-64 0 0,1 2 0 0 0,2 0 0 0 0,1 0 1 0 0,2 1-1 0 0,-10 46 0 0 0,12-24 155 0 0,-4 93 0 0 0,13-131 19 0 0,2 1 0 0 0,0-1 0 0 0,1 0 0 0 0,1 0 0 0 0,1 0 1 0 0,0 0-1 0 0,2-1 0 0 0,13 32 0 0 0,2-8 5 0 0,2-2-1 0 0,2 0 1 0 0,1-2 0 0 0,62 69-1 0 0,-65-84 48 0 0,1 0 0 0 0,0-2-1 0 0,2 0 1 0 0,1-2 0 0 0,0-1 0 0 0,1-1-1 0 0,57 25 1 0 0,-73-38-54 0 0,0-1-1 0 0,0 0 1 0 0,0 0 0 0 0,0-1-1 0 0,0-1 1 0 0,1 0 0 0 0,-1 0-1 0 0,1-2 1 0 0,-1 1 0 0 0,0-2-1 0 0,1 0 1 0 0,-1 0 0 0 0,0-1-1 0 0,0 0 1 0 0,0-1 0 0 0,18-9-1 0 0,-4 0 99 0 0,-2-1 0 0 0,1-1 0 0 0,-2-1 0 0 0,0-1 0 0 0,-1-1 0 0 0,24-26 0 0 0,-33 30-50 0 0,-2 0-1 0 0,1-1 1 0 0,-2-1-1 0 0,0 0 1 0 0,-1 0-1 0 0,0-1 1 0 0,-2 0 0 0 0,10-31-1 0 0,-7 14 38 0 0,-1-1 0 0 0,-3 0-1 0 0,5-59 1 0 0,-11 67 24 0 0,0 0-1 0 0,-2 0 0 0 0,-2 1 0 0 0,0-1 1 0 0,-1 1-1 0 0,-2 0 0 0 0,-1 0 0 0 0,-1 1 1 0 0,-19-40-1 0 0,5 22 275 0 0,-1 1 0 0 0,-3 1 0 0 0,-1 1 0 0 0,-48-53 0 0 0,63 80-393 0 0,-1-1 1 0 0,-1 2-1 0 0,0 0 1 0 0,0 1-1 0 0,-1 0 0 0 0,0 1 1 0 0,-1 1-1 0 0,-29-11 1 0 0,22 11-1043 0 0,-1 1 1 0 0,0 2 0 0 0,-32-5 0 0 0,49 10 608 0 0,-1 1-1 0 0,1-1 1 0 0,-1 2 0 0 0,0-1 0 0 0,1 2 0 0 0,-1-1 0 0 0,1 1 0 0 0,0 0 0 0 0,-1 0 0 0 0,1 1 0 0 0,0 1-1 0 0,1-1 1 0 0,-1 1 0 0 0,1 0 0 0 0,-9 7 0 0 0,-12 9-81 0 0</inkml:trace>
</inkml:ink>
</file>

<file path=ppt/ink/ink2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11:56.0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329 0 4609 0 0,'-58'2'5300'0'0,"-1"-1"-4863"0"0,53 0-438 0 0,1 0-1 0 0,-1 1 1 0 0,0-1-1 0 0,1 1 1 0 0,0 0 0 0 0,-1 0-1 0 0,1 1 1 0 0,0-1-1 0 0,0 1 1 0 0,0 0-1 0 0,-4 4 1 0 0,-48 43-46 0 0,51-44 142 0 0,0 1 0 0 0,1 0 0 0 0,0 0-1 0 0,1 1 1 0 0,0 0 0 0 0,0-1 0 0 0,0 1-1 0 0,-3 12 1 0 0,-16 73 987 0 0,14-52-752 0 0,5-16-149 0 0,1 1 0 0 0,1-1 0 0 0,2 1 1 0 0,0 0-1 0 0,8 49 0 0 0,0 48 332 0 0,-11-56-293 0 0,1 51 124 0 0,3-101-304 0 0,1-1-1 0 0,1 0 1 0 0,0 0-1 0 0,1-1 1 0 0,8 22 0 0 0,99 256 2615 0 0,-99-261-2504 0 0,0-2 0 0 0,2 1 0 0 0,1-2 1 0 0,22 32-1 0 0,-32-54-125 0 0,0 0-1 0 0,0 0 1 0 0,0-1-1 0 0,1 0 1 0 0,0 1 0 0 0,1-2-1 0 0,-1 1 1 0 0,1-1 0 0 0,0 0-1 0 0,1-1 1 0 0,-1 1 0 0 0,1-2-1 0 0,-1 1 1 0 0,1-1 0 0 0,1 0-1 0 0,-1 0 1 0 0,0-1-1 0 0,0 0 1 0 0,1-1 0 0 0,-1 0-1 0 0,13 0 1 0 0,-9-2 6 0 0,-1-1 0 0 0,0 0-1 0 0,1-1 1 0 0,-1 0 0 0 0,0-1 0 0 0,0 0-1 0 0,20-12 1 0 0,69-47 252 0 0,-97 61-282 0 0,15-12 89 0 0,0 0 0 0 0,-1-1-1 0 0,0-1 1 0 0,-1-1 0 0 0,-1 0 0 0 0,-1-1-1 0 0,15-23 1 0 0,3-15 79 0 0,33-76 0 0 0,-4-19-296 0 0,-55 132 5 0 0,-1 0-1 0 0,-1-1 0 0 0,-1 1 0 0 0,-1-1 1 0 0,0 0-1 0 0,-2-23 0 0 0,-2 4 347 0 0,1-10 68 0 0,-2 1 0 0 0,-3-1 0 0 0,-18-78-1 0 0,18 110-269 0 0,-2 0-1 0 0,1 1 1 0 0,-2 0-1 0 0,0 0 1 0 0,-1 1-1 0 0,0 0 1 0 0,-2 1-1 0 0,1 0 1 0 0,-20-17-1 0 0,-8-3 111 0 0,-1 1 1 0 0,-45-28-1 0 0,-42-12-749 0 0,55 34-2026 0 0,54 29-3983 0 0</inkml:trace>
</inkml:ink>
</file>

<file path=ppt/ink/ink2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12:20.09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535 237 2304 0 0,'-1'-5'199'0'0,"-1"-1"-1"0"0,1 1 1 0 0,0 0-1 0 0,0 0 1 0 0,1 0-1 0 0,-1-1 1 0 0,1 1-1 0 0,0 0 0 0 0,2-8 1 0 0,-3-30-15 0 0,-1 38-16 0 0,0 0-1 0 0,0 0 1 0 0,0 1 0 0 0,-1-1-1 0 0,1 1 1 0 0,-1 0-1 0 0,0 0 1 0 0,-1 0 0 0 0,1 0-1 0 0,-1 0 1 0 0,0 1 0 0 0,1-1-1 0 0,-1 1 1 0 0,-8-5-1 0 0,-9-5 1045 0 0,-35-18-1 0 0,47 27-1171 0 0,-1 0 0 0 0,1 1 1 0 0,-1 0-1 0 0,0 0 0 0 0,0 1 0 0 0,0 0 1 0 0,0 1-1 0 0,-1 0 0 0 0,1 1 0 0 0,0 0 1 0 0,-1 0-1 0 0,1 1 0 0 0,0 1 0 0 0,0 0 0 0 0,0 0 1 0 0,0 1-1 0 0,0 0 0 0 0,1 0 0 0 0,-1 1 1 0 0,1 1-1 0 0,0 0 0 0 0,0 0 0 0 0,-8 7 1 0 0,9-3 168 0 0,0 1 1 0 0,1 1-1 0 0,0-1 1 0 0,1 1 0 0 0,0 0-1 0 0,1 1 1 0 0,1-1 0 0 0,-7 21-1 0 0,2-6-204 0 0,-12 31-662 0 0,2 0 1 0 0,-22 116 0 0 0,39-150 910 0 0,1 0 1 0 0,1 0-1 0 0,1 0 0 0 0,0 0 1 0 0,2-1-1 0 0,1 1 0 0 0,1-1 0 0 0,1 0 1 0 0,1 0-1 0 0,13 30 0 0 0,-8-26-235 0 0,1-1 0 0 0,1 0 0 0 0,1-1 0 0 0,2-1 1 0 0,0 0-1 0 0,1-1 0 0 0,1-1 0 0 0,23 19 0 0 0,-30-31 57 0 0,0 0 0 0 0,0-1 0 0 0,1 0 0 0 0,0-1 0 0 0,0-1 1 0 0,1 0-1 0 0,0 0 0 0 0,0-2 0 0 0,1 0 0 0 0,27 4 0 0 0,-30-6-49 0 0,-1-1 0 0 0,1 0 0 0 0,-1-1 0 0 0,1 0 0 0 0,-1-1 0 0 0,1 0 0 0 0,-1-1 0 0 0,0-1 0 0 0,0 1 0 0 0,0-2 0 0 0,0 0 0 0 0,0 0 0 0 0,0 0-1 0 0,14-10 1 0 0,-13 4 26 0 0,-1 1-1 0 0,0-1 1 0 0,-1-1-1 0 0,0 0 1 0 0,-1 0-1 0 0,0-1 1 0 0,-1 0-1 0 0,14-26 1 0 0,-8 9 103 0 0,-1-1 0 0 0,18-62 0 0 0,-25 65-102 0 0,-2 0-1 0 0,0 0 1 0 0,-2 0 0 0 0,-1 0 0 0 0,-1 0 0 0 0,-2-1 0 0 0,-5-31 0 0 0,-47-189 886 0 0,43 209-740 0 0,7 20-185 0 0,-2 0 1 0 0,0 0-1 0 0,-1 1 1 0 0,-15-29 0 0 0,18 41-15 0 0,0 0 1 0 0,0 1-1 0 0,0-1 0 0 0,0 1 1 0 0,-1 0-1 0 0,0 1 1 0 0,0-1-1 0 0,0 1 1 0 0,-1 0-1 0 0,1 0 1 0 0,-1 1-1 0 0,0-1 0 0 0,0 1 1 0 0,0 1-1 0 0,0-1 1 0 0,-1 1-1 0 0,-8-2 1 0 0,-2 0-405 0 0,0 1 0 0 0,0 1 1 0 0,0 0-1 0 0,0 1 1 0 0,0 1-1 0 0,0 0 0 0 0,-1 2 1 0 0,1 0-1 0 0,0 1 0 0 0,-17 5 1 0 0,18-1-4307 0 0</inkml:trace>
</inkml:ink>
</file>

<file path=ppt/ink/ink2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12:21.43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632 257 5985 0 0,'-2'-2'-25'0'0,"0"0"-1"0"0,1-1 1 0 0,-1 1-1 0 0,0 0 1 0 0,1-1-1 0 0,0 1 1 0 0,-1-1 0 0 0,1 1-1 0 0,0-1 1 0 0,0 1-1 0 0,0-1 1 0 0,1 0-1 0 0,-2-5 1 0 0,2 5 31 0 0,-1 0 1 0 0,1-1 0 0 0,-1 1 0 0 0,0 0-1 0 0,0 0 1 0 0,-1 0 0 0 0,1 0-1 0 0,-1 0 1 0 0,0 0 0 0 0,1 0-1 0 0,-1 0 1 0 0,0 0 0 0 0,-1 1 0 0 0,-2-4-1 0 0,-11-4 614 0 0,0 1 1 0 0,0 1-1 0 0,-1 0 0 0 0,-23-6 0 0 0,-8-5 251 0 0,34 13-694 0 0,-1 0 0 0 0,1 1 0 0 0,-1 0 1 0 0,0 2-1 0 0,-22-4 0 0 0,30 7-174 0 0,-1 0 0 0 0,0 0-1 0 0,1 0 1 0 0,-1 1 0 0 0,0 0-1 0 0,1 1 1 0 0,-1 0 0 0 0,1 0 0 0 0,0 0-1 0 0,0 1 1 0 0,0 0 0 0 0,0 1 0 0 0,-7 4-1 0 0,-7 5-50 0 0,0 2 0 0 0,2 0 0 0 0,-1 1 0 0 0,2 1 0 0 0,-29 34 0 0 0,39-42 28 0 0,0 1-1 0 0,1 1 1 0 0,0-1-1 0 0,1 1 0 0 0,0 1 1 0 0,1-1-1 0 0,1 1 1 0 0,-1-1-1 0 0,2 1 0 0 0,0 1 1 0 0,0-1-1 0 0,1 0 1 0 0,-1 19-1 0 0,3-5 21 0 0,9 221-34 0 0,-6-217 29 0 0,2-1 1 0 0,0 0 0 0 0,2-1 0 0 0,1 0 0 0 0,1 0-1 0 0,18 36 1 0 0,-19-50 8 0 0,1 0-1 0 0,0-1 0 0 0,1 0 1 0 0,0-1-1 0 0,1 0 0 0 0,16 14 1 0 0,82 58 43 0 0,-68-53-30 0 0,-19-15 44 0 0,1 0-1 0 0,1-1 0 0 0,0-1 1 0 0,1-2-1 0 0,0 0 1 0 0,39 11-1 0 0,-51-19 77 0 0,0-1-1 0 0,1 0 1 0 0,-1-2 0 0 0,1 1-1 0 0,0-1 1 0 0,-1-1-1 0 0,1-1 1 0 0,0 0 0 0 0,-1 0-1 0 0,1-1 1 0 0,-1-1-1 0 0,0-1 1 0 0,1 0 0 0 0,-2 0-1 0 0,14-7 1 0 0,-5 0 45 0 0,-1-2 1 0 0,-1 0 0 0 0,0-1 0 0 0,-1 0-1 0 0,0-2 1 0 0,-1 0 0 0 0,-1-1-1 0 0,-1 0 1 0 0,0-2 0 0 0,-1 0-1 0 0,-1 0 1 0 0,-1-1 0 0 0,-1-1 0 0 0,16-40-1 0 0,-14 27-166 0 0,-2-1-1 0 0,-2 0 1 0 0,0 0 0 0 0,-3-1-1 0 0,-1 0 1 0 0,-2 0-1 0 0,-1-1 1 0 0,-6-70-1 0 0,2 81 133 0 0,-2 1 0 0 0,-1-1 0 0 0,-1 1 0 0 0,0 1 1 0 0,-2-1-1 0 0,-2 1 0 0 0,0 0 0 0 0,-1 1 0 0 0,-1 0 0 0 0,-1 1 0 0 0,-1 1 0 0 0,-1 0 0 0 0,-1 1 0 0 0,-1 0 0 0 0,0 1 0 0 0,-2 1 0 0 0,0 1 0 0 0,-1 1 0 0 0,0 0 0 0 0,-2 2 0 0 0,1 0 0 0 0,-2 2 0 0 0,-32-14 0 0 0,33 16-391 0 0,-1 2 0 0 0,-26-6 0 0 0,41 12-173 0 0,-1 1 0 0 0,1-1 0 0 0,-1 2 0 0 0,1-1 0 0 0,-1 1-1 0 0,1 1 1 0 0,-1-1 0 0 0,1 1 0 0 0,-14 4 0 0 0,1 3-943 0 0</inkml:trace>
</inkml:ink>
</file>

<file path=ppt/ink/ink2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12:30.44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171 138 2040 0 0,'-1'-1'104'0'0,"0"-1"0"0"0,0 0-1 0 0,0 1 1 0 0,-1-1 0 0 0,2 0-1 0 0,-1 0 1 0 0,0 1 0 0 0,0-1-1 0 0,0 0 1 0 0,1 0-1 0 0,-1 0 1 0 0,1 0 0 0 0,0 0-1 0 0,-1 0 1 0 0,1 0 0 0 0,0 0-1 0 0,0 0 1 0 0,1-2 0 0 0,8-41 1950 0 0,0 2 2390 0 0,-10 42-4240 0 0,1 0 0 0 0,-1 0 1 0 0,1 0-1 0 0,-1 0 0 0 0,0 1 0 0 0,1-1 1 0 0,-1 0-1 0 0,0 1 0 0 0,1-1 1 0 0,-1 0-1 0 0,0 1 0 0 0,0-1 1 0 0,0 1-1 0 0,0-1 0 0 0,0 1 1 0 0,1 0-1 0 0,-1-1 0 0 0,0 1 1 0 0,0 0-1 0 0,0 0 0 0 0,0-1 1 0 0,0 1-1 0 0,0 0 0 0 0,0 0 1 0 0,0 0-1 0 0,0 0 0 0 0,-1 1 0 0 0,-29 0 1361 0 0,26 2-1448 0 0,1 0-1 0 0,-1 0 1 0 0,0 0 0 0 0,1 0-1 0 0,0 1 1 0 0,0-1 0 0 0,0 1-1 0 0,1 0 1 0 0,-1 1 0 0 0,1-1-1 0 0,0 0 1 0 0,-4 7 0 0 0,-2 6-22 0 0,0 0 1 0 0,-7 20-1 0 0,8-14-65 0 0,1 1 0 0 0,2 0 0 0 0,0 1 0 0 0,1-1 1 0 0,2 1-1 0 0,0-1 0 0 0,2 1 0 0 0,0 0 0 0 0,2-1 0 0 0,1 1 0 0 0,1-1 0 0 0,1 1 0 0 0,1-1 0 0 0,1-1 0 0 0,1 1 0 0 0,1-1 0 0 0,1-1 0 0 0,1 1 0 0 0,1-2 1 0 0,1 0-1 0 0,20 26 0 0 0,-30-44-22 0 0,-1 0 0 0 0,1 0 0 0 0,-1-1 0 0 0,1 1 0 0 0,0 0 0 0 0,0-1 0 0 0,0 0 0 0 0,1 0 0 0 0,-1 0 0 0 0,0 0 0 0 0,1 0 0 0 0,0-1 0 0 0,-1 1 0 0 0,7 0 0 0 0,-9-1-4 0 0,0-1 1 0 0,1 0-1 0 0,-1 0 1 0 0,0 0-1 0 0,0-1 1 0 0,1 1-1 0 0,-1 0 1 0 0,0 0-1 0 0,1-1 1 0 0,-1 1-1 0 0,0-1 1 0 0,0 1-1 0 0,0-1 1 0 0,1 1-1 0 0,-1-1 1 0 0,0 0-1 0 0,2-1 1 0 0,-2 0 15 0 0,1 0 1 0 0,0 0-1 0 0,-1 0 1 0 0,1-1-1 0 0,-1 1 1 0 0,0 0-1 0 0,0-1 1 0 0,0 1-1 0 0,0 0 0 0 0,0-1 1 0 0,1-4-1 0 0,-1 0 89 0 0,3-5-34 0 0,-1 0 0 0 0,-1-1 0 0 0,0 1-1 0 0,-1-1 1 0 0,0 1 0 0 0,-2-22 0 0 0,0 32-93 0 0,1 1-1 0 0,-1 0 1 0 0,0-1 0 0 0,0 1 0 0 0,0 0 0 0 0,0 0 0 0 0,0 0 0 0 0,0 0 0 0 0,0 0 0 0 0,0 0 0 0 0,0 0 0 0 0,0 0 0 0 0,-1 0 0 0 0,1 1 0 0 0,0-1 0 0 0,0 0 0 0 0,-1 1 0 0 0,1-1 0 0 0,-1 1 0 0 0,1 0 0 0 0,0-1 0 0 0,-1 1 0 0 0,-2 0 0 0 0,2-1 8 0 0,0 1 1 0 0,0 0 0 0 0,0-1-1 0 0,0 1 1 0 0,0-1 0 0 0,0 0-1 0 0,1 0 1 0 0,-1 0-1 0 0,0 0 1 0 0,0 0 0 0 0,1 0-1 0 0,-1 0 1 0 0,1 0 0 0 0,-1-1-1 0 0,1 1 1 0 0,-1-1-1 0 0,0-1 1 0 0,0-1-10 0 0,0-1 0 0 0,1 1 0 0 0,0-1-1 0 0,0 1 1 0 0,0-1 0 0 0,1 1 0 0 0,0-1 0 0 0,-1 1 0 0 0,2-1 0 0 0,-1 0-1 0 0,0 1 1 0 0,1-1 0 0 0,0 1 0 0 0,0-1 0 0 0,0 1 0 0 0,1-1 0 0 0,-1 1-1 0 0,1 0 1 0 0,0 0 0 0 0,1 0 0 0 0,-1 0 0 0 0,5-7 0 0 0,7-7-90 0 0,0 1 1 0 0,1 0-1 0 0,22-19 0 0 0,-36 35 109 0 0,10-9 17 0 0,0 1 0 0 0,19-12 0 0 0,-26 19-12 0 0,-1-1-1 0 0,1 1 1 0 0,-1 0 0 0 0,1 1 0 0 0,0-1-1 0 0,0 1 1 0 0,0 0 0 0 0,0-1 0 0 0,0 2 0 0 0,0-1-1 0 0,0 0 1 0 0,0 1 0 0 0,7 0 0 0 0,-8 1 16 0 0,0 0 0 0 0,0 0 1 0 0,-1 0-1 0 0,1 1 0 0 0,-1-1 0 0 0,1 1 1 0 0,-1 0-1 0 0,1 0 0 0 0,-1-1 1 0 0,0 2-1 0 0,0-1 0 0 0,0 0 1 0 0,3 4-1 0 0,22 37 333 0 0,-19-30-276 0 0,68 129 226 0 0,-36-64-173 0 0,-39-76-125 0 0,1 1-16 0 0,-1 1 0 0 0,1-1 1 0 0,0 0-1 0 0,0 0 0 0 0,0 0 0 0 0,0 0 0 0 0,0 0 0 0 0,0-1 0 0 0,1 1 0 0 0,0-1 0 0 0,-1 1 0 0 0,4 1 0 0 0,-5-4-110 0 0,-1-1 0 0 0,1 1-1 0 0,-1 0 1 0 0,1-1-1 0 0,-1 1 1 0 0,0-1-1 0 0,1 1 1 0 0,-1-1-1 0 0,0 1 1 0 0,1-1-1 0 0,-1 1 1 0 0,0-1-1 0 0,0 1 1 0 0,1-1-1 0 0,-1 1 1 0 0,0-1-1 0 0,0 0 1 0 0,0 1-1 0 0,0-1 1 0 0,0 1-1 0 0,0-1 1 0 0,0 0 0 0 0,0 1-1 0 0,0-1 1 0 0,0 1-1 0 0,0-2 1 0 0,-2-20-1811 0 0,2 19 1457 0 0,-1-12-1014 0 0</inkml:trace>
</inkml:ink>
</file>

<file path=ppt/ink/ink2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12:30.82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40 1376 0 0,'6'-12'-5'0'0,"-5"10"505"0"0,0-1 0 0 0,0 1 0 0 0,0 0 0 0 0,1 0 0 0 0,-1 0-1 0 0,0 0 1 0 0,1 0 0 0 0,-1 0 0 0 0,1 0 0 0 0,0 0 0 0 0,3-2 0 0 0,-3 6 9 0 0,-1 0 1 0 0,1 1 0 0 0,-1-1-1 0 0,1 1 1 0 0,-1-1 0 0 0,0 1-1 0 0,0 0 1 0 0,0-1 0 0 0,0 6-1 0 0,0-4-58 0 0,50 127 2976 0 0,-35-96-3316 0 0,2-1-1 0 0,1-1 1 0 0,35 48-1 0 0,-53-80-378 0 0,19 22 342 0 0,-8-16-1719 0 0</inkml:trace>
</inkml:ink>
</file>

<file path=ppt/ink/ink2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12:31.15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6 258 1376 0 0,'-6'-30'10678'0'0,"7"30"-10477"0"0,15 1 777 0 0,15 8 506 0 0,0 1-1 0 0,38 18 1 0 0,9 3-440 0 0,-41-16-868 0 0,-30-11-171 0 0,1 0 0 0 0,0-1 1 0 0,0 0-1 0 0,0 0 0 0 0,0-1 0 0 0,0 0 1 0 0,0 0-1 0 0,1-1 0 0 0,-1 0 0 0 0,0 0 0 0 0,12-2 1 0 0,-19 1 10 0 0,0 0-1 0 0,0-1 1 0 0,1 1 0 0 0,-1-1 0 0 0,0 1 0 0 0,0-1 0 0 0,0 0 0 0 0,0 1 0 0 0,0-1 0 0 0,0 0-1 0 0,0 0 1 0 0,0 0 0 0 0,0 0 0 0 0,-1 0 0 0 0,1 0 0 0 0,0 0 0 0 0,-1 0 0 0 0,1 0-1 0 0,0 0 1 0 0,-1 0 0 0 0,1 0 0 0 0,-1-1 0 0 0,0 1 0 0 0,1 0 0 0 0,-1 0 0 0 0,0 0 0 0 0,0-1-1 0 0,0 1 1 0 0,0 0 0 0 0,0 0 0 0 0,0-1 0 0 0,0 1 0 0 0,0 0 0 0 0,0 0 0 0 0,0-1-1 0 0,-1 0 1 0 0,-1-8 137 0 0,-1-1-1 0 0,1 1 1 0 0,-7-13-1 0 0,5 12-22 0 0,-69-175 198 0 0,60 153-1066 0 0,12 31 634 0 0,-5-12-944 0 0,1 4-2401 0 0</inkml:trace>
</inkml:ink>
</file>

<file path=ppt/ink/ink2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12:31.50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 0 1376 0 0,'0'1'152'0'0,"-1"-1"0"0"0,1 0 0 0 0,0 1-1 0 0,-1-1 1 0 0,1 1 0 0 0,0-1 0 0 0,-1 1 0 0 0,1-1-1 0 0,0 1 1 0 0,0-1 0 0 0,-1 1 0 0 0,1-1 0 0 0,0 1-1 0 0,0-1 1 0 0,0 1 0 0 0,0-1 0 0 0,0 1 0 0 0,0 0-1 0 0,0-1 1 0 0,0 1 0 0 0,0-1 0 0 0,0 1-1 0 0,0-1 1 0 0,0 1 0 0 0,0-1 0 0 0,0 1 0 0 0,1-1-1 0 0,-1 1 1 0 0,1 0 0 0 0,4 19 1685 0 0,9 10-3 0 0,1-1 0 0 0,37 52 0 0 0,-28-46-1079 0 0,19 39 0 0 0,-36-63-754 0 0,0-1 0 0 0,0 1 0 0 0,1-1 0 0 0,0 0 0 0 0,1-1-1 0 0,17 16 1 0 0,1 1-3114 0 0</inkml:trace>
</inkml:ink>
</file>

<file path=ppt/ink/ink2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12:31.86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102 164 2737 0 0,'-27'-12'254'0'0,"20"10"76"0"0,0-1 0 0 0,0 0 0 0 0,0-1 0 0 0,0 1 0 0 0,0-1 0 0 0,1 0 0 0 0,0-1 0 0 0,0 0 0 0 0,-7-6 0 0 0,13 10-162 0 0,-1-1 0 0 0,1 1-1 0 0,0 0 1 0 0,0-1 0 0 0,-1 1 0 0 0,1-1 0 0 0,0 1 0 0 0,0 0 0 0 0,0-1 0 0 0,1 1 0 0 0,-1-1 0 0 0,0 1 0 0 0,1 0 0 0 0,-1-1 0 0 0,0 1 0 0 0,1 0-1 0 0,-1-1 1 0 0,1 1 0 0 0,0 0 0 0 0,0 0 0 0 0,-1-1 0 0 0,1 1 0 0 0,0 0 0 0 0,0 0 0 0 0,0 0 0 0 0,0 0 0 0 0,0 0 0 0 0,0 0 0 0 0,2-1-1 0 0,35-26 1756 0 0,-27 21-1605 0 0,0 2 0 0 0,1-1 0 0 0,0 1 0 0 0,-1 1 0 0 0,2 0 0 0 0,23-4 1 0 0,-33 7-298 0 0,1 1 0 0 0,0 0 0 0 0,0 0 0 0 0,0 0 0 0 0,0 0 0 0 0,-1 1 0 0 0,1-1 0 0 0,0 1 1 0 0,0 0-1 0 0,-1 0 0 0 0,1 1 0 0 0,0-1 0 0 0,-1 1 0 0 0,1 0 0 0 0,-1 0 0 0 0,0 0 0 0 0,0 0 0 0 0,0 0 1 0 0,0 1-1 0 0,0-1 0 0 0,0 1 0 0 0,-1 0 0 0 0,1 0 0 0 0,-1 0 0 0 0,0 0 0 0 0,3 5 0 0 0,44 82 518 0 0,-44-78-389 0 0,0 0 0 0 0,0 0-1 0 0,-1 1 1 0 0,-1 0-1 0 0,4 22 1 0 0,-8-28-67 0 0,0 1 0 0 0,0-1 0 0 0,-1 0 0 0 0,0 0-1 0 0,0 0 1 0 0,0 0 0 0 0,-1 0 0 0 0,0-1 0 0 0,0 1 0 0 0,-7 9 0 0 0,-6 15 36 0 0,2-4-69 0 0,10-20-328 0 0,0 0-1 0 0,1 0 1 0 0,0 0 0 0 0,0 0-1 0 0,0 1 1 0 0,-1 8 0 0 0</inkml:trace>
</inkml:ink>
</file>

<file path=ppt/ink/ink2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13:09.5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0 4609 0 0,'2'28'808'0'0,"-20"186"1378"0"0,-2 116 229 0 0,92 493-261 0 0,-7-149-2006 0 0,-33 92-68 0 0,-5-112-85 0 0,-3-134 76 0 0,90 1396 761 0 0,-45-856-575 0 0,128 1504 2151 0 0,-142-2120-2137 0 0,54 496 1995 0 0,-80-608-1349 0 0,19 166-458 0 0,-45-463-493 0 0,5 37-283 0 0,-7-66 52 0 0,0 0 0 0 0,0 0 0 0 0,1 0-1 0 0,0 0 1 0 0,1 0 0 0 0,-1-1 0 0 0,1 1 0 0 0,5 7-1 0 0,-2-6-1013 0 0</inkml:trace>
</inkml:ink>
</file>

<file path=ppt/ink/ink2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13:10.8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1 125 5529 0 0,'5'-4'74'0'0,"1"0"0"0"0,0 0 0 0 0,-1 0 0 0 0,1 1 0 0 0,1 0 0 0 0,-1 0 0 0 0,0 1 0 0 0,12-4 0 0 0,58-11 110 0 0,-61 14-26 0 0,49-6 345 0 0,1 3-1 0 0,111 4 1 0 0,-20 1-150 0 0,12-5 35 0 0,234-15 787 0 0,798-6 715 0 0,-108 59-1954 0 0,188-35 479 0 0,-492-6 677 0 0,1 26-52 0 0,523 22-1027 0 0,-69 12-13 0 0,-916-34 0 0 0,1132 45-231 0 0,-7-1-34 0 0,-687-44 191 0 0,56 2 23 0 0,-234 33 33 0 0,45 2 100 0 0,-494-48 97 0 0,257 19 198 0 0,-312-15-473 0 0,-1 4 1 0 0,139 41-1 0 0,-68-9-3065 0 0,-118-37-904 0 0</inkml:trace>
</inkml:ink>
</file>

<file path=ppt/ink/ink2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13:12.9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15525 1 3225 0 0,'19'96'1507'0'0,"11"146"0"0"0,-21-139-17 0 0,27 118-1 0 0,52 114 81 0 0,26 117-1062 0 0,35 386 40 0 0,-94-511-365 0 0,23 209 4 0 0,11 58-124 0 0,-49-360 53 0 0,16 421-1 0 0,-73 26-119 0 0,1-87 4 0 0,26 1017-88 0 0,-5-1200 321 0 0,-1 86-1574 0 0,-26 0 867 0 0,-37 70 496 0 0,26-263-544 0 0,-17 82 2395 0 0,-6 66 1406 0 0,47-356-3006 0 0,6 187 1 0 0,5-259-290 0 0,-2 1 0 0 0,-4 30 0 0 0,-24 102 620 0 0,-2 11 371 0 0,28-158-1216 0 0,0 0 0 0 0,-1 0 0 0 0,0-1 1 0 0,-1 0-1 0 0,0 1 0 0 0,-1-1 0 0 0,0-1 1 0 0,0 1-1 0 0,-1-1 0 0 0,-6 8 0 0 0,-27-16-1459 0 0,-46 9 1483 0 0,-182 14-1859 0 0,-397 2 4114 0 0,171-2-567 0 0,-196 1 273 0 0,-301-100 46 0 0,487 27-671 0 0,-280-38-444 0 0,2-25-986 0 0,691 99 275 0 0,-1025-125 784 0 0,591 79-546 0 0,88 13-162 0 0,-111-13-719 0 0,-1343-93-3089 0 0,569 103 5065 0 0,723 57-1015 0 0,108 1-148 0 0,-398 16 237 0 0,225-23-790 0 0,122 10-73 0 0,63 1 98 0 0,325-16 855 0 0,-244 0 1556 0 0,3 27-2081 0 0,300-14-2612 0 0,77-9-3306 0 0</inkml:trace>
</inkml:ink>
</file>

<file path=ppt/ink/ink2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13:29.1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953 103 6449 0 0,'-3'-6'105'0'0,"-1"-1"0"0"0,0 1 0 0 0,0 0 0 0 0,0 0 0 0 0,-1 0-1 0 0,0 1 1 0 0,0 0 0 0 0,0 0 0 0 0,-1 0 0 0 0,0 0-1 0 0,1 1 1 0 0,-2 0 0 0 0,1 0 0 0 0,0 1 0 0 0,-11-5 0 0 0,3 4-266 0 0,1 0 0 0 0,-1 1 1 0 0,0 0-1 0 0,-1 2 0 0 0,1-1 1 0 0,0 2-1 0 0,-17 0 0 0 0,-50 1-35 0 0,36-2 1039 0 0,-62 8 0 0 0,91-4-528 0 0,0 0 0 0 0,0 1 0 0 0,0 0 0 0 0,0 1 0 0 0,1 1 0 0 0,-1 1-1 0 0,-19 12 1 0 0,3 1-285 0 0,1 2 0 0 0,2 0 0 0 0,0 3 0 0 0,1 0 0 0 0,-34 41 0 0 0,44-44-58 0 0,1 1 1 0 0,0 0-1 0 0,2 1 0 0 0,1 1 0 0 0,1 1 0 0 0,1 0 0 0 0,-14 46 1 0 0,23-60 194 0 0,1-1 0 0 0,0 1 1 0 0,1 0-1 0 0,0 0 1 0 0,1-1-1 0 0,0 1 0 0 0,1 0 1 0 0,0 0-1 0 0,1-1 1 0 0,0 1-1 0 0,1-1 1 0 0,0 1-1 0 0,1-1 0 0 0,1 0 1 0 0,-1 0-1 0 0,12 18 1 0 0,7 6-43 0 0,2 0 1 0 0,1-2-1 0 0,41 40 1 0 0,-38-43-63 0 0,2 4-16 0 0,2-1 1 0 0,2-3-1 0 0,44 33 0 0 0,-55-48-14 0 0,1 0-1 0 0,0-1 1 0 0,1-1-1 0 0,0-2 0 0 0,1 0 1 0 0,37 8-1 0 0,-18-7 297 0 0,0-3-1 0 0,50 4 1 0 0,-79-12-217 0 0,0-1 0 0 0,0 0 0 0 0,0-1 0 0 0,0-1 0 0 0,0-1 0 0 0,0 0 0 0 0,0-1 0 0 0,-1-1 0 0 0,18-8 0 0 0,-1-1 166 0 0,18-8 296 0 0,77-45-1 0 0,-113 58-523 0 0,0-2-1 0 0,-1 0 1 0 0,0 0-1 0 0,-1-1 1 0 0,0-1-1 0 0,-1 0 1 0 0,-1-1-1 0 0,0 0 1 0 0,11-18-1 0 0,-10 10 21 0 0,-1-1-1 0 0,-1-1 0 0 0,-1 0 0 0 0,0 0 1 0 0,-3-1-1 0 0,0 0 0 0 0,-1 0 0 0 0,-1 0 0 0 0,-2-1 1 0 0,0 1-1 0 0,-3-42 0 0 0,-1 57-27 0 0,0 1 0 0 0,0 0 0 0 0,-1-1 0 0 0,0 1 0 0 0,0 1 0 0 0,-1-1 0 0 0,-9-16 0 0 0,-4 0 261 0 0,-23-27 0 0 0,-6-9-29 0 0,-48-69 14 0 0,77 109-229 0 0,-2 1-1 0 0,-1 0 0 0 0,-40-31 0 0 0,38 36-580 0 0,0 0 0 0 0,-1 1 0 0 0,-42-18 1 0 0,52 27 23 0 0,1 1 0 0 0,-2 0 1 0 0,1 0-1 0 0,0 2 0 0 0,-1 0 0 0 0,1 0 1 0 0,-1 1-1 0 0,1 1 0 0 0,-18 1 0 0 0,-7 5-5600 0 0</inkml:trace>
</inkml:ink>
</file>

<file path=ppt/ink/ink2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14:27.5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6 189 4145 0 0,'0'0'39'0'0,"-1"0"0"0"0,1-1 1 0 0,-1 1-1 0 0,1 0 0 0 0,0-1 0 0 0,0 1 1 0 0,-1 0-1 0 0,1-1 0 0 0,0 1 0 0 0,-1 0 1 0 0,1-1-1 0 0,0 1 0 0 0,0 0 0 0 0,0-1 1 0 0,0 1-1 0 0,-1-1 0 0 0,1 1 0 0 0,0 0 1 0 0,0-1-1 0 0,0 1 0 0 0,0-1 0 0 0,0 1 0 0 0,0 0 1 0 0,0-1-1 0 0,0 1 0 0 0,0-1 0 0 0,0 1 1 0 0,0-1-1 0 0,0 1 0 0 0,0 0 0 0 0,0-1 1 0 0,1 1-1 0 0,-1-1 0 0 0,0 1 0 0 0,0 0 1 0 0,0-1-1 0 0,1 1 0 0 0,-1 0 0 0 0,0-1 1 0 0,0 1-1 0 0,1 0 0 0 0,-1-1 0 0 0,1 1 1 0 0,24-10 619 0 0,36 3 368 0 0,522-35 2753 0 0,-357 29-2669 0 0,36-3-261 0 0,-44-11-308 0 0,426-30 1852 0 0,-14 90-1717 0 0,-144-11 483 0 0,-1-35-425 0 0,-386 10-416 0 0,1 3 0 0 0,0 6 0 0 0,171 30 0 0 0,-249-31-797 0 0,36 13 0 0 0,-26-3-6254 0 0</inkml:trace>
</inkml:ink>
</file>

<file path=ppt/ink/ink2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14:28.7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 5529 0 0,'1'0'90'0'0,"0"-1"0"0"0,0 1 0 0 0,-1-1 0 0 0,1 1 0 0 0,0-1 0 0 0,0 1 0 0 0,0 0 0 0 0,0-1 0 0 0,0 1 0 0 0,0 0 0 0 0,0 0 0 0 0,0-1 0 0 0,0 1 0 0 0,0 0-1 0 0,0 0 1 0 0,0 0 0 0 0,0 0 0 0 0,0 1 0 0 0,-1-1 0 0 0,1 0 0 0 0,0 0 0 0 0,0 1 0 0 0,0-1 0 0 0,1 1 0 0 0,28 5 142 0 0,-1 5 262 0 0,-1 1 1 0 0,0 1-1 0 0,-1 2 0 0 0,34 24 1 0 0,0-2 139 0 0,-19-10-63 0 0,-2 1 1 0 0,0 2 0 0 0,53 53 0 0 0,96 120 969 0 0,-120-126-1090 0 0,-17-13 40 0 0,-3 2-1 0 0,50 88 1 0 0,-53-78 137 0 0,92 114 1 0 0,82 47-248 0 0,-159-173-346 0 0,-30-32-112 0 0,1-2-1 0 0,64 48 1 0 0,-81-68-130 0 0,0-1 1 0 0,1 0 0 0 0,0 0-1 0 0,1-2 1 0 0,0 0-1 0 0,0-1 1 0 0,0-1-1 0 0,1 0 1 0 0,28 3-1 0 0,-21-6-5666 0 0</inkml:trace>
</inkml:ink>
</file>

<file path=ppt/ink/ink2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14:29.3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2212 82 2304 0 0,'-2'-3'402'0'0,"1"-1"-1"0"0,0 0 0 0 0,0 0 1 0 0,0 0-1 0 0,0 0 0 0 0,1 0 1 0 0,-1-6-1 0 0,1 6-223 0 0,0 1 1 0 0,0-1-1 0 0,-1 0 0 0 0,0 0 1 0 0,0 1-1 0 0,0-1 0 0 0,-2-5 0 0 0,3 9-129 0 0,-1-1-1 0 0,0 0 1 0 0,1 0-1 0 0,-1 1 1 0 0,0-1-1 0 0,1 0 1 0 0,-1 1-1 0 0,0-1 1 0 0,0 1-1 0 0,0-1 1 0 0,0 1-1 0 0,0-1 1 0 0,1 1-1 0 0,-1-1 1 0 0,0 1-1 0 0,0 0 0 0 0,0 0 1 0 0,0 0-1 0 0,0-1 1 0 0,0 1-1 0 0,0 0 1 0 0,0 0-1 0 0,0 0 1 0 0,0 1-1 0 0,0-1 1 0 0,0 0-1 0 0,0 0 1 0 0,0 0-1 0 0,0 1 1 0 0,0-1-1 0 0,0 0 0 0 0,0 1 1 0 0,0-1-1 0 0,0 1 1 0 0,1-1-1 0 0,-1 1 1 0 0,-1 1-1 0 0,-34 23 758 0 0,35-24-769 0 0,-78 68 727 0 0,4 2 0 0 0,3 4 0 0 0,-104 139-1 0 0,-99 132 1010 0 0,117-168-1315 0 0,-126 131 193 0 0,-254 297 1134 0 0,400-425-969 0 0,-54 63 512 0 0,147-197-945 0 0,28-32-221 0 0,1 2 0 0 0,1 0 0 0 0,1 0-1 0 0,-13 21 1 0 0,26-37-216 0 0,1 0 0 0 0,-1-1 0 0 0,1 1 0 0 0,-1 0 0 0 0,1 0 0 0 0,0 0 0 0 0,-1-1 0 0 0,1 1-1 0 0,0 0 1 0 0,0 0 0 0 0,-1 0 0 0 0,1 0 0 0 0,0 0 0 0 0,0-1 0 0 0,0 1 0 0 0,0 0 0 0 0,0 0-1 0 0,0 0 1 0 0,0 0 0 0 0,1 0 0 0 0,-1 0 0 0 0,0 0 0 0 0,0-1 0 0 0,1 1 0 0 0,-1 0 0 0 0,1 0 0 0 0,0 1-1 0 0</inkml:trace>
</inkml:ink>
</file>

<file path=ppt/ink/ink2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17:51.8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0 211 12443 0 0,'1'-2'21'0'0,"-1"0"0"0"0,1 1 0 0 0,-1-1 0 0 0,1 1 0 0 0,0-1 0 0 0,0 1 0 0 0,0-1 0 0 0,-1 1 0 0 0,2 0 0 0 0,-1-1 0 0 0,0 1 0 0 0,0 0 0 0 0,0 0 0 0 0,0 0 0 0 0,1 0 0 0 0,-1 0 0 0 0,1 0 0 0 0,-1 0 0 0 0,0 0 0 0 0,1 0 0 0 0,0 1 0 0 0,1-1 0 0 0,40-18-178 0 0,-8 7 329 0 0,2 3 0 0 0,-1 1 0 0 0,55-5 0 0 0,118 1 583 0 0,-131 10-467 0 0,512-15 1592 0 0,282-14-303 0 0,-4-24 513 0 0,-690 51-1984 0 0,-145 5-370 0 0,1 2 0 0 0,-1 2 0 0 0,42 10 0 0 0,-62-11-1352 0 0</inkml:trace>
</inkml:ink>
</file>

<file path=ppt/ink/ink2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17:52.3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12 132 10594 0 0,'-2'-3'-36'0'0,"1"0"-1"0"0,-1 0 1 0 0,1 0-1 0 0,0 0 1 0 0,0 0-1 0 0,0-1 1 0 0,0 1-1 0 0,1-1 1 0 0,-1 1-1 0 0,1 0 1 0 0,0-1-1 0 0,0 1 1 0 0,1-7-1 0 0,0 5-97 0 0,1 1 0 0 0,0-1-1 0 0,0 1 1 0 0,0-1 0 0 0,0 1 0 0 0,1 0-1 0 0,0 0 1 0 0,0 0 0 0 0,4-5 0 0 0,-3 5 292 0 0,-1 0 1 0 0,1 0-1 0 0,0 0 1 0 0,0 0-1 0 0,1 1 1 0 0,7-6-1 0 0,-12 44 1077 0 0,-1 15 388 0 0,3 0 0 0 0,8 61 0 0 0,26 99-530 0 0,-9-68-442 0 0,4 64-131 0 0,25 135-142 0 0,-14-186 182 0 0,0 3-1513 0 0,-39-141-3491 0 0,0-1-1473 0 0</inkml:trace>
</inkml:ink>
</file>

<file path=ppt/ink/ink2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17:53.1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736 12 11979 0 0,'-19'-4'80'0'0,"-1"1"1"0"0,0 0-1 0 0,0 2 1 0 0,0 0-1 0 0,0 1 1 0 0,0 2-1 0 0,0 0 1 0 0,1 0 0 0 0,-1 2-1 0 0,1 1 1 0 0,-32 11-1 0 0,24-6-258 0 0,1 1 0 0 0,0 2 1 0 0,0 0-1 0 0,1 2 0 0 0,1 1 0 0 0,0 1 0 0 0,-30 28 0 0 0,33-23 275 0 0,0 1-1 0 0,2 0 1 0 0,1 2-1 0 0,1 0 0 0 0,1 1 1 0 0,1 0-1 0 0,1 2 0 0 0,-16 47 1 0 0,14-26 321 0 0,3 0 1 0 0,1 0 0 0 0,3 1-1 0 0,-4 73 1 0 0,11-97-303 0 0,2 0-1 0 0,1 1 1 0 0,1-1 0 0 0,1 0-1 0 0,1 0 1 0 0,11 35 0 0 0,-9-43-200 0 0,1 1 0 0 0,1-2 0 0 0,0 1 0 0 0,2-1 0 0 0,0-1 0 0 0,0 1 0 0 0,2-2 0 0 0,0 0-1 0 0,19 20 1 0 0,15 6 292 0 0,2-2 0 0 0,1-2 0 0 0,2-2 0 0 0,1-2 0 0 0,81 37-1 0 0,-114-61-5 0 0,1-1 0 0 0,0-1-1 0 0,0-1 1 0 0,0 0 0 0 0,1-2-1 0 0,0 0 1 0 0,0-1 0 0 0,1-1 0 0 0,-1-1-1 0 0,0-1 1 0 0,0-1 0 0 0,1-1-1 0 0,-1-1 1 0 0,0-1 0 0 0,-1 0-1 0 0,1-2 1 0 0,-1 0 0 0 0,0-2-1 0 0,0 0 1 0 0,-1-1 0 0 0,0-1-1 0 0,-1 0 1 0 0,0-2 0 0 0,0 0-1 0 0,19-18 1 0 0,-2-7-98 0 0,-2-1-1 0 0,-2-1 1 0 0,-1-2-1 0 0,39-73 1 0 0,-60 97-94 0 0,0 1 1 0 0,-2-1-1 0 0,0-1 1 0 0,-1 0-1 0 0,0 1 1 0 0,-2-2-1 0 0,0 1 1 0 0,-1 0-1 0 0,-1-1 1 0 0,-1 0-1 0 0,-1-29 1 0 0,-3 15 4 0 0,-2 1 0 0 0,-1-1 0 0 0,-2 1 0 0 0,-1 0 0 0 0,-22-52 0 0 0,13 38-68 0 0,-3 0 0 0 0,-2 1 1 0 0,-36-55-1 0 0,48 85 19 0 0,-1 0-1 0 0,-1 0 1 0 0,0 1 0 0 0,0 1 0 0 0,-1 0 0 0 0,-1 0-1 0 0,0 2 1 0 0,-1 0 0 0 0,0 1 0 0 0,-1 0-1 0 0,-34-13 1 0 0,25 14-520 0 0,0 0 1 0 0,-1 2-1 0 0,-31-4 0 0 0,43 9 15 0 0,0 1-1 0 0,0 0 0 0 0,1 1 1 0 0,-1 1-1 0 0,0 0 0 0 0,0 1 1 0 0,-22 6-1 0 0,3 3-4845 0 0</inkml:trace>
</inkml:ink>
</file>

<file path=ppt/ink/ink2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17:53.7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24 3681 0 0,'-5'-24'10052'0'0,"5"24"-9915"0"0,2 4-99 0 0,-1 0 0 0 0,1-1 0 0 0,-1 1 0 0 0,0 0 0 0 0,0 0 1 0 0,-1 0-1 0 0,1 0 0 0 0,-1 0 0 0 0,0 7 0 0 0,0-10-22 0 0,2 124-241 0 0,4 74 188 0 0,-2-162 15 0 0,1-1 0 0 0,2 1 0 0 0,16 50 1 0 0,5-7-2923 0 0</inkml:trace>
</inkml:ink>
</file>

<file path=ppt/ink/ink2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17:54.1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137 123 3225 0 0,'-24'-4'1379'0'0,"21"4"-846"0"0,1 0 0 0 0,-1 0-1 0 0,0 0 1 0 0,1 0 0 0 0,-1 0 0 0 0,1 0-1 0 0,-1 1 1 0 0,1 0 0 0 0,-1-1 0 0 0,1 1-1 0 0,0 0 1 0 0,-1 0 0 0 0,1 0 0 0 0,0 0-1 0 0,0 1 1 0 0,-4 2 0 0 0,-16 23-2174 0 0,15-14 1379 0 0,0 0 0 0 0,1 0 0 0 0,0 1 0 0 0,1 0 0 0 0,0 0 0 0 0,-4 25 0 0 0,9-39 262 0 0,0 0-1 0 0,0 0 1 0 0,0 0 0 0 0,0 0-1 0 0,0 0 1 0 0,0 0-1 0 0,0 0 1 0 0,0 0-1 0 0,1 0 1 0 0,-1 0 0 0 0,0 0-1 0 0,0-1 1 0 0,0 1-1 0 0,0 0 1 0 0,0 0 0 0 0,0 0-1 0 0,0 0 1 0 0,0 0-1 0 0,0 0 1 0 0,0 0 0 0 0,1 0-1 0 0,-1 0 1 0 0,0 0-1 0 0,0 0 1 0 0,0 0 0 0 0,0 0-1 0 0,0 0 1 0 0,0 0-1 0 0,0 1 1 0 0,0-1-1 0 0,0 0 1 0 0,1 0 0 0 0,-1 0-1 0 0,0 0 1 0 0,0 0-1 0 0,0 0 1 0 0,0 0 0 0 0,0 0-1 0 0,0 0 1 0 0,0 0-1 0 0,0 0 1 0 0,0 0 0 0 0,0 0-1 0 0,0 0 1 0 0,0 0-1 0 0,0 1 1 0 0,0-1 0 0 0,0 0-1 0 0,0 0 1 0 0,0 0-1 0 0,1 0 1 0 0,-1 0-1 0 0,0 0 1 0 0,0 0 0 0 0,0 0-1 0 0,0 0 1 0 0,0 1-1 0 0,10-14 520 0 0,13-23 802 0 0,-22 34-1231 0 0,31-50 605 0 0,44-99 1 0 0,-75 150-618 0 0,-1-1 1 0 0,1 0-1 0 0,-1 0 1 0 0,1 1-1 0 0,0-1 1 0 0,0 0 0 0 0,0 1-1 0 0,0-1 1 0 0,0 1-1 0 0,0-1 1 0 0,1 1-1 0 0,-1 0 1 0 0,0-1-1 0 0,1 1 1 0 0,-1 0-1 0 0,2-1 1 0 0,7 6 1683 0 0,-2 15-849 0 0,2 18-844 0 0,2-1-1 0 0,2-1 1 0 0,33 62 0 0 0,-30-68-4353 0 0,1 3-1502 0 0</inkml:trace>
</inkml:ink>
</file>

<file path=ppt/ink/ink2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17:54.6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43 9218 0 0,'0'-36'4272'0'0,"1"29"-1350"0"0,0 25-2485 0 0,-2 133 725 0 0,0 41 325 0 0,22 191-1 0 0,-11-303-1409 0 0,3 0-1 0 0,4-1 0 0 0,3-1 0 0 0,35 86 0 0 0,-36-121-242 0 0,-11-24-617 0 0,0-1 0 0 0,-1 1 1 0 0,9 35-1 0 0,-14-36-5811 0 0</inkml:trace>
</inkml:ink>
</file>

<file path=ppt/ink/ink2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17:55.2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9218 0 0,'3'1'49'0'0,"0"1"0"0"0,-1 0 1 0 0,1 0-1 0 0,-1 0 0 0 0,0 0 0 0 0,0 0 1 0 0,0 0-1 0 0,0 1 0 0 0,0-1 0 0 0,0 1 1 0 0,0-1-1 0 0,-1 1 0 0 0,1 0 1 0 0,-1-1-1 0 0,0 1 0 0 0,0 0 0 0 0,0 0 1 0 0,0 0-1 0 0,-1 0 0 0 0,1 0 0 0 0,-1 4 1 0 0,4 17-143 0 0,0 40 0 0 0,-3-45 229 0 0,35 391 2802 0 0,-26-354-2694 0 0,2-1 0 0 0,2-1-1 0 0,2 0 1 0 0,3-1 0 0 0,34 67-1 0 0,-45-105-5509 0 0</inkml:trace>
</inkml:ink>
</file>

<file path=ppt/ink/ink2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17:55.7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86 7370 0 0,'-12'3'558'0'0,"9"-3"-339"0"0,-1 1 0 0 0,1 0 0 0 0,-1 0 0 0 0,1 0 0 0 0,-1 1 0 0 0,1-1 0 0 0,-6 13 5456 0 0,9-14-5548 0 0,16 3 822 0 0,24-6-2415 0 0,-37 3 1835 0 0,667-47 4095 0 0,-521 43-3730 0 0,661-34 958 0 0,-309 18-1564 0 0,-328 20 49 0 0,174 24 0 0 0,-193-3 11 0 0,104 10 495 0 0,-78-25-2088 0 0</inkml:trace>
</inkml:ink>
</file>

<file path=ppt/ink/ink2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17:56.6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7 7834 0 0,'-15'-7'1213'0'0,"15"7"-1214"0"0,0 0 0 0 0,-1 0 0 0 0,1 0-1 0 0,0 0 1 0 0,0 0 0 0 0,-1 1 0 0 0,1-1-1 0 0,0 0 1 0 0,0 0 0 0 0,-1 0 0 0 0,1 0-1 0 0,0 0 1 0 0,0 0 0 0 0,-1 0 0 0 0,1 0 0 0 0,0 1-1 0 0,0-1 1 0 0,-1 0 0 0 0,1 0 0 0 0,0 0-1 0 0,0 0 1 0 0,0 1 0 0 0,0-1 0 0 0,-1 0-1 0 0,1 0 1 0 0,0 0 0 0 0,0 1 0 0 0,0-1-1 0 0,0 0 1 0 0,0 0 0 0 0,0 1 0 0 0,0-1-1 0 0,-1 0 1 0 0,1 0 0 0 0,0 1 0 0 0,0-1-1 0 0,0 0 1 0 0,0 1 0 0 0,0-1 0 0 0,0 0 0 0 0,0 0-1 0 0,0 1 1 0 0,0-1 0 0 0,1 0 0 0 0,-1 0-1 0 0,0 1 1 0 0,0-1 0 0 0,0 0 0 0 0,0 0-1 0 0,0 1 1 0 0,0-1 0 0 0,0 0 0 0 0,1 0-1 0 0,-1 0 1 0 0,0 1 0 0 0,1 0 10 0 0,0 0 0 0 0,0 0 0 0 0,0 0 0 0 0,0 0 0 0 0,0 0 0 0 0,0 0-1 0 0,1 0 1 0 0,-1 0 0 0 0,0-1 0 0 0,0 1 0 0 0,1 0 0 0 0,-1-1 0 0 0,0 1 0 0 0,1-1 0 0 0,-1 1 0 0 0,0-1 0 0 0,1 0 0 0 0,-1 0 0 0 0,1 0 0 0 0,2 0 0 0 0,35 2 503 0 0,-34-2-516 0 0,460 12 3145 0 0,-255-5-1085 0 0,833 55 61 0 0,-859-46-2309 0 0,164 10-1279 0 0,-264-25 448 0 0,-1-3 0 0 0,98-14 0 0 0,-148 10-4240 0 0</inkml:trace>
</inkml:ink>
</file>

<file path=ppt/ink/ink2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17:56.9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23 1376 0 0,'-1'-1'291'0'0,"-1"0"-1"0"0,1 1 1 0 0,0-1-1 0 0,-1 0 0 0 0,1 1 1 0 0,-1-1-1 0 0,1 1 1 0 0,0-1-1 0 0,-1 1 0 0 0,0 0 1 0 0,1-1-1 0 0,-1 1 1 0 0,1 0-1 0 0,-1 0 0 0 0,1 0 1 0 0,-1 0-1 0 0,1 0 1 0 0,-1 1-1 0 0,1-1 1 0 0,-1 0-1 0 0,1 1 0 0 0,-3 0 1 0 0,3 0-33 0 0,0 0 1 0 0,0 0 0 0 0,0 0 0 0 0,0 0-1 0 0,1 0 1 0 0,-1 0 0 0 0,0 0-1 0 0,0 1 1 0 0,1-1 0 0 0,-1 0 0 0 0,0 0-1 0 0,1 1 1 0 0,-1 0 0 0 0,-3 18-2384 0 0,4-10 2138 0 0,0-1 1 0 0,0 1 0 0 0,1-1-1 0 0,0 1 1 0 0,0-1 0 0 0,1 0-1 0 0,1 1 1 0 0,0-1 0 0 0,0 0-1 0 0,0-1 1 0 0,1 1 0 0 0,1 0-1 0 0,-1-1 1 0 0,1 0 0 0 0,1 0-1 0 0,0-1 1 0 0,0 1 0 0 0,0-1-1 0 0,1 0 1 0 0,8 6 0 0 0,-7-6 130 0 0,-1-1 0 0 0,1 0 0 0 0,0-1 0 0 0,0 1 1 0 0,1-2-1 0 0,0 1 0 0 0,-1-1 0 0 0,1 0 0 0 0,1-1 0 0 0,-1 0 0 0 0,1-1 1 0 0,-1 0-1 0 0,1 0 0 0 0,-1-1 0 0 0,1 0 0 0 0,0-1 0 0 0,0 0 0 0 0,-1 0 1 0 0,16-4-1 0 0,-15 1 53 0 0,0 0 0 0 0,0-1 0 0 0,-1-1 1 0 0,1 0-1 0 0,-1 0 0 0 0,0-1 0 0 0,0 0 0 0 0,-1 0 1 0 0,0-1-1 0 0,0 0 0 0 0,0-1 0 0 0,8-10 1 0 0,-10 10-55 0 0,0 0 0 0 0,0 0 0 0 0,-1 0 0 0 0,0-1 1 0 0,0 0-1 0 0,-1 0 0 0 0,0 0 0 0 0,-1 0 1 0 0,0-1-1 0 0,0 1 0 0 0,-1-1 0 0 0,-1 0 0 0 0,2-13 1 0 0,-3 20-140 0 0,0 0 0 0 0,-1 0 1 0 0,1 0-1 0 0,0 1 1 0 0,-1-1-1 0 0,0 0 0 0 0,1 0 1 0 0,-1 1-1 0 0,0-1 0 0 0,0 0 1 0 0,-1 1-1 0 0,1-1 0 0 0,0 1 1 0 0,-1 0-1 0 0,0-1 0 0 0,0 1 1 0 0,1 0-1 0 0,-1 0 1 0 0,0 0-1 0 0,-1 0 0 0 0,1 0 1 0 0,0 1-1 0 0,0-1 0 0 0,-1 1 1 0 0,1-1-1 0 0,-1 1 0 0 0,-4-2 1 0 0,-2 0-439 0 0,0 1 1 0 0,-1 0 0 0 0,1 0-1 0 0,-1 1 1 0 0,0 0 0 0 0,-18 1-1 0 0,-5 2-4856 0 0</inkml:trace>
</inkml:ink>
</file>

<file path=ppt/ink/ink2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17:57.6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47 6913 0 0,'1'-1'159'0'0,"-1"0"-1"0"0,0 0 0 0 0,1 1 1 0 0,-1-1-1 0 0,1 0 0 0 0,-1 0 1 0 0,1 1-1 0 0,0-1 0 0 0,-1 0 0 0 0,1 1 1 0 0,0-1-1 0 0,-1 1 0 0 0,1-1 1 0 0,0 1-1 0 0,-1-1 0 0 0,1 1 0 0 0,0 0 1 0 0,0-1-1 0 0,0 1 0 0 0,1-1 1 0 0,23-7 1120 0 0,-19 6-1009 0 0,17-5 323 0 0,1 2 0 0 0,-1 0 1 0 0,1 2-1 0 0,36-1 0 0 0,100 9 882 0 0,-46 0-498 0 0,392 24 1806 0 0,-409-19-2256 0 0,451 41 1319 0 0,2-48-1709 0 0,-389-8-4276 0 0,-135 5-2610 0 0</inkml:trace>
</inkml:ink>
</file>

<file path=ppt/ink/ink2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17:58.0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3 11522 0 0,'-3'-1'153'0'0,"0"1"-1"0"0,0-1 0 0 0,0 1 0 0 0,-1 0 0 0 0,1 0 0 0 0,0 0 0 0 0,0 0 0 0 0,0 0 0 0 0,0 1 0 0 0,0-1 0 0 0,0 1 1 0 0,0 0-1 0 0,0 0 0 0 0,-6 3 0 0 0,7-3-162 0 0,0 1 0 0 0,0 0 0 0 0,0 0 0 0 0,1 0 1 0 0,-1 0-1 0 0,0 0 0 0 0,1 1 0 0 0,0-1 0 0 0,-1 0 1 0 0,1 1-1 0 0,0-1 0 0 0,0 1 0 0 0,0 0 0 0 0,1-1 0 0 0,-1 1 1 0 0,0 0-1 0 0,1 4 0 0 0,-1 3-25 0 0,0-1 0 0 0,1 0 0 0 0,0 0 0 0 0,1 1 1 0 0,0-1-1 0 0,0 0 0 0 0,1 0 0 0 0,0 0 0 0 0,1 0 0 0 0,0 0 0 0 0,0 0 0 0 0,1-1 0 0 0,0 1 1 0 0,0-1-1 0 0,7 8 0 0 0,-7-9 181 0 0,1-1 0 0 0,0 0 0 0 0,1 0 0 0 0,-1-1 0 0 0,1 1 0 0 0,0-1 0 0 0,1-1 0 0 0,-1 1 0 0 0,1-1 0 0 0,0 0 0 0 0,0 0 0 0 0,0-1 0 0 0,0 0 0 0 0,1-1 0 0 0,-1 1 0 0 0,1-1 0 0 0,0-1 0 0 0,9 2 0 0 0,-10-3 67 0 0,-1-1 0 0 0,1 0 0 0 0,-1 0-1 0 0,1 0 1 0 0,-1-1 0 0 0,1 0 0 0 0,-1 0 0 0 0,0 0-1 0 0,0-1 1 0 0,0 0 0 0 0,-1 0 0 0 0,1-1-1 0 0,-1 1 1 0 0,1-1 0 0 0,6-7 0 0 0,0 1 118 0 0,-1-2 1 0 0,0 1-1 0 0,0-1 1 0 0,-1-1-1 0 0,10-17 1 0 0,-18 27-312 0 0,0 0 0 0 0,0 0 0 0 0,-1 0 0 0 0,1-1 0 0 0,-1 1 0 0 0,0 0 0 0 0,0-1 1 0 0,0 1-1 0 0,0-1 0 0 0,0 0 0 0 0,-1 1 0 0 0,0-1 0 0 0,1 0 0 0 0,-1 1 1 0 0,-1-1-1 0 0,1 0 0 0 0,0 1 0 0 0,-1-1 0 0 0,0 0 0 0 0,0 1 0 0 0,0-1 0 0 0,0 1 1 0 0,-1 0-1 0 0,1-1 0 0 0,-1 1 0 0 0,0 0 0 0 0,0 0 0 0 0,-4-5 0 0 0,3 4-640 0 0,-1 1-1 0 0,1 1 0 0 0,-1-1 1 0 0,0 0-1 0 0,1 1 1 0 0,-1 0-1 0 0,0 0 0 0 0,0 0 1 0 0,-8-2-1 0 0,-12-3-6095 0 0</inkml:trace>
</inkml:ink>
</file>

<file path=ppt/ink/ink2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17:43.1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45 13363 0 0,'1'-39'2381'0'0,"1"34"-2077"0"0,-3 28-247 0 0,-7 325 3855 0 0,29-1-2039 0 0,31 138-1302 0 0,-48-457-1383 0 0,2 1-1 0 0,14 43 1 0 0,12 12-7305 0 0,-30-80 7692 0 0,-1-2 280 0 0,0 1 0 0 0,0-1 1 0 0,0 1-1 0 0,0 0 1 0 0,0-1-1 0 0,0 1 0 0 0,-1 0 1 0 0,1 0-1 0 0,-1-1 0 0 0,0 1 1 0 0,0 4-1 0 0,-2-4 145 0 0</inkml:trace>
</inkml:ink>
</file>

<file path=ppt/ink/ink2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17:43.5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15 11058 0 0,'-43'-9'2318'0'0,"92"18"-1240"0"0,660 11 1456 0 0,-496-38-2163 0 0,-42 1-1712 0 0,-58 18-4261 0 0,-87 1 1099 0 0</inkml:trace>
</inkml:ink>
</file>

<file path=ppt/ink/ink2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17:43.9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39 13363 0 0,'2'-1'48'0'0,"-1"0"0"0"0,1 0 0 0 0,0 0 0 0 0,0 0 0 0 0,-1 0-1 0 0,1 1 1 0 0,0-1 0 0 0,0 0 0 0 0,0 1 0 0 0,0 0 0 0 0,0-1 0 0 0,0 1 0 0 0,0 0 0 0 0,3 0 0 0 0,43-6-595 0 0,-48 6 560 0 0,10-1-63 0 0,283-21 1240 0 0,-168 29-3642 0 0,-109-5-2038 0 0</inkml:trace>
</inkml:ink>
</file>

<file path=ppt/ink/ink2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17:44.3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12899 0 0,'8'45'2984'0'0,"6"17"-1109"0"0,12 122 0 0 0,-17-107-1053 0 0,6 98 85 0 0,-7 200 0 0 0,2-178-1247 0 0,9-67-4512 0 0,-15-111-1455 0 0</inkml:trace>
</inkml:ink>
</file>

<file path=ppt/ink/ink2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18:00.1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34 317 2761 0 0,'-2'0'19'0'0,"0"-1"0"0"0,1 1-1 0 0,-1-1 1 0 0,1 1 0 0 0,-1-1 0 0 0,0 0 0 0 0,1 0 0 0 0,0 0 0 0 0,-1 0 0 0 0,1 0 0 0 0,-1 0 0 0 0,1 0 0 0 0,0 0 0 0 0,0-1 0 0 0,0 1 0 0 0,0 0 0 0 0,0-1 0 0 0,-1-1 0 0 0,1 2-3 0 0,0 0-1 0 0,1 1 1 0 0,-1-1 0 0 0,1 0 0 0 0,-1 0 0 0 0,1 1-1 0 0,0-1 1 0 0,-1 0 0 0 0,1 0 0 0 0,0 0-1 0 0,0 0 1 0 0,-1 0 0 0 0,1 1 0 0 0,0-1 0 0 0,0 0-1 0 0,0 0 1 0 0,0 0 0 0 0,0 0 0 0 0,0 0-1 0 0,0 0 1 0 0,0 0 0 0 0,1 0 0 0 0,-1 1-1 0 0,0-1 1 0 0,0 0 0 0 0,1 0 0 0 0,-1 0 0 0 0,1 0-1 0 0,-1 1 1 0 0,1-1 0 0 0,-1 0 0 0 0,1 0-1 0 0,-1 1 1 0 0,1-1 0 0 0,1-1 0 0 0,51-45-234 0 0,-52 47 212 0 0,0-1 0 0 0,0 0 0 0 0,0 0 0 0 0,0 1 0 0 0,0-1 0 0 0,0 0 0 0 0,0 0 0 0 0,0 0 0 0 0,0 0 0 0 0,0 0-1 0 0,-1-1 1 0 0,1 1 0 0 0,0 0 0 0 0,-1 0 0 0 0,1 0 0 0 0,-1-1 0 0 0,1 1 0 0 0,-1 0 0 0 0,0-1 0 0 0,0 1 0 0 0,1 0-1 0 0,-1-1 1 0 0,0 1 0 0 0,0 0 0 0 0,0-1 0 0 0,-1-1 0 0 0,4-19 1465 0 0,-3 20-943 0 0,1 1 1 0 0,0-1-1 0 0,-1 1 0 0 0,1-1 0 0 0,0 1 0 0 0,0-1 0 0 0,0 1 0 0 0,-1-1 0 0 0,2 1 0 0 0,-1 0 1 0 0,0 0-1 0 0,0-1 0 0 0,0 1 0 0 0,2-1 0 0 0,-2 2-425 0 0,-1 0-1 0 0,1 0 1 0 0,0 1 0 0 0,-1-1 0 0 0,1 0 0 0 0,0 0-1 0 0,-1 1 1 0 0,1-1 0 0 0,0 0 0 0 0,-1 1-1 0 0,1-1 1 0 0,-1 1 0 0 0,1-1 0 0 0,-1 1-1 0 0,1-1 1 0 0,-1 1 0 0 0,1-1 0 0 0,-1 1-1 0 0,0-1 1 0 0,1 1 0 0 0,-1 0 0 0 0,0-1 0 0 0,1 1-1 0 0,-1-1 1 0 0,0 1 0 0 0,0 0 0 0 0,0-1-1 0 0,1 1 1 0 0,-1 0 0 0 0,0 0 0 0 0,0-1-1 0 0,0 1 1 0 0,0 0 0 0 0,0 0 0 0 0,6 23 305 0 0,-2-4-174 0 0,1 0-1 0 0,0 0 1 0 0,2-1 0 0 0,1 0 0 0 0,19 34 0 0 0,-8-23-181 0 0,1-1 0 0 0,29 30 1 0 0,-39-48-33 0 0,1 0 1 0 0,0-1-1 0 0,0-1 1 0 0,1 0-1 0 0,0 0 1 0 0,1-1-1 0 0,25 12 1 0 0,-37-20 6 0 0,1 1 1 0 0,0 0 0 0 0,-1-1-1 0 0,1 1 1 0 0,0-1-1 0 0,-1 0 1 0 0,1 1 0 0 0,0-1-1 0 0,0 0 1 0 0,-1 0 0 0 0,1 0-1 0 0,0 0 1 0 0,2-1-1 0 0,-3 1 12 0 0,0-1 1 0 0,0 1-1 0 0,0 0 0 0 0,-1-1 0 0 0,1 1 0 0 0,0-1 0 0 0,-1 1 0 0 0,1-1 0 0 0,0 0 0 0 0,-1 1 1 0 0,1-1-1 0 0,0 1 0 0 0,-1-1 0 0 0,1 0 0 0 0,-1 0 0 0 0,1 1 0 0 0,-1-1 0 0 0,0 0 0 0 0,1-1 0 0 0,0-4 158 0 0,0 0 0 0 0,0 0-1 0 0,0-1 1 0 0,-1 1-1 0 0,0 0 1 0 0,-1-9-1 0 0,0-9 138 0 0,6-47 369 0 0,16-75 1 0 0,-3 21-909 0 0,-14 99-1683 0 0,10-43 1 0 0,-8 52-4500 0 0</inkml:trace>
</inkml:ink>
</file>

<file path=ppt/ink/ink2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18:01.5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15611 0 0,'10'63'1519'0'0,"-12"155"-1932"0"0,-1-31-566 0 0,4-157-182 0 0,2 0-1 0 0,1 1 0 0 0,2-1 0 0 0,10 33 0 0 0,-11-49-396 0 0,0-4-1660 0 0</inkml:trace>
</inkml:ink>
</file>

<file path=ppt/ink/ink2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18:01.8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1 133 8754 0 0,'0'-2'202'0'0,"0"0"0"0"0,0 0 0 0 0,0 1 0 0 0,1-1 0 0 0,-1 0 0 0 0,1 0 0 0 0,-1 0 0 0 0,1 1 0 0 0,0-1 0 0 0,0 0 0 0 0,0 1 0 0 0,0-1 0 0 0,0 0 0 0 0,0 1 0 0 0,0-1 0 0 0,0 1 0 0 0,0 0 0 0 0,1-1 1 0 0,-1 1-1 0 0,1 0 0 0 0,-1 0 0 0 0,4-2 0 0 0,43-27 51 0 0,-37 23-127 0 0,59-29 221 0 0,-22 19-3197 0 0,-35 13-1345 0 0</inkml:trace>
</inkml:ink>
</file>

<file path=ppt/ink/ink2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18:02.2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37 17052 0 0,'-3'3'1732'0'0,"13"-1"-1752"0"0,14-1-790 0 0,17-6 851 0 0,41-10-1 0 0,-43 6-1107 0 0,53-3-1 0 0,-78 11-272 0 0,0 1 0 0 0,1 0-1 0 0,-1 1 1 0 0,16 4 0 0 0,-7 0-1106 0 0</inkml:trace>
</inkml:ink>
</file>

<file path=ppt/ink/ink2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18:04.4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0 14283 0 0,'-1'1'130'0'0,"1"0"1"0"0,-1 0-1 0 0,1 1 1 0 0,-1-1-1 0 0,1 0 1 0 0,-1 0-1 0 0,1 0 0 0 0,0 0 1 0 0,-1 0-1 0 0,1 1 1 0 0,0-1-1 0 0,0 0 1 0 0,0 0-1 0 0,0 0 0 0 0,0 0 1 0 0,0 1-1 0 0,0-1 1 0 0,1 0-1 0 0,-1 2 0 0 0,4 39-580 0 0,-4-37 433 0 0,5 42-333 0 0,1 0 0 0 0,2-1 0 0 0,2 0 1 0 0,23 61-1 0 0,-15-67-127 0 0,1-1 1 0 0,3-1-1 0 0,41 57 0 0 0,-62-94 527 0 0,0 1 0 0 0,-1-1 0 0 0,1 0 0 0 0,0 0 0 0 0,0 0 0 0 0,0 0-1 0 0,0 1 1 0 0,0-1 0 0 0,0-1 0 0 0,0 1 0 0 0,1 0 0 0 0,-1 0 0 0 0,0 0 0 0 0,1-1 0 0 0,-1 1 0 0 0,0-1-1 0 0,1 1 1 0 0,-1-1 0 0 0,0 1 0 0 0,1-1 0 0 0,-1 0 0 0 0,1 1 0 0 0,1-1 0 0 0,-2-1 87 0 0,1 1 0 0 0,-1-1-1 0 0,1 0 1 0 0,-1 1 0 0 0,0-1 0 0 0,1 0 0 0 0,-1 0 0 0 0,0 0 0 0 0,0 0 0 0 0,0 0-1 0 0,1 0 1 0 0,-1 0 0 0 0,0-1 0 0 0,0 1 0 0 0,-1 0 0 0 0,1-1 0 0 0,1-1 0 0 0,4-10 806 0 0,-1 0 1 0 0,0 0 0 0 0,5-25 0 0 0,-8 31-969 0 0,33-176 2055 0 0,-20 60-5250 0 0,-8 68-1270 0 0,-3 21-1760 0 0</inkml:trace>
</inkml:ink>
</file>

<file path=ppt/ink/ink2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18:04.8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12443 0 0,'49'52'1785'0'0,"41"43"863"0"0,-40-48-2808 0 0,-49-47 163 0 0,0 1 1 0 0,-1-1 0 0 0,1 0 0 0 0,0 1 0 0 0,0-1 0 0 0,0 0 0 0 0,0 0 0 0 0,-1 1 0 0 0,1-1-1 0 0,0 0 1 0 0,0 0 0 0 0,0 0 0 0 0,0 0 0 0 0,0 0 0 0 0,-1 0 0 0 0,1-1 0 0 0,0 1 0 0 0,0 0-1 0 0,0 0 1 0 0,0-1 0 0 0,-1 1 0 0 0,1 0 0 0 0,0-1 0 0 0,0 1 0 0 0,-1-1 0 0 0,1 1 0 0 0,0-1 0 0 0,0 1-1 0 0,-1-1 1 0 0,1 0 0 0 0,-1 1 0 0 0,1-1 0 0 0,-1 0 0 0 0,1 1 0 0 0,-1-1 0 0 0,1-1-1 0 0,18-25 663 0 0,-13 14 1290 0 0,-4 4-5361 0 0,-16 24-2397 0 0</inkml:trace>
</inkml:ink>
</file>

<file path=ppt/ink/ink2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18:06.0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64 2304 0 0,'6'-2'919'0'0,"0"-1"0"0"0,0 1 0 0 0,1 0 0 0 0,-1 1 0 0 0,0 0 0 0 0,1 0 0 0 0,-1 0 0 0 0,1 0-1 0 0,-1 1 1 0 0,10 1 0 0 0,10-2-1524 0 0,8-1 751 0 0,4 0-502 0 0,-1-2 1 0 0,64-15-1 0 0,-78 10 344 0 0,-2-4 12 0 0</inkml:trace>
</inkml:ink>
</file>

<file path=ppt/ink/ink2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18:06.3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2 10138 0 0,'-1'0'75'0'0,"0"0"0"0"0,0-1 0 0 0,0 1-1 0 0,0 0 1 0 0,0 0 0 0 0,0-1 0 0 0,0 1 0 0 0,0 0-1 0 0,0 0 1 0 0,0 0 0 0 0,0 0 0 0 0,0 0 0 0 0,0 1-1 0 0,0-1 1 0 0,0 0 0 0 0,0 0 0 0 0,0 1 0 0 0,1-1 0 0 0,-1 0-1 0 0,0 1 1 0 0,0-1 0 0 0,0 1 0 0 0,0-1 0 0 0,0 1-1 0 0,0 0 1 0 0,-8 25 901 0 0,7-17-1102 0 0,-7 47-563 0 0,2 0 0 0 0,2 0 0 0 0,6 97 0 0 0,0-110 394 0 0</inkml:trace>
</inkml:ink>
</file>

<file path=ppt/ink/ink2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18:07.4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13827 0 0,'2'2'131'0'0,"0"1"-1"0"0,-1 0 1 0 0,1 0 0 0 0,-1 0-1 0 0,1 0 1 0 0,-1 0 0 0 0,0 0-1 0 0,0 1 1 0 0,-1-1 0 0 0,1 0 0 0 0,0 7-1 0 0,1 46-508 0 0,-1-34 478 0 0,1 190-2356 0 0,-2-172-688 0 0,0-9-1332 0 0</inkml:trace>
</inkml:ink>
</file>

<file path=ppt/ink/ink2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18:07.7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99 51 6913 0 0,'-3'1'58'0'0,"-1"1"0"0"0,1-1 0 0 0,0 1-1 0 0,0 0 1 0 0,0 0 0 0 0,0 0-1 0 0,1 0 1 0 0,-1 1 0 0 0,1-1-1 0 0,-1 1 1 0 0,1-1 0 0 0,0 1-1 0 0,0 0 1 0 0,0 0 0 0 0,-3 6 0 0 0,-24 56 100 0 0,22-47-7 0 0,6-16-122 0 0,-13 40 62 0 0,14-41-124 0 0,-1 0 0 0 0,1 0-1 0 0,-1 0 1 0 0,1 0 0 0 0,0 0-1 0 0,0 0 1 0 0,-1 0 0 0 0,1 0-1 0 0,0 1 1 0 0,0-1 0 0 0,0 0 0 0 0,0 0-1 0 0,0 0 1 0 0,1 0 0 0 0,-1 0-1 0 0,0 0 1 0 0,0 0 0 0 0,1 1-1 0 0,-1-1 1 0 0,1 0 0 0 0,-1 0-1 0 0,1 0 1 0 0,-1 0 0 0 0,1 0-1 0 0,0-1 1 0 0,-1 1 0 0 0,1 0-1 0 0,0 0 1 0 0,0 0 0 0 0,0-1-1 0 0,-1 1 1 0 0,3 1 0 0 0,-2-2 28 0 0,0 0-1 0 0,0 0 1 0 0,0 0-1 0 0,1-1 1 0 0,-1 1 0 0 0,0 0-1 0 0,0 0 1 0 0,0-1 0 0 0,0 1-1 0 0,0-1 1 0 0,1 1 0 0 0,-1-1-1 0 0,0 1 1 0 0,0-1 0 0 0,0 0-1 0 0,0 1 1 0 0,-1-1 0 0 0,1 0-1 0 0,0 0 1 0 0,0 0 0 0 0,0 0-1 0 0,0 1 1 0 0,0-3 0 0 0,18-26 588 0 0,-17 25-529 0 0,14-26 831 0 0,18-49 0 0 0,2-5 887 0 0,-36 84-1712 0 0,0-1-1 0 0,1 0 0 0 0,-1 0 1 0 0,0 0-1 0 0,1 1 0 0 0,-1-1 1 0 0,1 0-1 0 0,-1 1 0 0 0,1-1 1 0 0,-1 0-1 0 0,1 1 0 0 0,0-1 1 0 0,-1 1-1 0 0,1-1 0 0 0,0 1 1 0 0,-1-1-1 0 0,1 1 0 0 0,0-1 1 0 0,0 1-1 0 0,-1 0 0 0 0,1 0 1 0 0,0-1-1 0 0,0 1 0 0 0,0 0 1 0 0,1 0-1 0 0,-1 0-6 0 0,1 0 0 0 0,-1 1 0 0 0,0-1 0 0 0,1 1 0 0 0,-1-1 0 0 0,0 1 0 0 0,0-1 1 0 0,1 1-1 0 0,-1 0 0 0 0,0 0 0 0 0,0 0 0 0 0,0 0 0 0 0,0 0 0 0 0,1 1 0 0 0,5 7 46 0 0,0 0 1 0 0,0 0-1 0 0,6 13 1 0 0,-8-13-52 0 0,57 95-89 0 0,-42-76-246 0 0</inkml:trace>
</inkml:ink>
</file>

<file path=ppt/ink/ink2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18:06.7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1 103 15203 0 0,'22'-1'5127'0'0,"26"-1"-5663"0"0,-9-7 144 0 0,0-1 1 0 0,38-15-1 0 0,23-15-3804 0 0,-62 25 1896 0 0</inkml:trace>
</inkml:ink>
</file>

<file path=ppt/ink/ink2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18:08.1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1 13363 0 0,'-2'14'3476'0'0,"6"21"-3373"0"0,-4-34-44 0 0,15 87 25 0 0,1 0-245 0 0,6 127 1 0 0,-22-180 144 0 0,1-1-866 0 0,0-12-3007 0 0,-1-4-1255 0 0</inkml:trace>
</inkml:ink>
</file>

<file path=ppt/ink/ink2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18:08.5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16588 0 0,'27'13'2055'0'0,"-9"0"-1820"0"0,-1 0 1 0 0,1 1 0 0 0,17 20 0 0 0,-23-21-391 0 0,1-1 0 0 0,1 0-1 0 0,-1-1 1 0 0,2 0 0 0 0,-1-1 0 0 0,18 8 0 0 0,-30-18 141 0 0,0 1-1 0 0,0 0 1 0 0,0 0 0 0 0,0-1 0 0 0,0 1-1 0 0,0-1 1 0 0,1 1 0 0 0,-1-1-1 0 0,0 0 1 0 0,0 0 0 0 0,0 0 0 0 0,1 0-1 0 0,-1-1 1 0 0,0 1 0 0 0,0 0-1 0 0,0-1 1 0 0,0 0 0 0 0,0 1 0 0 0,1-1-1 0 0,1-2 1 0 0,19-15-1389 0 0,-9 2-2589 0 0,-3 2-1515 0 0</inkml:trace>
</inkml:ink>
</file>

<file path=ppt/ink/ink2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15:58.8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31 6449 0 0,'-27'-25'2298'0'0,"12"19"147"0"0,14 7-2369 0 0,1-1-1 0 0,0 0 1 0 0,-1 0-1 0 0,1 1 1 0 0,0-1-1 0 0,-1 0 1 0 0,1 0-1 0 0,0 1 1 0 0,-1-1-1 0 0,1 0 1 0 0,0 1-1 0 0,0-1 0 0 0,-1 1 1 0 0,1-1-1 0 0,0 0 1 0 0,0 1-1 0 0,0-1 1 0 0,0 1-1 0 0,0-1 1 0 0,-1 1-1 0 0,1-1 1 0 0,0 0-1 0 0,0 1 1 0 0,0-1-1 0 0,0 1 0 0 0,0-1 1 0 0,0 1-1 0 0,0-1 1 0 0,1 0-1 0 0,-1 1 1 0 0,0-1-1 0 0,0 1 1 0 0,0-1-1 0 0,0 1 1 0 0,15 30 616 0 0,-3-8-336 0 0,1 17 264 0 0,-2 0 1 0 0,10 66-1 0 0,-2 85 123 0 0,1 5-580 0 0,-14-156-120 0 0,2 0 0 0 0,25 72 0 0 0,20 16 314 0 0,-13-34-6007 0 0</inkml:trace>
</inkml:ink>
</file>

<file path=ppt/ink/ink2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15:59.7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97 7370 0 0,'0'0'15'0'0,"0"0"1"0"0,0 0 0 0 0,0 0 0 0 0,0-1 0 0 0,0 1-1 0 0,0 0 1 0 0,-1 0 0 0 0,1 0 0 0 0,0 0 0 0 0,0 0 0 0 0,0 0-1 0 0,0 0 1 0 0,0 0 0 0 0,0 0 0 0 0,0-1 0 0 0,0 1-1 0 0,0 0 1 0 0,0 0 0 0 0,0 0 0 0 0,0 0 0 0 0,0 0-1 0 0,0 0 1 0 0,0 0 0 0 0,0-1 0 0 0,0 1 0 0 0,0 0 0 0 0,0 0-1 0 0,0 0 1 0 0,0 0 0 0 0,0 0 0 0 0,0 0 0 0 0,0 0-1 0 0,0 0 1 0 0,0-1 0 0 0,1 1 0 0 0,-1 0 0 0 0,0 0-1 0 0,0 0 1 0 0,0 0 0 0 0,0 0 0 0 0,0 0 0 0 0,0 0 0 0 0,0 0-1 0 0,0 0 1 0 0,0 0 0 0 0,0 0 0 0 0,0 0 0 0 0,1 0-1 0 0,-1 0 1 0 0,0 0 0 0 0,0-1 0 0 0,0 1 0 0 0,0 0-1 0 0,0 0 1 0 0,0 0 0 0 0,0 0 0 0 0,1 0 0 0 0,-1 0 0 0 0,0 0-1 0 0,0 0 1 0 0,0 0 0 0 0,0 1 0 0 0,16-6 639 0 0,35-5 151 0 0,-19 4-121 0 0,0-1-48 0 0,26-7-26 0 0,2 2 0 0 0,0 3 0 0 0,0 2-1 0 0,64 2 1 0 0,264 49-270 0 0,-374-42-355 0 0,41 7-170 0 0,103 9 524 0 0,-141-17-647 0 0,1-1 0 0 0,0-2 0 0 0,-1 1 0 0 0,0-2 0 0 0,1 0 0 0 0,-1-1-1 0 0,17-7 1 0 0,-26 8-395 0 0,-1 0-1 0 0,0 0 0 0 0,0-1 1 0 0,0 0-1 0 0,0 0 1 0 0,-1-1-1 0 0,9-7 0 0 0,-10 7 1210 0 0,-1 0-1 0 0,8-15 7022 0 0,-29 42-5980 0 0,14-13-1402 0 0,0 0 0 0 0,2 1 0 0 0,-1-1 0 0 0,1 1 0 0 0,0-1 1 0 0,1 1-1 0 0,0-1 0 0 0,2 19 0 0 0,0 10 61 0 0,-2 38 83 0 0,-2 7 40 0 0,5 0 1 0 0,16 108-1 0 0,-16-173-330 0 0,55 250 3 0 0,-48-235-3 0 0,1 0-1 0 0,1 0 1 0 0,2-2-1 0 0,1 0 1 0 0,37 55-1 0 0,-51-85 42 0 0,0 1-1 0 0,1-1 0 0 0,-1 1 1 0 0,0-1-1 0 0,0 1 0 0 0,0-1 1 0 0,-1 1-1 0 0,1 0 1 0 0,0-1-1 0 0,-1 1 0 0 0,1 0 1 0 0,0 2-1 0 0,-2-3-19 0 0,1-1 0 0 0,-1 1-1 0 0,0-1 1 0 0,0 1 0 0 0,0-1-1 0 0,1 1 1 0 0,-1-1 0 0 0,0 0-1 0 0,0 1 1 0 0,0-1 0 0 0,0 0-1 0 0,0 0 1 0 0,0 1 0 0 0,0-1 0 0 0,0 0-1 0 0,0 0 1 0 0,0 0 0 0 0,1 0-1 0 0,-1-1 1 0 0,0 1 0 0 0,0 0-1 0 0,0 0 1 0 0,-2-1 0 0 0,-48-2 51 0 0,-1 1 0 0 0,1 3 0 0 0,-1 3 0 0 0,-57 10 0 0 0,-222 32-325 0 0,268-42 187 0 0,0-3-1 0 0,0-3 1 0 0,-82-13-1 0 0,23-5-2200 0 0,82 15-4283 0 0</inkml:trace>
</inkml:ink>
</file>

<file path=ppt/ink/ink2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19:52.5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67 395 7834 0 0,'-15'-2'477'0'0,"11"0"263"0"0,-1 1 0 0 0,1 0 0 0 0,-1 1 0 0 0,1-1 1 0 0,-1 1-1 0 0,1 0 0 0 0,-1 0 0 0 0,1 1 0 0 0,-7 0 1 0 0,10 0-656 0 0,1-1 1 0 0,0 1 0 0 0,0-1-1 0 0,0 1 1 0 0,0-1 0 0 0,0 1-1 0 0,0-1 1 0 0,0 1-1 0 0,0-1 1 0 0,0 1 0 0 0,0-1-1 0 0,0 1 1 0 0,1-1 0 0 0,-1 0-1 0 0,0 1 1 0 0,0-1 0 0 0,0 1-1 0 0,1-1 1 0 0,-1 1-1 0 0,0-1 1 0 0,0 1 0 0 0,1-1-1 0 0,-1 0 1 0 0,0 1 0 0 0,1-1-1 0 0,-1 0 1 0 0,1 1 0 0 0,0-1-1 0 0,13 14 201 0 0,-13-13-173 0 0,41 33 345 0 0,1-2 1 0 0,57 32-1 0 0,53 38 207 0 0,-121-78-504 0 0,-14-10 4 0 0,0 0 0 0 0,-1 1 0 0 0,0 1 0 0 0,15 18 0 0 0,-47-59 221 0 0,0-1 1 0 0,2 0-1 0 0,-19-51 1 0 0,-5-13-141 0 0,-10-4-179 0 0,-41-93-190 0 0,79 165-130 0 0,2 0 1 0 0,1 1-1 0 0,1-2 0 0 0,0 1 1 0 0,2-1-1 0 0,-1-41 1 0 0,6 39-982 0 0,4 6-301 0 0</inkml:trace>
</inkml:ink>
</file>

<file path=ppt/ink/ink2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19:52.9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12 282 5985 0 0,'0'0'99'0'0,"-1"0"-1"0"0,0-1 0 0 0,0 1 1 0 0,1-1-1 0 0,-1 1 0 0 0,0-1 1 0 0,1 1-1 0 0,-1-1 0 0 0,1 1 1 0 0,-1-1-1 0 0,1 0 0 0 0,-1 1 1 0 0,1-1-1 0 0,-1 0 0 0 0,1 1 1 0 0,-1-1-1 0 0,1 0 0 0 0,0 0 1 0 0,-1 1-1 0 0,1-1 0 0 0,0 0 1 0 0,0 0-1 0 0,0 0 0 0 0,0 1 1 0 0,0-1-1 0 0,0 0 0 0 0,0 0 0 0 0,0 0 1 0 0,0 0-1 0 0,0-1 0 0 0,1-37 902 0 0,0 25-824 0 0,-3-28 292 0 0,1-36-99 0 0,2 72-368 0 0,-1 0-1 0 0,1 0 1 0 0,0 0 0 0 0,0-1 0 0 0,1 1 0 0 0,0 0 0 0 0,0 1 0 0 0,0-1-1 0 0,5-7 1 0 0,-6 11-8 0 0,0 1 0 0 0,0-1 0 0 0,1 1 0 0 0,-1-1 0 0 0,1 1 0 0 0,-1 0 0 0 0,1 0 0 0 0,-1 0 0 0 0,1 0 0 0 0,-1 0 0 0 0,1 0 0 0 0,0 0 0 0 0,0 0 0 0 0,-1 1 0 0 0,1-1 0 0 0,0 0 0 0 0,0 1 0 0 0,3-1 0 0 0,-1 2-8 0 0</inkml:trace>
  <inkml:trace contextRef="#ctx0" brushRef="#br0" timeOffset="1">185 315 6913 0 0,'3'-4'1236'0'0,"5"-13"-318"0"0,12-32 0 0 0,-11 18-470 0 0,6-21-1520 0 0,31-74-1 0 0,-35 101 1051 0 0</inkml:trace>
</inkml:ink>
</file>

<file path=ppt/ink/ink2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19:53.4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3 3913 0 0,'-2'-3'4013'0'0,"7"15"-1825"0"0,12 18-75 0 0,130 150 2916 0 0,95 72-4031 0 0,-239-249-999 0 0,5 6-245 0 0,23 21 370 0 0,-29-29-398 0 0,-1 0 0 0 0,0 0 0 0 0,1 0 0 0 0,-1-1 0 0 0,1 1 0 0 0,-1 0-1 0 0,1 0 1 0 0,-1-1 0 0 0,1 1 0 0 0,-1-1 0 0 0,4 1 0 0 0,-5-1 236 0 0,1 0 0 0 0,-1-1-1 0 0,0 1 1 0 0,1 0 0 0 0,-1-1 0 0 0,0 1 0 0 0,1 0 0 0 0,-1-1 0 0 0,0 1-1 0 0,0-1 1 0 0,1 1 0 0 0,-1 0 0 0 0,0-1 0 0 0,0 1 0 0 0,0-1 0 0 0,1 1-1 0 0,-1-1 1 0 0,0 1 0 0 0,0-1 0 0 0,0 1 0 0 0,0-1 0 0 0,0 1 0 0 0,0-1-1 0 0,0 1 1 0 0,0 0 0 0 0,0-1 0 0 0,0 1 0 0 0,0-1 0 0 0,0 1 0 0 0,0-1-1 0 0,-1 1 1 0 0,1-1 0 0 0,0 1 0 0 0,-1-1 0 0 0,-3-11 38 0 0</inkml:trace>
</inkml:ink>
</file>

<file path=ppt/ink/ink2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19:53.7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39 216 6913 0 0,'-4'-4'179'0'0,"1"0"-1"0"0,-1 0 0 0 0,1 0 0 0 0,0-1 0 0 0,0 1 0 0 0,0-1 0 0 0,1 1 0 0 0,-1-1 0 0 0,1 0 0 0 0,0 0 0 0 0,1 0 0 0 0,-1-1 0 0 0,1 1 0 0 0,0 0 0 0 0,0 0 1 0 0,1-1-1 0 0,0 1 0 0 0,0 0 0 0 0,0-1 0 0 0,0 1 0 0 0,1 0 0 0 0,2-10 0 0 0,-2 8-213 0 0,1 1 0 0 0,0-1 0 0 0,0 1 0 0 0,1 0 0 0 0,0 0 0 0 0,0-1 0 0 0,0 2 0 0 0,0-1 0 0 0,6-6 0 0 0,-7 10 17 0 0,-1 0 1 0 0,0 0 0 0 0,1 0 0 0 0,0 0 0 0 0,-1 1 0 0 0,1-1 0 0 0,0 1 0 0 0,0-1 0 0 0,0 1-1 0 0,0 0 1 0 0,0-1 0 0 0,0 1 0 0 0,0 0 0 0 0,1 1 0 0 0,-1-1 0 0 0,0 0 0 0 0,0 1-1 0 0,1-1 1 0 0,-1 1 0 0 0,0-1 0 0 0,1 1 0 0 0,-1 0 0 0 0,1 0 0 0 0,-1 0 0 0 0,0 1 0 0 0,1-1-1 0 0,-1 0 1 0 0,4 2 0 0 0,7 6 17 0 0</inkml:trace>
  <inkml:trace contextRef="#ctx0" brushRef="#br0" timeOffset="1">356 600 5617 0 0,'2'-3'42'0'0,"-1"1"1"0"0,1-1-1 0 0,0 0 0 0 0,0 1 0 0 0,-1-1 0 0 0,0 0 1 0 0,0 0-1 0 0,0 0 0 0 0,0 0 0 0 0,0 0 0 0 0,0 0 1 0 0,0-6-1 0 0,1-1 23 0 0,10-31 166 0 0,-3 4 18 0 0,2 0 0 0 0,1 0 0 0 0,2 1 0 0 0,2 1 0 0 0,32-54 0 0 0,-32 66-206 0 0,-3 1-32 0 0</inkml:trace>
</inkml:ink>
</file>

<file path=ppt/ink/ink2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19:54.1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0 11522 0 0,'0'0'56'0'0,"-1"0"-1"0"0,1 0 0 0 0,0 0 0 0 0,-1 0 0 0 0,1 0 0 0 0,0 1 0 0 0,0-1 0 0 0,-1 0 0 0 0,1 0 0 0 0,0 0 1 0 0,0 0-1 0 0,-1 0 0 0 0,1 0 0 0 0,0 1 0 0 0,-1-1 0 0 0,1 0 0 0 0,0 0 0 0 0,0 0 0 0 0,0 1 0 0 0,-1-1 1 0 0,1 0-1 0 0,0 0 0 0 0,0 0 0 0 0,0 1 0 0 0,0-1 0 0 0,-1 0 0 0 0,1 1 0 0 0,0-1 0 0 0,0 0 0 0 0,0 0 1 0 0,0 1-1 0 0,0-1 0 0 0,0 0 0 0 0,0 1 0 0 0,0-1 0 0 0,0 0 0 0 0,0 0 0 0 0,0 1 0 0 0,0-1 0 0 0,0 0 1 0 0,0 1-1 0 0,0-1 0 0 0,0 0 0 0 0,0 1 0 0 0,0-1 0 0 0,0 0 0 0 0,1 1 0 0 0,9 22 980 0 0,21 22-138 0 0,19 14 291 0 0,102 91-1 0 0,-25-26-1425 0 0,-126-123 216 0 0,3 3-426 0 0,-1-1 1 0 0,0 1-1 0 0,1 0 0 0 0,0-1 1 0 0,0 0-1 0 0,0 0 1 0 0,0 0-1 0 0,1-1 1 0 0,-1 1-1 0 0,7 2 1 0 0,-10-6 359 0 0,-1 1 0 0 0,0 0 1 0 0,1-1-1 0 0,-1 1 0 0 0,0-1 1 0 0,0 1-1 0 0,0-1 0 0 0,1 0 0 0 0,-1 1 1 0 0,0-1-1 0 0,0 1 0 0 0,0-1 1 0 0,0 1-1 0 0,0-1 0 0 0,0 1 0 0 0,0-1 1 0 0,0 1-1 0 0,0-1 0 0 0,-1 1 1 0 0,1-1-1 0 0,0 0 0 0 0,0 1 0 0 0,0-1 1 0 0,0 1-1 0 0,-1 0 0 0 0,1-1 1 0 0,-1 0-1 0 0,-6-21-2203 0 0,6 20 2181 0 0,-16-34 94 0 0,6 16-64 0 0</inkml:trace>
</inkml:ink>
</file>

<file path=ppt/ink/ink2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19:54.4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22 109 2304 0 0,'-3'-4'286'0'0,"0"0"-1"0"0,1-1 0 0 0,0 1 1 0 0,0-1-1 0 0,0 0 0 0 0,0 0 1 0 0,1 0-1 0 0,0 0 0 0 0,0 0 0 0 0,0 0 1 0 0,0 0-1 0 0,1-8 0 0 0,0 11-154 0 0,0 0 0 0 0,0 1 0 0 0,1-1 0 0 0,-1 0 0 0 0,0 1 0 0 0,1-1 0 0 0,-1 0 0 0 0,1 1 0 0 0,0-1 0 0 0,0 1 0 0 0,-1-1 0 0 0,1 1 0 0 0,0-1 1 0 0,0 1-1 0 0,0 0 0 0 0,1 0 0 0 0,-1-1 0 0 0,0 1 0 0 0,0 0 0 0 0,1 0 0 0 0,-1 0 0 0 0,0 0 0 0 0,1 0 0 0 0,-1 1 0 0 0,1-1 0 0 0,-1 0 0 0 0,1 1 0 0 0,0-1 0 0 0,-1 1 0 0 0,1-1 0 0 0,0 1 0 0 0,-1 0 0 0 0,1 0 0 0 0,0-1 0 0 0,-1 1 0 0 0,1 1 0 0 0,0-1 0 0 0,-1 0 0 0 0,1 0 0 0 0,0 1 0 0 0,2 0 0 0 0,0 0 54 0 0,0 0 1 0 0,-1 1-1 0 0,1-1 1 0 0,0 1 0 0 0,-1 0-1 0 0,0 0 1 0 0,1 0-1 0 0,-1 1 1 0 0,0-1-1 0 0,0 1 1 0 0,0-1 0 0 0,0 1-1 0 0,-1 0 1 0 0,1 0-1 0 0,-1 0 1 0 0,0 1-1 0 0,0-1 1 0 0,0 1 0 0 0,2 4-1 0 0,4 9-102 0 0,-1 1-1 0 0,8 28 1 0 0,-15-45-91 0 0,14 68 655 0 0,-11-48-352 0 0,1-1 0 0 0,11 30 1 0 0,-15-49-255 0 0,0 0 1 0 0,0 0-1 0 0,1 0 0 0 0,-1 0 1 0 0,0 0-1 0 0,1 0 1 0 0,-1-1-1 0 0,1 1 1 0 0,-1 0-1 0 0,1 0 1 0 0,0 0-1 0 0,-1-1 1 0 0,1 1-1 0 0,0 0 1 0 0,-1-1-1 0 0,1 1 0 0 0,0-1 1 0 0,0 1-1 0 0,0-1 1 0 0,-1 1-1 0 0,1-1 1 0 0,0 0-1 0 0,0 1 1 0 0,0-1-1 0 0,0 0 1 0 0,0 1-1 0 0,0-1 1 0 0,1 0-1 0 0,0 0 39 0 0,1-1 0 0 0,-1 1 0 0 0,0-1 0 0 0,0 0-1 0 0,0 0 1 0 0,0 1 0 0 0,0-1 0 0 0,0 0 0 0 0,-1-1 0 0 0,1 1 0 0 0,0 0 0 0 0,1-2-1 0 0,7-6 260 0 0,-2 0-1 0 0,1 0 0 0 0,8-13 1 0 0,31-45 1138 0 0,-18 24-1406 0 0,1 1 0 0 0,38-38-1 0 0,-62 74-1239 0 0</inkml:trace>
</inkml:ink>
</file>

<file path=ppt/ink/ink2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19:54.8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1 229 12899 0 0,'10'-39'3263'0'0,"1"-7"-2737"0"0,11-34 386 0 0,-20 74-1074 0 0,0 1 1 0 0,1-1 0 0 0,0 0-1 0 0,0 1 1 0 0,0-1 0 0 0,1 1-1 0 0,0 0 1 0 0,0 0-1 0 0,0 1 1 0 0,7-7 0 0 0</inkml:trace>
</inkml:ink>
</file>

<file path=ppt/ink/ink2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19:55.2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1 269 7834 0 0,'0'0'602'0'0,"7"-19"564"0"0,7-15-643 0 0,2-4 652 0 0,24-41 1 0 0,-31 65-1951 0 0,1 0 0 0 0,0 0 0 0 0,14-14 1 0 0,-10 13-249 0 0,-2 1 639 0 0</inkml:trace>
</inkml:ink>
</file>

<file path=ppt/ink/ink2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19:55.5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43 10138 0 0,'-17'-28'2901'0'0,"9"14"-457"0"0,44 62 2863 0 0,33 24-3790 0 0,5 6-1363 0 0,-62-62-122 0 0,138 159 205 0 0,-109-133-149 0 0,88 72-1 0 0,-123-108-140 0 0,-4-5 14 0 0,-1 1 0 0 0,1-1 0 0 0,-1 1-1 0 0,1-1 1 0 0,0 0 0 0 0,0 0-1 0 0,0 0 1 0 0,-1 0 0 0 0,1 0-1 0 0,0 0 1 0 0,4 1 0 0 0,-7-6-1606 0 0,-2-1-39 0 0</inkml:trace>
</inkml:ink>
</file>

<file path=ppt/ink/ink2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19:55.9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0 211 1376 0 0,'2'-5'4224'0'0,"4"-9"-2114"0"0,10-18 947 0 0,21-42 1033 0 0,-28 59-3912 0 0,1-1-1 0 0,17-20 1 0 0,-15 25-3872 0 0,1 4-1329 0 0</inkml:trace>
  <inkml:trace contextRef="#ctx0" brushRef="#br0" timeOffset="1">441 736 7370 0 0,'16'-35'3154'0'0,"16"-22"-2499"0"0,53-87 2660 0 0,-74 128-3013 0 0,1 0-1 0 0,0 1 0 0 0,1 1 1 0 0,1 0-1 0 0,0 0 0 0 0,23-15 1 0 0,-20 19-302 0 0</inkml:trace>
</inkml:ink>
</file>

<file path=ppt/ink/ink2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19:57.4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62 6513 0 0,'-2'0'223'0'0,"1"0"-1"0"0,0 1 0 0 0,0-1 0 0 0,-1 0 0 0 0,1 0 0 0 0,0 1 0 0 0,0-1 1 0 0,0 1-1 0 0,-1-1 0 0 0,1 1 0 0 0,0-1 0 0 0,0 1 0 0 0,0 0 0 0 0,0 0 0 0 0,0-1 1 0 0,0 1-1 0 0,0 0 0 0 0,1 0 0 0 0,-1 0 0 0 0,0 0 0 0 0,0 0 0 0 0,1 0 1 0 0,-1 0-1 0 0,0 0 0 0 0,1 1 0 0 0,-1-1 0 0 0,1 0 0 0 0,0 0 0 0 0,-1 0 1 0 0,1 3-1 0 0,-1-1 162 0 0,0 1 0 0 0,1-1 1 0 0,0 1-1 0 0,0 0 0 0 0,0-1 0 0 0,0 1 1 0 0,0-1-1 0 0,1 1 0 0 0,1 6 0 0 0,8 14-99 0 0,1-1 0 0 0,2-1 0 0 0,0 0 0 0 0,1 0-1 0 0,1-2 1 0 0,0 0 0 0 0,2 0 0 0 0,1-2-1 0 0,0 0 1 0 0,22 16 0 0 0,-31-26-259 0 0,1-1-1 0 0,0-1 1 0 0,0 0-1 0 0,0 0 1 0 0,1-1-1 0 0,0-1 1 0 0,0 1-1 0 0,0-2 1 0 0,18 4-1 0 0,-25-6-12 0 0,-1 0 0 0 0,1-1 0 0 0,0 1 1 0 0,0-1-1 0 0,0 0 0 0 0,0 0 0 0 0,0-1 0 0 0,0 1 0 0 0,0-1 0 0 0,0 0 0 0 0,0 0 1 0 0,0 0-1 0 0,-1-1 0 0 0,1 1 0 0 0,0-1 0 0 0,-1 0 0 0 0,1 0 0 0 0,-1 0 0 0 0,0 0 0 0 0,0-1 1 0 0,0 1-1 0 0,0-1 0 0 0,0 0 0 0 0,0 0 0 0 0,-1 0 0 0 0,1 0 0 0 0,-1 0 0 0 0,0-1 1 0 0,0 1-1 0 0,0-1 0 0 0,2-5 0 0 0,-2 1 77 0 0,0 1 1 0 0,-1-1-1 0 0,0 0 1 0 0,0 0-1 0 0,0 0 1 0 0,-1 0-1 0 0,0 0 1 0 0,-1 0-1 0 0,0 0 1 0 0,0 0-1 0 0,0 0 1 0 0,-1 0-1 0 0,-1 1 1 0 0,1-1-1 0 0,-6-10 1 0 0,1 1-97 0 0,-2 0 1 0 0,0 1-1 0 0,0 1 1 0 0,-2-1-1 0 0,-19-22 1 0 0,17 24 17 0 0,-1 1 0 0 0,-1 1-1 0 0,0 0 1 0 0,0 0 0 0 0,-32-16 0 0 0,40 24-129 0 0,0 0-1 0 0,0 1 1 0 0,0 0 0 0 0,0 1-1 0 0,0-1 1 0 0,-1 1 0 0 0,1 1-1 0 0,-1-1 1 0 0,1 1 0 0 0,-1 1 0 0 0,0-1-1 0 0,1 1 1 0 0,-1 1 0 0 0,0-1-1 0 0,1 1 1 0 0,-1 1 0 0 0,-9 2-1 0 0,14-3-168 0 0,0 0-1 0 0,1 1 0 0 0,-1-1 0 0 0,0 1 0 0 0,1 0 0 0 0,-1 0 0 0 0,1 0 0 0 0,0 0 1 0 0,-4 4-1 0 0,-5 9-1186 0 0</inkml:trace>
</inkml:ink>
</file>

<file path=ppt/ink/ink2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19:57.7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10594 0 0,'4'3'339'0'0,"0"1"0"0"0,0 0 0 0 0,0-1 0 0 0,1 0 0 0 0,5 4 0 0 0,-10-7-290 0 0,24 15 1340 0 0,0-2-1 0 0,50 21 1 0 0,-53-26-1378 0 0,-1-2 0 0 0,1 0 1 0 0,0-2-1 0 0,30 4 1 0 0,-50-8-233 0 0,0 0 0 0 0,0 0 0 0 0,0 0 1 0 0,0 0-1 0 0,0 0 0 0 0,0 0 0 0 0,-1-1 1 0 0,1 1-1 0 0,0 0 0 0 0,0 0 0 0 0,0-1 1 0 0,0 1-1 0 0,0 0 0 0 0,0-1 0 0 0,0 1 1 0 0,0-1-1 0 0</inkml:trace>
</inkml:ink>
</file>

<file path=ppt/ink/ink2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19:58.1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 5 3225 0 0,'-3'-1'411'0'0,"0"0"-1"0"0,1 1 1 0 0,-1-1 0 0 0,0 1 0 0 0,0-1 0 0 0,1 1 0 0 0,-1 0-1 0 0,0 0 1 0 0,0 0 0 0 0,0 0 0 0 0,0 1 0 0 0,1-1 0 0 0,-1 1 0 0 0,0-1-1 0 0,1 1 1 0 0,-1 0 0 0 0,0 0 0 0 0,1 1 0 0 0,-1-1 0 0 0,1 0 0 0 0,-1 1-1 0 0,1-1 1 0 0,0 1 0 0 0,0 0 0 0 0,0 0 0 0 0,0 0 0 0 0,0 0-1 0 0,0 0 1 0 0,-2 4 0 0 0,2-3-206 0 0,1 1-1 0 0,-1-1 0 0 0,1 0 1 0 0,0 1-1 0 0,0-1 1 0 0,1 1-1 0 0,-1 0 1 0 0,1-1-1 0 0,-1 7 0 0 0,3 16-32 0 0,2 1-1 0 0,0-1 1 0 0,1 0 0 0 0,15 43-1 0 0,-8-30-1398 0 0,-3-7-4972 0 0</inkml:trace>
</inkml:ink>
</file>

<file path=ppt/ink/ink2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19:58.9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1 374 6913 0 0,'1'4'102'0'0,"0"0"0"0"0,1 0 0 0 0,0 0 0 0 0,0-1 0 0 0,0 1 0 0 0,1-1 0 0 0,-1 0 0 0 0,1 1 0 0 0,3 3 0 0 0,1 1 127 0 0,11 13 66 0 0,0-2 0 0 0,1 0 0 0 0,1-1 0 0 0,1-1 0 0 0,0-1 0 0 0,30 17 1 0 0,-22-17 225 0 0,0 0 0 0 0,1-2 1 0 0,0-2-1 0 0,56 16 1 0 0,-66-24-147 0 0,-1 0 0 0 0,26 1 0 0 0,-38-4-278 0 0,0-1 0 0 0,0 0 0 0 0,-1 0 0 0 0,1-1 0 0 0,0 0 0 0 0,-1 0 0 0 0,1-1 0 0 0,-1 0 0 0 0,1 0 0 0 0,8-4 0 0 0,-14 5-42 0 0,0 0-1 0 0,1 0 1 0 0,-1 0-1 0 0,0-1 1 0 0,0 1-1 0 0,1 0 0 0 0,-1-1 1 0 0,0 1-1 0 0,-1-1 1 0 0,1 1-1 0 0,0-1 1 0 0,0 1-1 0 0,-1-1 1 0 0,1 0-1 0 0,0 0 1 0 0,-1 1-1 0 0,0-1 1 0 0,1 0-1 0 0,-1 1 1 0 0,0-1-1 0 0,0 0 1 0 0,0 0-1 0 0,0 0 0 0 0,0 1 1 0 0,-1-1-1 0 0,1 0 1 0 0,0 1-1 0 0,-1-1 1 0 0,1 0-1 0 0,-1 1 1 0 0,0-1-1 0 0,-1-2 1 0 0,-4-9 290 0 0,0 0 1 0 0,0 1 0 0 0,-10-13 0 0 0,9 14-53 0 0,-72-117 506 0 0,-150-186 0 0 0,162 243-4014 0 0,59 63 1974 0 0</inkml:trace>
</inkml:ink>
</file>

<file path=ppt/ink/ink2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19:59.5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1 268 15203 0 0,'1'-21'3409'0'0,"12"-99"-678"0"0,-10 105-2934 0 0,1 0 0 0 0,0-1 0 0 0,1 2 0 0 0,0-1-1 0 0,13-24 1 0 0,-9 27-4707 0 0</inkml:trace>
</inkml:ink>
</file>

<file path=ppt/ink/ink2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19:59.9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1 236 12443 0 0,'33'-64'2122'0'0,"25"-38"-7558"0"0,-29 51 2223 0 0,-18 33 3162 0 0</inkml:trace>
</inkml:ink>
</file>

<file path=ppt/ink/ink2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0:00.3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1 135 10594 0 0,'2'8'233'0'0,"1"1"-1"0"0,1 0 0 0 0,0-1 1 0 0,0 1-1 0 0,0-1 0 0 0,1 0 1 0 0,0 0-1 0 0,1-1 1 0 0,0 0-1 0 0,0 0 0 0 0,8 7 1 0 0,3 5 52 0 0,-1-1 59 0 0,0-1 0 0 0,1 0 0 0 0,1-2 0 0 0,0 0-1 0 0,1 0 1 0 0,0-2 0 0 0,31 16 0 0 0,-37-23-76 0 0,0-1 0 0 0,1 1 0 0 0,0-2 0 0 0,0 0 0 0 0,0-1 0 0 0,0 0 1 0 0,1-1-1 0 0,-1-1 0 0 0,0 0 0 0 0,1-1 0 0 0,-1-1 0 0 0,1 0 0 0 0,20-4 0 0 0,-31 4-213 0 0,0 0 1 0 0,0 0-1 0 0,0 0 0 0 0,-1 0 0 0 0,1-1 0 0 0,0 0 0 0 0,-1 0 1 0 0,1 0-1 0 0,-1 0 0 0 0,1 0 0 0 0,-1 0 0 0 0,0-1 0 0 0,0 0 1 0 0,0 0-1 0 0,0 0 0 0 0,-1 0 0 0 0,1 0 0 0 0,-1 0 0 0 0,0-1 1 0 0,1 1-1 0 0,-2-1 0 0 0,1 1 0 0 0,0-1 0 0 0,-1 0 0 0 0,0 0 1 0 0,0 0-1 0 0,0 0 0 0 0,0 0 0 0 0,0 0 0 0 0,-1 0 0 0 0,0 0 1 0 0,0 0-1 0 0,0 0 0 0 0,-1-6 0 0 0,-1-3-3 0 0,0 1-1 0 0,0 0 1 0 0,-2 0 0 0 0,1 0-1 0 0,-1 1 1 0 0,-1 0 0 0 0,0-1-1 0 0,-1 1 1 0 0,0 1 0 0 0,-10-14 0 0 0,1 4-6 0 0,-1 1 0 0 0,0 1 1 0 0,-2 1-1 0 0,0 0 0 0 0,-22-15 1 0 0,31 25-236 0 0,-2 1 1 0 0,1 0 0 0 0,0 1-1 0 0,-1 0 1 0 0,0 0 0 0 0,0 1 0 0 0,0 1-1 0 0,-1 0 1 0 0,1 0 0 0 0,-1 1-1 0 0,0 1 1 0 0,-19-1 0 0 0,-2 4-1422 0 0</inkml:trace>
</inkml:ink>
</file>

<file path=ppt/ink/ink2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0:00.6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0 311 10594 0 0,'4'3'248'0'0,"1"-1"-1"0"0,-1 0 0 0 0,0 0 0 0 0,1 0 1 0 0,-1-1-1 0 0,8 2 0 0 0,-3 0-113 0 0,41 15 25 0 0,-3 0 725 0 0,66 15 0 0 0,-99-29-530 0 0,0-2 0 0 0,0 0-1 0 0,0-1 1 0 0,0 0-1 0 0,1-1 1 0 0,-1 0 0 0 0,0-1-1 0 0,0-1 1 0 0,22-5-1 0 0,-35 6-280 0 0,0 1 0 0 0,1-1 0 0 0,-1 1-1 0 0,1-1 1 0 0,-1 1 0 0 0,0-1-1 0 0,1 0 1 0 0,-1 1 0 0 0,0-1 0 0 0,0 0-1 0 0,1 0 1 0 0,-1 0 0 0 0,0 0-1 0 0,0 0 1 0 0,0 0 0 0 0,0 0-1 0 0,0-1 1 0 0,0 1 0 0 0,-1 0 0 0 0,1-1-1 0 0,0 1 1 0 0,-1 0 0 0 0,1-1-1 0 0,-1 1 1 0 0,1 0 0 0 0,-1-1-1 0 0,0 1 1 0 0,1-1 0 0 0,-1 1 0 0 0,0-1-1 0 0,0 1 1 0 0,0-1 0 0 0,0 1-1 0 0,-1-1 1 0 0,1 1 0 0 0,0-1-1 0 0,-1-1 1 0 0,-2-7 125 0 0,0 1-1 0 0,-1 1 1 0 0,0-1-1 0 0,-9-15 0 0 0,6 13-122 0 0,-33-52-1403 0 0,-90-110 0 0 0,126 168 1049 0 0,-29-35-6578 0 0</inkml:trace>
</inkml:ink>
</file>

<file path=ppt/ink/ink2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0:01.4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1780 7370 0 0,'-2'1'191'0'0,"0"1"-46"0"0,-1 0 1 0 0,0-1 0 0 0,1 0 0 0 0,-1 0 0 0 0,0 0-1 0 0,1 0 1 0 0,-1 0 0 0 0,0-1 0 0 0,0 1-1 0 0,0-1 1 0 0,-5 1 0 0 0,8-2-104 0 0,13-11 28 0 0,89-56 1834 0 0,-49 35-307 0 0,85-70-1 0 0,83-128 665 0 0,-114 112-1589 0 0,-29 34-178 0 0,138-138 1084 0 0,-168 178-1261 0 0,3 2-1 0 0,93-61 1 0 0,-74 58-562 0 0,-1-3 0 0 0,78-73 0 0 0,19-49-3124 0 0,-116 119 700 0 0,-33 36 1408 0 0,-1 0 0 0 0,21-29 0 0 0,-32 37 1467 0 0,0 0 0 0 0,-1 1 0 0 0,0-1 0 0 0,0-1 0 0 0,5-15 0 0 0,-6 7-21 0 0,0 1-1 0 0,-1-1 1 0 0,0-18-1 0 0,1-15-32 0 0,-3 49-88 0 0,0 1 0 0 0,0 0 0 0 0,0-1-1 0 0,0 1 1 0 0,1 0 0 0 0,-1-1 0 0 0,0 1 0 0 0,0 0 0 0 0,0-1 0 0 0,0 1 0 0 0,0 0 0 0 0,0-1-1 0 0,0 1 1 0 0,1 0 0 0 0,-1-1 0 0 0,0 1 0 0 0,0 0 0 0 0,0 0 0 0 0,1-1 0 0 0,-1 1 0 0 0,0 0 0 0 0,0 0-1 0 0,1-1 1 0 0,-1 1 0 0 0,0 0 0 0 0,1 0 0 0 0,-1 0 0 0 0,0 0 0 0 0,0-1 0 0 0,1 1 0 0 0,-1 0-1 0 0,0 0 1 0 0,1 0 0 0 0,-1 0 0 0 0,0 0 0 0 0,1 0 0 0 0,-1 0 0 0 0,1 0 0 0 0,-1 0 0 0 0,17 8 1230 0 0,11 18-278 0 0,-28-26-1006 0 0,165 171 1563 0 0,225 247 2 0 0,-188-204-1201 0 0,55 67-492 0 0,-226-246 105 0 0,-22-26 14 0 0,-1 0 1 0 0,0 0-1 0 0,0 1 1 0 0,-1 0-1 0 0,0 1 1 0 0,-1-1-1 0 0,0 1 1 0 0,8 21-1 0 0,-14-30 4 0 0,0-1-1 0 0,0 1 1 0 0,0 0-1 0 0,0 0 0 0 0,-1-1 1 0 0,1 1-1 0 0,0 0 1 0 0,-1-1-1 0 0,0 1 1 0 0,1 0-1 0 0,-1-1 0 0 0,0 1 1 0 0,0-1-1 0 0,0 1 1 0 0,0-1-1 0 0,0 0 1 0 0,0 1-1 0 0,0-1 0 0 0,0 0 1 0 0,0 0-1 0 0,-1 0 1 0 0,0 1-1 0 0,-39 27 200 0 0,30-21-134 0 0,-181 114 477 0 0,97-65-1530 0 0,-108 87 0 0 0,-234 258-6514 0 0,193-170 6451 0 0,195-188-2795 0 0</inkml:trace>
</inkml:ink>
</file>

<file path=ppt/ink/ink2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0:01.8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14283 0 0,'1'8'149'0'0,"1"-1"-1"0"0,1 0 1 0 0,-1 0-1 0 0,1 0 1 0 0,0 0 0 0 0,1 0-1 0 0,-1-1 1 0 0,2 1-1 0 0,-1-1 1 0 0,6 7 0 0 0,8 7-397 0 0,32 27 0 0 0,-17-17 277 0 0,122 121 510 0 0,250 225 2107 0 0,-78-62-3157 0 0,-240-223-4110 0 0,-61-65-1185 0 0</inkml:trace>
</inkml:ink>
</file>

<file path=ppt/ink/ink2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3:28.1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 87 2761 0 0,'-13'-17'1504'0'0,"9"9"-632"0"0,-2 1 0 0 0,1-1 0 0 0,-1 2 1 0 0,0-1-1 0 0,0 0 0 0 0,0 1 0 0 0,-1 0 0 0 0,-12-8 1 0 0,19 14-797 0 0,-1 0 1 0 0,1 0 0 0 0,0 0-1 0 0,0 0 1 0 0,0 0 0 0 0,-1 0-1 0 0,1 0 1 0 0,0 0 0 0 0,0-1-1 0 0,-1 1 1 0 0,1 0 0 0 0,0 0-1 0 0,0 0 1 0 0,0 0 0 0 0,-1 0-1 0 0,1 0 1 0 0,0 0 0 0 0,0 0-1 0 0,-1 0 1 0 0,1 0 0 0 0,0 1-1 0 0,0-1 1 0 0,0 0 0 0 0,-1 0 0 0 0,-1 1 766 0 0,2-1-766 0 0,0 1-1 0 0,0-1 1 0 0,0 0 0 0 0,0 0-1 0 0,0 0 1 0 0,0 1 0 0 0,-2 14 1226 0 0,8 23-1062 0 0,-5-33 31 0 0,9 85 693 0 0,0 102 1 0 0,-4-42-438 0 0,-2-79-1005 0 0,3-1 0 0 0,3-1 0 0 0,32 119-1 0 0,-35-169-5930 0 0</inkml:trace>
</inkml:ink>
</file>

<file path=ppt/ink/ink2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3:28.5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93 1840 0 0,'-4'2'-369'0'0,"-19"13"2323"0"0,21-9 261 0 0,17-6 219 0 0,246-45 2776 0 0,77-9-4619 0 0,-307 51-617 0 0,109-9-59 0 0,249 10 1 0 0,-257 20-768 0 0,28 2-4132 0 0,-135-20 1957 0 0</inkml:trace>
</inkml:ink>
</file>

<file path=ppt/ink/ink2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3:28.9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0 7370 0 0,'-6'14'502'0'0,"1"0"1"0"0,0 0-1 0 0,1 0 1 0 0,1 0-1 0 0,0 1 1 0 0,1-1-1 0 0,0 1 1 0 0,1 0-1 0 0,1 0 1 0 0,2 21-1 0 0,5 18 1438 0 0,21 80 0 0 0,-11-59-1625 0 0,8 46-4 0 0,19 100-88 0 0,-20-73-3265 0 0,-22-125-658 0 0,-1-4-999 0 0</inkml:trace>
</inkml:ink>
</file>

<file path=ppt/ink/ink2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3:29.3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0 122 6913 0 0,'0'-1'44'0'0,"0"0"0"0"0,1 0 0 0 0,-1 0 0 0 0,0 0-1 0 0,0 1 1 0 0,0-1 0 0 0,1 0 0 0 0,-1 0-1 0 0,0 0 1 0 0,1 0 0 0 0,-1 0 0 0 0,1 0-1 0 0,-1 1 1 0 0,1-1 0 0 0,0 0 0 0 0,-1 0-1 0 0,1 1 1 0 0,0-1 0 0 0,-1 0 0 0 0,1 1 0 0 0,0-1-1 0 0,0 1 1 0 0,0-1 0 0 0,-1 1 0 0 0,1-1-1 0 0,0 1 1 0 0,1-1 0 0 0,30-15 549 0 0,-28 14-488 0 0,25-10 860 0 0,0 1 0 0 0,0 2-1 0 0,1 0 1 0 0,57-7 0 0 0,130-1 1542 0 0,-143 14-1535 0 0,205 4 70 0 0,-50 2-460 0 0,-94-3-978 0 0,101-7-834 0 0,-206 4 680 0 0</inkml:trace>
</inkml:ink>
</file>

<file path=ppt/ink/ink2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3:41.1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1 2761 0 0,'-4'4'485'0'0,"-1"1"-1"0"0,1-1 1 0 0,0 1 0 0 0,0 0 0 0 0,0 1 0 0 0,1-1 0 0 0,0 1 0 0 0,0-1 0 0 0,0 1 0 0 0,1 0 0 0 0,0 0 0 0 0,0 0 0 0 0,0 1 0 0 0,1-1 0 0 0,0 0-1 0 0,0 0 1 0 0,1 1 0 0 0,0-1 0 0 0,0 1 0 0 0,1 7 0 0 0,28 272 1916 0 0,-4-84-1519 0 0,-23-177-1124 0 0,16 149 506 0 0,6-60-5263 0 0,-16-90 158 0 0</inkml:trace>
</inkml:ink>
</file>

<file path=ppt/ink/ink2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3:41.7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84 1840 0 0,'-24'10'9177'0'0,"43"-13"-8057"0"0,274-25 1401 0 0,12-3-2608 0 0,-235 19 66 0 0,1 2 0 0 0,79 1 0 0 0,-123 9 6 0 0,0 1 0 0 0,0 1 1 0 0,0 1-1 0 0,-1 2 1 0 0,1 0-1 0 0,-1 2 1 0 0,-1 1-1 0 0,47 21 0 0 0,-69-27-10 0 0,34 17-1180 0 0,0-1 1 0 0,46 14-1 0 0,-66-28-2795 0 0</inkml:trace>
</inkml:ink>
</file>

<file path=ppt/ink/ink2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3:42.1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1 3225 0 0,'-3'13'417'0'0,"0"0"0"0"0,1 0 0 0 0,0 0 0 0 0,1 0 0 0 0,1 0 1 0 0,0 1-1 0 0,1-1 0 0 0,2 16 0 0 0,0 14 808 0 0,4 98 1729 0 0,3 432 1809 0 0,-11-474-4616 0 0,-2 43-2139 0 0,2-127 695 0 0</inkml:trace>
</inkml:ink>
</file>

<file path=ppt/ink/ink2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3:42.8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167 5 1376 0 0,'-3'-1'88'0'0,"0"0"0"0"0,0 0 0 0 0,0 0-1 0 0,0 1 1 0 0,-1 0 0 0 0,1-1 0 0 0,0 1-1 0 0,0 0 1 0 0,0 1 0 0 0,-1-1 0 0 0,1 1 0 0 0,0-1-1 0 0,-5 3 1 0 0,-39 16 790 0 0,40-15-515 0 0,0 0-1 0 0,0 0 1 0 0,1 1-1 0 0,0 0 1 0 0,-9 9 0 0 0,13-12-253 0 0,0 1 1 0 0,0-1-1 0 0,0 0 1 0 0,0 1 0 0 0,0-1-1 0 0,1 1 1 0 0,0-1-1 0 0,-1 1 1 0 0,1 0 0 0 0,0-1-1 0 0,0 1 1 0 0,0 0 0 0 0,0 0-1 0 0,1 0 1 0 0,-1 0-1 0 0,1 0 1 0 0,0 6 0 0 0,1-8-83 0 0,-1 1 0 0 0,1-1 0 0 0,0 0 0 0 0,0 1 0 0 0,0-1 0 0 0,-1 0 1 0 0,2 1-1 0 0,-1-1 0 0 0,0 0 0 0 0,0 0 0 0 0,0 0 0 0 0,0 0 0 0 0,1 0 1 0 0,-1 0-1 0 0,0 0 0 0 0,1-1 0 0 0,-1 1 0 0 0,1 0 0 0 0,-1-1 0 0 0,1 1 1 0 0,-1-1-1 0 0,1 0 0 0 0,-1 1 0 0 0,3-1 0 0 0,39 5 752 0 0,11-9-286 0 0,-1-2 1 0 0,1-2-1 0 0,67-20 1 0 0,-9 3-22 0 0,-57 14-376 0 0,0 3 0 0 0,0 3 0 0 0,1 2 0 0 0,0 2 0 0 0,89 11 1 0 0,97 16-82 0 0,-178-22 10 0 0,116-9 0 0 0,-120-1 7 0 0,35-3 511 0 0,108 2-1 0 0,-199 7-666 0 0,0 0-1 0 0,0 0 1 0 0,0 1 0 0 0,0-1 0 0 0,0 1 0 0 0,0 0 0 0 0,0 1-1 0 0,0-1 1 0 0,0 1 0 0 0,0-1 0 0 0,-1 1 0 0 0,1 0-1 0 0,0 1 1 0 0,-1-1 0 0 0,5 5 0 0 0</inkml:trace>
</inkml:ink>
</file>

<file path=ppt/ink/ink2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3:52.1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78 4609 0 0,'5'-6'529'0'0,"0"0"1"0"0,1 1-1 0 0,-1-1 1 0 0,1 1-1 0 0,0 0 1 0 0,1 0-1 0 0,-1 1 1 0 0,1 0-1 0 0,-1 0 0 0 0,12-4 1 0 0,-12 5-276 0 0,1 0 0 0 0,-1 0 1 0 0,1 1-1 0 0,0 0 0 0 0,-1 0 0 0 0,1 1 1 0 0,0-1-1 0 0,0 2 0 0 0,0-1 0 0 0,8 1 0 0 0,-14 0-215 0 0,0 1-1 0 0,0-1 0 0 0,0 1 1 0 0,0-1-1 0 0,0 1 0 0 0,0 0 1 0 0,0-1-1 0 0,0 1 0 0 0,0 0 0 0 0,0 0 1 0 0,0-1-1 0 0,0 1 0 0 0,-1 0 1 0 0,1 0-1 0 0,0 0 0 0 0,-1 0 0 0 0,1 0 1 0 0,-1 0-1 0 0,1 0 0 0 0,-1 0 1 0 0,0 0-1 0 0,1 1 0 0 0,-1-1 1 0 0,0 0-1 0 0,0 0 0 0 0,0 0 0 0 0,1 0 1 0 0,-1 0-1 0 0,0 1 0 0 0,-1-1 1 0 0,1 0-1 0 0,0 0 0 0 0,0 1 0 0 0,-8 41 119 0 0,8-43-154 0 0,-7 23 66 0 0,-2 0-1 0 0,-15 30 1 0 0,13-31 164 0 0,1 1 0 0 0,-9 30 1 0 0,19-53-203 0 0,0 1 0 0 0,-1 0 1 0 0,1 0-1 0 0,0 0 1 0 0,-1 0-1 0 0,1 0 0 0 0,0 0 1 0 0,0 0-1 0 0,0 0 0 0 0,0 0 1 0 0,0 0-1 0 0,0 0 0 0 0,0 0 1 0 0,0 0-1 0 0,0 0 1 0 0,1 0-1 0 0,-1 0 0 0 0,0 0 1 0 0,1 0-1 0 0,-1 0 0 0 0,0 0 1 0 0,1 0-1 0 0,-1 0 1 0 0,1-1-1 0 0,0 1 0 0 0,-1 0 1 0 0,1 0-1 0 0,0 0 0 0 0,-1-1 1 0 0,1 1-1 0 0,0 0 1 0 0,0-1-1 0 0,0 1 0 0 0,-1-1 1 0 0,1 1-1 0 0,0-1 0 0 0,0 1 1 0 0,0-1-1 0 0,0 0 1 0 0,0 1-1 0 0,0-1 0 0 0,0 0 1 0 0,0 0-1 0 0,0 0 0 0 0,0 0 1 0 0,0 0-1 0 0,0 0 1 0 0,0 0-1 0 0,0 0 0 0 0,0 0 1 0 0,0 0-1 0 0,1-1 0 0 0,10 0 353 0 0,-1-1-1 0 0,0-1 0 0 0,19-6 0 0 0,-21 5-83 0 0,0 2-174 0 0,5-4-266 0 0,1 2 0 0 0,-1-1-1 0 0,1 2 1 0 0,0 0 0 0 0,1 1 0 0 0,-1 0-1 0 0,0 1 1 0 0,1 1 0 0 0,19 2 0 0 0,-22 1-1144 0 0</inkml:trace>
</inkml:ink>
</file>

<file path=ppt/ink/ink2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3:52.5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 0 7834 0 0,'-1'0'282'0'0,"0"1"0"0"0,0-1 0 0 0,0 0 0 0 0,0 1 0 0 0,1-1-1 0 0,-1 0 1 0 0,0 1 0 0 0,0-1 0 0 0,0 1 0 0 0,1-1 0 0 0,-1 1 0 0 0,0 0 0 0 0,1-1 0 0 0,-1 1 0 0 0,0 0 0 0 0,1 0 0 0 0,-1-1 0 0 0,1 1 0 0 0,-1 0 0 0 0,1 0 0 0 0,0 0 0 0 0,-1-1 0 0 0,1 1 0 0 0,-1 1 0 0 0,-6 26 1071 0 0,5-22-931 0 0,-12 48-136 0 0,-29 132 1417 0 0,40-164-2512 0 0,0 0 0 0 0,2 1 0 0 0,0-1 0 0 0,2 0 0 0 0,0 1 0 0 0,7 31 0 0 0,-2-31-4765 0 0</inkml:trace>
</inkml:ink>
</file>

<file path=ppt/ink/ink2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3:52.8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 0 3225 0 0,'-3'1'-131'0'0,"0"-1"1"0"0,0 1-1 0 0,0 0 1 0 0,1 0 0 0 0,-1 0-1 0 0,0 1 1 0 0,0-1-1 0 0,1 1 1 0 0,-1-1-1 0 0,1 1 1 0 0,-1 0 0 0 0,1 0-1 0 0,0 0 1 0 0,-1 0-1 0 0,-2 5 1 0 0,-2 1 361 0 0,1 0 0 0 0,0 1 1 0 0,-7 13-1 0 0,11-18 475 0 0,0 0-1 0 0,0 0 1 0 0,0 0 0 0 0,1 0 0 0 0,-1 0-1 0 0,1 0 1 0 0,-1 8 0 0 0,2-11-502 0 0,0 0 0 0 0,0-1 1 0 0,0 1-1 0 0,1 0 1 0 0,-1 0-1 0 0,0-1 1 0 0,0 1-1 0 0,0 0 1 0 0,1-1-1 0 0,-1 1 0 0 0,0 0 1 0 0,1-1-1 0 0,-1 1 1 0 0,0 0-1 0 0,1-1 1 0 0,-1 1-1 0 0,1-1 0 0 0,-1 1 1 0 0,1-1-1 0 0,0 1 1 0 0,1 0-19 0 0,-1 0-1 0 0,1 0 1 0 0,-1-1 0 0 0,1 1 0 0 0,0-1-1 0 0,0 1 1 0 0,-1-1 0 0 0,1 0-1 0 0,0 1 1 0 0,-1-1 0 0 0,1 0 0 0 0,2 0-1 0 0,12-2 264 0 0,0 0 0 0 0,0 0 0 0 0,0-2 1 0 0,20-6-1 0 0,-31 8-467 0 0,18-4-190 0 0</inkml:trace>
</inkml:ink>
</file>

<file path=ppt/ink/ink2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3:53.2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52 6913 0 0,'3'-5'766'0'0,"19"-26"1302"0"0,-22 30-2012 0 0,1 0-1 0 0,0 0 0 0 0,0-1 1 0 0,0 1-1 0 0,0 0 0 0 0,0 0 1 0 0,0 1-1 0 0,0-1 0 0 0,0 0 1 0 0,0 0-1 0 0,0 0 0 0 0,1 1 0 0 0,-1-1 1 0 0,0 1-1 0 0,1-1 0 0 0,-1 1 1 0 0,0-1-1 0 0,1 1 0 0 0,-1 0 1 0 0,2-1-1 0 0,33 14 2939 0 0,-35-10-3862 0 0</inkml:trace>
</inkml:ink>
</file>

<file path=ppt/ink/ink2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3:53.6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50 3681 0 0,'-2'-3'992'0'0,"7"-1"-185"0"0,22-9 475 0 0,34-9 1535 0 0,-55 20-2388 0 0,-1 0-1 0 0,0 1 1 0 0,0 0-1 0 0,0 0 0 0 0,0 1 1 0 0,1-1-1 0 0,-1 1 1 0 0,0 0-1 0 0,1 1 0 0 0,5 0 1 0 0,-9 0-360 0 0,0 0 1 0 0,-1-1-1 0 0,1 1 1 0 0,0 0-1 0 0,-1 0 1 0 0,1 0-1 0 0,0 0 0 0 0,-1 0 1 0 0,1 1-1 0 0,-1-1 1 0 0,0 0-1 0 0,1 1 1 0 0,-1-1-1 0 0,0 1 1 0 0,0-1-1 0 0,0 1 1 0 0,0 0-1 0 0,0-1 0 0 0,0 1 1 0 0,-1 0-1 0 0,1 0 1 0 0,0-1-1 0 0,-1 1 1 0 0,0 0-1 0 0,1 0 1 0 0,-1 0-1 0 0,0 0 0 0 0,0 0 1 0 0,0 0-1 0 0,0 3 1 0 0,-2 9-49 0 0,0 1 1 0 0,-1-1-1 0 0,-1 0 1 0 0,0-1-1 0 0,-1 1 1 0 0,0-1-1 0 0,-1 0 1 0 0,0 0-1 0 0,-16 21 1 0 0,-4 15 1199 0 0,26-49-1196 0 0,0 0-1 0 0,-1 0 1 0 0,1 0-1 0 0,0 1 1 0 0,0-1-1 0 0,0 0 1 0 0,0 0 0 0 0,0 0-1 0 0,0 1 1 0 0,0-1-1 0 0,0 0 1 0 0,0 0-1 0 0,0 0 1 0 0,-1 0-1 0 0,1 1 1 0 0,0-1-1 0 0,0 0 1 0 0,0 0 0 0 0,0 0-1 0 0,0 1 1 0 0,1-1-1 0 0,-1 0 1 0 0,0 0-1 0 0,0 0 1 0 0,0 1-1 0 0,0-1 1 0 0,0 0-1 0 0,0 0 1 0 0,0 0 0 0 0,0 1-1 0 0,0-1 1 0 0,0 0-1 0 0,0 0 1 0 0,1 0-1 0 0,-1 0 1 0 0,0 0-1 0 0,0 1 1 0 0,0-1 0 0 0,0 0-1 0 0,1 0 1 0 0,-1 0-1 0 0,0 0 1 0 0,0 0-1 0 0,0 0 1 0 0,0 0-1 0 0,1 0 1 0 0,-1 1-1 0 0,15-2 580 0 0,24-11-178 0 0,-31 9-247 0 0,114-32-939 0 0,-100 30-288 0 0</inkml:trace>
</inkml:ink>
</file>

<file path=ppt/ink/ink2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3:54.0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1 5985 0 0,'0'2'317'0'0,"-1"0"-1"0"0,1 1 0 0 0,0-1 1 0 0,-1 1-1 0 0,1-1 0 0 0,0 1 1 0 0,0-1-1 0 0,1 0 0 0 0,-1 1 0 0 0,0-1 1 0 0,1 1-1 0 0,-1-1 0 0 0,2 3 1 0 0,0 6 386 0 0,0 13 467 0 0,-1-1 0 0 0,-5 40 0 0 0,-4 11-2095 0 0,2-30-2293 0 0,3-23-1297 0 0</inkml:trace>
</inkml:ink>
</file>

<file path=ppt/ink/ink2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3:54.3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144 1 8290 0 0,'-4'3'281'0'0,"1"-1"1"0"0,0 1-1 0 0,0 0 0 0 0,0 1 1 0 0,0-1-1 0 0,1 1 1 0 0,-1-1-1 0 0,-2 6 0 0 0,1-3-98 0 0,-32 40 770 0 0,25-34-376 0 0,1 1-1 0 0,0 1 1 0 0,0 0 0 0 0,1 0-1 0 0,-13 31 1 0 0,22-45-472 0 0,-1 1 0 0 0,1 0 0 0 0,0 0-1 0 0,-1 0 1 0 0,1 0 0 0 0,0-1 0 0 0,0 1 0 0 0,0 0 0 0 0,0 0 0 0 0,0 0 0 0 0,0 0-1 0 0,0 0 1 0 0,0 0 0 0 0,0 0 0 0 0,0-1 0 0 0,1 1 0 0 0,-1 0 0 0 0,0 0 0 0 0,0 0 0 0 0,1 0-1 0 0,-1 0 1 0 0,1-1 0 0 0,-1 1 0 0 0,1 0 0 0 0,-1 0 0 0 0,1-1 0 0 0,-1 1 0 0 0,2 1-1 0 0,0-1 12 0 0,0 0-1 0 0,0 0 0 0 0,0 0 0 0 0,0-1 0 0 0,0 1 0 0 0,0 0 0 0 0,0-1 1 0 0,1 1-1 0 0,-1-1 0 0 0,0 0 0 0 0,3 0 0 0 0,7 0 86 0 0,1-1 0 0 0,-1 0 0 0 0,13-4-1 0 0,66-19-2485 0 0,-67 17-4367 0 0</inkml:trace>
</inkml:ink>
</file>

<file path=ppt/ink/ink2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3:54.9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74 4609 0 0,'10'-8'880'0'0,"0"1"-1"0"0,0 0 1 0 0,1 0-1 0 0,0 1 1 0 0,22-8 0 0 0,-16 7 259 0 0,-10 4-624 0 0,1 0 0 0 0,0 0 0 0 0,-1 1 1 0 0,1 0-1 0 0,0 1 0 0 0,0-1 0 0 0,1 1 0 0 0,-1 1 0 0 0,0 0 0 0 0,11 1 0 0 0,-16-1-464 0 0,-1 1 1 0 0,0-1-1 0 0,0 1 1 0 0,1-1-1 0 0,-1 1 1 0 0,0 0-1 0 0,0 0 1 0 0,0 0-1 0 0,0 0 1 0 0,0 0 0 0 0,0 0-1 0 0,0 1 1 0 0,0-1-1 0 0,-1 1 1 0 0,1-1-1 0 0,0 1 1 0 0,-1 0-1 0 0,1-1 1 0 0,-1 1-1 0 0,0 0 1 0 0,0 0-1 0 0,1 0 1 0 0,-1 0-1 0 0,-1 0 1 0 0,1 1-1 0 0,0-1 1 0 0,0 0-1 0 0,-1 0 1 0 0,1 0-1 0 0,-1 1 1 0 0,0-1-1 0 0,0 0 1 0 0,0 1-1 0 0,0-1 1 0 0,0 0-1 0 0,0 0 1 0 0,0 1 0 0 0,-1-1-1 0 0,1 0 1 0 0,-2 3-1 0 0,-2 9-385 0 0,0-1 0 0 0,0 0-1 0 0,-2 0 1 0 0,1-1 0 0 0,-2 0-1 0 0,-9 15 1 0 0,6-11 581 0 0,1 1 0 0 0,-9 21 0 0 0,18-38-221 0 0,0 0 0 0 0,0 0 0 0 0,0 1 0 0 0,0-1 0 0 0,-1 0 0 0 0,1 0 0 0 0,0 1 0 0 0,0-1 0 0 0,0 0 0 0 0,0 1 0 0 0,0-1 0 0 0,0 0 0 0 0,0 0 0 0 0,0 1 0 0 0,0-1 0 0 0,0 0 0 0 0,0 0-1 0 0,0 1 1 0 0,0-1 0 0 0,0 0 0 0 0,0 0 0 0 0,1 1 0 0 0,-1-1 0 0 0,0 0 0 0 0,0 0 0 0 0,0 1 0 0 0,0-1 0 0 0,0 0 0 0 0,1 0 0 0 0,-1 0 0 0 0,0 1 0 0 0,0-1 0 0 0,0 0 0 0 0,1 0 0 0 0,-1 0 0 0 0,0 0 0 0 0,0 1 0 0 0,0-1 0 0 0,1 0 0 0 0,-1 0 0 0 0,15 0 535 0 0,14-8-84 0 0,2-7-12 0 0,-8 4-172 0 0,38-13-1 0 0,-55 22-286 0 0,0 0 0 0 0,1 1 0 0 0,-1-1-1 0 0,0 1 1 0 0,0 1 0 0 0,1-1 0 0 0,-1 1 0 0 0,1 1 0 0 0,-1-1 0 0 0,0 1 0 0 0,10 2-1 0 0,-14-3-5 0 0,-1 1-1 0 0,0 0 1 0 0,1 0-1 0 0,-1-1 1 0 0,0 1-1 0 0,1 0 1 0 0,-1 0-1 0 0,0 0 0 0 0,0 1 1 0 0,0-1-1 0 0,0 0 1 0 0,0 0-1 0 0,0 0 1 0 0,0 1-1 0 0,0-1 1 0 0,-1 0-1 0 0,1 1 1 0 0,0-1-1 0 0,-1 1 1 0 0,0-1-1 0 0,1 1 0 0 0,-1-1 1 0 0,0 1-1 0 0,1-1 1 0 0,-1 1-1 0 0,0 0 1 0 0,0-1-1 0 0,0 1 1 0 0,0-1-1 0 0,-1 1 1 0 0,1-1-1 0 0,-1 2 0 0 0,0 8-35 0 0,-2 0 0 0 0,0 0-1 0 0,-5 13 1 0 0,5-15 5 0 0,-30 73-807 0 0,17-48-4955 0 0</inkml:trace>
</inkml:ink>
</file>

<file path=ppt/ink/ink2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3:55.3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0 7834 0 0,'-1'1'145'0'0,"0"1"0"0"0,0-1 0 0 0,0 0 0 0 0,0 0 0 0 0,0 1 0 0 0,0-1 0 0 0,0 1 0 0 0,0-1 0 0 0,1 1 0 0 0,-1-1 0 0 0,0 1 0 0 0,1-1 0 0 0,0 1 0 0 0,-1-1 0 0 0,1 1 0 0 0,0 0 0 0 0,0-1 0 0 0,-1 1 0 0 0,1 0 0 0 0,1 2 0 0 0,1 44 1901 0 0,0-29-1264 0 0,-4 135 3396 0 0,1-100-4922 0 0,0 1-3541 0 0</inkml:trace>
</inkml:ink>
</file>

<file path=ppt/ink/ink2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3:55.7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178 0 4609 0 0,'-7'7'617'0'0,"-1"0"0"0"0,1 0 1 0 0,0 1-1 0 0,1 0 0 0 0,0 0 0 0 0,-10 18 1 0 0,-5 6 370 0 0,-4 1-284 0 0,-44 62 2638 0 0,69-94-3253 0 0,-1 0 0 0 0,0-1 0 0 0,1 1 0 0 0,-1 0 0 0 0,1 0 0 0 0,-1-1-1 0 0,1 1 1 0 0,0 0 0 0 0,-1 0 0 0 0,1 0 0 0 0,0-1 0 0 0,0 1 0 0 0,-1 0 0 0 0,1 0-1 0 0,0 0 1 0 0,0 0 0 0 0,0 0 0 0 0,0 0 0 0 0,0 0 0 0 0,0 0 0 0 0,0-1 0 0 0,0 1-1 0 0,1 0 1 0 0,-1 0 0 0 0,0 0 0 0 0,1 1 0 0 0,0-1-15 0 0,0 0 0 0 0,0-1 0 0 0,0 1 0 0 0,0-1 0 0 0,0 1 0 0 0,0-1 0 0 0,0 1 0 0 0,0-1 0 0 0,1 1-1 0 0,-1-1 1 0 0,0 0 0 0 0,0 0 0 0 0,0 1 0 0 0,0-1 0 0 0,1 0 0 0 0,1-1 0 0 0,7 1 43 0 0,0-1 0 0 0,0-1 0 0 0,13-3 0 0 0,0-2-513 0 0,3-1-197 0 0</inkml:trace>
</inkml:ink>
</file>

<file path=ppt/ink/ink2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3:56.1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56 10138 0 0,'0'-1'90'0'0,"0"1"-1"0"0,0-1 1 0 0,0 1-1 0 0,0-1 1 0 0,0 0-1 0 0,-1 1 0 0 0,1-1 1 0 0,0 0-1 0 0,1 1 1 0 0,-1-1-1 0 0,0 1 1 0 0,0-1-1 0 0,0 0 1 0 0,0 1-1 0 0,0-1 1 0 0,1 0-1 0 0,-1 1 1 0 0,0-1-1 0 0,0 1 1 0 0,1-1-1 0 0,-1 1 1 0 0,0-1-1 0 0,1 1 1 0 0,-1-1-1 0 0,1 1 0 0 0,0-2 1 0 0,21-14 1933 0 0,26-4 874 0 0,-47 19-2883 0 0,0 1 0 0 0,1 0-1 0 0,-1 0 1 0 0,0-1 0 0 0,0 1 0 0 0,0 0-1 0 0,0 0 1 0 0,1 0 0 0 0,-1 0-1 0 0,0 0 1 0 0,0 0 0 0 0,0 0-1 0 0,0 1 1 0 0,1-1 0 0 0,-1 0 0 0 0,0 1-1 0 0,0-1 1 0 0,0 1 0 0 0,0-1-1 0 0,0 1 1 0 0,0-1 0 0 0,0 1-1 0 0,0 0 1 0 0,1 0 0 0 0,-1 1 23 0 0,0 0 0 0 0,0 0 1 0 0,0-1-1 0 0,0 1 1 0 0,0 0-1 0 0,0 0 0 0 0,0 0 1 0 0,0 0-1 0 0,-1 0 0 0 0,1 0 1 0 0,-1 0-1 0 0,1 3 0 0 0,-1 4 67 0 0,0-1 0 0 0,0 1-1 0 0,-1 0 1 0 0,0-1-1 0 0,-3 12 1 0 0,-4 7-162 0 0,-7 18-122 0 0,14-42 173 0 0,1-1 0 0 0,-1 1 0 0 0,1-1 0 0 0,0 0 0 0 0,0 1 0 0 0,0-1 0 0 0,0 1 0 0 0,0-1-1 0 0,0 1 1 0 0,1-1 0 0 0,-1 0 0 0 0,1 1 0 0 0,-1-1 0 0 0,3 4 0 0 0,-3-5 6 0 0,1 0 0 0 0,0-1 0 0 0,0 1 1 0 0,0 0-1 0 0,0 0 0 0 0,0-1 0 0 0,0 1 0 0 0,0-1 0 0 0,0 1 1 0 0,0-1-1 0 0,0 1 0 0 0,0-1 0 0 0,1 1 0 0 0,-1-1 0 0 0,0 0 1 0 0,0 0-1 0 0,0 0 0 0 0,0 1 0 0 0,1-1 0 0 0,-1 0 0 0 0,0-1 1 0 0,0 1-1 0 0,0 0 0 0 0,1 0 0 0 0,1-1 0 0 0,35-11-40 0 0,-28 8 28 0 0,13-4-5 0 0,-11 3-100 0 0,-1 1 1 0 0,0 0 0 0 0,1 1 0 0 0,0 0-1 0 0,15-2 1 0 0,-25 5 113 0 0,0 0-1 0 0,0 0 1 0 0,0 0-1 0 0,0 0 1 0 0,0 1 0 0 0,0-1-1 0 0,0 0 1 0 0,0 1-1 0 0,0-1 1 0 0,0 1 0 0 0,0 0-1 0 0,0 0 1 0 0,-1 0-1 0 0,1-1 1 0 0,0 2 0 0 0,-1-1-1 0 0,1 0 1 0 0,0 0-1 0 0,-1 0 1 0 0,1 1 0 0 0,-1-1-1 0 0,0 1 1 0 0,1-1-1 0 0,-1 1 1 0 0,0 0 0 0 0,0-1-1 0 0,0 1 1 0 0,0 0-1 0 0,-1 0 1 0 0,1 0 0 0 0,0 0-1 0 0,-1 0 1 0 0,1 0-1 0 0,-1 0 1 0 0,0 0 0 0 0,1 0-1 0 0,-1 0 1 0 0,0 2-1 0 0,0 4 128 0 0,-1 0 0 0 0,1 0 0 0 0,-1 0 0 0 0,-1 0-1 0 0,0 0 1 0 0,0-1 0 0 0,0 1 0 0 0,-1 0 0 0 0,0-1-1 0 0,0 0 1 0 0,-1 0 0 0 0,0 0 0 0 0,-5 7 0 0 0,-6 7 46 0 0,-1 0 0 0 0,-31 30 1 0 0,25-30-2187 0 0</inkml:trace>
</inkml:ink>
</file>

<file path=ppt/ink/ink2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3:56.5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1 8290 0 0,'3'10'605'0'0,"0"0"1"0"0,0 0 0 0 0,-1 0-1 0 0,0 0 1 0 0,-1 1 0 0 0,0-1-1 0 0,-1 1 1 0 0,-1 12 0 0 0,-10 105 6790 0 0,7-91-6656 0 0,0-5-873 0 0,1-15-179 0 0,1-1 0 0 0,1 1 1 0 0,0 0-1 0 0,2 0 0 0 0,2 22 1 0 0,0-28-1095 0 0</inkml:trace>
</inkml:ink>
</file>

<file path=ppt/ink/ink2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3:56.9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1 6913 0 0,'-46'76'6701'0'0,"31"-52"-5654"0"0,2-5 379 0 0,-15 33 0 0 0,26-48-1226 0 0,0 0 1 0 0,0 1 0 0 0,0-1-1 0 0,1 0 1 0 0,0 1-1 0 0,0-1 1 0 0,0 1 0 0 0,1-1-1 0 0,-1 1 1 0 0,1 0-1 0 0,0-1 1 0 0,0 1 0 0 0,1-1-1 0 0,0 6 1 0 0,0-7-150 0 0,0-1 1 0 0,1 0 0 0 0,-1 0-1 0 0,0 0 1 0 0,1 0 0 0 0,0 0-1 0 0,-1 0 1 0 0,1 0-1 0 0,0 0 1 0 0,0-1 0 0 0,0 1-1 0 0,0 0 1 0 0,0-1 0 0 0,0 0-1 0 0,0 0 1 0 0,1 1-1 0 0,-1-1 1 0 0,0 0 0 0 0,1-1-1 0 0,-1 1 1 0 0,1 0 0 0 0,-1-1-1 0 0,1 0 1 0 0,-1 1 0 0 0,1-1-1 0 0,3 0 1 0 0,8 0-298 0 0,0 0 0 0 0,0-2 0 0 0,18-2 0 0 0,-5-1-4827 0 0,3-2-1744 0 0</inkml:trace>
</inkml:ink>
</file>

<file path=ppt/ink/ink2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4:22.5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116 50 920 0 0,'0'-1'58'0'0,"0"0"-1"0"0,0 0 1 0 0,0 1-1 0 0,0-1 1 0 0,0 0-1 0 0,0 0 1 0 0,0 1-1 0 0,0-1 1 0 0,0 0-1 0 0,0 0 0 0 0,-1 1 1 0 0,1-1-1 0 0,0 0 1 0 0,-1 1-1 0 0,1-1 1 0 0,0 0-1 0 0,-1 1 1 0 0,1-1-1 0 0,-1 0 1 0 0,1 1-1 0 0,-1-1 1 0 0,1 1-1 0 0,-1-1 1 0 0,1 1-1 0 0,-1-1 1 0 0,1 1-1 0 0,-1-1 1 0 0,0 1-1 0 0,1 0 1 0 0,-1-1-1 0 0,0 1 1 0 0,0 0-1 0 0,1 0 1 0 0,-1-1-1 0 0,0 1 1 0 0,1 0-1 0 0,-2 0 1 0 0,-1-1 283 0 0,1 0 0 0 0,0 1 0 0 0,-1-1 0 0 0,1 0 0 0 0,0 1 1 0 0,-1 0-1 0 0,1 0 0 0 0,-1 0 0 0 0,1 0 0 0 0,0 0 1 0 0,-4 1-1 0 0,3 1-109 0 0,-1 0 0 0 0,1 0-1 0 0,1 0 1 0 0,-1 1 0 0 0,0-1 0 0 0,0 1 0 0 0,1 0 0 0 0,0 0-1 0 0,-1 0 1 0 0,1 0 0 0 0,0 0 0 0 0,1 0 0 0 0,-1 0 0 0 0,0 1-1 0 0,1-1 1 0 0,0 1 0 0 0,0-1 0 0 0,0 1 0 0 0,0 0 0 0 0,0-1-1 0 0,1 1 1 0 0,0 0 0 0 0,0 0 0 0 0,0-1 0 0 0,0 1-1 0 0,0 0 1 0 0,1-1 0 0 0,1 5 0 0 0,-2-3-206 0 0,1 1 0 0 0,0-1 0 0 0,0 0 0 0 0,1 0 0 0 0,-1 0 0 0 0,1 1 0 0 0,0-2 0 0 0,1 1 0 0 0,-1 0 1 0 0,1 0-1 0 0,0-1 0 0 0,0 0 0 0 0,0 1 0 0 0,1-1 0 0 0,-1 0 0 0 0,1-1 0 0 0,0 1 0 0 0,0-1 0 0 0,6 4 0 0 0,-8-6-28 0 0,0 0 1 0 0,0 0-1 0 0,0 0 1 0 0,0-1-1 0 0,0 1 1 0 0,1-1-1 0 0,-1 1 0 0 0,0-1 1 0 0,0 0-1 0 0,1 0 1 0 0,-1 0-1 0 0,0 0 0 0 0,0 0 1 0 0,0 0-1 0 0,1-1 1 0 0,-1 1-1 0 0,0-1 0 0 0,0 1 1 0 0,0-1-1 0 0,0 0 1 0 0,3-2-1 0 0,-2 1 19 0 0,0 0-1 0 0,0 0 1 0 0,0-1 0 0 0,-1 0-1 0 0,1 1 1 0 0,-1-1 0 0 0,0 0 0 0 0,0 0-1 0 0,0 0 1 0 0,0-1 0 0 0,0 1-1 0 0,1-4 1 0 0,0 0 21 0 0,-1 1 0 0 0,0-1 0 0 0,0 0-1 0 0,-1 1 1 0 0,0-1 0 0 0,0 0 0 0 0,0 0 0 0 0,-1 0 0 0 0,0 0-1 0 0,-1 0 1 0 0,1 1 0 0 0,-1-1 0 0 0,-1 0 0 0 0,-1-8 0 0 0,1 11-27 0 0,0 0 0 0 0,0 0 0 0 0,-1 0 0 0 0,1 0 0 0 0,-1 1 0 0 0,1-1 1 0 0,-1 1-1 0 0,0-1 0 0 0,-1 1 0 0 0,1 0 0 0 0,-1 0 0 0 0,1 1 0 0 0,-1-1 0 0 0,0 1 1 0 0,0 0-1 0 0,0 0 0 0 0,0 0 0 0 0,0 0 0 0 0,0 1 0 0 0,-1-1 0 0 0,1 1 0 0 0,-5-1 1 0 0,5 2-9 0 0,1 0-1 0 0,-1 0 1 0 0,1 0 0 0 0,-1 1 0 0 0,1-1 0 0 0,0 1 0 0 0,-1-1 0 0 0,1 1 0 0 0,0 0 0 0 0,-1 1 0 0 0,1-1 0 0 0,0 0 0 0 0,0 1 0 0 0,0 0 0 0 0,0 0 0 0 0,0 0 0 0 0,1 0-1 0 0,-1 0 1 0 0,1 0 0 0 0,-1 1 0 0 0,1-1 0 0 0,0 1 0 0 0,0 0 0 0 0,0 0 0 0 0,0 0 0 0 0,0 0 0 0 0,1 0 0 0 0,-1 0 0 0 0,0 4 0 0 0,0-2-25 0 0,1 1 0 0 0,-1-1 0 0 0,1 1 1 0 0,1 0-1 0 0,-1-1 0 0 0,1 1 0 0 0,0-1 0 0 0,1 1 1 0 0,-1 0-1 0 0,1-1 0 0 0,0 1 0 0 0,0-1 1 0 0,1 1-1 0 0,3 7 0 0 0,-5-11 26 0 0,1 0 0 0 0,0 0 0 0 0,0 0 0 0 0,0 0 0 0 0,0 0 0 0 0,1 0 0 0 0,-1 0 0 0 0,0 0 0 0 0,1 0 0 0 0,-1 0 0 0 0,1-1 0 0 0,0 1 0 0 0,0-1 1 0 0,0 1-1 0 0,-1-1 0 0 0,1 0 0 0 0,0 1 0 0 0,1-1 0 0 0,-1 0 0 0 0,0-1 0 0 0,0 1 0 0 0,0 0 0 0 0,1 0 0 0 0,-1-1 0 0 0,0 0 0 0 0,0 1 0 0 0,1-1 0 0 0,-1 0 0 0 0,1 0 0 0 0,-1 0 0 0 0,0 0 0 0 0,1-1 0 0 0,-1 1 0 0 0,0-1 0 0 0,0 1 0 0 0,1-1 0 0 0,1-1 0 0 0,-1 1 38 0 0,0-1-1 0 0,-1 0 0 0 0,1 0 1 0 0,-1 0-1 0 0,1 0 1 0 0,-1 0-1 0 0,0-1 0 0 0,0 1 1 0 0,0-1-1 0 0,0 1 0 0 0,-1-1 1 0 0,1 0-1 0 0,-1 0 1 0 0,1 0-1 0 0,-1 1 0 0 0,0-1 1 0 0,0-1-1 0 0,0 1 0 0 0,-1 0 1 0 0,2-6-1 0 0,-2 7-10 0 0,0 0 1 0 0,1 0-1 0 0,-1 1 0 0 0,0-1 0 0 0,0 0 1 0 0,0 0-1 0 0,0 1 0 0 0,0-1 0 0 0,0 0 1 0 0,-1 0-1 0 0,1 0 0 0 0,-1 1 0 0 0,1-1 1 0 0,-1 0-1 0 0,0 1 0 0 0,1-1 0 0 0,-1 0 1 0 0,0 1-1 0 0,0-1 0 0 0,0 1 0 0 0,0 0 1 0 0,0-1-1 0 0,-1 1 0 0 0,1 0 0 0 0,0-1 1 0 0,-1 1-1 0 0,1 0 0 0 0,-1 0 0 0 0,1 0 1 0 0,-1 0-1 0 0,1 1 0 0 0,-1-1 0 0 0,0 0 1 0 0,1 1-1 0 0,-1-1 0 0 0,0 1 0 0 0,-3-1 1 0 0,2 1 58 0 0,0 1 1 0 0,1-1-1 0 0,-1 1 0 0 0,0 0 1 0 0,0 0-1 0 0,0 0 1 0 0,0 1-1 0 0,1-1 1 0 0,-1 0-1 0 0,1 1 0 0 0,-1 0 1 0 0,1 0-1 0 0,0-1 1 0 0,-1 2-1 0 0,1-1 0 0 0,0 0 1 0 0,0 0-1 0 0,-2 4 1 0 0,2-3-161 0 0,0 0 1 0 0,0 0-1 0 0,0 0 1 0 0,1 0 0 0 0,-1 0-1 0 0,1 0 1 0 0,-2 5-1 0 0,3-6-222 0 0,0-1 0 0 0,-1 0 0 0 0,1 1 0 0 0,0-1 0 0 0,0 1 0 0 0,0-1 0 0 0,0 0 0 0 0,0 1 0 0 0,0-1 0 0 0,0 1 0 0 0,1-1 0 0 0,-1 0 0 0 0,1 1 0 0 0,-1-1 0 0 0,1 0 0 0 0,-1 1 0 0 0,2 1 0 0 0</inkml:trace>
</inkml:ink>
</file>

<file path=ppt/ink/ink2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4:23.4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46 197 7834 0 0,'-3'-3'901'0'0,"-1"0"0"0"0,1 0 1 0 0,-1 0-1 0 0,0 1 1 0 0,0-1-1 0 0,0 1 0 0 0,0 0 1 0 0,0 1-1 0 0,-5-3 1 0 0,9 5-823 0 0,0-1 1 0 0,-1 0-1 0 0,1 1 1 0 0,0-1-1 0 0,0 0 1 0 0,0 1-1 0 0,-1-1 1 0 0,1 1-1 0 0,0-1 1 0 0,0 0-1 0 0,0 1 1 0 0,0-1-1 0 0,0 1 1 0 0,0-1-1 0 0,0 0 1 0 0,0 1-1 0 0,0-1 1 0 0,0 1-1 0 0,0-1 1 0 0,0 1-1 0 0,0-1 1 0 0,0 0-1 0 0,0 1 1 0 0,1-1-1 0 0,-1 0 1 0 0,0 1-1 0 0,0-1 1 0 0,0 1-1 0 0,0-1 1 0 0,1 0-1 0 0,-1 1 1 0 0,7 16 311 0 0,18 31-196 0 0,3-1 1 0 0,1-1-1 0 0,3-2 0 0 0,1-1 1 0 0,3-1-1 0 0,1-3 1 0 0,59 50-1 0 0,-96-88-186 0 0,0-1 1 0 0,1 0-1 0 0,-1 1 1 0 0,0-1 0 0 0,0 0-1 0 0,1 0 1 0 0,-1 1-1 0 0,0-1 1 0 0,1 0-1 0 0,-1 0 1 0 0,1 1-1 0 0,-1-1 1 0 0,0 0-1 0 0,1 0 1 0 0,-1 0-1 0 0,1 0 1 0 0,-1 0-1 0 0,0 0 1 0 0,1 0-1 0 0,-1 0 1 0 0,1 0-1 0 0,-1 0 1 0 0,0 0 0 0 0,1 0-1 0 0,-1 0 1 0 0,1 0-1 0 0,-1 0 1 0 0,0 0-1 0 0,1 0 1 0 0,-1 0-1 0 0,1-1 1 0 0,-1 1-1 0 0,1 0 1 0 0,6-15 276 0 0,-1-29 134 0 0,-6 37-351 0 0,3-66 319 0 0,-10-113-1 0 0,2 114-1293 0 0,7-121-1 0 0,-1 181-1141 0 0</inkml:trace>
</inkml:ink>
</file>

<file path=ppt/ink/ink2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4:23.9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47 5065 0 0,'-8'-15'1438'0'0,"7"11"-774"0"0,-1 1 1 0 0,1 0-1 0 0,-1-1 1 0 0,0 1-1 0 0,0 0 1 0 0,-5-5-1 0 0,6 7-585 0 0,1 1 1 0 0,-1 0-1 0 0,0-1 0 0 0,1 1 1 0 0,-1 0-1 0 0,0 0 0 0 0,1-1 0 0 0,-1 1 1 0 0,0 0-1 0 0,1 0 0 0 0,-1 0 0 0 0,0 0 1 0 0,0 0-1 0 0,1 0 0 0 0,-1 0 0 0 0,0 0 1 0 0,0 0-1 0 0,1 0 0 0 0,-1 0 0 0 0,0 1 1 0 0,1-1-1 0 0,-1 0 0 0 0,0 0 0 0 0,1 1 1 0 0,-1-1-1 0 0,0 0 0 0 0,1 1 0 0 0,-1-1 1 0 0,1 1-1 0 0,-1-1 0 0 0,1 1 1 0 0,-1-1-1 0 0,1 1 0 0 0,-1-1 0 0 0,1 1 1 0 0,-1 0-1 0 0,1-1 0 0 0,0 1 0 0 0,-1-1 1 0 0,1 1-1 0 0,-1 1 0 0 0,-11 16 265 0 0,1 0 0 0 0,0 1 0 0 0,2 0-1 0 0,0 1 1 0 0,1 0 0 0 0,1 0 0 0 0,1 0 0 0 0,0 1-1 0 0,-3 35 1 0 0,8-53-337 0 0,1 0-1 0 0,0 0 0 0 0,0 0 1 0 0,0 0-1 0 0,0 0 1 0 0,0 0-1 0 0,1 1 0 0 0,-1-1 1 0 0,1 0-1 0 0,0 0 0 0 0,0 0 1 0 0,0 0-1 0 0,0-1 1 0 0,0 1-1 0 0,1 0 0 0 0,-1 0 1 0 0,1-1-1 0 0,0 1 1 0 0,3 3-1 0 0,-3-5-5 0 0,1 1-1 0 0,0 0 1 0 0,-1-1-1 0 0,1 0 1 0 0,0 0-1 0 0,0 0 1 0 0,0 0-1 0 0,0 0 1 0 0,0 0-1 0 0,0-1 1 0 0,0 1 0 0 0,0-1-1 0 0,0 0 1 0 0,0 0-1 0 0,1 0 1 0 0,-1-1-1 0 0,0 1 1 0 0,0-1-1 0 0,4-1 1 0 0,45-12-82 0 0,28-6 27 0 0,-73 19 52 0 0,-1 0 1 0 0,0 1-1 0 0,0 0 0 0 0,1 0 1 0 0,-1 0-1 0 0,0 1 1 0 0,1 0-1 0 0,-1 0 1 0 0,0 0-1 0 0,8 4 1 0 0,-12-5 3 0 0,-1 1-1 0 0,1 0 1 0 0,0 0 0 0 0,-1 0-1 0 0,1 0 1 0 0,-1 0 0 0 0,1 0 0 0 0,-1 0-1 0 0,0 1 1 0 0,0-1 0 0 0,1 0 0 0 0,-1 1-1 0 0,0-1 1 0 0,0 1 0 0 0,0 0 0 0 0,0-1-1 0 0,0 1 1 0 0,-1 0 0 0 0,1-1-1 0 0,0 3 1 0 0,0 0 44 0 0,-1 0 0 0 0,1 1 0 0 0,-1-1 1 0 0,0 0-1 0 0,0 0 0 0 0,0 0 0 0 0,-1 1 0 0 0,-1 5 0 0 0,-2 4 274 0 0,0 0 1 0 0,-1 0 0 0 0,-1-1-1 0 0,-7 14 1 0 0,-41 61 711 0 0,49-81-1278 0 0</inkml:trace>
</inkml:ink>
</file>

<file path=ppt/ink/ink2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4:25.0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70 4145 0 0,'-2'8'619'0'0,"1"0"-1"0"0,0 0 1 0 0,0 0 0 0 0,1 0 0 0 0,0 1 0 0 0,1-1-1 0 0,0 0 1 0 0,2 11 0 0 0,-3-17-540 0 0,1 0 0 0 0,-1 0 0 0 0,0 0 0 0 0,1 0-1 0 0,0 0 1 0 0,-1 0 0 0 0,1 0 0 0 0,0 0 0 0 0,0-1 0 0 0,0 1 0 0 0,0 0-1 0 0,1 0 1 0 0,-1-1 0 0 0,0 1 0 0 0,1-1 0 0 0,-1 1 0 0 0,1-1 0 0 0,-1 1-1 0 0,1-1 1 0 0,0 0 0 0 0,-1 0 0 0 0,1 0 0 0 0,0 0 0 0 0,0 0 0 0 0,0 0 0 0 0,0 0-1 0 0,0-1 1 0 0,0 1 0 0 0,0-1 0 0 0,0 0 0 0 0,0 1 0 0 0,0-1 0 0 0,0 0-1 0 0,0 0 1 0 0,1 0 0 0 0,2-1 0 0 0,-5 1-66 0 0,1 0 0 0 0,-1 0 0 0 0,0 0 1 0 0,1-1-1 0 0,-1 1 0 0 0,0 0 0 0 0,1 0 0 0 0,-1 0 0 0 0,0-1 0 0 0,1 1 0 0 0,-1 0 1 0 0,0 0-1 0 0,1-1 0 0 0,-1 1 0 0 0,0 0 0 0 0,0-1 0 0 0,0 1 0 0 0,1 0 1 0 0,-1-1-1 0 0,0 1 0 0 0,0 0 0 0 0,0-1 0 0 0,0 1 0 0 0,0 0 0 0 0,1-1 0 0 0,-1 1 1 0 0,0-1-1 0 0,0 1 0 0 0,0 0 0 0 0,0-1 0 0 0,0 1 0 0 0,0-1 0 0 0,-5-19 157 0 0,-11-14-146 0 0,12 28-52 0 0,-24-37-267 0 0,27 41 248 0 0,0 0 1 0 0,0 1-1 0 0,0-1 0 0 0,-1 1 0 0 0,1-1 1 0 0,-1 1-1 0 0,1-1 0 0 0,-1 1 0 0 0,1 0 1 0 0,-1 0-1 0 0,0 0 0 0 0,0 0 0 0 0,1 0 1 0 0,-1 0-1 0 0,0 0 0 0 0,0 1 1 0 0,0-1-1 0 0,0 1 0 0 0,0-1 0 0 0,-3 1 1 0 0,5 0 53 0 0,-1 1 0 0 0,0-1 0 0 0,0 1 0 0 0,0-1 0 0 0,1 1 1 0 0,-1 0-1 0 0,0-1 0 0 0,1 1 0 0 0,-1 0 0 0 0,1-1 0 0 0,-1 1 1 0 0,1 0-1 0 0,-1 0 0 0 0,1 0 0 0 0,-1 0 0 0 0,1-1 0 0 0,0 1 1 0 0,0 0-1 0 0,-1 0 0 0 0,1 0 0 0 0,0 0 0 0 0,0 0 1 0 0,0 0-1 0 0,0 0 0 0 0,0 0 0 0 0,0 0 0 0 0,0 0 0 0 0,0 0 1 0 0,0 0-1 0 0,1-1 0 0 0,-1 3 0 0 0,8 31 432 0 0,-6-28-319 0 0,0 0 0 0 0,1 0 0 0 0,0 0 0 0 0,0-1 0 0 0,1 1 0 0 0,-1-1 0 0 0,1 0 0 0 0,0 0 0 0 0,1 0 0 0 0,-1 0 0 0 0,1-1 0 0 0,8 7 0 0 0,-10-10-89 0 0,-1 1 0 0 0,1-1 0 0 0,-1 0 0 0 0,1 1 0 0 0,0-1 0 0 0,-1 0 0 0 0,1 0 0 0 0,0-1 0 0 0,0 1 0 0 0,0-1 0 0 0,-1 1 0 0 0,1-1 0 0 0,0 0 0 0 0,0 0 0 0 0,0 0 0 0 0,0 0 0 0 0,0-1 0 0 0,-1 1 0 0 0,1-1 0 0 0,0 0 0 0 0,0 0 0 0 0,-1 0 0 0 0,1 0 0 0 0,0 0 0 0 0,-1 0 0 0 0,1-1 0 0 0,-1 1 0 0 0,0-1 1 0 0,1 0-1 0 0,2-3 0 0 0,-3 3 13 0 0,0-1 0 0 0,-1 1 0 0 0,0 0 0 0 0,1-1 0 0 0,-1 1 0 0 0,0-1 1 0 0,0 1-1 0 0,0-1 0 0 0,-1 0 0 0 0,1 1 0 0 0,-1-1 0 0 0,1 0 0 0 0,-1 1 0 0 0,0-1 1 0 0,0 0-1 0 0,0 0 0 0 0,0 1 0 0 0,-1-1 0 0 0,1 0 0 0 0,-1 1 0 0 0,-1-5 0 0 0,0-2 135 0 0,-1-1 0 0 0,-1 0 0 0 0,1 1 0 0 0,-9-13 0 0 0,8 16-105 0 0,0 0 0 0 0,0 1 0 0 0,-1 0 0 0 0,0-1 0 0 0,0 2 0 0 0,0-1 0 0 0,-1 1 0 0 0,1 0 0 0 0,-1 0 0 0 0,0 0 0 0 0,-7-2 0 0 0,11 4-107 0 0,0 1 1 0 0,0 0-1 0 0,0 1 0 0 0,0-1 0 0 0,0 0 0 0 0,0 0 0 0 0,-1 1 0 0 0,1-1 0 0 0,0 1 0 0 0,0 0 0 0 0,-1 0 0 0 0,1 0 0 0 0,0 0 0 0 0,0 0 0 0 0,-1 0 1 0 0,1 1-1 0 0,0-1 0 0 0,0 1 0 0 0,0-1 0 0 0,-1 1 0 0 0,1 0 0 0 0,0 0 0 0 0,0 0 0 0 0,0 0 0 0 0,0 0 0 0 0,1 0 0 0 0,-1 1 0 0 0,0-1 0 0 0,0 1 1 0 0,1-1-1 0 0,-1 1 0 0 0,1-1 0 0 0,-1 1 0 0 0,1 0 0 0 0,0 0 0 0 0,0 0 0 0 0,-1 0 0 0 0,1 2 0 0 0,-2 5-666 0 0,1 0-5 0 0</inkml:trace>
</inkml:ink>
</file>

<file path=ppt/ink/ink2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4:25.9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 8 10594 0 0,'0'0'53'0'0,"0"-1"0"0"0,0 1 0 0 0,0 0 0 0 0,0 0 1 0 0,0-1-1 0 0,0 1 0 0 0,0 0 0 0 0,0-1 0 0 0,0 1 0 0 0,0 0 0 0 0,0 0 0 0 0,0-1 0 0 0,0 1 0 0 0,-1 0 0 0 0,1 0 0 0 0,0-1 0 0 0,0 1 0 0 0,0 0 0 0 0,0 0 0 0 0,-1 0 0 0 0,1-1 0 0 0,0 1 1 0 0,0 0-1 0 0,0 0 0 0 0,-1 0 0 0 0,1-1 0 0 0,0 1 0 0 0,0 0 0 0 0,-1 0 0 0 0,1 0 0 0 0,0 0 0 0 0,0 0 0 0 0,-1 0 0 0 0,1 0 0 0 0,0 0 0 0 0,0 0 0 0 0,-1 0 0 0 0,1-1 0 0 0,-1 1 0 0 0,-14 5 1688 0 0,-11 12 343 0 0,19-9-1949 0 0,2 1 1 0 0,-1-1 0 0 0,1 1-1 0 0,0 0 1 0 0,1 0-1 0 0,0 0 1 0 0,0 1 0 0 0,1-1-1 0 0,1 1 1 0 0,-1 0-1 0 0,1 0 1 0 0,1 0-1 0 0,0 0 1 0 0,1 18 0 0 0,1 3 35 0 0,1 0 0 0 0,2 0 1 0 0,11 45-1 0 0,-12-62-100 0 0,1 0-1 0 0,1-1 0 0 0,0 1 1 0 0,0-1-1 0 0,2-1 1 0 0,9 16-1 0 0,-13-23-51 0 0,1 0-1 0 0,-1 0 0 0 0,1-1 1 0 0,0 0-1 0 0,0 0 1 0 0,0 0-1 0 0,1 0 0 0 0,-1 0 1 0 0,1-1-1 0 0,0 0 1 0 0,0 0-1 0 0,0 0 0 0 0,1-1 1 0 0,-1 0-1 0 0,1 0 0 0 0,-1 0 1 0 0,12 2-1 0 0,-15-4-22 0 0,0 0 0 0 0,-1 0-1 0 0,1 0 1 0 0,0 0 0 0 0,0 0-1 0 0,-1 0 1 0 0,1-1 0 0 0,0 1-1 0 0,0 0 1 0 0,-1-1-1 0 0,1 0 1 0 0,0 1 0 0 0,-1-1-1 0 0,1 0 1 0 0,0 0 0 0 0,-1 0-1 0 0,1 0 1 0 0,-1 0 0 0 0,2-2-1 0 0,0 0-30 0 0,-1 0-1 0 0,1 0 0 0 0,-1-1 0 0 0,0 1 0 0 0,0-1 0 0 0,0 1 0 0 0,-1-1 1 0 0,3-6-1 0 0,0-6-138 0 0,-1-1 0 0 0,0 0 0 0 0,0-22 0 0 0,-2 29 123 0 0,0 0 25 0 0,-1 0-1 0 0,1 0 1 0 0,-2 0 0 0 0,0 0-1 0 0,0 0 1 0 0,-5-18 0 0 0,6 26-2 0 0,-1 0 1 0 0,0 0 0 0 0,1 0 0 0 0,-1 0-1 0 0,0 1 1 0 0,0-1 0 0 0,0 0-1 0 0,0 1 1 0 0,-1-1 0 0 0,1 0-1 0 0,0 1 1 0 0,-1-1 0 0 0,1 1 0 0 0,-1 0-1 0 0,1-1 1 0 0,-1 1 0 0 0,0 0-1 0 0,1 0 1 0 0,-1 0 0 0 0,0 0-1 0 0,0 1 1 0 0,0-1 0 0 0,0 0 0 0 0,0 1-1 0 0,0-1 1 0 0,0 1 0 0 0,0 0-1 0 0,0-1 1 0 0,0 1 0 0 0,0 0-1 0 0,0 0 1 0 0,0 0 0 0 0,0 1 0 0 0,0-1-1 0 0,0 0 1 0 0,0 1 0 0 0,0 0-1 0 0,0-1 1 0 0,-2 2 0 0 0,3-1-23 0 0,0-1 1 0 0,1 1 0 0 0,-1-1 0 0 0,0 0-1 0 0,0 1 1 0 0,1-1 0 0 0,-1 0-1 0 0,0 1 1 0 0,0-1 0 0 0,0 0-1 0 0,0 0 1 0 0,1 0 0 0 0,-1 0-1 0 0,0 0 1 0 0,0 0 0 0 0,0 0 0 0 0,0 0-1 0 0,0 0 1 0 0,1 0 0 0 0,-1-1-1 0 0,0 1 1 0 0,0 0 0 0 0,0-1-1 0 0,1 1 1 0 0,-1 0 0 0 0,0-1-1 0 0,-1 0 1 0 0,2 0 30 0 0,0 0 0 0 0,0-1 0 0 0,0 1-1 0 0,0 0 1 0 0,0 0 0 0 0,0 0 0 0 0,0 0 0 0 0,0 0-1 0 0,0 0 1 0 0,1-1 0 0 0,-1 1 0 0 0,1 0 0 0 0,-1 0-1 0 0,0 0 1 0 0,1 0 0 0 0,0 0 0 0 0,0-1 0 0 0,33-44 118 0 0,-30 41-89 0 0,1 0 1 0 0,0 0 0 0 0,0 0 0 0 0,1 1-1 0 0,-1-1 1 0 0,1 1 0 0 0,0 1 0 0 0,0-1-1 0 0,1 1 1 0 0,-1 0 0 0 0,12-3 0 0 0,-15 5 20 0 0,0 1 1 0 0,0-1 0 0 0,0 1 0 0 0,0 0 0 0 0,0 0-1 0 0,0 0 1 0 0,0 0 0 0 0,0 0 0 0 0,0 1 0 0 0,0 0-1 0 0,0-1 1 0 0,0 1 0 0 0,0 0 0 0 0,-1 0 0 0 0,1 0-1 0 0,0 1 1 0 0,-1-1 0 0 0,1 1 0 0 0,0 0 0 0 0,-1-1-1 0 0,0 1 1 0 0,0 0 0 0 0,1 0 0 0 0,-1 1 0 0 0,0-1-1 0 0,-1 0 1 0 0,1 1 0 0 0,0-1 0 0 0,2 5 0 0 0,5 12 558 0 0,-1 0 1 0 0,0 0 0 0 0,-2 1 0 0 0,8 36-1 0 0,-10-37-472 0 0,1-1 0 0 0,0 0 0 0 0,1 0-1 0 0,1-1 1 0 0,0 0 0 0 0,11 18 0 0 0,-2-17-963 0 0</inkml:trace>
</inkml:ink>
</file>

<file path=ppt/ink/ink2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4:26.3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91 3225 0 0,'1'-9'65'0'0,"6"-47"1537"0"0,-6 53-1020 0 0,0 0 0 0 0,15-17 7768 0 0,-8 41-5951 0 0,47 126 1973 0 0,5 16-4392 0 0,-60-162-34 0 0,12 43-1164 0 0,-10-25-1989 0 0</inkml:trace>
</inkml:ink>
</file>

<file path=ppt/ink/ink2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4:26.7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7 134 3209 0 0,'-1'-1'77'0'0,"1"1"1"0"0,-1-1-1 0 0,1 1 0 0 0,-1-1 1 0 0,1 0-1 0 0,-1 1 1 0 0,1-1-1 0 0,0 0 1 0 0,-1 0-1 0 0,1 1 1 0 0,0-1-1 0 0,0 0 1 0 0,-1 0-1 0 0,1 1 0 0 0,0-1 1 0 0,0 0-1 0 0,0 0 1 0 0,0 1-1 0 0,0-1 1 0 0,0 0-1 0 0,0 0 1 0 0,0 0-1 0 0,0 1 0 0 0,1-1 1 0 0,-1 0-1 0 0,0 0 1 0 0,0 1-1 0 0,1-1 1 0 0,-1 0-1 0 0,0 1 1 0 0,1-1-1 0 0,-1 0 0 0 0,1 1 1 0 0,-1-1-1 0 0,1 1 1 0 0,-1-1-1 0 0,1 0 1 0 0,0 1-1 0 0,-1-1 1 0 0,1 1-1 0 0,-1 0 1 0 0,1-1-1 0 0,0 1 0 0 0,0-1 1 0 0,-1 1-1 0 0,1 0 1 0 0,0 0-1 0 0,-1-1 1 0 0,1 1-1 0 0,0 0 1 0 0,0 0-1 0 0,0 0 0 0 0,1 0 1 0 0,2 0 624 0 0,0 0-1 0 0,1 0 1 0 0,-1 0 0 0 0,0 1 0 0 0,1 0 0 0 0,-1 0-1 0 0,0 0 1 0 0,7 3 0 0 0,-1 1-81 0 0,-1 1 1 0 0,0 0-1 0 0,0 0 0 0 0,-1 0 0 0 0,1 1 1 0 0,11 13-1 0 0,41 56 852 0 0,-13-16-387 0 0,-42-53-957 0 0,-5-5-87 0 0,0 0-1 0 0,1 1 0 0 0,0-1 1 0 0,-1 0-1 0 0,1 0 0 0 0,0 0 0 0 0,0 0 1 0 0,0 0-1 0 0,0-1 0 0 0,1 1 0 0 0,-1-1 1 0 0,0 1-1 0 0,1-1 0 0 0,-1 0 0 0 0,5 2 1 0 0,-7-4-24 0 0,1 0 1 0 0,-1 1 0 0 0,1-1 0 0 0,-1 0-1 0 0,1 1 1 0 0,-1-1 0 0 0,1 0 0 0 0,-1 0-1 0 0,0 1 1 0 0,1-1 0 0 0,-1 0 0 0 0,0 0-1 0 0,1 0 1 0 0,-1 1 0 0 0,0-1 0 0 0,0 0-1 0 0,0 0 1 0 0,0 0 0 0 0,0 0 0 0 0,0 1-1 0 0,0-1 1 0 0,-1-2 0 0 0,-1-23 11 0 0,1 22 26 0 0,-19-135 785 0 0,9 72-2028 0 0,2 0-5108 0 0,8 50-280 0 0</inkml:trace>
</inkml:ink>
</file>

<file path=ppt/ink/ink2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4:27.1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 6913 0 0,'12'-5'6894'0'0,"-11"5"-6708"0"0,17 14 3398 0 0,11 24-1247 0 0,6 18-1212 0 0,31 72-1 0 0,15 67-2226 0 0,-73-182 88 0 0</inkml:trace>
</inkml:ink>
</file>

<file path=ppt/ink/ink2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4:27.4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14 6913 0 0,'-4'-9'6842'0'0,"12"8"-6721"0"0,0-1 0 0 0,0 2 0 0 0,0-1 0 0 0,0 1 1 0 0,0 0-1 0 0,0 0 0 0 0,0 1 0 0 0,0 0 0 0 0,0 1 0 0 0,0 0 0 0 0,-1 0 0 0 0,1 1 0 0 0,0 0 1 0 0,-1 0-1 0 0,0 0 0 0 0,0 1 0 0 0,0 0 0 0 0,0 1 0 0 0,-1 0 0 0 0,1 0 0 0 0,9 10 1 0 0,-7-4-12 0 0,-1 0 1 0 0,0 1-1 0 0,0 0 1 0 0,-1 1 0 0 0,-1-1-1 0 0,0 1 1 0 0,-1 1 0 0 0,0-1-1 0 0,-1 1 1 0 0,0 0 0 0 0,-1 0-1 0 0,-1 0 1 0 0,0 0 0 0 0,-1 15-1 0 0,-1-10 70 0 0,-1 1 0 0 0,0-1-1 0 0,-2 0 1 0 0,0 0 0 0 0,-1 0-1 0 0,-1 0 1 0 0,-1-1 0 0 0,-1 1 0 0 0,-16 32-1 0 0,10-33-521 0 0</inkml:trace>
</inkml:ink>
</file>

<file path=ppt/ink/ink2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4:28.2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4 6449 0 0,'1'13'4705'0'0,"-1"0"-4025"0"0,1 0 0 0 0,0 0 0 0 0,4 14 0 0 0,-5-24-683 0 0,1-1-1 0 0,-1 1 1 0 0,1-1-1 0 0,0 1 1 0 0,0-1-1 0 0,0 0 1 0 0,0 1-1 0 0,0-1 1 0 0,0 0-1 0 0,0 0 1 0 0,1 0-1 0 0,-1 0 1 0 0,1 0-1 0 0,0 0 1 0 0,0 0-1 0 0,-1-1 1 0 0,1 1-1 0 0,0 0 1 0 0,0-1-1 0 0,1 0 1 0 0,-1 1-1 0 0,0-1 1 0 0,0 0-1 0 0,4 1 1 0 0,-4-2 9 0 0,0 1 1 0 0,-1-1-1 0 0,1-1 0 0 0,0 1 1 0 0,-1 0-1 0 0,1 0 0 0 0,-1 0 0 0 0,1-1 1 0 0,-1 1-1 0 0,1-1 0 0 0,0 0 1 0 0,-1 1-1 0 0,0-1 0 0 0,1 0 1 0 0,-1 0-1 0 0,1 0 0 0 0,-1 0 1 0 0,0 0-1 0 0,0 0 0 0 0,0 0 1 0 0,1 0-1 0 0,-1 0 0 0 0,0-1 1 0 0,0 1-1 0 0,-1 0 0 0 0,1-1 0 0 0,0 1 1 0 0,0-1-1 0 0,-1 1 0 0 0,1-1 1 0 0,-1 1-1 0 0,1-1 0 0 0,-1 1 1 0 0,0-1-1 0 0,1 1 0 0 0,-1-1 1 0 0,0-2-1 0 0,1-2 50 0 0,0-1 0 0 0,-1 1 0 0 0,0-1 0 0 0,0 0 0 0 0,0 1 0 0 0,-1-1 0 0 0,-2-11 0 0 0,3 16-87 0 0,-1 0 1 0 0,0-1-1 0 0,0 1 0 0 0,0 0 1 0 0,0 0-1 0 0,0 0 0 0 0,0 0 1 0 0,0 1-1 0 0,-1-1 0 0 0,1 0 1 0 0,-3-2-1 0 0,4 4 4 0 0,-1-1 1 0 0,1 1-1 0 0,-1-1 1 0 0,0 1-1 0 0,1 0 0 0 0,-1-1 1 0 0,0 1-1 0 0,0 0 0 0 0,1 0 1 0 0,-1-1-1 0 0,0 1 0 0 0,0 0 1 0 0,1 0-1 0 0,-1 0 1 0 0,0 0-1 0 0,0 0 0 0 0,1 0 1 0 0,-1 0-1 0 0,0 0 0 0 0,0 0 1 0 0,0 1-1 0 0,0-1 1 0 0,-2 1-12 0 0,1 1 1 0 0,0-1-1 0 0,0 1 1 0 0,0-1 0 0 0,0 1-1 0 0,0 0 1 0 0,0 0-1 0 0,0 0 1 0 0,1 0 0 0 0,-1 0-1 0 0,1 0 1 0 0,-1 1-1 0 0,1-1 1 0 0,0 0 0 0 0,0 1-1 0 0,-1 4 1 0 0,1-4 13 0 0,0 0 1 0 0,0 0-1 0 0,0 0 1 0 0,1 0-1 0 0,0 0 1 0 0,-1 0-1 0 0,1 0 1 0 0,0 0-1 0 0,1 1 1 0 0,-1-1-1 0 0,1 0 1 0 0,0 4-1 0 0,0-6 54 0 0,-1 0 1 0 0,1 0-1 0 0,-1 0 0 0 0,0 0 0 0 0,1 0 0 0 0,0-1 0 0 0,-1 1 1 0 0,1 0-1 0 0,-1 0 0 0 0,1-1 0 0 0,0 1 0 0 0,0 0 1 0 0,-1-1-1 0 0,1 1 0 0 0,0-1 0 0 0,0 1 0 0 0,0-1 0 0 0,0 0 1 0 0,0 1-1 0 0,-1-1 0 0 0,1 0 0 0 0,0 1 0 0 0,0-1 0 0 0,0 0 1 0 0,0 0-1 0 0,0 0 0 0 0,0 0 0 0 0,0 0 0 0 0,0 0 0 0 0,0 0 1 0 0,0 0-1 0 0,0 0 0 0 0,0-1 0 0 0,0 1 0 0 0,0 0 0 0 0,0 0 1 0 0,-1-1-1 0 0,1 1 0 0 0,0-1 0 0 0,0 1 0 0 0,0-1 0 0 0,0 1 1 0 0,-1-1-1 0 0,2-1 0 0 0,0 1 37 0 0,0 0 0 0 0,-1 0 0 0 0,1 0 0 0 0,-1 0-1 0 0,1 0 1 0 0,-1-1 0 0 0,0 1 0 0 0,1 0 0 0 0,-1-1 0 0 0,0 0 0 0 0,0 1 0 0 0,0-1 0 0 0,0 0-1 0 0,0 1 1 0 0,-1-1 0 0 0,1 0 0 0 0,0 0 0 0 0,-1 1 0 0 0,1-1 0 0 0,-1 0 0 0 0,0 0 0 0 0,1 0-1 0 0,-1 0 1 0 0,0 0 0 0 0,0 0 0 0 0,-1 0 0 0 0,1 0 0 0 0,0 0 0 0 0,0 1 0 0 0,-1-1 0 0 0,0 0 0 0 0,1 0-1 0 0,-1 0 1 0 0,0 0 0 0 0,-1-2 0 0 0,1 2-69 0 0,0 1-1 0 0,0-1 1 0 0,1 1 0 0 0,-1-1 0 0 0,0 1-1 0 0,-1 0 1 0 0,1-1 0 0 0,0 1-1 0 0,0 0 1 0 0,-1 0 0 0 0,1 0-1 0 0,0 0 1 0 0,-1 0 0 0 0,1 0-1 0 0,-1 0 1 0 0,1 1 0 0 0,-1-1-1 0 0,0 0 1 0 0,1 1 0 0 0,-1-1-1 0 0,0 1 1 0 0,1 0 0 0 0,-1-1 0 0 0,0 1-1 0 0,1 0 1 0 0,-1 0 0 0 0,0 0-1 0 0,0 0 1 0 0,1 1 0 0 0,-1-1-1 0 0,0 0 1 0 0,1 1 0 0 0,-1-1-1 0 0,0 1 1 0 0,1-1 0 0 0,-1 1-1 0 0,1 0 1 0 0,-3 1 0 0 0,3-1-45 0 0,0 1-1 0 0,0-1 1 0 0,0 1 0 0 0,0-1 0 0 0,0 1 0 0 0,0-1 0 0 0,0 1 0 0 0,0 0-1 0 0,1-1 1 0 0,-1 1 0 0 0,1 0 0 0 0,-1 0 0 0 0,1 0 0 0 0,-1-1-1 0 0,1 1 1 0 0,0 0 0 0 0,0 0 0 0 0,0 0 0 0 0,0 0 0 0 0,0-1-1 0 0,1 1 1 0 0,0 2 0 0 0,-1-1 17 0 0,1 1 0 0 0,-1-1 0 0 0,1 0 0 0 0,0 0-1 0 0,0 0 1 0 0,0 0 0 0 0,0 0 0 0 0,1 0 0 0 0,-1-1 0 0 0,1 1 0 0 0,0 0 0 0 0,2 2-1 0 0,-3-4 59 0 0,0-1 0 0 0,1 0 0 0 0,-1 1-1 0 0,0-1 1 0 0,0 0 0 0 0,1 1 0 0 0,-1-1-1 0 0,0 0 1 0 0,1 0 0 0 0,-1 0 0 0 0,0 0-1 0 0,1 0 1 0 0,-1 0 0 0 0,0-1 0 0 0,1 1-1 0 0,-1 0 1 0 0,0-1 0 0 0,0 1 0 0 0,1-1-1 0 0,-1 1 1 0 0,0-1 0 0 0,0 1 0 0 0,0-1-1 0 0,0 0 1 0 0,0 0 0 0 0,0 0 0 0 0,0 0-1 0 0,0 1 1 0 0,0-1 0 0 0,0 0 0 0 0,0-1-1 0 0,1-1 1 0 0,-1 3 16 0 0,-1-1-1 0 0,1 0 1 0 0,0 0-1 0 0,0 0 1 0 0,-1 0-1 0 0,1 0 1 0 0,-1 0-1 0 0,1 0 1 0 0,-1 0-1 0 0,1 0 1 0 0,-1 0-1 0 0,1 0 1 0 0,-1 0-1 0 0,0 0 1 0 0,0 0 0 0 0,1 0-1 0 0,-1 0 1 0 0,0-1-1 0 0,0 1 1 0 0,0 0-1 0 0,0 0 1 0 0,-1 0-1 0 0,1 0 1 0 0,0 0-1 0 0,0 0 1 0 0,-1 0-1 0 0,1-1 1 0 0,0 1-1 0 0,-1 0 1 0 0,1 0-1 0 0,-1 0 1 0 0,0 0-1 0 0,1 0 1 0 0,-1 1 0 0 0,0-1-1 0 0,1 0 1 0 0,-1 0-1 0 0,0 0 1 0 0,0 1-1 0 0,0-1 1 0 0,0 0-1 0 0,-1 0 1 0 0,-2-1-81 0 0,0 1 0 0 0,0 0 1 0 0,-1 0-1 0 0,1 1 0 0 0,0-1 1 0 0,-1 1-1 0 0,1 0 0 0 0,0 0 1 0 0,-1 0-1 0 0,1 1 0 0 0,0-1 1 0 0,-1 1-1 0 0,-6 2 0 0 0,8-2-500 0 0,-1 0 0 0 0,0 1-1 0 0,0-1 1 0 0,1 1 0 0 0,-1 0-1 0 0,1 0 1 0 0,-1 0 0 0 0,-5 5 0 0 0,9-7 496 0 0,0 0 1 0 0,-1 0 0 0 0,1 0 0 0 0,0 0-1 0 0,0 0 1 0 0,0 1 0 0 0,0-1 0 0 0,0 0-1 0 0,-1 0 1 0 0,1 0 0 0 0,0 0 0 0 0,0 0-1 0 0,0 1 1 0 0,0-1 0 0 0,0 0-1 0 0,0 0 1 0 0,0 0 0 0 0,0 0 0 0 0,0 1-1 0 0,0-1 1 0 0,0 0 0 0 0,0 0 0 0 0,0 0-1 0 0,0 1 1 0 0,0-1 0 0 0,0 0 0 0 0,0 0-1 0 0,0 0 1 0 0,0 1 0 0 0,0-1 0 0 0,0 0-1 0 0,0 0 1 0 0,0 0 0 0 0,0 0 0 0 0,0 1-1 0 0,0-1 1 0 0,0 0 0 0 0,1 0 0 0 0,-1 0-1 0 0,0 0 1 0 0,0 0 0 0 0,0 1-1 0 0,0-1 1 0 0,0 0 0 0 0,0 0 0 0 0,1 0-1 0 0,-1 0 1 0 0</inkml:trace>
</inkml:ink>
</file>

<file path=ppt/ink/ink2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4:28.8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79 230 7834 0 0,'-12'-3'613'0'0,"0"-1"0"0"0,0 0 0 0 0,-18-8 0 0 0,18 6 3713 0 0,45 23-2295 0 0,50 34 0 0 0,-60-33-1718 0 0,-1 0-1 0 0,0 1 0 0 0,-2 1 1 0 0,36 45-1 0 0,-41-45-223 0 0,0-1-58 0 0,28 31 0 0 0,-38-45-31 0 0,-1-1 1 0 0,1 0 0 0 0,0 0-1 0 0,0-1 1 0 0,0 0 0 0 0,0 1-1 0 0,1-1 1 0 0,-1-1-1 0 0,1 1 1 0 0,0-1 0 0 0,-1 0-1 0 0,8 1 1 0 0,-13-3 7 0 0,1 0 0 0 0,-1 0 1 0 0,1 0-1 0 0,-1 0 0 0 0,1 0 0 0 0,-1 0 0 0 0,1 0 1 0 0,-1 0-1 0 0,1 0 0 0 0,-1 0 0 0 0,1 0 1 0 0,-1 0-1 0 0,1 0 0 0 0,-1-1 0 0 0,1 1 0 0 0,-1 0 1 0 0,1 0-1 0 0,-1-1 0 0 0,0 1 0 0 0,1 0 0 0 0,-1 0 1 0 0,1-1-1 0 0,-1 1 0 0 0,0 0 0 0 0,1-1 0 0 0,-1 1 1 0 0,0-1-1 0 0,0 1 0 0 0,1 0 0 0 0,-1-1 0 0 0,2-19 404 0 0,-12-29 317 0 0,8 39-668 0 0,-5-18 116 0 0,-29-148 502 0 0,33 149-755 0 0,0 0 0 0 0,2-1-1 0 0,0 1 1 0 0,6-41 0 0 0,-4 62-339 0 0,0 1-1 0 0,0-1 0 0 0,0 0 1 0 0,1 1-1 0 0,0-1 0 0 0,0 1 1 0 0,1-1-1 0 0,-1 1 1 0 0,1 0-1 0 0,5-6 0 0 0,-1 4-1119 0 0</inkml:trace>
</inkml:ink>
</file>

<file path=ppt/ink/ink2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4:29.2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46 6449 0 0,'0'-2'133'0'0,"0"1"0"0"0,0 0 0 0 0,0-1 0 0 0,0 1 0 0 0,0 0 0 0 0,0-1-1 0 0,0 1 1 0 0,1 0 0 0 0,-1 0 0 0 0,0-1 0 0 0,1 1 0 0 0,-1 0 0 0 0,1 0-1 0 0,0-1 1 0 0,-1 1 0 0 0,1 0 0 0 0,0 0 0 0 0,0 0 0 0 0,0 0 0 0 0,-1 0-1 0 0,1 0 1 0 0,0 0 0 0 0,0 0 0 0 0,1 1 0 0 0,-1-1 0 0 0,0 0-1 0 0,0 1 1 0 0,0-1 0 0 0,0 0 0 0 0,1 1 0 0 0,-1-1 0 0 0,0 1 0 0 0,2-1-1 0 0,3-1 528 0 0,0 0-1 0 0,0 0 0 0 0,0 1 0 0 0,0 0 0 0 0,0 0 0 0 0,7-1 1 0 0,-1 3-135 0 0,0 1 0 0 0,0 0 1 0 0,0 0-1 0 0,0 1 1 0 0,0 1-1 0 0,0 0 0 0 0,-1 0 1 0 0,0 1-1 0 0,14 8 0 0 0,-6-1-336 0 0,0 0 0 0 0,-1 1 0 0 0,0 0 0 0 0,19 21 0 0 0,16 31-2290 0 0,-43-57 507 0 0</inkml:trace>
</inkml:ink>
</file>

<file path=ppt/ink/ink2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4:29.6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128 10 6913 0 0,'-10'-4'139'0'0,"8"4"95"0"0,1-1 0 0 0,0 0 1 0 0,0 1-1 0 0,0-1 0 0 0,-1 1 0 0 0,1-1 1 0 0,0 1-1 0 0,-1-1 0 0 0,1 1 0 0 0,0 0 0 0 0,-1 0 1 0 0,1 0-1 0 0,-1 0 0 0 0,1 0 0 0 0,0 0 1 0 0,-1 0-1 0 0,1 0 0 0 0,0 1 0 0 0,-1-1 0 0 0,1 0 1 0 0,0 1-1 0 0,0-1 0 0 0,-1 1 0 0 0,1 0 1 0 0,0-1-1 0 0,0 1 0 0 0,0 0 0 0 0,-1 0 0 0 0,1-1 1 0 0,0 1-1 0 0,0 0 0 0 0,1 0 0 0 0,-1 0 1 0 0,0 0-1 0 0,0 1 0 0 0,0-1 0 0 0,1 0 0 0 0,-1 0 1 0 0,0 2-1 0 0,-8 14 650 0 0,2 0-1 0 0,0 0 1 0 0,1 1 0 0 0,0 0 0 0 0,-3 22-1 0 0,-10 96-519 0 0,18-129-294 0 0,-2 35-49 0 0,0 3-170 0 0</inkml:trace>
</inkml:ink>
</file>

<file path=ppt/ink/ink2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4:54.1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97 193 6913 0 0,'-6'-3'516'0'0,"0"0"-1"0"0,1 0 0 0 0,-1 0 0 0 0,1-1 0 0 0,0 0 0 0 0,0 0 0 0 0,1 0 0 0 0,-5-6 0 0 0,-14-10 1411 0 0,12 11-1095 0 0,0 1 3164 0 0,22 24-2157 0 0,68 90-862 0 0,72 125-1 0 0,-113-167-815 0 0,49 59 0 0 0,-67-99-135 0 0,1 0 0 0 0,0-1 0 0 0,2-2 0 0 0,1 0 0 0 0,29 20 0 0 0,-52-41-21 0 0,-1 0 1 0 0,0 1 0 0 0,1-1-1 0 0,-1 1 1 0 0,1-1 0 0 0,-1 0-1 0 0,0 1 1 0 0,1-1 0 0 0,-1 0-1 0 0,1 0 1 0 0,-1 1 0 0 0,1-1-1 0 0,-1 0 1 0 0,1 0 0 0 0,-1 0-1 0 0,1 0 1 0 0,-1 1 0 0 0,1-1-1 0 0,-1 0 1 0 0,1 0 0 0 0,0 0-1 0 0,-1 0 1 0 0,1 0 0 0 0,-1 0-1 0 0,1 0 1 0 0,-1-1 0 0 0,1 1 0 0 0,-1 0-1 0 0,1 0 1 0 0,-1 0 0 0 0,1 0-1 0 0,-1-1 1 0 0,1 1 0 0 0,-1 0-1 0 0,1 0 1 0 0,-1-1 0 0 0,0 1-1 0 0,1 0 1 0 0,-1-1 0 0 0,1 1-1 0 0,-1-1 1 0 0,0 1 0 0 0,1 0-1 0 0,-1-1 1 0 0,0 1 0 0 0,0-1-1 0 0,1 1 1 0 0,-1-1 0 0 0,0 1-1 0 0,0-1 1 0 0,0 1 0 0 0,1-1 0 0 0,-1 1-1 0 0,0-1 1 0 0,0 1 0 0 0,0-1-1 0 0,0 0 1 0 0,0 1 0 0 0,0-1-1 0 0,0 1 1 0 0,0-1 0 0 0,0 1-1 0 0,-1-1 1 0 0,1 1 0 0 0,0-1-1 0 0,-7-45 300 0 0,6 38-238 0 0,-54-231 813 0 0,33 157-867 0 0,3-1 0 0 0,-14-165 0 0 0,32 241-432 0 0,3-48 771 0 0,-2 52-1068 0 0,1 0 0 0 0,0 0 0 0 0,0 0 0 0 0,0 1 0 0 0,0-1 0 0 0,0 0 0 0 0,0 0 0 0 0,1 1 0 0 0,2-4 0 0 0</inkml:trace>
</inkml:ink>
</file>

<file path=ppt/ink/ink2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4:54.5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 9218 0 0,'14'-13'6184'0'0,"-4"28"-4501"0"0,94 232 2115 0 0,-84-204-3716 0 0,2 7-454 0 0,-5-19-5042 0 0,-6-12-1115 0 0</inkml:trace>
</inkml:ink>
</file>

<file path=ppt/ink/ink2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4:54.9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0 142 7834 0 0,'0'-5'4052'0'0,"9"-11"-2115"0"0,12-16-319 0 0,-11 18-959 0 0,0 1 0 0 0,1 1 1 0 0,13-12-1 0 0,-20 21-685 0 0,1 0 0 0 0,-1 0 0 0 0,0 0-1 0 0,1 0 1 0 0,0 1 0 0 0,5-3 0 0 0,-8 5-296 0 0,0-1-1 0 0,0 0 1 0 0,0 1 0 0 0,1-1 0 0 0,-1 1 0 0 0,0 0 0 0 0,1 0 0 0 0,-1 0 0 0 0,0 0-1 0 0,0 0 1 0 0,1 0 0 0 0,-1 1 0 0 0,0-1 0 0 0,4 2 0 0 0</inkml:trace>
</inkml:ink>
</file>

<file path=ppt/ink/ink2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4:55.2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0 162 7834 0 0,'2'-4'419'0'0,"-1"1"0"0"0,1 0 0 0 0,0 0 0 0 0,0 0 0 0 0,0 0 0 0 0,0 1 0 0 0,0-1 0 0 0,1 0 0 0 0,-1 1 0 0 0,6-5 0 0 0,2-2 27 0 0,78-74 1471 0 0,-78 74-2441 0 0,0-2 198 0 0,0-3 261 0 0</inkml:trace>
</inkml:ink>
</file>

<file path=ppt/ink/ink2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4:55.6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20 11522 0 0,'-18'-19'6195'0'0,"25"33"-4261"0"0,107 238 678 0 0,-81-170-2663 0 0,67 121 0 0 0,-97-198-270 0 0,6 11-20 0 0</inkml:trace>
</inkml:ink>
</file>

<file path=ppt/ink/ink2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4:56.1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53 230 3225 0 0,'-21'-22'-274'0'0,"17"18"857"0"0,0 0 0 0 0,1 0 0 0 0,-1 0 0 0 0,1 0 0 0 0,0-1 0 0 0,-4-7 1 0 0,6 10-409 0 0,0 0 0 0 0,1-1 1 0 0,-1 1-1 0 0,1-1 0 0 0,-1 1 1 0 0,1-1-1 0 0,0 1 1 0 0,0 0-1 0 0,0-1 0 0 0,1 1 1 0 0,-1-1-1 0 0,0 1 1 0 0,1 0-1 0 0,0-1 0 0 0,-1 1 1 0 0,1 0-1 0 0,0-1 0 0 0,2-3 1 0 0,3-4 336 0 0,1 0-1 0 0,-1 0 1 0 0,1 0-1 0 0,1 1 1 0 0,0 0 0 0 0,15-13-1 0 0,-18 18-246 0 0,0 0-1 0 0,0 0 1 0 0,0 0-1 0 0,1 0 1 0 0,-1 1-1 0 0,1 0 1 0 0,0 0-1 0 0,0 0 1 0 0,0 1-1 0 0,1 0 1 0 0,-1 0-1 0 0,0 1 1 0 0,12-1-1 0 0,-16 2-254 0 0,0 0 1 0 0,0 0-1 0 0,0 0 0 0 0,-1 0 1 0 0,1 1-1 0 0,0-1 0 0 0,0 0 0 0 0,0 1 1 0 0,0 0-1 0 0,0 0 0 0 0,-1-1 1 0 0,1 1-1 0 0,0 0 0 0 0,-1 0 1 0 0,1 1-1 0 0,0-1 0 0 0,-1 0 0 0 0,0 0 1 0 0,3 3-1 0 0,-2-1 14 0 0,0 0 1 0 0,0 1-1 0 0,-1-1 0 0 0,1 0 1 0 0,-1 0-1 0 0,0 1 0 0 0,0-1 1 0 0,0 1-1 0 0,0-1 0 0 0,0 5 1 0 0,0 8 69 0 0,-1 0 1 0 0,0 1 0 0 0,-5 28-1 0 0,4-37-87 0 0,-4 15 123 0 0,-11 40 0 0 0,9-43-1 0 0,2-1-1 0 0,-5 35 0 0 0,10-53-119 0 0,0-1 0 0 0,0 1-1 0 0,-1-1 1 0 0,1 1-1 0 0,0-1 1 0 0,0 1-1 0 0,0-1 1 0 0,1 1 0 0 0,-1-1-1 0 0,0 1 1 0 0,0-1-1 0 0,0 1 1 0 0,0-1-1 0 0,0 1 1 0 0,1-1 0 0 0,-1 1-1 0 0,0-1 1 0 0,0 0-1 0 0,1 1 1 0 0,-1-1-1 0 0,0 1 1 0 0,0-1-1 0 0,1 0 1 0 0,-1 1 0 0 0,1-1-1 0 0,-1 0 1 0 0,0 1-1 0 0,1-1 1 0 0,-1 0-1 0 0,1 0 1 0 0,-1 1 0 0 0,1-1-1 0 0,20-1 520 0 0,23-17 302 0 0,-41 17-820 0 0,17-8-198 0 0,0 1-1 0 0,32-8 0 0 0,-29 11-533 0 0</inkml:trace>
</inkml:ink>
</file>

<file path=ppt/ink/ink2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4:56.7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1 9674 0 0,'-1'0'251'0'0,"0"-1"-1"0"0,0 1 1 0 0,1 0-1 0 0,-1 1 1 0 0,0-1-1 0 0,1 0 1 0 0,-1 0-1 0 0,0 0 1 0 0,-8 6 3757 0 0,8-4-3758 0 0,1 17 2470 0 0,19 27-2191 0 0,-15-38-193 0 0,12 21-403 0 0,0-1-1 0 0,27 34 0 0 0,-7-14-5466 0 0,-11-19-507 0 0</inkml:trace>
</inkml:ink>
</file>

<file path=ppt/ink/ink2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4:57.2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59 983 9218 0 0,'-49'24'1358'0'0,"40"-20"2493"0"0,204-149 918 0 0,-95 77-3681 0 0,417-260 1255 0 0,-43 92-1933 0 0,-277 140-576 0 0,7-4 8 0 0,-123 70-674 0 0,-48 22-157 0 0</inkml:trace>
</inkml:ink>
</file>

<file path=ppt/ink/ink2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4:57.6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1 12899 0 0,'-15'0'1491'0'0,"26"2"-97"0"0,16 4-4 0 0,-15-1-1091 0 0,0 1 0 0 0,0 0 1 0 0,-1 1-1 0 0,1 0 0 0 0,-1 1 0 0 0,-1 0 0 0 0,0 0 0 0 0,0 2 0 0 0,-1-1 0 0 0,0 1 0 0 0,10 14 0 0 0,9 17-33 0 0,39 73 0 0 0,-51-84-168 0 0,-12-24-168 0 0,12 20-272 0 0,-2 1 0 0 0,-1 0 0 0 0,-1 0 0 0 0,-1 2 0 0 0,10 45 0 0 0,-20-63-4413 0 0</inkml:trace>
</inkml:ink>
</file>

<file path=ppt/ink/ink2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4:57.9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7 203 3225 0 0,'-2'-5'116'0'0,"1"-1"0"0"0,0 1 0 0 0,0-1 0 0 0,0 1 0 0 0,1-1 0 0 0,-1 1 0 0 0,2-1 0 0 0,-1 0 0 0 0,1 1 1 0 0,-1-1-1 0 0,1 1 0 0 0,1-1 0 0 0,-1 1 0 0 0,1-1 0 0 0,0 1 0 0 0,0 0 0 0 0,1 0 0 0 0,0 0 0 0 0,-1 0 0 0 0,2 0 0 0 0,3-5 1 0 0,-2 3 432 0 0,1 0 1 0 0,0 1-1 0 0,0 0 1 0 0,0 0-1 0 0,0 0 1 0 0,1 0-1 0 0,0 1 1 0 0,1 0-1 0 0,-1 1 1 0 0,1 0-1 0 0,0 0 1 0 0,13-5-1 0 0,-18 8-374 0 0,1 0 1 0 0,-1 0-1 0 0,1 1 0 0 0,0-1 1 0 0,-1 1-1 0 0,1 0 0 0 0,0 0 1 0 0,-1 0-1 0 0,1 0 0 0 0,-1 1 1 0 0,1-1-1 0 0,0 1 0 0 0,-1 0 1 0 0,1 0-1 0 0,-1 0 0 0 0,0 1 1 0 0,1-1-1 0 0,-1 1 0 0 0,0 0 1 0 0,0-1-1 0 0,0 2 0 0 0,0-1 1 0 0,0 0-1 0 0,0 1 0 0 0,-1-1 1 0 0,1 1-1 0 0,-1 0 0 0 0,0-1 1 0 0,0 1-1 0 0,0 0 0 0 0,0 1 1 0 0,3 4-1 0 0,-1 2-48 0 0,0 0 0 0 0,0 1 0 0 0,-1-1 0 0 0,0 1 0 0 0,-1 0 0 0 0,0 0 0 0 0,0-1 0 0 0,-1 1 0 0 0,-1 0 0 0 0,-1 13 0 0 0,-2 14 188 0 0,-14 60 0 0 0,0 0 507 0 0,17-97-796 0 0,0 0 1 0 0,-1 0-1 0 0,1 0 1 0 0,0 0-1 0 0,0 0 0 0 0,0 0 1 0 0,0 0-1 0 0,0 0 1 0 0,0 0-1 0 0,0 0 1 0 0,1 0-1 0 0,-1 0 1 0 0,0 0-1 0 0,1 0 1 0 0,-1 0-1 0 0,0 0 1 0 0,1 0-1 0 0,-1 0 1 0 0,1 0-1 0 0,-1 0 1 0 0,1 0-1 0 0,0-1 1 0 0,-1 1-1 0 0,1 0 1 0 0,0 0-1 0 0,0-1 0 0 0,1 2 1 0 0,0-1-8 0 0,0-1 0 0 0,0 0 0 0 0,-1 1 0 0 0,1-1 0 0 0,0 0 0 0 0,0 0-1 0 0,0 0 1 0 0,0 0 0 0 0,0 0 0 0 0,0-1 0 0 0,0 1 0 0 0,0 0 0 0 0,-1-1 0 0 0,3 0 0 0 0,11-5-1 0 0,-1 0 0 0 0,0-1 1 0 0,13-9-1 0 0,-19 11 36 0 0,82-46-1493 0 0,-69 41 285 0 0</inkml:trace>
</inkml:ink>
</file>

<file path=ppt/ink/ink2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4:58.3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0 2761 0 0,'-7'8'12258'0'0,"10"-1"-10267"0"0,28 72 2234 0 0,5 11-3203 0 0,3-1-3760 0 0</inkml:trace>
</inkml:ink>
</file>

<file path=ppt/ink/ink2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4:58.7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0 243 9674 0 0,'97'-73'9354'0'0,"31"-25"-7925"0"0,-111 86-2126 0 0,0 2 0 0 0,1 0-1 0 0,1 1 1 0 0,-1 0-1 0 0,35-10 1 0 0,-38 16-5302 0 0</inkml:trace>
</inkml:ink>
</file>

<file path=ppt/ink/ink2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4:59.1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12443 0 0,'1'0'468'0'0,"1"0"1"0"0,0 1-1 0 0,0-1 1 0 0,0 1-1 0 0,-1 0 1 0 0,1-1-1 0 0,-1 1 0 0 0,1 0 1 0 0,0 0-1 0 0,-1 0 1 0 0,1 0-1 0 0,-1 0 1 0 0,0 1-1 0 0,1-1 1 0 0,0 2-1 0 0,27 33 1889 0 0,18 50-2388 0 0,-44-81 252 0 0,48 103-722 0 0,8 15-4486 0 0,-49-105 4858 0 0</inkml:trace>
</inkml:ink>
</file>

<file path=ppt/ink/ink2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4:59.5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13 6913 0 0,'0'0'103'0'0,"-1"0"0"0"0,1-1 0 0 0,0 1 0 0 0,0 0 0 0 0,0-1 0 0 0,0 1 0 0 0,0 0 0 0 0,0-1-1 0 0,-1 1 1 0 0,1 0 0 0 0,0-1 0 0 0,0 1 0 0 0,0 0 0 0 0,0-1 0 0 0,0 1 0 0 0,0 0-1 0 0,0-1 1 0 0,1 1 0 0 0,-1-1 0 0 0,0 1 0 0 0,0 0 0 0 0,0 0 0 0 0,0-1 0 0 0,0 1 0 0 0,0 0-1 0 0,1-1 1 0 0,-1 1 0 0 0,0 0 0 0 0,0-1 0 0 0,0 1 0 0 0,1 0 0 0 0,-1 0 0 0 0,0-1 0 0 0,1 1-1 0 0,-1 0 1 0 0,0 0 0 0 0,0 0 0 0 0,1 0 0 0 0,-1-1 0 0 0,0 1 0 0 0,1 0 0 0 0,-1 0-1 0 0,0 0 1 0 0,1 0 0 0 0,0 0 72 0 0,0-1 0 0 0,0 1-1 0 0,-1 0 1 0 0,1 0 0 0 0,0 0-1 0 0,0 0 1 0 0,0 1 0 0 0,-1-1-1 0 0,1 0 1 0 0,0 0 0 0 0,0 0-1 0 0,-1 1 1 0 0,1-1 0 0 0,0 0-1 0 0,0 1 1 0 0,-1-1 0 0 0,1 1-1 0 0,0-1 1 0 0,-1 0 0 0 0,1 1-1 0 0,-1 0 1 0 0,1-1 0 0 0,0 2-1 0 0,12 17 901 0 0,-1 1-1 0 0,-1 1 0 0 0,-1 0 0 0 0,12 35 0 0 0,0 0-418 0 0,58 123-245 0 0,-44-104-2681 0 0,-26-54-4910 0 0</inkml:trace>
</inkml:ink>
</file>

<file path=ppt/ink/ink2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4:59.9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55 187 3225 0 0,'-5'-3'224'0'0,"1"0"0"0"0,0 0 0 0 0,0-1 0 0 0,1 1 0 0 0,-1-1 0 0 0,1 0 0 0 0,-1 0 0 0 0,1 0 0 0 0,1 0 0 0 0,-1-1 1 0 0,0 1-1 0 0,1-1 0 0 0,0 1 0 0 0,0-1 0 0 0,0 0 0 0 0,1 0 0 0 0,-2-10 0 0 0,3 12-65 0 0,0-1 1 0 0,0 1-1 0 0,0-1 1 0 0,0 1-1 0 0,1-1 0 0 0,-1 1 1 0 0,1-1-1 0 0,0 1 1 0 0,0 0-1 0 0,1 0 0 0 0,-1-1 1 0 0,1 1-1 0 0,-1 0 1 0 0,1 0-1 0 0,0 0 0 0 0,0 0 1 0 0,0 1-1 0 0,0-1 1 0 0,1 0-1 0 0,-1 1 0 0 0,1 0 1 0 0,0-1-1 0 0,-1 1 1 0 0,1 0-1 0 0,0 1 0 0 0,0-1 1 0 0,4-1-1 0 0,0-1 34 0 0,1 1-1 0 0,0 0 1 0 0,-1 0-1 0 0,1 1 1 0 0,0 0 0 0 0,0 0-1 0 0,0 1 1 0 0,1 0-1 0 0,-1 1 1 0 0,0-1-1 0 0,0 2 1 0 0,12 0-1 0 0,-16 0-137 0 0,0 0 0 0 0,0 0 0 0 0,0 0 0 0 0,0 1 0 0 0,0-1 0 0 0,-1 1 0 0 0,1 0 0 0 0,0 0 0 0 0,-1 0 0 0 0,0 1 0 0 0,1-1 0 0 0,-1 1-1 0 0,0 0 1 0 0,0 0 0 0 0,-1 0 0 0 0,1 0 0 0 0,-1 0 0 0 0,1 1 0 0 0,-1-1 0 0 0,0 1 0 0 0,0-1 0 0 0,-1 1 0 0 0,1 0 0 0 0,-1 0 0 0 0,1-1-1 0 0,0 8 1 0 0,-1 1 97 0 0,0 1-1 0 0,0-1 0 0 0,-1 1 0 0 0,-1-1 1 0 0,0 0-1 0 0,-1 1 0 0 0,0-1 0 0 0,-1 0 1 0 0,0 0-1 0 0,-10 23 0 0 0,7-18 517 0 0,0 0-1 0 0,1 0 1 0 0,-4 37 0 0 0,9-53-624 0 0,-1-1 1 0 0,1 1 0 0 0,0 0 0 0 0,0 0-1 0 0,0 0 1 0 0,0 0 0 0 0,0-1 0 0 0,1 1-1 0 0,-1 0 1 0 0,0 0 0 0 0,0 0-1 0 0,0-1 1 0 0,1 1 0 0 0,-1 0 0 0 0,0 0-1 0 0,1-1 1 0 0,-1 1 0 0 0,1 0 0 0 0,-1-1-1 0 0,1 1 1 0 0,-1 0 0 0 0,1-1 0 0 0,-1 1-1 0 0,1 0 1 0 0,0-1 0 0 0,-1 1 0 0 0,2 0-1 0 0,-1-1 4 0 0,1 1 0 0 0,0-1 0 0 0,0 0-1 0 0,-1 1 1 0 0,1-1 0 0 0,0 0 0 0 0,-1 0-1 0 0,1 0 1 0 0,0 0 0 0 0,0 0-1 0 0,-1-1 1 0 0,3 0 0 0 0,6-1 58 0 0,0-2 0 0 0,-1 1 1 0 0,12-7-1 0 0,-20 9-97 0 0,29-14-102 0 0,1 2 0 0 0,0 0 0 0 0,43-10 0 0 0,-57 20-1534 0 0,0 0 1 0 0,24-1-1 0 0,-24 3-147 0 0</inkml:trace>
</inkml:ink>
</file>

<file path=ppt/ink/ink2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5:00.2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46 6913 0 0,'2'-3'212'0'0,"0"0"-1"0"0,0-1 1 0 0,0 1-1 0 0,0 0 1 0 0,1 0-1 0 0,0 0 1 0 0,-1 1-1 0 0,1-1 0 0 0,0 1 1 0 0,0-1-1 0 0,0 1 1 0 0,1 0-1 0 0,-1 0 1 0 0,1 0-1 0 0,6-2 1 0 0,-9 4-79 0 0,1-1 0 0 0,0 1 1 0 0,0 0-1 0 0,-1-1 1 0 0,1 1-1 0 0,0 0 1 0 0,0 0-1 0 0,0 0 1 0 0,-1 0-1 0 0,1 1 0 0 0,0-1 1 0 0,0 0-1 0 0,-1 1 1 0 0,1-1-1 0 0,0 1 1 0 0,-1-1-1 0 0,1 1 1 0 0,-1 0-1 0 0,1 0 0 0 0,-1 0 1 0 0,1 0-1 0 0,-1 0 1 0 0,1 0-1 0 0,-1 0 1 0 0,0 1-1 0 0,0-1 1 0 0,1 0-1 0 0,-1 1 0 0 0,0-1 1 0 0,0 1-1 0 0,0-1 1 0 0,-1 1-1 0 0,1-1 1 0 0,0 1-1 0 0,0 2 1 0 0,4 13 203 0 0,0 0 1 0 0,-1 1 0 0 0,-1-1-1 0 0,0 1 1 0 0,-2 0 0 0 0,0 28-1 0 0,-1-28 31 0 0,0 1-1 0 0,2 0 0 0 0,0 0 1 0 0,1 0-1 0 0,10 33 0 0 0,-13-51-326 0 0,1 0 0 0 0,-1 0 1 0 0,0-1-1 0 0,1 1 0 0 0,-1 0 0 0 0,1 0 0 0 0,-1-1 0 0 0,1 1 0 0 0,-1 0 0 0 0,1-1 1 0 0,-1 1-1 0 0,1 0 0 0 0,-1-1 0 0 0,1 1 0 0 0,0-1 0 0 0,0 1 0 0 0,-1-1 0 0 0,1 0 1 0 0,0 1-1 0 0,0-1 0 0 0,-1 0 0 0 0,1 1 0 0 0,0-1 0 0 0,0 0 0 0 0,0 0 1 0 0,-1 0-1 0 0,1 1 0 0 0,0-1 0 0 0,0 0 0 0 0,0 0 0 0 0,0 0 0 0 0,-1-1 0 0 0,1 1 1 0 0,0 0-1 0 0,0 0 0 0 0,0 0 0 0 0,0-1 0 0 0,-1 1 0 0 0,1 0 0 0 0,0-1 0 0 0,0 1 1 0 0,-1 0-1 0 0,1-1 0 0 0,0 1 0 0 0,-1-1 0 0 0,1 0 0 0 0,0 1 0 0 0,-1-1 0 0 0,2 0 1 0 0,5-6 98 0 0,1 0 0 0 0,-1 0 0 0 0,9-12 1 0 0,-10 12-116 0 0,21-24-847 0 0,1 2-1 0 0,48-39 0 0 0,-56 52-48 0 0</inkml:trace>
</inkml:ink>
</file>

<file path=ppt/ink/ink2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5:01.8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67 377 10594 0 0,'-5'-3'89'0'0,"0"0"-1"0"0,1 0 0 0 0,-1 0 1 0 0,1-1-1 0 0,0 1 0 0 0,0-1 1 0 0,0 0-1 0 0,1-1 0 0 0,-1 1 1 0 0,1 0-1 0 0,0-1 0 0 0,1 0 1 0 0,-1 0-1 0 0,1 0 0 0 0,-1 0 1 0 0,2 0-1 0 0,-1 0 0 0 0,0 0 1 0 0,1-1-1 0 0,-1-7 0 0 0,2 12 37 0 0,0 1-1 0 0,0-1 1 0 0,0 0-1 0 0,0 0 1 0 0,0 0-1 0 0,0 0 1 0 0,0 0-1 0 0,0 0 0 0 0,0 1 1 0 0,1-1-1 0 0,-1 0 1 0 0,0 0-1 0 0,1 0 1 0 0,-1 0-1 0 0,0 1 1 0 0,1-1-1 0 0,-1 0 1 0 0,1 0-1 0 0,-1 1 1 0 0,1-1-1 0 0,0 0 0 0 0,-1 1 1 0 0,1-1-1 0 0,0 0 1 0 0,-1 1-1 0 0,1-1 1 0 0,0 1-1 0 0,0-1 1 0 0,2 0 30 0 0,-1 1 1 0 0,0-1-1 0 0,0 1 1 0 0,1-1-1 0 0,-1 1 0 0 0,0 0 1 0 0,1 0-1 0 0,-1 0 1 0 0,0 0-1 0 0,5 1 1 0 0,3 2 123 0 0,1-1-1 0 0,-1 2 1 0 0,16 6 0 0 0,6 7 119 0 0,0 2 1 0 0,-1 1-1 0 0,29 25 0 0 0,57 37 166 0 0,-103-75-520 0 0,0 1 1 0 0,0-2-1 0 0,0 0 1 0 0,1 0-1 0 0,0-1 1 0 0,29 5 0 0 0,-43-10-29 0 0,-1 0 0 0 0,1 0 0 0 0,-1 0 1 0 0,1 0-1 0 0,-1 0 0 0 0,1 0 0 0 0,-1 0 1 0 0,1 0-1 0 0,0 0 0 0 0,-1 0 0 0 0,1 0 0 0 0,-1 0 1 0 0,1 0-1 0 0,-1-1 0 0 0,1 1 0 0 0,-1 0 1 0 0,1 0-1 0 0,-1 0 0 0 0,1-1 0 0 0,-1 1 1 0 0,1 0-1 0 0,-1-1 0 0 0,1 1 0 0 0,-1 0 1 0 0,0-1-1 0 0,1 1 0 0 0,-1-1 0 0 0,1 0 1 0 0,-1-17 362 0 0,-17-29 114 0 0,12 35-392 0 0,-128-401-608 0 0,131 406-1352 0 0</inkml:trace>
</inkml:ink>
</file>

<file path=ppt/ink/ink2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5:02.3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1 3225 0 0,'-12'4'7421'0'0,"10"-1"-6599"0"0,-3 5-565 0 0,0 0-1 0 0,1 0 1 0 0,0 1 0 0 0,1-1 0 0 0,-1 1 0 0 0,2 0-1 0 0,-1 0 1 0 0,1-1 0 0 0,-1 19 0 0 0,2-24-237 0 0,1 0 0 0 0,0-1 1 0 0,0 1-1 0 0,0 0 0 0 0,0-1 1 0 0,0 1-1 0 0,1-1 0 0 0,-1 1 1 0 0,1 0-1 0 0,0-1 0 0 0,-1 1 0 0 0,1-1 1 0 0,0 0-1 0 0,1 1 0 0 0,-1-1 1 0 0,0 0-1 0 0,1 1 0 0 0,-1-1 1 0 0,1 0-1 0 0,0 0 0 0 0,-1 0 1 0 0,1-1-1 0 0,0 1 0 0 0,0 0 1 0 0,0-1-1 0 0,1 1 0 0 0,-1-1 0 0 0,0 1 1 0 0,0-1-1 0 0,1 0 0 0 0,-1 0 1 0 0,1 0-1 0 0,-1-1 0 0 0,1 1 1 0 0,-1 0-1 0 0,1-1 0 0 0,0 0 1 0 0,-1 0-1 0 0,1 0 0 0 0,4 0 1 0 0,13-1 654 0 0,40-8 0 0 0,-48 7-397 0 0,0-1 0 0 0,0 1 0 0 0,1 1 1 0 0,-1 0-1 0 0,1 1 0 0 0,-1 0 0 0 0,0 1 0 0 0,21 4 1 0 0,-30-4-239 0 0,-1 0 1 0 0,1 0 0 0 0,-1 0-1 0 0,1 0 1 0 0,-1 0 0 0 0,1 1-1 0 0,-1-1 1 0 0,0 1 0 0 0,0 0-1 0 0,0-1 1 0 0,0 1 0 0 0,0 0-1 0 0,0 0 1 0 0,0 0 0 0 0,-1 1-1 0 0,1-1 1 0 0,-1 0 0 0 0,1 1-1 0 0,1 4 1 0 0,-2-2-9 0 0,1 0-1 0 0,-1 0 1 0 0,-1 0 0 0 0,1 0 0 0 0,-1 1 0 0 0,1-1-1 0 0,-1 0 1 0 0,-1 1 0 0 0,-1 8 0 0 0,-2 4 19 0 0,0-1 0 0 0,-2 1-1 0 0,0-1 1 0 0,-15 31 0 0 0,-32 46-827 0 0,39-72 464 0 0</inkml:trace>
</inkml:ink>
</file>

<file path=ppt/ink/ink2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5:03.3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43 272 6913 0 0,'-17'-26'2119'0'0,"15"23"-1760"0"0,-1-1 0 0 0,0 0 0 0 0,1 1 0 0 0,0-1 0 0 0,0 0 0 0 0,0 0 0 0 0,0 0 0 0 0,0 0 0 0 0,1 0 0 0 0,0 0 0 0 0,0-1 0 0 0,0 1 0 0 0,0-5 0 0 0,1 8-313 0 0,0 1 0 0 0,0-1 0 0 0,0 1 1 0 0,0 0-1 0 0,1-1 0 0 0,-1 1 0 0 0,0-1 1 0 0,0 1-1 0 0,1 0 0 0 0,-1-1 0 0 0,0 1 1 0 0,0 0-1 0 0,1 0 0 0 0,-1-1 0 0 0,0 1 1 0 0,1 0-1 0 0,-1 0 0 0 0,0-1 0 0 0,1 1 1 0 0,-1 0-1 0 0,0 0 0 0 0,1 0 0 0 0,-1 0 0 0 0,1-1 1 0 0,-1 1-1 0 0,0 0 0 0 0,1 0 0 0 0,-1 0 1 0 0,1 0-1 0 0,-1 0 0 0 0,0 0 0 0 0,1 0 1 0 0,-1 0-1 0 0,1 0 0 0 0,-1 0 0 0 0,1 0 1 0 0,-1 1-1 0 0,0-1 0 0 0,1 0 0 0 0,-1 0 1 0 0,0 0-1 0 0,1 0 0 0 0,-1 1 0 0 0,0-1 1 0 0,1 0-1 0 0,-1 0 0 0 0,0 1 0 0 0,1-1 1 0 0,-1 0-1 0 0,1 1 0 0 0,20 13 695 0 0,97 104 920 0 0,-39-35-819 0 0,-30-36-524 0 0,-9-5 6 0 0,2-3 1 0 0,2-1-1 0 0,61 40 0 0 0,-99-74-282 0 0,0-1 0 0 0,0 0-1 0 0,0 0 1 0 0,1 0 0 0 0,8 2 0 0 0,-14-5-26 0 0,0 0 1 0 0,0 0-1 0 0,0 1 1 0 0,0-1-1 0 0,0 0 1 0 0,0 0 0 0 0,0 0-1 0 0,1 0 1 0 0,-1 0-1 0 0,0 0 1 0 0,0 0-1 0 0,0-1 1 0 0,0 1-1 0 0,0 0 1 0 0,0-1-1 0 0,0 1 1 0 0,0 0 0 0 0,0-1-1 0 0,0 1 1 0 0,0-1-1 0 0,0 0 1 0 0,0 1-1 0 0,0-1 1 0 0,-1 0-1 0 0,1 0 1 0 0,0 1 0 0 0,0-1-1 0 0,-1 0 1 0 0,1 0-1 0 0,0 0 1 0 0,-1 0-1 0 0,1 0 1 0 0,-1 0-1 0 0,1 0 1 0 0,-1 0-1 0 0,0 0 1 0 0,1 0 0 0 0,-1 0-1 0 0,0 0 1 0 0,0 0-1 0 0,0-2 1 0 0,2-24 113 0 0,-2 1 1 0 0,-1-1-1 0 0,-1 1 1 0 0,-1 0-1 0 0,-2 0 1 0 0,-7-28-1 0 0,-1-7-48 0 0,-4-24-315 0 0,-11-67-347 0 0,24 119-1160 0 0,0-36 0 0 0,5 44-5204 0 0</inkml:trace>
</inkml:ink>
</file>

<file path=ppt/ink/ink2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5:03.8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72 7370 0 0,'0'-3'250'0'0,"1"-1"0"0"0,0 0 0 0 0,0 1 1 0 0,0-1-1 0 0,0 0 0 0 0,1 1 1 0 0,-1-1-1 0 0,1 1 0 0 0,0 0 0 0 0,0 0 1 0 0,0-1-1 0 0,0 1 0 0 0,1 0 1 0 0,-1 1-1 0 0,6-5 0 0 0,-7 5-180 0 0,0 1 0 0 0,0 0 0 0 0,1 0-1 0 0,-1 0 1 0 0,0 0 0 0 0,1 0 0 0 0,-1 0 0 0 0,1 0 0 0 0,0 0-1 0 0,-1 0 1 0 0,1 1 0 0 0,-1-1 0 0 0,1 1 0 0 0,0-1-1 0 0,-1 1 1 0 0,1 0 0 0 0,0 0 0 0 0,0-1 0 0 0,-1 1-1 0 0,1 0 1 0 0,0 0 0 0 0,0 1 0 0 0,-1-1 0 0 0,1 0 0 0 0,0 1-1 0 0,-1-1 1 0 0,1 1 0 0 0,0-1 0 0 0,-1 1 0 0 0,1 0-1 0 0,-1 0 1 0 0,1 0 0 0 0,-1 0 0 0 0,3 2 0 0 0,4 5 106 0 0,-1 1 0 0 0,0 1 0 0 0,-1-1 1 0 0,0 1-1 0 0,-1 0 0 0 0,0 1 1 0 0,-1-1-1 0 0,7 23 0 0 0,-3 0 764 0 0,8 58 0 0 0,-15-84-766 0 0,5 31 563 0 0,-6-37-675 0 0,1 1-1 0 0,-1-1 1 0 0,0 0 0 0 0,0 1 0 0 0,1-1 0 0 0,-1 0 0 0 0,1 0-1 0 0,-1 0 1 0 0,1 0 0 0 0,0 0 0 0 0,-1 1 0 0 0,1-1 0 0 0,0 0-1 0 0,0 0 1 0 0,0 0 0 0 0,0-1 0 0 0,0 1 0 0 0,0 0 0 0 0,0 0 0 0 0,0 0-1 0 0,0-1 1 0 0,0 1 0 0 0,2 0 0 0 0,-2-1-16 0 0,0 0 0 0 0,0-1 0 0 0,1 1 0 0 0,-1 0 0 0 0,0-1 0 0 0,0 1 1 0 0,1-1-1 0 0,-1 1 0 0 0,0-1 0 0 0,0 1 0 0 0,0-1 0 0 0,0 0 0 0 0,0 0 0 0 0,0 0 0 0 0,0 1 0 0 0,0-1 0 0 0,0 0 1 0 0,1-2-1 0 0,19-24 338 0 0,-12 14-165 0 0,-3 7-234 0 0,0 0 0 0 0,0 0 0 0 0,0 0 0 0 0,0 1-1 0 0,1 0 1 0 0,0 0 0 0 0,0 0 0 0 0,1 1 0 0 0,-1 0 0 0 0,1 1 0 0 0,0 0 0 0 0,0 0 0 0 0,0 1 0 0 0,0 0 0 0 0,9-2-1 0 0,2 2-832 0 0</inkml:trace>
</inkml:ink>
</file>

<file path=ppt/ink/ink2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5:04.2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2 157 6913 0 0,'0'-2'335'0'0,"-1"0"0"0"0,1 0 0 0 0,-1 0 0 0 0,1 0 0 0 0,0-1 0 0 0,0 1-1 0 0,0 0 1 0 0,0 0 0 0 0,0 0 0 0 0,2-4 0 0 0,-1-2-33 0 0,2 1 1 0 0,-1 0-1 0 0,1-1 1 0 0,1 1 0 0 0,-1 0-1 0 0,1 0 1 0 0,6-7-1 0 0,-1 1-1641 0 0,2 1 0 0 0,17-17 1 0 0,-17 19-133 0 0</inkml:trace>
  <inkml:trace contextRef="#ctx0" brushRef="#br0" timeOffset="1">217 268 8290 0 0,'3'0'2434'0'0,"8"-7"-1193"0"0,11-12-123 0 0,17-28-404 0 0,59-64-8616 0 0,-81 95 7208 0 0</inkml:trace>
</inkml:ink>
</file>

<file path=ppt/ink/ink2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5:04.8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 1006 5065 0 0,'-11'5'970'0'0,"1"0"0"0"0,0 1 0 0 0,-14 10 0 0 0,-19 11 3415 0 0,50-37-1757 0 0,10-7-2070 0 0,31-17 819 0 0,97-50 0 0 0,-4 5-260 0 0,-71 34-628 0 0,1 2-1 0 0,115-47 1 0 0,611-183 512 0 0,-414 167-902 0 0,-229 65-116 0 0,48-5-33 0 0,-117 29-28 0 0,0-4 0 0 0,126-49 0 0 0,-53-1-1361 0 0,-121 53 254 0 0</inkml:trace>
</inkml:ink>
</file>

<file path=ppt/ink/ink2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5:05.4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23 12899 0 0,'-1'-1'254'0'0,"1"1"0"0"0,-1-1 0 0 0,1 0 0 0 0,-1 0-1 0 0,1 0 1 0 0,0 0 0 0 0,-1 0 0 0 0,1 0 0 0 0,0 1 0 0 0,0-1 0 0 0,0 0 0 0 0,0 0 0 0 0,0 0 0 0 0,0 0 0 0 0,0 0 0 0 0,0 0 0 0 0,0 0 0 0 0,0 0 0 0 0,0 0 0 0 0,1 0 0 0 0,-1 0 0 0 0,1-1-1 0 0,-1 2-174 0 0,1-1 0 0 0,0 1-1 0 0,-1 0 1 0 0,1 0 0 0 0,-1 0-1 0 0,1 0 1 0 0,0 0-1 0 0,-1 0 1 0 0,1 0 0 0 0,0 0-1 0 0,-1 1 1 0 0,1-1 0 0 0,-1 0-1 0 0,1 0 1 0 0,-1 0-1 0 0,1 1 1 0 0,0-1 0 0 0,-1 0-1 0 0,1 0 1 0 0,-1 1 0 0 0,1-1-1 0 0,-1 1 1 0 0,0-1-1 0 0,1 0 1 0 0,-1 1 0 0 0,1-1-1 0 0,-1 1 1 0 0,0-1 0 0 0,1 1-1 0 0,-1-1 1 0 0,0 1-1 0 0,1 0 1 0 0,-1-1 0 0 0,0 1-1 0 0,0-1 1 0 0,1 2 0 0 0,70 118 338 0 0,11 15-78 0 0,-41-75-428 0 0,107 142-865 0 0</inkml:trace>
</inkml:ink>
</file>

<file path=ppt/ink/ink2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5:05.7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58 2304 0 0,'4'-6'520'0'0,"1"1"0"0"0,0 0 0 0 0,0 0 0 0 0,1 1 0 0 0,0 0 0 0 0,-1 0 0 0 0,1 0 0 0 0,1 1 0 0 0,-1-1 0 0 0,0 2 0 0 0,1-1 0 0 0,12-3 0 0 0,-17 5-419 0 0,1 1 0 0 0,0-1 1 0 0,-1 1-1 0 0,1 0 1 0 0,-1 0-1 0 0,1 0 1 0 0,-1 0-1 0 0,1 0 1 0 0,-1 0-1 0 0,1 1 1 0 0,0-1-1 0 0,-1 1 0 0 0,0 0 1 0 0,1 0-1 0 0,-1 0 1 0 0,1 0-1 0 0,-1 0 1 0 0,0 0-1 0 0,0 0 1 0 0,0 1-1 0 0,0 0 1 0 0,0-1-1 0 0,0 1 0 0 0,0 0 1 0 0,0 0-1 0 0,0 0 1 0 0,-1 0-1 0 0,1 0 1 0 0,-1 0-1 0 0,0 0 1 0 0,1 0-1 0 0,-1 1 1 0 0,0-1-1 0 0,-1 0 0 0 0,1 1 1 0 0,1 4-1 0 0,0 6 72 0 0,0-1-1 0 0,0 0 1 0 0,-1 0-1 0 0,-1 1 0 0 0,0-1 1 0 0,-1 1-1 0 0,0-1 1 0 0,-1 0-1 0 0,-4 13 0 0 0,0 0 707 0 0,-2 0-1 0 0,-1-1 0 0 0,-15 30 1 0 0,24-54-837 0 0,0 0 1 0 0,0 0-1 0 0,-1 1 1 0 0,1-1 0 0 0,0 0-1 0 0,0 0 1 0 0,0 0 0 0 0,0 0-1 0 0,0 0 1 0 0,0 0-1 0 0,0 1 1 0 0,0-1 0 0 0,0 0-1 0 0,0 0 1 0 0,0 0 0 0 0,0 0-1 0 0,0 1 1 0 0,0-1 0 0 0,0 0-1 0 0,0 0 1 0 0,0 0-1 0 0,0 0 1 0 0,1 0 0 0 0,-1 0-1 0 0,0 1 1 0 0,0-1 0 0 0,0 0-1 0 0,0 0 1 0 0,0 0 0 0 0,0 0-1 0 0,0 0 1 0 0,0 0-1 0 0,0 0 1 0 0,1 1 0 0 0,-1-1-1 0 0,0 0 1 0 0,0 0 0 0 0,0 0-1 0 0,0 0 1 0 0,0 0-1 0 0,0 0 1 0 0,1 0 0 0 0,-1 0-1 0 0,0 0 1 0 0,0 0 0 0 0,0 0-1 0 0,0 0 1 0 0,0 0 0 0 0,1 0-1 0 0,-1 0 1 0 0,13 0 822 0 0,14-6-428 0 0,8-4-565 0 0,69-11-1 0 0,-42 17-6421 0 0,-36 5 212 0 0</inkml:trace>
</inkml:ink>
</file>

<file path=ppt/ink/ink2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5:06.1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87 456 0 0,'0'0'74'0'0,"-1"0"1"0"0,1-1-1 0 0,-1 1 0 0 0,1 0 0 0 0,0-1 1 0 0,0 1-1 0 0,-1 0 0 0 0,1-1 0 0 0,0 1 1 0 0,0 0-1 0 0,-1-1 0 0 0,1 1 0 0 0,0-1 0 0 0,0 1 1 0 0,0-1-1 0 0,0 1 0 0 0,-1 0 0 0 0,1-1 1 0 0,0 1-1 0 0,0-1 0 0 0,0 1 0 0 0,0-1 1 0 0,0 1-1 0 0,0-1 0 0 0,0 1 0 0 0,0-1 1 0 0,0 1-1 0 0,1 0 0 0 0,-1-1 0 0 0,0 1 1 0 0,0-1-1 0 0,0 1 0 0 0,0-1 0 0 0,1 1 1 0 0,-1 0-1 0 0,0-1 0 0 0,0 1 0 0 0,1-1 1 0 0,7-19 1791 0 0,-6 17-1597 0 0,0 0 0 0 0,-1 0 1 0 0,1 0-1 0 0,0 0 0 0 0,0 0 0 0 0,1 0 0 0 0,-1 0 0 0 0,1 1 0 0 0,-1-1 0 0 0,1 1 0 0 0,0-1 0 0 0,0 1 0 0 0,0 0 0 0 0,0 0 0 0 0,0 1 0 0 0,0-1 0 0 0,1 1 0 0 0,-1-1 0 0 0,0 1 0 0 0,1 0 0 0 0,-1 0 0 0 0,1 1 0 0 0,-1-1 0 0 0,1 1 0 0 0,0 0 0 0 0,-1 0 0 0 0,1 0 0 0 0,-1 0 0 0 0,1 0 0 0 0,0 1 0 0 0,-1 0 0 0 0,1-1 0 0 0,-1 1 0 0 0,6 3 0 0 0,-2-1 11 0 0,0 1-1 0 0,1-1 1 0 0,-2 2 0 0 0,1-1-1 0 0,0 1 1 0 0,-1 0-1 0 0,0 0 1 0 0,0 1-1 0 0,-1-1 1 0 0,1 1 0 0 0,-1 1-1 0 0,-1-1 1 0 0,1 1-1 0 0,6 13 1 0 0,-4-6 164 0 0,-1 0-1 0 0,-1 1 1 0 0,-1-1-1 0 0,0 1 1 0 0,0 0 0 0 0,-2 0-1 0 0,2 21 1 0 0,-4-36-435 0 0,0 0 0 0 0,0 1 0 0 0,0-1 0 0 0,0 0 0 0 0,0 0 0 0 0,0 0 1 0 0,0 0-1 0 0,0 0 0 0 0,0 0 0 0 0,0 1 0 0 0,0-1 0 0 0,0 0 0 0 0,0 0 0 0 0,0 0 0 0 0,0 0 1 0 0,0 0-1 0 0,0 0 0 0 0,0 0 0 0 0,0 1 0 0 0,0-1 0 0 0,0 0 0 0 0,1 0 0 0 0,-1 0 0 0 0,0 0 1 0 0,0 0-1 0 0,0 0 0 0 0,0 0 0 0 0,0 0 0 0 0,0 0 0 0 0,0 0 0 0 0,0 1 0 0 0,0-1 1 0 0,1 0-1 0 0,-1 0 0 0 0,0 0 0 0 0,0 0 0 0 0,0 0 0 0 0,0 0 0 0 0,0 0 0 0 0,0 0 0 0 0,0 0 1 0 0,1 0-1 0 0,-1 0 0 0 0,0 0 0 0 0,0 0 0 0 0,0 0 0 0 0,0 0 0 0 0,0 0 0 0 0,0 0 0 0 0,1 0 1 0 0,-1 0-1 0 0,0 0 0 0 0,0 0 0 0 0,0 0 0 0 0,0-1 0 0 0,0 1 0 0 0,0 0 0 0 0,0 0 0 0 0,0 0 1 0 0,1 0-1 0 0,9-9 45 0 0,8-12-185 0 0,28-39-719 0 0,-32 43-7 0 0</inkml:trace>
</inkml:ink>
</file>

<file path=ppt/ink/ink2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5:06.5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5 364 3225 0 0,'-1'-1'24'0'0,"1"0"0"0"0,-1 0 0 0 0,1 0 1 0 0,-1 0-1 0 0,1 0 0 0 0,0 1 0 0 0,-1-1 0 0 0,1 0 1 0 0,0 0-1 0 0,0 0 0 0 0,-1 0 0 0 0,1 0 0 0 0,0 0 1 0 0,0 0-1 0 0,0 0 0 0 0,0 0 0 0 0,0-2 0 0 0,1 3 159 0 0,-1-1 0 0 0,1 0 0 0 0,0 1-1 0 0,-1-1 1 0 0,1 0 0 0 0,-1 1 0 0 0,1-1-1 0 0,0 1 1 0 0,-1-1 0 0 0,1 1 0 0 0,0-1-1 0 0,0 1 1 0 0,-1 0 0 0 0,1-1 0 0 0,0 1-1 0 0,0 0 1 0 0,0 0 0 0 0,0-1 0 0 0,-1 1-1 0 0,1 0 1 0 0,0 0 0 0 0,0 0 0 0 0,0 0-1 0 0,0 0 1 0 0,0 0 0 0 0,6 1 886 0 0,0-1 1 0 0,0 1-1 0 0,-1 0 1 0 0,1 1-1 0 0,8 2 1 0 0,7 5 646 0 0,34 18 1 0 0,-28-10-1223 0 0,0 1 0 0 0,-2 1 0 0 0,0 1 0 0 0,29 30 0 0 0,-55-50-465 0 0,0 0-1 0 0,0 0 0 0 0,0 0 0 0 0,0 0 0 0 0,0 1 1 0 0,1-1-1 0 0,-1 0 0 0 0,0 0 0 0 0,0 0 0 0 0,0 0 1 0 0,0 0-1 0 0,0 1 0 0 0,0-1 0 0 0,1 0 0 0 0,-1 0 1 0 0,0 0-1 0 0,0 0 0 0 0,0 0 0 0 0,0 0 1 0 0,1 0-1 0 0,-1 0 0 0 0,0 0 0 0 0,0 0 0 0 0,0 0 1 0 0,0 1-1 0 0,1-1 0 0 0,-1 0 0 0 0,0 0 0 0 0,0 0 1 0 0,0 0-1 0 0,1 0 0 0 0,-1 0 0 0 0,0-1 0 0 0,0 1 1 0 0,0 0-1 0 0,0 0 0 0 0,1 0 0 0 0,-1 0 0 0 0,0 0 1 0 0,0 0-1 0 0,0 0 0 0 0,0 0 0 0 0,1 0 0 0 0,-1 0 1 0 0,0 0-1 0 0,0-1 0 0 0,0 1 0 0 0,2-13 593 0 0,-7-23-326 0 0,4 29-173 0 0,-16-110-282 0 0,0-130 1 0 0,19 185-1479 0 0,0 38 99 0 0</inkml:trace>
</inkml:ink>
</file>

<file path=ppt/ink/ink2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5:06.9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15 24 0 0,'9'-14'4957'0'0,"-21"29"368"0"0,4 0-4636 0 0,0 1 0 0 0,1 0 1 0 0,1 0-1 0 0,1 1 0 0 0,0-1 0 0 0,1 1 0 0 0,-2 22 0 0 0,6-37-597 0 0,0 1 0 0 0,0-1 0 0 0,1 0 0 0 0,-1 0-1 0 0,0 0 1 0 0,1 0 0 0 0,0 0 0 0 0,-1 0 0 0 0,1 0 0 0 0,0 0-1 0 0,0 0 1 0 0,0 0 0 0 0,0 0 0 0 0,1-1 0 0 0,-1 1-1 0 0,0 0 1 0 0,1-1 0 0 0,-1 1 0 0 0,1-1 0 0 0,-1 1 0 0 0,1-1-1 0 0,0 0 1 0 0,0 0 0 0 0,-1 1 0 0 0,1-1 0 0 0,0-1 0 0 0,0 1-1 0 0,0 0 1 0 0,0 0 0 0 0,3 0 0 0 0,9 2 55 0 0,-1 0 0 0 0,1 0 0 0 0,24 0 0 0 0,-8 0 125 0 0,-23-3-209 0 0,0 1 1 0 0,0 1-1 0 0,0-1 1 0 0,-1 1 0 0 0,1 1-1 0 0,10 5 1 0 0,-15-7-58 0 0,0 0 0 0 0,0 1 1 0 0,0-1-1 0 0,0 1 0 0 0,-1-1 0 0 0,1 1 1 0 0,0 0-1 0 0,-1 0 0 0 0,0 0 1 0 0,1 0-1 0 0,-1 0 0 0 0,0 0 0 0 0,0 0 1 0 0,0 0-1 0 0,0 1 0 0 0,-1-1 1 0 0,1 0-1 0 0,0 1 0 0 0,-1-1 0 0 0,0 0 1 0 0,0 1-1 0 0,1-1 0 0 0,-2 3 1 0 0,0 16-100 0 0,-1-1-1 0 0,-1 0 1 0 0,0 0 0 0 0,-2-1 0 0 0,-7 21 0 0 0,5-19-514 0 0</inkml:trace>
</inkml:ink>
</file>

<file path=ppt/ink/ink2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5:07.5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 10594 0 0,'0'0'84'0'0,"0"0"1"0"0,0-1-1 0 0,0 1 0 0 0,0 0 0 0 0,-1-1 0 0 0,1 1 0 0 0,0 0 0 0 0,0-1 0 0 0,0 1 1 0 0,0 0-1 0 0,0-1 0 0 0,0 1 0 0 0,0 0 0 0 0,0-1 0 0 0,0 1 0 0 0,0 0 0 0 0,0-1 1 0 0,0 1-1 0 0,1 0 0 0 0,-1-1 0 0 0,0 1 0 0 0,0 0 0 0 0,0 0 0 0 0,0-1 0 0 0,0 1 1 0 0,1 0-1 0 0,-1-1 0 0 0,0 1 0 0 0,0 0 0 0 0,0 0 0 0 0,1-1 0 0 0,-1 1 0 0 0,0 0 1 0 0,0 0-1 0 0,1 0 0 0 0,-1-1 0 0 0,0 1 0 0 0,1 0 0 0 0,-1 0 0 0 0,0 0 0 0 0,0 0 1 0 0,1 0-1 0 0,-1 0 0 0 0,0 0 0 0 0,1 0 0 0 0,-1-1 0 0 0,0 1 0 0 0,1 0 0 0 0,-1 0 1 0 0,0 0-1 0 0,1 1 0 0 0,-1-1 0 0 0,0 0 0 0 0,1 0 0 0 0,-1 0 0 0 0,2-1 121 0 0,0 1 0 0 0,0 0-1 0 0,0 0 1 0 0,0-1-1 0 0,0 1 1 0 0,0 1-1 0 0,1-1 1 0 0,-1 0 0 0 0,0 0-1 0 0,2 1 1 0 0,2 3 119 0 0,1 0-1 0 0,-1 0 1 0 0,0 1 0 0 0,0-1 0 0 0,-1 1 0 0 0,0 1-1 0 0,1-1 1 0 0,4 9 0 0 0,37 55 939 0 0,-27-37-898 0 0,101 173 337 0 0,-63-102-580 0 0,-43-78-215 0 0,-2 1 0 0 0,-1 0-1 0 0,11 33 1 0 0,-22-47-414 0 0,-2-12 435 0 0,1 0 0 0 0,0 0 0 0 0,0 0 1 0 0,0 1-1 0 0,0-1 0 0 0,0 0 0 0 0,0 0 0 0 0,-2 2-791 0 0,2-2 791 0 0,-1 0 0 0 0,1 0 1 0 0,0 0-1 0 0,0 0 0 0 0,0 0 0 0 0,-1 0 0 0 0,1 0 0 0 0,0 0 0 0 0,0 0 0 0 0,-1 0 0 0 0,1 0 0 0 0,0 0 1 0 0,0 0-1 0 0,0 0 0 0 0,-1 0 0 0 0,1 0 0 0 0,0 0 0 0 0,0 0 0 0 0,0-1 0 0 0,0 1 0 0 0,-1 0 0 0 0,1 0 1 0 0,0 0-1 0 0,-2-2-719 0 0</inkml:trace>
</inkml:ink>
</file>

<file path=ppt/ink/ink2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5:07.8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1 185 1368 0 0,'0'-9'85'0'0,"0"0"1"0"0,1-1-1 0 0,1 1 0 0 0,-1-1 0 0 0,2 1 0 0 0,-1 0 0 0 0,1 0 1 0 0,0 0-1 0 0,6-9 0 0 0,-5 11 480 0 0,0 0 1 0 0,0 1-1 0 0,1-1 0 0 0,0 1 1 0 0,0 0-1 0 0,1 0 1 0 0,-1 1-1 0 0,1 0 0 0 0,1 0 1 0 0,-1 0-1 0 0,10-5 1 0 0,-14 9-307 0 0,0 0 0 0 0,0 0 0 0 0,0 0 0 0 0,0 0 1 0 0,0 0-1 0 0,0 1 0 0 0,0-1 0 0 0,0 1 0 0 0,0-1 1 0 0,0 1-1 0 0,0 0 0 0 0,0 0 0 0 0,0 0 0 0 0,1 0 1 0 0,-1 0-1 0 0,0 0 0 0 0,0 1 0 0 0,0-1 0 0 0,0 1 0 0 0,0-1 1 0 0,4 3-1 0 0,-4-2-36 0 0,1 1 1 0 0,0 1-1 0 0,-1-1 0 0 0,1 0 1 0 0,-1 0-1 0 0,0 1 0 0 0,1 0 1 0 0,-1-1-1 0 0,-1 1 0 0 0,1 0 1 0 0,0 0-1 0 0,1 4 1 0 0,2 6 90 0 0,0 0 0 0 0,-1 0 0 0 0,-1 1 0 0 0,0-1 0 0 0,1 22 0 0 0,-3-13-26 0 0,-2 1-1 0 0,-1-1 1 0 0,0 0 0 0 0,-2-1-1 0 0,0 1 1 0 0,-9 24 0 0 0,13-45-257 0 0,-1 0 1 0 0,1 0 0 0 0,0 1-1 0 0,-1-1 1 0 0,1 0 0 0 0,0 0-1 0 0,0 0 1 0 0,0 0 0 0 0,0 0-1 0 0,0 1 1 0 0,0-1 0 0 0,0 0-1 0 0,0 0 1 0 0,0 0 0 0 0,1 0-1 0 0,-1 0 1 0 0,1 0-1 0 0,-1 0 1 0 0,0 0 0 0 0,1 1-1 0 0,0-1 1 0 0,-1-1 0 0 0,1 1-1 0 0,0 2 1 0 0,1-3-15 0 0,-1 1 0 0 0,1 0 0 0 0,-1 0 0 0 0,1 0 0 0 0,0-1 0 0 0,-1 1 0 0 0,1-1 0 0 0,0 1 0 0 0,-1-1 0 0 0,1 0 0 0 0,0 0-1 0 0,-1 1 1 0 0,1-1 0 0 0,3-1 0 0 0,8 0-81 0 0,0-1 0 0 0,1-1 0 0 0,18-7-1 0 0,-18 6-7 0 0,35-8-814 0 0,26-6-5436 0 0,30-8-589 0 0,-91 22 6911 0 0</inkml:trace>
</inkml:ink>
</file>

<file path=ppt/ink/ink2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5:08.2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6913 0 0,'0'1'303'0'0,"0"0"-1"0"0,0 1 0 0 0,-1-1 0 0 0,1 0 0 0 0,0 0 1 0 0,0 0-1 0 0,0 1 0 0 0,0-1 0 0 0,0 0 0 0 0,1 0 1 0 0,-1 0-1 0 0,0 0 0 0 0,0 1 0 0 0,1-1 0 0 0,-1 0 0 0 0,1 0 1 0 0,-1 0-1 0 0,1 0 0 0 0,-1 0 0 0 0,1 0 0 0 0,1 1 1 0 0,18 30 2186 0 0,-16-25-1670 0 0,45 72 1739 0 0,15 25-2107 0 0,-18-37-6028 0 0,-34-51-571 0 0</inkml:trace>
</inkml:ink>
</file>

<file path=ppt/ink/ink2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5:08.5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2 296 6913 0 0,'0'0'17'0'0,"0"0"-1"0"0,0 0 1 0 0,0 0-1 0 0,0 0 1 0 0,0 0-1 0 0,0 0 1 0 0,0 0-1 0 0,0 0 1 0 0,0 0-1 0 0,0 0 1 0 0,0 0-1 0 0,0 0 0 0 0,0 0 1 0 0,0 0-1 0 0,0-1 1 0 0,0 1-1 0 0,0 0 1 0 0,0 0-1 0 0,0 0 1 0 0,0 0-1 0 0,0 0 1 0 0,0 0-1 0 0,0 0 1 0 0,0 0-1 0 0,0 0 0 0 0,0 0 1 0 0,0 0-1 0 0,0 0 1 0 0,0 0-1 0 0,0-1 1 0 0,0 1-1 0 0,0 0 1 0 0,0 0-1 0 0,0 0 1 0 0,0 0-1 0 0,0 0 1 0 0,0 0-1 0 0,0 0 0 0 0,0 0 1 0 0,0 0-1 0 0,0 0 1 0 0,0 0-1 0 0,0 0 1 0 0,0 0-1 0 0,0 0 1 0 0,-1 0-1 0 0,1 0 1 0 0,0 0-1 0 0,0 0 1 0 0,0 0-1 0 0,0 0 0 0 0,0 0 1 0 0,0 0-1 0 0,0 0 1 0 0,0 0-1 0 0,0 0 1 0 0,0 0-1 0 0,0 0 1 0 0,-1 0-1 0 0,8-11 1222 0 0,9-11 601 0 0,118-121 5096 0 0,-59 79-6143 0 0,-52 46-3340 0 0,35-18 1 0 0</inkml:trace>
</inkml:ink>
</file>

<file path=ppt/ink/ink2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5:08.9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1 187 8754 0 0,'0'0'673'0'0,"8"30"5114"0"0,4-3-4566 0 0,2 0 1 0 0,0-1-1 0 0,32 44 0 0 0,6 11 469 0 0,0 3-3339 0 0,-39-65 1073 0 0</inkml:trace>
  <inkml:trace contextRef="#ctx0" brushRef="#br0" timeOffset="1">391 4 13363 0 0,'0'0'115'0'0,"1"-1"0"0"0,-1 1 0 0 0,1 0 1 0 0,-1-1-1 0 0,1 1 0 0 0,-1 0 0 0 0,1-1 0 0 0,0 1 0 0 0,-1 0 1 0 0,1 0-1 0 0,-1 0 0 0 0,1-1 0 0 0,0 1 0 0 0,-1 0 1 0 0,1 0-1 0 0,0 0 0 0 0,-1 0 0 0 0,1 0 0 0 0,-1 0 0 0 0,1 0 1 0 0,0 1-1 0 0,-1-1 0 0 0,1 0 0 0 0,-1 0 0 0 0,1 0 0 0 0,0 0 1 0 0,-1 1-1 0 0,1-1 0 0 0,-1 0 0 0 0,1 1 0 0 0,-1-1 1 0 0,1 1-1 0 0,22 9 1514 0 0,-17-6-1479 0 0,1 1-1 0 0,-1 1 0 0 0,-1-1 0 0 0,1 1 0 0 0,-1 0 0 0 0,0 0 0 0 0,0 1 1 0 0,7 12-1 0 0,27 66 1625 0 0,-6-11-983 0 0,6-15-1002 0 0,-28-45 20 0 0,-1 1-1 0 0,-1 0 1 0 0,0 1 0 0 0,-1 0-1 0 0,8 21 1 0 0,-13-26-955 0 0</inkml:trace>
</inkml:ink>
</file>

<file path=ppt/ink/ink2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5:09.2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19 117 2745 0 0,'-1'0'73'0'0,"-1"-1"1"0"0,1 0-1 0 0,0 1 1 0 0,0-1-1 0 0,0 0 1 0 0,0 0-1 0 0,0 0 1 0 0,0 0-1 0 0,0 0 1 0 0,0 0 0 0 0,0 0-1 0 0,1 0 1 0 0,-1 0-1 0 0,0 0 1 0 0,1 0-1 0 0,-1-1 1 0 0,1 1-1 0 0,-1 0 1 0 0,1-1-1 0 0,-1 1 1 0 0,1 0-1 0 0,0 0 1 0 0,0-1 0 0 0,0 1-1 0 0,0-1 1 0 0,0-1-1 0 0,0 0 249 0 0,1 1 0 0 0,0-1 0 0 0,0 0 0 0 0,0 1 0 0 0,0-1 0 0 0,1 0 0 0 0,-1 1-1 0 0,1-1 1 0 0,0 1 0 0 0,-1 0 0 0 0,5-4 0 0 0,0 0 365 0 0,0 0 0 0 0,0 1 0 0 0,0 0 0 0 0,1 1 0 0 0,0-1-1 0 0,-1 1 1 0 0,2 1 0 0 0,11-6 0 0 0,-16 8-556 0 0,1 0 1 0 0,-1 0-1 0 0,1 1 0 0 0,-1-1 0 0 0,1 1 1 0 0,-1 0-1 0 0,1 0 0 0 0,-1 0 0 0 0,1 0 1 0 0,-1 0-1 0 0,1 1 0 0 0,-1 0 0 0 0,1-1 1 0 0,-1 1-1 0 0,1 1 0 0 0,-1-1 0 0 0,0 0 1 0 0,0 1-1 0 0,0 0 0 0 0,4 2 0 0 0,-4-1-83 0 0,0 0-1 0 0,0 1 0 0 0,0-1 0 0 0,0 1 0 0 0,-1 0 0 0 0,1 0 1 0 0,-1 0-1 0 0,0 0 0 0 0,0 0 0 0 0,0 0 0 0 0,-1 1 0 0 0,1-1 1 0 0,0 7-1 0 0,0 5 196 0 0,0-1 1 0 0,-1 1 0 0 0,-1-1-1 0 0,0 0 1 0 0,-1 1-1 0 0,-1-1 1 0 0,0 1 0 0 0,-5 16-1 0 0,-1-10 414 0 0,5-17-449 0 0,1 0 0 0 0,0 0 0 0 0,1 0 0 0 0,-1 1 0 0 0,0 9 0 0 0,2-14-200 0 0,0-1 0 0 0,0 1 0 0 0,0-1 1 0 0,1 1-1 0 0,-1-1 0 0 0,0 1 0 0 0,0-1 0 0 0,1 1 1 0 0,-1-1-1 0 0,0 1 0 0 0,1-1 0 0 0,-1 1 1 0 0,0-1-1 0 0,1 0 0 0 0,-1 1 0 0 0,1-1 0 0 0,-1 0 1 0 0,1 1-1 0 0,-1-1 0 0 0,1 0 0 0 0,-1 0 1 0 0,1 1-1 0 0,-1-1 0 0 0,1 0 0 0 0,-1 0 0 0 0,1 0 1 0 0,-1 0-1 0 0,1 0 0 0 0,-1 1 0 0 0,1-1 0 0 0,-1 0 1 0 0,1 0-1 0 0,0-1 0 0 0,-1 1 0 0 0,1 0 1 0 0,-1 0-1 0 0,1 0 0 0 0,-1 0 0 0 0,1 0 0 0 0,-1-1 1 0 0,1 1-1 0 0,-1 0 0 0 0,1-1 0 0 0,30-9 81 0 0,-25 7-79 0 0,14-3 12 0 0,39-7 1 0 0,-24 7-2690 0 0,-10 2-2487 0 0,-10 2-1297 0 0</inkml:trace>
</inkml:ink>
</file>

<file path=ppt/ink/ink2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5:09.6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1 104 3913 0 0,'4'-9'979'0'0,"0"0"-1"0"0,1 0 1 0 0,0 0 0 0 0,1 0 0 0 0,0 1-1 0 0,0 0 1 0 0,0 0 0 0 0,15-12 0 0 0,-19 19-716 0 0,0-1 1 0 0,0 1 0 0 0,0-1-1 0 0,0 1 1 0 0,1 0 0 0 0,-1 0-1 0 0,0 0 1 0 0,1 0 0 0 0,-1 0-1 0 0,1 0 1 0 0,-1 1 0 0 0,1-1-1 0 0,-1 1 1 0 0,1-1-1 0 0,-1 1 1 0 0,5 0 0 0 0,-5 1-172 0 0,1 0 0 0 0,-1 0 0 0 0,1 0 0 0 0,-1 0 0 0 0,1 0-1 0 0,-1 1 1 0 0,0-1 0 0 0,0 1 0 0 0,0-1 0 0 0,1 1 0 0 0,-1 0 0 0 0,-1 0 0 0 0,1 0 0 0 0,0 0 0 0 0,0 0 0 0 0,-1 0 0 0 0,1 0 0 0 0,-1 1 0 0 0,2 2 0 0 0,14 30 375 0 0,-2 1 0 0 0,-1 1 0 0 0,-2 0 0 0 0,-1 1 0 0 0,5 39 0 0 0,-10-50-291 0 0,-6-27-166 0 0,0 0 0 0 0,0 0 0 0 0,0 1 0 0 0,0-1 0 0 0,0 0 0 0 0,0 0 0 0 0,0 1-1 0 0,0-1 1 0 0,0 0 0 0 0,1 0 0 0 0,-1 0 0 0 0,0 1 0 0 0,0-1 0 0 0,0 0 0 0 0,0 0 0 0 0,0 0 0 0 0,1 1 0 0 0,-1-1 0 0 0,0 0 0 0 0,0 0 0 0 0,0 0 0 0 0,0 0 0 0 0,1 0 0 0 0,-1 1 0 0 0,0-1 0 0 0,0 0 0 0 0,1 0 0 0 0,-1 0 0 0 0,0 0 0 0 0,0 0 0 0 0,0 0 0 0 0,1 0 0 0 0,-1 0 0 0 0,0 0 0 0 0,0 0 0 0 0,1 0 0 0 0,-1 0 0 0 0,0 0 0 0 0,0 0 0 0 0,1 0 0 0 0,-1 0 0 0 0,0 0 0 0 0,0 0-1 0 0,1 0 1 0 0,13-10 278 0 0,8-17 32 0 0,-12 11-314 0 0,16-22-371 0 0,0 1 0 0 0,3 2 0 0 0,55-55 0 0 0,-62 70-7383 0 0</inkml:trace>
</inkml:ink>
</file>

<file path=ppt/ink/ink2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5:22.5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75 354 3681 0 0,'-4'-2'231'0'0,"1"-1"0"0"0,0 1 0 0 0,0-1 1 0 0,0 0-1 0 0,0 0 0 0 0,0-1 0 0 0,-3-5 1 0 0,-12-12 857 0 0,15 19-805 0 0,1 0 0 0 0,-1-1 0 0 0,1 1-1 0 0,-1-1 1 0 0,1 1 0 0 0,0-1 0 0 0,0 0 0 0 0,0 0-1 0 0,0 0 1 0 0,0 0 0 0 0,-1-4 0 0 0,3 5-166 0 0,-1-1 0 0 0,1 1 0 0 0,0 0 0 0 0,1 0 0 0 0,-1-1 0 0 0,0 1-1 0 0,1 0 1 0 0,-1 0 0 0 0,1-1 0 0 0,0 1 0 0 0,0 0 0 0 0,0 0 0 0 0,0 0 0 0 0,0 0 0 0 0,0 0 0 0 0,0 0 0 0 0,1 0 0 0 0,1-1 0 0 0,-3 1 80 0 0,1 0 0 0 0,1 0 0 0 0,-1 1 0 0 0,0-1 0 0 0,0 0 1 0 0,1 1-1 0 0,-1-1 0 0 0,1 1 0 0 0,-1 0 0 0 0,1-1 0 0 0,-1 1 0 0 0,1 0 1 0 0,0 0-1 0 0,0 0 0 0 0,0 0 0 0 0,-1 0 0 0 0,1 0 0 0 0,0 1 0 0 0,0-1 1 0 0,4 0-1 0 0,-4 2-128 0 0,0-1 0 0 0,0 1 0 0 0,0 0 0 0 0,-1 0 0 0 0,1 0 0 0 0,0 0 0 0 0,0 0 1 0 0,0 1-1 0 0,-1-1 0 0 0,1 0 0 0 0,-1 1 0 0 0,1-1 0 0 0,-1 1 0 0 0,1 0 0 0 0,-1-1 0 0 0,0 1 0 0 0,0 0 1 0 0,0 0-1 0 0,0 0 0 0 0,1 2 0 0 0,14 29 99 0 0,14 40 0 0 0,15 31-16 0 0,-36-88-130 0 0,24 48 165 0 0,3-2 0 0 0,66 88-1 0 0,-74-114-93 0 0,-21-25 18 0 0,1 0-1 0 0,0-1 1 0 0,1 0 0 0 0,1 0-1 0 0,-1-1 1 0 0,1 0 0 0 0,13 9-1 0 0,-22-18-82 0 0,0 1-1 0 0,-1-1 0 0 0,1 1 1 0 0,0-1-1 0 0,-1 0 0 0 0,1 0 1 0 0,0 1-1 0 0,-1-1 0 0 0,1 0 1 0 0,0 0-1 0 0,0 0 0 0 0,-1 0 1 0 0,1 0-1 0 0,0 0 0 0 0,0 0 1 0 0,-1 0-1 0 0,1 0 0 0 0,0 0 1 0 0,0 0-1 0 0,-1-1 0 0 0,1 1 1 0 0,0 0-1 0 0,-1 0 0 0 0,1-1 1 0 0,0 1-1 0 0,-1-1 0 0 0,2 0 1 0 0,13-20 544 0 0,0-28 45 0 0,0-50-373 0 0,-5-1 1 0 0,-3-171-1 0 0,-3 35-232 0 0,-4 234-219 0 0,0-7 163 0 0,1 0 0 0 0,0 0 1 0 0,0 1-1 0 0,4-14 0 0 0,7 2-6340 0 0</inkml:trace>
</inkml:ink>
</file>

<file path=ppt/ink/ink2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5:22.9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44 3225 0 0,'-4'-13'-614'0'0,"-6"-17"12573"0"0,14 48-9016 0 0,32 96-1747 0 0,79 176 1 0 0,-106-269-1312 0 0,-8-14-241 0 0,2-1 0 0 0,-1 0 0 0 0,1 0 0 0 0,0 0 1 0 0,0 0-1 0 0,0-1 0 0 0,6 7 0 0 0</inkml:trace>
</inkml:ink>
</file>

<file path=ppt/ink/ink2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5:23.4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0 102 920 0 0,'0'-5'293'0'0,"0"0"0"0"0,0-1-1 0 0,1 1 1 0 0,0 0 0 0 0,0 0-1 0 0,0 0 1 0 0,0-1 0 0 0,1 1-1 0 0,0 1 1 0 0,0-1 0 0 0,0 0 0 0 0,0 0-1 0 0,1 1 1 0 0,0-1 0 0 0,0 1-1 0 0,0 0 1 0 0,1 0 0 0 0,6-6-1 0 0,-9 9-235 0 0,0 0-1 0 0,0 1 1 0 0,0-1-1 0 0,0 1 1 0 0,1 0-1 0 0,-1-1 1 0 0,0 1-1 0 0,0 0 1 0 0,0 0-1 0 0,0 0 1 0 0,1 0-1 0 0,-1 0 1 0 0,0 0-1 0 0,0 0 1 0 0,0 0-1 0 0,0 0 1 0 0,0 0-1 0 0,1 1 1 0 0,-1-1-1 0 0,0 0 1 0 0,0 1-1 0 0,0-1 1 0 0,0 1-1 0 0,0 0 1 0 0,0-1-1 0 0,0 1 1 0 0,0 0 0 0 0,0-1-1 0 0,0 1 1 0 0,-1 0-1 0 0,1 0 1 0 0,0 0-1 0 0,0 0 1 0 0,-1 0-1 0 0,2 1 1 0 0,24 35 1843 0 0,-23-28-1698 0 0,0 0 0 0 0,-1 0 0 0 0,0 0-1 0 0,0 0 1 0 0,-1 0 0 0 0,0 0 0 0 0,0 0 0 0 0,-1 0 0 0 0,0 0 0 0 0,-1 0 0 0 0,-2 12 0 0 0,-1 3-25 0 0,-2 0 0 0 0,0 0 0 0 0,-10 23 0 0 0,10-33 993 0 0,8-17-885 0 0,-1 1 0 0 0,1 0 0 0 0,0 0 0 0 0,0 0 0 0 0,0 0 1 0 0,0 0-1 0 0,0 0 0 0 0,0 0 0 0 0,0 0 0 0 0,3-1 0 0 0,7-2-149 0 0,-1 0 0 0 0,1 1 0 0 0,0 0-1 0 0,1 1 1 0 0,-1 1 0 0 0,1-1 0 0 0,15 1 0 0 0,-9 1 59 0 0,1 0 0 0 0,-1 2 1 0 0,1 0-1 0 0,19 5 0 0 0,-28-4-1161 0 0,0 0 0 0 0,0 1 0 0 0,0 1 0 0 0,0 0 0 0 0,14 8 0 0 0</inkml:trace>
</inkml:ink>
</file>

<file path=ppt/ink/ink2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5:24.4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68 1840 0 0,'-3'-2'292'0'0,"1"0"-1"0"0,0-1 0 0 0,0 0 0 0 0,0 1 1 0 0,0-1-1 0 0,0 0 0 0 0,0 0 0 0 0,1 0 1 0 0,0 0-1 0 0,-2-6 0 0 0,2 7 117 0 0,1-1-1 0 0,-1 1 1 0 0,-22-23 10248 0 0,30 46-8865 0 0,-4-12-1337 0 0,78 195 1243 0 0,-65-170-5141 0 0,38 57 1 0 0,-40-71-2573 0 0</inkml:trace>
</inkml:ink>
</file>

<file path=ppt/ink/ink2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5:24.8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88 1840 0 0,'22'-19'5691'0'0,"-22"19"-5686"0"0,9-11 1462 0 0,0 1 1 0 0,19-16-1 0 0,-25 23-1539 0 0,1 1 0 0 0,-1-1 0 0 0,1 1 0 0 0,0 0 0 0 0,0 0 0 0 0,0 1 0 0 0,8-3 0 0 0,-2 1-4008 0 0</inkml:trace>
</inkml:ink>
</file>

<file path=ppt/ink/ink2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5:25.1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1 144 6913 0 0,'0'-1'195'0'0,"-1"-1"0"0"0,1 0 0 0 0,0 1 0 0 0,0-1-1 0 0,1 0 1 0 0,-1 1 0 0 0,0-1 0 0 0,0 0 0 0 0,1 1-1 0 0,-1-1 1 0 0,1 0 0 0 0,-1 1 0 0 0,1-1 0 0 0,0 1-1 0 0,0-1 1 0 0,2-2 0 0 0,20-32 778 0 0,-13 23-595 0 0,-6 6-395 0 0,1 1-1 0 0,1-1 1 0 0,-1 2 0 0 0,1-1 0 0 0,0 0-1 0 0,9-5 1 0 0,-2 0-141 0 0,-6 6 231 0 0</inkml:trace>
</inkml:ink>
</file>

<file path=ppt/ink/ink2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5:25.5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4 175 5985 0 0,'-1'-3'213'0'0,"0"0"0"0"0,0 0 0 0 0,1 0 0 0 0,-1-1-1 0 0,1 1 1 0 0,0 0 0 0 0,0-1 0 0 0,0 1 0 0 0,1 0 0 0 0,-1 0-1 0 0,2-5 1 0 0,10-36 1882 0 0,-9 36-1736 0 0,0 0-1 0 0,0 1 0 0 0,1 0 0 0 0,0 0 1 0 0,0 0-1 0 0,1 0 0 0 0,0 1 1 0 0,9-11-1 0 0,-13 16-314 0 0,1 0 0 0 0,-1 0 1 0 0,1 0-1 0 0,-1-1 0 0 0,1 1 1 0 0,-1 0-1 0 0,1 1 0 0 0,0-1 0 0 0,-1 0 1 0 0,1 0-1 0 0,0 1 0 0 0,0-1 1 0 0,-1 1-1 0 0,1 0 0 0 0,0-1 1 0 0,0 1-1 0 0,0 0 0 0 0,0 0 0 0 0,-1 0 1 0 0,1 0-1 0 0,0 0 0 0 0,0 1 1 0 0,0-1-1 0 0,0 1 0 0 0,-1-1 0 0 0,1 1 1 0 0,0-1-1 0 0,0 1 0 0 0,-1 0 1 0 0,1 0-1 0 0,-1 0 0 0 0,1 0 0 0 0,-1 0 1 0 0,1 0-1 0 0,-1 0 0 0 0,1 1 1 0 0,-1-1-1 0 0,0 0 0 0 0,0 1 1 0 0,0-1-1 0 0,0 1 0 0 0,2 3 0 0 0,6 9 99 0 0,0 0-1 0 0,-1 1 0 0 0,-1 0 0 0 0,0 1 0 0 0,-1 0 0 0 0,-1 0 1 0 0,3 17-1 0 0,18 118 299 0 0,-23-116-400 0 0,-1-12-49 0 0,1 0 0 0 0,8 34-1 0 0,-9-52 57 0 0,-1 0-1 0 0,0-1 0 0 0,1 0 0 0 0,0 1 1 0 0,0-1-1 0 0,0 0 0 0 0,0 0 1 0 0,1 0-1 0 0,0 0 0 0 0,0 0 1 0 0,0 0-1 0 0,0-1 0 0 0,0 0 1 0 0,1 1-1 0 0,0-1 0 0 0,-1 0 1 0 0,1-1-1 0 0,5 4 0 0 0,-6-5-1 0 0,0 0-1 0 0,0 0 1 0 0,1 0-1 0 0,-1 0 0 0 0,0-1 1 0 0,0 1-1 0 0,0-1 1 0 0,1 1-1 0 0,-1-1 1 0 0,0 0-1 0 0,1-1 1 0 0,-1 1-1 0 0,6-2 0 0 0,-1 0-142 0 0,0-1-1 0 0,-1-1 0 0 0,15-7 0 0 0,10-6-2486 0 0</inkml:trace>
</inkml:ink>
</file>

<file path=ppt/ink/ink2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5:25.9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10138 0 0,'1'17'6696'0'0</inkml:trace>
</inkml:ink>
</file>

<file path=ppt/ink/ink2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5:26.4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47 315 4609 0 0,'-6'-7'1045'0'0,"0"0"1"0"0,1 0-1 0 0,0 0 1 0 0,0 0-1 0 0,0-1 0 0 0,1 0 1 0 0,0 0-1 0 0,-2-14 2098 0 0,12 25-2394 0 0,5 5-235 0 0,7 14-70 0 0,-1 1-1 0 0,-1 1 0 0 0,15 31 1 0 0,4 6 58 0 0,-18-34-382 0 0,0-2 1 0 0,2 0 0 0 0,33 34 0 0 0,-45-51-115 0 0,2-1 0 0 0,-1 0-1 0 0,1 0 1 0 0,0-1 0 0 0,0 0 0 0 0,1 0-1 0 0,-1-1 1 0 0,1 0 0 0 0,0-1 0 0 0,1 0-1 0 0,-1-1 1 0 0,1 0 0 0 0,16 2 0 0 0,-25-5 12 0 0,1 0 0 0 0,0 0 0 0 0,-1 0 0 0 0,1 0 0 0 0,0-1 0 0 0,-1 1 0 0 0,1-1 0 0 0,-1 0 0 0 0,1 0 0 0 0,-1 0 0 0 0,0 0 0 0 0,1 0 0 0 0,-1 0 0 0 0,0-1 0 0 0,0 1 0 0 0,0-1 0 0 0,0 0 0 0 0,0 1 0 0 0,0-1 0 0 0,0 0 0 0 0,0 0 0 0 0,-1 0 0 0 0,1 0 0 0 0,-1-1 0 0 0,1 1 0 0 0,-1 0 0 0 0,0-1 0 0 0,0 1 0 0 0,0-1 0 0 0,0 1 0 0 0,0-5 0 0 0,3-9 145 0 0,0 0 0 0 0,-2 0 0 0 0,2-30 0 0 0,-3 39-159 0 0,0-41 190 0 0,-2 1 1 0 0,-12-84 0 0 0,-31-91-2723 0 0,44 221 2485 0 0,-5-21-2166 0 0,2 2-4187 0 0</inkml:trace>
</inkml:ink>
</file>

<file path=ppt/ink/ink2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5:28.2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6 105 6913 0 0,'-5'1'6502'0'0,"8"-12"-4866"0"0,13-19-2055 0 0,18-10-343 0 0,-16 25-3079 0 0,-6 6-475 0 0</inkml:trace>
</inkml:ink>
</file>

<file path=ppt/ink/ink2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5:28.6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0 207 6913 0 0,'7'-8'892'0'0,"-1"-1"-1"0"0,1 0 0 0 0,-2 0 0 0 0,1 0 0 0 0,7-19 0 0 0,-8 16-502 0 0,1 0 1 0 0,0 1-1 0 0,13-18 1 0 0,43-30-3932 0 0,-50 48 3508 0 0</inkml:trace>
</inkml:ink>
</file>

<file path=ppt/ink/ink2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5:28.9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91 5529 0 0,'0'0'82'0'0,"-1"1"0"0"0,0-1-1 0 0,1 0 1 0 0,-1 0 0 0 0,1 0-1 0 0,-1 0 1 0 0,1 0 0 0 0,-1 0-1 0 0,0 0 1 0 0,1 0 0 0 0,-1 0-1 0 0,1 0 1 0 0,-1 0 0 0 0,0 0-1 0 0,1 0 1 0 0,-1 0 0 0 0,1-1-1 0 0,-1 1 1 0 0,1 0 0 0 0,-1 0-1 0 0,1-1 1 0 0,-1 1 0 0 0,1 0-1 0 0,-1-1 1 0 0,1 1 0 0 0,-1 0-1 0 0,1-1 1 0 0,0 1 0 0 0,-1-1-1 0 0,0 0 1 0 0,-1-20 2823 0 0,2 17-2464 0 0,1-1 0 0 0,0 1 0 0 0,0 0 0 0 0,0 0 0 0 0,1 0 0 0 0,0-1 0 0 0,-1 1 0 0 0,4-4 0 0 0,-3 6-311 0 0,-1 0 0 0 0,1 0 0 0 0,-1 1 0 0 0,1-1 0 0 0,0 0 1 0 0,0 1-1 0 0,0 0 0 0 0,0-1 0 0 0,0 1 0 0 0,0 0 0 0 0,0 0 0 0 0,0 0 0 0 0,0 0 0 0 0,1 0 0 0 0,-1 1 0 0 0,0-1 0 0 0,1 1 0 0 0,-1 0 0 0 0,0-1 0 0 0,4 1 0 0 0,-2 1-59 0 0,0-1-1 0 0,0 1 1 0 0,0 0-1 0 0,0 1 1 0 0,0-1-1 0 0,-1 0 1 0 0,1 1-1 0 0,0 0 1 0 0,-1 0-1 0 0,1 0 1 0 0,3 4-1 0 0,2 1-9 0 0,0 1 0 0 0,-1 0 0 0 0,0 1 0 0 0,0 0-1 0 0,-1 0 1 0 0,0 1 0 0 0,7 13 0 0 0,-7-7 2 0 0,-1 0 1 0 0,0 1 0 0 0,-1-1-1 0 0,4 34 1 0 0,-6-32-20 0 0,1 0-1 0 0,1 0 1 0 0,13 34 0 0 0,-18-50-30 0 0,1 0 0 0 0,0 1-1 0 0,0-1 1 0 0,0 0 0 0 0,1 0 0 0 0,-1 0-1 0 0,0 0 1 0 0,1-1 0 0 0,-1 1 0 0 0,1 0-1 0 0,0-1 1 0 0,-1 1 0 0 0,1-1 0 0 0,0 1-1 0 0,0-1 1 0 0,0 0 0 0 0,0 0 0 0 0,0 0-1 0 0,0 0 1 0 0,1 0 0 0 0,-1 0-1 0 0,4 0 1 0 0,-3-1 33 0 0,0 0-1 0 0,0 0 1 0 0,0-1-1 0 0,0 1 1 0 0,1-1-1 0 0,-1 0 1 0 0,0 0-1 0 0,0 0 1 0 0,0 0-1 0 0,-1 0 0 0 0,1-1 1 0 0,0 0-1 0 0,0 1 1 0 0,3-4-1 0 0,7-7 161 0 0,0 0-1 0 0,0-1 0 0 0,-1 0 0 0 0,15-23 1 0 0,-22 30-195 0 0,10-17-374 0 0,2 2 1 0 0,0 0-1 0 0,40-36 1 0 0,-44 46-818 0 0</inkml:trace>
</inkml:ink>
</file>

<file path=ppt/ink/ink2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5:29.9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1 14283 0 0,'-2'1'1272'0'0,"-1"0"-1016"0"0,2-1-256 0 0,1 1 200 0 0,-2 1-8 0 0,-1 0 1 0 0,-2 2-1 0 0,1 2-296 0 0,0 1-65 0 0,4-1-15 0 0,0 2 0 0 0</inkml:trace>
</inkml:ink>
</file>

<file path=ppt/ink/ink2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5:26.9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7834 0 0,'3'9'5842'0'0,"3"9"-4092"0"0,4 19-732 0 0,13 18 241 0 0,52 91 1 0 0,-45-92-3581 0 0,37 90 1 0 0,-62-131-1394 0 0,-1-1-885 0 0</inkml:trace>
</inkml:ink>
</file>

<file path=ppt/ink/ink2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5:27.3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20 208 1376 0 0,'-2'-3'111'0'0,"0"0"1"0"0,0-1-1 0 0,0 1 0 0 0,0-1 0 0 0,0 1 0 0 0,1-1 0 0 0,-1 0 0 0 0,1 0 1 0 0,0 0-1 0 0,1 1 0 0 0,-1-1 0 0 0,0 0 0 0 0,1 0 0 0 0,0 0 0 0 0,0 0 1 0 0,1-6-1 0 0,0-1 327 0 0,0-1 0 0 0,1 1 1 0 0,1 0-1 0 0,5-17 0 0 0,-7 23-102 0 0,1 1-1 0 0,1-1 0 0 0,-1 0 1 0 0,1 1-1 0 0,0-1 1 0 0,0 1-1 0 0,0 0 0 0 0,0 0 1 0 0,1 0-1 0 0,0 0 1 0 0,6-5-1 0 0,-8 8-234 0 0,0 0 0 0 0,0 0-1 0 0,-1 0 1 0 0,1 0 0 0 0,0 0 0 0 0,0 1-1 0 0,0-1 1 0 0,0 0 0 0 0,0 1 0 0 0,0 0 0 0 0,0-1-1 0 0,0 1 1 0 0,0 0 0 0 0,0 0 0 0 0,0 0-1 0 0,0 0 1 0 0,0 1 0 0 0,0-1 0 0 0,0 0-1 0 0,0 1 1 0 0,0-1 0 0 0,0 1 0 0 0,0 0 0 0 0,0 0-1 0 0,0 0 1 0 0,0 0 0 0 0,-1 0 0 0 0,1 0-1 0 0,0 0 1 0 0,-1 0 0 0 0,3 4 0 0 0,2 1 37 0 0,0 1 1 0 0,-1 1 0 0 0,0-1 0 0 0,0 1-1 0 0,0 0 1 0 0,-1 0 0 0 0,-1 0 0 0 0,1 1-1 0 0,-2-1 1 0 0,1 1 0 0 0,-1 0 0 0 0,0 0-1 0 0,0 11 1 0 0,1 2 108 0 0,-2 1 0 0 0,0 0 0 0 0,-2-1 0 0 0,-4 27-1 0 0,3-38 112 0 0,0 0-1 0 0,-2 0 1 0 0,1 0-1 0 0,-1 0 0 0 0,-10 18 1 0 0,56-49 1402 0 0,-9 4-1700 0 0,51-24 907 0 0,-21 22-7192 0 0,-45 15-43 0 0</inkml:trace>
</inkml:ink>
</file>

<file path=ppt/ink/ink2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5:27.8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72 3225 0 0,'0'-3'385'0'0,"0"1"1"0"0,0-1-1 0 0,0 0 1 0 0,0 0-1 0 0,0 1 1 0 0,0-1-1 0 0,1 0 1 0 0,-1 1-1 0 0,1-1 1 0 0,0 0-1 0 0,1-2 1 0 0,-1 3-274 0 0,-1 0 0 0 0,1 0 0 0 0,0 0 0 0 0,0 0 0 0 0,0 0 0 0 0,-1 0 0 0 0,2 1 0 0 0,-1-1 0 0 0,0 0-1 0 0,0 1 1 0 0,0-1 0 0 0,1 1 0 0 0,-1-1 0 0 0,1 1 0 0 0,-1 0 0 0 0,1 0 0 0 0,0-1 0 0 0,-1 1 0 0 0,1 0 0 0 0,0 0 0 0 0,0 1 0 0 0,0-1 0 0 0,0 0 0 0 0,-1 1 0 0 0,1-1 0 0 0,0 1 0 0 0,4-1 0 0 0,-3 2-41 0 0,1 0-1 0 0,-1 0 1 0 0,0 0 0 0 0,0 0 0 0 0,0 0 0 0 0,1 1 0 0 0,-1 0 0 0 0,0-1 0 0 0,-1 1 0 0 0,1 0 0 0 0,0 1 0 0 0,-1-1 0 0 0,1 0 0 0 0,-1 1 0 0 0,4 4 0 0 0,6 10 286 0 0,0 0 1 0 0,-1 1-1 0 0,-1 0 0 0 0,-1 1 0 0 0,-1 0 0 0 0,0 0 0 0 0,6 27 0 0 0,9 20 564 0 0,-23-65-860 0 0,0-1 0 0 0,0 1 0 0 0,0 0 0 0 0,0-1 0 0 0,1 1 0 0 0,-1-1-1 0 0,0 1 1 0 0,0-1 0 0 0,1 1 0 0 0,-1-1 0 0 0,1 1 0 0 0,-1-1 0 0 0,0 1-1 0 0,1-1 1 0 0,-1 1 0 0 0,1-1 0 0 0,-1 1 0 0 0,1-1 0 0 0,-1 0 0 0 0,1 1-1 0 0,-1-1 1 0 0,1 0 0 0 0,-1 0 0 0 0,1 1 0 0 0,0-1 0 0 0,-1 0 0 0 0,1 0-1 0 0,-1 0 1 0 0,1 0 0 0 0,0 0 0 0 0,-1 0 0 0 0,1 0 0 0 0,0 0 0 0 0,-1 0-1 0 0,1 0 1 0 0,-1 0 0 0 0,1 0 0 0 0,0 0 0 0 0,-1 0 0 0 0,1-1 0 0 0,-1 1-1 0 0,1 0 1 0 0,-1 0 0 0 0,1-1 0 0 0,0 1 0 0 0,-1 0 0 0 0,1-1 0 0 0,-1 1-1 0 0,1 0 1 0 0,-1-1 0 0 0,0 1 0 0 0,1-1 0 0 0,-1 1 0 0 0,1-2 0 0 0,29-36-510 0 0,-20 23 415 0 0,11-8-1073 0 0,-9 11 30 0 0</inkml:trace>
</inkml:ink>
</file>

<file path=ppt/ink/ink2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5:30.6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115 169 3225 0 0,'-5'-12'116'0'0,"0"0"0"0"0,-1 0 1 0 0,0 0-1 0 0,-12-16 1 0 0,-37-41 4289 0 0,36 45-1657 0 0,34 47 4808 0 0,26 39-5325 0 0,8 15-1765 0 0,86 142 87 0 0,14 21-446 0 0,-111-187-285 0 0,1-1 1 0 0,61 60-1 0 0,-72-88-3222 0 0</inkml:trace>
</inkml:ink>
</file>

<file path=ppt/ink/ink2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5:30.9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5 231 3225 0 0,'-2'-8'345'0'0,"1"1"0"0"0,0 0 0 0 0,0 0 0 0 0,1-1 0 0 0,0 1-1 0 0,0 0 1 0 0,1 0 0 0 0,0-1 0 0 0,0 1 0 0 0,1 0 0 0 0,2-7 0 0 0,-1 4-60 0 0,0 0 0 0 0,0 0 0 0 0,1 0 0 0 0,0 1 0 0 0,1 0 0 0 0,0 0 0 0 0,1 0 0 0 0,0 1 1 0 0,13-16-1 0 0,-17 22-435 0 0,1-1 0 0 0,0 0 1 0 0,0 1-1 0 0,0 0 1 0 0,0 0-1 0 0,1 0 1 0 0,-1 0-1 0 0,0 0 1 0 0,1 0-1 0 0,0 1 0 0 0,-1 0 1 0 0,1 0-1 0 0,0 0 1 0 0,-1 0-1 0 0,1 0 1 0 0,0 1-1 0 0,0-1 1 0 0,0 1-1 0 0,0 0 0 0 0,-1 1 1 0 0,1-1-1 0 0,0 1 1 0 0,0-1-1 0 0,0 1 1 0 0,-1 0-1 0 0,1 0 1 0 0,0 1-1 0 0,-1-1 0 0 0,5 3 1 0 0,9 6-1162 0 0</inkml:trace>
</inkml:ink>
</file>

<file path=ppt/ink/ink2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5:31.3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0 281 5985 0 0,'0'2'70'0'0,"0"-1"0"0"0,1 0 0 0 0,-1 1 0 0 0,0-1-1 0 0,0 0 1 0 0,1 0 0 0 0,-1 1 0 0 0,0-1 0 0 0,1 0 0 0 0,0 0 0 0 0,-1 1-1 0 0,1-1 1 0 0,0 0 0 0 0,-1 0 0 0 0,1 0 0 0 0,0 0 0 0 0,0 0-1 0 0,0 0 1 0 0,0 0 0 0 0,0 0 0 0 0,2 1 0 0 0,-2-2 36 0 0,1 0 1 0 0,-1 1-1 0 0,1-1 1 0 0,-1 0-1 0 0,1 0 1 0 0,-1 0-1 0 0,1 0 1 0 0,0 0-1 0 0,-1-1 1 0 0,1 1-1 0 0,-1 0 1 0 0,1-1-1 0 0,-1 1 1 0 0,1-1-1 0 0,-1 1 0 0 0,0-1 1 0 0,1 0-1 0 0,-1 0 1 0 0,2-1-1 0 0,6-4 236 0 0,-1 0 0 0 0,0-1 0 0 0,0 0 0 0 0,9-11 0 0 0,22-19-1746 0 0,-25 28 219 0 0,-1 0-1 0 0,1 0 1 0 0,22-9 0 0 0,-16 11 1058 0 0</inkml:trace>
  <inkml:trace contextRef="#ctx0" brushRef="#br0" timeOffset="1">494 0 3681 0 0,'-1'1'404'0'0,"0"0"-1"0"0,0 1 1 0 0,0-1 0 0 0,0 0 0 0 0,1 0 0 0 0,-1 0-1 0 0,0 0 1 0 0,1 1 0 0 0,-1-1 0 0 0,1 0 0 0 0,-1 1-1 0 0,1-1 1 0 0,0 0 0 0 0,0 1 0 0 0,0-1 0 0 0,0 3-1 0 0,7 26 3077 0 0,0-16-2744 0 0,0-1 0 0 0,14 19 0 0 0,-11-16 129 0 0,15 20-493 0 0,2-2 0 0 0,60 61 0 0 0,-46-53-270 0 0,-12-6-3233 0 0</inkml:trace>
</inkml:ink>
</file>

<file path=ppt/ink/ink2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5:31.6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1 201 5985 0 0,'1'-14'526'0'0,"0"-1"-1"0"0,1 1 1 0 0,1-1 0 0 0,1 1-1 0 0,0 0 1 0 0,0 0-1 0 0,2 1 1 0 0,0-1-1 0 0,0 1 1 0 0,1 1-1 0 0,12-18 1 0 0,-18 28-451 0 0,0 1 0 0 0,0 0 0 0 0,1-1 0 0 0,-1 1-1 0 0,0 0 1 0 0,1 0 0 0 0,-1 0 0 0 0,1 0 0 0 0,-1 0 0 0 0,1 0 0 0 0,-1 0 0 0 0,1 0 0 0 0,0 0 0 0 0,-1 1-1 0 0,1-1 1 0 0,0 1 0 0 0,-1-1 0 0 0,1 1 0 0 0,0 0 0 0 0,0 0 0 0 0,0 0 0 0 0,2 0 0 0 0,-2 0-17 0 0,1 1 1 0 0,0 0 0 0 0,-1 0 0 0 0,1 0 0 0 0,-1 0-1 0 0,1 0 1 0 0,-1 1 0 0 0,0-1 0 0 0,0 1 0 0 0,1 0-1 0 0,-1-1 1 0 0,0 1 0 0 0,2 3 0 0 0,3 3 46 0 0,0 2 0 0 0,0-1 0 0 0,-1 1-1 0 0,0 0 1 0 0,8 18 0 0 0,-5 1 93 0 0,0-1-1 0 0,-2 1 1 0 0,7 56-1 0 0,-4-16 1104 0 0,-9-68-1240 0 0,-1 0 1 0 0,0 0-1 0 0,0 0 0 0 0,0 0 0 0 0,1-1 0 0 0,-1 1 0 0 0,0 0 0 0 0,1 0 0 0 0,-1 0 0 0 0,0 0 0 0 0,1 0 0 0 0,0-1 0 0 0,-1 1 0 0 0,1 0 0 0 0,-1-1 0 0 0,1 1 0 0 0,0 0 0 0 0,-1-1 0 0 0,1 1 0 0 0,0-1 0 0 0,0 1 0 0 0,-1-1 0 0 0,1 1 1 0 0,0-1-1 0 0,0 1 0 0 0,0-1 0 0 0,2 1 0 0 0,-1-1-19 0 0,1 0 0 0 0,-1 0 0 0 0,1 0 0 0 0,-1 0 0 0 0,1-1 0 0 0,-1 1 0 0 0,1-1 0 0 0,-1 1 0 0 0,1-1 0 0 0,2-2 0 0 0,7-2-224 0 0,0-1 0 0 0,22-16 0 0 0,-33 21 161 0 0,63-41-4020 0 0,-46 33 2666 0 0</inkml:trace>
</inkml:ink>
</file>

<file path=ppt/ink/ink2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5:32.0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3225 0 0,'3'8'6338'0'0,"8"3"-3436"0"0,18 14-1666 0 0,-19-17 130 0 0,24 25 130 0 0,-2 2 1 0 0,37 50-1 0 0,-14-15-2893 0 0,-46-59 242 0 0</inkml:trace>
</inkml:ink>
</file>

<file path=ppt/ink/ink2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5:32.3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88 9674 0 0,'0'0'748'0'0,"0"-4"-464"0"0,1 1-1 0 0,-1-1 0 0 0,1 1 1 0 0,0 0-1 0 0,0 0 0 0 0,0 0 1 0 0,1-1-1 0 0,-1 1 1 0 0,1 0-1 0 0,0 0 0 0 0,0 1 1 0 0,0-1-1 0 0,0 0 0 0 0,0 1 1 0 0,0-1-1 0 0,1 1 1 0 0,2-3-1 0 0,0 1-497 0 0,-1 1 0 0 0,1 0 0 0 0,0-1-1 0 0,0 2 1 0 0,0-1 0 0 0,0 0 0 0 0,0 1 0 0 0,1 0 0 0 0,6-1 0 0 0,2 0-807 0 0,1 3-10 0 0</inkml:trace>
</inkml:ink>
</file>

<file path=ppt/ink/ink2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5:32.7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5 148 9218 0 0,'0'-1'110'0'0,"-1"1"0"0"0,1 0 1 0 0,0-1-1 0 0,-1 1 0 0 0,1-1 0 0 0,0 1 0 0 0,-1 0 1 0 0,1-1-1 0 0,0 1 0 0 0,-1-1 0 0 0,1 1 0 0 0,0-1 1 0 0,0 0-1 0 0,0 1 0 0 0,-1-1 0 0 0,1 1 0 0 0,0-1 1 0 0,0 1-1 0 0,0-1 0 0 0,0 1 0 0 0,0-1 1 0 0,0 0-1 0 0,0 1 0 0 0,0-1 0 0 0,0 1 0 0 0,1-1 1 0 0,-1 1-1 0 0,0-1 0 0 0,0 0 0 0 0,0 1 0 0 0,1-1 1 0 0,-1 1-1 0 0,0-1 0 0 0,0 1 0 0 0,1 0 0 0 0,-1-1 1 0 0,1 0-1 0 0,11-24 1054 0 0,5 1-2086 0 0,35-41-1 0 0,-40 51 913 0 0</inkml:trace>
</inkml:ink>
</file>

<file path=ppt/ink/ink2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5:33.1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17 221 6449 0 0,'-1'-2'72'0'0,"-1"0"1"0"0,0 0-1 0 0,1 0 0 0 0,-1-1 0 0 0,1 1 0 0 0,0 0 0 0 0,0-1 0 0 0,0 1 0 0 0,0-1 1 0 0,0 1-1 0 0,0-1 0 0 0,1 1 0 0 0,-1-1 0 0 0,1 1 0 0 0,0-1 0 0 0,0 0 0 0 0,0 1 0 0 0,0-1 1 0 0,0 1-1 0 0,0-1 0 0 0,1 0 0 0 0,0-2 0 0 0,2-10 456 0 0,1 0 0 0 0,9-21 0 0 0,-11 29-289 0 0,1 0 22 0 0,-1 1 0 0 0,1 0 0 0 0,0 0 0 0 0,1 0 0 0 0,-1 0 0 0 0,1 0 0 0 0,0 0 0 0 0,1 1 0 0 0,-1 0 0 0 0,1 0-1 0 0,0 0 1 0 0,6-4 0 0 0,-9 8-193 0 0,1-1 1 0 0,-1 1-1 0 0,1 0 0 0 0,-1 0 0 0 0,1 0 1 0 0,0 0-1 0 0,-1 0 0 0 0,1 1 1 0 0,0-1-1 0 0,0 1 0 0 0,-1 0 0 0 0,1 0 1 0 0,0 0-1 0 0,0 0 0 0 0,0 0 0 0 0,-1 0 1 0 0,1 1-1 0 0,0 0 0 0 0,0-1 0 0 0,-1 1 1 0 0,1 0-1 0 0,-1 0 0 0 0,1 0 0 0 0,-1 1 1 0 0,1-1-1 0 0,-1 1 0 0 0,1-1 0 0 0,-1 1 1 0 0,0 0-1 0 0,0 0 0 0 0,3 4 0 0 0,8 8 16 0 0,0 0-1 0 0,-2 1 0 0 0,0 1 0 0 0,0 0 1 0 0,-2 0-1 0 0,0 1 0 0 0,8 22 0 0 0,3 13 185 0 0,14 66-1 0 0,-21-60-267 0 0,-10-39 0 0 0,1-1 0 0 0,1 0 0 0 0,0 1 0 0 0,1-2 0 0 0,1 1 0 0 0,14 26 0 0 0,-19-42-286 0 0,-1 0 1 0 0,0 0 0 0 0,1-1 0 0 0,-1 1 0 0 0,1 0 0 0 0,-1-1-1 0 0,1 1 1 0 0,0-1 0 0 0,0 0 0 0 0,-1 0 0 0 0,1 1 0 0 0,0-1 0 0 0,0 0-1 0 0,0-1 1 0 0,0 1 0 0 0,5 1 0 0 0</inkml:trace>
</inkml:ink>
</file>

<file path=ppt/ink/ink2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5:33.4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1 3681 0 0,'-17'23'8994'0'0,"17"-28"-7295"0"0</inkml:trace>
</inkml:ink>
</file>

<file path=ppt/ink/ink2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5:33.9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12 10138 0 0,'-1'0'323'0'0,"-1"0"0"0"0,0 0 0 0 0,1 0 0 0 0,-1-1-1 0 0,1 1 1 0 0,-1 0 0 0 0,1-1 0 0 0,0 1 0 0 0,-1-1 0 0 0,1 0-1 0 0,-1 0 1 0 0,1 1 0 0 0,0-1 0 0 0,-2-4 1783 0 0,16 13-1357 0 0,14 14-306 0 0,-1 1 0 0 0,-1 1 0 0 0,-1 1 1 0 0,21 29-1 0 0,76 121 502 0 0,-27-37-755 0 0,-29-55-117 0 0,-30-41-537 0 0,47 77 1 0 0,-77-111-1283 0 0</inkml:trace>
</inkml:ink>
</file>

<file path=ppt/ink/ink2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5:34.2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13 327 3225 0 0,'-1'0'67'0'0,"0"-1"1"0"0,0 1-1 0 0,1-1 1 0 0,-1 1 0 0 0,0-1-1 0 0,0 0 1 0 0,1 1-1 0 0,-1-1 1 0 0,0 0 0 0 0,1 0-1 0 0,-1 0 1 0 0,1 1-1 0 0,-1-1 1 0 0,1 0-1 0 0,-1 0 1 0 0,1 0 0 0 0,0 0-1 0 0,-1 0 1 0 0,1 0-1 0 0,0 0 1 0 0,0 0 0 0 0,0 0-1 0 0,0 0 1 0 0,0 0-1 0 0,0 0 1 0 0,0 0 0 0 0,0 0-1 0 0,0 0 1 0 0,0 0-1 0 0,1-1 1 0 0,7-37 1592 0 0,-6 30-1501 0 0,3-14 395 0 0,1 0 1 0 0,1 1 0 0 0,2 0-1 0 0,0 1 1 0 0,21-38 0 0 0,-25 52-502 0 0,0 0 0 0 0,1 0 1 0 0,0 0-1 0 0,0 0 0 0 0,0 1 1 0 0,0 0-1 0 0,1 0 0 0 0,9-5 0 0 0,-11 8-102 0 0,-1 1-1 0 0,1 0 1 0 0,0 0-1 0 0,0 0 0 0 0,0 0 1 0 0,0 1-1 0 0,0 0 1 0 0,0 0-1 0 0,0 0 0 0 0,1 1 1 0 0,-1-1-1 0 0,0 1 0 0 0,0 1 1 0 0,11 0-1 0 0,9 5-230 0 0</inkml:trace>
</inkml:ink>
</file>

<file path=ppt/ink/ink2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5:34.6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1 239 4609 0 0,'3'-3'603'0'0,"0"-1"0"0"0,0 0-1 0 0,0 0 1 0 0,-1 1 0 0 0,1-2 0 0 0,-1 1 0 0 0,3-6 0 0 0,2-3-82 0 0,-7 12-511 0 0,17-28 1252 0 0,39-50-1 0 0,-50 72-1590 0 0,1-1-1 0 0,0 1 0 0 0,0 1 0 0 0,1-1 1 0 0,-1 1-1 0 0,1 0 0 0 0,0 1 1 0 0,1 0-1 0 0,0 0 0 0 0,-1 1 1 0 0,13-4-1 0 0,1 2-1014 0 0</inkml:trace>
</inkml:ink>
</file>

<file path=ppt/ink/ink2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5:35.0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5985 0 0,'1'20'15232'0'0,"10"-10"-16617"0"0,128 146 2813 0 0,-60-63-1443 0 0,-65-76-108 0 0,12 13-60 0 0,-7-17-3152 0 0</inkml:trace>
</inkml:ink>
</file>

<file path=ppt/ink/ink2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5:35.3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12 135 6913 0 0,'-2'-3'183'0'0,"1"0"0"0"0,-1 0 0 0 0,1-1-1 0 0,0 1 1 0 0,0-1 0 0 0,0 1-1 0 0,0-1 1 0 0,0 1 0 0 0,1-1-1 0 0,0 1 1 0 0,-1-1 0 0 0,1 1-1 0 0,1-1 1 0 0,-1 1 0 0 0,0-1-1 0 0,3-6 1 0 0,-2 4 136 0 0,0 1 0 0 0,1-1 0 0 0,-1 1 0 0 0,1 0-1 0 0,1 0 1 0 0,-1 0 0 0 0,1 0 0 0 0,0 0 0 0 0,0 0 0 0 0,4-5 0 0 0,-5 9-291 0 0,-1 1 0 0 0,0-1 0 0 0,1 0 0 0 0,-1 0 0 0 0,0 1 0 0 0,1-1 0 0 0,-1 1 0 0 0,1-1 0 0 0,-1 1 1 0 0,1-1-1 0 0,-1 1 0 0 0,1 0 0 0 0,-1 0 0 0 0,1 0 0 0 0,-1 0 0 0 0,1 0 0 0 0,-1 0 0 0 0,1 0 0 0 0,-1 1 0 0 0,1-1 0 0 0,-1 0 0 0 0,1 1 0 0 0,-1-1 0 0 0,1 1 1 0 0,-1 0-1 0 0,0-1 0 0 0,1 1 0 0 0,-1 0 0 0 0,0 0 0 0 0,0 0 0 0 0,0 0 0 0 0,1 0 0 0 0,-1 0 0 0 0,1 2 0 0 0,5 4 23 0 0,0-1 0 0 0,-1 1 0 0 0,0 1 0 0 0,6 10 0 0 0,0 2 43 0 0,-1 0 0 0 0,-1 1-1 0 0,-1 1 1 0 0,8 24-1 0 0,-13-32 96 0 0,0 1-1 0 0,-1-1 1 0 0,-1 1-1 0 0,0-1 0 0 0,-1 1 1 0 0,-1 0-1 0 0,-1 23 1 0 0,1-34 1177 0 0,2-8-302 0 0,5-7-458 0 0,3-1-422 0 0,0 0 0 0 0,1 1 0 0 0,0 0 0 0 0,1 1 0 0 0,17-12 0 0 0,-21 17-523 0 0,0 0 1 0 0,0 1-1 0 0,1 0 0 0 0,0 1 0 0 0,-1-1 0 0 0,1 1 0 0 0,0 1 1 0 0,0 0-1 0 0,1 0 0 0 0,10 0 0 0 0</inkml:trace>
</inkml:ink>
</file>

<file path=ppt/ink/ink2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5:35.7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5 139 3681 0 0,'-1'-3'330'0'0,"0"0"0"0"0,0-1 0 0 0,1 1 0 0 0,-1 0 1 0 0,1-1-1 0 0,0 1 0 0 0,0-1 0 0 0,0 1 0 0 0,0 0 0 0 0,1-1 0 0 0,1-6 1 0 0,-1 4 133 0 0,0 0-116 0 0,0 0-1 0 0,0 0 1 0 0,0 0 0 0 0,1 1-1 0 0,0-1 1 0 0,0 1 0 0 0,1-1-1 0 0,-1 1 1 0 0,1 0 0 0 0,7-9 0 0 0,-9 12-300 0 0,0 1 1 0 0,1 0 0 0 0,-1-1 0 0 0,0 1 0 0 0,1 0-1 0 0,-1 0 1 0 0,1 0 0 0 0,0 0 0 0 0,-1 1 0 0 0,1-1-1 0 0,0 0 1 0 0,-1 1 0 0 0,1-1 0 0 0,0 1 0 0 0,0-1-1 0 0,0 1 1 0 0,-1 0 0 0 0,1 0 0 0 0,0 0 0 0 0,0 0-1 0 0,0 0 1 0 0,-1 0 0 0 0,1 0 0 0 0,0 1 0 0 0,0-1-1 0 0,0 1 1 0 0,-1-1 0 0 0,1 1 0 0 0,0 0 0 0 0,-1-1 0 0 0,1 1-1 0 0,0 0 1 0 0,-1 0 0 0 0,1 0 0 0 0,-1 0 0 0 0,0 1-1 0 0,1-1 1 0 0,0 2 0 0 0,8 6 15 0 0,0 1 1 0 0,-1 1-1 0 0,-1-1 0 0 0,0 1 1 0 0,0 1-1 0 0,-1-1 1 0 0,-1 1-1 0 0,7 16 0 0 0,-3-3 432 0 0,-1 0-1 0 0,-1 1 0 0 0,6 31 1 0 0,-14-52-428 0 0,10 29 2090 0 0,-10-34-2119 0 0,0 1 0 0 0,1-1 0 0 0,-1 0 1 0 0,0 0-1 0 0,0 1 0 0 0,1-1 0 0 0,-1 0 0 0 0,0 0 0 0 0,0 1 0 0 0,1-1 0 0 0,-1 0 0 0 0,0 0 1 0 0,1 0-1 0 0,-1 1 0 0 0,0-1 0 0 0,1 0 0 0 0,-1 0 0 0 0,0 0 0 0 0,1 0 0 0 0,-1 0 0 0 0,0 0 1 0 0,1 0-1 0 0,-1 0 0 0 0,0 0 0 0 0,1 0 0 0 0,-1 0 0 0 0,0 0 0 0 0,1 0 0 0 0,0 0 1 0 0,13-13 391 0 0,9-22-389 0 0,23-49 1 0 0,-15 25-3938 0 0,-21 41 2537 0 0</inkml:trace>
</inkml:ink>
</file>

<file path=ppt/ink/ink2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5:36.0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81 10138 0 0,'0'1'126'0'0,"-1"0"0"0"0,1-1 1 0 0,-1 1-1 0 0,1 0 0 0 0,-1 0 0 0 0,0-1 0 0 0,0 1 0 0 0,1 0 1 0 0,-1-1-1 0 0,0 1 0 0 0,0-1 0 0 0,1 1 0 0 0,-1-1 0 0 0,0 1 1 0 0,0-1-1 0 0,0 0 0 0 0,0 1 0 0 0,0-1 0 0 0,0 0 0 0 0,0 0 1 0 0,0 1-1 0 0,0-1 0 0 0,0 0 0 0 0,0 0 0 0 0,0 0 0 0 0,1 0 0 0 0,-1 0 1 0 0,0-1-1 0 0,-2 1 0 0 0,2-1-2 0 0,1 0-1 0 0,0 0 1 0 0,0 0-1 0 0,-1 0 1 0 0,1 0-1 0 0,0 0 1 0 0,0 0 0 0 0,0-1-1 0 0,0 1 1 0 0,0 0-1 0 0,0 0 1 0 0,0 0 0 0 0,0 0-1 0 0,1 0 1 0 0,-1 0-1 0 0,0 0 1 0 0,1 0-1 0 0,-1 0 1 0 0,1 0 0 0 0,-1 0-1 0 0,1 0 1 0 0,-1 1-1 0 0,1-1 1 0 0,-1 0 0 0 0,1 0-1 0 0,1-1 1 0 0,5-7-535 0 0,1 0 1 0 0,0 1-1 0 0,0 0 0 0 0,1 1 1 0 0,0-1-1 0 0,12-6 1 0 0</inkml:trace>
</inkml:ink>
</file>

<file path=ppt/ink/ink2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5:36.4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6 124 6449 0 0,'-3'3'288'0'0,"2"-3"57"0"0,0-2-281 0 0,1 0-64 0 0,0-1 0 0 0,0 0 0 0 0,1-4 0 0 0,0-4 0 0 0,2-6 0 0 0,-1-8 0 0 0,3-4 96 0 0,0 2-16 0 0</inkml:trace>
</inkml:ink>
</file>

<file path=ppt/ink/ink2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5:36.7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17 158 5985 0 0,'-1'1'56'0'0,"1"-1"0"0"0,-1 0-1 0 0,1 0 1 0 0,-1 0 0 0 0,1 0-1 0 0,-1 0 1 0 0,1 0 0 0 0,-1 0 0 0 0,1 0-1 0 0,-1 0 1 0 0,1 0 0 0 0,0-1-1 0 0,-1 1 1 0 0,1 0 0 0 0,-1 0-1 0 0,1 0 1 0 0,-1-1 0 0 0,1 1 0 0 0,-1 0-1 0 0,1 0 1 0 0,0-1 0 0 0,-1 1-1 0 0,1 0 1 0 0,0-1 0 0 0,-1 1-1 0 0,1 0 1 0 0,0-1 0 0 0,-1 1 0 0 0,1-1-1 0 0,0 1 1 0 0,0 0 0 0 0,0-1-1 0 0,-1 0 1 0 0,-1-23 1382 0 0,11-25 745 0 0,-8 44-1988 0 0,0 0 1 0 0,1 1-1 0 0,0-1 1 0 0,0 0-1 0 0,0 0 1 0 0,1 1-1 0 0,0-1 1 0 0,0 1-1 0 0,0 0 1 0 0,0 0-1 0 0,0 0 1 0 0,1 0-1 0 0,0 1 0 0 0,0 0 1 0 0,4-4-1 0 0,-5 6-166 0 0,-1 0 0 0 0,1 0 0 0 0,-1 0 0 0 0,1 0-1 0 0,0 0 1 0 0,0 1 0 0 0,-1 0 0 0 0,1-1 0 0 0,0 1-1 0 0,0 0 1 0 0,-1 0 0 0 0,1 0 0 0 0,0 1 0 0 0,0-1-1 0 0,-1 1 1 0 0,1-1 0 0 0,0 1 0 0 0,-1 0 0 0 0,1 0-1 0 0,-1 0 1 0 0,1 0 0 0 0,-1 1 0 0 0,1-1 0 0 0,-1 1-1 0 0,0-1 1 0 0,0 1 0 0 0,1 0 0 0 0,-1 0 0 0 0,2 3-1 0 0,14 15 6 0 0,-2 0 0 0 0,-1 1 0 0 0,-1 1 0 0 0,0 1 0 0 0,17 41 0 0 0,-6-15 80 0 0,9 18 195 0 0,33 61 751 0 0,-57-112-779 0 0,1 0-1 0 0,0-1 1 0 0,1 0 0 0 0,1-1 0 0 0,19 18 0 0 0,-29-30-450 0 0,0 1 0 0 0,0-1-1 0 0,0 0 1 0 0,0-1 0 0 0,0 1 0 0 0,0 0 0 0 0,1-1 0 0 0,3 2 0 0 0</inkml:trace>
  <inkml:trace contextRef="#ctx0" brushRef="#br0" timeOffset="1">631 717 8754 0 0,'-4'14'776'0'0,"1"-7"-616"0"0,1 2-160 0 0,1-3 0 0 0,1 1 2665 0 0,0-3-1177 0 0,-2 3 8 0 0,2 3-936 0 0,-1 1-184 0 0,1-1-39 0 0,0-5-9 0 0</inkml:trace>
</inkml:ink>
</file>

<file path=ppt/ink/ink2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5:52.7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60 105 10594 0 0,'-60'-9'1633'0'0,"111"4"523"0"0,430-44 1569 0 0,-220 13-5876 0 0,-223 30-3628 0 0</inkml:trace>
</inkml:ink>
</file>

<file path=ppt/ink/ink2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5:53.5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0 421 9674 0 0,'23'23'2249'0'0,"-22"-22"-2119"0"0,0 0 0 0 0,0 0 1 0 0,0 0-1 0 0,0 0 1 0 0,0-1-1 0 0,1 1 0 0 0,-1 0 1 0 0,0-1-1 0 0,0 1 1 0 0,0-1-1 0 0,1 1 1 0 0,-1-1-1 0 0,0 1 0 0 0,1-1 1 0 0,1 0-1 0 0,-2 0-61 0 0,0 0 0 0 0,-1 0 1 0 0,1 0-1 0 0,0-1 0 0 0,-1 1 0 0 0,1 0 0 0 0,-1 0 0 0 0,1-1 0 0 0,-1 1 0 0 0,1 0 0 0 0,0-1 1 0 0,-1 1-1 0 0,0-1 0 0 0,1 1 0 0 0,-1-1 0 0 0,1 1 0 0 0,-1-1 0 0 0,1 1 0 0 0,-1-1 1 0 0,0 1-1 0 0,1-1 0 0 0,-1-1 0 0 0,2-3 210 0 0,0-1 1 0 0,-1-1 0 0 0,1 1-1 0 0,-2 0 1 0 0,2-9-1 0 0,-2 8-193 0 0,5-58-375 0 0,-4 30 834 0 0,3 0-1 0 0,13-61 1 0 0,-8 51-278 0 0,-7 33-191 0 0,1-1 1 0 0,0 1-1 0 0,0-1 1 0 0,7-14-1 0 0,-9 27-70 0 0,0 0-1 0 0,-1 1 0 0 0,1-1 1 0 0,-1 0-1 0 0,1 0 0 0 0,-1 1 1 0 0,1-1-1 0 0,-1 0 1 0 0,1 1-1 0 0,-1-1 0 0 0,1 1 1 0 0,-1-1-1 0 0,0 1 1 0 0,1-1-1 0 0,-1 1 0 0 0,0-1 1 0 0,1 1-1 0 0,-1-1 0 0 0,0 1 1 0 0,1-1-1 0 0,-1 1 1 0 0,0 0-1 0 0,0-1 0 0 0,0 1 1 0 0,0 0-1 0 0,9 19 95 0 0,24 104 252 0 0,-25-86 51 0 0,25 69 1 0 0,-29-95-362 0 0,1-1 0 0 0,1 0 0 0 0,0-1 0 0 0,0 1 0 0 0,1-1 0 0 0,0-1 0 0 0,1 1 1 0 0,0-1-1 0 0,1 0 0 0 0,11 9 0 0 0,-19-17-35 0 0,0 0-1 0 0,0 0 1 0 0,0-1 0 0 0,0 1 0 0 0,-1 0-1 0 0,1 0 1 0 0,1 0 0 0 0,-1-1 0 0 0,0 1 0 0 0,0-1-1 0 0,0 1 1 0 0,0-1 0 0 0,0 1 0 0 0,1-1-1 0 0,-1 0 1 0 0,0 1 0 0 0,0-1 0 0 0,0 0-1 0 0,1 0 1 0 0,-1 0 0 0 0,0 0 0 0 0,1 0-1 0 0,-1 0 1 0 0,0 0 0 0 0,0 0 0 0 0,0-1-1 0 0,1 1 1 0 0,-1 0 0 0 0,0-1 0 0 0,0 1 0 0 0,0-1-1 0 0,0 0 1 0 0,1 1 0 0 0,-1-1 0 0 0,0 0-1 0 0,0 1 1 0 0,1-2 0 0 0,1-3 47 0 0,0 0 0 0 0,0 0 0 0 0,0-1-1 0 0,-1 1 1 0 0,0 0 0 0 0,3-11 0 0 0,-5 16-53 0 0,13-47-110 0 0,10-77 0 0 0,-4 13-33 0 0,-13 81 157 0 0,-5 19 3 0 0,1 0 0 0 0,1-1 0 0 0,0 1 0 0 0,0 0 0 0 0,1 0 1 0 0,0 1-1 0 0,8-13 0 0 0,-12 22-13 0 0,0 1 0 0 0,0 0 0 0 0,0 0 0 0 0,0 0 0 0 0,0 0 0 0 0,0 0 0 0 0,0 0 0 0 0,1-1 0 0 0,-1 1 0 0 0,0 0 0 0 0,0 0 0 0 0,0 0 0 0 0,0 0 0 0 0,0 0 0 0 0,0 0 0 0 0,0 0 0 0 0,0 0 0 0 0,1-1 0 0 0,-1 1 0 0 0,0 0 0 0 0,0 0 0 0 0,0 0 0 0 0,0 0 0 0 0,0 0 0 0 0,0 0 0 0 0,1 0 1 0 0,-1 0-1 0 0,0 0 0 0 0,0 0 0 0 0,0 0 0 0 0,0 0 0 0 0,0 0 0 0 0,1 0 0 0 0,-1 0 0 0 0,0 0 0 0 0,0 0 0 0 0,0 0 0 0 0,0 0 0 0 0,0 0 0 0 0,1 0 0 0 0,-1 0 0 0 0,0 0 0 0 0,0 0 0 0 0,0 1 0 0 0,0-1 0 0 0,0 0 0 0 0,0 0 0 0 0,0 0 0 0 0,1 0 0 0 0,-1 0 0 0 0,0 0 0 0 0,0 0 0 0 0,0 1 0 0 0,4 10 142 0 0,-1 16-12 0 0,-2 11-184 0 0,11 144 101 0 0,-8-159-77 0 0,0 0 1 0 0,1-1-1 0 0,2 0 1 0 0,0 1 0 0 0,19 38-1 0 0,-25-59-108 0 0,0 1-1 0 0,1-1 1 0 0,-1 1-1 0 0,1-1 1 0 0,-1 1-1 0 0,1-1 1 0 0,0 0-1 0 0,0 0 1 0 0,0 0-1 0 0,0 0 1 0 0,0 0-1 0 0,5 3 1 0 0,0-3-1118 0 0</inkml:trace>
</inkml:ink>
</file>

<file path=ppt/ink/ink2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5:53.8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6 102 28710 0 0,'-5'1'2189'0'0,"18"2"-3634"0"0,23 1-2031 0 0,164-35 1530 0 0,-16 2 2409 0 0,120 18 971 0 0,-127 8-651 0 0,-24-1-402 0 0,199-14-979 0 0,-218 5-1020 0 0,-76 12-5546 0 0,-26 2-467 0 0</inkml:trace>
</inkml:ink>
</file>

<file path=ppt/ink/ink2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5:54.7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14747 0 0,'6'15'374'0'0,"-1"1"0"0"0,0 1 0 0 0,-2-1 0 0 0,0 1-1 0 0,1 18 1 0 0,2 6 29 0 0,12 111 225 0 0,-4 260 1 0 0,-13-213-8515 0 0,0-174 7236 0 0,1-7 506 0 0</inkml:trace>
</inkml:ink>
</file>

<file path=ppt/ink/ink2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5:55.2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211 18 14283 0 0,'1'-1'82'0'0,"0"0"0"0"0,0 0 1 0 0,0-1-1 0 0,0 1 0 0 0,0 0 0 0 0,0 0 0 0 0,1 0 0 0 0,-1 0 0 0 0,0 0 1 0 0,1 1-1 0 0,-1-1 0 0 0,0 0 0 0 0,1 1 0 0 0,-1-1 0 0 0,1 1 1 0 0,-1-1-1 0 0,1 1 0 0 0,-1 0 0 0 0,1-1 0 0 0,-1 1 0 0 0,1 0 1 0 0,1 0-1 0 0,-1 0-102 0 0,-1-1 1 0 0,1 1 0 0 0,-1 0 0 0 0,0-1-1 0 0,1 1 1 0 0,-1 0 0 0 0,1 0 0 0 0,0 0-1 0 0,-1 0 1 0 0,1 1 0 0 0,-1-1 0 0 0,0 0-1 0 0,1 1 1 0 0,-1-1 0 0 0,1 1 0 0 0,-1-1-1 0 0,1 1 1 0 0,-1-1 0 0 0,0 1 0 0 0,0 0-1 0 0,1 0 1 0 0,-1 0 0 0 0,0 0 0 0 0,2 1-1 0 0,-3-1-16 0 0,0 1-1 0 0,0-1 1 0 0,0 1-1 0 0,0-1 1 0 0,-1 0-1 0 0,1 1 1 0 0,0-1-1 0 0,-1 0 1 0 0,1 1-1 0 0,0-1 0 0 0,-1 0 1 0 0,0 0-1 0 0,1 1 1 0 0,-1-1-1 0 0,0 0 1 0 0,-1 2-1 0 0,-18 22-486 0 0,14-18 395 0 0,-31 34 950 0 0,-72 64 1 0 0,22-24 1646 0 0,86-80-2474 0 0,0-1-1 0 0,0 1 1 0 0,0 0-1 0 0,0 0 1 0 0,0 0-1 0 0,0 0 1 0 0,1 0-1 0 0,-1 1 1 0 0,0-1-1 0 0,1 0 1 0 0,-1 0-1 0 0,0 0 1 0 0,1 1-1 0 0,-1-1 1 0 0,1 0-1 0 0,0 1 1 0 0,-1-1-1 0 0,1 2 1 0 0,0-2-11 0 0,1 0 1 0 0,-1-1-1 0 0,0 1 0 0 0,1-1 1 0 0,-1 1-1 0 0,1 0 0 0 0,-1-1 1 0 0,0 1-1 0 0,1-1 1 0 0,-1 1-1 0 0,1-1 0 0 0,0 1 1 0 0,-1-1-1 0 0,1 0 0 0 0,-1 1 1 0 0,1-1-1 0 0,0 0 1 0 0,-1 1-1 0 0,1-1 0 0 0,0 0 1 0 0,-1 0-1 0 0,1 0 0 0 0,0 1 1 0 0,1-1-1 0 0,7 1-176 0 0,1-1 0 0 0,0 1-1 0 0,17-3 1 0 0,-18 1 159 0 0,18-1 139 0 0,-4 0 346 0 0,38 0 1 0 0,-56 3-399 0 0,1-1 1 0 0,-1 0-1 0 0,0 1 1 0 0,1 0-1 0 0,-1 1 1 0 0,0-1-1 0 0,1 1 0 0 0,-1 0 1 0 0,0 0-1 0 0,0 1 1 0 0,0-1-1 0 0,5 5 1 0 0,-8-5-39 0 0,-1-1 1 0 0,0 0 0 0 0,0 0 0 0 0,0 1 0 0 0,0-1-1 0 0,0 0 1 0 0,0 1 0 0 0,0-1 0 0 0,-1 1-1 0 0,1-1 1 0 0,0 1 0 0 0,-1 0 0 0 0,1-1-1 0 0,-1 1 1 0 0,0 0 0 0 0,1-1 0 0 0,-1 1-1 0 0,0 3 1 0 0,0-1 14 0 0,-1 1 1 0 0,1-1-1 0 0,-1 0 0 0 0,0 1 0 0 0,0-1 1 0 0,-4 9-1 0 0,-2 1 153 0 0,-1 1 0 0 0,-17 23 0 0 0,-7 4 527 0 0,-14 18 361 0 0,42-53-919 0 0,0-1 1 0 0,1 1-1 0 0,-1-1 1 0 0,2 1-1 0 0,-1 0 0 0 0,1 0 1 0 0,-3 12-1 0 0,5-17-151 0 0,0-1 0 0 0,0 1 1 0 0,0-1-1 0 0,0 1 0 0 0,0-1 0 0 0,0 1 0 0 0,1-1 0 0 0,-1 1 0 0 0,1 0 0 0 0,-1-1 0 0 0,1 0 1 0 0,-1 1-1 0 0,1-1 0 0 0,0 1 0 0 0,0-1 0 0 0,0 0 0 0 0,0 1 0 0 0,0-1 0 0 0,0 0 0 0 0,0 0 0 0 0,0 0 1 0 0,0 0-1 0 0,0 0 0 0 0,1 0 0 0 0,-1 0 0 0 0,0 0 0 0 0,1-1 0 0 0,-1 1 0 0 0,1 0 0 0 0,-1-1 0 0 0,1 1 1 0 0,-1-1-1 0 0,1 1 0 0 0,1-1 0 0 0,8 3-372 0 0,1-2 0 0 0,-1 1 0 0 0,20-1 0 0 0,-17 0-995 0 0</inkml:trace>
</inkml:ink>
</file>

<file path=ppt/ink/ink2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5:55.5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0 10282 0 0,'-2'5'310'0'0,"0"-1"1"0"0,0 1-1 0 0,1-1 0 0 0,0 1 0 0 0,0 0 0 0 0,0 0 0 0 0,1-1 1 0 0,-1 1-1 0 0,1 0 0 0 0,1 0 0 0 0,-1 0 0 0 0,0-1 0 0 0,1 1 1 0 0,1 5-1 0 0,4 8 702 0 0,0 0-1 0 0,11 23 1 0 0,2 8-90 0 0,85 336 2639 0 0,-101-374-3612 0 0,0-4-174 0 0,-2-1-1 0 0,1 1 0 0 0,-1 0 0 0 0,0 0 0 0 0,0 0 0 0 0,0 0 0 0 0,-1 0 0 0 0,0 0 0 0 0,-3 12 0 0 0</inkml:trace>
</inkml:ink>
</file>

<file path=ppt/ink/ink2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5:55.9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52 16131 0 0,'7'-4'1443'0'0,"20"-4"-1370"0"0,35-5-319 0 0,27 1 801 0 0,153-2 0 0 0,92 23 1894 0 0,-81 0-2088 0 0,-214-7-1652 0 0,-1 0-423 0 0</inkml:trace>
</inkml:ink>
</file>

<file path=ppt/ink/ink2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5:56.3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1 353 12899 0 0,'1'-3'209'0'0,"-1"-1"0"0"0,2 0 0 0 0,-1 0 0 0 0,0 1 0 0 0,1-1 1 0 0,0 1-1 0 0,-1-1 0 0 0,1 1 0 0 0,4-5 0 0 0,6-11 46 0 0,10-26 1 0 0,-2-1 1 0 0,-2-1-1 0 0,-2 0 1 0 0,10-54 0 0 0,-30 115 1857 0 0,-4 15-1337 0 0,-8 44 0 0 0,14-51-753 0 0,1-1-1 0 0,1 1 0 0 0,1-1 0 0 0,0 1 0 0 0,2-1 1 0 0,1 0-1 0 0,0 0 0 0 0,1 0 0 0 0,16 38 0 0 0,-20-62-24 0 0,1 1 0 0 0,0-1-1 0 0,-1 0 1 0 0,0 1 0 0 0,1-1-1 0 0,-1 0 1 0 0,0 0 0 0 0,1-3-1 0 0,26-83-1367 0 0,59-129-1 0 0,-85 214 1454 0 0,0 0-1 0 0,0 0 1 0 0,0 0-1 0 0,1 0 1 0 0,0 1 0 0 0,-1-1-1 0 0,7-5 1 0 0,-8 9-29 0 0,0-1 1 0 0,0 1 0 0 0,0-1-1 0 0,-1 1 1 0 0,1-1 0 0 0,0 1 0 0 0,0 0-1 0 0,0 0 1 0 0,0-1 0 0 0,0 1-1 0 0,0 0 1 0 0,0 0 0 0 0,0 0-1 0 0,0 0 1 0 0,0 0 0 0 0,0 0 0 0 0,-1 0-1 0 0,1 1 1 0 0,0-1 0 0 0,0 0-1 0 0,0 0 1 0 0,0 1 0 0 0,0-1-1 0 0,0 1 1 0 0,-1-1 0 0 0,1 1 0 0 0,0-1-1 0 0,0 1 1 0 0,0-1 0 0 0,-1 1-1 0 0,1-1 1 0 0,0 1 0 0 0,-1 0-1 0 0,1 0 1 0 0,-1-1 0 0 0,1 1 0 0 0,-1 0-1 0 0,1 0 1 0 0,-1 0 0 0 0,1-1-1 0 0,-1 1 1 0 0,0 0 0 0 0,1 1-1 0 0,45 89 1065 0 0,-35-67-1117 0 0,0 0 1 0 0,2 0-1 0 0,1-1 0 0 0,18 22 1 0 0,-26-37-8 0 0,23 25 11 0 0,-28-32-9 0 0,0 1 0 0 0,1-1 0 0 0,-1 0-1 0 0,0 0 1 0 0,1 1 0 0 0,0-1-1 0 0,-1 0 1 0 0,1 0 0 0 0,-1-1 0 0 0,1 1-1 0 0,0 0 1 0 0,0 0 0 0 0,0-1-1 0 0,-1 1 1 0 0,1-1 0 0 0,0 0 0 0 0,3 1-1 0 0,5-12-2138 0 0</inkml:trace>
</inkml:ink>
</file>

<file path=ppt/ink/ink2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5:56.7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10 4753 0 0,'0'0'26'0'0,"0"1"0"0"0,0-1 0 0 0,0 0 0 0 0,0 0 1 0 0,0 0-1 0 0,-1 0 0 0 0,1 0 0 0 0,0 0 0 0 0,0 0 0 0 0,0 0 0 0 0,0 0 0 0 0,0 0 0 0 0,0 0 0 0 0,0 0 1 0 0,0 0-1 0 0,0 0 0 0 0,0 0 0 0 0,-1 0 0 0 0,1 0 0 0 0,0 0 0 0 0,0 0 0 0 0,0 0 0 0 0,0 0 0 0 0,0 0 1 0 0,0 0-1 0 0,0 0 0 0 0,0 0 0 0 0,0 0 0 0 0,0 0 0 0 0,-1 0 0 0 0,1 0 0 0 0,0 0 0 0 0,0 0 0 0 0,0-1 1 0 0,0 1-1 0 0,0 0 0 0 0,0 0 0 0 0,0 0 0 0 0,0 0 0 0 0,0 0 0 0 0,0 0 0 0 0,0 0 0 0 0,0 0 1 0 0,0 0-1 0 0,0 0 0 0 0,0 0 0 0 0,0 0 0 0 0,0-1 0 0 0,0 1 0 0 0,0 0 0 0 0,0 0 0 0 0,0 0 0 0 0,0 0 1 0 0,0 0-1 0 0,0 0 0 0 0,0 0 0 0 0,0 0 0 0 0,0 0 0 0 0,-2 11 2240 0 0,2 19-559 0 0,2-16-1600 0 0,0 6-16 0 0,1-1 0 0 0,1 0 0 0 0,1 0 0 0 0,0 0 0 0 0,2-1 0 0 0,11 25 0 0 0,-17-42-21 0 0,-1 0 0 0 0,1-1 0 0 0,0 1-1 0 0,0 0 1 0 0,0-1 0 0 0,-1 1 0 0 0,1-1 0 0 0,0 1-1 0 0,0-1 1 0 0,0 1 0 0 0,0-1 0 0 0,0 0 0 0 0,0 1-1 0 0,0-1 1 0 0,0 0 0 0 0,0 0 0 0 0,0 0-1 0 0,0 0 1 0 0,0 0 0 0 0,0 0 0 0 0,1 0 0 0 0,-1 0-1 0 0,0 0 1 0 0,0 0 0 0 0,0-1 0 0 0,0 1-1 0 0,0 0 1 0 0,0-1 0 0 0,0 1 0 0 0,-1-1 0 0 0,3 0-1 0 0,37-22 956 0 0,-24 13-530 0 0,25-9 1191 0 0,75-26 0 0 0,49-3-1613 0 0,-31 10-2263 0 0,-44 11-328 0 0,-43 12 821 0 0</inkml:trace>
</inkml:ink>
</file>

<file path=ppt/ink/ink2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5:57.1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 17972 0 0,'0'1'139'0'0,"-1"0"-1"0"0,1 1 1 0 0,-1-1 0 0 0,1 1 0 0 0,-1-1-1 0 0,1 1 1 0 0,0 0 0 0 0,0-1 0 0 0,0 1-1 0 0,0-1 1 0 0,0 1 0 0 0,0-1 0 0 0,0 1-1 0 0,0-1 1 0 0,1 3 0 0 0,4 40-336 0 0,-4-36 416 0 0,28 194 345 0 0,10 86 413 0 0,-33-231-1183 0 0,8 73-311 0 0,-7-43-5875 0 0,-4-46 82 0 0</inkml:trace>
</inkml:ink>
</file>

<file path=ppt/ink/ink2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5:57.6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124 0 18404 0 0,'-2'7'1982'0'0,"-15"25"-3024"0"0,-9-11-530 0 0,13-11 1288 0 0,1-1 0 0 0,1 2 0 0 0,-13 13 1 0 0,22-22 358 0 0,0 0 0 0 0,1 0 0 0 0,-1 0 0 0 0,1 0 1 0 0,-1 1-1 0 0,1-1 0 0 0,0 0 0 0 0,0 1 0 0 0,0-1 0 0 0,0 0 1 0 0,0 1-1 0 0,0 0 0 0 0,1-1 0 0 0,-1 1 0 0 0,1-1 0 0 0,0 1 1 0 0,0 0-1 0 0,0-1 0 0 0,0 1 0 0 0,0-1 0 0 0,1 1 0 0 0,-1 0 1 0 0,1-1-1 0 0,1 5 0 0 0,-1-5 0 0 0,1 1 0 0 0,0-1 0 0 0,0 0 0 0 0,0 0 0 0 0,0 0 0 0 0,0 0 0 0 0,0 0 0 0 0,0 0 0 0 0,1-1 0 0 0,-1 1 0 0 0,0-1 0 0 0,1 0 0 0 0,0 0 0 0 0,-1 1 0 0 0,1-2 0 0 0,0 1 0 0 0,3 1 0 0 0,55 7 438 0 0,-45-7-346 0 0,42 0 534 0 0,-46-3-944 0 0,0 1 0 0 0,0 1 0 0 0,0 0 0 0 0,-1 0 0 0 0,24 7 1 0 0,-34-8 184 0 0,-1 0 0 0 0,1 0 0 0 0,-1 0 0 0 0,1 1 0 0 0,-1-1 0 0 0,1 0 0 0 0,-1 0 0 0 0,1 1 0 0 0,-1-1 0 0 0,1 0 0 0 0,-1 1 0 0 0,0-1 0 0 0,1 1 0 0 0,-1-1 0 0 0,0 0 0 0 0,1 1 0 0 0,-1-1 0 0 0,0 1 0 0 0,0-1 0 0 0,1 1 0 0 0,-1-1 0 0 0,0 1 0 0 0,0-1 0 0 0,0 1 0 0 0,0-1 0 0 0,0 1 0 0 0,0-1 0 0 0,1 1 0 0 0,-1-1 0 0 0,-1 2 0 0 0,-7 17-1087 0 0,-25 19 180 0 0,28-33 886 0 0,-26 24 25 0 0,22-22 377 0 0,1 0 0 0 0,0 0 0 0 0,1 1 0 0 0,-1 0 0 0 0,1 1 0 0 0,1 0 0 0 0,0 0 0 0 0,0 0 0 0 0,-6 14 0 0 0,12-22-291 0 0,-1-1 0 0 0,1 1 0 0 0,0 0 0 0 0,0-1 0 0 0,0 1 0 0 0,0 0 0 0 0,0-1 0 0 0,0 1 0 0 0,0 0 0 0 0,0-1 0 0 0,0 1 0 0 0,0-1 0 0 0,0 1 0 0 0,1 0 0 0 0,-1-1 0 0 0,0 1 0 0 0,0 0-1 0 0,1-1 1 0 0,-1 1 0 0 0,0-1 0 0 0,1 1 0 0 0,-1-1 0 0 0,0 1 0 0 0,1-1 0 0 0,-1 1 0 0 0,2 0 0 0 0,19 8 104 0 0,29-3-468 0 0,-47-6 346 0 0,16 0-127 0 0,-11 0 10 0 0,1 0 0 0 0,-1 0 1 0 0,0 1-1 0 0,1 0 0 0 0,-1 0 0 0 0,0 1 0 0 0,13 5 0 0 0,-20-7 71 0 0,0 1-1 0 0,0 0 1 0 0,0 0 0 0 0,0 0-1 0 0,0 0 1 0 0,-1 0 0 0 0,1 0-1 0 0,0 0 1 0 0,-1 0 0 0 0,1 0-1 0 0,-1 0 1 0 0,1 0 0 0 0,-1 0-1 0 0,1 0 1 0 0,-1 0 0 0 0,0 0-1 0 0,0 0 1 0 0,1 1-1 0 0,-1-1 1 0 0,0 0 0 0 0,0 0-1 0 0,0 0 1 0 0,0 1 0 0 0,-1-1-1 0 0,1 0 1 0 0,0 0 0 0 0,0 0-1 0 0,-1 0 1 0 0,1 0 0 0 0,0 1-1 0 0,-1-1 1 0 0,0 1 0 0 0,-20 39-1222 0 0,19-38 1068 0 0,-1 3-115 0 0,-5 6-584 0 0,1 0-1 0 0,1 1 1 0 0,-10 24 0 0 0,13-25-3656 0 0</inkml:trace>
</inkml:ink>
</file>

<file path=ppt/ink/ink2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5:57.9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19356 0 0,'1'9'283'0'0,"-1"0"0"0"0,1 1 0 0 0,1-1 0 0 0,0 0 0 0 0,0 0 0 0 0,1 0 0 0 0,0-1 0 0 0,5 10 0 0 0,4 15-20 0 0,154 639 1252 0 0,-161-653-1978 0 0,4 39 1634 0 0,-12-22-8294 0 0</inkml:trace>
</inkml:ink>
</file>

<file path=ppt/ink/ink2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5:58.3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0 12443 0 0,'0'0'20'0'0,"0"0"1"0"0,0 0 0 0 0,0 0-1 0 0,-1 1 1 0 0,1-1-1 0 0,0 0 1 0 0,0 0 0 0 0,0 0-1 0 0,0 0 1 0 0,0 0 0 0 0,0 0-1 0 0,0 0 1 0 0,0 0-1 0 0,-1 0 1 0 0,1 0 0 0 0,0 0-1 0 0,0 0 1 0 0,0 0 0 0 0,0 1-1 0 0,0-1 1 0 0,0 0-1 0 0,0 0 1 0 0,0 0 0 0 0,0 0-1 0 0,0 0 1 0 0,0 0 0 0 0,0 0-1 0 0,0 0 1 0 0,0 1-1 0 0,0-1 1 0 0,0 0 0 0 0,0 0-1 0 0,0 0 1 0 0,0 0 0 0 0,0 0-1 0 0,0 0 1 0 0,0 1-1 0 0,0-1 1 0 0,0 0 0 0 0,0 0-1 0 0,0 0 1 0 0,0 0 0 0 0,0 0-1 0 0,0 0 1 0 0,0 0-1 0 0,0 0 1 0 0,0 1 0 0 0,0-1-1 0 0,0 0 1 0 0,0 0 0 0 0,0 0-1 0 0,0 0 1 0 0,1 0-1 0 0,-1 0 1 0 0,0 0 0 0 0,0 0-1 0 0,0 0 1 0 0,0 0-1 0 0,0 0 1 0 0,0 0 0 0 0,0 1-1 0 0,0-1 1 0 0,1 0 0 0 0,-1 0-1 0 0,0 0 1 0 0,0 0-1 0 0,14 7 409 0 0,19 3 34 0 0,25-7 474 0 0,0-1-1 0 0,81-10 0 0 0,-39 1-799 0 0,173 6-2940 0 0,-240 2-2638 0 0</inkml:trace>
</inkml:ink>
</file>

<file path=ppt/ink/ink2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5:58.7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0 356 14283 0 0,'3'2'-21'0'0,"0"1"0"0"0,0 0 0 0 0,0-1 0 0 0,0 0 0 0 0,0 1 0 0 0,0-1-1 0 0,1-1 1 0 0,-1 1 0 0 0,1 0 0 0 0,-1-1 0 0 0,1 0 0 0 0,0 0 0 0 0,5 1 0 0 0,-4-1-257 0 0,-1-1 1 0 0,0-1-1 0 0,0 1 1 0 0,1-1-1 0 0,-1 1 0 0 0,0-1 1 0 0,0 0-1 0 0,0-1 1 0 0,0 1-1 0 0,0-1 1 0 0,0 0-1 0 0,0 0 0 0 0,0 0 1 0 0,-1 0-1 0 0,1-1 1 0 0,5-4-1 0 0,-1 0-61 0 0,-1 0 0 0 0,-1 0 0 0 0,0 0 0 0 0,0-1 0 0 0,0 0 0 0 0,-1 0-1 0 0,6-12 1 0 0,-7 13 994 0 0,-1-1-1 0 0,0 1 0 0 0,-1-1 0 0 0,3-14 0 0 0,-1-5 187 0 0,-1 0 0 0 0,-1 0-1 0 0,-2 0 1 0 0,-1-1 0 0 0,-8-47-1 0 0,9 74-849 0 0,0-1 0 0 0,0 1-1 0 0,-1 0 1 0 0,1-1 0 0 0,0 1 0 0 0,-1 0-1 0 0,1-1 1 0 0,-1 1 0 0 0,0 0-1 0 0,1 0 1 0 0,-1 0 0 0 0,0 0 0 0 0,0-1-1 0 0,-1 0 1 0 0,2 2 17 0 0,-1 0 1 0 0,1-1-1 0 0,-1 1 1 0 0,1 0-1 0 0,0 0 0 0 0,-1 0 1 0 0,1 0-1 0 0,-1 0 0 0 0,1 0 1 0 0,0 0-1 0 0,-1 0 0 0 0,1 0 1 0 0,-1 0-1 0 0,1 0 1 0 0,-1 0-1 0 0,1 0 0 0 0,0 0 1 0 0,-1 0-1 0 0,1 0 0 0 0,-1 0 1 0 0,1 1-1 0 0,0-1 0 0 0,-1 0 1 0 0,1 0-1 0 0,-1 0 1 0 0,1 1-1 0 0,0-1 0 0 0,-1 0 1 0 0,1 1-1 0 0,-2 1 4 0 0,0 0 0 0 0,0 1 0 0 0,0-1 0 0 0,0 1 0 0 0,0 0 0 0 0,1-1 0 0 0,0 1 0 0 0,-1 0 0 0 0,1 0 0 0 0,-1 5 0 0 0,-2 11 15 0 0,1 1 0 0 0,1-1 0 0 0,1 0-1 0 0,0 1 1 0 0,2-1 0 0 0,0 0 0 0 0,5 24 0 0 0,-4-30 70 0 0,1 0-1 0 0,0 0 1 0 0,1 0 0 0 0,1-1 0 0 0,0 0 0 0 0,0 0-1 0 0,1 0 1 0 0,1 0 0 0 0,0-1 0 0 0,0 0 0 0 0,14 14 0 0 0,-20-24-78 0 0,0 1 0 0 0,0-1 1 0 0,0 0-1 0 0,0 0 0 0 0,1-1 1 0 0,-1 1-1 0 0,0 0 0 0 0,0 0 1 0 0,1-1-1 0 0,-1 1 0 0 0,0 0 1 0 0,1-1-1 0 0,-1 1 0 0 0,1-1 1 0 0,-1 0-1 0 0,1 0 1 0 0,-1 1-1 0 0,1-1 0 0 0,-1 0 1 0 0,1 0-1 0 0,-1 0 0 0 0,2-1 1 0 0,0 0 31 0 0,-1 0 0 0 0,1 0 0 0 0,-1 0 1 0 0,1 0-1 0 0,-1 0 0 0 0,0-1 0 0 0,0 1 1 0 0,1-1-1 0 0,-1 0 0 0 0,0 1 0 0 0,3-5 1 0 0,4-6 205 0 0,0-1 1 0 0,-1 0 0 0 0,12-23-1 0 0,-13 22-171 0 0,17-36 263 0 0,-19 37-364 0 0,0 0 0 0 0,1 1 1 0 0,0 0-1 0 0,1 1 0 0 0,0-1 0 0 0,1 1 1 0 0,0 1-1 0 0,19-20 0 0 0,-27 30 18 0 0,1 0 1 0 0,-1-1-1 0 0,1 1 1 0 0,-1 0-1 0 0,1-1 1 0 0,-1 1-1 0 0,1 0 1 0 0,-1 0-1 0 0,1 0 0 0 0,-1-1 1 0 0,1 1-1 0 0,0 0 1 0 0,-1 0-1 0 0,1 0 1 0 0,-1 0-1 0 0,1 0 1 0 0,-1 0-1 0 0,1 0 0 0 0,0 0 1 0 0,-1 0-1 0 0,1 0 1 0 0,-1 0-1 0 0,1 1 1 0 0,-1-1-1 0 0,1 0 1 0 0,0 0-1 0 0,-1 1 1 0 0,1-1-1 0 0,-1 0 0 0 0,1 0 1 0 0,-1 1-1 0 0,0-1 1 0 0,1 1-1 0 0,-1-1 1 0 0,1 0-1 0 0,-1 1 1 0 0,0-1-1 0 0,1 1 0 0 0,-1-1 1 0 0,0 1-1 0 0,1-1 1 0 0,-1 1-1 0 0,0-1 1 0 0,0 1-1 0 0,1-1 1 0 0,-1 1-1 0 0,0 0 0 0 0,0-1 1 0 0,0 1-1 0 0,0-1 1 0 0,0 2-1 0 0,8 40 562 0 0,-7-27-341 0 0,16 59 60 0 0,7 56-3203 0 0,-19-101-2483 0 0,-2-16 300 0 0</inkml:trace>
</inkml:ink>
</file>

<file path=ppt/ink/ink2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5:59.1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67 9010 0 0,'4'1'231'0'0,"1"1"0"0"0,-1 0 1 0 0,0-1-1 0 0,0 0 0 0 0,1 0 1 0 0,-1 0-1 0 0,1-1 0 0 0,-1 1 0 0 0,1-1 1 0 0,-1 0-1 0 0,9-1 0 0 0,-3 0 332 0 0,269-18 6163 0 0,-189 10-5470 0 0,-78 8-1231 0 0,524-28 2457 0 0,-100 18-13054 0 0,-404 8 8617 0 0,-19 0 1823 0 0</inkml:trace>
</inkml:ink>
</file>

<file path=ppt/ink/ink2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5:59.6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18780 0 0,'0'2'110'0'0,"0"0"1"0"0,0 0-1 0 0,0-1 1 0 0,0 1-1 0 0,0 0 0 0 0,1 0 1 0 0,-1-1-1 0 0,1 1 0 0 0,-1 0 1 0 0,1-1-1 0 0,0 1 1 0 0,0-1-1 0 0,-1 1 0 0 0,1-1 1 0 0,0 1-1 0 0,1-1 0 0 0,-1 1 1 0 0,0-1-1 0 0,2 2 1 0 0,25 24-120 0 0,-27-26 37 0 0,9 7 20 0 0,1-1 0 0 0,-1 0-1 0 0,2 0 1 0 0,-1-1 0 0 0,1-1 0 0 0,0 1-1 0 0,0-2 1 0 0,0 0 0 0 0,17 3-1 0 0,15 1-169 0 0,61 3-1 0 0,-43-5 359 0 0,-15-3-1166 0 0,66-2 1 0 0,-7-9-4449 0 0,-85 5 38 0 0</inkml:trace>
</inkml:ink>
</file>

<file path=ppt/ink/ink2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6:00.5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12443 0 0,'2'15'3766'0'0,"0"17"-2275"0"0,1 306 996 0 0,-3-296-2518 0 0,19-94-427 0 0,76-240-3529 0 0,-95 292 4142 0 0,0 0 0 0 0,1 0-1 0 0,-1 0 1 0 0,0 0 0 0 0,1 0 0 0 0,-1 0 0 0 0,1 0 0 0 0,0 0 0 0 0,13 13 2459 0 0,9 24-1184 0 0,-22-35-1129 0 0,-1-2-300 0 0,15 28 276 0 0,24 34 0 0 0,-34-55-231 0 0,1 0 1 0 0,0 0-1 0 0,0 0 1 0 0,0-1-1 0 0,1 0 0 0 0,0 0 1 0 0,0-1-1 0 0,1 0 0 0 0,12 7 1 0 0,-19-12-56 0 0,0 0 1 0 0,0 1-1 0 0,0-1 1 0 0,0 0-1 0 0,1 0 1 0 0,-1 0-1 0 0,0 0 1 0 0,0 0-1 0 0,0 0 0 0 0,1 0 1 0 0,-1 0-1 0 0,0-1 1 0 0,0 1-1 0 0,0 0 1 0 0,0-1-1 0 0,1 1 1 0 0,-1-1-1 0 0,0 1 1 0 0,0-1-1 0 0,0 1 1 0 0,0-1-1 0 0,0 0 1 0 0,0 0-1 0 0,0 1 0 0 0,-1-1 1 0 0,1 0-1 0 0,0 0 1 0 0,0 0-1 0 0,-1 0 1 0 0,1 0-1 0 0,0 0 1 0 0,-1 0-1 0 0,2-2 1 0 0,19-48-465 0 0,-14 33 358 0 0,10-32-175 0 0,-14 39 215 0 0,0 0-1 0 0,1 1 1 0 0,0-1-1 0 0,0 1 1 0 0,1 0-1 0 0,9-13 0 0 0,-14 23 80 0 0,0-1-1 0 0,0 1 0 0 0,1-1 1 0 0,-1 1-1 0 0,0 0 0 0 0,1-1 1 0 0,-1 1-1 0 0,0 0 0 0 0,1-1 1 0 0,-1 1-1 0 0,1 0 0 0 0,-1-1 1 0 0,1 1-1 0 0,-1 0 0 0 0,1 0 1 0 0,-1-1-1 0 0,0 1 0 0 0,1 0 1 0 0,-1 0-1 0 0,1 0 0 0 0,-1 0 0 0 0,1 0 1 0 0,0 0-1 0 0,-1 0 0 0 0,1 0 1 0 0,-1 0-1 0 0,1 0 0 0 0,-1 0 1 0 0,1 0-1 0 0,-1 0 0 0 0,1 0 1 0 0,11 14 240 0 0,1 30 210 0 0,-11-39-429 0 0,1 11-65 0 0,2 3 166 0 0,1 0 1 0 0,8 20 0 0 0,-12-34-195 0 0,1 1 1 0 0,0-1-1 0 0,0 0 1 0 0,1 1-1 0 0,0-1 1 0 0,-1-1-1 0 0,2 1 0 0 0,-1-1 1 0 0,0 1-1 0 0,1-1 1 0 0,5 3-1 0 0</inkml:trace>
</inkml:ink>
</file>

<file path=ppt/ink/ink2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6:00.8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0 122 10594 0 0,'149'-26'6556'0'0,"78"9"-6159"0"0,-141 12 191 0 0,131-2 1072 0 0,50-4 484 0 0,-129 2-1501 0 0,-37 4-1283 0 0,141-27 1 0 0,-202 22-6989 0 0</inkml:trace>
</inkml:ink>
</file>

<file path=ppt/ink/ink2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6:01.2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23 12899 0 0,'1'-18'1652'0'0,"4"13"-109"0"0,-4 6-1504 0 0,0 0 1 0 0,0 0-1 0 0,0 0 0 0 0,1 0 0 0 0,-1 0 0 0 0,-1 0 1 0 0,1 0-1 0 0,0 0 0 0 0,0 0 0 0 0,0 1 0 0 0,0-1 0 0 0,-1 0 1 0 0,1 1-1 0 0,-1-1 0 0 0,1 1 0 0 0,-1-1 0 0 0,1 3 1 0 0,6 29 132 0 0,-1 0 0 0 0,-2 1 0 0 0,-1 0 0 0 0,-4 61 0 0 0,1-49 82 0 0,0 9 53 0 0,8 432 2498 0 0,1-351-2000 0 0,40 210 1 0 0,-31-263-1213 0 0,23 131 1825 0 0,-38-183-2187 0 0,-2 45 0 0 0,-2-54-1072 0 0,-2 0-1 0 0,-8 40 1 0 0,-2-21-5287 0 0</inkml:trace>
</inkml:ink>
</file>

<file path=ppt/ink/ink2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6:02.0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12899 0 0,'-1'5'178'0'0,"1"-1"0"0"0,0 0 0 0 0,0 0 0 0 0,0 0 0 0 0,1 0 0 0 0,-1 0 0 0 0,1 1 0 0 0,0-1 0 0 0,0 0 1 0 0,2 4-1 0 0,3 14 199 0 0,35 457 2541 0 0,1 4-3243 0 0,-34-424-773 0 0,1 117 1 0 0,-10-145 307 0 0</inkml:trace>
</inkml:ink>
</file>

<file path=ppt/ink/ink2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6:02.6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33 10594 0 0,'0'-1'194'0'0,"0"0"0"0"0,0 0 1 0 0,0 0-1 0 0,0 0 0 0 0,0 1 0 0 0,0-1 0 0 0,1 0 0 0 0,-1 0 0 0 0,0 0 0 0 0,1 1 0 0 0,-1-1 0 0 0,1 0 0 0 0,-1 0 1 0 0,1 1-1 0 0,-1-1 0 0 0,1 0 0 0 0,-1 1 0 0 0,1-1 0 0 0,0 1 0 0 0,-1-1 0 0 0,1 1 0 0 0,0-1 0 0 0,-1 1 0 0 0,1-1 1 0 0,0 1-1 0 0,0 0 0 0 0,0-1 0 0 0,-1 1 0 0 0,1 0 0 0 0,0 0 0 0 0,0-1 0 0 0,0 1 0 0 0,0 0 0 0 0,0 0 0 0 0,33-8 2062 0 0,-26 6-2062 0 0,0 1 0 0 0,0 0-1 0 0,0 1 1 0 0,0 0 0 0 0,0 0 0 0 0,11 2 0 0 0,-17-2-210 0 0,-1 0 0 0 0,0 1 0 0 0,1-1 1 0 0,-1 1-1 0 0,0-1 0 0 0,1 1 0 0 0,-1 0 1 0 0,0-1-1 0 0,0 1 0 0 0,0 0 0 0 0,0 0 1 0 0,1 0-1 0 0,-1 0 0 0 0,0 0 0 0 0,-1 0 1 0 0,1 0-1 0 0,1 2 0 0 0,-1-1-65 0 0,0 0 0 0 0,-1 0 0 0 0,1 0 0 0 0,-1 1 0 0 0,1-1 0 0 0,-1 0 0 0 0,0 0-1 0 0,0 0 1 0 0,0 0 0 0 0,0 0 0 0 0,0 1 0 0 0,-1-1 0 0 0,1 0 0 0 0,0 0 0 0 0,-2 3 0 0 0,-2 5-84 0 0,0 0 0 0 0,-1-1 0 0 0,0 1 0 0 0,-1-1 0 0 0,0 0-1 0 0,-1 0 1 0 0,1-1 0 0 0,-2 1 0 0 0,1-2 0 0 0,-1 1 0 0 0,-9 6 0 0 0,3-1 610 0 0,1-1 0 0 0,-19 26 0 0 0,50-43-67 0 0,0 2 0 0 0,0 0 0 0 0,22 0-1 0 0,-29 2-374 0 0,0 1 0 0 0,0 1-1 0 0,-1 0 1 0 0,1 0-1 0 0,0 1 1 0 0,-1 0 0 0 0,16 6-1 0 0,-23-7-18 0 0,0 0 0 0 0,0 1-1 0 0,0-1 1 0 0,0 1 0 0 0,0 0 0 0 0,0 0-1 0 0,0 0 1 0 0,-1 0 0 0 0,1 0 0 0 0,-1 1-1 0 0,0-1 1 0 0,1 1 0 0 0,-1 0-1 0 0,0-1 1 0 0,-1 1 0 0 0,1 0 0 0 0,0 0-1 0 0,-1 0 1 0 0,0 0 0 0 0,1 1 0 0 0,-1-1-1 0 0,-1 0 1 0 0,1 0 0 0 0,0 1-1 0 0,-1-1 1 0 0,1 0 0 0 0,-1 5 0 0 0,-3 26 492 0 0,2-31-422 0 0,0 1 0 0 0,0 0 0 0 0,1 0 0 0 0,-1 0 1 0 0,1 0-1 0 0,0 0 0 0 0,0 0 0 0 0,1 0 0 0 0,-1 0 0 0 0,1 0 0 0 0,0 0 0 0 0,0 0 0 0 0,0-1 0 0 0,0 1 0 0 0,1 0 0 0 0,-1-1 1 0 0,1 1-1 0 0,0-1 0 0 0,0 1 0 0 0,5 4 0 0 0,-2-3-268 0 0,4 4-217 0 0</inkml:trace>
</inkml:ink>
</file>

<file path=ppt/ink/ink2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6:02.9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0 12443 0 0,'-3'12'615'0'0,"1"-1"1"0"0,1 0 0 0 0,-1 1-1 0 0,2-1 1 0 0,0 1 0 0 0,0-1-1 0 0,1 1 1 0 0,3 16 0 0 0,0 12 236 0 0,21 209 1829 0 0,1 16-1585 0 0,-24-231-1002 0 0,1-6-68 0 0,-1 0-1 0 0,-2 0 0 0 0,-1 1 1 0 0,-1-1-1 0 0,-1 0 1 0 0,-10 39-1 0 0,0-41-353 0 0</inkml:trace>
</inkml:ink>
</file>

<file path=ppt/ink/ink2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6:03.3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1 108 10594 0 0,'0'0'37'0'0,"0"1"0"0"0,0-1-1 0 0,0 1 1 0 0,0 0 0 0 0,0-1-1 0 0,1 1 1 0 0,-1-1 0 0 0,0 1-1 0 0,0-1 1 0 0,1 1 0 0 0,-1 0-1 0 0,0-1 1 0 0,1 1 0 0 0,-1-1-1 0 0,1 0 1 0 0,-1 1 0 0 0,1-1-1 0 0,-1 1 1 0 0,1-1 0 0 0,-1 0-1 0 0,1 1 1 0 0,-1-1 0 0 0,1 0-1 0 0,-1 1 1 0 0,1-1 0 0 0,0 0-1 0 0,-1 0 1 0 0,1 0-1 0 0,-1 0 1 0 0,1 1 0 0 0,0-1-1 0 0,-1 0 1 0 0,1 0 0 0 0,0 0-1 0 0,0-1 1 0 0,28 0-59 0 0,-20-1 165 0 0,248-34 1569 0 0,10-2 196 0 0,-143 28-268 0 0,295-21 2298 0 0,-347 29-4828 0 0,86 8 0 0 0,-61 5-5495 0 0,-68-6 743 0 0</inkml:trace>
</inkml:ink>
</file>

<file path=ppt/ink/ink2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6:03.7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0 125 15667 0 0,'67'-120'4268'0'0,"-67"120"-4277"0"0,0 0 0 0 0,0 0 0 0 0,0-1 1 0 0,0 1-1 0 0,0 0 0 0 0,0 0 0 0 0,0-1 0 0 0,0 1 1 0 0,1 0-1 0 0,-1 0 0 0 0,0-1 0 0 0,0 1 0 0 0,0 0 0 0 0,1 0 1 0 0,-1 0-1 0 0,0-1 0 0 0,0 1 0 0 0,0 0 0 0 0,1 0 1 0 0,-1 0-1 0 0,0 0 0 0 0,0 0 0 0 0,1 0 0 0 0,-1-1 0 0 0,0 1 1 0 0,1 0-1 0 0,-1 0 0 0 0,0 0 0 0 0,0 0 0 0 0,1 0 1 0 0,-1 0-1 0 0,0 0 0 0 0,0 0 0 0 0,1 0 0 0 0,-1 0 0 0 0,0 0 1 0 0,1 0-1 0 0,-1 1 0 0 0,0-1 0 0 0,0 0 0 0 0,1 0 0 0 0,-1 0 1 0 0,0 0-1 0 0,7 15-754 0 0,-1 21-375 0 0,-6-36 1136 0 0,2 30 743 0 0,-5 57 1 0 0,1-61-271 0 0,0-1-1 0 0,3 1 1 0 0,2 29 0 0 0,-3-54-447 0 0,0 0 0 0 0,0 0 0 0 0,0 0 0 0 0,0 0-1 0 0,1 1 1 0 0,-1-1 0 0 0,0 0 0 0 0,0 0 0 0 0,1 0 0 0 0,-1 0 0 0 0,1 0 0 0 0,-1 0 0 0 0,1 0 0 0 0,-1 0 0 0 0,1 0 0 0 0,0 0 0 0 0,-1 0 0 0 0,1 0-1 0 0,0 0 1 0 0,0 0 0 0 0,0-1 0 0 0,-1 1 0 0 0,3 1 0 0 0,-2-2-35 0 0,0 0 1 0 0,0-1-1 0 0,0 1 0 0 0,0 0 1 0 0,0-1-1 0 0,0 1 0 0 0,0 0 1 0 0,-1-1-1 0 0,1 1 0 0 0,0-1 1 0 0,0 1-1 0 0,0-1 0 0 0,0 0 1 0 0,-1 1-1 0 0,1-1 0 0 0,0 0 1 0 0,-1 0-1 0 0,1 1 0 0 0,-1-1 1 0 0,2-1-1 0 0,4-8-342 0 0,0 0 0 0 0,-1 0-1 0 0,6-14 1 0 0,16-62-3398 0 0,-20 59 2352 0 0,1 1 1 0 0,19-39 1322 0 0,-27 65 142 0 0,0 0 0 0 0,0 0 1 0 0,0 0-1 0 0,1 0 0 0 0,-1 0 0 0 0,0 0 0 0 0,0 0 0 0 0,0 0 1 0 0,0 0-1 0 0,1 0 0 0 0,-1 0 0 0 0,0 0 0 0 0,0 0 0 0 0,0 0 1 0 0,2 1 660 0 0,-2-1-660 0 0,9 11 2036 0 0,8 26 140 0 0,-9-21-1463 0 0,3 3-200 0 0,1 0 0 0 0,24 27 0 0 0,-21-28-2597 0 0,23 38 0 0 0</inkml:trace>
</inkml:ink>
</file>

<file path=ppt/ink/ink2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6:04.1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76 12443 0 0,'0'0'39'0'0,"0"0"0"0"0,0 0 0 0 0,0 0 0 0 0,0 0 0 0 0,0 1 0 0 0,0-1 0 0 0,0 0 0 0 0,0 0 0 0 0,0 0 1 0 0,0 0-1 0 0,0 1 0 0 0,0-1 0 0 0,0 0 0 0 0,0 0 0 0 0,0 0 0 0 0,0 0 0 0 0,0 0 0 0 0,0 1 0 0 0,0-1 0 0 0,0 0 1 0 0,0 0-1 0 0,0 0 0 0 0,0 0 0 0 0,1 0 0 0 0,-1 1 0 0 0,0-1 0 0 0,0 0 0 0 0,0 0 0 0 0,0 0 0 0 0,0 0 0 0 0,0 0 1 0 0,0 0-1 0 0,1 0 0 0 0,-1 0 0 0 0,0 1 0 0 0,0-1 0 0 0,0 0 0 0 0,0 0 0 0 0,0 0 0 0 0,1 0 0 0 0,-1 0 1 0 0,0 0-1 0 0,0 0 0 0 0,0 0 0 0 0,1 0 0 0 0,12 1 1188 0 0,14-4-837 0 0,10-5-1549 0 0,58-20-1 0 0,-65 17 888 0 0,0 2-1 0 0,0 1 0 0 0,41-5 0 0 0,-14 11 2109 0 0,-1 3-1 0 0,0 3 1 0 0,103 19-1 0 0,-59-7-486 0 0,-55-10-1224 0 0,135 14-2802 0 0,-143-19-4083 0 0</inkml:trace>
</inkml:ink>
</file>

<file path=ppt/ink/ink2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6:04.6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17972 0 0,'1'4'321'0'0,"0"-1"0"0"0,0 0 0 0 0,0 1 0 0 0,0-1 0 0 0,0 0 0 0 0,1 0 1 0 0,3 5-1 0 0,5 12-118 0 0,1 15-202 0 0,-1 0 0 0 0,-2 0-1 0 0,-1 1 1 0 0,2 40-1 0 0,-3 147-44 0 0,2 31-916 0 0,-6-239 85 0 0</inkml:trace>
</inkml:ink>
</file>

<file path=ppt/ink/ink2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6:05.2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1 8754 0 0,'-12'3'7422'0'0,"11"-2"-7183"0"0,11 9 1747 0 0,25 7-1155 0 0,-3-9-451 0 0,-1-2 0 0 0,44 2 0 0 0,-39-4 32 0 0,50 10 1 0 0,-85-14-431 0 0,0 0 0 0 0,0 0 1 0 0,0 0-1 0 0,-1 1 0 0 0,1-1 1 0 0,0 0-1 0 0,0 1 0 0 0,0-1 1 0 0,-1 0-1 0 0,1 1 0 0 0,0-1 1 0 0,0 1-1 0 0,-1-1 0 0 0,1 1 1 0 0,0-1-1 0 0,-1 1 0 0 0,1 0 1 0 0,0-1-1 0 0,-1 1 0 0 0,1 0 1 0 0,-1-1-1 0 0,1 1 0 0 0,-1 0 1 0 0,0 0-1 0 0,1-1 0 0 0,-1 1 1 0 0,0 0-1 0 0,1 1 0 0 0,-1 0-65 0 0,0-1-1 0 0,-1 1 0 0 0,1 0 1 0 0,-1-1-1 0 0,1 1 0 0 0,-1-1 0 0 0,1 1 1 0 0,-1-1-1 0 0,0 1 0 0 0,1-1 0 0 0,-1 1 1 0 0,0-1-1 0 0,-2 3 0 0 0,-7 6-630 0 0,0 0 1 0 0,-21 17-1 0 0,24-21 615 0 0,-4 2 182 0 0,6-3 150 0 0,-1-1 1 0 0,0 1 0 0 0,1 0 0 0 0,0 1 0 0 0,-4 5 0 0 0,8-10-191 0 0,0 1 0 0 0,0-1 0 0 0,0 1 1 0 0,0-1-1 0 0,1 1 0 0 0,-1-1 0 0 0,1 1 0 0 0,-1-1 0 0 0,1 1 0 0 0,0 0 0 0 0,-1-1 0 0 0,1 1 0 0 0,0-1 0 0 0,0 1 0 0 0,0 0 0 0 0,0-1 0 0 0,1 1 1 0 0,-1 0-1 0 0,0-1 0 0 0,1 1 0 0 0,-1-1 0 0 0,1 1 0 0 0,-1-1 0 0 0,1 1 0 0 0,0-1 0 0 0,0 1 0 0 0,1 1 0 0 0,0 0-107 0 0,0 0 0 0 0,0 0-1 0 0,-1 0 1 0 0,1 0-1 0 0,-1 0 1 0 0,0 1 0 0 0,0-1-1 0 0,0 0 1 0 0,0 1 0 0 0,0-1-1 0 0,-1 1 1 0 0,1-1 0 0 0,-1 1-1 0 0,0-1 1 0 0,0 1 0 0 0,-1-1-1 0 0,1 1 1 0 0,-1-1-1 0 0,1 0 1 0 0,-1 1 0 0 0,0-1-1 0 0,-1 0 1 0 0,1 1 0 0 0,-3 5-1 0 0,-2-1-348 0 0,1 0 0 0 0,-1-1 0 0 0,-1 1 0 0 0,1-1 0 0 0,-1-1 0 0 0,0 1 0 0 0,-15 9 0 0 0,0 5 1927 0 0,9-6-7301 0 0</inkml:trace>
</inkml:ink>
</file>

<file path=ppt/ink/ink2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6:05.5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9218 0 0,'6'7'489'0'0,"-1"-1"1"0"0,0 1-1 0 0,0 0 0 0 0,-1 1 0 0 0,0-1 1 0 0,0 1-1 0 0,-1-1 0 0 0,0 1 1 0 0,2 9-1 0 0,15 77 3334 0 0,-18-79-3317 0 0,18 152 1966 0 0,-2 262 1 0 0,-17-313-2295 0 0,18 308 752 0 0,16-73-1442 0 0,-31-339-38 0 0,-2 8-3665 0 0,-4-15 2211 0 0</inkml:trace>
</inkml:ink>
</file>

<file path=ppt/ink/ink2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6:05.8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10594 0 0,'49'9'6561'0'0,"31"-7"-4542"0"0,-34-2-1361 0 0,584 33 2257 0 0,-361-14-6614 0 0,-219-15-3274 0 0</inkml:trace>
</inkml:ink>
</file>

<file path=ppt/ink/ink2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6:06.7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1 247 16131 0 0,'23'-17'-158'0'0,"83"-65"-2396"0"0,-75 55 4501 0 0,35-38 1 0 0,-64 63-1675 0 0,-1 0-1 0 0,1 0 0 0 0,0 0 0 0 0,-1 0 0 0 0,1 0 0 0 0,-1-1 0 0 0,0 1 1 0 0,0-1-1 0 0,0 1 0 0 0,0-1 0 0 0,0 1 0 0 0,1-5 0 0 0,-4 38-657 0 0,-2 1-1 0 0,-10 46 1 0 0,-1 1 1245 0 0,52-204-2572 0 0,-32 102 1406 0 0,-1 6 378 0 0,0 1 0 0 0,1-1 0 0 0,10-24-1 0 0,-15 41-45 0 0,0 0 0 0 0,0 0-1 0 0,0 0 1 0 0,0 0 0 0 0,0-1-1 0 0,0 1 1 0 0,0 0-1 0 0,0 0 1 0 0,0 0 0 0 0,1 0-1 0 0,-1 0 1 0 0,0 0 0 0 0,0 0-1 0 0,0-1 1 0 0,0 1-1 0 0,0 0 1 0 0,0 0 0 0 0,0 0-1 0 0,0 0 1 0 0,0 0 0 0 0,1 0-1 0 0,-1 0 1 0 0,0 0-1 0 0,0 0 1 0 0,0 0 0 0 0,0 0-1 0 0,0 0 1 0 0,0 0 0 0 0,1 0-1 0 0,-1 0 1 0 0,0 0 0 0 0,0 0-1 0 0,0 0 1 0 0,0 0-1 0 0,0 0 1 0 0,0 0 0 0 0,1 0-1 0 0,-1 0 1 0 0,0 0 0 0 0,0 0-1 0 0,0 0 1 0 0,0 0-1 0 0,0 0 1 0 0,0 0 0 0 0,1 0-1 0 0,-1 0 1 0 0,0 0 0 0 0,0 0-1 0 0,0 0 1 0 0,0 0-1 0 0,0 0 1 0 0,0 0 0 0 0,0 1-1 0 0,0-1 1 0 0,0 0 0 0 0,1 0-1 0 0,4 12 496 0 0,2 12-15 0 0,-7-22-443 0 0,4 16 283 0 0,0-1 0 0 0,1 1 0 0 0,7 16 0 0 0,-11-30-342 0 0,1 0 0 0 0,0 0 0 0 0,0 0 0 0 0,0 0 0 0 0,1-1 0 0 0,-1 1 0 0 0,1-1 0 0 0,0 1 0 0 0,0-1 0 0 0,0 0 0 0 0,0 0 1 0 0,0-1-1 0 0,1 1 0 0 0,0-1 0 0 0,-1 1 0 0 0,1-1 0 0 0,0 0 0 0 0,7 2 0 0 0,-10-3-6 0 0,1-1 1 0 0,0 0-1 0 0,-1 0 0 0 0,1 0 0 0 0,0 0 1 0 0,-1 0-1 0 0,1 0 0 0 0,0-1 1 0 0,-1 1-1 0 0,1 0 0 0 0,0-1 1 0 0,-1 1-1 0 0,1-1 0 0 0,-1 0 1 0 0,1 0-1 0 0,-1 1 0 0 0,1-1 1 0 0,0-1-1 0 0,29-25-19 0 0,-28 23 20 0 0,1 0 0 0 0,0 0-1 0 0,0 1 1 0 0,0-1 0 0 0,1 1 0 0 0,-1 0-1 0 0,1 0 1 0 0,5-2 0 0 0,-9 4-26 0 0,0 1 1 0 0,1 0-1 0 0,-1-1 0 0 0,1 1 1 0 0,-1 0-1 0 0,0-1 0 0 0,1 1 0 0 0,-1 0 1 0 0,1 0-1 0 0,-1 0 0 0 0,1 0 1 0 0,-1 1-1 0 0,0-1 0 0 0,1 0 1 0 0,-1 1-1 0 0,0-1 0 0 0,1 0 1 0 0,-1 1-1 0 0,0 0 0 0 0,1-1 1 0 0,-1 1-1 0 0,0 0 0 0 0,0-1 1 0 0,0 1-1 0 0,1 0 0 0 0,-1 0 1 0 0,0 0-1 0 0,0 0 0 0 0,1 2 1 0 0,1 2-345 0 0,0 1 1 0 0,-1-1 0 0 0,1 1-1 0 0,-1 0 1 0 0,3 10 0 0 0,-4-11-38 0 0,0-1 1 0 0,0 0-1 0 0,0 1 1 0 0,1-1 0 0 0,0 0-1 0 0,0 0 1 0 0,0 0-1 0 0,1 0 1 0 0,4 7 0 0 0</inkml:trace>
</inkml:ink>
</file>

<file path=ppt/ink/ink2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6:07.5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 13827 0 0,'1'0'83'0'0,"1"0"-1"0"0,-1-1 1 0 0,0 1 0 0 0,1 0 0 0 0,-1-1 0 0 0,1 1-1 0 0,-1 0 1 0 0,1 0 0 0 0,-1 0 0 0 0,1 0-1 0 0,-1 1 1 0 0,0-1 0 0 0,1 0 0 0 0,-1 1-1 0 0,1-1 1 0 0,-1 1 0 0 0,0-1 0 0 0,1 1-1 0 0,-1 0 1 0 0,0-1 0 0 0,1 1 0 0 0,-1 0-1 0 0,0 0 1 0 0,0 0 0 0 0,0 0 0 0 0,0 0-1 0 0,0 0 1 0 0,0 0 0 0 0,0 0 0 0 0,0 0-1 0 0,0 1 1 0 0,-1-1 0 0 0,1 0 0 0 0,0 1-1 0 0,-1-1 1 0 0,1 0 0 0 0,-1 1 0 0 0,0-1 0 0 0,1 1-1 0 0,-1-1 1 0 0,0 3 0 0 0,3 8 64 0 0,-2 1 0 0 0,0-1 0 0 0,0 24 0 0 0,-1-27 183 0 0,2 80 1482 0 0,29 174-1 0 0,44 82-424 0 0,12 81-1177 0 0,-86-420-267 0 0,9 91 26 0 0,-9-86-276 0 0,-1 0-1 0 0,-1 0 1 0 0,0-1-1 0 0,0 1 1 0 0,-1 0-1 0 0,-6 19 1 0 0,4-21-1831 0 0</inkml:trace>
</inkml:ink>
</file>

<file path=ppt/ink/ink2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6:08.1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134 8 10594 0 0,'12'-3'993'0'0,"-6"2"-1396"0"0,-1 0 0 0 0,1 0 1 0 0,0 0-1 0 0,-1 1 0 0 0,1 0 0 0 0,9 1 0 0 0,-46 18-1795 0 0,-55 34 6725 0 0,75-45-3479 0 0,1-1 0 0 0,0 2 0 0 0,1-1 1 0 0,0 1-1 0 0,-15 21 0 0 0,23-30-994 0 0,1 1 0 0 0,-1-1 0 0 0,1 1 0 0 0,0-1 0 0 0,-1 1 0 0 0,1 0 0 0 0,0-1 0 0 0,-1 1 0 0 0,1 0 0 0 0,0-1 0 0 0,0 1 0 0 0,0 0 0 0 0,0-1 0 0 0,-1 1 0 0 0,1 0 0 0 0,0-1 0 0 0,0 1 0 0 0,0 0 0 0 0,1 0 0 0 0,-1-1 0 0 0,0 1 0 0 0,0 0 0 0 0,0-1 0 0 0,0 1 0 0 0,1 0 0 0 0,-1-1 0 0 0,0 1 0 0 0,0 0 0 0 0,1-1 0 0 0,-1 1 0 0 0,1 0 0 0 0,1 1 4 0 0,0-1-1 0 0,0 1 0 0 0,0-1 1 0 0,0 0-1 0 0,0 0 0 0 0,0 0 1 0 0,0 0-1 0 0,0 0 1 0 0,0-1-1 0 0,3 2 0 0 0,55 4 71 0 0,-58-6-106 0 0,19 1-154 0 0,40 2-183 0 0,-56-3 286 0 0,-1 1-1 0 0,0 0 1 0 0,0 0-1 0 0,1 0 1 0 0,-1 0-1 0 0,0 1 1 0 0,0 0-1 0 0,0 0 1 0 0,0 0-1 0 0,6 5 1 0 0,-9-6 25 0 0,0 0-1 0 0,0 0 1 0 0,0 0 0 0 0,-1 0 0 0 0,1 1-1 0 0,-1-1 1 0 0,1 0 0 0 0,-1 0 0 0 0,1 0-1 0 0,-1 1 1 0 0,1-1 0 0 0,-1 0 0 0 0,0 1 0 0 0,0-1-1 0 0,0 0 1 0 0,0 1 0 0 0,0-1 0 0 0,0 0-1 0 0,0 1 1 0 0,0-1 0 0 0,-1 0 0 0 0,1 0-1 0 0,0 1 1 0 0,-1-1 0 0 0,1 0 0 0 0,-1 0-1 0 0,1 1 1 0 0,-1-1 0 0 0,0 0 0 0 0,1 0 0 0 0,-1 0-1 0 0,0 0 1 0 0,0 0 0 0 0,0 0 0 0 0,0 0-1 0 0,-2 1 1 0 0,-5 7-97 0 0,0-1 0 0 0,-1-1 0 0 0,-9 8 0 0 0,12-11-12 0 0,4-3 114 0 0,1 1 0 0 0,-1-1-1 0 0,0 0 1 0 0,0 1 0 0 0,1 0-1 0 0,-1-1 1 0 0,1 1 0 0 0,0 0 0 0 0,-1 0-1 0 0,1 0 1 0 0,0 0 0 0 0,0 0-1 0 0,-1 2 1 0 0,2-4 27 0 0,0 1-1 0 0,0-1 1 0 0,0 1 0 0 0,0-1-1 0 0,0 0 1 0 0,0 1-1 0 0,0-1 1 0 0,0 1 0 0 0,0-1-1 0 0,1 0 1 0 0,-1 1-1 0 0,0-1 1 0 0,0 1 0 0 0,0-1-1 0 0,0 0 1 0 0,1 1 0 0 0,-1-1-1 0 0,0 0 1 0 0,0 1-1 0 0,1-1 1 0 0,-1 0 0 0 0,0 1-1 0 0,1-1 1 0 0,-1 0-1 0 0,1 1 1 0 0,18 4 942 0 0,40-1 220 0 0,-45-5-1226 0 0,0 2-1 0 0,0 0 1 0 0,1 0-1 0 0,-1 1 1 0 0,0 1-1 0 0,0 0 1 0 0,-1 1-1 0 0,1 1 1 0 0,15 7-1 0 0,-28-12 13 0 0,0 1 0 0 0,0 0 0 0 0,0-1 0 0 0,0 1 0 0 0,0 0 0 0 0,0 0 0 0 0,0 0 0 0 0,-1 0 0 0 0,1 0 0 0 0,0 0 0 0 0,0 0 0 0 0,-1 0 0 0 0,1 0 0 0 0,-1 0 0 0 0,1 0 0 0 0,-1 1 0 0 0,1-1 0 0 0,-1 0 0 0 0,0 0 0 0 0,1 0 0 0 0,-1 1 0 0 0,0-1 0 0 0,0 0 0 0 0,0 1 0 0 0,0 0 0 0 0,-10 34-1902 0 0,0-1-1071 0 0,9-25 1199 0 0</inkml:trace>
</inkml:ink>
</file>

<file path=ppt/ink/ink2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6:08.4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9218 0 0,'1'8'1940'0'0,"10"16"-5125"0"0,-9-18 3280 0 0,3 11 735 0 0,-2-1-1 0 0,0 0 0 0 0,0 1 0 0 0,-2 0 1 0 0,0-1-1 0 0,-1 1 0 0 0,-3 26 1 0 0,0 14 2208 0 0,15 162 1939 0 0,15-2-3584 0 0,-8-74-989 0 0,1 148 0 0 0,-20-278-528 0 0,3 80-1330 0 0,8-31-3690 0 0,-7-49 3277 0 0,-2 0-12 0 0</inkml:trace>
</inkml:ink>
</file>

<file path=ppt/ink/ink2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6:08.8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24 17052 0 0,'-3'0'206'0'0,"0"1"-76"0"0,1 0-1 0 0,0 0 0 0 0,-1-1 0 0 0,1 0 0 0 0,-1 1 0 0 0,1-1 0 0 0,-1 0 1 0 0,1 0-1 0 0,-1-1 0 0 0,1 1 0 0 0,-4-1 0 0 0,8 0-345 0 0,-1 0 0 0 0,0 0-1 0 0,1 0 1 0 0,-1 0 0 0 0,1 0 0 0 0,-1 0-1 0 0,1 0 1 0 0,-1 0 0 0 0,1 1 0 0 0,-1-1-1 0 0,1 1 1 0 0,1-1 0 0 0,19-4 307 0 0,-1 1-1 0 0,0 1 1 0 0,42 0 0 0 0,67 9 1518 0 0,-111-4-1423 0 0,80 5 1028 0 0,563 25 2714 0 0,-574-31-3851 0 0,83-2-1821 0 0,-144-1-6011 0 0</inkml:trace>
</inkml:ink>
</file>

<file path=ppt/ink/ink2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6:09.3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10594 0 0,'15'0'4234'0'0,"9"8"-2465"0"0,114 84 3320 0 0,11 6-3838 0 0,-13-23-840 0 0,-51-29-212 0 0,-3 2-1 0 0,90 70 1 0 0,-45-4-300 0 0,-50-30-2934 0 0,-62-67 1103 0 0</inkml:trace>
</inkml:ink>
</file>

<file path=ppt/ink/ink2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6:09.8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697 3 14283 0 0,'8'-2'6642'0'0,"-77"79"-6769"0"0,-75 108 1553 0 0,99-123-722 0 0,-51 69 99 0 0,-225 278-1562 0 0,306-393 252 0 0,1-5 303 0 0</inkml:trace>
</inkml:ink>
</file>

<file path=ppt/ink/ink2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6:10.6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923 575 11522 0 0,'0'-1'175'0'0,"1"1"-1"0"0,0 0 0 0 0,0-1 0 0 0,0 1 1 0 0,0-1-1 0 0,0 1 0 0 0,-1-1 0 0 0,1 0 1 0 0,0 1-1 0 0,0-1 0 0 0,-1 0 0 0 0,1 1 1 0 0,0-1-1 0 0,-1 0 0 0 0,1 0 0 0 0,-1 0 1 0 0,1 1-1 0 0,-1-1 0 0 0,0 0 0 0 0,1 0 1 0 0,-1 0-1 0 0,0 0 0 0 0,1 0 0 0 0,-1-2 1 0 0,0 2-65 0 0,-1-1-1 0 0,1 1 1 0 0,0-1 0 0 0,-1 0 0 0 0,1 1 0 0 0,-1-1 0 0 0,0 1 0 0 0,0 0-1 0 0,1-1 1 0 0,-1 1 0 0 0,0 0 0 0 0,0-1 0 0 0,0 1 0 0 0,-2-1-1 0 0,-6-7-2 0 0,0 1 0 0 0,-1 0-1 0 0,-14-8 1 0 0,13 9 360 0 0,-209-130 2883 0 0,19 14-2379 0 0,143 84-1437 0 0,-113-70 1838 0 0,80 66-2859 0 0,67 34-1319 0 0,-50-12 0 0 0,51 17-4300 0 0</inkml:trace>
</inkml:ink>
</file>

<file path=ppt/ink/ink2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6:10.9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827 43 17972 0 0,'1'-42'1952'0'0,"-20"55"-3801"0"0,-30 35 2298 0 0,-78 97 0 0 0,-30 69-3 0 0,139-189-505 0 0,-403 603-457 0 0,385-572-44 0 0</inkml:trace>
</inkml:ink>
</file>

<file path=ppt/ink/ink2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6:11.7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1 145 7834 0 0,'5'-10'390'0'0,"0"1"0"0"0,1 0 0 0 0,0 0-1 0 0,1 0 1 0 0,0 1 0 0 0,1 0 0 0 0,-1 0 0 0 0,1 1 0 0 0,1 0 0 0 0,-1 0 0 0 0,1 1 0 0 0,1 0 0 0 0,-1 1 0 0 0,16-7 0 0 0,-11 7-132 0 0,1 0 1 0 0,0 1-1 0 0,-1 1 0 0 0,1 0 1 0 0,1 1-1 0 0,-1 0 0 0 0,0 1 0 0 0,0 1 1 0 0,28 3-1 0 0,-40-3-225 0 0,0 1 0 0 0,1-1-1 0 0,-1 1 1 0 0,0-1 0 0 0,0 1 0 0 0,0 0-1 0 0,0 0 1 0 0,0 1 0 0 0,0-1 0 0 0,0 1-1 0 0,0-1 1 0 0,-1 1 0 0 0,1 0 0 0 0,-1 0-1 0 0,1 0 1 0 0,-1 0 0 0 0,1 0 0 0 0,-1 1-1 0 0,0-1 1 0 0,2 5 0 0 0,-2-4 1 0 0,0 1-1 0 0,-1 0 1 0 0,0 1 0 0 0,0-1 0 0 0,0 0-1 0 0,-1 0 1 0 0,1 0 0 0 0,-1 1-1 0 0,0-1 1 0 0,0 0 0 0 0,0 0 0 0 0,-1 1-1 0 0,1-1 1 0 0,-3 8 0 0 0,-19 50 147 0 0,17-51-119 0 0,0 0 1 0 0,1 0-1 0 0,1 0 0 0 0,-1 0 1 0 0,2 0-1 0 0,0 1 0 0 0,-1 20 1 0 0,3-30-48 0 0,0 0 0 0 0,0-1 1 0 0,0 1-1 0 0,0-1 0 0 0,1 1 1 0 0,-1-1-1 0 0,1 1 0 0 0,-1-1 0 0 0,1 1 1 0 0,0-1-1 0 0,-1 0 0 0 0,1 1 1 0 0,0-1-1 0 0,0 0 0 0 0,0 0 0 0 0,0 1 1 0 0,0-1-1 0 0,0 0 0 0 0,0 0 1 0 0,0 0-1 0 0,1 0 0 0 0,-1 0 1 0 0,0 0-1 0 0,2 0 0 0 0,3 1 0 0 0,-1 0 0 0 0,1 0 0 0 0,0-1 1 0 0,0 1-1 0 0,6-1 0 0 0,28 9-44 0 0,-39-9 30 0 0,1-1-1 0 0,-1 1 0 0 0,0 0 1 0 0,0 0-1 0 0,0-1 1 0 0,0 1-1 0 0,0 0 1 0 0,0 0-1 0 0,0 0 1 0 0,0 0-1 0 0,0 1 1 0 0,0-1-1 0 0,0 0 1 0 0,-1 0-1 0 0,1 0 1 0 0,0 1-1 0 0,-1-1 1 0 0,1 0-1 0 0,-1 1 1 0 0,1-1-1 0 0,-1 1 1 0 0,0-1-1 0 0,0 0 1 0 0,0 2-1 0 0,0 2 0 0 0,0-1 0 0 0,-1 0 0 0 0,0 0 0 0 0,0 1 0 0 0,0-1 0 0 0,0 0 1 0 0,-1 0-1 0 0,0 0 0 0 0,1 0 0 0 0,-1-1 0 0 0,-1 1 0 0 0,-3 5 0 0 0,-37 42-10 0 0,38-46 6 0 0,-45 50-858 0 0,40-45 153 0 0</inkml:trace>
</inkml:ink>
</file>

<file path=ppt/ink/ink2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6:12.1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 17508 0 0,'4'-5'1712'0'0,"-3"6"-1520"0"0,2 0-192 0 0,-1 2 0 0 0,-1 0 0 0 0,2 0 0 0 0,-1 2 0 0 0,1 6 0 0 0,0-1-96 0 0,-3 0 96 0 0,-3-5-64 0 0</inkml:trace>
</inkml:ink>
</file>

<file path=ppt/ink/ink2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6:12.4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23 12899 0 0,'4'-3'82'0'0,"0"0"0"0"0,0 1 0 0 0,0-1 0 0 0,1 1 0 0 0,-1 0 0 0 0,1 1 0 0 0,-1-1 0 0 0,1 1 0 0 0,0 0 0 0 0,0 0 0 0 0,0 0 0 0 0,-1 0 0 0 0,9 1 0 0 0,63 3 778 0 0,-71-3-870 0 0,0 0 0 0 0,-1 1-1 0 0,1 0 1 0 0,-1 0 0 0 0,1 0 0 0 0,-1 1 0 0 0,1-1-1 0 0,-1 1 1 0 0,0 0 0 0 0,0 0 0 0 0,0 1-1 0 0,7 4 1 0 0,-8-5 2 0 0,-1 1-1 0 0,0 0 1 0 0,0 0 0 0 0,0-1-1 0 0,0 1 1 0 0,-1 0-1 0 0,1 1 1 0 0,-1-1 0 0 0,1 0-1 0 0,-1 0 1 0 0,0 1-1 0 0,0-1 1 0 0,-1 0 0 0 0,1 1-1 0 0,-1-1 1 0 0,0 1 0 0 0,0 5-1 0 0,-3 37 76 0 0,2-35-62 0 0,0 1-1 0 0,0-1 0 0 0,1 1 1 0 0,1-1-1 0 0,2 15 0 0 0,-2-22 142 0 0,0-1-1 0 0,0 0 0 0 0,0 1 1 0 0,1-1-1 0 0,-1 0 0 0 0,1 0 1 0 0,0 0-1 0 0,0 0 0 0 0,0 0 0 0 0,0 0 1 0 0,0 0-1 0 0,1-1 0 0 0,-1 1 1 0 0,1-1-1 0 0,0 0 0 0 0,0 0 1 0 0,0 0-1 0 0,0 0 0 0 0,0 0 1 0 0,0 0-1 0 0,6 1 0 0 0,21 2 1355 0 0,-27-5-1274 0 0,1 0 1 0 0,-1 1 0 0 0,1-1-1 0 0,-1 1 1 0 0,1 0 0 0 0,-1 0-1 0 0,1 0 1 0 0,-1 0 0 0 0,0 0-1 0 0,6 4 1 0 0,-8-4-217 0 0,-1 0 0 0 0,1 1 0 0 0,-1-1 0 0 0,1 0 0 0 0,-1 0 0 0 0,0 1 0 0 0,0-1 0 0 0,1 0 0 0 0,-1 1 1 0 0,0-1-1 0 0,0 0 0 0 0,0 0 0 0 0,-1 1 0 0 0,1-1 0 0 0,0 0 0 0 0,0 1 0 0 0,-1-1 0 0 0,1 0 0 0 0,-1 0 0 0 0,1 1 0 0 0,-1-1 0 0 0,1 0 0 0 0,-1 0 0 0 0,-1 2 0 0 0,-21 32 145 0 0,21-32-150 0 0,-88 135-3393 0 0,76-111-3522 0 0</inkml:trace>
</inkml:ink>
</file>

<file path=ppt/ink/ink2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6:13.4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170 8 11522 0 0,'5'-8'5863'0'0,"-19"22"-4864"0"0,-10 16-699 0 0,2 1 0 0 0,1 2 0 0 0,2-1 0 0 0,1 2 0 0 0,2 1 0 0 0,-14 39 0 0 0,27-64-243 0 0,1-1-1 0 0,0 1 0 0 0,0 0 1 0 0,1-1-1 0 0,0 1 0 0 0,1 0 0 0 0,0 0 1 0 0,1 0-1 0 0,0-1 0 0 0,0 1 1 0 0,1 0-1 0 0,0-1 0 0 0,1 1 1 0 0,0-1-1 0 0,7 15 0 0 0,-7-19-49 0 0,0 1-1 0 0,0-1 1 0 0,0 0-1 0 0,1-1 1 0 0,0 1-1 0 0,0-1 1 0 0,0 1 0 0 0,1-1-1 0 0,-1 0 1 0 0,1-1-1 0 0,0 1 1 0 0,0-1-1 0 0,0 0 1 0 0,1 0-1 0 0,-1-1 1 0 0,0 1-1 0 0,1-1 1 0 0,0-1 0 0 0,0 1-1 0 0,-1-1 1 0 0,1 0-1 0 0,0 0 1 0 0,0 0-1 0 0,0-1 1 0 0,0 0-1 0 0,11-1 1 0 0,-4-1-378 0 0,0-1 0 0 0,0 0 0 0 0,0-1 0 0 0,0 0 0 0 0,0-1 0 0 0,-1 0 0 0 0,0-1 0 0 0,22-14 0 0 0,-46 3-5053 0 0,-9-15 7580 0 0,20 30-2121 0 0,1-1 0 0 0,0 1 0 0 0,1-1 0 0 0,-1 1 0 0 0,0-1 0 0 0,1 1 0 0 0,0 0 0 0 0,-1-1 0 0 0,1 1-1 0 0,0-1 1 0 0,0 1 0 0 0,0 0 0 0 0,1 0 0 0 0,-1 0 0 0 0,0 0 0 0 0,1 0 0 0 0,-1 0 0 0 0,1 0 0 0 0,0 0 0 0 0,0 0 0 0 0,0 1 0 0 0,0-1-1 0 0,0 1 1 0 0,0-1 0 0 0,3-1 0 0 0,5-3 50 0 0,1 0-1 0 0,-1 0 0 0 0,23-7 1 0 0,-28 11-142 0 0,0 0 0 0 0,1 0 0 0 0,-1 1 0 0 0,0 0 0 0 0,1 0 0 0 0,-1 1 0 0 0,1-1 1 0 0,9 2-1 0 0,-13-1 83 0 0,0 0 0 0 0,-1 1 1 0 0,1-1-1 0 0,0 1 0 0 0,0 0 1 0 0,-1-1-1 0 0,1 1 1 0 0,0 0-1 0 0,-1 0 0 0 0,1 0 1 0 0,-1 0-1 0 0,1 1 0 0 0,-1-1 1 0 0,0 0-1 0 0,1 1 0 0 0,-1-1 1 0 0,0 0-1 0 0,0 1 1 0 0,0 0-1 0 0,0-1 0 0 0,0 1 1 0 0,0-1-1 0 0,-1 1 0 0 0,1 0 1 0 0,0 0-1 0 0,-1 0 0 0 0,0-1 1 0 0,1 1-1 0 0,-1 2 1 0 0,6 42 2770 0 0,-4-30-2663 0 0,0 0 1 0 0,1 0-1 0 0,6 20 1 0 0</inkml:trace>
</inkml:ink>
</file>

<file path=ppt/ink/ink2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6:13.8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1 16131 0 0,'0'0'225'0'0,"-1"1"0"0"0,1 0 0 0 0,0 0 0 0 0,-1 0 0 0 0,1-1 0 0 0,0 1 0 0 0,0 0 0 0 0,0 0 0 0 0,0 0 0 0 0,0 0-1 0 0,0 0 1 0 0,0 0 0 0 0,0-1 0 0 0,0 1 0 0 0,0 0 0 0 0,0 0 0 0 0,1 0 0 0 0,-1 0 0 0 0,0-1 0 0 0,1 3-1 0 0,9 24 403 0 0,-8-21-610 0 0,13 36-45 0 0,3 6 249 0 0,12 53 1 0 0,-27-86-235 0 0,0 1 0 0 0,-1 0 1 0 0,0 0-1 0 0,-1 0 0 0 0,-1 1 1 0 0,-1-1-1 0 0,-4 26 0 0 0,1-26-329 0 0</inkml:trace>
</inkml:ink>
</file>

<file path=ppt/ink/ink2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6:14.1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17972 0 0,'2'3'179'0'0,"0"-1"1"0"0,0 1-1 0 0,0-1 1 0 0,1 0-1 0 0,-1 0 1 0 0,1 0-1 0 0,-1 0 1 0 0,1 0-1 0 0,0-1 1 0 0,3 3-1 0 0,3 1-110 0 0,63 47-3531 0 0,75 71-1 0 0,-82-57 4563 0 0,-4 6 4027 0 0,-58-67-4842 0 0,0-1-1 0 0,0 0 0 0 0,1 0 0 0 0,-1 0 0 0 0,1-1 0 0 0,7 6 1 0 0,-10-9-276 0 0,0 1 1 0 0,0-1-1 0 0,0 0 1 0 0,0 1-1 0 0,0-1 1 0 0,0 0-1 0 0,0 0 1 0 0,0 1-1 0 0,0-1 1 0 0,0 0-1 0 0,0 0 1 0 0,1 0-1 0 0,-1 0 1 0 0,0-1 0 0 0,0 1-1 0 0,0 0 1 0 0,0 0-1 0 0,0-1 1 0 0,0 1-1 0 0,0-1 1 0 0,0 1-1 0 0,0 0 1 0 0,0-1-1 0 0,0 0 1 0 0,0 1-1 0 0,-1-1 1 0 0,1 0-1 0 0,0 1 1 0 0,0-1-1 0 0,0 0 1 0 0,-1 0-1 0 0,1 0 1 0 0,-1 0 0 0 0,1 1-1 0 0,0-1 1 0 0,-1 0-1 0 0,1-2 1 0 0,5-6-207 0 0,-1-1 0 0 0,0 1 0 0 0,-1-1-1 0 0,0-1 1 0 0,-1 1 0 0 0,0 0 0 0 0,2-12 0 0 0,5-43-6656 0 0,-7 34 1128 0 0</inkml:trace>
</inkml:ink>
</file>

<file path=ppt/ink/ink2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6:14.5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36 18892 0 0,'7'16'809'0'0,"0"0"-1"0"0,1-1 0 0 0,18 26 1 0 0,5 9-530 0 0,-15-20-179 0 0,-2 1 0 0 0,-1 0 0 0 0,-1 1 0 0 0,8 38 0 0 0,-15-47-727 0 0,-1 1 0 0 0,-1-1 1 0 0,-2 1-1 0 0,0 0 1 0 0,-1-1-1 0 0,-6 42 1 0 0</inkml:trace>
  <inkml:trace contextRef="#ctx0" brushRef="#br0" timeOffset="1">169 0 18892 0 0,'1'5'444'0'0,"1"1"0"0"0,0-1-1 0 0,-1 0 1 0 0,2 0 0 0 0,-1 0 0 0 0,4 6-1 0 0,-3-5-311 0 0,46 85-110 0 0,-23-46-32 0 0,22 54 1 0 0,-42-85 44 0 0,-1 0 1 0 0,-1 0-1 0 0,0 0 0 0 0,-1 1 1 0 0,0-1-1 0 0,-1 1 1 0 0,-1 0-1 0 0,-1 23 0 0 0,-1-31-174 0 0,0 0-1 0 0,0 1 0 0 0,-1-1 0 0 0,1 0 1 0 0,-2 0-1 0 0,1 0 0 0 0,-1-1 0 0 0,0 1 0 0 0,-1-1 1 0 0,-4 9-1 0 0,-12 8-7347 0 0</inkml:trace>
</inkml:ink>
</file>

<file path=ppt/ink/ink2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7:15.9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573 115 2304 0 0,'-21'-16'223'0'0,"0"2"-1"0"0,-2 0 0 0 0,-44-21 0 0 0,55 29-33 0 0,0 2 1 0 0,0 0 0 0 0,-1 0-1 0 0,1 1 1 0 0,-1 0-1 0 0,0 1 1 0 0,1 1 0 0 0,-1 0-1 0 0,-25 2 1 0 0,23 2-40 0 0,0 2 1 0 0,1-1-1 0 0,0 2 0 0 0,-1 0 1 0 0,2 1-1 0 0,-1 0 0 0 0,1 1 0 0 0,0 0 1 0 0,1 1-1 0 0,0 0 0 0 0,0 1 1 0 0,-13 16-1 0 0,16-16-3 0 0,1 2 1 0 0,0-1 0 0 0,1 1-1 0 0,0 1 1 0 0,1-1 0 0 0,0 1-1 0 0,1 0 1 0 0,0 0 0 0 0,-4 23-1 0 0,-1 14 422 0 0,-3 66 0 0 0,10-86-391 0 0,-2 38 8 0 0,3 0 0 0 0,2 0 0 0 0,3 0 0 0 0,4-1 0 0 0,2 1 0 0 0,4-1 0 0 0,38 122-1 0 0,-39-160-214 0 0,1 0-1 0 0,1-1 1 0 0,2-1-1 0 0,1 0 0 0 0,21 26 1 0 0,-4-12-130 0 0,2-2 0 0 0,49 43 0 0 0,-68-68 211 0 0,1-1 0 0 0,0-1 0 0 0,1-1 0 0 0,0 0 0 0 0,1-2 0 0 0,0 0 0 0 0,35 10 0 0 0,-1-4 669 0 0,99 12-1 0 0,-134-25-635 0 0,-1-2-1 0 0,1 0 1 0 0,0-1-1 0 0,0 0 1 0 0,-1-2-1 0 0,1-1 1 0 0,-1 0-1 0 0,0-1 1 0 0,0-1-1 0 0,-1 0 1 0 0,1-1 0 0 0,-1-2-1 0 0,-1 1 1 0 0,23-17-1 0 0,-18 11-65 0 0,-1-1 1 0 0,-1-1-1 0 0,-1-1 0 0 0,0-1 1 0 0,-1 0-1 0 0,-1-1 0 0 0,-1-1 1 0 0,0 0-1 0 0,-2-1 0 0 0,16-31 1 0 0,-14 17-45 0 0,-2-1 0 0 0,-2 0 0 0 0,-1-1 0 0 0,-2 0 0 0 0,-1-1 0 0 0,2-42 0 0 0,-7 28 82 0 0,-1 0 0 0 0,-3-1 0 0 0,-18-98 0 0 0,10 108 163 0 0,-3 0 0 0 0,-2 1 1 0 0,-1 1-1 0 0,-2 1 0 0 0,-2 0 0 0 0,-1 2 0 0 0,-53-72 1 0 0,47 77-147 0 0,-1 1 0 0 0,-1 2 1 0 0,-2 1-1 0 0,-1 1 0 0 0,-1 1 0 0 0,-1 2 1 0 0,-1 2-1 0 0,-2 1 0 0 0,-52-24 1 0 0,85 44-227 0 0,-1 1 0 0 0,1-1 0 0 0,0 1 0 0 0,-1 0 0 0 0,-9-2 1 0 0,-4 4-571 0 0</inkml:trace>
</inkml:ink>
</file>

<file path=ppt/ink/ink2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8:03.8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618 152 456 0 0,'0'-6'120'0'0,"0"0"0"0"0,0 0 0 0 0,-1 0 0 0 0,0 0-1 0 0,-1 0 1 0 0,1 0 0 0 0,-1 0 0 0 0,0 0 0 0 0,-1 1 0 0 0,1-1 0 0 0,-1 1 0 0 0,0 0-1 0 0,0 0 1 0 0,-1 0 0 0 0,0 0 0 0 0,0 0 0 0 0,0 1 0 0 0,-6-5 0 0 0,4 4 28 0 0,0 0 0 0 0,-1 1-1 0 0,0 0 1 0 0,0 0 0 0 0,0 0 0 0 0,0 1 0 0 0,-1 0 0 0 0,1 1 0 0 0,-1 0 0 0 0,0 0 0 0 0,0 0 0 0 0,0 1 0 0 0,-10 0 0 0 0,-4 0 45 0 0,0 1 0 0 0,0 1-1 0 0,1 1 1 0 0,-1 0 0 0 0,0 2 0 0 0,-25 8 0 0 0,37-9-54 0 0,1 1 0 0 0,-1 0-1 0 0,1 1 1 0 0,0 0 0 0 0,0 0 0 0 0,0 1 0 0 0,1 0 0 0 0,0 1 0 0 0,0 0 0 0 0,1 0 0 0 0,0 0 0 0 0,0 1 0 0 0,1 0 0 0 0,0 1 0 0 0,-7 11 0 0 0,-17 39-67 0 0,2 2 0 0 0,2 0 1 0 0,-22 87-1 0 0,44-131 282 0 0,1 1 0 0 0,1 0 1 0 0,0 0-1 0 0,1 0 0 0 0,1 0 0 0 0,1 0 0 0 0,0 0 0 0 0,7 31 0 0 0,7 11-85 0 0,25 69-1 0 0,-28-93-208 0 0,-2-12 86 0 0,1-1 1 0 0,1 1 0 0 0,1-2-1 0 0,1 0 1 0 0,1 0 0 0 0,1-1 0 0 0,1-1-1 0 0,1-1 1 0 0,0 0 0 0 0,1-2-1 0 0,1 0 1 0 0,1-1 0 0 0,40 23-1 0 0,-41-29-110 0 0,1-1-1 0 0,0-1 0 0 0,1-1 0 0 0,0-1 1 0 0,0 0-1 0 0,0-2 0 0 0,1-1 1 0 0,-1-1-1 0 0,1 0 0 0 0,0-2 0 0 0,-1-1 1 0 0,1 0-1 0 0,0-2 0 0 0,-1 0 0 0 0,1-2 1 0 0,-1-1-1 0 0,28-10 0 0 0,-32 7-18 0 0,-1 0 0 0 0,0-1 0 0 0,0 0 0 0 0,-1-2 0 0 0,-1 0 0 0 0,0 0 0 0 0,19-21 0 0 0,-10 6 17 0 0,-1-1 0 0 0,-1-2 0 0 0,20-33 0 0 0,-24 31-21 0 0,-2-1-1 0 0,-1-1 1 0 0,-2 0-1 0 0,-1-1 1 0 0,13-66-1 0 0,-23 85 0 0 0,0-1 0 0 0,-1 1 1 0 0,-1-1-1 0 0,-1 1 0 0 0,0-1 0 0 0,-5-23 1 0 0,-31-97 106 0 0,12 51-87 0 0,18 58-27 0 0,4 11 9 0 0,-2-1 1 0 0,0 1-1 0 0,-10-21 0 0 0,12 33-11 0 0,0-1 0 0 0,0 2 0 0 0,0-1 0 0 0,0 0-1 0 0,-1 1 1 0 0,0-1 0 0 0,0 1 0 0 0,0 0 0 0 0,0 0-1 0 0,-1 1 1 0 0,1-1 0 0 0,-1 1 0 0 0,0 0 0 0 0,-8-3-1 0 0,-47-17-185 0 0,-113-27 0 0 0,16 6-172 0 0,155 43 271 0 0,-2-1-163 0 0,0 1 0 0 0,0 0 0 0 0,0-1-1 0 0,0 2 1 0 0,0-1 0 0 0,-1 0 0 0 0,1 1-1 0 0,0 0 1 0 0,0 0 0 0 0,-7 0 0 0 0,0 5-4262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E82251-0160-4469-ACEE-303A5D4B0836}" type="datetimeFigureOut">
              <a:rPr lang="en-US" smtClean="0"/>
              <a:t>08-Sep-26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656E40-D1A4-4189-B190-F9CD7DFE8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8092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56E40-D1A4-4189-B190-F9CD7DFE870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949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rgbClr val="991B1E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76529" y="6492875"/>
            <a:ext cx="5154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  <a:latin typeface="PT Sans" panose="020B0503020203020204" pitchFamily="34" charset="0"/>
                <a:ea typeface="Source Sans Pro" panose="020B0503030403020204" pitchFamily="34" charset="0"/>
                <a:cs typeface="Segoe UI" panose="020B0502040204020203" pitchFamily="34" charset="0"/>
              </a:defRPr>
            </a:lvl1pPr>
          </a:lstStyle>
          <a:p>
            <a:fld id="{C4929C3B-27DB-4701-9AD5-57958A04CB2E}" type="slidenum">
              <a:rPr lang="en-US" smtClean="0"/>
              <a:pPr/>
              <a:t>‹#›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7564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991B1E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76529" y="6492875"/>
            <a:ext cx="5154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  <a:latin typeface="PT Sans" panose="020B0503020203020204" pitchFamily="34" charset="0"/>
                <a:ea typeface="PT Sans" panose="020B0503020203020204" pitchFamily="34" charset="0"/>
                <a:cs typeface="Segoe UI" panose="020B0502040204020203" pitchFamily="34" charset="0"/>
              </a:defRPr>
            </a:lvl1pPr>
          </a:lstStyle>
          <a:p>
            <a:fld id="{C4929C3B-27DB-4701-9AD5-57958A04CB2E}" type="slidenum">
              <a:rPr lang="en-US" smtClean="0"/>
              <a:pPr/>
              <a:t>‹#›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1988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rgbClr val="991B1E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76529" y="6492875"/>
            <a:ext cx="5154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Segoe UI" panose="020B0502040204020203" pitchFamily="34" charset="0"/>
              </a:defRPr>
            </a:lvl1pPr>
          </a:lstStyle>
          <a:p>
            <a:fld id="{C4929C3B-27DB-4701-9AD5-57958A04CB2E}" type="slidenum">
              <a:rPr lang="en-US" smtClean="0"/>
              <a:pPr/>
              <a:t>‹#›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2126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584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76529" y="6492875"/>
            <a:ext cx="5154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  <a:latin typeface="PT Sans" panose="020B0503020203020204" pitchFamily="34" charset="0"/>
                <a:ea typeface="Source Sans Pro" panose="020B0503030403020204" pitchFamily="34" charset="0"/>
                <a:cs typeface="Segoe UI" panose="020B0502040204020203" pitchFamily="34" charset="0"/>
              </a:defRPr>
            </a:lvl1pPr>
          </a:lstStyle>
          <a:p>
            <a:fld id="{C4929C3B-27DB-4701-9AD5-57958A04CB2E}" type="slidenum">
              <a:rPr lang="en-US" smtClean="0"/>
              <a:pPr/>
              <a:t>‹#›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5" name="Picture 4" descr="Text&#10;&#10;Description automatically generated with medium confidence">
            <a:extLst>
              <a:ext uri="{FF2B5EF4-FFF2-40B4-BE49-F238E27FC236}">
                <a16:creationId xmlns:a16="http://schemas.microsoft.com/office/drawing/2014/main" id="{7C60BECE-557F-4952-BC37-9040A86B01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576" t="22101" r="5881" b="20208"/>
          <a:stretch/>
        </p:blipFill>
        <p:spPr>
          <a:xfrm>
            <a:off x="10788202" y="0"/>
            <a:ext cx="1352283" cy="786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290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rgbClr val="991B1E"/>
          </a:solidFill>
          <a:latin typeface="PT Sans" panose="020B0503020203020204" pitchFamily="34" charset="0"/>
          <a:ea typeface="Source Sans Pro" panose="020B0503030403020204" pitchFamily="34" charset="0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T Sans" panose="020B0503020203020204" pitchFamily="34" charset="0"/>
          <a:ea typeface="Source Sans Pro" panose="020B0503030403020204" pitchFamily="34" charset="0"/>
          <a:cs typeface="Segoe UI" panose="020B0502040204020203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T Sans" panose="020B0503020203020204" pitchFamily="34" charset="0"/>
          <a:ea typeface="Source Sans Pro" panose="020B0503030403020204" pitchFamily="34" charset="0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T Sans" panose="020B0503020203020204" pitchFamily="34" charset="0"/>
          <a:ea typeface="Source Sans Pro" panose="020B0503030403020204" pitchFamily="34" charset="0"/>
          <a:cs typeface="Segoe UI" panose="020B0502040204020203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T Sans" panose="020B0503020203020204" pitchFamily="34" charset="0"/>
          <a:ea typeface="Source Sans Pro" panose="020B0503030403020204" pitchFamily="34" charset="0"/>
          <a:cs typeface="Segoe UI" panose="020B0502040204020203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T Sans" panose="020B0503020203020204" pitchFamily="34" charset="0"/>
          <a:ea typeface="Source Sans Pro" panose="020B0503030403020204" pitchFamily="34" charset="0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9.png"/><Relationship Id="rId21" Type="http://schemas.openxmlformats.org/officeDocument/2006/relationships/image" Target="../media/image11.png"/><Relationship Id="rId42" Type="http://schemas.openxmlformats.org/officeDocument/2006/relationships/customXml" Target="../ink/ink21.xml"/><Relationship Id="rId63" Type="http://schemas.openxmlformats.org/officeDocument/2006/relationships/image" Target="../media/image32.png"/><Relationship Id="rId84" Type="http://schemas.openxmlformats.org/officeDocument/2006/relationships/customXml" Target="../ink/ink42.xml"/><Relationship Id="rId138" Type="http://schemas.openxmlformats.org/officeDocument/2006/relationships/customXml" Target="../ink/ink69.xml"/><Relationship Id="rId107" Type="http://schemas.openxmlformats.org/officeDocument/2006/relationships/image" Target="../media/image54.png"/><Relationship Id="rId11" Type="http://schemas.openxmlformats.org/officeDocument/2006/relationships/image" Target="../media/image6.png"/><Relationship Id="rId32" Type="http://schemas.openxmlformats.org/officeDocument/2006/relationships/customXml" Target="../ink/ink16.xml"/><Relationship Id="rId53" Type="http://schemas.openxmlformats.org/officeDocument/2006/relationships/image" Target="../media/image27.png"/><Relationship Id="rId74" Type="http://schemas.openxmlformats.org/officeDocument/2006/relationships/customXml" Target="../ink/ink37.xml"/><Relationship Id="rId128" Type="http://schemas.openxmlformats.org/officeDocument/2006/relationships/customXml" Target="../ink/ink64.xml"/><Relationship Id="rId149" Type="http://schemas.openxmlformats.org/officeDocument/2006/relationships/image" Target="../media/image75.png"/><Relationship Id="rId5" Type="http://schemas.openxmlformats.org/officeDocument/2006/relationships/image" Target="../media/image3.png"/><Relationship Id="rId95" Type="http://schemas.openxmlformats.org/officeDocument/2006/relationships/image" Target="../media/image48.png"/><Relationship Id="rId22" Type="http://schemas.openxmlformats.org/officeDocument/2006/relationships/customXml" Target="../ink/ink11.xml"/><Relationship Id="rId27" Type="http://schemas.openxmlformats.org/officeDocument/2006/relationships/image" Target="../media/image14.png"/><Relationship Id="rId43" Type="http://schemas.openxmlformats.org/officeDocument/2006/relationships/image" Target="../media/image22.png"/><Relationship Id="rId48" Type="http://schemas.openxmlformats.org/officeDocument/2006/relationships/customXml" Target="../ink/ink24.xml"/><Relationship Id="rId64" Type="http://schemas.openxmlformats.org/officeDocument/2006/relationships/customXml" Target="../ink/ink32.xml"/><Relationship Id="rId69" Type="http://schemas.openxmlformats.org/officeDocument/2006/relationships/image" Target="../media/image35.png"/><Relationship Id="rId113" Type="http://schemas.openxmlformats.org/officeDocument/2006/relationships/image" Target="../media/image57.png"/><Relationship Id="rId118" Type="http://schemas.openxmlformats.org/officeDocument/2006/relationships/customXml" Target="../ink/ink59.xml"/><Relationship Id="rId134" Type="http://schemas.openxmlformats.org/officeDocument/2006/relationships/customXml" Target="../ink/ink67.xml"/><Relationship Id="rId139" Type="http://schemas.openxmlformats.org/officeDocument/2006/relationships/image" Target="../media/image70.png"/><Relationship Id="rId80" Type="http://schemas.openxmlformats.org/officeDocument/2006/relationships/customXml" Target="../ink/ink40.xml"/><Relationship Id="rId85" Type="http://schemas.openxmlformats.org/officeDocument/2006/relationships/image" Target="../media/image43.png"/><Relationship Id="rId150" Type="http://schemas.openxmlformats.org/officeDocument/2006/relationships/customXml" Target="../ink/ink75.xml"/><Relationship Id="rId155" Type="http://schemas.openxmlformats.org/officeDocument/2006/relationships/image" Target="../media/image78.png"/><Relationship Id="rId12" Type="http://schemas.openxmlformats.org/officeDocument/2006/relationships/customXml" Target="../ink/ink6.xml"/><Relationship Id="rId17" Type="http://schemas.openxmlformats.org/officeDocument/2006/relationships/image" Target="../media/image9.png"/><Relationship Id="rId33" Type="http://schemas.openxmlformats.org/officeDocument/2006/relationships/image" Target="../media/image17.png"/><Relationship Id="rId38" Type="http://schemas.openxmlformats.org/officeDocument/2006/relationships/customXml" Target="../ink/ink19.xml"/><Relationship Id="rId59" Type="http://schemas.openxmlformats.org/officeDocument/2006/relationships/image" Target="../media/image30.png"/><Relationship Id="rId103" Type="http://schemas.openxmlformats.org/officeDocument/2006/relationships/image" Target="../media/image52.png"/><Relationship Id="rId108" Type="http://schemas.openxmlformats.org/officeDocument/2006/relationships/customXml" Target="../ink/ink54.xml"/><Relationship Id="rId124" Type="http://schemas.openxmlformats.org/officeDocument/2006/relationships/customXml" Target="../ink/ink62.xml"/><Relationship Id="rId129" Type="http://schemas.openxmlformats.org/officeDocument/2006/relationships/image" Target="../media/image65.png"/><Relationship Id="rId54" Type="http://schemas.openxmlformats.org/officeDocument/2006/relationships/customXml" Target="../ink/ink27.xml"/><Relationship Id="rId70" Type="http://schemas.openxmlformats.org/officeDocument/2006/relationships/customXml" Target="../ink/ink35.xml"/><Relationship Id="rId75" Type="http://schemas.openxmlformats.org/officeDocument/2006/relationships/image" Target="../media/image38.png"/><Relationship Id="rId91" Type="http://schemas.openxmlformats.org/officeDocument/2006/relationships/image" Target="../media/image46.png"/><Relationship Id="rId96" Type="http://schemas.openxmlformats.org/officeDocument/2006/relationships/customXml" Target="../ink/ink48.xml"/><Relationship Id="rId140" Type="http://schemas.openxmlformats.org/officeDocument/2006/relationships/customXml" Target="../ink/ink70.xml"/><Relationship Id="rId145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23" Type="http://schemas.openxmlformats.org/officeDocument/2006/relationships/image" Target="../media/image12.png"/><Relationship Id="rId28" Type="http://schemas.openxmlformats.org/officeDocument/2006/relationships/customXml" Target="../ink/ink14.xml"/><Relationship Id="rId49" Type="http://schemas.openxmlformats.org/officeDocument/2006/relationships/image" Target="../media/image25.png"/><Relationship Id="rId114" Type="http://schemas.openxmlformats.org/officeDocument/2006/relationships/customXml" Target="../ink/ink57.xml"/><Relationship Id="rId119" Type="http://schemas.openxmlformats.org/officeDocument/2006/relationships/image" Target="../media/image60.png"/><Relationship Id="rId44" Type="http://schemas.openxmlformats.org/officeDocument/2006/relationships/customXml" Target="../ink/ink22.xml"/><Relationship Id="rId60" Type="http://schemas.openxmlformats.org/officeDocument/2006/relationships/customXml" Target="../ink/ink30.xml"/><Relationship Id="rId65" Type="http://schemas.openxmlformats.org/officeDocument/2006/relationships/image" Target="../media/image33.png"/><Relationship Id="rId81" Type="http://schemas.openxmlformats.org/officeDocument/2006/relationships/image" Target="../media/image41.png"/><Relationship Id="rId86" Type="http://schemas.openxmlformats.org/officeDocument/2006/relationships/customXml" Target="../ink/ink43.xml"/><Relationship Id="rId130" Type="http://schemas.openxmlformats.org/officeDocument/2006/relationships/customXml" Target="../ink/ink65.xml"/><Relationship Id="rId135" Type="http://schemas.openxmlformats.org/officeDocument/2006/relationships/image" Target="../media/image68.png"/><Relationship Id="rId151" Type="http://schemas.openxmlformats.org/officeDocument/2006/relationships/image" Target="../media/image76.png"/><Relationship Id="rId13" Type="http://schemas.openxmlformats.org/officeDocument/2006/relationships/image" Target="../media/image7.png"/><Relationship Id="rId18" Type="http://schemas.openxmlformats.org/officeDocument/2006/relationships/customXml" Target="../ink/ink9.xml"/><Relationship Id="rId39" Type="http://schemas.openxmlformats.org/officeDocument/2006/relationships/image" Target="../media/image20.png"/><Relationship Id="rId109" Type="http://schemas.openxmlformats.org/officeDocument/2006/relationships/image" Target="../media/image55.png"/><Relationship Id="rId34" Type="http://schemas.openxmlformats.org/officeDocument/2006/relationships/customXml" Target="../ink/ink17.xml"/><Relationship Id="rId50" Type="http://schemas.openxmlformats.org/officeDocument/2006/relationships/customXml" Target="../ink/ink25.xml"/><Relationship Id="rId55" Type="http://schemas.openxmlformats.org/officeDocument/2006/relationships/image" Target="../media/image28.png"/><Relationship Id="rId76" Type="http://schemas.openxmlformats.org/officeDocument/2006/relationships/customXml" Target="../ink/ink38.xml"/><Relationship Id="rId97" Type="http://schemas.openxmlformats.org/officeDocument/2006/relationships/image" Target="../media/image49.png"/><Relationship Id="rId104" Type="http://schemas.openxmlformats.org/officeDocument/2006/relationships/customXml" Target="../ink/ink52.xml"/><Relationship Id="rId120" Type="http://schemas.openxmlformats.org/officeDocument/2006/relationships/customXml" Target="../ink/ink60.xml"/><Relationship Id="rId125" Type="http://schemas.openxmlformats.org/officeDocument/2006/relationships/image" Target="../media/image63.png"/><Relationship Id="rId141" Type="http://schemas.openxmlformats.org/officeDocument/2006/relationships/image" Target="../media/image71.png"/><Relationship Id="rId146" Type="http://schemas.openxmlformats.org/officeDocument/2006/relationships/customXml" Target="../ink/ink73.xml"/><Relationship Id="rId7" Type="http://schemas.openxmlformats.org/officeDocument/2006/relationships/image" Target="../media/image4.png"/><Relationship Id="rId71" Type="http://schemas.openxmlformats.org/officeDocument/2006/relationships/image" Target="../media/image36.png"/><Relationship Id="rId92" Type="http://schemas.openxmlformats.org/officeDocument/2006/relationships/customXml" Target="../ink/ink46.xml"/><Relationship Id="rId2" Type="http://schemas.openxmlformats.org/officeDocument/2006/relationships/customXml" Target="../ink/ink1.xml"/><Relationship Id="rId29" Type="http://schemas.openxmlformats.org/officeDocument/2006/relationships/image" Target="../media/image15.png"/><Relationship Id="rId24" Type="http://schemas.openxmlformats.org/officeDocument/2006/relationships/customXml" Target="../ink/ink12.xml"/><Relationship Id="rId40" Type="http://schemas.openxmlformats.org/officeDocument/2006/relationships/customXml" Target="../ink/ink20.xml"/><Relationship Id="rId45" Type="http://schemas.openxmlformats.org/officeDocument/2006/relationships/image" Target="../media/image23.png"/><Relationship Id="rId66" Type="http://schemas.openxmlformats.org/officeDocument/2006/relationships/customXml" Target="../ink/ink33.xml"/><Relationship Id="rId87" Type="http://schemas.openxmlformats.org/officeDocument/2006/relationships/image" Target="../media/image44.png"/><Relationship Id="rId110" Type="http://schemas.openxmlformats.org/officeDocument/2006/relationships/customXml" Target="../ink/ink55.xml"/><Relationship Id="rId115" Type="http://schemas.openxmlformats.org/officeDocument/2006/relationships/image" Target="../media/image58.png"/><Relationship Id="rId131" Type="http://schemas.openxmlformats.org/officeDocument/2006/relationships/image" Target="../media/image66.png"/><Relationship Id="rId136" Type="http://schemas.openxmlformats.org/officeDocument/2006/relationships/customXml" Target="../ink/ink68.xml"/><Relationship Id="rId61" Type="http://schemas.openxmlformats.org/officeDocument/2006/relationships/image" Target="../media/image31.png"/><Relationship Id="rId82" Type="http://schemas.openxmlformats.org/officeDocument/2006/relationships/customXml" Target="../ink/ink41.xml"/><Relationship Id="rId152" Type="http://schemas.openxmlformats.org/officeDocument/2006/relationships/customXml" Target="../ink/ink76.xml"/><Relationship Id="rId19" Type="http://schemas.openxmlformats.org/officeDocument/2006/relationships/image" Target="../media/image10.png"/><Relationship Id="rId14" Type="http://schemas.openxmlformats.org/officeDocument/2006/relationships/customXml" Target="../ink/ink7.xml"/><Relationship Id="rId30" Type="http://schemas.openxmlformats.org/officeDocument/2006/relationships/customXml" Target="../ink/ink15.xml"/><Relationship Id="rId35" Type="http://schemas.openxmlformats.org/officeDocument/2006/relationships/image" Target="../media/image18.png"/><Relationship Id="rId56" Type="http://schemas.openxmlformats.org/officeDocument/2006/relationships/customXml" Target="../ink/ink28.xml"/><Relationship Id="rId77" Type="http://schemas.openxmlformats.org/officeDocument/2006/relationships/image" Target="../media/image39.png"/><Relationship Id="rId100" Type="http://schemas.openxmlformats.org/officeDocument/2006/relationships/customXml" Target="../ink/ink50.xml"/><Relationship Id="rId105" Type="http://schemas.openxmlformats.org/officeDocument/2006/relationships/image" Target="../media/image53.png"/><Relationship Id="rId126" Type="http://schemas.openxmlformats.org/officeDocument/2006/relationships/customXml" Target="../ink/ink63.xml"/><Relationship Id="rId147" Type="http://schemas.openxmlformats.org/officeDocument/2006/relationships/image" Target="../media/image74.png"/><Relationship Id="rId8" Type="http://schemas.openxmlformats.org/officeDocument/2006/relationships/customXml" Target="../ink/ink4.xml"/><Relationship Id="rId51" Type="http://schemas.openxmlformats.org/officeDocument/2006/relationships/image" Target="../media/image26.png"/><Relationship Id="rId72" Type="http://schemas.openxmlformats.org/officeDocument/2006/relationships/customXml" Target="../ink/ink36.xml"/><Relationship Id="rId93" Type="http://schemas.openxmlformats.org/officeDocument/2006/relationships/image" Target="../media/image47.png"/><Relationship Id="rId98" Type="http://schemas.openxmlformats.org/officeDocument/2006/relationships/customXml" Target="../ink/ink49.xml"/><Relationship Id="rId121" Type="http://schemas.openxmlformats.org/officeDocument/2006/relationships/image" Target="../media/image61.png"/><Relationship Id="rId142" Type="http://schemas.openxmlformats.org/officeDocument/2006/relationships/customXml" Target="../ink/ink71.xml"/><Relationship Id="rId3" Type="http://schemas.openxmlformats.org/officeDocument/2006/relationships/image" Target="../media/image2.png"/><Relationship Id="rId25" Type="http://schemas.openxmlformats.org/officeDocument/2006/relationships/image" Target="../media/image13.png"/><Relationship Id="rId46" Type="http://schemas.openxmlformats.org/officeDocument/2006/relationships/customXml" Target="../ink/ink23.xml"/><Relationship Id="rId67" Type="http://schemas.openxmlformats.org/officeDocument/2006/relationships/image" Target="../media/image34.png"/><Relationship Id="rId116" Type="http://schemas.openxmlformats.org/officeDocument/2006/relationships/customXml" Target="../ink/ink58.xml"/><Relationship Id="rId137" Type="http://schemas.openxmlformats.org/officeDocument/2006/relationships/image" Target="../media/image69.png"/><Relationship Id="rId20" Type="http://schemas.openxmlformats.org/officeDocument/2006/relationships/customXml" Target="../ink/ink10.xml"/><Relationship Id="rId41" Type="http://schemas.openxmlformats.org/officeDocument/2006/relationships/image" Target="../media/image21.png"/><Relationship Id="rId62" Type="http://schemas.openxmlformats.org/officeDocument/2006/relationships/customXml" Target="../ink/ink31.xml"/><Relationship Id="rId83" Type="http://schemas.openxmlformats.org/officeDocument/2006/relationships/image" Target="../media/image42.png"/><Relationship Id="rId88" Type="http://schemas.openxmlformats.org/officeDocument/2006/relationships/customXml" Target="../ink/ink44.xml"/><Relationship Id="rId111" Type="http://schemas.openxmlformats.org/officeDocument/2006/relationships/image" Target="../media/image56.png"/><Relationship Id="rId132" Type="http://schemas.openxmlformats.org/officeDocument/2006/relationships/customXml" Target="../ink/ink66.xml"/><Relationship Id="rId153" Type="http://schemas.openxmlformats.org/officeDocument/2006/relationships/image" Target="../media/image77.png"/><Relationship Id="rId15" Type="http://schemas.openxmlformats.org/officeDocument/2006/relationships/image" Target="../media/image8.png"/><Relationship Id="rId36" Type="http://schemas.openxmlformats.org/officeDocument/2006/relationships/customXml" Target="../ink/ink18.xml"/><Relationship Id="rId57" Type="http://schemas.openxmlformats.org/officeDocument/2006/relationships/image" Target="../media/image29.png"/><Relationship Id="rId106" Type="http://schemas.openxmlformats.org/officeDocument/2006/relationships/customXml" Target="../ink/ink53.xml"/><Relationship Id="rId127" Type="http://schemas.openxmlformats.org/officeDocument/2006/relationships/image" Target="../media/image64.png"/><Relationship Id="rId10" Type="http://schemas.openxmlformats.org/officeDocument/2006/relationships/customXml" Target="../ink/ink5.xml"/><Relationship Id="rId31" Type="http://schemas.openxmlformats.org/officeDocument/2006/relationships/image" Target="../media/image16.png"/><Relationship Id="rId52" Type="http://schemas.openxmlformats.org/officeDocument/2006/relationships/customXml" Target="../ink/ink26.xml"/><Relationship Id="rId73" Type="http://schemas.openxmlformats.org/officeDocument/2006/relationships/image" Target="../media/image37.png"/><Relationship Id="rId78" Type="http://schemas.openxmlformats.org/officeDocument/2006/relationships/customXml" Target="../ink/ink39.xml"/><Relationship Id="rId94" Type="http://schemas.openxmlformats.org/officeDocument/2006/relationships/customXml" Target="../ink/ink47.xml"/><Relationship Id="rId99" Type="http://schemas.openxmlformats.org/officeDocument/2006/relationships/image" Target="../media/image50.png"/><Relationship Id="rId101" Type="http://schemas.openxmlformats.org/officeDocument/2006/relationships/image" Target="../media/image51.png"/><Relationship Id="rId122" Type="http://schemas.openxmlformats.org/officeDocument/2006/relationships/customXml" Target="../ink/ink61.xml"/><Relationship Id="rId143" Type="http://schemas.openxmlformats.org/officeDocument/2006/relationships/image" Target="../media/image72.png"/><Relationship Id="rId148" Type="http://schemas.openxmlformats.org/officeDocument/2006/relationships/customXml" Target="../ink/ink74.xml"/><Relationship Id="rId4" Type="http://schemas.openxmlformats.org/officeDocument/2006/relationships/customXml" Target="../ink/ink2.xml"/><Relationship Id="rId9" Type="http://schemas.openxmlformats.org/officeDocument/2006/relationships/image" Target="../media/image5.png"/><Relationship Id="rId26" Type="http://schemas.openxmlformats.org/officeDocument/2006/relationships/customXml" Target="../ink/ink13.xml"/><Relationship Id="rId47" Type="http://schemas.openxmlformats.org/officeDocument/2006/relationships/image" Target="../media/image24.png"/><Relationship Id="rId68" Type="http://schemas.openxmlformats.org/officeDocument/2006/relationships/customXml" Target="../ink/ink34.xml"/><Relationship Id="rId89" Type="http://schemas.openxmlformats.org/officeDocument/2006/relationships/image" Target="../media/image45.png"/><Relationship Id="rId112" Type="http://schemas.openxmlformats.org/officeDocument/2006/relationships/customXml" Target="../ink/ink56.xml"/><Relationship Id="rId133" Type="http://schemas.openxmlformats.org/officeDocument/2006/relationships/image" Target="../media/image67.png"/><Relationship Id="rId154" Type="http://schemas.openxmlformats.org/officeDocument/2006/relationships/customXml" Target="../ink/ink77.xml"/><Relationship Id="rId16" Type="http://schemas.openxmlformats.org/officeDocument/2006/relationships/customXml" Target="../ink/ink8.xml"/><Relationship Id="rId37" Type="http://schemas.openxmlformats.org/officeDocument/2006/relationships/image" Target="../media/image19.png"/><Relationship Id="rId58" Type="http://schemas.openxmlformats.org/officeDocument/2006/relationships/customXml" Target="../ink/ink29.xml"/><Relationship Id="rId79" Type="http://schemas.openxmlformats.org/officeDocument/2006/relationships/image" Target="../media/image40.png"/><Relationship Id="rId102" Type="http://schemas.openxmlformats.org/officeDocument/2006/relationships/customXml" Target="../ink/ink51.xml"/><Relationship Id="rId123" Type="http://schemas.openxmlformats.org/officeDocument/2006/relationships/image" Target="../media/image62.png"/><Relationship Id="rId144" Type="http://schemas.openxmlformats.org/officeDocument/2006/relationships/customXml" Target="../ink/ink72.xml"/><Relationship Id="rId90" Type="http://schemas.openxmlformats.org/officeDocument/2006/relationships/customXml" Target="../ink/ink45.xml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17.png"/><Relationship Id="rId42" Type="http://schemas.openxmlformats.org/officeDocument/2006/relationships/customXml" Target="../ink/ink79.xml"/><Relationship Id="rId63" Type="http://schemas.openxmlformats.org/officeDocument/2006/relationships/image" Target="../media/image90.png"/><Relationship Id="rId84" Type="http://schemas.openxmlformats.org/officeDocument/2006/relationships/customXml" Target="../ink/ink100.xml"/><Relationship Id="rId138" Type="http://schemas.openxmlformats.org/officeDocument/2006/relationships/customXml" Target="../ink/ink127.xml"/><Relationship Id="rId159" Type="http://schemas.openxmlformats.org/officeDocument/2006/relationships/image" Target="../media/image138.png"/><Relationship Id="rId170" Type="http://schemas.openxmlformats.org/officeDocument/2006/relationships/customXml" Target="../ink/ink143.xml"/><Relationship Id="rId191" Type="http://schemas.openxmlformats.org/officeDocument/2006/relationships/image" Target="../media/image154.png"/><Relationship Id="rId205" Type="http://schemas.openxmlformats.org/officeDocument/2006/relationships/image" Target="../media/image161.png"/><Relationship Id="rId107" Type="http://schemas.openxmlformats.org/officeDocument/2006/relationships/image" Target="../media/image112.png"/><Relationship Id="rId53" Type="http://schemas.openxmlformats.org/officeDocument/2006/relationships/image" Target="../media/image85.png"/><Relationship Id="rId74" Type="http://schemas.openxmlformats.org/officeDocument/2006/relationships/customXml" Target="../ink/ink95.xml"/><Relationship Id="rId128" Type="http://schemas.openxmlformats.org/officeDocument/2006/relationships/customXml" Target="../ink/ink122.xml"/><Relationship Id="rId149" Type="http://schemas.openxmlformats.org/officeDocument/2006/relationships/image" Target="../media/image133.png"/><Relationship Id="rId95" Type="http://schemas.openxmlformats.org/officeDocument/2006/relationships/image" Target="../media/image106.png"/><Relationship Id="rId160" Type="http://schemas.openxmlformats.org/officeDocument/2006/relationships/customXml" Target="../ink/ink138.xml"/><Relationship Id="rId181" Type="http://schemas.openxmlformats.org/officeDocument/2006/relationships/image" Target="../media/image149.png"/><Relationship Id="rId216" Type="http://schemas.openxmlformats.org/officeDocument/2006/relationships/customXml" Target="../ink/ink166.xml"/><Relationship Id="rId43" Type="http://schemas.openxmlformats.org/officeDocument/2006/relationships/image" Target="../media/image80.png"/><Relationship Id="rId64" Type="http://schemas.openxmlformats.org/officeDocument/2006/relationships/customXml" Target="../ink/ink90.xml"/><Relationship Id="rId118" Type="http://schemas.openxmlformats.org/officeDocument/2006/relationships/customXml" Target="../ink/ink117.xml"/><Relationship Id="rId139" Type="http://schemas.openxmlformats.org/officeDocument/2006/relationships/image" Target="../media/image128.png"/><Relationship Id="rId85" Type="http://schemas.openxmlformats.org/officeDocument/2006/relationships/image" Target="../media/image101.png"/><Relationship Id="rId150" Type="http://schemas.openxmlformats.org/officeDocument/2006/relationships/customXml" Target="../ink/ink133.xml"/><Relationship Id="rId171" Type="http://schemas.openxmlformats.org/officeDocument/2006/relationships/image" Target="../media/image144.png"/><Relationship Id="rId192" Type="http://schemas.openxmlformats.org/officeDocument/2006/relationships/customXml" Target="../ink/ink154.xml"/><Relationship Id="rId206" Type="http://schemas.openxmlformats.org/officeDocument/2006/relationships/customXml" Target="../ink/ink161.xml"/><Relationship Id="rId108" Type="http://schemas.openxmlformats.org/officeDocument/2006/relationships/customXml" Target="../ink/ink112.xml"/><Relationship Id="rId129" Type="http://schemas.openxmlformats.org/officeDocument/2006/relationships/image" Target="../media/image123.png"/><Relationship Id="rId54" Type="http://schemas.openxmlformats.org/officeDocument/2006/relationships/customXml" Target="../ink/ink85.xml"/><Relationship Id="rId75" Type="http://schemas.openxmlformats.org/officeDocument/2006/relationships/image" Target="../media/image96.png"/><Relationship Id="rId96" Type="http://schemas.openxmlformats.org/officeDocument/2006/relationships/customXml" Target="../ink/ink106.xml"/><Relationship Id="rId140" Type="http://schemas.openxmlformats.org/officeDocument/2006/relationships/customXml" Target="../ink/ink128.xml"/><Relationship Id="rId161" Type="http://schemas.openxmlformats.org/officeDocument/2006/relationships/image" Target="../media/image139.png"/><Relationship Id="rId182" Type="http://schemas.openxmlformats.org/officeDocument/2006/relationships/customXml" Target="../ink/ink149.xml"/><Relationship Id="rId217" Type="http://schemas.openxmlformats.org/officeDocument/2006/relationships/image" Target="../media/image167.png"/><Relationship Id="rId119" Type="http://schemas.openxmlformats.org/officeDocument/2006/relationships/image" Target="../media/image118.png"/><Relationship Id="rId44" Type="http://schemas.openxmlformats.org/officeDocument/2006/relationships/customXml" Target="../ink/ink80.xml"/><Relationship Id="rId65" Type="http://schemas.openxmlformats.org/officeDocument/2006/relationships/image" Target="../media/image91.png"/><Relationship Id="rId86" Type="http://schemas.openxmlformats.org/officeDocument/2006/relationships/customXml" Target="../ink/ink101.xml"/><Relationship Id="rId130" Type="http://schemas.openxmlformats.org/officeDocument/2006/relationships/customXml" Target="../ink/ink123.xml"/><Relationship Id="rId151" Type="http://schemas.openxmlformats.org/officeDocument/2006/relationships/image" Target="../media/image134.png"/><Relationship Id="rId172" Type="http://schemas.openxmlformats.org/officeDocument/2006/relationships/customXml" Target="../ink/ink144.xml"/><Relationship Id="rId193" Type="http://schemas.openxmlformats.org/officeDocument/2006/relationships/image" Target="../media/image155.png"/><Relationship Id="rId202" Type="http://schemas.openxmlformats.org/officeDocument/2006/relationships/customXml" Target="../ink/ink159.xml"/><Relationship Id="rId207" Type="http://schemas.openxmlformats.org/officeDocument/2006/relationships/image" Target="../media/image162.png"/><Relationship Id="rId223" Type="http://schemas.openxmlformats.org/officeDocument/2006/relationships/image" Target="../media/image170.png"/><Relationship Id="rId109" Type="http://schemas.openxmlformats.org/officeDocument/2006/relationships/image" Target="../media/image113.png"/><Relationship Id="rId50" Type="http://schemas.openxmlformats.org/officeDocument/2006/relationships/customXml" Target="../ink/ink83.xml"/><Relationship Id="rId55" Type="http://schemas.openxmlformats.org/officeDocument/2006/relationships/image" Target="../media/image86.png"/><Relationship Id="rId76" Type="http://schemas.openxmlformats.org/officeDocument/2006/relationships/customXml" Target="../ink/ink96.xml"/><Relationship Id="rId97" Type="http://schemas.openxmlformats.org/officeDocument/2006/relationships/image" Target="../media/image107.png"/><Relationship Id="rId104" Type="http://schemas.openxmlformats.org/officeDocument/2006/relationships/customXml" Target="../ink/ink110.xml"/><Relationship Id="rId120" Type="http://schemas.openxmlformats.org/officeDocument/2006/relationships/customXml" Target="../ink/ink118.xml"/><Relationship Id="rId125" Type="http://schemas.openxmlformats.org/officeDocument/2006/relationships/image" Target="../media/image121.png"/><Relationship Id="rId141" Type="http://schemas.openxmlformats.org/officeDocument/2006/relationships/image" Target="../media/image129.png"/><Relationship Id="rId146" Type="http://schemas.openxmlformats.org/officeDocument/2006/relationships/customXml" Target="../ink/ink131.xml"/><Relationship Id="rId167" Type="http://schemas.openxmlformats.org/officeDocument/2006/relationships/image" Target="../media/image142.png"/><Relationship Id="rId188" Type="http://schemas.openxmlformats.org/officeDocument/2006/relationships/customXml" Target="../ink/ink152.xml"/><Relationship Id="rId71" Type="http://schemas.openxmlformats.org/officeDocument/2006/relationships/image" Target="../media/image94.png"/><Relationship Id="rId92" Type="http://schemas.openxmlformats.org/officeDocument/2006/relationships/customXml" Target="../ink/ink104.xml"/><Relationship Id="rId162" Type="http://schemas.openxmlformats.org/officeDocument/2006/relationships/customXml" Target="../ink/ink139.xml"/><Relationship Id="rId183" Type="http://schemas.openxmlformats.org/officeDocument/2006/relationships/image" Target="../media/image150.png"/><Relationship Id="rId213" Type="http://schemas.openxmlformats.org/officeDocument/2006/relationships/image" Target="../media/image165.png"/><Relationship Id="rId218" Type="http://schemas.openxmlformats.org/officeDocument/2006/relationships/customXml" Target="../ink/ink167.xml"/><Relationship Id="rId2" Type="http://schemas.openxmlformats.org/officeDocument/2006/relationships/image" Target="../media/image79.png"/><Relationship Id="rId45" Type="http://schemas.openxmlformats.org/officeDocument/2006/relationships/image" Target="../media/image81.png"/><Relationship Id="rId66" Type="http://schemas.openxmlformats.org/officeDocument/2006/relationships/customXml" Target="../ink/ink91.xml"/><Relationship Id="rId87" Type="http://schemas.openxmlformats.org/officeDocument/2006/relationships/image" Target="../media/image102.png"/><Relationship Id="rId110" Type="http://schemas.openxmlformats.org/officeDocument/2006/relationships/customXml" Target="../ink/ink113.xml"/><Relationship Id="rId115" Type="http://schemas.openxmlformats.org/officeDocument/2006/relationships/image" Target="../media/image116.png"/><Relationship Id="rId131" Type="http://schemas.openxmlformats.org/officeDocument/2006/relationships/image" Target="../media/image124.png"/><Relationship Id="rId136" Type="http://schemas.openxmlformats.org/officeDocument/2006/relationships/customXml" Target="../ink/ink126.xml"/><Relationship Id="rId157" Type="http://schemas.openxmlformats.org/officeDocument/2006/relationships/image" Target="../media/image137.png"/><Relationship Id="rId178" Type="http://schemas.openxmlformats.org/officeDocument/2006/relationships/customXml" Target="../ink/ink147.xml"/><Relationship Id="rId61" Type="http://schemas.openxmlformats.org/officeDocument/2006/relationships/image" Target="../media/image89.png"/><Relationship Id="rId82" Type="http://schemas.openxmlformats.org/officeDocument/2006/relationships/customXml" Target="../ink/ink99.xml"/><Relationship Id="rId152" Type="http://schemas.openxmlformats.org/officeDocument/2006/relationships/customXml" Target="../ink/ink134.xml"/><Relationship Id="rId173" Type="http://schemas.openxmlformats.org/officeDocument/2006/relationships/image" Target="../media/image145.png"/><Relationship Id="rId194" Type="http://schemas.openxmlformats.org/officeDocument/2006/relationships/customXml" Target="../ink/ink155.xml"/><Relationship Id="rId199" Type="http://schemas.openxmlformats.org/officeDocument/2006/relationships/image" Target="../media/image158.png"/><Relationship Id="rId203" Type="http://schemas.openxmlformats.org/officeDocument/2006/relationships/image" Target="../media/image160.png"/><Relationship Id="rId208" Type="http://schemas.openxmlformats.org/officeDocument/2006/relationships/customXml" Target="../ink/ink162.xml"/><Relationship Id="rId56" Type="http://schemas.openxmlformats.org/officeDocument/2006/relationships/customXml" Target="../ink/ink86.xml"/><Relationship Id="rId77" Type="http://schemas.openxmlformats.org/officeDocument/2006/relationships/image" Target="../media/image97.png"/><Relationship Id="rId100" Type="http://schemas.openxmlformats.org/officeDocument/2006/relationships/customXml" Target="../ink/ink108.xml"/><Relationship Id="rId105" Type="http://schemas.openxmlformats.org/officeDocument/2006/relationships/image" Target="../media/image111.png"/><Relationship Id="rId126" Type="http://schemas.openxmlformats.org/officeDocument/2006/relationships/customXml" Target="../ink/ink121.xml"/><Relationship Id="rId147" Type="http://schemas.openxmlformats.org/officeDocument/2006/relationships/image" Target="../media/image132.png"/><Relationship Id="rId168" Type="http://schemas.openxmlformats.org/officeDocument/2006/relationships/customXml" Target="../ink/ink142.xml"/><Relationship Id="rId51" Type="http://schemas.openxmlformats.org/officeDocument/2006/relationships/image" Target="../media/image84.png"/><Relationship Id="rId72" Type="http://schemas.openxmlformats.org/officeDocument/2006/relationships/customXml" Target="../ink/ink94.xml"/><Relationship Id="rId93" Type="http://schemas.openxmlformats.org/officeDocument/2006/relationships/image" Target="../media/image105.png"/><Relationship Id="rId98" Type="http://schemas.openxmlformats.org/officeDocument/2006/relationships/customXml" Target="../ink/ink107.xml"/><Relationship Id="rId121" Type="http://schemas.openxmlformats.org/officeDocument/2006/relationships/image" Target="../media/image119.png"/><Relationship Id="rId142" Type="http://schemas.openxmlformats.org/officeDocument/2006/relationships/customXml" Target="../ink/ink129.xml"/><Relationship Id="rId163" Type="http://schemas.openxmlformats.org/officeDocument/2006/relationships/image" Target="../media/image140.png"/><Relationship Id="rId184" Type="http://schemas.openxmlformats.org/officeDocument/2006/relationships/customXml" Target="../ink/ink150.xml"/><Relationship Id="rId189" Type="http://schemas.openxmlformats.org/officeDocument/2006/relationships/image" Target="../media/image153.png"/><Relationship Id="rId219" Type="http://schemas.openxmlformats.org/officeDocument/2006/relationships/image" Target="../media/image168.png"/><Relationship Id="rId3" Type="http://schemas.openxmlformats.org/officeDocument/2006/relationships/customXml" Target="../ink/ink78.xml"/><Relationship Id="rId214" Type="http://schemas.openxmlformats.org/officeDocument/2006/relationships/customXml" Target="../ink/ink165.xml"/><Relationship Id="rId46" Type="http://schemas.openxmlformats.org/officeDocument/2006/relationships/customXml" Target="../ink/ink81.xml"/><Relationship Id="rId67" Type="http://schemas.openxmlformats.org/officeDocument/2006/relationships/image" Target="../media/image92.png"/><Relationship Id="rId116" Type="http://schemas.openxmlformats.org/officeDocument/2006/relationships/customXml" Target="../ink/ink116.xml"/><Relationship Id="rId137" Type="http://schemas.openxmlformats.org/officeDocument/2006/relationships/image" Target="../media/image127.png"/><Relationship Id="rId158" Type="http://schemas.openxmlformats.org/officeDocument/2006/relationships/customXml" Target="../ink/ink137.xml"/><Relationship Id="rId41" Type="http://schemas.openxmlformats.org/officeDocument/2006/relationships/image" Target="../media/image3910.png"/><Relationship Id="rId62" Type="http://schemas.openxmlformats.org/officeDocument/2006/relationships/customXml" Target="../ink/ink89.xml"/><Relationship Id="rId83" Type="http://schemas.openxmlformats.org/officeDocument/2006/relationships/image" Target="../media/image100.png"/><Relationship Id="rId88" Type="http://schemas.openxmlformats.org/officeDocument/2006/relationships/customXml" Target="../ink/ink102.xml"/><Relationship Id="rId111" Type="http://schemas.openxmlformats.org/officeDocument/2006/relationships/image" Target="../media/image114.png"/><Relationship Id="rId132" Type="http://schemas.openxmlformats.org/officeDocument/2006/relationships/customXml" Target="../ink/ink124.xml"/><Relationship Id="rId153" Type="http://schemas.openxmlformats.org/officeDocument/2006/relationships/image" Target="../media/image135.png"/><Relationship Id="rId174" Type="http://schemas.openxmlformats.org/officeDocument/2006/relationships/customXml" Target="../ink/ink145.xml"/><Relationship Id="rId179" Type="http://schemas.openxmlformats.org/officeDocument/2006/relationships/image" Target="../media/image148.png"/><Relationship Id="rId195" Type="http://schemas.openxmlformats.org/officeDocument/2006/relationships/image" Target="../media/image156.png"/><Relationship Id="rId209" Type="http://schemas.openxmlformats.org/officeDocument/2006/relationships/image" Target="../media/image163.png"/><Relationship Id="rId190" Type="http://schemas.openxmlformats.org/officeDocument/2006/relationships/customXml" Target="../ink/ink153.xml"/><Relationship Id="rId204" Type="http://schemas.openxmlformats.org/officeDocument/2006/relationships/customXml" Target="../ink/ink160.xml"/><Relationship Id="rId220" Type="http://schemas.openxmlformats.org/officeDocument/2006/relationships/customXml" Target="../ink/ink168.xml"/><Relationship Id="rId57" Type="http://schemas.openxmlformats.org/officeDocument/2006/relationships/image" Target="../media/image87.png"/><Relationship Id="rId106" Type="http://schemas.openxmlformats.org/officeDocument/2006/relationships/customXml" Target="../ink/ink111.xml"/><Relationship Id="rId127" Type="http://schemas.openxmlformats.org/officeDocument/2006/relationships/image" Target="../media/image122.png"/><Relationship Id="rId52" Type="http://schemas.openxmlformats.org/officeDocument/2006/relationships/customXml" Target="../ink/ink84.xml"/><Relationship Id="rId73" Type="http://schemas.openxmlformats.org/officeDocument/2006/relationships/image" Target="../media/image95.png"/><Relationship Id="rId78" Type="http://schemas.openxmlformats.org/officeDocument/2006/relationships/customXml" Target="../ink/ink97.xml"/><Relationship Id="rId94" Type="http://schemas.openxmlformats.org/officeDocument/2006/relationships/customXml" Target="../ink/ink105.xml"/><Relationship Id="rId99" Type="http://schemas.openxmlformats.org/officeDocument/2006/relationships/image" Target="../media/image108.png"/><Relationship Id="rId101" Type="http://schemas.openxmlformats.org/officeDocument/2006/relationships/image" Target="../media/image109.png"/><Relationship Id="rId122" Type="http://schemas.openxmlformats.org/officeDocument/2006/relationships/customXml" Target="../ink/ink119.xml"/><Relationship Id="rId143" Type="http://schemas.openxmlformats.org/officeDocument/2006/relationships/image" Target="../media/image130.png"/><Relationship Id="rId148" Type="http://schemas.openxmlformats.org/officeDocument/2006/relationships/customXml" Target="../ink/ink132.xml"/><Relationship Id="rId164" Type="http://schemas.openxmlformats.org/officeDocument/2006/relationships/customXml" Target="../ink/ink140.xml"/><Relationship Id="rId169" Type="http://schemas.openxmlformats.org/officeDocument/2006/relationships/image" Target="../media/image143.png"/><Relationship Id="rId185" Type="http://schemas.openxmlformats.org/officeDocument/2006/relationships/image" Target="../media/image151.png"/><Relationship Id="rId180" Type="http://schemas.openxmlformats.org/officeDocument/2006/relationships/customXml" Target="../ink/ink148.xml"/><Relationship Id="rId210" Type="http://schemas.openxmlformats.org/officeDocument/2006/relationships/customXml" Target="../ink/ink163.xml"/><Relationship Id="rId215" Type="http://schemas.openxmlformats.org/officeDocument/2006/relationships/image" Target="../media/image166.png"/><Relationship Id="rId47" Type="http://schemas.openxmlformats.org/officeDocument/2006/relationships/image" Target="../media/image82.png"/><Relationship Id="rId68" Type="http://schemas.openxmlformats.org/officeDocument/2006/relationships/customXml" Target="../ink/ink92.xml"/><Relationship Id="rId89" Type="http://schemas.openxmlformats.org/officeDocument/2006/relationships/image" Target="../media/image103.png"/><Relationship Id="rId112" Type="http://schemas.openxmlformats.org/officeDocument/2006/relationships/customXml" Target="../ink/ink114.xml"/><Relationship Id="rId133" Type="http://schemas.openxmlformats.org/officeDocument/2006/relationships/image" Target="../media/image125.png"/><Relationship Id="rId154" Type="http://schemas.openxmlformats.org/officeDocument/2006/relationships/customXml" Target="../ink/ink135.xml"/><Relationship Id="rId175" Type="http://schemas.openxmlformats.org/officeDocument/2006/relationships/image" Target="../media/image146.png"/><Relationship Id="rId196" Type="http://schemas.openxmlformats.org/officeDocument/2006/relationships/customXml" Target="../ink/ink156.xml"/><Relationship Id="rId200" Type="http://schemas.openxmlformats.org/officeDocument/2006/relationships/customXml" Target="../ink/ink158.xml"/><Relationship Id="rId221" Type="http://schemas.openxmlformats.org/officeDocument/2006/relationships/image" Target="../media/image169.png"/><Relationship Id="rId58" Type="http://schemas.openxmlformats.org/officeDocument/2006/relationships/customXml" Target="../ink/ink87.xml"/><Relationship Id="rId79" Type="http://schemas.openxmlformats.org/officeDocument/2006/relationships/image" Target="../media/image98.png"/><Relationship Id="rId102" Type="http://schemas.openxmlformats.org/officeDocument/2006/relationships/customXml" Target="../ink/ink109.xml"/><Relationship Id="rId123" Type="http://schemas.openxmlformats.org/officeDocument/2006/relationships/image" Target="../media/image120.png"/><Relationship Id="rId144" Type="http://schemas.openxmlformats.org/officeDocument/2006/relationships/customXml" Target="../ink/ink130.xml"/><Relationship Id="rId90" Type="http://schemas.openxmlformats.org/officeDocument/2006/relationships/customXml" Target="../ink/ink103.xml"/><Relationship Id="rId165" Type="http://schemas.openxmlformats.org/officeDocument/2006/relationships/image" Target="../media/image141.png"/><Relationship Id="rId186" Type="http://schemas.openxmlformats.org/officeDocument/2006/relationships/customXml" Target="../ink/ink151.xml"/><Relationship Id="rId211" Type="http://schemas.openxmlformats.org/officeDocument/2006/relationships/image" Target="../media/image164.png"/><Relationship Id="rId48" Type="http://schemas.openxmlformats.org/officeDocument/2006/relationships/customXml" Target="../ink/ink82.xml"/><Relationship Id="rId69" Type="http://schemas.openxmlformats.org/officeDocument/2006/relationships/image" Target="../media/image93.png"/><Relationship Id="rId113" Type="http://schemas.openxmlformats.org/officeDocument/2006/relationships/image" Target="../media/image115.png"/><Relationship Id="rId134" Type="http://schemas.openxmlformats.org/officeDocument/2006/relationships/customXml" Target="../ink/ink125.xml"/><Relationship Id="rId80" Type="http://schemas.openxmlformats.org/officeDocument/2006/relationships/customXml" Target="../ink/ink98.xml"/><Relationship Id="rId155" Type="http://schemas.openxmlformats.org/officeDocument/2006/relationships/image" Target="../media/image136.png"/><Relationship Id="rId176" Type="http://schemas.openxmlformats.org/officeDocument/2006/relationships/customXml" Target="../ink/ink146.xml"/><Relationship Id="rId197" Type="http://schemas.openxmlformats.org/officeDocument/2006/relationships/image" Target="../media/image157.png"/><Relationship Id="rId201" Type="http://schemas.openxmlformats.org/officeDocument/2006/relationships/image" Target="../media/image159.png"/><Relationship Id="rId222" Type="http://schemas.openxmlformats.org/officeDocument/2006/relationships/customXml" Target="../ink/ink169.xml"/><Relationship Id="rId59" Type="http://schemas.openxmlformats.org/officeDocument/2006/relationships/image" Target="../media/image88.png"/><Relationship Id="rId103" Type="http://schemas.openxmlformats.org/officeDocument/2006/relationships/image" Target="../media/image110.png"/><Relationship Id="rId124" Type="http://schemas.openxmlformats.org/officeDocument/2006/relationships/customXml" Target="../ink/ink120.xml"/><Relationship Id="rId70" Type="http://schemas.openxmlformats.org/officeDocument/2006/relationships/customXml" Target="../ink/ink93.xml"/><Relationship Id="rId91" Type="http://schemas.openxmlformats.org/officeDocument/2006/relationships/image" Target="../media/image104.png"/><Relationship Id="rId145" Type="http://schemas.openxmlformats.org/officeDocument/2006/relationships/image" Target="../media/image131.png"/><Relationship Id="rId166" Type="http://schemas.openxmlformats.org/officeDocument/2006/relationships/customXml" Target="../ink/ink141.xml"/><Relationship Id="rId187" Type="http://schemas.openxmlformats.org/officeDocument/2006/relationships/image" Target="../media/image152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164.xml"/><Relationship Id="rId49" Type="http://schemas.openxmlformats.org/officeDocument/2006/relationships/image" Target="../media/image83.png"/><Relationship Id="rId114" Type="http://schemas.openxmlformats.org/officeDocument/2006/relationships/customXml" Target="../ink/ink115.xml"/><Relationship Id="rId60" Type="http://schemas.openxmlformats.org/officeDocument/2006/relationships/customXml" Target="../ink/ink88.xml"/><Relationship Id="rId81" Type="http://schemas.openxmlformats.org/officeDocument/2006/relationships/image" Target="../media/image99.png"/><Relationship Id="rId135" Type="http://schemas.openxmlformats.org/officeDocument/2006/relationships/image" Target="../media/image126.png"/><Relationship Id="rId156" Type="http://schemas.openxmlformats.org/officeDocument/2006/relationships/customXml" Target="../ink/ink136.xml"/><Relationship Id="rId177" Type="http://schemas.openxmlformats.org/officeDocument/2006/relationships/image" Target="../media/image147.png"/><Relationship Id="rId198" Type="http://schemas.openxmlformats.org/officeDocument/2006/relationships/customXml" Target="../ink/ink157.xml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28.png"/><Relationship Id="rId21" Type="http://schemas.openxmlformats.org/officeDocument/2006/relationships/image" Target="../media/image180.png"/><Relationship Id="rId42" Type="http://schemas.openxmlformats.org/officeDocument/2006/relationships/customXml" Target="../ink/ink190.xml"/><Relationship Id="rId63" Type="http://schemas.openxmlformats.org/officeDocument/2006/relationships/image" Target="../media/image201.png"/><Relationship Id="rId84" Type="http://schemas.openxmlformats.org/officeDocument/2006/relationships/customXml" Target="../ink/ink211.xml"/><Relationship Id="rId138" Type="http://schemas.openxmlformats.org/officeDocument/2006/relationships/customXml" Target="../ink/ink238.xml"/><Relationship Id="rId159" Type="http://schemas.openxmlformats.org/officeDocument/2006/relationships/image" Target="../media/image249.png"/><Relationship Id="rId107" Type="http://schemas.openxmlformats.org/officeDocument/2006/relationships/image" Target="../media/image223.png"/><Relationship Id="rId11" Type="http://schemas.openxmlformats.org/officeDocument/2006/relationships/image" Target="../media/image175.png"/><Relationship Id="rId32" Type="http://schemas.openxmlformats.org/officeDocument/2006/relationships/customXml" Target="../ink/ink185.xml"/><Relationship Id="rId53" Type="http://schemas.openxmlformats.org/officeDocument/2006/relationships/image" Target="../media/image196.png"/><Relationship Id="rId74" Type="http://schemas.openxmlformats.org/officeDocument/2006/relationships/customXml" Target="../ink/ink206.xml"/><Relationship Id="rId128" Type="http://schemas.openxmlformats.org/officeDocument/2006/relationships/customXml" Target="../ink/ink233.xml"/><Relationship Id="rId149" Type="http://schemas.openxmlformats.org/officeDocument/2006/relationships/image" Target="../media/image244.png"/><Relationship Id="rId5" Type="http://schemas.openxmlformats.org/officeDocument/2006/relationships/image" Target="../media/image172.png"/><Relationship Id="rId95" Type="http://schemas.openxmlformats.org/officeDocument/2006/relationships/image" Target="../media/image217.png"/><Relationship Id="rId160" Type="http://schemas.openxmlformats.org/officeDocument/2006/relationships/customXml" Target="../ink/ink249.xml"/><Relationship Id="rId22" Type="http://schemas.openxmlformats.org/officeDocument/2006/relationships/customXml" Target="../ink/ink180.xml"/><Relationship Id="rId43" Type="http://schemas.openxmlformats.org/officeDocument/2006/relationships/image" Target="../media/image191.png"/><Relationship Id="rId64" Type="http://schemas.openxmlformats.org/officeDocument/2006/relationships/customXml" Target="../ink/ink201.xml"/><Relationship Id="rId118" Type="http://schemas.openxmlformats.org/officeDocument/2006/relationships/customXml" Target="../ink/ink228.xml"/><Relationship Id="rId139" Type="http://schemas.openxmlformats.org/officeDocument/2006/relationships/image" Target="../media/image239.png"/><Relationship Id="rId85" Type="http://schemas.openxmlformats.org/officeDocument/2006/relationships/image" Target="../media/image212.png"/><Relationship Id="rId150" Type="http://schemas.openxmlformats.org/officeDocument/2006/relationships/customXml" Target="../ink/ink244.xml"/><Relationship Id="rId12" Type="http://schemas.openxmlformats.org/officeDocument/2006/relationships/customXml" Target="../ink/ink175.xml"/><Relationship Id="rId17" Type="http://schemas.openxmlformats.org/officeDocument/2006/relationships/image" Target="../media/image178.png"/><Relationship Id="rId33" Type="http://schemas.openxmlformats.org/officeDocument/2006/relationships/image" Target="../media/image186.png"/><Relationship Id="rId38" Type="http://schemas.openxmlformats.org/officeDocument/2006/relationships/customXml" Target="../ink/ink188.xml"/><Relationship Id="rId59" Type="http://schemas.openxmlformats.org/officeDocument/2006/relationships/image" Target="../media/image199.png"/><Relationship Id="rId103" Type="http://schemas.openxmlformats.org/officeDocument/2006/relationships/image" Target="../media/image221.png"/><Relationship Id="rId108" Type="http://schemas.openxmlformats.org/officeDocument/2006/relationships/customXml" Target="../ink/ink223.xml"/><Relationship Id="rId124" Type="http://schemas.openxmlformats.org/officeDocument/2006/relationships/customXml" Target="../ink/ink231.xml"/><Relationship Id="rId129" Type="http://schemas.openxmlformats.org/officeDocument/2006/relationships/image" Target="../media/image234.png"/><Relationship Id="rId54" Type="http://schemas.openxmlformats.org/officeDocument/2006/relationships/customXml" Target="../ink/ink196.xml"/><Relationship Id="rId70" Type="http://schemas.openxmlformats.org/officeDocument/2006/relationships/customXml" Target="../ink/ink204.xml"/><Relationship Id="rId75" Type="http://schemas.openxmlformats.org/officeDocument/2006/relationships/image" Target="../media/image207.png"/><Relationship Id="rId91" Type="http://schemas.openxmlformats.org/officeDocument/2006/relationships/image" Target="../media/image215.png"/><Relationship Id="rId96" Type="http://schemas.openxmlformats.org/officeDocument/2006/relationships/customXml" Target="../ink/ink217.xml"/><Relationship Id="rId140" Type="http://schemas.openxmlformats.org/officeDocument/2006/relationships/customXml" Target="../ink/ink239.xml"/><Relationship Id="rId145" Type="http://schemas.openxmlformats.org/officeDocument/2006/relationships/image" Target="../media/image242.png"/><Relationship Id="rId161" Type="http://schemas.openxmlformats.org/officeDocument/2006/relationships/image" Target="../media/image25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72.xml"/><Relationship Id="rId23" Type="http://schemas.openxmlformats.org/officeDocument/2006/relationships/image" Target="../media/image181.png"/><Relationship Id="rId28" Type="http://schemas.openxmlformats.org/officeDocument/2006/relationships/customXml" Target="../ink/ink183.xml"/><Relationship Id="rId49" Type="http://schemas.openxmlformats.org/officeDocument/2006/relationships/image" Target="../media/image194.png"/><Relationship Id="rId114" Type="http://schemas.openxmlformats.org/officeDocument/2006/relationships/customXml" Target="../ink/ink226.xml"/><Relationship Id="rId119" Type="http://schemas.openxmlformats.org/officeDocument/2006/relationships/image" Target="../media/image229.png"/><Relationship Id="rId44" Type="http://schemas.openxmlformats.org/officeDocument/2006/relationships/customXml" Target="../ink/ink191.xml"/><Relationship Id="rId60" Type="http://schemas.openxmlformats.org/officeDocument/2006/relationships/customXml" Target="../ink/ink199.xml"/><Relationship Id="rId65" Type="http://schemas.openxmlformats.org/officeDocument/2006/relationships/image" Target="../media/image202.png"/><Relationship Id="rId81" Type="http://schemas.openxmlformats.org/officeDocument/2006/relationships/image" Target="../media/image210.png"/><Relationship Id="rId86" Type="http://schemas.openxmlformats.org/officeDocument/2006/relationships/customXml" Target="../ink/ink212.xml"/><Relationship Id="rId130" Type="http://schemas.openxmlformats.org/officeDocument/2006/relationships/customXml" Target="../ink/ink234.xml"/><Relationship Id="rId135" Type="http://schemas.openxmlformats.org/officeDocument/2006/relationships/image" Target="../media/image237.png"/><Relationship Id="rId151" Type="http://schemas.openxmlformats.org/officeDocument/2006/relationships/image" Target="../media/image245.png"/><Relationship Id="rId156" Type="http://schemas.openxmlformats.org/officeDocument/2006/relationships/customXml" Target="../ink/ink247.xml"/><Relationship Id="rId13" Type="http://schemas.openxmlformats.org/officeDocument/2006/relationships/image" Target="../media/image176.png"/><Relationship Id="rId18" Type="http://schemas.openxmlformats.org/officeDocument/2006/relationships/customXml" Target="../ink/ink178.xml"/><Relationship Id="rId39" Type="http://schemas.openxmlformats.org/officeDocument/2006/relationships/image" Target="../media/image189.png"/><Relationship Id="rId109" Type="http://schemas.openxmlformats.org/officeDocument/2006/relationships/image" Target="../media/image224.png"/><Relationship Id="rId34" Type="http://schemas.openxmlformats.org/officeDocument/2006/relationships/customXml" Target="../ink/ink186.xml"/><Relationship Id="rId50" Type="http://schemas.openxmlformats.org/officeDocument/2006/relationships/customXml" Target="../ink/ink194.xml"/><Relationship Id="rId55" Type="http://schemas.openxmlformats.org/officeDocument/2006/relationships/image" Target="../media/image197.png"/><Relationship Id="rId76" Type="http://schemas.openxmlformats.org/officeDocument/2006/relationships/customXml" Target="../ink/ink207.xml"/><Relationship Id="rId97" Type="http://schemas.openxmlformats.org/officeDocument/2006/relationships/image" Target="../media/image218.png"/><Relationship Id="rId104" Type="http://schemas.openxmlformats.org/officeDocument/2006/relationships/customXml" Target="../ink/ink221.xml"/><Relationship Id="rId120" Type="http://schemas.openxmlformats.org/officeDocument/2006/relationships/customXml" Target="../ink/ink229.xml"/><Relationship Id="rId125" Type="http://schemas.openxmlformats.org/officeDocument/2006/relationships/image" Target="../media/image232.png"/><Relationship Id="rId141" Type="http://schemas.openxmlformats.org/officeDocument/2006/relationships/image" Target="../media/image240.png"/><Relationship Id="rId146" Type="http://schemas.openxmlformats.org/officeDocument/2006/relationships/customXml" Target="../ink/ink242.xml"/><Relationship Id="rId7" Type="http://schemas.openxmlformats.org/officeDocument/2006/relationships/image" Target="../media/image173.png"/><Relationship Id="rId71" Type="http://schemas.openxmlformats.org/officeDocument/2006/relationships/image" Target="../media/image205.png"/><Relationship Id="rId92" Type="http://schemas.openxmlformats.org/officeDocument/2006/relationships/customXml" Target="../ink/ink215.xml"/><Relationship Id="rId162" Type="http://schemas.openxmlformats.org/officeDocument/2006/relationships/customXml" Target="../ink/ink250.xml"/><Relationship Id="rId2" Type="http://schemas.openxmlformats.org/officeDocument/2006/relationships/customXml" Target="../ink/ink170.xml"/><Relationship Id="rId29" Type="http://schemas.openxmlformats.org/officeDocument/2006/relationships/image" Target="../media/image184.png"/><Relationship Id="rId24" Type="http://schemas.openxmlformats.org/officeDocument/2006/relationships/customXml" Target="../ink/ink181.xml"/><Relationship Id="rId40" Type="http://schemas.openxmlformats.org/officeDocument/2006/relationships/customXml" Target="../ink/ink189.xml"/><Relationship Id="rId45" Type="http://schemas.openxmlformats.org/officeDocument/2006/relationships/image" Target="../media/image192.png"/><Relationship Id="rId66" Type="http://schemas.openxmlformats.org/officeDocument/2006/relationships/customXml" Target="../ink/ink202.xml"/><Relationship Id="rId87" Type="http://schemas.openxmlformats.org/officeDocument/2006/relationships/image" Target="../media/image213.png"/><Relationship Id="rId110" Type="http://schemas.openxmlformats.org/officeDocument/2006/relationships/customXml" Target="../ink/ink224.xml"/><Relationship Id="rId115" Type="http://schemas.openxmlformats.org/officeDocument/2006/relationships/image" Target="../media/image227.png"/><Relationship Id="rId131" Type="http://schemas.openxmlformats.org/officeDocument/2006/relationships/image" Target="../media/image235.png"/><Relationship Id="rId136" Type="http://schemas.openxmlformats.org/officeDocument/2006/relationships/customXml" Target="../ink/ink237.xml"/><Relationship Id="rId157" Type="http://schemas.openxmlformats.org/officeDocument/2006/relationships/image" Target="../media/image248.png"/><Relationship Id="rId61" Type="http://schemas.openxmlformats.org/officeDocument/2006/relationships/image" Target="../media/image200.png"/><Relationship Id="rId82" Type="http://schemas.openxmlformats.org/officeDocument/2006/relationships/customXml" Target="../ink/ink210.xml"/><Relationship Id="rId152" Type="http://schemas.openxmlformats.org/officeDocument/2006/relationships/customXml" Target="../ink/ink245.xml"/><Relationship Id="rId19" Type="http://schemas.openxmlformats.org/officeDocument/2006/relationships/image" Target="../media/image179.png"/><Relationship Id="rId14" Type="http://schemas.openxmlformats.org/officeDocument/2006/relationships/customXml" Target="../ink/ink176.xml"/><Relationship Id="rId30" Type="http://schemas.openxmlformats.org/officeDocument/2006/relationships/customXml" Target="../ink/ink184.xml"/><Relationship Id="rId35" Type="http://schemas.openxmlformats.org/officeDocument/2006/relationships/image" Target="../media/image187.png"/><Relationship Id="rId56" Type="http://schemas.openxmlformats.org/officeDocument/2006/relationships/customXml" Target="../ink/ink197.xml"/><Relationship Id="rId77" Type="http://schemas.openxmlformats.org/officeDocument/2006/relationships/image" Target="../media/image208.png"/><Relationship Id="rId100" Type="http://schemas.openxmlformats.org/officeDocument/2006/relationships/customXml" Target="../ink/ink219.xml"/><Relationship Id="rId105" Type="http://schemas.openxmlformats.org/officeDocument/2006/relationships/image" Target="../media/image222.png"/><Relationship Id="rId126" Type="http://schemas.openxmlformats.org/officeDocument/2006/relationships/customXml" Target="../ink/ink232.xml"/><Relationship Id="rId147" Type="http://schemas.openxmlformats.org/officeDocument/2006/relationships/image" Target="../media/image243.png"/><Relationship Id="rId8" Type="http://schemas.openxmlformats.org/officeDocument/2006/relationships/customXml" Target="../ink/ink173.xml"/><Relationship Id="rId51" Type="http://schemas.openxmlformats.org/officeDocument/2006/relationships/image" Target="../media/image195.png"/><Relationship Id="rId72" Type="http://schemas.openxmlformats.org/officeDocument/2006/relationships/customXml" Target="../ink/ink205.xml"/><Relationship Id="rId93" Type="http://schemas.openxmlformats.org/officeDocument/2006/relationships/image" Target="../media/image216.png"/><Relationship Id="rId98" Type="http://schemas.openxmlformats.org/officeDocument/2006/relationships/customXml" Target="../ink/ink218.xml"/><Relationship Id="rId121" Type="http://schemas.openxmlformats.org/officeDocument/2006/relationships/image" Target="../media/image230.png"/><Relationship Id="rId142" Type="http://schemas.openxmlformats.org/officeDocument/2006/relationships/customXml" Target="../ink/ink240.xml"/><Relationship Id="rId163" Type="http://schemas.openxmlformats.org/officeDocument/2006/relationships/image" Target="../media/image251.png"/><Relationship Id="rId3" Type="http://schemas.openxmlformats.org/officeDocument/2006/relationships/image" Target="../media/image171.png"/><Relationship Id="rId25" Type="http://schemas.openxmlformats.org/officeDocument/2006/relationships/image" Target="../media/image182.png"/><Relationship Id="rId46" Type="http://schemas.openxmlformats.org/officeDocument/2006/relationships/customXml" Target="../ink/ink192.xml"/><Relationship Id="rId67" Type="http://schemas.openxmlformats.org/officeDocument/2006/relationships/image" Target="../media/image203.png"/><Relationship Id="rId116" Type="http://schemas.openxmlformats.org/officeDocument/2006/relationships/customXml" Target="../ink/ink227.xml"/><Relationship Id="rId137" Type="http://schemas.openxmlformats.org/officeDocument/2006/relationships/image" Target="../media/image238.png"/><Relationship Id="rId158" Type="http://schemas.openxmlformats.org/officeDocument/2006/relationships/customXml" Target="../ink/ink248.xml"/><Relationship Id="rId20" Type="http://schemas.openxmlformats.org/officeDocument/2006/relationships/customXml" Target="../ink/ink179.xml"/><Relationship Id="rId41" Type="http://schemas.openxmlformats.org/officeDocument/2006/relationships/image" Target="../media/image190.png"/><Relationship Id="rId62" Type="http://schemas.openxmlformats.org/officeDocument/2006/relationships/customXml" Target="../ink/ink200.xml"/><Relationship Id="rId83" Type="http://schemas.openxmlformats.org/officeDocument/2006/relationships/image" Target="../media/image211.png"/><Relationship Id="rId88" Type="http://schemas.openxmlformats.org/officeDocument/2006/relationships/customXml" Target="../ink/ink213.xml"/><Relationship Id="rId111" Type="http://schemas.openxmlformats.org/officeDocument/2006/relationships/image" Target="../media/image225.png"/><Relationship Id="rId132" Type="http://schemas.openxmlformats.org/officeDocument/2006/relationships/customXml" Target="../ink/ink235.xml"/><Relationship Id="rId153" Type="http://schemas.openxmlformats.org/officeDocument/2006/relationships/image" Target="../media/image246.png"/><Relationship Id="rId15" Type="http://schemas.openxmlformats.org/officeDocument/2006/relationships/image" Target="../media/image177.png"/><Relationship Id="rId36" Type="http://schemas.openxmlformats.org/officeDocument/2006/relationships/customXml" Target="../ink/ink187.xml"/><Relationship Id="rId57" Type="http://schemas.openxmlformats.org/officeDocument/2006/relationships/image" Target="../media/image198.png"/><Relationship Id="rId106" Type="http://schemas.openxmlformats.org/officeDocument/2006/relationships/customXml" Target="../ink/ink222.xml"/><Relationship Id="rId127" Type="http://schemas.openxmlformats.org/officeDocument/2006/relationships/image" Target="../media/image233.png"/><Relationship Id="rId10" Type="http://schemas.openxmlformats.org/officeDocument/2006/relationships/customXml" Target="../ink/ink174.xml"/><Relationship Id="rId31" Type="http://schemas.openxmlformats.org/officeDocument/2006/relationships/image" Target="../media/image185.png"/><Relationship Id="rId52" Type="http://schemas.openxmlformats.org/officeDocument/2006/relationships/customXml" Target="../ink/ink195.xml"/><Relationship Id="rId73" Type="http://schemas.openxmlformats.org/officeDocument/2006/relationships/image" Target="../media/image206.png"/><Relationship Id="rId78" Type="http://schemas.openxmlformats.org/officeDocument/2006/relationships/customXml" Target="../ink/ink208.xml"/><Relationship Id="rId94" Type="http://schemas.openxmlformats.org/officeDocument/2006/relationships/customXml" Target="../ink/ink216.xml"/><Relationship Id="rId99" Type="http://schemas.openxmlformats.org/officeDocument/2006/relationships/image" Target="../media/image219.png"/><Relationship Id="rId101" Type="http://schemas.openxmlformats.org/officeDocument/2006/relationships/image" Target="../media/image220.png"/><Relationship Id="rId122" Type="http://schemas.openxmlformats.org/officeDocument/2006/relationships/customXml" Target="../ink/ink230.xml"/><Relationship Id="rId143" Type="http://schemas.openxmlformats.org/officeDocument/2006/relationships/image" Target="../media/image241.png"/><Relationship Id="rId148" Type="http://schemas.openxmlformats.org/officeDocument/2006/relationships/customXml" Target="../ink/ink243.xml"/><Relationship Id="rId164" Type="http://schemas.openxmlformats.org/officeDocument/2006/relationships/customXml" Target="../ink/ink251.xml"/><Relationship Id="rId4" Type="http://schemas.openxmlformats.org/officeDocument/2006/relationships/customXml" Target="../ink/ink171.xml"/><Relationship Id="rId9" Type="http://schemas.openxmlformats.org/officeDocument/2006/relationships/image" Target="../media/image174.png"/><Relationship Id="rId26" Type="http://schemas.openxmlformats.org/officeDocument/2006/relationships/customXml" Target="../ink/ink182.xml"/><Relationship Id="rId47" Type="http://schemas.openxmlformats.org/officeDocument/2006/relationships/image" Target="../media/image193.png"/><Relationship Id="rId68" Type="http://schemas.openxmlformats.org/officeDocument/2006/relationships/customXml" Target="../ink/ink203.xml"/><Relationship Id="rId89" Type="http://schemas.openxmlformats.org/officeDocument/2006/relationships/image" Target="../media/image214.png"/><Relationship Id="rId112" Type="http://schemas.openxmlformats.org/officeDocument/2006/relationships/customXml" Target="../ink/ink225.xml"/><Relationship Id="rId133" Type="http://schemas.openxmlformats.org/officeDocument/2006/relationships/image" Target="../media/image236.png"/><Relationship Id="rId154" Type="http://schemas.openxmlformats.org/officeDocument/2006/relationships/customXml" Target="../ink/ink246.xml"/><Relationship Id="rId16" Type="http://schemas.openxmlformats.org/officeDocument/2006/relationships/customXml" Target="../ink/ink177.xml"/><Relationship Id="rId37" Type="http://schemas.openxmlformats.org/officeDocument/2006/relationships/image" Target="../media/image188.png"/><Relationship Id="rId58" Type="http://schemas.openxmlformats.org/officeDocument/2006/relationships/customXml" Target="../ink/ink198.xml"/><Relationship Id="rId79" Type="http://schemas.openxmlformats.org/officeDocument/2006/relationships/image" Target="../media/image209.png"/><Relationship Id="rId102" Type="http://schemas.openxmlformats.org/officeDocument/2006/relationships/customXml" Target="../ink/ink220.xml"/><Relationship Id="rId123" Type="http://schemas.openxmlformats.org/officeDocument/2006/relationships/image" Target="../media/image231.png"/><Relationship Id="rId144" Type="http://schemas.openxmlformats.org/officeDocument/2006/relationships/customXml" Target="../ink/ink241.xml"/><Relationship Id="rId90" Type="http://schemas.openxmlformats.org/officeDocument/2006/relationships/customXml" Target="../ink/ink214.xml"/><Relationship Id="rId165" Type="http://schemas.openxmlformats.org/officeDocument/2006/relationships/image" Target="../media/image252.png"/><Relationship Id="rId27" Type="http://schemas.openxmlformats.org/officeDocument/2006/relationships/image" Target="../media/image183.png"/><Relationship Id="rId48" Type="http://schemas.openxmlformats.org/officeDocument/2006/relationships/customXml" Target="../ink/ink193.xml"/><Relationship Id="rId69" Type="http://schemas.openxmlformats.org/officeDocument/2006/relationships/image" Target="../media/image204.png"/><Relationship Id="rId113" Type="http://schemas.openxmlformats.org/officeDocument/2006/relationships/image" Target="../media/image226.png"/><Relationship Id="rId134" Type="http://schemas.openxmlformats.org/officeDocument/2006/relationships/customXml" Target="../ink/ink236.xml"/><Relationship Id="rId80" Type="http://schemas.openxmlformats.org/officeDocument/2006/relationships/customXml" Target="../ink/ink209.xml"/><Relationship Id="rId155" Type="http://schemas.openxmlformats.org/officeDocument/2006/relationships/image" Target="../media/image247.png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06.png"/><Relationship Id="rId21" Type="http://schemas.openxmlformats.org/officeDocument/2006/relationships/image" Target="../media/image258.png"/><Relationship Id="rId42" Type="http://schemas.openxmlformats.org/officeDocument/2006/relationships/customXml" Target="../ink/ink271.xml"/><Relationship Id="rId63" Type="http://schemas.openxmlformats.org/officeDocument/2006/relationships/image" Target="../media/image279.png"/><Relationship Id="rId84" Type="http://schemas.openxmlformats.org/officeDocument/2006/relationships/customXml" Target="../ink/ink292.xml"/><Relationship Id="rId138" Type="http://schemas.openxmlformats.org/officeDocument/2006/relationships/customXml" Target="../ink/ink319.xml"/><Relationship Id="rId159" Type="http://schemas.openxmlformats.org/officeDocument/2006/relationships/image" Target="../media/image327.png"/><Relationship Id="rId170" Type="http://schemas.openxmlformats.org/officeDocument/2006/relationships/customXml" Target="../ink/ink335.xml"/><Relationship Id="rId107" Type="http://schemas.openxmlformats.org/officeDocument/2006/relationships/image" Target="../media/image301.png"/><Relationship Id="rId11" Type="http://schemas.openxmlformats.org/officeDocument/2006/relationships/image" Target="../media/image6910.png"/><Relationship Id="rId32" Type="http://schemas.openxmlformats.org/officeDocument/2006/relationships/customXml" Target="../ink/ink266.xml"/><Relationship Id="rId53" Type="http://schemas.openxmlformats.org/officeDocument/2006/relationships/image" Target="../media/image274.png"/><Relationship Id="rId74" Type="http://schemas.openxmlformats.org/officeDocument/2006/relationships/customXml" Target="../ink/ink287.xml"/><Relationship Id="rId128" Type="http://schemas.openxmlformats.org/officeDocument/2006/relationships/customXml" Target="../ink/ink314.xml"/><Relationship Id="rId149" Type="http://schemas.openxmlformats.org/officeDocument/2006/relationships/image" Target="../media/image322.png"/><Relationship Id="rId5" Type="http://schemas.openxmlformats.org/officeDocument/2006/relationships/image" Target="../media/image6610.png"/><Relationship Id="rId95" Type="http://schemas.openxmlformats.org/officeDocument/2006/relationships/image" Target="../media/image295.png"/><Relationship Id="rId160" Type="http://schemas.openxmlformats.org/officeDocument/2006/relationships/customXml" Target="../ink/ink330.xml"/><Relationship Id="rId181" Type="http://schemas.openxmlformats.org/officeDocument/2006/relationships/image" Target="../media/image338.png"/><Relationship Id="rId22" Type="http://schemas.openxmlformats.org/officeDocument/2006/relationships/customXml" Target="../ink/ink261.xml"/><Relationship Id="rId43" Type="http://schemas.openxmlformats.org/officeDocument/2006/relationships/image" Target="../media/image269.png"/><Relationship Id="rId64" Type="http://schemas.openxmlformats.org/officeDocument/2006/relationships/customXml" Target="../ink/ink282.xml"/><Relationship Id="rId118" Type="http://schemas.openxmlformats.org/officeDocument/2006/relationships/customXml" Target="../ink/ink309.xml"/><Relationship Id="rId139" Type="http://schemas.openxmlformats.org/officeDocument/2006/relationships/image" Target="../media/image317.png"/><Relationship Id="rId85" Type="http://schemas.openxmlformats.org/officeDocument/2006/relationships/image" Target="../media/image290.png"/><Relationship Id="rId150" Type="http://schemas.openxmlformats.org/officeDocument/2006/relationships/customXml" Target="../ink/ink325.xml"/><Relationship Id="rId171" Type="http://schemas.openxmlformats.org/officeDocument/2006/relationships/image" Target="../media/image333.png"/><Relationship Id="rId12" Type="http://schemas.openxmlformats.org/officeDocument/2006/relationships/customXml" Target="../ink/ink256.xml"/><Relationship Id="rId33" Type="http://schemas.openxmlformats.org/officeDocument/2006/relationships/image" Target="../media/image264.png"/><Relationship Id="rId108" Type="http://schemas.openxmlformats.org/officeDocument/2006/relationships/customXml" Target="../ink/ink304.xml"/><Relationship Id="rId129" Type="http://schemas.openxmlformats.org/officeDocument/2006/relationships/image" Target="../media/image312.png"/><Relationship Id="rId54" Type="http://schemas.openxmlformats.org/officeDocument/2006/relationships/customXml" Target="../ink/ink277.xml"/><Relationship Id="rId75" Type="http://schemas.openxmlformats.org/officeDocument/2006/relationships/image" Target="../media/image285.png"/><Relationship Id="rId96" Type="http://schemas.openxmlformats.org/officeDocument/2006/relationships/customXml" Target="../ink/ink298.xml"/><Relationship Id="rId140" Type="http://schemas.openxmlformats.org/officeDocument/2006/relationships/customXml" Target="../ink/ink320.xml"/><Relationship Id="rId161" Type="http://schemas.openxmlformats.org/officeDocument/2006/relationships/image" Target="../media/image328.png"/><Relationship Id="rId182" Type="http://schemas.openxmlformats.org/officeDocument/2006/relationships/customXml" Target="../ink/ink341.xml"/><Relationship Id="rId6" Type="http://schemas.openxmlformats.org/officeDocument/2006/relationships/customXml" Target="../ink/ink253.xml"/><Relationship Id="rId23" Type="http://schemas.openxmlformats.org/officeDocument/2006/relationships/image" Target="../media/image259.png"/><Relationship Id="rId119" Type="http://schemas.openxmlformats.org/officeDocument/2006/relationships/image" Target="../media/image307.png"/><Relationship Id="rId44" Type="http://schemas.openxmlformats.org/officeDocument/2006/relationships/customXml" Target="../ink/ink272.xml"/><Relationship Id="rId65" Type="http://schemas.openxmlformats.org/officeDocument/2006/relationships/image" Target="../media/image280.png"/><Relationship Id="rId86" Type="http://schemas.openxmlformats.org/officeDocument/2006/relationships/customXml" Target="../ink/ink293.xml"/><Relationship Id="rId130" Type="http://schemas.openxmlformats.org/officeDocument/2006/relationships/customXml" Target="../ink/ink315.xml"/><Relationship Id="rId151" Type="http://schemas.openxmlformats.org/officeDocument/2006/relationships/image" Target="../media/image323.png"/><Relationship Id="rId172" Type="http://schemas.openxmlformats.org/officeDocument/2006/relationships/customXml" Target="../ink/ink336.xml"/><Relationship Id="rId13" Type="http://schemas.openxmlformats.org/officeDocument/2006/relationships/image" Target="../media/image7010.png"/><Relationship Id="rId18" Type="http://schemas.openxmlformats.org/officeDocument/2006/relationships/customXml" Target="../ink/ink259.xml"/><Relationship Id="rId39" Type="http://schemas.openxmlformats.org/officeDocument/2006/relationships/image" Target="../media/image267.png"/><Relationship Id="rId109" Type="http://schemas.openxmlformats.org/officeDocument/2006/relationships/image" Target="../media/image302.png"/><Relationship Id="rId34" Type="http://schemas.openxmlformats.org/officeDocument/2006/relationships/customXml" Target="../ink/ink267.xml"/><Relationship Id="rId50" Type="http://schemas.openxmlformats.org/officeDocument/2006/relationships/customXml" Target="../ink/ink275.xml"/><Relationship Id="rId55" Type="http://schemas.openxmlformats.org/officeDocument/2006/relationships/image" Target="../media/image275.png"/><Relationship Id="rId76" Type="http://schemas.openxmlformats.org/officeDocument/2006/relationships/customXml" Target="../ink/ink288.xml"/><Relationship Id="rId97" Type="http://schemas.openxmlformats.org/officeDocument/2006/relationships/image" Target="../media/image296.png"/><Relationship Id="rId104" Type="http://schemas.openxmlformats.org/officeDocument/2006/relationships/customXml" Target="../ink/ink302.xml"/><Relationship Id="rId120" Type="http://schemas.openxmlformats.org/officeDocument/2006/relationships/customXml" Target="../ink/ink310.xml"/><Relationship Id="rId125" Type="http://schemas.openxmlformats.org/officeDocument/2006/relationships/image" Target="../media/image310.png"/><Relationship Id="rId141" Type="http://schemas.openxmlformats.org/officeDocument/2006/relationships/image" Target="../media/image318.png"/><Relationship Id="rId146" Type="http://schemas.openxmlformats.org/officeDocument/2006/relationships/customXml" Target="../ink/ink323.xml"/><Relationship Id="rId167" Type="http://schemas.openxmlformats.org/officeDocument/2006/relationships/image" Target="../media/image331.png"/><Relationship Id="rId7" Type="http://schemas.openxmlformats.org/officeDocument/2006/relationships/image" Target="../media/image6710.png"/><Relationship Id="rId71" Type="http://schemas.openxmlformats.org/officeDocument/2006/relationships/image" Target="../media/image283.png"/><Relationship Id="rId92" Type="http://schemas.openxmlformats.org/officeDocument/2006/relationships/customXml" Target="../ink/ink296.xml"/><Relationship Id="rId162" Type="http://schemas.openxmlformats.org/officeDocument/2006/relationships/customXml" Target="../ink/ink331.xml"/><Relationship Id="rId183" Type="http://schemas.openxmlformats.org/officeDocument/2006/relationships/image" Target="../media/image339.png"/><Relationship Id="rId2" Type="http://schemas.openxmlformats.org/officeDocument/2006/relationships/image" Target="../media/image253.png"/><Relationship Id="rId29" Type="http://schemas.openxmlformats.org/officeDocument/2006/relationships/image" Target="../media/image262.png"/><Relationship Id="rId24" Type="http://schemas.openxmlformats.org/officeDocument/2006/relationships/customXml" Target="../ink/ink262.xml"/><Relationship Id="rId40" Type="http://schemas.openxmlformats.org/officeDocument/2006/relationships/customXml" Target="../ink/ink270.xml"/><Relationship Id="rId45" Type="http://schemas.openxmlformats.org/officeDocument/2006/relationships/image" Target="../media/image270.png"/><Relationship Id="rId66" Type="http://schemas.openxmlformats.org/officeDocument/2006/relationships/customXml" Target="../ink/ink283.xml"/><Relationship Id="rId87" Type="http://schemas.openxmlformats.org/officeDocument/2006/relationships/image" Target="../media/image291.png"/><Relationship Id="rId110" Type="http://schemas.openxmlformats.org/officeDocument/2006/relationships/customXml" Target="../ink/ink305.xml"/><Relationship Id="rId115" Type="http://schemas.openxmlformats.org/officeDocument/2006/relationships/image" Target="../media/image305.png"/><Relationship Id="rId131" Type="http://schemas.openxmlformats.org/officeDocument/2006/relationships/image" Target="../media/image313.png"/><Relationship Id="rId136" Type="http://schemas.openxmlformats.org/officeDocument/2006/relationships/customXml" Target="../ink/ink318.xml"/><Relationship Id="rId157" Type="http://schemas.openxmlformats.org/officeDocument/2006/relationships/image" Target="../media/image326.png"/><Relationship Id="rId178" Type="http://schemas.openxmlformats.org/officeDocument/2006/relationships/customXml" Target="../ink/ink339.xml"/><Relationship Id="rId61" Type="http://schemas.openxmlformats.org/officeDocument/2006/relationships/image" Target="../media/image278.png"/><Relationship Id="rId82" Type="http://schemas.openxmlformats.org/officeDocument/2006/relationships/customXml" Target="../ink/ink291.xml"/><Relationship Id="rId152" Type="http://schemas.openxmlformats.org/officeDocument/2006/relationships/customXml" Target="../ink/ink326.xml"/><Relationship Id="rId173" Type="http://schemas.openxmlformats.org/officeDocument/2006/relationships/image" Target="../media/image334.png"/><Relationship Id="rId19" Type="http://schemas.openxmlformats.org/officeDocument/2006/relationships/image" Target="../media/image257.png"/><Relationship Id="rId14" Type="http://schemas.openxmlformats.org/officeDocument/2006/relationships/customXml" Target="../ink/ink257.xml"/><Relationship Id="rId30" Type="http://schemas.openxmlformats.org/officeDocument/2006/relationships/customXml" Target="../ink/ink265.xml"/><Relationship Id="rId35" Type="http://schemas.openxmlformats.org/officeDocument/2006/relationships/image" Target="../media/image265.png"/><Relationship Id="rId56" Type="http://schemas.openxmlformats.org/officeDocument/2006/relationships/customXml" Target="../ink/ink278.xml"/><Relationship Id="rId77" Type="http://schemas.openxmlformats.org/officeDocument/2006/relationships/image" Target="../media/image286.png"/><Relationship Id="rId100" Type="http://schemas.openxmlformats.org/officeDocument/2006/relationships/customXml" Target="../ink/ink300.xml"/><Relationship Id="rId105" Type="http://schemas.openxmlformats.org/officeDocument/2006/relationships/image" Target="../media/image300.png"/><Relationship Id="rId126" Type="http://schemas.openxmlformats.org/officeDocument/2006/relationships/customXml" Target="../ink/ink313.xml"/><Relationship Id="rId147" Type="http://schemas.openxmlformats.org/officeDocument/2006/relationships/image" Target="../media/image321.png"/><Relationship Id="rId168" Type="http://schemas.openxmlformats.org/officeDocument/2006/relationships/customXml" Target="../ink/ink334.xml"/><Relationship Id="rId8" Type="http://schemas.openxmlformats.org/officeDocument/2006/relationships/customXml" Target="../ink/ink254.xml"/><Relationship Id="rId51" Type="http://schemas.openxmlformats.org/officeDocument/2006/relationships/image" Target="../media/image273.png"/><Relationship Id="rId72" Type="http://schemas.openxmlformats.org/officeDocument/2006/relationships/customXml" Target="../ink/ink286.xml"/><Relationship Id="rId93" Type="http://schemas.openxmlformats.org/officeDocument/2006/relationships/image" Target="../media/image294.png"/><Relationship Id="rId98" Type="http://schemas.openxmlformats.org/officeDocument/2006/relationships/customXml" Target="../ink/ink299.xml"/><Relationship Id="rId121" Type="http://schemas.openxmlformats.org/officeDocument/2006/relationships/image" Target="../media/image308.png"/><Relationship Id="rId142" Type="http://schemas.openxmlformats.org/officeDocument/2006/relationships/customXml" Target="../ink/ink321.xml"/><Relationship Id="rId163" Type="http://schemas.openxmlformats.org/officeDocument/2006/relationships/image" Target="../media/image329.png"/><Relationship Id="rId184" Type="http://schemas.openxmlformats.org/officeDocument/2006/relationships/customXml" Target="../ink/ink342.xml"/><Relationship Id="rId3" Type="http://schemas.openxmlformats.org/officeDocument/2006/relationships/image" Target="../media/image254.png"/><Relationship Id="rId25" Type="http://schemas.openxmlformats.org/officeDocument/2006/relationships/image" Target="../media/image260.png"/><Relationship Id="rId46" Type="http://schemas.openxmlformats.org/officeDocument/2006/relationships/customXml" Target="../ink/ink273.xml"/><Relationship Id="rId67" Type="http://schemas.openxmlformats.org/officeDocument/2006/relationships/image" Target="../media/image281.png"/><Relationship Id="rId116" Type="http://schemas.openxmlformats.org/officeDocument/2006/relationships/customXml" Target="../ink/ink308.xml"/><Relationship Id="rId137" Type="http://schemas.openxmlformats.org/officeDocument/2006/relationships/image" Target="../media/image316.png"/><Relationship Id="rId158" Type="http://schemas.openxmlformats.org/officeDocument/2006/relationships/customXml" Target="../ink/ink329.xml"/><Relationship Id="rId20" Type="http://schemas.openxmlformats.org/officeDocument/2006/relationships/customXml" Target="../ink/ink260.xml"/><Relationship Id="rId41" Type="http://schemas.openxmlformats.org/officeDocument/2006/relationships/image" Target="../media/image268.png"/><Relationship Id="rId62" Type="http://schemas.openxmlformats.org/officeDocument/2006/relationships/customXml" Target="../ink/ink281.xml"/><Relationship Id="rId83" Type="http://schemas.openxmlformats.org/officeDocument/2006/relationships/image" Target="../media/image289.png"/><Relationship Id="rId88" Type="http://schemas.openxmlformats.org/officeDocument/2006/relationships/customXml" Target="../ink/ink294.xml"/><Relationship Id="rId111" Type="http://schemas.openxmlformats.org/officeDocument/2006/relationships/image" Target="../media/image303.png"/><Relationship Id="rId132" Type="http://schemas.openxmlformats.org/officeDocument/2006/relationships/customXml" Target="../ink/ink316.xml"/><Relationship Id="rId153" Type="http://schemas.openxmlformats.org/officeDocument/2006/relationships/image" Target="../media/image324.png"/><Relationship Id="rId174" Type="http://schemas.openxmlformats.org/officeDocument/2006/relationships/customXml" Target="../ink/ink337.xml"/><Relationship Id="rId179" Type="http://schemas.openxmlformats.org/officeDocument/2006/relationships/image" Target="../media/image337.png"/><Relationship Id="rId15" Type="http://schemas.openxmlformats.org/officeDocument/2006/relationships/image" Target="../media/image255.png"/><Relationship Id="rId36" Type="http://schemas.openxmlformats.org/officeDocument/2006/relationships/customXml" Target="../ink/ink268.xml"/><Relationship Id="rId57" Type="http://schemas.openxmlformats.org/officeDocument/2006/relationships/image" Target="../media/image276.png"/><Relationship Id="rId106" Type="http://schemas.openxmlformats.org/officeDocument/2006/relationships/customXml" Target="../ink/ink303.xml"/><Relationship Id="rId127" Type="http://schemas.openxmlformats.org/officeDocument/2006/relationships/image" Target="../media/image311.png"/><Relationship Id="rId10" Type="http://schemas.openxmlformats.org/officeDocument/2006/relationships/customXml" Target="../ink/ink255.xml"/><Relationship Id="rId31" Type="http://schemas.openxmlformats.org/officeDocument/2006/relationships/image" Target="../media/image263.png"/><Relationship Id="rId52" Type="http://schemas.openxmlformats.org/officeDocument/2006/relationships/customXml" Target="../ink/ink276.xml"/><Relationship Id="rId73" Type="http://schemas.openxmlformats.org/officeDocument/2006/relationships/image" Target="../media/image284.png"/><Relationship Id="rId78" Type="http://schemas.openxmlformats.org/officeDocument/2006/relationships/customXml" Target="../ink/ink289.xml"/><Relationship Id="rId94" Type="http://schemas.openxmlformats.org/officeDocument/2006/relationships/customXml" Target="../ink/ink297.xml"/><Relationship Id="rId99" Type="http://schemas.openxmlformats.org/officeDocument/2006/relationships/image" Target="../media/image297.png"/><Relationship Id="rId101" Type="http://schemas.openxmlformats.org/officeDocument/2006/relationships/image" Target="../media/image298.png"/><Relationship Id="rId122" Type="http://schemas.openxmlformats.org/officeDocument/2006/relationships/customXml" Target="../ink/ink311.xml"/><Relationship Id="rId143" Type="http://schemas.openxmlformats.org/officeDocument/2006/relationships/image" Target="../media/image319.png"/><Relationship Id="rId148" Type="http://schemas.openxmlformats.org/officeDocument/2006/relationships/customXml" Target="../ink/ink324.xml"/><Relationship Id="rId164" Type="http://schemas.openxmlformats.org/officeDocument/2006/relationships/customXml" Target="../ink/ink332.xml"/><Relationship Id="rId169" Type="http://schemas.openxmlformats.org/officeDocument/2006/relationships/image" Target="../media/image332.png"/><Relationship Id="rId185" Type="http://schemas.openxmlformats.org/officeDocument/2006/relationships/image" Target="../media/image340.png"/><Relationship Id="rId4" Type="http://schemas.openxmlformats.org/officeDocument/2006/relationships/customXml" Target="../ink/ink252.xml"/><Relationship Id="rId9" Type="http://schemas.openxmlformats.org/officeDocument/2006/relationships/image" Target="../media/image6810.png"/><Relationship Id="rId180" Type="http://schemas.openxmlformats.org/officeDocument/2006/relationships/customXml" Target="../ink/ink340.xml"/><Relationship Id="rId26" Type="http://schemas.openxmlformats.org/officeDocument/2006/relationships/customXml" Target="../ink/ink263.xml"/><Relationship Id="rId47" Type="http://schemas.openxmlformats.org/officeDocument/2006/relationships/image" Target="../media/image271.png"/><Relationship Id="rId68" Type="http://schemas.openxmlformats.org/officeDocument/2006/relationships/customXml" Target="../ink/ink284.xml"/><Relationship Id="rId89" Type="http://schemas.openxmlformats.org/officeDocument/2006/relationships/image" Target="../media/image292.png"/><Relationship Id="rId112" Type="http://schemas.openxmlformats.org/officeDocument/2006/relationships/customXml" Target="../ink/ink306.xml"/><Relationship Id="rId133" Type="http://schemas.openxmlformats.org/officeDocument/2006/relationships/image" Target="../media/image314.png"/><Relationship Id="rId154" Type="http://schemas.openxmlformats.org/officeDocument/2006/relationships/customXml" Target="../ink/ink327.xml"/><Relationship Id="rId175" Type="http://schemas.openxmlformats.org/officeDocument/2006/relationships/image" Target="../media/image335.png"/><Relationship Id="rId16" Type="http://schemas.openxmlformats.org/officeDocument/2006/relationships/customXml" Target="../ink/ink258.xml"/><Relationship Id="rId37" Type="http://schemas.openxmlformats.org/officeDocument/2006/relationships/image" Target="../media/image266.png"/><Relationship Id="rId58" Type="http://schemas.openxmlformats.org/officeDocument/2006/relationships/customXml" Target="../ink/ink279.xml"/><Relationship Id="rId79" Type="http://schemas.openxmlformats.org/officeDocument/2006/relationships/image" Target="../media/image287.png"/><Relationship Id="rId102" Type="http://schemas.openxmlformats.org/officeDocument/2006/relationships/customXml" Target="../ink/ink301.xml"/><Relationship Id="rId123" Type="http://schemas.openxmlformats.org/officeDocument/2006/relationships/image" Target="../media/image309.png"/><Relationship Id="rId144" Type="http://schemas.openxmlformats.org/officeDocument/2006/relationships/customXml" Target="../ink/ink322.xml"/><Relationship Id="rId90" Type="http://schemas.openxmlformats.org/officeDocument/2006/relationships/customXml" Target="../ink/ink295.xml"/><Relationship Id="rId165" Type="http://schemas.openxmlformats.org/officeDocument/2006/relationships/image" Target="../media/image330.png"/><Relationship Id="rId186" Type="http://schemas.openxmlformats.org/officeDocument/2006/relationships/customXml" Target="../ink/ink343.xml"/><Relationship Id="rId27" Type="http://schemas.openxmlformats.org/officeDocument/2006/relationships/image" Target="../media/image261.png"/><Relationship Id="rId48" Type="http://schemas.openxmlformats.org/officeDocument/2006/relationships/customXml" Target="../ink/ink274.xml"/><Relationship Id="rId69" Type="http://schemas.openxmlformats.org/officeDocument/2006/relationships/image" Target="../media/image282.png"/><Relationship Id="rId113" Type="http://schemas.openxmlformats.org/officeDocument/2006/relationships/image" Target="../media/image304.png"/><Relationship Id="rId134" Type="http://schemas.openxmlformats.org/officeDocument/2006/relationships/customXml" Target="../ink/ink317.xml"/><Relationship Id="rId80" Type="http://schemas.openxmlformats.org/officeDocument/2006/relationships/customXml" Target="../ink/ink290.xml"/><Relationship Id="rId155" Type="http://schemas.openxmlformats.org/officeDocument/2006/relationships/image" Target="../media/image325.png"/><Relationship Id="rId176" Type="http://schemas.openxmlformats.org/officeDocument/2006/relationships/customXml" Target="../ink/ink338.xml"/><Relationship Id="rId17" Type="http://schemas.openxmlformats.org/officeDocument/2006/relationships/image" Target="../media/image256.png"/><Relationship Id="rId38" Type="http://schemas.openxmlformats.org/officeDocument/2006/relationships/customXml" Target="../ink/ink269.xml"/><Relationship Id="rId59" Type="http://schemas.openxmlformats.org/officeDocument/2006/relationships/image" Target="../media/image277.png"/><Relationship Id="rId103" Type="http://schemas.openxmlformats.org/officeDocument/2006/relationships/image" Target="../media/image299.png"/><Relationship Id="rId124" Type="http://schemas.openxmlformats.org/officeDocument/2006/relationships/customXml" Target="../ink/ink312.xml"/><Relationship Id="rId70" Type="http://schemas.openxmlformats.org/officeDocument/2006/relationships/customXml" Target="../ink/ink285.xml"/><Relationship Id="rId91" Type="http://schemas.openxmlformats.org/officeDocument/2006/relationships/image" Target="../media/image293.png"/><Relationship Id="rId145" Type="http://schemas.openxmlformats.org/officeDocument/2006/relationships/image" Target="../media/image320.png"/><Relationship Id="rId166" Type="http://schemas.openxmlformats.org/officeDocument/2006/relationships/customXml" Target="../ink/ink333.xml"/><Relationship Id="rId187" Type="http://schemas.openxmlformats.org/officeDocument/2006/relationships/image" Target="../media/image341.png"/><Relationship Id="rId1" Type="http://schemas.openxmlformats.org/officeDocument/2006/relationships/slideLayout" Target="../slideLayouts/slideLayout2.xml"/><Relationship Id="rId28" Type="http://schemas.openxmlformats.org/officeDocument/2006/relationships/customXml" Target="../ink/ink264.xml"/><Relationship Id="rId49" Type="http://schemas.openxmlformats.org/officeDocument/2006/relationships/image" Target="../media/image272.png"/><Relationship Id="rId114" Type="http://schemas.openxmlformats.org/officeDocument/2006/relationships/customXml" Target="../ink/ink307.xml"/><Relationship Id="rId60" Type="http://schemas.openxmlformats.org/officeDocument/2006/relationships/customXml" Target="../ink/ink280.xml"/><Relationship Id="rId81" Type="http://schemas.openxmlformats.org/officeDocument/2006/relationships/image" Target="../media/image288.png"/><Relationship Id="rId135" Type="http://schemas.openxmlformats.org/officeDocument/2006/relationships/image" Target="../media/image315.png"/><Relationship Id="rId156" Type="http://schemas.openxmlformats.org/officeDocument/2006/relationships/customXml" Target="../ink/ink328.xml"/><Relationship Id="rId177" Type="http://schemas.openxmlformats.org/officeDocument/2006/relationships/image" Target="../media/image336.png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2910.png"/><Relationship Id="rId21" Type="http://schemas.openxmlformats.org/officeDocument/2006/relationships/image" Target="../media/image8110.png"/><Relationship Id="rId42" Type="http://schemas.openxmlformats.org/officeDocument/2006/relationships/customXml" Target="../ink/ink363.xml"/><Relationship Id="rId47" Type="http://schemas.openxmlformats.org/officeDocument/2006/relationships/image" Target="../media/image9410.png"/><Relationship Id="rId63" Type="http://schemas.openxmlformats.org/officeDocument/2006/relationships/image" Target="../media/image10210.png"/><Relationship Id="rId68" Type="http://schemas.openxmlformats.org/officeDocument/2006/relationships/customXml" Target="../ink/ink376.xml"/><Relationship Id="rId84" Type="http://schemas.openxmlformats.org/officeDocument/2006/relationships/customXml" Target="../ink/ink384.xml"/><Relationship Id="rId89" Type="http://schemas.openxmlformats.org/officeDocument/2006/relationships/image" Target="../media/image11510.png"/><Relationship Id="rId112" Type="http://schemas.openxmlformats.org/officeDocument/2006/relationships/customXml" Target="../ink/ink398.xml"/><Relationship Id="rId16" Type="http://schemas.openxmlformats.org/officeDocument/2006/relationships/customXml" Target="../ink/ink350.xml"/><Relationship Id="rId107" Type="http://schemas.openxmlformats.org/officeDocument/2006/relationships/image" Target="../media/image12410.png"/><Relationship Id="rId11" Type="http://schemas.openxmlformats.org/officeDocument/2006/relationships/image" Target="../media/image7610.png"/><Relationship Id="rId32" Type="http://schemas.openxmlformats.org/officeDocument/2006/relationships/customXml" Target="../ink/ink358.xml"/><Relationship Id="rId37" Type="http://schemas.openxmlformats.org/officeDocument/2006/relationships/image" Target="../media/image8910.png"/><Relationship Id="rId53" Type="http://schemas.openxmlformats.org/officeDocument/2006/relationships/image" Target="../media/image9710.png"/><Relationship Id="rId58" Type="http://schemas.openxmlformats.org/officeDocument/2006/relationships/customXml" Target="../ink/ink371.xml"/><Relationship Id="rId74" Type="http://schemas.openxmlformats.org/officeDocument/2006/relationships/customXml" Target="../ink/ink379.xml"/><Relationship Id="rId79" Type="http://schemas.openxmlformats.org/officeDocument/2006/relationships/image" Target="../media/image11010.png"/><Relationship Id="rId102" Type="http://schemas.openxmlformats.org/officeDocument/2006/relationships/customXml" Target="../ink/ink393.xml"/><Relationship Id="rId123" Type="http://schemas.openxmlformats.org/officeDocument/2006/relationships/image" Target="../media/image13210.png"/><Relationship Id="rId128" Type="http://schemas.openxmlformats.org/officeDocument/2006/relationships/customXml" Target="../ink/ink406.xml"/><Relationship Id="rId5" Type="http://schemas.openxmlformats.org/officeDocument/2006/relationships/image" Target="../media/image7310.png"/><Relationship Id="rId90" Type="http://schemas.openxmlformats.org/officeDocument/2006/relationships/customXml" Target="../ink/ink387.xml"/><Relationship Id="rId95" Type="http://schemas.openxmlformats.org/officeDocument/2006/relationships/image" Target="../media/image11810.png"/><Relationship Id="rId22" Type="http://schemas.openxmlformats.org/officeDocument/2006/relationships/customXml" Target="../ink/ink353.xml"/><Relationship Id="rId27" Type="http://schemas.openxmlformats.org/officeDocument/2006/relationships/image" Target="../media/image8410.png"/><Relationship Id="rId43" Type="http://schemas.openxmlformats.org/officeDocument/2006/relationships/image" Target="../media/image9210.png"/><Relationship Id="rId48" Type="http://schemas.openxmlformats.org/officeDocument/2006/relationships/customXml" Target="../ink/ink366.xml"/><Relationship Id="rId64" Type="http://schemas.openxmlformats.org/officeDocument/2006/relationships/customXml" Target="../ink/ink374.xml"/><Relationship Id="rId69" Type="http://schemas.openxmlformats.org/officeDocument/2006/relationships/image" Target="../media/image10510.png"/><Relationship Id="rId113" Type="http://schemas.openxmlformats.org/officeDocument/2006/relationships/image" Target="../media/image12710.png"/><Relationship Id="rId118" Type="http://schemas.openxmlformats.org/officeDocument/2006/relationships/customXml" Target="../ink/ink401.xml"/><Relationship Id="rId80" Type="http://schemas.openxmlformats.org/officeDocument/2006/relationships/customXml" Target="../ink/ink382.xml"/><Relationship Id="rId85" Type="http://schemas.openxmlformats.org/officeDocument/2006/relationships/image" Target="../media/image11310.png"/><Relationship Id="rId12" Type="http://schemas.openxmlformats.org/officeDocument/2006/relationships/customXml" Target="../ink/ink348.xml"/><Relationship Id="rId17" Type="http://schemas.openxmlformats.org/officeDocument/2006/relationships/image" Target="../media/image7910.png"/><Relationship Id="rId33" Type="http://schemas.openxmlformats.org/officeDocument/2006/relationships/image" Target="../media/image8710.png"/><Relationship Id="rId38" Type="http://schemas.openxmlformats.org/officeDocument/2006/relationships/customXml" Target="../ink/ink361.xml"/><Relationship Id="rId59" Type="http://schemas.openxmlformats.org/officeDocument/2006/relationships/image" Target="../media/image10010.png"/><Relationship Id="rId103" Type="http://schemas.openxmlformats.org/officeDocument/2006/relationships/image" Target="../media/image12210.png"/><Relationship Id="rId108" Type="http://schemas.openxmlformats.org/officeDocument/2006/relationships/customXml" Target="../ink/ink396.xml"/><Relationship Id="rId124" Type="http://schemas.openxmlformats.org/officeDocument/2006/relationships/customXml" Target="../ink/ink404.xml"/><Relationship Id="rId129" Type="http://schemas.openxmlformats.org/officeDocument/2006/relationships/image" Target="../media/image13510.png"/><Relationship Id="rId54" Type="http://schemas.openxmlformats.org/officeDocument/2006/relationships/customXml" Target="../ink/ink369.xml"/><Relationship Id="rId70" Type="http://schemas.openxmlformats.org/officeDocument/2006/relationships/customXml" Target="../ink/ink377.xml"/><Relationship Id="rId75" Type="http://schemas.openxmlformats.org/officeDocument/2006/relationships/image" Target="../media/image10810.png"/><Relationship Id="rId91" Type="http://schemas.openxmlformats.org/officeDocument/2006/relationships/image" Target="../media/image11610.png"/><Relationship Id="rId96" Type="http://schemas.openxmlformats.org/officeDocument/2006/relationships/customXml" Target="../ink/ink390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45.xml"/><Relationship Id="rId23" Type="http://schemas.openxmlformats.org/officeDocument/2006/relationships/image" Target="../media/image8210.png"/><Relationship Id="rId28" Type="http://schemas.openxmlformats.org/officeDocument/2006/relationships/customXml" Target="../ink/ink356.xml"/><Relationship Id="rId49" Type="http://schemas.openxmlformats.org/officeDocument/2006/relationships/image" Target="../media/image9510.png"/><Relationship Id="rId114" Type="http://schemas.openxmlformats.org/officeDocument/2006/relationships/customXml" Target="../ink/ink399.xml"/><Relationship Id="rId119" Type="http://schemas.openxmlformats.org/officeDocument/2006/relationships/image" Target="../media/image13010.png"/><Relationship Id="rId44" Type="http://schemas.openxmlformats.org/officeDocument/2006/relationships/customXml" Target="../ink/ink364.xml"/><Relationship Id="rId60" Type="http://schemas.openxmlformats.org/officeDocument/2006/relationships/customXml" Target="../ink/ink372.xml"/><Relationship Id="rId65" Type="http://schemas.openxmlformats.org/officeDocument/2006/relationships/image" Target="../media/image10310.png"/><Relationship Id="rId81" Type="http://schemas.openxmlformats.org/officeDocument/2006/relationships/image" Target="../media/image11110.png"/><Relationship Id="rId86" Type="http://schemas.openxmlformats.org/officeDocument/2006/relationships/customXml" Target="../ink/ink385.xml"/><Relationship Id="rId130" Type="http://schemas.openxmlformats.org/officeDocument/2006/relationships/customXml" Target="../ink/ink407.xml"/><Relationship Id="rId13" Type="http://schemas.openxmlformats.org/officeDocument/2006/relationships/image" Target="../media/image7710.png"/><Relationship Id="rId18" Type="http://schemas.openxmlformats.org/officeDocument/2006/relationships/customXml" Target="../ink/ink351.xml"/><Relationship Id="rId39" Type="http://schemas.openxmlformats.org/officeDocument/2006/relationships/image" Target="../media/image9010.png"/><Relationship Id="rId109" Type="http://schemas.openxmlformats.org/officeDocument/2006/relationships/image" Target="../media/image12510.png"/><Relationship Id="rId34" Type="http://schemas.openxmlformats.org/officeDocument/2006/relationships/customXml" Target="../ink/ink359.xml"/><Relationship Id="rId50" Type="http://schemas.openxmlformats.org/officeDocument/2006/relationships/customXml" Target="../ink/ink367.xml"/><Relationship Id="rId55" Type="http://schemas.openxmlformats.org/officeDocument/2006/relationships/image" Target="../media/image9810.png"/><Relationship Id="rId76" Type="http://schemas.openxmlformats.org/officeDocument/2006/relationships/customXml" Target="../ink/ink380.xml"/><Relationship Id="rId97" Type="http://schemas.openxmlformats.org/officeDocument/2006/relationships/image" Target="../media/image11910.png"/><Relationship Id="rId104" Type="http://schemas.openxmlformats.org/officeDocument/2006/relationships/customXml" Target="../ink/ink394.xml"/><Relationship Id="rId120" Type="http://schemas.openxmlformats.org/officeDocument/2006/relationships/customXml" Target="../ink/ink402.xml"/><Relationship Id="rId125" Type="http://schemas.openxmlformats.org/officeDocument/2006/relationships/image" Target="../media/image13310.png"/><Relationship Id="rId7" Type="http://schemas.openxmlformats.org/officeDocument/2006/relationships/image" Target="../media/image7410.png"/><Relationship Id="rId71" Type="http://schemas.openxmlformats.org/officeDocument/2006/relationships/image" Target="../media/image10610.png"/><Relationship Id="rId92" Type="http://schemas.openxmlformats.org/officeDocument/2006/relationships/customXml" Target="../ink/ink388.xml"/><Relationship Id="rId2" Type="http://schemas.openxmlformats.org/officeDocument/2006/relationships/image" Target="../media/image342.png"/><Relationship Id="rId29" Type="http://schemas.openxmlformats.org/officeDocument/2006/relationships/image" Target="../media/image8510.png"/><Relationship Id="rId24" Type="http://schemas.openxmlformats.org/officeDocument/2006/relationships/customXml" Target="../ink/ink354.xml"/><Relationship Id="rId40" Type="http://schemas.openxmlformats.org/officeDocument/2006/relationships/customXml" Target="../ink/ink362.xml"/><Relationship Id="rId45" Type="http://schemas.openxmlformats.org/officeDocument/2006/relationships/image" Target="../media/image9310.png"/><Relationship Id="rId66" Type="http://schemas.openxmlformats.org/officeDocument/2006/relationships/customXml" Target="../ink/ink375.xml"/><Relationship Id="rId87" Type="http://schemas.openxmlformats.org/officeDocument/2006/relationships/image" Target="../media/image11410.png"/><Relationship Id="rId110" Type="http://schemas.openxmlformats.org/officeDocument/2006/relationships/customXml" Target="../ink/ink397.xml"/><Relationship Id="rId115" Type="http://schemas.openxmlformats.org/officeDocument/2006/relationships/image" Target="../media/image12810.png"/><Relationship Id="rId131" Type="http://schemas.openxmlformats.org/officeDocument/2006/relationships/image" Target="../media/image13610.png"/><Relationship Id="rId61" Type="http://schemas.openxmlformats.org/officeDocument/2006/relationships/image" Target="../media/image10110.png"/><Relationship Id="rId82" Type="http://schemas.openxmlformats.org/officeDocument/2006/relationships/customXml" Target="../ink/ink383.xml"/><Relationship Id="rId19" Type="http://schemas.openxmlformats.org/officeDocument/2006/relationships/image" Target="../media/image8010.png"/><Relationship Id="rId14" Type="http://schemas.openxmlformats.org/officeDocument/2006/relationships/customXml" Target="../ink/ink349.xml"/><Relationship Id="rId30" Type="http://schemas.openxmlformats.org/officeDocument/2006/relationships/customXml" Target="../ink/ink357.xml"/><Relationship Id="rId35" Type="http://schemas.openxmlformats.org/officeDocument/2006/relationships/image" Target="../media/image8810.png"/><Relationship Id="rId56" Type="http://schemas.openxmlformats.org/officeDocument/2006/relationships/customXml" Target="../ink/ink370.xml"/><Relationship Id="rId77" Type="http://schemas.openxmlformats.org/officeDocument/2006/relationships/image" Target="../media/image10910.png"/><Relationship Id="rId100" Type="http://schemas.openxmlformats.org/officeDocument/2006/relationships/customXml" Target="../ink/ink392.xml"/><Relationship Id="rId105" Type="http://schemas.openxmlformats.org/officeDocument/2006/relationships/image" Target="../media/image12310.png"/><Relationship Id="rId126" Type="http://schemas.openxmlformats.org/officeDocument/2006/relationships/customXml" Target="../ink/ink405.xml"/><Relationship Id="rId8" Type="http://schemas.openxmlformats.org/officeDocument/2006/relationships/customXml" Target="../ink/ink346.xml"/><Relationship Id="rId51" Type="http://schemas.openxmlformats.org/officeDocument/2006/relationships/image" Target="../media/image9610.png"/><Relationship Id="rId72" Type="http://schemas.openxmlformats.org/officeDocument/2006/relationships/customXml" Target="../ink/ink378.xml"/><Relationship Id="rId93" Type="http://schemas.openxmlformats.org/officeDocument/2006/relationships/image" Target="../media/image11710.png"/><Relationship Id="rId98" Type="http://schemas.openxmlformats.org/officeDocument/2006/relationships/customXml" Target="../ink/ink391.xml"/><Relationship Id="rId121" Type="http://schemas.openxmlformats.org/officeDocument/2006/relationships/image" Target="../media/image13110.png"/><Relationship Id="rId3" Type="http://schemas.openxmlformats.org/officeDocument/2006/relationships/image" Target="../media/image343.png"/><Relationship Id="rId25" Type="http://schemas.openxmlformats.org/officeDocument/2006/relationships/image" Target="../media/image8310.png"/><Relationship Id="rId46" Type="http://schemas.openxmlformats.org/officeDocument/2006/relationships/customXml" Target="../ink/ink365.xml"/><Relationship Id="rId67" Type="http://schemas.openxmlformats.org/officeDocument/2006/relationships/image" Target="../media/image10410.png"/><Relationship Id="rId116" Type="http://schemas.openxmlformats.org/officeDocument/2006/relationships/customXml" Target="../ink/ink400.xml"/><Relationship Id="rId20" Type="http://schemas.openxmlformats.org/officeDocument/2006/relationships/customXml" Target="../ink/ink352.xml"/><Relationship Id="rId41" Type="http://schemas.openxmlformats.org/officeDocument/2006/relationships/image" Target="../media/image9110.png"/><Relationship Id="rId62" Type="http://schemas.openxmlformats.org/officeDocument/2006/relationships/customXml" Target="../ink/ink373.xml"/><Relationship Id="rId83" Type="http://schemas.openxmlformats.org/officeDocument/2006/relationships/image" Target="../media/image11210.png"/><Relationship Id="rId88" Type="http://schemas.openxmlformats.org/officeDocument/2006/relationships/customXml" Target="../ink/ink386.xml"/><Relationship Id="rId111" Type="http://schemas.openxmlformats.org/officeDocument/2006/relationships/image" Target="../media/image12610.png"/><Relationship Id="rId15" Type="http://schemas.openxmlformats.org/officeDocument/2006/relationships/image" Target="../media/image7810.png"/><Relationship Id="rId36" Type="http://schemas.openxmlformats.org/officeDocument/2006/relationships/customXml" Target="../ink/ink360.xml"/><Relationship Id="rId57" Type="http://schemas.openxmlformats.org/officeDocument/2006/relationships/image" Target="../media/image9910.png"/><Relationship Id="rId106" Type="http://schemas.openxmlformats.org/officeDocument/2006/relationships/customXml" Target="../ink/ink395.xml"/><Relationship Id="rId127" Type="http://schemas.openxmlformats.org/officeDocument/2006/relationships/image" Target="../media/image13410.png"/><Relationship Id="rId10" Type="http://schemas.openxmlformats.org/officeDocument/2006/relationships/customXml" Target="../ink/ink347.xml"/><Relationship Id="rId31" Type="http://schemas.openxmlformats.org/officeDocument/2006/relationships/image" Target="../media/image8610.png"/><Relationship Id="rId52" Type="http://schemas.openxmlformats.org/officeDocument/2006/relationships/customXml" Target="../ink/ink368.xml"/><Relationship Id="rId73" Type="http://schemas.openxmlformats.org/officeDocument/2006/relationships/image" Target="../media/image10710.png"/><Relationship Id="rId78" Type="http://schemas.openxmlformats.org/officeDocument/2006/relationships/customXml" Target="../ink/ink381.xml"/><Relationship Id="rId94" Type="http://schemas.openxmlformats.org/officeDocument/2006/relationships/customXml" Target="../ink/ink389.xml"/><Relationship Id="rId99" Type="http://schemas.openxmlformats.org/officeDocument/2006/relationships/image" Target="../media/image12010.png"/><Relationship Id="rId101" Type="http://schemas.openxmlformats.org/officeDocument/2006/relationships/image" Target="../media/image12110.png"/><Relationship Id="rId122" Type="http://schemas.openxmlformats.org/officeDocument/2006/relationships/customXml" Target="../ink/ink403.xml"/><Relationship Id="rId4" Type="http://schemas.openxmlformats.org/officeDocument/2006/relationships/customXml" Target="../ink/ink344.xml"/><Relationship Id="rId9" Type="http://schemas.openxmlformats.org/officeDocument/2006/relationships/image" Target="../media/image7510.png"/><Relationship Id="rId26" Type="http://schemas.openxmlformats.org/officeDocument/2006/relationships/customXml" Target="../ink/ink355.xml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00.png"/><Relationship Id="rId21" Type="http://schemas.openxmlformats.org/officeDocument/2006/relationships/image" Target="../media/image352.png"/><Relationship Id="rId63" Type="http://schemas.openxmlformats.org/officeDocument/2006/relationships/image" Target="../media/image373.png"/><Relationship Id="rId159" Type="http://schemas.openxmlformats.org/officeDocument/2006/relationships/image" Target="../media/image421.png"/><Relationship Id="rId170" Type="http://schemas.openxmlformats.org/officeDocument/2006/relationships/customXml" Target="../ink/ink491.xml"/><Relationship Id="rId226" Type="http://schemas.openxmlformats.org/officeDocument/2006/relationships/customXml" Target="../ink/ink519.xml"/><Relationship Id="rId268" Type="http://schemas.openxmlformats.org/officeDocument/2006/relationships/customXml" Target="../ink/ink540.xml"/><Relationship Id="rId32" Type="http://schemas.openxmlformats.org/officeDocument/2006/relationships/customXml" Target="../ink/ink422.xml"/><Relationship Id="rId74" Type="http://schemas.openxmlformats.org/officeDocument/2006/relationships/customXml" Target="../ink/ink443.xml"/><Relationship Id="rId128" Type="http://schemas.openxmlformats.org/officeDocument/2006/relationships/customXml" Target="../ink/ink470.xml"/><Relationship Id="rId5" Type="http://schemas.openxmlformats.org/officeDocument/2006/relationships/image" Target="../media/image344.png"/><Relationship Id="rId181" Type="http://schemas.openxmlformats.org/officeDocument/2006/relationships/image" Target="../media/image432.png"/><Relationship Id="rId237" Type="http://schemas.openxmlformats.org/officeDocument/2006/relationships/image" Target="../media/image460.png"/><Relationship Id="rId279" Type="http://schemas.openxmlformats.org/officeDocument/2006/relationships/image" Target="../media/image481.png"/><Relationship Id="rId22" Type="http://schemas.openxmlformats.org/officeDocument/2006/relationships/customXml" Target="../ink/ink417.xml"/><Relationship Id="rId43" Type="http://schemas.openxmlformats.org/officeDocument/2006/relationships/image" Target="../media/image363.png"/><Relationship Id="rId64" Type="http://schemas.openxmlformats.org/officeDocument/2006/relationships/customXml" Target="../ink/ink438.xml"/><Relationship Id="rId118" Type="http://schemas.openxmlformats.org/officeDocument/2006/relationships/customXml" Target="../ink/ink465.xml"/><Relationship Id="rId139" Type="http://schemas.openxmlformats.org/officeDocument/2006/relationships/image" Target="../media/image411.png"/><Relationship Id="rId85" Type="http://schemas.openxmlformats.org/officeDocument/2006/relationships/image" Target="../media/image384.png"/><Relationship Id="rId150" Type="http://schemas.openxmlformats.org/officeDocument/2006/relationships/customXml" Target="../ink/ink481.xml"/><Relationship Id="rId171" Type="http://schemas.openxmlformats.org/officeDocument/2006/relationships/image" Target="../media/image427.png"/><Relationship Id="rId192" Type="http://schemas.openxmlformats.org/officeDocument/2006/relationships/customXml" Target="../ink/ink502.xml"/><Relationship Id="rId206" Type="http://schemas.openxmlformats.org/officeDocument/2006/relationships/customXml" Target="../ink/ink509.xml"/><Relationship Id="rId227" Type="http://schemas.openxmlformats.org/officeDocument/2006/relationships/image" Target="../media/image455.png"/><Relationship Id="rId248" Type="http://schemas.openxmlformats.org/officeDocument/2006/relationships/customXml" Target="../ink/ink530.xml"/><Relationship Id="rId269" Type="http://schemas.openxmlformats.org/officeDocument/2006/relationships/image" Target="../media/image476.png"/><Relationship Id="rId12" Type="http://schemas.openxmlformats.org/officeDocument/2006/relationships/customXml" Target="../ink/ink412.xml"/><Relationship Id="rId33" Type="http://schemas.openxmlformats.org/officeDocument/2006/relationships/image" Target="../media/image358.png"/><Relationship Id="rId108" Type="http://schemas.openxmlformats.org/officeDocument/2006/relationships/customXml" Target="../ink/ink460.xml"/><Relationship Id="rId129" Type="http://schemas.openxmlformats.org/officeDocument/2006/relationships/image" Target="../media/image406.png"/><Relationship Id="rId280" Type="http://schemas.openxmlformats.org/officeDocument/2006/relationships/customXml" Target="../ink/ink546.xml"/><Relationship Id="rId54" Type="http://schemas.openxmlformats.org/officeDocument/2006/relationships/customXml" Target="../ink/ink433.xml"/><Relationship Id="rId75" Type="http://schemas.openxmlformats.org/officeDocument/2006/relationships/image" Target="../media/image379.png"/><Relationship Id="rId96" Type="http://schemas.openxmlformats.org/officeDocument/2006/relationships/customXml" Target="../ink/ink454.xml"/><Relationship Id="rId140" Type="http://schemas.openxmlformats.org/officeDocument/2006/relationships/customXml" Target="../ink/ink476.xml"/><Relationship Id="rId161" Type="http://schemas.openxmlformats.org/officeDocument/2006/relationships/image" Target="../media/image422.png"/><Relationship Id="rId182" Type="http://schemas.openxmlformats.org/officeDocument/2006/relationships/customXml" Target="../ink/ink497.xml"/><Relationship Id="rId217" Type="http://schemas.openxmlformats.org/officeDocument/2006/relationships/image" Target="../media/image450.png"/><Relationship Id="rId6" Type="http://schemas.openxmlformats.org/officeDocument/2006/relationships/customXml" Target="../ink/ink409.xml"/><Relationship Id="rId238" Type="http://schemas.openxmlformats.org/officeDocument/2006/relationships/customXml" Target="../ink/ink525.xml"/><Relationship Id="rId259" Type="http://schemas.openxmlformats.org/officeDocument/2006/relationships/image" Target="../media/image471.png"/><Relationship Id="rId23" Type="http://schemas.openxmlformats.org/officeDocument/2006/relationships/image" Target="../media/image353.png"/><Relationship Id="rId119" Type="http://schemas.openxmlformats.org/officeDocument/2006/relationships/image" Target="../media/image401.png"/><Relationship Id="rId270" Type="http://schemas.openxmlformats.org/officeDocument/2006/relationships/customXml" Target="../ink/ink541.xml"/><Relationship Id="rId44" Type="http://schemas.openxmlformats.org/officeDocument/2006/relationships/customXml" Target="../ink/ink428.xml"/><Relationship Id="rId65" Type="http://schemas.openxmlformats.org/officeDocument/2006/relationships/image" Target="../media/image374.png"/><Relationship Id="rId86" Type="http://schemas.openxmlformats.org/officeDocument/2006/relationships/customXml" Target="../ink/ink449.xml"/><Relationship Id="rId130" Type="http://schemas.openxmlformats.org/officeDocument/2006/relationships/customXml" Target="../ink/ink471.xml"/><Relationship Id="rId151" Type="http://schemas.openxmlformats.org/officeDocument/2006/relationships/image" Target="../media/image417.png"/><Relationship Id="rId172" Type="http://schemas.openxmlformats.org/officeDocument/2006/relationships/customXml" Target="../ink/ink492.xml"/><Relationship Id="rId193" Type="http://schemas.openxmlformats.org/officeDocument/2006/relationships/image" Target="../media/image438.png"/><Relationship Id="rId207" Type="http://schemas.openxmlformats.org/officeDocument/2006/relationships/image" Target="../media/image445.png"/><Relationship Id="rId228" Type="http://schemas.openxmlformats.org/officeDocument/2006/relationships/customXml" Target="../ink/ink520.xml"/><Relationship Id="rId249" Type="http://schemas.openxmlformats.org/officeDocument/2006/relationships/image" Target="../media/image466.png"/><Relationship Id="rId13" Type="http://schemas.openxmlformats.org/officeDocument/2006/relationships/image" Target="../media/image348.png"/><Relationship Id="rId109" Type="http://schemas.openxmlformats.org/officeDocument/2006/relationships/image" Target="../media/image396.png"/><Relationship Id="rId260" Type="http://schemas.openxmlformats.org/officeDocument/2006/relationships/customXml" Target="../ink/ink536.xml"/><Relationship Id="rId281" Type="http://schemas.openxmlformats.org/officeDocument/2006/relationships/image" Target="../media/image482.png"/><Relationship Id="rId34" Type="http://schemas.openxmlformats.org/officeDocument/2006/relationships/customXml" Target="../ink/ink423.xml"/><Relationship Id="rId55" Type="http://schemas.openxmlformats.org/officeDocument/2006/relationships/image" Target="../media/image369.png"/><Relationship Id="rId76" Type="http://schemas.openxmlformats.org/officeDocument/2006/relationships/customXml" Target="../ink/ink444.xml"/><Relationship Id="rId97" Type="http://schemas.openxmlformats.org/officeDocument/2006/relationships/image" Target="../media/image390.png"/><Relationship Id="rId120" Type="http://schemas.openxmlformats.org/officeDocument/2006/relationships/customXml" Target="../ink/ink466.xml"/><Relationship Id="rId141" Type="http://schemas.openxmlformats.org/officeDocument/2006/relationships/image" Target="../media/image412.png"/><Relationship Id="rId7" Type="http://schemas.openxmlformats.org/officeDocument/2006/relationships/image" Target="../media/image345.png"/><Relationship Id="rId162" Type="http://schemas.openxmlformats.org/officeDocument/2006/relationships/customXml" Target="../ink/ink487.xml"/><Relationship Id="rId183" Type="http://schemas.openxmlformats.org/officeDocument/2006/relationships/image" Target="../media/image433.png"/><Relationship Id="rId218" Type="http://schemas.openxmlformats.org/officeDocument/2006/relationships/customXml" Target="../ink/ink515.xml"/><Relationship Id="rId239" Type="http://schemas.openxmlformats.org/officeDocument/2006/relationships/image" Target="../media/image461.png"/><Relationship Id="rId250" Type="http://schemas.openxmlformats.org/officeDocument/2006/relationships/customXml" Target="../ink/ink531.xml"/><Relationship Id="rId271" Type="http://schemas.openxmlformats.org/officeDocument/2006/relationships/image" Target="../media/image477.png"/><Relationship Id="rId24" Type="http://schemas.openxmlformats.org/officeDocument/2006/relationships/customXml" Target="../ink/ink418.xml"/><Relationship Id="rId45" Type="http://schemas.openxmlformats.org/officeDocument/2006/relationships/image" Target="../media/image364.png"/><Relationship Id="rId66" Type="http://schemas.openxmlformats.org/officeDocument/2006/relationships/customXml" Target="../ink/ink439.xml"/><Relationship Id="rId87" Type="http://schemas.openxmlformats.org/officeDocument/2006/relationships/image" Target="../media/image385.png"/><Relationship Id="rId110" Type="http://schemas.openxmlformats.org/officeDocument/2006/relationships/customXml" Target="../ink/ink461.xml"/><Relationship Id="rId131" Type="http://schemas.openxmlformats.org/officeDocument/2006/relationships/image" Target="../media/image407.png"/><Relationship Id="rId152" Type="http://schemas.openxmlformats.org/officeDocument/2006/relationships/customXml" Target="../ink/ink482.xml"/><Relationship Id="rId173" Type="http://schemas.openxmlformats.org/officeDocument/2006/relationships/image" Target="../media/image428.png"/><Relationship Id="rId194" Type="http://schemas.openxmlformats.org/officeDocument/2006/relationships/customXml" Target="../ink/ink503.xml"/><Relationship Id="rId208" Type="http://schemas.openxmlformats.org/officeDocument/2006/relationships/customXml" Target="../ink/ink510.xml"/><Relationship Id="rId229" Type="http://schemas.openxmlformats.org/officeDocument/2006/relationships/image" Target="../media/image456.png"/><Relationship Id="rId240" Type="http://schemas.openxmlformats.org/officeDocument/2006/relationships/customXml" Target="../ink/ink526.xml"/><Relationship Id="rId261" Type="http://schemas.openxmlformats.org/officeDocument/2006/relationships/image" Target="../media/image472.png"/><Relationship Id="rId14" Type="http://schemas.openxmlformats.org/officeDocument/2006/relationships/customXml" Target="../ink/ink413.xml"/><Relationship Id="rId35" Type="http://schemas.openxmlformats.org/officeDocument/2006/relationships/image" Target="../media/image359.png"/><Relationship Id="rId56" Type="http://schemas.openxmlformats.org/officeDocument/2006/relationships/customXml" Target="../ink/ink434.xml"/><Relationship Id="rId77" Type="http://schemas.openxmlformats.org/officeDocument/2006/relationships/image" Target="../media/image380.png"/><Relationship Id="rId100" Type="http://schemas.openxmlformats.org/officeDocument/2006/relationships/customXml" Target="../ink/ink456.xml"/><Relationship Id="rId8" Type="http://schemas.openxmlformats.org/officeDocument/2006/relationships/customXml" Target="../ink/ink410.xml"/><Relationship Id="rId98" Type="http://schemas.openxmlformats.org/officeDocument/2006/relationships/customXml" Target="../ink/ink455.xml"/><Relationship Id="rId121" Type="http://schemas.openxmlformats.org/officeDocument/2006/relationships/image" Target="../media/image402.png"/><Relationship Id="rId142" Type="http://schemas.openxmlformats.org/officeDocument/2006/relationships/customXml" Target="../ink/ink477.xml"/><Relationship Id="rId163" Type="http://schemas.openxmlformats.org/officeDocument/2006/relationships/image" Target="../media/image423.png"/><Relationship Id="rId184" Type="http://schemas.openxmlformats.org/officeDocument/2006/relationships/customXml" Target="../ink/ink498.xml"/><Relationship Id="rId219" Type="http://schemas.openxmlformats.org/officeDocument/2006/relationships/image" Target="../media/image451.png"/><Relationship Id="rId230" Type="http://schemas.openxmlformats.org/officeDocument/2006/relationships/customXml" Target="../ink/ink521.xml"/><Relationship Id="rId251" Type="http://schemas.openxmlformats.org/officeDocument/2006/relationships/image" Target="../media/image467.png"/><Relationship Id="rId25" Type="http://schemas.openxmlformats.org/officeDocument/2006/relationships/image" Target="../media/image354.png"/><Relationship Id="rId46" Type="http://schemas.openxmlformats.org/officeDocument/2006/relationships/customXml" Target="../ink/ink429.xml"/><Relationship Id="rId67" Type="http://schemas.openxmlformats.org/officeDocument/2006/relationships/image" Target="../media/image375.png"/><Relationship Id="rId272" Type="http://schemas.openxmlformats.org/officeDocument/2006/relationships/customXml" Target="../ink/ink542.xml"/><Relationship Id="rId88" Type="http://schemas.openxmlformats.org/officeDocument/2006/relationships/customXml" Target="../ink/ink450.xml"/><Relationship Id="rId111" Type="http://schemas.openxmlformats.org/officeDocument/2006/relationships/image" Target="../media/image397.png"/><Relationship Id="rId132" Type="http://schemas.openxmlformats.org/officeDocument/2006/relationships/customXml" Target="../ink/ink472.xml"/><Relationship Id="rId153" Type="http://schemas.openxmlformats.org/officeDocument/2006/relationships/image" Target="../media/image418.png"/><Relationship Id="rId174" Type="http://schemas.openxmlformats.org/officeDocument/2006/relationships/customXml" Target="../ink/ink493.xml"/><Relationship Id="rId195" Type="http://schemas.openxmlformats.org/officeDocument/2006/relationships/image" Target="../media/image439.png"/><Relationship Id="rId209" Type="http://schemas.openxmlformats.org/officeDocument/2006/relationships/image" Target="../media/image446.png"/><Relationship Id="rId220" Type="http://schemas.openxmlformats.org/officeDocument/2006/relationships/customXml" Target="../ink/ink516.xml"/><Relationship Id="rId241" Type="http://schemas.openxmlformats.org/officeDocument/2006/relationships/image" Target="../media/image462.png"/><Relationship Id="rId15" Type="http://schemas.openxmlformats.org/officeDocument/2006/relationships/image" Target="../media/image349.png"/><Relationship Id="rId36" Type="http://schemas.openxmlformats.org/officeDocument/2006/relationships/customXml" Target="../ink/ink424.xml"/><Relationship Id="rId57" Type="http://schemas.openxmlformats.org/officeDocument/2006/relationships/image" Target="../media/image370.png"/><Relationship Id="rId262" Type="http://schemas.openxmlformats.org/officeDocument/2006/relationships/customXml" Target="../ink/ink537.xml"/><Relationship Id="rId78" Type="http://schemas.openxmlformats.org/officeDocument/2006/relationships/customXml" Target="../ink/ink445.xml"/><Relationship Id="rId99" Type="http://schemas.openxmlformats.org/officeDocument/2006/relationships/image" Target="../media/image391.png"/><Relationship Id="rId101" Type="http://schemas.openxmlformats.org/officeDocument/2006/relationships/image" Target="../media/image392.png"/><Relationship Id="rId122" Type="http://schemas.openxmlformats.org/officeDocument/2006/relationships/customXml" Target="../ink/ink467.xml"/><Relationship Id="rId143" Type="http://schemas.openxmlformats.org/officeDocument/2006/relationships/image" Target="../media/image413.png"/><Relationship Id="rId164" Type="http://schemas.openxmlformats.org/officeDocument/2006/relationships/customXml" Target="../ink/ink488.xml"/><Relationship Id="rId185" Type="http://schemas.openxmlformats.org/officeDocument/2006/relationships/image" Target="../media/image434.png"/><Relationship Id="rId9" Type="http://schemas.openxmlformats.org/officeDocument/2006/relationships/image" Target="../media/image346.png"/><Relationship Id="rId210" Type="http://schemas.openxmlformats.org/officeDocument/2006/relationships/customXml" Target="../ink/ink511.xml"/><Relationship Id="rId26" Type="http://schemas.openxmlformats.org/officeDocument/2006/relationships/customXml" Target="../ink/ink419.xml"/><Relationship Id="rId231" Type="http://schemas.openxmlformats.org/officeDocument/2006/relationships/image" Target="../media/image457.png"/><Relationship Id="rId252" Type="http://schemas.openxmlformats.org/officeDocument/2006/relationships/customXml" Target="../ink/ink532.xml"/><Relationship Id="rId273" Type="http://schemas.openxmlformats.org/officeDocument/2006/relationships/image" Target="../media/image478.png"/><Relationship Id="rId47" Type="http://schemas.openxmlformats.org/officeDocument/2006/relationships/image" Target="../media/image365.png"/><Relationship Id="rId68" Type="http://schemas.openxmlformats.org/officeDocument/2006/relationships/customXml" Target="../ink/ink440.xml"/><Relationship Id="rId89" Type="http://schemas.openxmlformats.org/officeDocument/2006/relationships/image" Target="../media/image386.png"/><Relationship Id="rId112" Type="http://schemas.openxmlformats.org/officeDocument/2006/relationships/customXml" Target="../ink/ink462.xml"/><Relationship Id="rId133" Type="http://schemas.openxmlformats.org/officeDocument/2006/relationships/image" Target="../media/image408.png"/><Relationship Id="rId154" Type="http://schemas.openxmlformats.org/officeDocument/2006/relationships/customXml" Target="../ink/ink483.xml"/><Relationship Id="rId175" Type="http://schemas.openxmlformats.org/officeDocument/2006/relationships/image" Target="../media/image429.png"/><Relationship Id="rId196" Type="http://schemas.openxmlformats.org/officeDocument/2006/relationships/customXml" Target="../ink/ink504.xml"/><Relationship Id="rId200" Type="http://schemas.openxmlformats.org/officeDocument/2006/relationships/customXml" Target="../ink/ink506.xml"/><Relationship Id="rId16" Type="http://schemas.openxmlformats.org/officeDocument/2006/relationships/customXml" Target="../ink/ink414.xml"/><Relationship Id="rId221" Type="http://schemas.openxmlformats.org/officeDocument/2006/relationships/image" Target="../media/image452.png"/><Relationship Id="rId242" Type="http://schemas.openxmlformats.org/officeDocument/2006/relationships/customXml" Target="../ink/ink527.xml"/><Relationship Id="rId263" Type="http://schemas.openxmlformats.org/officeDocument/2006/relationships/image" Target="../media/image473.png"/><Relationship Id="rId37" Type="http://schemas.openxmlformats.org/officeDocument/2006/relationships/image" Target="../media/image360.png"/><Relationship Id="rId58" Type="http://schemas.openxmlformats.org/officeDocument/2006/relationships/customXml" Target="../ink/ink435.xml"/><Relationship Id="rId79" Type="http://schemas.openxmlformats.org/officeDocument/2006/relationships/image" Target="../media/image381.png"/><Relationship Id="rId102" Type="http://schemas.openxmlformats.org/officeDocument/2006/relationships/customXml" Target="../ink/ink457.xml"/><Relationship Id="rId123" Type="http://schemas.openxmlformats.org/officeDocument/2006/relationships/image" Target="../media/image403.png"/><Relationship Id="rId144" Type="http://schemas.openxmlformats.org/officeDocument/2006/relationships/customXml" Target="../ink/ink478.xml"/><Relationship Id="rId90" Type="http://schemas.openxmlformats.org/officeDocument/2006/relationships/customXml" Target="../ink/ink451.xml"/><Relationship Id="rId165" Type="http://schemas.openxmlformats.org/officeDocument/2006/relationships/image" Target="../media/image424.png"/><Relationship Id="rId186" Type="http://schemas.openxmlformats.org/officeDocument/2006/relationships/customXml" Target="../ink/ink499.xml"/><Relationship Id="rId211" Type="http://schemas.openxmlformats.org/officeDocument/2006/relationships/image" Target="../media/image447.png"/><Relationship Id="rId232" Type="http://schemas.openxmlformats.org/officeDocument/2006/relationships/customXml" Target="../ink/ink522.xml"/><Relationship Id="rId253" Type="http://schemas.openxmlformats.org/officeDocument/2006/relationships/image" Target="../media/image468.png"/><Relationship Id="rId274" Type="http://schemas.openxmlformats.org/officeDocument/2006/relationships/customXml" Target="../ink/ink543.xml"/><Relationship Id="rId27" Type="http://schemas.openxmlformats.org/officeDocument/2006/relationships/image" Target="../media/image355.png"/><Relationship Id="rId48" Type="http://schemas.openxmlformats.org/officeDocument/2006/relationships/customXml" Target="../ink/ink430.xml"/><Relationship Id="rId69" Type="http://schemas.openxmlformats.org/officeDocument/2006/relationships/image" Target="../media/image376.png"/><Relationship Id="rId113" Type="http://schemas.openxmlformats.org/officeDocument/2006/relationships/image" Target="../media/image398.png"/><Relationship Id="rId134" Type="http://schemas.openxmlformats.org/officeDocument/2006/relationships/customXml" Target="../ink/ink473.xml"/><Relationship Id="rId80" Type="http://schemas.openxmlformats.org/officeDocument/2006/relationships/customXml" Target="../ink/ink446.xml"/><Relationship Id="rId155" Type="http://schemas.openxmlformats.org/officeDocument/2006/relationships/image" Target="../media/image419.png"/><Relationship Id="rId176" Type="http://schemas.openxmlformats.org/officeDocument/2006/relationships/customXml" Target="../ink/ink494.xml"/><Relationship Id="rId197" Type="http://schemas.openxmlformats.org/officeDocument/2006/relationships/image" Target="../media/image440.png"/><Relationship Id="rId201" Type="http://schemas.openxmlformats.org/officeDocument/2006/relationships/image" Target="../media/image442.png"/><Relationship Id="rId222" Type="http://schemas.openxmlformats.org/officeDocument/2006/relationships/customXml" Target="../ink/ink517.xml"/><Relationship Id="rId243" Type="http://schemas.openxmlformats.org/officeDocument/2006/relationships/image" Target="../media/image463.png"/><Relationship Id="rId264" Type="http://schemas.openxmlformats.org/officeDocument/2006/relationships/customXml" Target="../ink/ink538.xml"/><Relationship Id="rId17" Type="http://schemas.openxmlformats.org/officeDocument/2006/relationships/image" Target="../media/image350.png"/><Relationship Id="rId38" Type="http://schemas.openxmlformats.org/officeDocument/2006/relationships/customXml" Target="../ink/ink425.xml"/><Relationship Id="rId59" Type="http://schemas.openxmlformats.org/officeDocument/2006/relationships/image" Target="../media/image371.png"/><Relationship Id="rId103" Type="http://schemas.openxmlformats.org/officeDocument/2006/relationships/image" Target="../media/image393.png"/><Relationship Id="rId124" Type="http://schemas.openxmlformats.org/officeDocument/2006/relationships/customXml" Target="../ink/ink468.xml"/><Relationship Id="rId70" Type="http://schemas.openxmlformats.org/officeDocument/2006/relationships/customXml" Target="../ink/ink441.xml"/><Relationship Id="rId91" Type="http://schemas.openxmlformats.org/officeDocument/2006/relationships/image" Target="../media/image387.png"/><Relationship Id="rId145" Type="http://schemas.openxmlformats.org/officeDocument/2006/relationships/image" Target="../media/image414.png"/><Relationship Id="rId166" Type="http://schemas.openxmlformats.org/officeDocument/2006/relationships/customXml" Target="../ink/ink489.xml"/><Relationship Id="rId187" Type="http://schemas.openxmlformats.org/officeDocument/2006/relationships/image" Target="../media/image435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512.xml"/><Relationship Id="rId233" Type="http://schemas.openxmlformats.org/officeDocument/2006/relationships/image" Target="../media/image458.png"/><Relationship Id="rId254" Type="http://schemas.openxmlformats.org/officeDocument/2006/relationships/customXml" Target="../ink/ink533.xml"/><Relationship Id="rId28" Type="http://schemas.openxmlformats.org/officeDocument/2006/relationships/customXml" Target="../ink/ink420.xml"/><Relationship Id="rId49" Type="http://schemas.openxmlformats.org/officeDocument/2006/relationships/image" Target="../media/image366.png"/><Relationship Id="rId114" Type="http://schemas.openxmlformats.org/officeDocument/2006/relationships/customXml" Target="../ink/ink463.xml"/><Relationship Id="rId275" Type="http://schemas.openxmlformats.org/officeDocument/2006/relationships/image" Target="../media/image479.png"/><Relationship Id="rId60" Type="http://schemas.openxmlformats.org/officeDocument/2006/relationships/customXml" Target="../ink/ink436.xml"/><Relationship Id="rId81" Type="http://schemas.openxmlformats.org/officeDocument/2006/relationships/image" Target="../media/image382.png"/><Relationship Id="rId135" Type="http://schemas.openxmlformats.org/officeDocument/2006/relationships/image" Target="../media/image409.png"/><Relationship Id="rId156" Type="http://schemas.openxmlformats.org/officeDocument/2006/relationships/customXml" Target="../ink/ink484.xml"/><Relationship Id="rId177" Type="http://schemas.openxmlformats.org/officeDocument/2006/relationships/image" Target="../media/image430.png"/><Relationship Id="rId198" Type="http://schemas.openxmlformats.org/officeDocument/2006/relationships/customXml" Target="../ink/ink505.xml"/><Relationship Id="rId202" Type="http://schemas.openxmlformats.org/officeDocument/2006/relationships/customXml" Target="../ink/ink507.xml"/><Relationship Id="rId223" Type="http://schemas.openxmlformats.org/officeDocument/2006/relationships/image" Target="../media/image453.png"/><Relationship Id="rId244" Type="http://schemas.openxmlformats.org/officeDocument/2006/relationships/customXml" Target="../ink/ink528.xml"/><Relationship Id="rId18" Type="http://schemas.openxmlformats.org/officeDocument/2006/relationships/customXml" Target="../ink/ink415.xml"/><Relationship Id="rId39" Type="http://schemas.openxmlformats.org/officeDocument/2006/relationships/image" Target="../media/image361.png"/><Relationship Id="rId265" Type="http://schemas.openxmlformats.org/officeDocument/2006/relationships/image" Target="../media/image474.png"/><Relationship Id="rId50" Type="http://schemas.openxmlformats.org/officeDocument/2006/relationships/customXml" Target="../ink/ink431.xml"/><Relationship Id="rId104" Type="http://schemas.openxmlformats.org/officeDocument/2006/relationships/customXml" Target="../ink/ink458.xml"/><Relationship Id="rId125" Type="http://schemas.openxmlformats.org/officeDocument/2006/relationships/image" Target="../media/image404.png"/><Relationship Id="rId146" Type="http://schemas.openxmlformats.org/officeDocument/2006/relationships/customXml" Target="../ink/ink479.xml"/><Relationship Id="rId167" Type="http://schemas.openxmlformats.org/officeDocument/2006/relationships/image" Target="../media/image425.png"/><Relationship Id="rId188" Type="http://schemas.openxmlformats.org/officeDocument/2006/relationships/customXml" Target="../ink/ink500.xml"/><Relationship Id="rId71" Type="http://schemas.openxmlformats.org/officeDocument/2006/relationships/image" Target="../media/image377.png"/><Relationship Id="rId92" Type="http://schemas.openxmlformats.org/officeDocument/2006/relationships/customXml" Target="../ink/ink452.xml"/><Relationship Id="rId213" Type="http://schemas.openxmlformats.org/officeDocument/2006/relationships/image" Target="../media/image448.png"/><Relationship Id="rId234" Type="http://schemas.openxmlformats.org/officeDocument/2006/relationships/customXml" Target="../ink/ink523.xml"/><Relationship Id="rId2" Type="http://schemas.openxmlformats.org/officeDocument/2006/relationships/image" Target="../media/image342.png"/><Relationship Id="rId29" Type="http://schemas.openxmlformats.org/officeDocument/2006/relationships/image" Target="../media/image356.png"/><Relationship Id="rId255" Type="http://schemas.openxmlformats.org/officeDocument/2006/relationships/image" Target="../media/image469.png"/><Relationship Id="rId276" Type="http://schemas.openxmlformats.org/officeDocument/2006/relationships/customXml" Target="../ink/ink544.xml"/><Relationship Id="rId40" Type="http://schemas.openxmlformats.org/officeDocument/2006/relationships/customXml" Target="../ink/ink426.xml"/><Relationship Id="rId115" Type="http://schemas.openxmlformats.org/officeDocument/2006/relationships/image" Target="../media/image399.png"/><Relationship Id="rId136" Type="http://schemas.openxmlformats.org/officeDocument/2006/relationships/customXml" Target="../ink/ink474.xml"/><Relationship Id="rId157" Type="http://schemas.openxmlformats.org/officeDocument/2006/relationships/image" Target="../media/image420.png"/><Relationship Id="rId178" Type="http://schemas.openxmlformats.org/officeDocument/2006/relationships/customXml" Target="../ink/ink495.xml"/><Relationship Id="rId61" Type="http://schemas.openxmlformats.org/officeDocument/2006/relationships/image" Target="../media/image372.png"/><Relationship Id="rId82" Type="http://schemas.openxmlformats.org/officeDocument/2006/relationships/customXml" Target="../ink/ink447.xml"/><Relationship Id="rId199" Type="http://schemas.openxmlformats.org/officeDocument/2006/relationships/image" Target="../media/image441.png"/><Relationship Id="rId203" Type="http://schemas.openxmlformats.org/officeDocument/2006/relationships/image" Target="../media/image443.png"/><Relationship Id="rId19" Type="http://schemas.openxmlformats.org/officeDocument/2006/relationships/image" Target="../media/image351.png"/><Relationship Id="rId224" Type="http://schemas.openxmlformats.org/officeDocument/2006/relationships/customXml" Target="../ink/ink518.xml"/><Relationship Id="rId245" Type="http://schemas.openxmlformats.org/officeDocument/2006/relationships/image" Target="../media/image464.png"/><Relationship Id="rId266" Type="http://schemas.openxmlformats.org/officeDocument/2006/relationships/customXml" Target="../ink/ink539.xml"/><Relationship Id="rId30" Type="http://schemas.openxmlformats.org/officeDocument/2006/relationships/customXml" Target="../ink/ink421.xml"/><Relationship Id="rId105" Type="http://schemas.openxmlformats.org/officeDocument/2006/relationships/image" Target="../media/image394.png"/><Relationship Id="rId126" Type="http://schemas.openxmlformats.org/officeDocument/2006/relationships/customXml" Target="../ink/ink469.xml"/><Relationship Id="rId147" Type="http://schemas.openxmlformats.org/officeDocument/2006/relationships/image" Target="../media/image415.png"/><Relationship Id="rId168" Type="http://schemas.openxmlformats.org/officeDocument/2006/relationships/customXml" Target="../ink/ink490.xml"/><Relationship Id="rId51" Type="http://schemas.openxmlformats.org/officeDocument/2006/relationships/image" Target="../media/image367.png"/><Relationship Id="rId72" Type="http://schemas.openxmlformats.org/officeDocument/2006/relationships/customXml" Target="../ink/ink442.xml"/><Relationship Id="rId93" Type="http://schemas.openxmlformats.org/officeDocument/2006/relationships/image" Target="../media/image388.png"/><Relationship Id="rId189" Type="http://schemas.openxmlformats.org/officeDocument/2006/relationships/image" Target="../media/image436.png"/><Relationship Id="rId3" Type="http://schemas.openxmlformats.org/officeDocument/2006/relationships/image" Target="../media/image343.png"/><Relationship Id="rId214" Type="http://schemas.openxmlformats.org/officeDocument/2006/relationships/customXml" Target="../ink/ink513.xml"/><Relationship Id="rId235" Type="http://schemas.openxmlformats.org/officeDocument/2006/relationships/image" Target="../media/image459.png"/><Relationship Id="rId256" Type="http://schemas.openxmlformats.org/officeDocument/2006/relationships/customXml" Target="../ink/ink534.xml"/><Relationship Id="rId277" Type="http://schemas.openxmlformats.org/officeDocument/2006/relationships/image" Target="../media/image480.png"/><Relationship Id="rId116" Type="http://schemas.openxmlformats.org/officeDocument/2006/relationships/customXml" Target="../ink/ink464.xml"/><Relationship Id="rId137" Type="http://schemas.openxmlformats.org/officeDocument/2006/relationships/image" Target="../media/image410.png"/><Relationship Id="rId158" Type="http://schemas.openxmlformats.org/officeDocument/2006/relationships/customXml" Target="../ink/ink485.xml"/><Relationship Id="rId20" Type="http://schemas.openxmlformats.org/officeDocument/2006/relationships/customXml" Target="../ink/ink416.xml"/><Relationship Id="rId41" Type="http://schemas.openxmlformats.org/officeDocument/2006/relationships/image" Target="../media/image362.png"/><Relationship Id="rId62" Type="http://schemas.openxmlformats.org/officeDocument/2006/relationships/customXml" Target="../ink/ink437.xml"/><Relationship Id="rId83" Type="http://schemas.openxmlformats.org/officeDocument/2006/relationships/image" Target="../media/image383.png"/><Relationship Id="rId179" Type="http://schemas.openxmlformats.org/officeDocument/2006/relationships/image" Target="../media/image431.png"/><Relationship Id="rId190" Type="http://schemas.openxmlformats.org/officeDocument/2006/relationships/customXml" Target="../ink/ink501.xml"/><Relationship Id="rId204" Type="http://schemas.openxmlformats.org/officeDocument/2006/relationships/customXml" Target="../ink/ink508.xml"/><Relationship Id="rId225" Type="http://schemas.openxmlformats.org/officeDocument/2006/relationships/image" Target="../media/image454.png"/><Relationship Id="rId246" Type="http://schemas.openxmlformats.org/officeDocument/2006/relationships/customXml" Target="../ink/ink529.xml"/><Relationship Id="rId267" Type="http://schemas.openxmlformats.org/officeDocument/2006/relationships/image" Target="../media/image475.png"/><Relationship Id="rId106" Type="http://schemas.openxmlformats.org/officeDocument/2006/relationships/customXml" Target="../ink/ink459.xml"/><Relationship Id="rId127" Type="http://schemas.openxmlformats.org/officeDocument/2006/relationships/image" Target="../media/image405.png"/><Relationship Id="rId10" Type="http://schemas.openxmlformats.org/officeDocument/2006/relationships/customXml" Target="../ink/ink411.xml"/><Relationship Id="rId31" Type="http://schemas.openxmlformats.org/officeDocument/2006/relationships/image" Target="../media/image357.png"/><Relationship Id="rId52" Type="http://schemas.openxmlformats.org/officeDocument/2006/relationships/customXml" Target="../ink/ink432.xml"/><Relationship Id="rId73" Type="http://schemas.openxmlformats.org/officeDocument/2006/relationships/image" Target="../media/image378.png"/><Relationship Id="rId94" Type="http://schemas.openxmlformats.org/officeDocument/2006/relationships/customXml" Target="../ink/ink453.xml"/><Relationship Id="rId148" Type="http://schemas.openxmlformats.org/officeDocument/2006/relationships/customXml" Target="../ink/ink480.xml"/><Relationship Id="rId169" Type="http://schemas.openxmlformats.org/officeDocument/2006/relationships/image" Target="../media/image426.png"/><Relationship Id="rId4" Type="http://schemas.openxmlformats.org/officeDocument/2006/relationships/customXml" Target="../ink/ink408.xml"/><Relationship Id="rId180" Type="http://schemas.openxmlformats.org/officeDocument/2006/relationships/customXml" Target="../ink/ink496.xml"/><Relationship Id="rId215" Type="http://schemas.openxmlformats.org/officeDocument/2006/relationships/image" Target="../media/image449.png"/><Relationship Id="rId236" Type="http://schemas.openxmlformats.org/officeDocument/2006/relationships/customXml" Target="../ink/ink524.xml"/><Relationship Id="rId257" Type="http://schemas.openxmlformats.org/officeDocument/2006/relationships/image" Target="../media/image470.png"/><Relationship Id="rId278" Type="http://schemas.openxmlformats.org/officeDocument/2006/relationships/customXml" Target="../ink/ink545.xml"/><Relationship Id="rId42" Type="http://schemas.openxmlformats.org/officeDocument/2006/relationships/customXml" Target="../ink/ink427.xml"/><Relationship Id="rId84" Type="http://schemas.openxmlformats.org/officeDocument/2006/relationships/customXml" Target="../ink/ink448.xml"/><Relationship Id="rId138" Type="http://schemas.openxmlformats.org/officeDocument/2006/relationships/customXml" Target="../ink/ink475.xml"/><Relationship Id="rId191" Type="http://schemas.openxmlformats.org/officeDocument/2006/relationships/image" Target="../media/image437.png"/><Relationship Id="rId205" Type="http://schemas.openxmlformats.org/officeDocument/2006/relationships/image" Target="../media/image444.png"/><Relationship Id="rId247" Type="http://schemas.openxmlformats.org/officeDocument/2006/relationships/image" Target="../media/image465.png"/><Relationship Id="rId107" Type="http://schemas.openxmlformats.org/officeDocument/2006/relationships/image" Target="../media/image395.png"/><Relationship Id="rId11" Type="http://schemas.openxmlformats.org/officeDocument/2006/relationships/image" Target="../media/image347.png"/><Relationship Id="rId53" Type="http://schemas.openxmlformats.org/officeDocument/2006/relationships/image" Target="../media/image368.png"/><Relationship Id="rId149" Type="http://schemas.openxmlformats.org/officeDocument/2006/relationships/image" Target="../media/image416.png"/><Relationship Id="rId95" Type="http://schemas.openxmlformats.org/officeDocument/2006/relationships/image" Target="../media/image389.png"/><Relationship Id="rId160" Type="http://schemas.openxmlformats.org/officeDocument/2006/relationships/customXml" Target="../ink/ink486.xml"/><Relationship Id="rId216" Type="http://schemas.openxmlformats.org/officeDocument/2006/relationships/customXml" Target="../ink/ink514.xml"/><Relationship Id="rId258" Type="http://schemas.openxmlformats.org/officeDocument/2006/relationships/customXml" Target="../ink/ink535.xml"/></Relationships>
</file>

<file path=ppt/slides/_rels/slide8.xml.rels><?xml version="1.0" encoding="UTF-8" standalone="yes"?>
<Relationships xmlns="http://schemas.openxmlformats.org/package/2006/relationships"><Relationship Id="rId26" Type="http://schemas.openxmlformats.org/officeDocument/2006/relationships/customXml" Target="../ink/ink558.xml"/><Relationship Id="rId21" Type="http://schemas.openxmlformats.org/officeDocument/2006/relationships/image" Target="../media/image493.png"/><Relationship Id="rId42" Type="http://schemas.openxmlformats.org/officeDocument/2006/relationships/customXml" Target="../ink/ink566.xml"/><Relationship Id="rId47" Type="http://schemas.openxmlformats.org/officeDocument/2006/relationships/image" Target="../media/image506.png"/><Relationship Id="rId63" Type="http://schemas.openxmlformats.org/officeDocument/2006/relationships/image" Target="../media/image514.png"/><Relationship Id="rId68" Type="http://schemas.openxmlformats.org/officeDocument/2006/relationships/customXml" Target="../ink/ink579.xml"/><Relationship Id="rId84" Type="http://schemas.openxmlformats.org/officeDocument/2006/relationships/customXml" Target="../ink/ink587.xml"/><Relationship Id="rId89" Type="http://schemas.openxmlformats.org/officeDocument/2006/relationships/image" Target="../media/image527.png"/><Relationship Id="rId16" Type="http://schemas.openxmlformats.org/officeDocument/2006/relationships/customXml" Target="../ink/ink553.xml"/><Relationship Id="rId107" Type="http://schemas.openxmlformats.org/officeDocument/2006/relationships/image" Target="../media/image536.png"/><Relationship Id="rId11" Type="http://schemas.openxmlformats.org/officeDocument/2006/relationships/image" Target="../media/image488.png"/><Relationship Id="rId32" Type="http://schemas.openxmlformats.org/officeDocument/2006/relationships/customXml" Target="../ink/ink561.xml"/><Relationship Id="rId37" Type="http://schemas.openxmlformats.org/officeDocument/2006/relationships/image" Target="../media/image501.png"/><Relationship Id="rId53" Type="http://schemas.openxmlformats.org/officeDocument/2006/relationships/image" Target="../media/image509.png"/><Relationship Id="rId58" Type="http://schemas.openxmlformats.org/officeDocument/2006/relationships/customXml" Target="../ink/ink574.xml"/><Relationship Id="rId74" Type="http://schemas.openxmlformats.org/officeDocument/2006/relationships/customXml" Target="../ink/ink582.xml"/><Relationship Id="rId79" Type="http://schemas.openxmlformats.org/officeDocument/2006/relationships/image" Target="../media/image522.png"/><Relationship Id="rId102" Type="http://schemas.openxmlformats.org/officeDocument/2006/relationships/customXml" Target="../ink/ink596.xml"/><Relationship Id="rId5" Type="http://schemas.openxmlformats.org/officeDocument/2006/relationships/image" Target="../media/image485.png"/><Relationship Id="rId90" Type="http://schemas.openxmlformats.org/officeDocument/2006/relationships/customXml" Target="../ink/ink590.xml"/><Relationship Id="rId95" Type="http://schemas.openxmlformats.org/officeDocument/2006/relationships/image" Target="../media/image530.png"/><Relationship Id="rId22" Type="http://schemas.openxmlformats.org/officeDocument/2006/relationships/customXml" Target="../ink/ink556.xml"/><Relationship Id="rId27" Type="http://schemas.openxmlformats.org/officeDocument/2006/relationships/image" Target="../media/image496.png"/><Relationship Id="rId43" Type="http://schemas.openxmlformats.org/officeDocument/2006/relationships/image" Target="../media/image504.png"/><Relationship Id="rId48" Type="http://schemas.openxmlformats.org/officeDocument/2006/relationships/customXml" Target="../ink/ink569.xml"/><Relationship Id="rId64" Type="http://schemas.openxmlformats.org/officeDocument/2006/relationships/customXml" Target="../ink/ink577.xml"/><Relationship Id="rId69" Type="http://schemas.openxmlformats.org/officeDocument/2006/relationships/image" Target="../media/image517.png"/><Relationship Id="rId80" Type="http://schemas.openxmlformats.org/officeDocument/2006/relationships/customXml" Target="../ink/ink585.xml"/><Relationship Id="rId85" Type="http://schemas.openxmlformats.org/officeDocument/2006/relationships/image" Target="../media/image525.png"/><Relationship Id="rId12" Type="http://schemas.openxmlformats.org/officeDocument/2006/relationships/customXml" Target="../ink/ink551.xml"/><Relationship Id="rId17" Type="http://schemas.openxmlformats.org/officeDocument/2006/relationships/image" Target="../media/image491.png"/><Relationship Id="rId33" Type="http://schemas.openxmlformats.org/officeDocument/2006/relationships/image" Target="../media/image499.png"/><Relationship Id="rId38" Type="http://schemas.openxmlformats.org/officeDocument/2006/relationships/customXml" Target="../ink/ink564.xml"/><Relationship Id="rId59" Type="http://schemas.openxmlformats.org/officeDocument/2006/relationships/image" Target="../media/image512.png"/><Relationship Id="rId103" Type="http://schemas.openxmlformats.org/officeDocument/2006/relationships/image" Target="../media/image534.png"/><Relationship Id="rId108" Type="http://schemas.openxmlformats.org/officeDocument/2006/relationships/customXml" Target="../ink/ink599.xml"/><Relationship Id="rId54" Type="http://schemas.openxmlformats.org/officeDocument/2006/relationships/customXml" Target="../ink/ink572.xml"/><Relationship Id="rId70" Type="http://schemas.openxmlformats.org/officeDocument/2006/relationships/customXml" Target="../ink/ink580.xml"/><Relationship Id="rId75" Type="http://schemas.openxmlformats.org/officeDocument/2006/relationships/image" Target="../media/image520.png"/><Relationship Id="rId91" Type="http://schemas.openxmlformats.org/officeDocument/2006/relationships/image" Target="../media/image528.png"/><Relationship Id="rId96" Type="http://schemas.openxmlformats.org/officeDocument/2006/relationships/customXml" Target="../ink/ink59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48.xml"/><Relationship Id="rId15" Type="http://schemas.openxmlformats.org/officeDocument/2006/relationships/image" Target="../media/image490.png"/><Relationship Id="rId23" Type="http://schemas.openxmlformats.org/officeDocument/2006/relationships/image" Target="../media/image494.png"/><Relationship Id="rId28" Type="http://schemas.openxmlformats.org/officeDocument/2006/relationships/customXml" Target="../ink/ink559.xml"/><Relationship Id="rId36" Type="http://schemas.openxmlformats.org/officeDocument/2006/relationships/customXml" Target="../ink/ink563.xml"/><Relationship Id="rId49" Type="http://schemas.openxmlformats.org/officeDocument/2006/relationships/image" Target="../media/image507.png"/><Relationship Id="rId57" Type="http://schemas.openxmlformats.org/officeDocument/2006/relationships/image" Target="../media/image511.png"/><Relationship Id="rId106" Type="http://schemas.openxmlformats.org/officeDocument/2006/relationships/customXml" Target="../ink/ink598.xml"/><Relationship Id="rId10" Type="http://schemas.openxmlformats.org/officeDocument/2006/relationships/customXml" Target="../ink/ink550.xml"/><Relationship Id="rId31" Type="http://schemas.openxmlformats.org/officeDocument/2006/relationships/image" Target="../media/image498.png"/><Relationship Id="rId44" Type="http://schemas.openxmlformats.org/officeDocument/2006/relationships/customXml" Target="../ink/ink567.xml"/><Relationship Id="rId52" Type="http://schemas.openxmlformats.org/officeDocument/2006/relationships/customXml" Target="../ink/ink571.xml"/><Relationship Id="rId60" Type="http://schemas.openxmlformats.org/officeDocument/2006/relationships/customXml" Target="../ink/ink575.xml"/><Relationship Id="rId65" Type="http://schemas.openxmlformats.org/officeDocument/2006/relationships/image" Target="../media/image515.png"/><Relationship Id="rId73" Type="http://schemas.openxmlformats.org/officeDocument/2006/relationships/image" Target="../media/image519.png"/><Relationship Id="rId78" Type="http://schemas.openxmlformats.org/officeDocument/2006/relationships/customXml" Target="../ink/ink584.xml"/><Relationship Id="rId81" Type="http://schemas.openxmlformats.org/officeDocument/2006/relationships/image" Target="../media/image523.png"/><Relationship Id="rId86" Type="http://schemas.openxmlformats.org/officeDocument/2006/relationships/customXml" Target="../ink/ink588.xml"/><Relationship Id="rId94" Type="http://schemas.openxmlformats.org/officeDocument/2006/relationships/customXml" Target="../ink/ink592.xml"/><Relationship Id="rId99" Type="http://schemas.openxmlformats.org/officeDocument/2006/relationships/image" Target="../media/image532.png"/><Relationship Id="rId101" Type="http://schemas.openxmlformats.org/officeDocument/2006/relationships/image" Target="../media/image533.png"/><Relationship Id="rId4" Type="http://schemas.openxmlformats.org/officeDocument/2006/relationships/customXml" Target="../ink/ink547.xml"/><Relationship Id="rId9" Type="http://schemas.openxmlformats.org/officeDocument/2006/relationships/image" Target="../media/image487.png"/><Relationship Id="rId13" Type="http://schemas.openxmlformats.org/officeDocument/2006/relationships/image" Target="../media/image489.png"/><Relationship Id="rId18" Type="http://schemas.openxmlformats.org/officeDocument/2006/relationships/customXml" Target="../ink/ink554.xml"/><Relationship Id="rId39" Type="http://schemas.openxmlformats.org/officeDocument/2006/relationships/image" Target="../media/image502.png"/><Relationship Id="rId109" Type="http://schemas.openxmlformats.org/officeDocument/2006/relationships/image" Target="../media/image537.png"/><Relationship Id="rId34" Type="http://schemas.openxmlformats.org/officeDocument/2006/relationships/customXml" Target="../ink/ink562.xml"/><Relationship Id="rId50" Type="http://schemas.openxmlformats.org/officeDocument/2006/relationships/customXml" Target="../ink/ink570.xml"/><Relationship Id="rId55" Type="http://schemas.openxmlformats.org/officeDocument/2006/relationships/image" Target="../media/image510.png"/><Relationship Id="rId76" Type="http://schemas.openxmlformats.org/officeDocument/2006/relationships/customXml" Target="../ink/ink583.xml"/><Relationship Id="rId97" Type="http://schemas.openxmlformats.org/officeDocument/2006/relationships/image" Target="../media/image531.png"/><Relationship Id="rId104" Type="http://schemas.openxmlformats.org/officeDocument/2006/relationships/customXml" Target="../ink/ink597.xml"/><Relationship Id="rId7" Type="http://schemas.openxmlformats.org/officeDocument/2006/relationships/image" Target="../media/image486.png"/><Relationship Id="rId71" Type="http://schemas.openxmlformats.org/officeDocument/2006/relationships/image" Target="../media/image518.png"/><Relationship Id="rId92" Type="http://schemas.openxmlformats.org/officeDocument/2006/relationships/customXml" Target="../ink/ink591.xml"/><Relationship Id="rId2" Type="http://schemas.openxmlformats.org/officeDocument/2006/relationships/image" Target="../media/image483.png"/><Relationship Id="rId29" Type="http://schemas.openxmlformats.org/officeDocument/2006/relationships/image" Target="../media/image497.png"/><Relationship Id="rId24" Type="http://schemas.openxmlformats.org/officeDocument/2006/relationships/customXml" Target="../ink/ink557.xml"/><Relationship Id="rId40" Type="http://schemas.openxmlformats.org/officeDocument/2006/relationships/customXml" Target="../ink/ink565.xml"/><Relationship Id="rId45" Type="http://schemas.openxmlformats.org/officeDocument/2006/relationships/image" Target="../media/image505.png"/><Relationship Id="rId66" Type="http://schemas.openxmlformats.org/officeDocument/2006/relationships/customXml" Target="../ink/ink578.xml"/><Relationship Id="rId87" Type="http://schemas.openxmlformats.org/officeDocument/2006/relationships/image" Target="../media/image526.png"/><Relationship Id="rId61" Type="http://schemas.openxmlformats.org/officeDocument/2006/relationships/image" Target="../media/image513.png"/><Relationship Id="rId82" Type="http://schemas.openxmlformats.org/officeDocument/2006/relationships/customXml" Target="../ink/ink586.xml"/><Relationship Id="rId19" Type="http://schemas.openxmlformats.org/officeDocument/2006/relationships/image" Target="../media/image492.png"/><Relationship Id="rId14" Type="http://schemas.openxmlformats.org/officeDocument/2006/relationships/customXml" Target="../ink/ink552.xml"/><Relationship Id="rId30" Type="http://schemas.openxmlformats.org/officeDocument/2006/relationships/customXml" Target="../ink/ink560.xml"/><Relationship Id="rId35" Type="http://schemas.openxmlformats.org/officeDocument/2006/relationships/image" Target="../media/image500.png"/><Relationship Id="rId56" Type="http://schemas.openxmlformats.org/officeDocument/2006/relationships/customXml" Target="../ink/ink573.xml"/><Relationship Id="rId77" Type="http://schemas.openxmlformats.org/officeDocument/2006/relationships/image" Target="../media/image521.png"/><Relationship Id="rId100" Type="http://schemas.openxmlformats.org/officeDocument/2006/relationships/customXml" Target="../ink/ink595.xml"/><Relationship Id="rId105" Type="http://schemas.openxmlformats.org/officeDocument/2006/relationships/image" Target="../media/image535.png"/><Relationship Id="rId8" Type="http://schemas.openxmlformats.org/officeDocument/2006/relationships/customXml" Target="../ink/ink549.xml"/><Relationship Id="rId51" Type="http://schemas.openxmlformats.org/officeDocument/2006/relationships/image" Target="../media/image508.png"/><Relationship Id="rId72" Type="http://schemas.openxmlformats.org/officeDocument/2006/relationships/customXml" Target="../ink/ink581.xml"/><Relationship Id="rId93" Type="http://schemas.openxmlformats.org/officeDocument/2006/relationships/image" Target="../media/image529.png"/><Relationship Id="rId98" Type="http://schemas.openxmlformats.org/officeDocument/2006/relationships/customXml" Target="../ink/ink594.xml"/><Relationship Id="rId3" Type="http://schemas.openxmlformats.org/officeDocument/2006/relationships/image" Target="../media/image484.png"/><Relationship Id="rId25" Type="http://schemas.openxmlformats.org/officeDocument/2006/relationships/image" Target="../media/image495.png"/><Relationship Id="rId46" Type="http://schemas.openxmlformats.org/officeDocument/2006/relationships/customXml" Target="../ink/ink568.xml"/><Relationship Id="rId67" Type="http://schemas.openxmlformats.org/officeDocument/2006/relationships/image" Target="../media/image516.png"/><Relationship Id="rId20" Type="http://schemas.openxmlformats.org/officeDocument/2006/relationships/customXml" Target="../ink/ink555.xml"/><Relationship Id="rId41" Type="http://schemas.openxmlformats.org/officeDocument/2006/relationships/image" Target="../media/image503.png"/><Relationship Id="rId62" Type="http://schemas.openxmlformats.org/officeDocument/2006/relationships/customXml" Target="../ink/ink576.xml"/><Relationship Id="rId83" Type="http://schemas.openxmlformats.org/officeDocument/2006/relationships/image" Target="../media/image524.png"/><Relationship Id="rId88" Type="http://schemas.openxmlformats.org/officeDocument/2006/relationships/customXml" Target="../ink/ink589.xml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656.xml"/><Relationship Id="rId21" Type="http://schemas.openxmlformats.org/officeDocument/2006/relationships/customXml" Target="../ink/ink608.xml"/><Relationship Id="rId42" Type="http://schemas.openxmlformats.org/officeDocument/2006/relationships/image" Target="../media/image553.png"/><Relationship Id="rId63" Type="http://schemas.openxmlformats.org/officeDocument/2006/relationships/customXml" Target="../ink/ink629.xml"/><Relationship Id="rId84" Type="http://schemas.openxmlformats.org/officeDocument/2006/relationships/image" Target="../media/image574.png"/><Relationship Id="rId138" Type="http://schemas.openxmlformats.org/officeDocument/2006/relationships/image" Target="../media/image601.png"/><Relationship Id="rId16" Type="http://schemas.openxmlformats.org/officeDocument/2006/relationships/customXml" Target="../ink/ink606.xml"/><Relationship Id="rId107" Type="http://schemas.openxmlformats.org/officeDocument/2006/relationships/customXml" Target="../ink/ink651.xml"/><Relationship Id="rId11" Type="http://schemas.openxmlformats.org/officeDocument/2006/relationships/image" Target="../media/image19010.png"/><Relationship Id="rId32" Type="http://schemas.openxmlformats.org/officeDocument/2006/relationships/image" Target="../media/image548.png"/><Relationship Id="rId37" Type="http://schemas.openxmlformats.org/officeDocument/2006/relationships/customXml" Target="../ink/ink616.xml"/><Relationship Id="rId53" Type="http://schemas.openxmlformats.org/officeDocument/2006/relationships/customXml" Target="../ink/ink624.xml"/><Relationship Id="rId58" Type="http://schemas.openxmlformats.org/officeDocument/2006/relationships/image" Target="../media/image561.png"/><Relationship Id="rId74" Type="http://schemas.openxmlformats.org/officeDocument/2006/relationships/image" Target="../media/image569.png"/><Relationship Id="rId79" Type="http://schemas.openxmlformats.org/officeDocument/2006/relationships/customXml" Target="../ink/ink637.xml"/><Relationship Id="rId102" Type="http://schemas.openxmlformats.org/officeDocument/2006/relationships/image" Target="../media/image583.png"/><Relationship Id="rId123" Type="http://schemas.openxmlformats.org/officeDocument/2006/relationships/customXml" Target="../ink/ink659.xml"/><Relationship Id="rId128" Type="http://schemas.openxmlformats.org/officeDocument/2006/relationships/image" Target="../media/image596.png"/><Relationship Id="rId5" Type="http://schemas.openxmlformats.org/officeDocument/2006/relationships/image" Target="../media/image18710.png"/><Relationship Id="rId90" Type="http://schemas.openxmlformats.org/officeDocument/2006/relationships/image" Target="../media/image577.png"/><Relationship Id="rId95" Type="http://schemas.openxmlformats.org/officeDocument/2006/relationships/customXml" Target="../ink/ink645.xml"/><Relationship Id="rId22" Type="http://schemas.openxmlformats.org/officeDocument/2006/relationships/image" Target="../media/image543.png"/><Relationship Id="rId27" Type="http://schemas.openxmlformats.org/officeDocument/2006/relationships/customXml" Target="../ink/ink611.xml"/><Relationship Id="rId43" Type="http://schemas.openxmlformats.org/officeDocument/2006/relationships/customXml" Target="../ink/ink619.xml"/><Relationship Id="rId48" Type="http://schemas.openxmlformats.org/officeDocument/2006/relationships/image" Target="../media/image556.png"/><Relationship Id="rId64" Type="http://schemas.openxmlformats.org/officeDocument/2006/relationships/image" Target="../media/image564.png"/><Relationship Id="rId69" Type="http://schemas.openxmlformats.org/officeDocument/2006/relationships/customXml" Target="../ink/ink632.xml"/><Relationship Id="rId113" Type="http://schemas.openxmlformats.org/officeDocument/2006/relationships/customXml" Target="../ink/ink654.xml"/><Relationship Id="rId118" Type="http://schemas.openxmlformats.org/officeDocument/2006/relationships/image" Target="../media/image591.png"/><Relationship Id="rId134" Type="http://schemas.openxmlformats.org/officeDocument/2006/relationships/image" Target="../media/image599.png"/><Relationship Id="rId80" Type="http://schemas.openxmlformats.org/officeDocument/2006/relationships/image" Target="../media/image572.png"/><Relationship Id="rId85" Type="http://schemas.openxmlformats.org/officeDocument/2006/relationships/customXml" Target="../ink/ink640.xml"/><Relationship Id="rId12" Type="http://schemas.openxmlformats.org/officeDocument/2006/relationships/customXml" Target="../ink/ink604.xml"/><Relationship Id="rId17" Type="http://schemas.openxmlformats.org/officeDocument/2006/relationships/image" Target="../media/image541.png"/><Relationship Id="rId33" Type="http://schemas.openxmlformats.org/officeDocument/2006/relationships/customXml" Target="../ink/ink614.xml"/><Relationship Id="rId38" Type="http://schemas.openxmlformats.org/officeDocument/2006/relationships/image" Target="../media/image551.png"/><Relationship Id="rId59" Type="http://schemas.openxmlformats.org/officeDocument/2006/relationships/customXml" Target="../ink/ink627.xml"/><Relationship Id="rId103" Type="http://schemas.openxmlformats.org/officeDocument/2006/relationships/customXml" Target="../ink/ink649.xml"/><Relationship Id="rId108" Type="http://schemas.openxmlformats.org/officeDocument/2006/relationships/image" Target="../media/image586.png"/><Relationship Id="rId124" Type="http://schemas.openxmlformats.org/officeDocument/2006/relationships/image" Target="../media/image594.png"/><Relationship Id="rId129" Type="http://schemas.openxmlformats.org/officeDocument/2006/relationships/customXml" Target="../ink/ink662.xml"/><Relationship Id="rId54" Type="http://schemas.openxmlformats.org/officeDocument/2006/relationships/image" Target="../media/image559.png"/><Relationship Id="rId70" Type="http://schemas.openxmlformats.org/officeDocument/2006/relationships/image" Target="../media/image567.png"/><Relationship Id="rId75" Type="http://schemas.openxmlformats.org/officeDocument/2006/relationships/customXml" Target="../ink/ink635.xml"/><Relationship Id="rId91" Type="http://schemas.openxmlformats.org/officeDocument/2006/relationships/customXml" Target="../ink/ink643.xml"/><Relationship Id="rId96" Type="http://schemas.openxmlformats.org/officeDocument/2006/relationships/image" Target="../media/image58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01.xml"/><Relationship Id="rId23" Type="http://schemas.openxmlformats.org/officeDocument/2006/relationships/customXml" Target="../ink/ink609.xml"/><Relationship Id="rId28" Type="http://schemas.openxmlformats.org/officeDocument/2006/relationships/image" Target="../media/image546.png"/><Relationship Id="rId49" Type="http://schemas.openxmlformats.org/officeDocument/2006/relationships/customXml" Target="../ink/ink622.xml"/><Relationship Id="rId114" Type="http://schemas.openxmlformats.org/officeDocument/2006/relationships/image" Target="../media/image589.png"/><Relationship Id="rId119" Type="http://schemas.openxmlformats.org/officeDocument/2006/relationships/customXml" Target="../ink/ink657.xml"/><Relationship Id="rId44" Type="http://schemas.openxmlformats.org/officeDocument/2006/relationships/image" Target="../media/image554.png"/><Relationship Id="rId60" Type="http://schemas.openxmlformats.org/officeDocument/2006/relationships/image" Target="../media/image562.png"/><Relationship Id="rId65" Type="http://schemas.openxmlformats.org/officeDocument/2006/relationships/customXml" Target="../ink/ink630.xml"/><Relationship Id="rId81" Type="http://schemas.openxmlformats.org/officeDocument/2006/relationships/customXml" Target="../ink/ink638.xml"/><Relationship Id="rId86" Type="http://schemas.openxmlformats.org/officeDocument/2006/relationships/image" Target="../media/image575.png"/><Relationship Id="rId130" Type="http://schemas.openxmlformats.org/officeDocument/2006/relationships/image" Target="../media/image597.png"/><Relationship Id="rId135" Type="http://schemas.openxmlformats.org/officeDocument/2006/relationships/customXml" Target="../ink/ink665.xml"/><Relationship Id="rId13" Type="http://schemas.openxmlformats.org/officeDocument/2006/relationships/image" Target="../media/image19110.png"/><Relationship Id="rId18" Type="http://schemas.openxmlformats.org/officeDocument/2006/relationships/image" Target="../media/image542.png"/><Relationship Id="rId39" Type="http://schemas.openxmlformats.org/officeDocument/2006/relationships/customXml" Target="../ink/ink617.xml"/><Relationship Id="rId109" Type="http://schemas.openxmlformats.org/officeDocument/2006/relationships/customXml" Target="../ink/ink652.xml"/><Relationship Id="rId34" Type="http://schemas.openxmlformats.org/officeDocument/2006/relationships/image" Target="../media/image549.png"/><Relationship Id="rId50" Type="http://schemas.openxmlformats.org/officeDocument/2006/relationships/image" Target="../media/image557.png"/><Relationship Id="rId55" Type="http://schemas.openxmlformats.org/officeDocument/2006/relationships/customXml" Target="../ink/ink625.xml"/><Relationship Id="rId76" Type="http://schemas.openxmlformats.org/officeDocument/2006/relationships/image" Target="../media/image570.png"/><Relationship Id="rId97" Type="http://schemas.openxmlformats.org/officeDocument/2006/relationships/customXml" Target="../ink/ink646.xml"/><Relationship Id="rId104" Type="http://schemas.openxmlformats.org/officeDocument/2006/relationships/image" Target="../media/image584.png"/><Relationship Id="rId120" Type="http://schemas.openxmlformats.org/officeDocument/2006/relationships/image" Target="../media/image592.png"/><Relationship Id="rId125" Type="http://schemas.openxmlformats.org/officeDocument/2006/relationships/customXml" Target="../ink/ink660.xml"/><Relationship Id="rId7" Type="http://schemas.openxmlformats.org/officeDocument/2006/relationships/image" Target="../media/image18810.png"/><Relationship Id="rId71" Type="http://schemas.openxmlformats.org/officeDocument/2006/relationships/customXml" Target="../ink/ink633.xml"/><Relationship Id="rId92" Type="http://schemas.openxmlformats.org/officeDocument/2006/relationships/image" Target="../media/image578.png"/><Relationship Id="rId2" Type="http://schemas.openxmlformats.org/officeDocument/2006/relationships/image" Target="../media/image538.png"/><Relationship Id="rId29" Type="http://schemas.openxmlformats.org/officeDocument/2006/relationships/customXml" Target="../ink/ink612.xml"/><Relationship Id="rId24" Type="http://schemas.openxmlformats.org/officeDocument/2006/relationships/image" Target="../media/image544.png"/><Relationship Id="rId40" Type="http://schemas.openxmlformats.org/officeDocument/2006/relationships/image" Target="../media/image552.png"/><Relationship Id="rId45" Type="http://schemas.openxmlformats.org/officeDocument/2006/relationships/customXml" Target="../ink/ink620.xml"/><Relationship Id="rId66" Type="http://schemas.openxmlformats.org/officeDocument/2006/relationships/image" Target="../media/image565.png"/><Relationship Id="rId87" Type="http://schemas.openxmlformats.org/officeDocument/2006/relationships/customXml" Target="../ink/ink641.xml"/><Relationship Id="rId110" Type="http://schemas.openxmlformats.org/officeDocument/2006/relationships/image" Target="../media/image587.png"/><Relationship Id="rId115" Type="http://schemas.openxmlformats.org/officeDocument/2006/relationships/customXml" Target="../ink/ink655.xml"/><Relationship Id="rId131" Type="http://schemas.openxmlformats.org/officeDocument/2006/relationships/customXml" Target="../ink/ink663.xml"/><Relationship Id="rId136" Type="http://schemas.openxmlformats.org/officeDocument/2006/relationships/image" Target="../media/image600.png"/><Relationship Id="rId61" Type="http://schemas.openxmlformats.org/officeDocument/2006/relationships/customXml" Target="../ink/ink628.xml"/><Relationship Id="rId82" Type="http://schemas.openxmlformats.org/officeDocument/2006/relationships/image" Target="../media/image573.png"/><Relationship Id="rId19" Type="http://schemas.openxmlformats.org/officeDocument/2006/relationships/customXml" Target="../ink/ink607.xml"/><Relationship Id="rId14" Type="http://schemas.openxmlformats.org/officeDocument/2006/relationships/customXml" Target="../ink/ink605.xml"/><Relationship Id="rId30" Type="http://schemas.openxmlformats.org/officeDocument/2006/relationships/image" Target="../media/image547.png"/><Relationship Id="rId35" Type="http://schemas.openxmlformats.org/officeDocument/2006/relationships/customXml" Target="../ink/ink615.xml"/><Relationship Id="rId56" Type="http://schemas.openxmlformats.org/officeDocument/2006/relationships/image" Target="../media/image560.png"/><Relationship Id="rId77" Type="http://schemas.openxmlformats.org/officeDocument/2006/relationships/customXml" Target="../ink/ink636.xml"/><Relationship Id="rId100" Type="http://schemas.openxmlformats.org/officeDocument/2006/relationships/image" Target="../media/image582.png"/><Relationship Id="rId105" Type="http://schemas.openxmlformats.org/officeDocument/2006/relationships/customXml" Target="../ink/ink650.xml"/><Relationship Id="rId126" Type="http://schemas.openxmlformats.org/officeDocument/2006/relationships/image" Target="../media/image595.png"/><Relationship Id="rId8" Type="http://schemas.openxmlformats.org/officeDocument/2006/relationships/customXml" Target="../ink/ink602.xml"/><Relationship Id="rId51" Type="http://schemas.openxmlformats.org/officeDocument/2006/relationships/customXml" Target="../ink/ink623.xml"/><Relationship Id="rId72" Type="http://schemas.openxmlformats.org/officeDocument/2006/relationships/image" Target="../media/image568.png"/><Relationship Id="rId93" Type="http://schemas.openxmlformats.org/officeDocument/2006/relationships/customXml" Target="../ink/ink644.xml"/><Relationship Id="rId98" Type="http://schemas.openxmlformats.org/officeDocument/2006/relationships/image" Target="../media/image581.png"/><Relationship Id="rId121" Type="http://schemas.openxmlformats.org/officeDocument/2006/relationships/customXml" Target="../ink/ink658.xml"/><Relationship Id="rId3" Type="http://schemas.openxmlformats.org/officeDocument/2006/relationships/image" Target="../media/image539.png"/><Relationship Id="rId25" Type="http://schemas.openxmlformats.org/officeDocument/2006/relationships/customXml" Target="../ink/ink610.xml"/><Relationship Id="rId46" Type="http://schemas.openxmlformats.org/officeDocument/2006/relationships/image" Target="../media/image555.png"/><Relationship Id="rId67" Type="http://schemas.openxmlformats.org/officeDocument/2006/relationships/customXml" Target="../ink/ink631.xml"/><Relationship Id="rId116" Type="http://schemas.openxmlformats.org/officeDocument/2006/relationships/image" Target="../media/image590.png"/><Relationship Id="rId137" Type="http://schemas.openxmlformats.org/officeDocument/2006/relationships/customXml" Target="../ink/ink666.xml"/><Relationship Id="rId20" Type="http://schemas.openxmlformats.org/officeDocument/2006/relationships/image" Target="../media/image5421.png"/><Relationship Id="rId41" Type="http://schemas.openxmlformats.org/officeDocument/2006/relationships/customXml" Target="../ink/ink618.xml"/><Relationship Id="rId62" Type="http://schemas.openxmlformats.org/officeDocument/2006/relationships/image" Target="../media/image563.png"/><Relationship Id="rId83" Type="http://schemas.openxmlformats.org/officeDocument/2006/relationships/customXml" Target="../ink/ink639.xml"/><Relationship Id="rId88" Type="http://schemas.openxmlformats.org/officeDocument/2006/relationships/image" Target="../media/image576.png"/><Relationship Id="rId111" Type="http://schemas.openxmlformats.org/officeDocument/2006/relationships/customXml" Target="../ink/ink653.xml"/><Relationship Id="rId132" Type="http://schemas.openxmlformats.org/officeDocument/2006/relationships/image" Target="../media/image598.png"/><Relationship Id="rId15" Type="http://schemas.openxmlformats.org/officeDocument/2006/relationships/image" Target="../media/image540.png"/><Relationship Id="rId36" Type="http://schemas.openxmlformats.org/officeDocument/2006/relationships/image" Target="../media/image550.png"/><Relationship Id="rId57" Type="http://schemas.openxmlformats.org/officeDocument/2006/relationships/customXml" Target="../ink/ink626.xml"/><Relationship Id="rId106" Type="http://schemas.openxmlformats.org/officeDocument/2006/relationships/image" Target="../media/image585.png"/><Relationship Id="rId127" Type="http://schemas.openxmlformats.org/officeDocument/2006/relationships/customXml" Target="../ink/ink661.xml"/><Relationship Id="rId10" Type="http://schemas.openxmlformats.org/officeDocument/2006/relationships/customXml" Target="../ink/ink603.xml"/><Relationship Id="rId31" Type="http://schemas.openxmlformats.org/officeDocument/2006/relationships/customXml" Target="../ink/ink613.xml"/><Relationship Id="rId52" Type="http://schemas.openxmlformats.org/officeDocument/2006/relationships/image" Target="../media/image558.png"/><Relationship Id="rId73" Type="http://schemas.openxmlformats.org/officeDocument/2006/relationships/customXml" Target="../ink/ink634.xml"/><Relationship Id="rId78" Type="http://schemas.openxmlformats.org/officeDocument/2006/relationships/image" Target="../media/image571.png"/><Relationship Id="rId94" Type="http://schemas.openxmlformats.org/officeDocument/2006/relationships/image" Target="../media/image579.png"/><Relationship Id="rId99" Type="http://schemas.openxmlformats.org/officeDocument/2006/relationships/customXml" Target="../ink/ink647.xml"/><Relationship Id="rId101" Type="http://schemas.openxmlformats.org/officeDocument/2006/relationships/customXml" Target="../ink/ink648.xml"/><Relationship Id="rId122" Type="http://schemas.openxmlformats.org/officeDocument/2006/relationships/image" Target="../media/image593.png"/><Relationship Id="rId4" Type="http://schemas.openxmlformats.org/officeDocument/2006/relationships/customXml" Target="../ink/ink600.xml"/><Relationship Id="rId9" Type="http://schemas.openxmlformats.org/officeDocument/2006/relationships/image" Target="../media/image18910.png"/><Relationship Id="rId26" Type="http://schemas.openxmlformats.org/officeDocument/2006/relationships/image" Target="../media/image545.png"/><Relationship Id="rId47" Type="http://schemas.openxmlformats.org/officeDocument/2006/relationships/customXml" Target="../ink/ink621.xml"/><Relationship Id="rId68" Type="http://schemas.openxmlformats.org/officeDocument/2006/relationships/image" Target="../media/image566.png"/><Relationship Id="rId89" Type="http://schemas.openxmlformats.org/officeDocument/2006/relationships/customXml" Target="../ink/ink642.xml"/><Relationship Id="rId112" Type="http://schemas.openxmlformats.org/officeDocument/2006/relationships/image" Target="../media/image588.png"/><Relationship Id="rId133" Type="http://schemas.openxmlformats.org/officeDocument/2006/relationships/customXml" Target="../ink/ink66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3.png"/><Relationship Id="rId2" Type="http://schemas.openxmlformats.org/officeDocument/2006/relationships/image" Target="../media/image60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5.png"/><Relationship Id="rId4" Type="http://schemas.openxmlformats.org/officeDocument/2006/relationships/image" Target="../media/image604.png"/></Relationships>
</file>

<file path=ppt/slides/_rels/slide11.xml.rels><?xml version="1.0" encoding="UTF-8" standalone="yes"?>
<Relationships xmlns="http://schemas.openxmlformats.org/package/2006/relationships"><Relationship Id="rId26" Type="http://schemas.openxmlformats.org/officeDocument/2006/relationships/customXml" Target="../ink/ink678.xml"/><Relationship Id="rId21" Type="http://schemas.openxmlformats.org/officeDocument/2006/relationships/image" Target="../media/image2050.png"/><Relationship Id="rId42" Type="http://schemas.openxmlformats.org/officeDocument/2006/relationships/customXml" Target="../ink/ink686.xml"/><Relationship Id="rId47" Type="http://schemas.openxmlformats.org/officeDocument/2006/relationships/image" Target="../media/image2180.png"/><Relationship Id="rId63" Type="http://schemas.openxmlformats.org/officeDocument/2006/relationships/image" Target="../media/image2260.png"/><Relationship Id="rId68" Type="http://schemas.openxmlformats.org/officeDocument/2006/relationships/customXml" Target="../ink/ink699.xml"/><Relationship Id="rId16" Type="http://schemas.openxmlformats.org/officeDocument/2006/relationships/customXml" Target="../ink/ink673.xml"/><Relationship Id="rId11" Type="http://schemas.openxmlformats.org/officeDocument/2006/relationships/image" Target="../media/image20010.png"/><Relationship Id="rId32" Type="http://schemas.openxmlformats.org/officeDocument/2006/relationships/customXml" Target="../ink/ink681.xml"/><Relationship Id="rId37" Type="http://schemas.openxmlformats.org/officeDocument/2006/relationships/image" Target="../media/image2130.png"/><Relationship Id="rId53" Type="http://schemas.openxmlformats.org/officeDocument/2006/relationships/image" Target="../media/image2210.png"/><Relationship Id="rId58" Type="http://schemas.openxmlformats.org/officeDocument/2006/relationships/customXml" Target="../ink/ink694.xml"/><Relationship Id="rId74" Type="http://schemas.openxmlformats.org/officeDocument/2006/relationships/customXml" Target="../ink/ink702.xml"/><Relationship Id="rId79" Type="http://schemas.openxmlformats.org/officeDocument/2006/relationships/image" Target="../media/image2340.png"/><Relationship Id="rId5" Type="http://schemas.openxmlformats.org/officeDocument/2006/relationships/image" Target="../media/image19710.png"/><Relationship Id="rId61" Type="http://schemas.openxmlformats.org/officeDocument/2006/relationships/image" Target="../media/image2250.png"/><Relationship Id="rId19" Type="http://schemas.openxmlformats.org/officeDocument/2006/relationships/image" Target="../media/image2040.png"/><Relationship Id="rId14" Type="http://schemas.openxmlformats.org/officeDocument/2006/relationships/customXml" Target="../ink/ink672.xml"/><Relationship Id="rId22" Type="http://schemas.openxmlformats.org/officeDocument/2006/relationships/customXml" Target="../ink/ink676.xml"/><Relationship Id="rId27" Type="http://schemas.openxmlformats.org/officeDocument/2006/relationships/image" Target="../media/image2080.png"/><Relationship Id="rId30" Type="http://schemas.openxmlformats.org/officeDocument/2006/relationships/customXml" Target="../ink/ink680.xml"/><Relationship Id="rId35" Type="http://schemas.openxmlformats.org/officeDocument/2006/relationships/image" Target="../media/image2120.png"/><Relationship Id="rId43" Type="http://schemas.openxmlformats.org/officeDocument/2006/relationships/image" Target="../media/image2160.png"/><Relationship Id="rId48" Type="http://schemas.openxmlformats.org/officeDocument/2006/relationships/customXml" Target="../ink/ink689.xml"/><Relationship Id="rId56" Type="http://schemas.openxmlformats.org/officeDocument/2006/relationships/customXml" Target="../ink/ink693.xml"/><Relationship Id="rId64" Type="http://schemas.openxmlformats.org/officeDocument/2006/relationships/customXml" Target="../ink/ink697.xml"/><Relationship Id="rId69" Type="http://schemas.openxmlformats.org/officeDocument/2006/relationships/image" Target="../media/image2290.png"/><Relationship Id="rId77" Type="http://schemas.openxmlformats.org/officeDocument/2006/relationships/image" Target="../media/image2330.png"/><Relationship Id="rId8" Type="http://schemas.openxmlformats.org/officeDocument/2006/relationships/customXml" Target="../ink/ink669.xml"/><Relationship Id="rId51" Type="http://schemas.openxmlformats.org/officeDocument/2006/relationships/image" Target="../media/image2200.png"/><Relationship Id="rId72" Type="http://schemas.openxmlformats.org/officeDocument/2006/relationships/customXml" Target="../ink/ink701.xml"/><Relationship Id="rId80" Type="http://schemas.openxmlformats.org/officeDocument/2006/relationships/customXml" Target="../ink/ink705.xml"/><Relationship Id="rId3" Type="http://schemas.openxmlformats.org/officeDocument/2006/relationships/image" Target="../media/image607.png"/><Relationship Id="rId12" Type="http://schemas.openxmlformats.org/officeDocument/2006/relationships/customXml" Target="../ink/ink671.xml"/><Relationship Id="rId17" Type="http://schemas.openxmlformats.org/officeDocument/2006/relationships/image" Target="../media/image2033.png"/><Relationship Id="rId25" Type="http://schemas.openxmlformats.org/officeDocument/2006/relationships/image" Target="../media/image2070.png"/><Relationship Id="rId33" Type="http://schemas.openxmlformats.org/officeDocument/2006/relationships/image" Target="../media/image2110.png"/><Relationship Id="rId38" Type="http://schemas.openxmlformats.org/officeDocument/2006/relationships/customXml" Target="../ink/ink684.xml"/><Relationship Id="rId46" Type="http://schemas.openxmlformats.org/officeDocument/2006/relationships/customXml" Target="../ink/ink688.xml"/><Relationship Id="rId59" Type="http://schemas.openxmlformats.org/officeDocument/2006/relationships/image" Target="../media/image2240.png"/><Relationship Id="rId67" Type="http://schemas.openxmlformats.org/officeDocument/2006/relationships/image" Target="../media/image2280.png"/><Relationship Id="rId20" Type="http://schemas.openxmlformats.org/officeDocument/2006/relationships/customXml" Target="../ink/ink675.xml"/><Relationship Id="rId41" Type="http://schemas.openxmlformats.org/officeDocument/2006/relationships/image" Target="../media/image2150.png"/><Relationship Id="rId54" Type="http://schemas.openxmlformats.org/officeDocument/2006/relationships/customXml" Target="../ink/ink692.xml"/><Relationship Id="rId62" Type="http://schemas.openxmlformats.org/officeDocument/2006/relationships/customXml" Target="../ink/ink696.xml"/><Relationship Id="rId70" Type="http://schemas.openxmlformats.org/officeDocument/2006/relationships/customXml" Target="../ink/ink700.xml"/><Relationship Id="rId75" Type="http://schemas.openxmlformats.org/officeDocument/2006/relationships/image" Target="../media/image232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68.xml"/><Relationship Id="rId15" Type="http://schemas.openxmlformats.org/officeDocument/2006/relationships/image" Target="../media/image20210.png"/><Relationship Id="rId23" Type="http://schemas.openxmlformats.org/officeDocument/2006/relationships/image" Target="../media/image2060.png"/><Relationship Id="rId28" Type="http://schemas.openxmlformats.org/officeDocument/2006/relationships/customXml" Target="../ink/ink679.xml"/><Relationship Id="rId36" Type="http://schemas.openxmlformats.org/officeDocument/2006/relationships/customXml" Target="../ink/ink683.xml"/><Relationship Id="rId49" Type="http://schemas.openxmlformats.org/officeDocument/2006/relationships/image" Target="../media/image2190.png"/><Relationship Id="rId57" Type="http://schemas.openxmlformats.org/officeDocument/2006/relationships/image" Target="../media/image2230.png"/><Relationship Id="rId10" Type="http://schemas.openxmlformats.org/officeDocument/2006/relationships/customXml" Target="../ink/ink670.xml"/><Relationship Id="rId31" Type="http://schemas.openxmlformats.org/officeDocument/2006/relationships/image" Target="../media/image2100.png"/><Relationship Id="rId44" Type="http://schemas.openxmlformats.org/officeDocument/2006/relationships/customXml" Target="../ink/ink687.xml"/><Relationship Id="rId52" Type="http://schemas.openxmlformats.org/officeDocument/2006/relationships/customXml" Target="../ink/ink691.xml"/><Relationship Id="rId60" Type="http://schemas.openxmlformats.org/officeDocument/2006/relationships/customXml" Target="../ink/ink695.xml"/><Relationship Id="rId65" Type="http://schemas.openxmlformats.org/officeDocument/2006/relationships/image" Target="../media/image2270.png"/><Relationship Id="rId73" Type="http://schemas.openxmlformats.org/officeDocument/2006/relationships/image" Target="../media/image2310.png"/><Relationship Id="rId78" Type="http://schemas.openxmlformats.org/officeDocument/2006/relationships/customXml" Target="../ink/ink704.xml"/><Relationship Id="rId81" Type="http://schemas.openxmlformats.org/officeDocument/2006/relationships/image" Target="../media/image2350.png"/><Relationship Id="rId4" Type="http://schemas.openxmlformats.org/officeDocument/2006/relationships/customXml" Target="../ink/ink667.xml"/><Relationship Id="rId9" Type="http://schemas.openxmlformats.org/officeDocument/2006/relationships/image" Target="../media/image19910.png"/><Relationship Id="rId13" Type="http://schemas.openxmlformats.org/officeDocument/2006/relationships/image" Target="../media/image20110.png"/><Relationship Id="rId18" Type="http://schemas.openxmlformats.org/officeDocument/2006/relationships/customXml" Target="../ink/ink674.xml"/><Relationship Id="rId39" Type="http://schemas.openxmlformats.org/officeDocument/2006/relationships/image" Target="../media/image2140.png"/><Relationship Id="rId34" Type="http://schemas.openxmlformats.org/officeDocument/2006/relationships/customXml" Target="../ink/ink682.xml"/><Relationship Id="rId50" Type="http://schemas.openxmlformats.org/officeDocument/2006/relationships/customXml" Target="../ink/ink690.xml"/><Relationship Id="rId55" Type="http://schemas.openxmlformats.org/officeDocument/2006/relationships/image" Target="../media/image2220.png"/><Relationship Id="rId76" Type="http://schemas.openxmlformats.org/officeDocument/2006/relationships/customXml" Target="../ink/ink703.xml"/><Relationship Id="rId7" Type="http://schemas.openxmlformats.org/officeDocument/2006/relationships/image" Target="../media/image19810.png"/><Relationship Id="rId71" Type="http://schemas.openxmlformats.org/officeDocument/2006/relationships/image" Target="../media/image2300.png"/><Relationship Id="rId2" Type="http://schemas.openxmlformats.org/officeDocument/2006/relationships/image" Target="../media/image606.png"/><Relationship Id="rId29" Type="http://schemas.openxmlformats.org/officeDocument/2006/relationships/image" Target="../media/image2090.png"/><Relationship Id="rId24" Type="http://schemas.openxmlformats.org/officeDocument/2006/relationships/customXml" Target="../ink/ink677.xml"/><Relationship Id="rId40" Type="http://schemas.openxmlformats.org/officeDocument/2006/relationships/customXml" Target="../ink/ink685.xml"/><Relationship Id="rId45" Type="http://schemas.openxmlformats.org/officeDocument/2006/relationships/image" Target="../media/image2170.png"/><Relationship Id="rId66" Type="http://schemas.openxmlformats.org/officeDocument/2006/relationships/customXml" Target="../ink/ink698.xml"/></Relationships>
</file>

<file path=ppt/slides/_rels/slide1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63.png"/><Relationship Id="rId21" Type="http://schemas.openxmlformats.org/officeDocument/2006/relationships/image" Target="../media/image615.png"/><Relationship Id="rId42" Type="http://schemas.openxmlformats.org/officeDocument/2006/relationships/customXml" Target="../ink/ink725.xml"/><Relationship Id="rId63" Type="http://schemas.openxmlformats.org/officeDocument/2006/relationships/image" Target="../media/image636.png"/><Relationship Id="rId84" Type="http://schemas.openxmlformats.org/officeDocument/2006/relationships/customXml" Target="../ink/ink746.xml"/><Relationship Id="rId138" Type="http://schemas.openxmlformats.org/officeDocument/2006/relationships/customXml" Target="../ink/ink773.xml"/><Relationship Id="rId107" Type="http://schemas.openxmlformats.org/officeDocument/2006/relationships/image" Target="../media/image658.png"/><Relationship Id="rId11" Type="http://schemas.openxmlformats.org/officeDocument/2006/relationships/image" Target="../media/image610.png"/><Relationship Id="rId32" Type="http://schemas.openxmlformats.org/officeDocument/2006/relationships/customXml" Target="../ink/ink720.xml"/><Relationship Id="rId53" Type="http://schemas.openxmlformats.org/officeDocument/2006/relationships/image" Target="../media/image631.png"/><Relationship Id="rId74" Type="http://schemas.openxmlformats.org/officeDocument/2006/relationships/customXml" Target="../ink/ink741.xml"/><Relationship Id="rId128" Type="http://schemas.openxmlformats.org/officeDocument/2006/relationships/customXml" Target="../ink/ink768.xml"/><Relationship Id="rId149" Type="http://schemas.openxmlformats.org/officeDocument/2006/relationships/image" Target="../media/image679.png"/><Relationship Id="rId5" Type="http://schemas.openxmlformats.org/officeDocument/2006/relationships/image" Target="../media/image6071.png"/><Relationship Id="rId95" Type="http://schemas.openxmlformats.org/officeDocument/2006/relationships/image" Target="../media/image652.png"/><Relationship Id="rId22" Type="http://schemas.openxmlformats.org/officeDocument/2006/relationships/customXml" Target="../ink/ink715.xml"/><Relationship Id="rId27" Type="http://schemas.openxmlformats.org/officeDocument/2006/relationships/image" Target="../media/image618.png"/><Relationship Id="rId43" Type="http://schemas.openxmlformats.org/officeDocument/2006/relationships/image" Target="../media/image626.png"/><Relationship Id="rId48" Type="http://schemas.openxmlformats.org/officeDocument/2006/relationships/customXml" Target="../ink/ink728.xml"/><Relationship Id="rId64" Type="http://schemas.openxmlformats.org/officeDocument/2006/relationships/customXml" Target="../ink/ink736.xml"/><Relationship Id="rId69" Type="http://schemas.openxmlformats.org/officeDocument/2006/relationships/image" Target="../media/image639.png"/><Relationship Id="rId113" Type="http://schemas.openxmlformats.org/officeDocument/2006/relationships/image" Target="../media/image661.png"/><Relationship Id="rId118" Type="http://schemas.openxmlformats.org/officeDocument/2006/relationships/customXml" Target="../ink/ink763.xml"/><Relationship Id="rId134" Type="http://schemas.openxmlformats.org/officeDocument/2006/relationships/customXml" Target="../ink/ink771.xml"/><Relationship Id="rId139" Type="http://schemas.openxmlformats.org/officeDocument/2006/relationships/image" Target="../media/image674.png"/><Relationship Id="rId80" Type="http://schemas.openxmlformats.org/officeDocument/2006/relationships/customXml" Target="../ink/ink744.xml"/><Relationship Id="rId85" Type="http://schemas.openxmlformats.org/officeDocument/2006/relationships/image" Target="../media/image647.png"/><Relationship Id="rId150" Type="http://schemas.openxmlformats.org/officeDocument/2006/relationships/customXml" Target="../ink/ink779.xml"/><Relationship Id="rId12" Type="http://schemas.openxmlformats.org/officeDocument/2006/relationships/customXml" Target="../ink/ink710.xml"/><Relationship Id="rId17" Type="http://schemas.openxmlformats.org/officeDocument/2006/relationships/image" Target="../media/image613.png"/><Relationship Id="rId33" Type="http://schemas.openxmlformats.org/officeDocument/2006/relationships/image" Target="../media/image621.png"/><Relationship Id="rId38" Type="http://schemas.openxmlformats.org/officeDocument/2006/relationships/customXml" Target="../ink/ink723.xml"/><Relationship Id="rId59" Type="http://schemas.openxmlformats.org/officeDocument/2006/relationships/image" Target="../media/image634.png"/><Relationship Id="rId103" Type="http://schemas.openxmlformats.org/officeDocument/2006/relationships/image" Target="../media/image656.png"/><Relationship Id="rId108" Type="http://schemas.openxmlformats.org/officeDocument/2006/relationships/customXml" Target="../ink/ink758.xml"/><Relationship Id="rId124" Type="http://schemas.openxmlformats.org/officeDocument/2006/relationships/customXml" Target="../ink/ink766.xml"/><Relationship Id="rId129" Type="http://schemas.openxmlformats.org/officeDocument/2006/relationships/image" Target="../media/image669.png"/><Relationship Id="rId54" Type="http://schemas.openxmlformats.org/officeDocument/2006/relationships/customXml" Target="../ink/ink731.xml"/><Relationship Id="rId70" Type="http://schemas.openxmlformats.org/officeDocument/2006/relationships/customXml" Target="../ink/ink739.xml"/><Relationship Id="rId75" Type="http://schemas.openxmlformats.org/officeDocument/2006/relationships/image" Target="../media/image642.png"/><Relationship Id="rId91" Type="http://schemas.openxmlformats.org/officeDocument/2006/relationships/image" Target="../media/image650.png"/><Relationship Id="rId96" Type="http://schemas.openxmlformats.org/officeDocument/2006/relationships/customXml" Target="../ink/ink752.xml"/><Relationship Id="rId140" Type="http://schemas.openxmlformats.org/officeDocument/2006/relationships/customXml" Target="../ink/ink774.xml"/><Relationship Id="rId145" Type="http://schemas.openxmlformats.org/officeDocument/2006/relationships/image" Target="../media/image677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707.xml"/><Relationship Id="rId23" Type="http://schemas.openxmlformats.org/officeDocument/2006/relationships/image" Target="../media/image616.png"/><Relationship Id="rId28" Type="http://schemas.openxmlformats.org/officeDocument/2006/relationships/customXml" Target="../ink/ink718.xml"/><Relationship Id="rId49" Type="http://schemas.openxmlformats.org/officeDocument/2006/relationships/image" Target="../media/image629.png"/><Relationship Id="rId114" Type="http://schemas.openxmlformats.org/officeDocument/2006/relationships/customXml" Target="../ink/ink761.xml"/><Relationship Id="rId119" Type="http://schemas.openxmlformats.org/officeDocument/2006/relationships/image" Target="../media/image664.png"/><Relationship Id="rId44" Type="http://schemas.openxmlformats.org/officeDocument/2006/relationships/customXml" Target="../ink/ink726.xml"/><Relationship Id="rId60" Type="http://schemas.openxmlformats.org/officeDocument/2006/relationships/customXml" Target="../ink/ink734.xml"/><Relationship Id="rId65" Type="http://schemas.openxmlformats.org/officeDocument/2006/relationships/image" Target="../media/image637.png"/><Relationship Id="rId81" Type="http://schemas.openxmlformats.org/officeDocument/2006/relationships/image" Target="../media/image645.png"/><Relationship Id="rId86" Type="http://schemas.openxmlformats.org/officeDocument/2006/relationships/customXml" Target="../ink/ink747.xml"/><Relationship Id="rId130" Type="http://schemas.openxmlformats.org/officeDocument/2006/relationships/customXml" Target="../ink/ink769.xml"/><Relationship Id="rId135" Type="http://schemas.openxmlformats.org/officeDocument/2006/relationships/image" Target="../media/image672.png"/><Relationship Id="rId151" Type="http://schemas.openxmlformats.org/officeDocument/2006/relationships/image" Target="../media/image680.png"/><Relationship Id="rId13" Type="http://schemas.openxmlformats.org/officeDocument/2006/relationships/image" Target="../media/image611.png"/><Relationship Id="rId18" Type="http://schemas.openxmlformats.org/officeDocument/2006/relationships/customXml" Target="../ink/ink713.xml"/><Relationship Id="rId39" Type="http://schemas.openxmlformats.org/officeDocument/2006/relationships/image" Target="../media/image624.png"/><Relationship Id="rId109" Type="http://schemas.openxmlformats.org/officeDocument/2006/relationships/image" Target="../media/image659.png"/><Relationship Id="rId34" Type="http://schemas.openxmlformats.org/officeDocument/2006/relationships/customXml" Target="../ink/ink721.xml"/><Relationship Id="rId50" Type="http://schemas.openxmlformats.org/officeDocument/2006/relationships/customXml" Target="../ink/ink729.xml"/><Relationship Id="rId55" Type="http://schemas.openxmlformats.org/officeDocument/2006/relationships/image" Target="../media/image632.png"/><Relationship Id="rId76" Type="http://schemas.openxmlformats.org/officeDocument/2006/relationships/customXml" Target="../ink/ink742.xml"/><Relationship Id="rId97" Type="http://schemas.openxmlformats.org/officeDocument/2006/relationships/image" Target="../media/image653.png"/><Relationship Id="rId104" Type="http://schemas.openxmlformats.org/officeDocument/2006/relationships/customXml" Target="../ink/ink756.xml"/><Relationship Id="rId120" Type="http://schemas.openxmlformats.org/officeDocument/2006/relationships/customXml" Target="../ink/ink764.xml"/><Relationship Id="rId125" Type="http://schemas.openxmlformats.org/officeDocument/2006/relationships/image" Target="../media/image667.png"/><Relationship Id="rId141" Type="http://schemas.openxmlformats.org/officeDocument/2006/relationships/image" Target="../media/image675.png"/><Relationship Id="rId146" Type="http://schemas.openxmlformats.org/officeDocument/2006/relationships/customXml" Target="../ink/ink777.xml"/><Relationship Id="rId7" Type="http://schemas.openxmlformats.org/officeDocument/2006/relationships/image" Target="../media/image608.png"/><Relationship Id="rId71" Type="http://schemas.openxmlformats.org/officeDocument/2006/relationships/image" Target="../media/image640.png"/><Relationship Id="rId92" Type="http://schemas.openxmlformats.org/officeDocument/2006/relationships/customXml" Target="../ink/ink750.xml"/><Relationship Id="rId2" Type="http://schemas.openxmlformats.org/officeDocument/2006/relationships/image" Target="../media/image606.png"/><Relationship Id="rId29" Type="http://schemas.openxmlformats.org/officeDocument/2006/relationships/image" Target="../media/image619.png"/><Relationship Id="rId24" Type="http://schemas.openxmlformats.org/officeDocument/2006/relationships/customXml" Target="../ink/ink716.xml"/><Relationship Id="rId40" Type="http://schemas.openxmlformats.org/officeDocument/2006/relationships/customXml" Target="../ink/ink724.xml"/><Relationship Id="rId45" Type="http://schemas.openxmlformats.org/officeDocument/2006/relationships/image" Target="../media/image627.png"/><Relationship Id="rId66" Type="http://schemas.openxmlformats.org/officeDocument/2006/relationships/customXml" Target="../ink/ink737.xml"/><Relationship Id="rId87" Type="http://schemas.openxmlformats.org/officeDocument/2006/relationships/image" Target="../media/image648.png"/><Relationship Id="rId110" Type="http://schemas.openxmlformats.org/officeDocument/2006/relationships/customXml" Target="../ink/ink759.xml"/><Relationship Id="rId115" Type="http://schemas.openxmlformats.org/officeDocument/2006/relationships/image" Target="../media/image662.png"/><Relationship Id="rId131" Type="http://schemas.openxmlformats.org/officeDocument/2006/relationships/image" Target="../media/image670.png"/><Relationship Id="rId136" Type="http://schemas.openxmlformats.org/officeDocument/2006/relationships/customXml" Target="../ink/ink772.xml"/><Relationship Id="rId61" Type="http://schemas.openxmlformats.org/officeDocument/2006/relationships/image" Target="../media/image635.png"/><Relationship Id="rId82" Type="http://schemas.openxmlformats.org/officeDocument/2006/relationships/customXml" Target="../ink/ink745.xml"/><Relationship Id="rId19" Type="http://schemas.openxmlformats.org/officeDocument/2006/relationships/image" Target="../media/image614.png"/><Relationship Id="rId14" Type="http://schemas.openxmlformats.org/officeDocument/2006/relationships/customXml" Target="../ink/ink711.xml"/><Relationship Id="rId30" Type="http://schemas.openxmlformats.org/officeDocument/2006/relationships/customXml" Target="../ink/ink719.xml"/><Relationship Id="rId35" Type="http://schemas.openxmlformats.org/officeDocument/2006/relationships/image" Target="../media/image622.png"/><Relationship Id="rId56" Type="http://schemas.openxmlformats.org/officeDocument/2006/relationships/customXml" Target="../ink/ink732.xml"/><Relationship Id="rId77" Type="http://schemas.openxmlformats.org/officeDocument/2006/relationships/image" Target="../media/image643.png"/><Relationship Id="rId100" Type="http://schemas.openxmlformats.org/officeDocument/2006/relationships/customXml" Target="../ink/ink754.xml"/><Relationship Id="rId105" Type="http://schemas.openxmlformats.org/officeDocument/2006/relationships/image" Target="../media/image657.png"/><Relationship Id="rId126" Type="http://schemas.openxmlformats.org/officeDocument/2006/relationships/customXml" Target="../ink/ink767.xml"/><Relationship Id="rId147" Type="http://schemas.openxmlformats.org/officeDocument/2006/relationships/image" Target="../media/image678.png"/><Relationship Id="rId8" Type="http://schemas.openxmlformats.org/officeDocument/2006/relationships/customXml" Target="../ink/ink708.xml"/><Relationship Id="rId51" Type="http://schemas.openxmlformats.org/officeDocument/2006/relationships/image" Target="../media/image630.png"/><Relationship Id="rId72" Type="http://schemas.openxmlformats.org/officeDocument/2006/relationships/customXml" Target="../ink/ink740.xml"/><Relationship Id="rId93" Type="http://schemas.openxmlformats.org/officeDocument/2006/relationships/image" Target="../media/image651.png"/><Relationship Id="rId98" Type="http://schemas.openxmlformats.org/officeDocument/2006/relationships/customXml" Target="../ink/ink753.xml"/><Relationship Id="rId121" Type="http://schemas.openxmlformats.org/officeDocument/2006/relationships/image" Target="../media/image665.png"/><Relationship Id="rId142" Type="http://schemas.openxmlformats.org/officeDocument/2006/relationships/customXml" Target="../ink/ink775.xml"/><Relationship Id="rId3" Type="http://schemas.openxmlformats.org/officeDocument/2006/relationships/image" Target="../media/image607.png"/><Relationship Id="rId25" Type="http://schemas.openxmlformats.org/officeDocument/2006/relationships/image" Target="../media/image617.png"/><Relationship Id="rId46" Type="http://schemas.openxmlformats.org/officeDocument/2006/relationships/customXml" Target="../ink/ink727.xml"/><Relationship Id="rId67" Type="http://schemas.openxmlformats.org/officeDocument/2006/relationships/image" Target="../media/image638.png"/><Relationship Id="rId116" Type="http://schemas.openxmlformats.org/officeDocument/2006/relationships/customXml" Target="../ink/ink762.xml"/><Relationship Id="rId137" Type="http://schemas.openxmlformats.org/officeDocument/2006/relationships/image" Target="../media/image673.png"/><Relationship Id="rId20" Type="http://schemas.openxmlformats.org/officeDocument/2006/relationships/customXml" Target="../ink/ink714.xml"/><Relationship Id="rId41" Type="http://schemas.openxmlformats.org/officeDocument/2006/relationships/image" Target="../media/image625.png"/><Relationship Id="rId62" Type="http://schemas.openxmlformats.org/officeDocument/2006/relationships/customXml" Target="../ink/ink735.xml"/><Relationship Id="rId83" Type="http://schemas.openxmlformats.org/officeDocument/2006/relationships/image" Target="../media/image646.png"/><Relationship Id="rId88" Type="http://schemas.openxmlformats.org/officeDocument/2006/relationships/customXml" Target="../ink/ink748.xml"/><Relationship Id="rId111" Type="http://schemas.openxmlformats.org/officeDocument/2006/relationships/image" Target="../media/image660.png"/><Relationship Id="rId132" Type="http://schemas.openxmlformats.org/officeDocument/2006/relationships/customXml" Target="../ink/ink770.xml"/><Relationship Id="rId15" Type="http://schemas.openxmlformats.org/officeDocument/2006/relationships/image" Target="../media/image612.png"/><Relationship Id="rId36" Type="http://schemas.openxmlformats.org/officeDocument/2006/relationships/customXml" Target="../ink/ink722.xml"/><Relationship Id="rId57" Type="http://schemas.openxmlformats.org/officeDocument/2006/relationships/image" Target="../media/image633.png"/><Relationship Id="rId106" Type="http://schemas.openxmlformats.org/officeDocument/2006/relationships/customXml" Target="../ink/ink757.xml"/><Relationship Id="rId127" Type="http://schemas.openxmlformats.org/officeDocument/2006/relationships/image" Target="../media/image668.png"/><Relationship Id="rId10" Type="http://schemas.openxmlformats.org/officeDocument/2006/relationships/customXml" Target="../ink/ink709.xml"/><Relationship Id="rId31" Type="http://schemas.openxmlformats.org/officeDocument/2006/relationships/image" Target="../media/image620.png"/><Relationship Id="rId52" Type="http://schemas.openxmlformats.org/officeDocument/2006/relationships/customXml" Target="../ink/ink730.xml"/><Relationship Id="rId73" Type="http://schemas.openxmlformats.org/officeDocument/2006/relationships/image" Target="../media/image641.png"/><Relationship Id="rId78" Type="http://schemas.openxmlformats.org/officeDocument/2006/relationships/customXml" Target="../ink/ink743.xml"/><Relationship Id="rId94" Type="http://schemas.openxmlformats.org/officeDocument/2006/relationships/customXml" Target="../ink/ink751.xml"/><Relationship Id="rId99" Type="http://schemas.openxmlformats.org/officeDocument/2006/relationships/image" Target="../media/image654.png"/><Relationship Id="rId101" Type="http://schemas.openxmlformats.org/officeDocument/2006/relationships/image" Target="../media/image655.png"/><Relationship Id="rId122" Type="http://schemas.openxmlformats.org/officeDocument/2006/relationships/customXml" Target="../ink/ink765.xml"/><Relationship Id="rId143" Type="http://schemas.openxmlformats.org/officeDocument/2006/relationships/image" Target="../media/image676.png"/><Relationship Id="rId148" Type="http://schemas.openxmlformats.org/officeDocument/2006/relationships/customXml" Target="../ink/ink778.xml"/><Relationship Id="rId4" Type="http://schemas.openxmlformats.org/officeDocument/2006/relationships/customXml" Target="../ink/ink706.xml"/><Relationship Id="rId9" Type="http://schemas.openxmlformats.org/officeDocument/2006/relationships/image" Target="../media/image609.png"/><Relationship Id="rId26" Type="http://schemas.openxmlformats.org/officeDocument/2006/relationships/customXml" Target="../ink/ink717.xml"/><Relationship Id="rId47" Type="http://schemas.openxmlformats.org/officeDocument/2006/relationships/image" Target="../media/image628.png"/><Relationship Id="rId68" Type="http://schemas.openxmlformats.org/officeDocument/2006/relationships/customXml" Target="../ink/ink738.xml"/><Relationship Id="rId89" Type="http://schemas.openxmlformats.org/officeDocument/2006/relationships/image" Target="../media/image649.png"/><Relationship Id="rId112" Type="http://schemas.openxmlformats.org/officeDocument/2006/relationships/customXml" Target="../ink/ink760.xml"/><Relationship Id="rId133" Type="http://schemas.openxmlformats.org/officeDocument/2006/relationships/image" Target="../media/image671.png"/><Relationship Id="rId16" Type="http://schemas.openxmlformats.org/officeDocument/2006/relationships/customXml" Target="../ink/ink712.xml"/><Relationship Id="rId37" Type="http://schemas.openxmlformats.org/officeDocument/2006/relationships/image" Target="../media/image623.png"/><Relationship Id="rId58" Type="http://schemas.openxmlformats.org/officeDocument/2006/relationships/customXml" Target="../ink/ink733.xml"/><Relationship Id="rId79" Type="http://schemas.openxmlformats.org/officeDocument/2006/relationships/image" Target="../media/image644.png"/><Relationship Id="rId102" Type="http://schemas.openxmlformats.org/officeDocument/2006/relationships/customXml" Target="../ink/ink755.xml"/><Relationship Id="rId123" Type="http://schemas.openxmlformats.org/officeDocument/2006/relationships/image" Target="../media/image666.png"/><Relationship Id="rId144" Type="http://schemas.openxmlformats.org/officeDocument/2006/relationships/customXml" Target="../ink/ink776.xml"/><Relationship Id="rId90" Type="http://schemas.openxmlformats.org/officeDocument/2006/relationships/customXml" Target="../ink/ink749.xml"/></Relationships>
</file>

<file path=ppt/slides/_rels/slide1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738.png"/><Relationship Id="rId299" Type="http://schemas.openxmlformats.org/officeDocument/2006/relationships/image" Target="../media/image829.png"/><Relationship Id="rId21" Type="http://schemas.openxmlformats.org/officeDocument/2006/relationships/image" Target="../media/image690.png"/><Relationship Id="rId63" Type="http://schemas.openxmlformats.org/officeDocument/2006/relationships/image" Target="../media/image711.png"/><Relationship Id="rId159" Type="http://schemas.openxmlformats.org/officeDocument/2006/relationships/image" Target="../media/image759.png"/><Relationship Id="rId324" Type="http://schemas.openxmlformats.org/officeDocument/2006/relationships/customXml" Target="../ink/ink941.xml"/><Relationship Id="rId170" Type="http://schemas.openxmlformats.org/officeDocument/2006/relationships/customXml" Target="../ink/ink864.xml"/><Relationship Id="rId226" Type="http://schemas.openxmlformats.org/officeDocument/2006/relationships/customXml" Target="../ink/ink892.xml"/><Relationship Id="rId268" Type="http://schemas.openxmlformats.org/officeDocument/2006/relationships/customXml" Target="../ink/ink913.xml"/><Relationship Id="rId32" Type="http://schemas.openxmlformats.org/officeDocument/2006/relationships/customXml" Target="../ink/ink795.xml"/><Relationship Id="rId74" Type="http://schemas.openxmlformats.org/officeDocument/2006/relationships/customXml" Target="../ink/ink816.xml"/><Relationship Id="rId128" Type="http://schemas.openxmlformats.org/officeDocument/2006/relationships/customXml" Target="../ink/ink843.xml"/><Relationship Id="rId335" Type="http://schemas.openxmlformats.org/officeDocument/2006/relationships/image" Target="../media/image847.png"/><Relationship Id="rId5" Type="http://schemas.openxmlformats.org/officeDocument/2006/relationships/image" Target="../media/image682.png"/><Relationship Id="rId181" Type="http://schemas.openxmlformats.org/officeDocument/2006/relationships/image" Target="../media/image770.png"/><Relationship Id="rId237" Type="http://schemas.openxmlformats.org/officeDocument/2006/relationships/image" Target="../media/image798.png"/><Relationship Id="rId279" Type="http://schemas.openxmlformats.org/officeDocument/2006/relationships/image" Target="../media/image819.png"/><Relationship Id="rId43" Type="http://schemas.openxmlformats.org/officeDocument/2006/relationships/image" Target="../media/image701.png"/><Relationship Id="rId139" Type="http://schemas.openxmlformats.org/officeDocument/2006/relationships/image" Target="../media/image749.png"/><Relationship Id="rId290" Type="http://schemas.openxmlformats.org/officeDocument/2006/relationships/customXml" Target="../ink/ink924.xml"/><Relationship Id="rId304" Type="http://schemas.openxmlformats.org/officeDocument/2006/relationships/customXml" Target="../ink/ink931.xml"/><Relationship Id="rId346" Type="http://schemas.openxmlformats.org/officeDocument/2006/relationships/customXml" Target="../ink/ink952.xml"/><Relationship Id="rId85" Type="http://schemas.openxmlformats.org/officeDocument/2006/relationships/image" Target="../media/image722.png"/><Relationship Id="rId150" Type="http://schemas.openxmlformats.org/officeDocument/2006/relationships/customXml" Target="../ink/ink854.xml"/><Relationship Id="rId192" Type="http://schemas.openxmlformats.org/officeDocument/2006/relationships/customXml" Target="../ink/ink875.xml"/><Relationship Id="rId206" Type="http://schemas.openxmlformats.org/officeDocument/2006/relationships/customXml" Target="../ink/ink882.xml"/><Relationship Id="rId248" Type="http://schemas.openxmlformats.org/officeDocument/2006/relationships/customXml" Target="../ink/ink903.xml"/><Relationship Id="rId12" Type="http://schemas.openxmlformats.org/officeDocument/2006/relationships/customXml" Target="../ink/ink785.xml"/><Relationship Id="rId108" Type="http://schemas.openxmlformats.org/officeDocument/2006/relationships/customXml" Target="../ink/ink833.xml"/><Relationship Id="rId315" Type="http://schemas.openxmlformats.org/officeDocument/2006/relationships/image" Target="../media/image837.png"/><Relationship Id="rId54" Type="http://schemas.openxmlformats.org/officeDocument/2006/relationships/customXml" Target="../ink/ink806.xml"/><Relationship Id="rId96" Type="http://schemas.openxmlformats.org/officeDocument/2006/relationships/customXml" Target="../ink/ink827.xml"/><Relationship Id="rId161" Type="http://schemas.openxmlformats.org/officeDocument/2006/relationships/image" Target="../media/image760.png"/><Relationship Id="rId217" Type="http://schemas.openxmlformats.org/officeDocument/2006/relationships/image" Target="../media/image788.png"/><Relationship Id="rId259" Type="http://schemas.openxmlformats.org/officeDocument/2006/relationships/image" Target="../media/image809.png"/><Relationship Id="rId23" Type="http://schemas.openxmlformats.org/officeDocument/2006/relationships/image" Target="../media/image691.png"/><Relationship Id="rId119" Type="http://schemas.openxmlformats.org/officeDocument/2006/relationships/image" Target="../media/image739.png"/><Relationship Id="rId270" Type="http://schemas.openxmlformats.org/officeDocument/2006/relationships/customXml" Target="../ink/ink914.xml"/><Relationship Id="rId326" Type="http://schemas.openxmlformats.org/officeDocument/2006/relationships/customXml" Target="../ink/ink942.xml"/><Relationship Id="rId65" Type="http://schemas.openxmlformats.org/officeDocument/2006/relationships/image" Target="../media/image712.png"/><Relationship Id="rId130" Type="http://schemas.openxmlformats.org/officeDocument/2006/relationships/customXml" Target="../ink/ink844.xml"/><Relationship Id="rId172" Type="http://schemas.openxmlformats.org/officeDocument/2006/relationships/customXml" Target="../ink/ink865.xml"/><Relationship Id="rId228" Type="http://schemas.openxmlformats.org/officeDocument/2006/relationships/customXml" Target="../ink/ink893.xml"/><Relationship Id="rId281" Type="http://schemas.openxmlformats.org/officeDocument/2006/relationships/image" Target="../media/image820.png"/><Relationship Id="rId337" Type="http://schemas.openxmlformats.org/officeDocument/2006/relationships/image" Target="../media/image848.png"/><Relationship Id="rId34" Type="http://schemas.openxmlformats.org/officeDocument/2006/relationships/customXml" Target="../ink/ink796.xml"/><Relationship Id="rId76" Type="http://schemas.openxmlformats.org/officeDocument/2006/relationships/customXml" Target="../ink/ink817.xml"/><Relationship Id="rId141" Type="http://schemas.openxmlformats.org/officeDocument/2006/relationships/image" Target="../media/image750.png"/><Relationship Id="rId7" Type="http://schemas.openxmlformats.org/officeDocument/2006/relationships/image" Target="../media/image683.png"/><Relationship Id="rId183" Type="http://schemas.openxmlformats.org/officeDocument/2006/relationships/image" Target="../media/image771.png"/><Relationship Id="rId239" Type="http://schemas.openxmlformats.org/officeDocument/2006/relationships/image" Target="../media/image799.png"/><Relationship Id="rId250" Type="http://schemas.openxmlformats.org/officeDocument/2006/relationships/customXml" Target="../ink/ink904.xml"/><Relationship Id="rId292" Type="http://schemas.openxmlformats.org/officeDocument/2006/relationships/customXml" Target="../ink/ink925.xml"/><Relationship Id="rId306" Type="http://schemas.openxmlformats.org/officeDocument/2006/relationships/customXml" Target="../ink/ink932.xml"/><Relationship Id="rId45" Type="http://schemas.openxmlformats.org/officeDocument/2006/relationships/image" Target="../media/image702.png"/><Relationship Id="rId87" Type="http://schemas.openxmlformats.org/officeDocument/2006/relationships/image" Target="../media/image723.png"/><Relationship Id="rId110" Type="http://schemas.openxmlformats.org/officeDocument/2006/relationships/customXml" Target="../ink/ink834.xml"/><Relationship Id="rId348" Type="http://schemas.openxmlformats.org/officeDocument/2006/relationships/customXml" Target="../ink/ink953.xml"/><Relationship Id="rId152" Type="http://schemas.openxmlformats.org/officeDocument/2006/relationships/customXml" Target="../ink/ink855.xml"/><Relationship Id="rId194" Type="http://schemas.openxmlformats.org/officeDocument/2006/relationships/customXml" Target="../ink/ink876.xml"/><Relationship Id="rId208" Type="http://schemas.openxmlformats.org/officeDocument/2006/relationships/customXml" Target="../ink/ink883.xml"/><Relationship Id="rId261" Type="http://schemas.openxmlformats.org/officeDocument/2006/relationships/image" Target="../media/image810.png"/><Relationship Id="rId14" Type="http://schemas.openxmlformats.org/officeDocument/2006/relationships/customXml" Target="../ink/ink786.xml"/><Relationship Id="rId56" Type="http://schemas.openxmlformats.org/officeDocument/2006/relationships/customXml" Target="../ink/ink807.xml"/><Relationship Id="rId317" Type="http://schemas.openxmlformats.org/officeDocument/2006/relationships/image" Target="../media/image838.png"/><Relationship Id="rId8" Type="http://schemas.openxmlformats.org/officeDocument/2006/relationships/customXml" Target="../ink/ink783.xml"/><Relationship Id="rId98" Type="http://schemas.openxmlformats.org/officeDocument/2006/relationships/customXml" Target="../ink/ink828.xml"/><Relationship Id="rId121" Type="http://schemas.openxmlformats.org/officeDocument/2006/relationships/image" Target="../media/image740.png"/><Relationship Id="rId142" Type="http://schemas.openxmlformats.org/officeDocument/2006/relationships/customXml" Target="../ink/ink850.xml"/><Relationship Id="rId163" Type="http://schemas.openxmlformats.org/officeDocument/2006/relationships/image" Target="../media/image761.png"/><Relationship Id="rId184" Type="http://schemas.openxmlformats.org/officeDocument/2006/relationships/customXml" Target="../ink/ink871.xml"/><Relationship Id="rId219" Type="http://schemas.openxmlformats.org/officeDocument/2006/relationships/image" Target="../media/image789.png"/><Relationship Id="rId230" Type="http://schemas.openxmlformats.org/officeDocument/2006/relationships/customXml" Target="../ink/ink894.xml"/><Relationship Id="rId251" Type="http://schemas.openxmlformats.org/officeDocument/2006/relationships/image" Target="../media/image805.png"/><Relationship Id="rId25" Type="http://schemas.openxmlformats.org/officeDocument/2006/relationships/image" Target="../media/image692.png"/><Relationship Id="rId46" Type="http://schemas.openxmlformats.org/officeDocument/2006/relationships/customXml" Target="../ink/ink802.xml"/><Relationship Id="rId67" Type="http://schemas.openxmlformats.org/officeDocument/2006/relationships/image" Target="../media/image713.png"/><Relationship Id="rId272" Type="http://schemas.openxmlformats.org/officeDocument/2006/relationships/customXml" Target="../ink/ink915.xml"/><Relationship Id="rId293" Type="http://schemas.openxmlformats.org/officeDocument/2006/relationships/image" Target="../media/image826.png"/><Relationship Id="rId307" Type="http://schemas.openxmlformats.org/officeDocument/2006/relationships/image" Target="../media/image833.png"/><Relationship Id="rId328" Type="http://schemas.openxmlformats.org/officeDocument/2006/relationships/customXml" Target="../ink/ink943.xml"/><Relationship Id="rId349" Type="http://schemas.openxmlformats.org/officeDocument/2006/relationships/image" Target="../media/image854.png"/><Relationship Id="rId88" Type="http://schemas.openxmlformats.org/officeDocument/2006/relationships/customXml" Target="../ink/ink823.xml"/><Relationship Id="rId111" Type="http://schemas.openxmlformats.org/officeDocument/2006/relationships/image" Target="../media/image735.png"/><Relationship Id="rId132" Type="http://schemas.openxmlformats.org/officeDocument/2006/relationships/customXml" Target="../ink/ink845.xml"/><Relationship Id="rId153" Type="http://schemas.openxmlformats.org/officeDocument/2006/relationships/image" Target="../media/image756.png"/><Relationship Id="rId174" Type="http://schemas.openxmlformats.org/officeDocument/2006/relationships/customXml" Target="../ink/ink866.xml"/><Relationship Id="rId195" Type="http://schemas.openxmlformats.org/officeDocument/2006/relationships/image" Target="../media/image777.png"/><Relationship Id="rId209" Type="http://schemas.openxmlformats.org/officeDocument/2006/relationships/image" Target="../media/image784.png"/><Relationship Id="rId220" Type="http://schemas.openxmlformats.org/officeDocument/2006/relationships/customXml" Target="../ink/ink889.xml"/><Relationship Id="rId241" Type="http://schemas.openxmlformats.org/officeDocument/2006/relationships/image" Target="../media/image800.png"/><Relationship Id="rId15" Type="http://schemas.openxmlformats.org/officeDocument/2006/relationships/image" Target="../media/image687.png"/><Relationship Id="rId36" Type="http://schemas.openxmlformats.org/officeDocument/2006/relationships/customXml" Target="../ink/ink797.xml"/><Relationship Id="rId57" Type="http://schemas.openxmlformats.org/officeDocument/2006/relationships/image" Target="../media/image708.png"/><Relationship Id="rId262" Type="http://schemas.openxmlformats.org/officeDocument/2006/relationships/customXml" Target="../ink/ink910.xml"/><Relationship Id="rId283" Type="http://schemas.openxmlformats.org/officeDocument/2006/relationships/image" Target="../media/image821.png"/><Relationship Id="rId318" Type="http://schemas.openxmlformats.org/officeDocument/2006/relationships/customXml" Target="../ink/ink938.xml"/><Relationship Id="rId339" Type="http://schemas.openxmlformats.org/officeDocument/2006/relationships/image" Target="../media/image849.png"/><Relationship Id="rId78" Type="http://schemas.openxmlformats.org/officeDocument/2006/relationships/customXml" Target="../ink/ink818.xml"/><Relationship Id="rId99" Type="http://schemas.openxmlformats.org/officeDocument/2006/relationships/image" Target="../media/image729.png"/><Relationship Id="rId101" Type="http://schemas.openxmlformats.org/officeDocument/2006/relationships/image" Target="../media/image730.png"/><Relationship Id="rId122" Type="http://schemas.openxmlformats.org/officeDocument/2006/relationships/customXml" Target="../ink/ink840.xml"/><Relationship Id="rId143" Type="http://schemas.openxmlformats.org/officeDocument/2006/relationships/image" Target="../media/image751.png"/><Relationship Id="rId164" Type="http://schemas.openxmlformats.org/officeDocument/2006/relationships/customXml" Target="../ink/ink861.xml"/><Relationship Id="rId185" Type="http://schemas.openxmlformats.org/officeDocument/2006/relationships/image" Target="../media/image772.png"/><Relationship Id="rId350" Type="http://schemas.openxmlformats.org/officeDocument/2006/relationships/customXml" Target="../ink/ink954.xml"/><Relationship Id="rId9" Type="http://schemas.openxmlformats.org/officeDocument/2006/relationships/image" Target="../media/image684.png"/><Relationship Id="rId210" Type="http://schemas.openxmlformats.org/officeDocument/2006/relationships/customXml" Target="../ink/ink884.xml"/><Relationship Id="rId26" Type="http://schemas.openxmlformats.org/officeDocument/2006/relationships/customXml" Target="../ink/ink792.xml"/><Relationship Id="rId231" Type="http://schemas.openxmlformats.org/officeDocument/2006/relationships/image" Target="../media/image795.png"/><Relationship Id="rId252" Type="http://schemas.openxmlformats.org/officeDocument/2006/relationships/customXml" Target="../ink/ink905.xml"/><Relationship Id="rId273" Type="http://schemas.openxmlformats.org/officeDocument/2006/relationships/image" Target="../media/image816.png"/><Relationship Id="rId294" Type="http://schemas.openxmlformats.org/officeDocument/2006/relationships/customXml" Target="../ink/ink926.xml"/><Relationship Id="rId308" Type="http://schemas.openxmlformats.org/officeDocument/2006/relationships/customXml" Target="../ink/ink933.xml"/><Relationship Id="rId329" Type="http://schemas.openxmlformats.org/officeDocument/2006/relationships/image" Target="../media/image844.png"/><Relationship Id="rId47" Type="http://schemas.openxmlformats.org/officeDocument/2006/relationships/image" Target="../media/image703.png"/><Relationship Id="rId68" Type="http://schemas.openxmlformats.org/officeDocument/2006/relationships/customXml" Target="../ink/ink813.xml"/><Relationship Id="rId89" Type="http://schemas.openxmlformats.org/officeDocument/2006/relationships/image" Target="../media/image724.png"/><Relationship Id="rId112" Type="http://schemas.openxmlformats.org/officeDocument/2006/relationships/customXml" Target="../ink/ink835.xml"/><Relationship Id="rId133" Type="http://schemas.openxmlformats.org/officeDocument/2006/relationships/image" Target="../media/image746.png"/><Relationship Id="rId154" Type="http://schemas.openxmlformats.org/officeDocument/2006/relationships/customXml" Target="../ink/ink856.xml"/><Relationship Id="rId175" Type="http://schemas.openxmlformats.org/officeDocument/2006/relationships/image" Target="../media/image767.png"/><Relationship Id="rId340" Type="http://schemas.openxmlformats.org/officeDocument/2006/relationships/customXml" Target="../ink/ink949.xml"/><Relationship Id="rId196" Type="http://schemas.openxmlformats.org/officeDocument/2006/relationships/customXml" Target="../ink/ink877.xml"/><Relationship Id="rId200" Type="http://schemas.openxmlformats.org/officeDocument/2006/relationships/customXml" Target="../ink/ink879.xml"/><Relationship Id="rId16" Type="http://schemas.openxmlformats.org/officeDocument/2006/relationships/customXml" Target="../ink/ink787.xml"/><Relationship Id="rId221" Type="http://schemas.openxmlformats.org/officeDocument/2006/relationships/image" Target="../media/image790.png"/><Relationship Id="rId242" Type="http://schemas.openxmlformats.org/officeDocument/2006/relationships/customXml" Target="../ink/ink900.xml"/><Relationship Id="rId263" Type="http://schemas.openxmlformats.org/officeDocument/2006/relationships/image" Target="../media/image811.png"/><Relationship Id="rId284" Type="http://schemas.openxmlformats.org/officeDocument/2006/relationships/customXml" Target="../ink/ink921.xml"/><Relationship Id="rId319" Type="http://schemas.openxmlformats.org/officeDocument/2006/relationships/image" Target="../media/image839.png"/><Relationship Id="rId37" Type="http://schemas.openxmlformats.org/officeDocument/2006/relationships/image" Target="../media/image698.png"/><Relationship Id="rId58" Type="http://schemas.openxmlformats.org/officeDocument/2006/relationships/customXml" Target="../ink/ink808.xml"/><Relationship Id="rId79" Type="http://schemas.openxmlformats.org/officeDocument/2006/relationships/image" Target="../media/image719.png"/><Relationship Id="rId102" Type="http://schemas.openxmlformats.org/officeDocument/2006/relationships/customXml" Target="../ink/ink830.xml"/><Relationship Id="rId123" Type="http://schemas.openxmlformats.org/officeDocument/2006/relationships/image" Target="../media/image741.png"/><Relationship Id="rId144" Type="http://schemas.openxmlformats.org/officeDocument/2006/relationships/customXml" Target="../ink/ink851.xml"/><Relationship Id="rId330" Type="http://schemas.openxmlformats.org/officeDocument/2006/relationships/customXml" Target="../ink/ink944.xml"/><Relationship Id="rId90" Type="http://schemas.openxmlformats.org/officeDocument/2006/relationships/customXml" Target="../ink/ink824.xml"/><Relationship Id="rId165" Type="http://schemas.openxmlformats.org/officeDocument/2006/relationships/image" Target="../media/image762.png"/><Relationship Id="rId186" Type="http://schemas.openxmlformats.org/officeDocument/2006/relationships/customXml" Target="../ink/ink872.xml"/><Relationship Id="rId351" Type="http://schemas.openxmlformats.org/officeDocument/2006/relationships/image" Target="../media/image855.png"/><Relationship Id="rId211" Type="http://schemas.openxmlformats.org/officeDocument/2006/relationships/image" Target="../media/image785.png"/><Relationship Id="rId232" Type="http://schemas.openxmlformats.org/officeDocument/2006/relationships/customXml" Target="../ink/ink895.xml"/><Relationship Id="rId253" Type="http://schemas.openxmlformats.org/officeDocument/2006/relationships/image" Target="../media/image806.png"/><Relationship Id="rId274" Type="http://schemas.openxmlformats.org/officeDocument/2006/relationships/customXml" Target="../ink/ink916.xml"/><Relationship Id="rId295" Type="http://schemas.openxmlformats.org/officeDocument/2006/relationships/image" Target="../media/image827.png"/><Relationship Id="rId309" Type="http://schemas.openxmlformats.org/officeDocument/2006/relationships/image" Target="../media/image834.png"/><Relationship Id="rId27" Type="http://schemas.openxmlformats.org/officeDocument/2006/relationships/image" Target="../media/image693.png"/><Relationship Id="rId48" Type="http://schemas.openxmlformats.org/officeDocument/2006/relationships/customXml" Target="../ink/ink803.xml"/><Relationship Id="rId69" Type="http://schemas.openxmlformats.org/officeDocument/2006/relationships/image" Target="../media/image714.png"/><Relationship Id="rId113" Type="http://schemas.openxmlformats.org/officeDocument/2006/relationships/image" Target="../media/image736.png"/><Relationship Id="rId134" Type="http://schemas.openxmlformats.org/officeDocument/2006/relationships/customXml" Target="../ink/ink846.xml"/><Relationship Id="rId320" Type="http://schemas.openxmlformats.org/officeDocument/2006/relationships/customXml" Target="../ink/ink939.xml"/><Relationship Id="rId80" Type="http://schemas.openxmlformats.org/officeDocument/2006/relationships/customXml" Target="../ink/ink819.xml"/><Relationship Id="rId155" Type="http://schemas.openxmlformats.org/officeDocument/2006/relationships/image" Target="../media/image757.png"/><Relationship Id="rId176" Type="http://schemas.openxmlformats.org/officeDocument/2006/relationships/customXml" Target="../ink/ink867.xml"/><Relationship Id="rId197" Type="http://schemas.openxmlformats.org/officeDocument/2006/relationships/image" Target="../media/image778.png"/><Relationship Id="rId341" Type="http://schemas.openxmlformats.org/officeDocument/2006/relationships/image" Target="../media/image850.png"/><Relationship Id="rId201" Type="http://schemas.openxmlformats.org/officeDocument/2006/relationships/image" Target="../media/image780.png"/><Relationship Id="rId222" Type="http://schemas.openxmlformats.org/officeDocument/2006/relationships/customXml" Target="../ink/ink890.xml"/><Relationship Id="rId243" Type="http://schemas.openxmlformats.org/officeDocument/2006/relationships/image" Target="../media/image801.png"/><Relationship Id="rId264" Type="http://schemas.openxmlformats.org/officeDocument/2006/relationships/customXml" Target="../ink/ink911.xml"/><Relationship Id="rId285" Type="http://schemas.openxmlformats.org/officeDocument/2006/relationships/image" Target="../media/image822.png"/><Relationship Id="rId17" Type="http://schemas.openxmlformats.org/officeDocument/2006/relationships/image" Target="../media/image688.png"/><Relationship Id="rId38" Type="http://schemas.openxmlformats.org/officeDocument/2006/relationships/customXml" Target="../ink/ink798.xml"/><Relationship Id="rId59" Type="http://schemas.openxmlformats.org/officeDocument/2006/relationships/image" Target="../media/image709.png"/><Relationship Id="rId103" Type="http://schemas.openxmlformats.org/officeDocument/2006/relationships/image" Target="../media/image731.png"/><Relationship Id="rId124" Type="http://schemas.openxmlformats.org/officeDocument/2006/relationships/customXml" Target="../ink/ink841.xml"/><Relationship Id="rId310" Type="http://schemas.openxmlformats.org/officeDocument/2006/relationships/customXml" Target="../ink/ink934.xml"/><Relationship Id="rId70" Type="http://schemas.openxmlformats.org/officeDocument/2006/relationships/customXml" Target="../ink/ink814.xml"/><Relationship Id="rId91" Type="http://schemas.openxmlformats.org/officeDocument/2006/relationships/image" Target="../media/image725.png"/><Relationship Id="rId145" Type="http://schemas.openxmlformats.org/officeDocument/2006/relationships/image" Target="../media/image752.png"/><Relationship Id="rId166" Type="http://schemas.openxmlformats.org/officeDocument/2006/relationships/customXml" Target="../ink/ink862.xml"/><Relationship Id="rId187" Type="http://schemas.openxmlformats.org/officeDocument/2006/relationships/image" Target="../media/image773.png"/><Relationship Id="rId331" Type="http://schemas.openxmlformats.org/officeDocument/2006/relationships/image" Target="../media/image845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885.xml"/><Relationship Id="rId233" Type="http://schemas.openxmlformats.org/officeDocument/2006/relationships/image" Target="../media/image796.png"/><Relationship Id="rId254" Type="http://schemas.openxmlformats.org/officeDocument/2006/relationships/customXml" Target="../ink/ink906.xml"/><Relationship Id="rId28" Type="http://schemas.openxmlformats.org/officeDocument/2006/relationships/customXml" Target="../ink/ink793.xml"/><Relationship Id="rId49" Type="http://schemas.openxmlformats.org/officeDocument/2006/relationships/image" Target="../media/image704.png"/><Relationship Id="rId114" Type="http://schemas.openxmlformats.org/officeDocument/2006/relationships/customXml" Target="../ink/ink836.xml"/><Relationship Id="rId275" Type="http://schemas.openxmlformats.org/officeDocument/2006/relationships/image" Target="../media/image817.png"/><Relationship Id="rId296" Type="http://schemas.openxmlformats.org/officeDocument/2006/relationships/customXml" Target="../ink/ink927.xml"/><Relationship Id="rId300" Type="http://schemas.openxmlformats.org/officeDocument/2006/relationships/customXml" Target="../ink/ink929.xml"/><Relationship Id="rId60" Type="http://schemas.openxmlformats.org/officeDocument/2006/relationships/customXml" Target="../ink/ink809.xml"/><Relationship Id="rId81" Type="http://schemas.openxmlformats.org/officeDocument/2006/relationships/image" Target="../media/image720.png"/><Relationship Id="rId135" Type="http://schemas.openxmlformats.org/officeDocument/2006/relationships/image" Target="../media/image747.png"/><Relationship Id="rId156" Type="http://schemas.openxmlformats.org/officeDocument/2006/relationships/customXml" Target="../ink/ink857.xml"/><Relationship Id="rId177" Type="http://schemas.openxmlformats.org/officeDocument/2006/relationships/image" Target="../media/image768.png"/><Relationship Id="rId198" Type="http://schemas.openxmlformats.org/officeDocument/2006/relationships/customXml" Target="../ink/ink878.xml"/><Relationship Id="rId321" Type="http://schemas.openxmlformats.org/officeDocument/2006/relationships/image" Target="../media/image840.png"/><Relationship Id="rId342" Type="http://schemas.openxmlformats.org/officeDocument/2006/relationships/customXml" Target="../ink/ink950.xml"/><Relationship Id="rId202" Type="http://schemas.openxmlformats.org/officeDocument/2006/relationships/customXml" Target="../ink/ink880.xml"/><Relationship Id="rId223" Type="http://schemas.openxmlformats.org/officeDocument/2006/relationships/image" Target="../media/image791.png"/><Relationship Id="rId244" Type="http://schemas.openxmlformats.org/officeDocument/2006/relationships/customXml" Target="../ink/ink901.xml"/><Relationship Id="rId18" Type="http://schemas.openxmlformats.org/officeDocument/2006/relationships/customXml" Target="../ink/ink788.xml"/><Relationship Id="rId39" Type="http://schemas.openxmlformats.org/officeDocument/2006/relationships/image" Target="../media/image699.png"/><Relationship Id="rId265" Type="http://schemas.openxmlformats.org/officeDocument/2006/relationships/image" Target="../media/image812.png"/><Relationship Id="rId286" Type="http://schemas.openxmlformats.org/officeDocument/2006/relationships/customXml" Target="../ink/ink922.xml"/><Relationship Id="rId50" Type="http://schemas.openxmlformats.org/officeDocument/2006/relationships/customXml" Target="../ink/ink804.xml"/><Relationship Id="rId104" Type="http://schemas.openxmlformats.org/officeDocument/2006/relationships/customXml" Target="../ink/ink831.xml"/><Relationship Id="rId125" Type="http://schemas.openxmlformats.org/officeDocument/2006/relationships/image" Target="../media/image742.png"/><Relationship Id="rId146" Type="http://schemas.openxmlformats.org/officeDocument/2006/relationships/customXml" Target="../ink/ink852.xml"/><Relationship Id="rId167" Type="http://schemas.openxmlformats.org/officeDocument/2006/relationships/image" Target="../media/image763.png"/><Relationship Id="rId188" Type="http://schemas.openxmlformats.org/officeDocument/2006/relationships/customXml" Target="../ink/ink873.xml"/><Relationship Id="rId311" Type="http://schemas.openxmlformats.org/officeDocument/2006/relationships/image" Target="../media/image835.png"/><Relationship Id="rId332" Type="http://schemas.openxmlformats.org/officeDocument/2006/relationships/customXml" Target="../ink/ink945.xml"/><Relationship Id="rId71" Type="http://schemas.openxmlformats.org/officeDocument/2006/relationships/image" Target="../media/image715.png"/><Relationship Id="rId92" Type="http://schemas.openxmlformats.org/officeDocument/2006/relationships/customXml" Target="../ink/ink825.xml"/><Relationship Id="rId213" Type="http://schemas.openxmlformats.org/officeDocument/2006/relationships/image" Target="../media/image786.png"/><Relationship Id="rId234" Type="http://schemas.openxmlformats.org/officeDocument/2006/relationships/customXml" Target="../ink/ink896.xml"/><Relationship Id="rId2" Type="http://schemas.openxmlformats.org/officeDocument/2006/relationships/customXml" Target="../ink/ink780.xml"/><Relationship Id="rId29" Type="http://schemas.openxmlformats.org/officeDocument/2006/relationships/image" Target="../media/image694.png"/><Relationship Id="rId255" Type="http://schemas.openxmlformats.org/officeDocument/2006/relationships/image" Target="../media/image807.png"/><Relationship Id="rId276" Type="http://schemas.openxmlformats.org/officeDocument/2006/relationships/customXml" Target="../ink/ink917.xml"/><Relationship Id="rId297" Type="http://schemas.openxmlformats.org/officeDocument/2006/relationships/image" Target="../media/image828.png"/><Relationship Id="rId40" Type="http://schemas.openxmlformats.org/officeDocument/2006/relationships/customXml" Target="../ink/ink799.xml"/><Relationship Id="rId115" Type="http://schemas.openxmlformats.org/officeDocument/2006/relationships/image" Target="../media/image737.png"/><Relationship Id="rId136" Type="http://schemas.openxmlformats.org/officeDocument/2006/relationships/customXml" Target="../ink/ink847.xml"/><Relationship Id="rId157" Type="http://schemas.openxmlformats.org/officeDocument/2006/relationships/image" Target="../media/image758.png"/><Relationship Id="rId178" Type="http://schemas.openxmlformats.org/officeDocument/2006/relationships/customXml" Target="../ink/ink868.xml"/><Relationship Id="rId301" Type="http://schemas.openxmlformats.org/officeDocument/2006/relationships/image" Target="../media/image830.png"/><Relationship Id="rId322" Type="http://schemas.openxmlformats.org/officeDocument/2006/relationships/customXml" Target="../ink/ink940.xml"/><Relationship Id="rId343" Type="http://schemas.openxmlformats.org/officeDocument/2006/relationships/image" Target="../media/image851.png"/><Relationship Id="rId61" Type="http://schemas.openxmlformats.org/officeDocument/2006/relationships/image" Target="../media/image710.png"/><Relationship Id="rId82" Type="http://schemas.openxmlformats.org/officeDocument/2006/relationships/customXml" Target="../ink/ink820.xml"/><Relationship Id="rId199" Type="http://schemas.openxmlformats.org/officeDocument/2006/relationships/image" Target="../media/image779.png"/><Relationship Id="rId203" Type="http://schemas.openxmlformats.org/officeDocument/2006/relationships/image" Target="../media/image781.png"/><Relationship Id="rId19" Type="http://schemas.openxmlformats.org/officeDocument/2006/relationships/image" Target="../media/image689.png"/><Relationship Id="rId224" Type="http://schemas.openxmlformats.org/officeDocument/2006/relationships/customXml" Target="../ink/ink891.xml"/><Relationship Id="rId245" Type="http://schemas.openxmlformats.org/officeDocument/2006/relationships/image" Target="../media/image802.png"/><Relationship Id="rId266" Type="http://schemas.openxmlformats.org/officeDocument/2006/relationships/customXml" Target="../ink/ink912.xml"/><Relationship Id="rId287" Type="http://schemas.openxmlformats.org/officeDocument/2006/relationships/image" Target="../media/image823.png"/><Relationship Id="rId30" Type="http://schemas.openxmlformats.org/officeDocument/2006/relationships/customXml" Target="../ink/ink794.xml"/><Relationship Id="rId105" Type="http://schemas.openxmlformats.org/officeDocument/2006/relationships/image" Target="../media/image732.png"/><Relationship Id="rId126" Type="http://schemas.openxmlformats.org/officeDocument/2006/relationships/customXml" Target="../ink/ink842.xml"/><Relationship Id="rId147" Type="http://schemas.openxmlformats.org/officeDocument/2006/relationships/image" Target="../media/image753.png"/><Relationship Id="rId168" Type="http://schemas.openxmlformats.org/officeDocument/2006/relationships/customXml" Target="../ink/ink863.xml"/><Relationship Id="rId312" Type="http://schemas.openxmlformats.org/officeDocument/2006/relationships/customXml" Target="../ink/ink935.xml"/><Relationship Id="rId333" Type="http://schemas.openxmlformats.org/officeDocument/2006/relationships/image" Target="../media/image846.png"/><Relationship Id="rId51" Type="http://schemas.openxmlformats.org/officeDocument/2006/relationships/image" Target="../media/image705.png"/><Relationship Id="rId72" Type="http://schemas.openxmlformats.org/officeDocument/2006/relationships/customXml" Target="../ink/ink815.xml"/><Relationship Id="rId93" Type="http://schemas.openxmlformats.org/officeDocument/2006/relationships/image" Target="../media/image726.png"/><Relationship Id="rId189" Type="http://schemas.openxmlformats.org/officeDocument/2006/relationships/image" Target="../media/image774.png"/><Relationship Id="rId3" Type="http://schemas.openxmlformats.org/officeDocument/2006/relationships/image" Target="../media/image681.png"/><Relationship Id="rId214" Type="http://schemas.openxmlformats.org/officeDocument/2006/relationships/customXml" Target="../ink/ink886.xml"/><Relationship Id="rId235" Type="http://schemas.openxmlformats.org/officeDocument/2006/relationships/image" Target="../media/image797.png"/><Relationship Id="rId256" Type="http://schemas.openxmlformats.org/officeDocument/2006/relationships/customXml" Target="../ink/ink907.xml"/><Relationship Id="rId277" Type="http://schemas.openxmlformats.org/officeDocument/2006/relationships/image" Target="../media/image818.png"/><Relationship Id="rId298" Type="http://schemas.openxmlformats.org/officeDocument/2006/relationships/customXml" Target="../ink/ink928.xml"/><Relationship Id="rId116" Type="http://schemas.openxmlformats.org/officeDocument/2006/relationships/customXml" Target="../ink/ink837.xml"/><Relationship Id="rId137" Type="http://schemas.openxmlformats.org/officeDocument/2006/relationships/image" Target="../media/image748.png"/><Relationship Id="rId158" Type="http://schemas.openxmlformats.org/officeDocument/2006/relationships/customXml" Target="../ink/ink858.xml"/><Relationship Id="rId302" Type="http://schemas.openxmlformats.org/officeDocument/2006/relationships/customXml" Target="../ink/ink930.xml"/><Relationship Id="rId323" Type="http://schemas.openxmlformats.org/officeDocument/2006/relationships/image" Target="../media/image841.png"/><Relationship Id="rId344" Type="http://schemas.openxmlformats.org/officeDocument/2006/relationships/customXml" Target="../ink/ink951.xml"/><Relationship Id="rId20" Type="http://schemas.openxmlformats.org/officeDocument/2006/relationships/customXml" Target="../ink/ink789.xml"/><Relationship Id="rId41" Type="http://schemas.openxmlformats.org/officeDocument/2006/relationships/image" Target="../media/image700.png"/><Relationship Id="rId62" Type="http://schemas.openxmlformats.org/officeDocument/2006/relationships/customXml" Target="../ink/ink810.xml"/><Relationship Id="rId83" Type="http://schemas.openxmlformats.org/officeDocument/2006/relationships/image" Target="../media/image721.png"/><Relationship Id="rId179" Type="http://schemas.openxmlformats.org/officeDocument/2006/relationships/image" Target="../media/image769.png"/><Relationship Id="rId190" Type="http://schemas.openxmlformats.org/officeDocument/2006/relationships/customXml" Target="../ink/ink874.xml"/><Relationship Id="rId204" Type="http://schemas.openxmlformats.org/officeDocument/2006/relationships/customXml" Target="../ink/ink881.xml"/><Relationship Id="rId225" Type="http://schemas.openxmlformats.org/officeDocument/2006/relationships/image" Target="../media/image792.png"/><Relationship Id="rId246" Type="http://schemas.openxmlformats.org/officeDocument/2006/relationships/customXml" Target="../ink/ink902.xml"/><Relationship Id="rId267" Type="http://schemas.openxmlformats.org/officeDocument/2006/relationships/image" Target="../media/image813.png"/><Relationship Id="rId288" Type="http://schemas.openxmlformats.org/officeDocument/2006/relationships/customXml" Target="../ink/ink923.xml"/><Relationship Id="rId106" Type="http://schemas.openxmlformats.org/officeDocument/2006/relationships/customXml" Target="../ink/ink832.xml"/><Relationship Id="rId127" Type="http://schemas.openxmlformats.org/officeDocument/2006/relationships/image" Target="../media/image743.png"/><Relationship Id="rId313" Type="http://schemas.openxmlformats.org/officeDocument/2006/relationships/image" Target="../media/image836.png"/><Relationship Id="rId10" Type="http://schemas.openxmlformats.org/officeDocument/2006/relationships/customXml" Target="../ink/ink784.xml"/><Relationship Id="rId31" Type="http://schemas.openxmlformats.org/officeDocument/2006/relationships/image" Target="../media/image695.png"/><Relationship Id="rId52" Type="http://schemas.openxmlformats.org/officeDocument/2006/relationships/customXml" Target="../ink/ink805.xml"/><Relationship Id="rId73" Type="http://schemas.openxmlformats.org/officeDocument/2006/relationships/image" Target="../media/image716.png"/><Relationship Id="rId94" Type="http://schemas.openxmlformats.org/officeDocument/2006/relationships/customXml" Target="../ink/ink826.xml"/><Relationship Id="rId148" Type="http://schemas.openxmlformats.org/officeDocument/2006/relationships/customXml" Target="../ink/ink853.xml"/><Relationship Id="rId169" Type="http://schemas.openxmlformats.org/officeDocument/2006/relationships/image" Target="../media/image764.png"/><Relationship Id="rId334" Type="http://schemas.openxmlformats.org/officeDocument/2006/relationships/customXml" Target="../ink/ink946.xml"/><Relationship Id="rId4" Type="http://schemas.openxmlformats.org/officeDocument/2006/relationships/customXml" Target="../ink/ink781.xml"/><Relationship Id="rId180" Type="http://schemas.openxmlformats.org/officeDocument/2006/relationships/customXml" Target="../ink/ink869.xml"/><Relationship Id="rId215" Type="http://schemas.openxmlformats.org/officeDocument/2006/relationships/image" Target="../media/image787.png"/><Relationship Id="rId236" Type="http://schemas.openxmlformats.org/officeDocument/2006/relationships/customXml" Target="../ink/ink897.xml"/><Relationship Id="rId257" Type="http://schemas.openxmlformats.org/officeDocument/2006/relationships/image" Target="../media/image808.png"/><Relationship Id="rId278" Type="http://schemas.openxmlformats.org/officeDocument/2006/relationships/customXml" Target="../ink/ink918.xml"/><Relationship Id="rId303" Type="http://schemas.openxmlformats.org/officeDocument/2006/relationships/image" Target="../media/image831.png"/><Relationship Id="rId42" Type="http://schemas.openxmlformats.org/officeDocument/2006/relationships/customXml" Target="../ink/ink800.xml"/><Relationship Id="rId84" Type="http://schemas.openxmlformats.org/officeDocument/2006/relationships/customXml" Target="../ink/ink821.xml"/><Relationship Id="rId138" Type="http://schemas.openxmlformats.org/officeDocument/2006/relationships/customXml" Target="../ink/ink848.xml"/><Relationship Id="rId345" Type="http://schemas.openxmlformats.org/officeDocument/2006/relationships/image" Target="../media/image852.png"/><Relationship Id="rId191" Type="http://schemas.openxmlformats.org/officeDocument/2006/relationships/image" Target="../media/image775.png"/><Relationship Id="rId205" Type="http://schemas.openxmlformats.org/officeDocument/2006/relationships/image" Target="../media/image782.png"/><Relationship Id="rId247" Type="http://schemas.openxmlformats.org/officeDocument/2006/relationships/image" Target="../media/image803.png"/><Relationship Id="rId107" Type="http://schemas.openxmlformats.org/officeDocument/2006/relationships/image" Target="../media/image733.png"/><Relationship Id="rId289" Type="http://schemas.openxmlformats.org/officeDocument/2006/relationships/image" Target="../media/image824.png"/><Relationship Id="rId11" Type="http://schemas.openxmlformats.org/officeDocument/2006/relationships/image" Target="../media/image685.png"/><Relationship Id="rId53" Type="http://schemas.openxmlformats.org/officeDocument/2006/relationships/image" Target="../media/image706.png"/><Relationship Id="rId149" Type="http://schemas.openxmlformats.org/officeDocument/2006/relationships/image" Target="../media/image754.png"/><Relationship Id="rId314" Type="http://schemas.openxmlformats.org/officeDocument/2006/relationships/customXml" Target="../ink/ink936.xml"/><Relationship Id="rId95" Type="http://schemas.openxmlformats.org/officeDocument/2006/relationships/image" Target="../media/image727.png"/><Relationship Id="rId160" Type="http://schemas.openxmlformats.org/officeDocument/2006/relationships/customXml" Target="../ink/ink859.xml"/><Relationship Id="rId216" Type="http://schemas.openxmlformats.org/officeDocument/2006/relationships/customXml" Target="../ink/ink887.xml"/><Relationship Id="rId258" Type="http://schemas.openxmlformats.org/officeDocument/2006/relationships/customXml" Target="../ink/ink908.xml"/><Relationship Id="rId22" Type="http://schemas.openxmlformats.org/officeDocument/2006/relationships/customXml" Target="../ink/ink790.xml"/><Relationship Id="rId64" Type="http://schemas.openxmlformats.org/officeDocument/2006/relationships/customXml" Target="../ink/ink811.xml"/><Relationship Id="rId118" Type="http://schemas.openxmlformats.org/officeDocument/2006/relationships/customXml" Target="../ink/ink838.xml"/><Relationship Id="rId325" Type="http://schemas.openxmlformats.org/officeDocument/2006/relationships/image" Target="../media/image842.png"/><Relationship Id="rId171" Type="http://schemas.openxmlformats.org/officeDocument/2006/relationships/image" Target="../media/image765.png"/><Relationship Id="rId227" Type="http://schemas.openxmlformats.org/officeDocument/2006/relationships/image" Target="../media/image793.png"/><Relationship Id="rId269" Type="http://schemas.openxmlformats.org/officeDocument/2006/relationships/image" Target="../media/image814.png"/><Relationship Id="rId33" Type="http://schemas.openxmlformats.org/officeDocument/2006/relationships/image" Target="../media/image696.png"/><Relationship Id="rId129" Type="http://schemas.openxmlformats.org/officeDocument/2006/relationships/image" Target="../media/image744.png"/><Relationship Id="rId280" Type="http://schemas.openxmlformats.org/officeDocument/2006/relationships/customXml" Target="../ink/ink919.xml"/><Relationship Id="rId336" Type="http://schemas.openxmlformats.org/officeDocument/2006/relationships/customXml" Target="../ink/ink947.xml"/><Relationship Id="rId75" Type="http://schemas.openxmlformats.org/officeDocument/2006/relationships/image" Target="../media/image717.png"/><Relationship Id="rId140" Type="http://schemas.openxmlformats.org/officeDocument/2006/relationships/customXml" Target="../ink/ink849.xml"/><Relationship Id="rId182" Type="http://schemas.openxmlformats.org/officeDocument/2006/relationships/customXml" Target="../ink/ink870.xml"/><Relationship Id="rId6" Type="http://schemas.openxmlformats.org/officeDocument/2006/relationships/customXml" Target="../ink/ink782.xml"/><Relationship Id="rId238" Type="http://schemas.openxmlformats.org/officeDocument/2006/relationships/customXml" Target="../ink/ink898.xml"/><Relationship Id="rId291" Type="http://schemas.openxmlformats.org/officeDocument/2006/relationships/image" Target="../media/image825.png"/><Relationship Id="rId305" Type="http://schemas.openxmlformats.org/officeDocument/2006/relationships/image" Target="../media/image832.png"/><Relationship Id="rId347" Type="http://schemas.openxmlformats.org/officeDocument/2006/relationships/image" Target="../media/image853.png"/><Relationship Id="rId44" Type="http://schemas.openxmlformats.org/officeDocument/2006/relationships/customXml" Target="../ink/ink801.xml"/><Relationship Id="rId86" Type="http://schemas.openxmlformats.org/officeDocument/2006/relationships/customXml" Target="../ink/ink822.xml"/><Relationship Id="rId151" Type="http://schemas.openxmlformats.org/officeDocument/2006/relationships/image" Target="../media/image755.png"/><Relationship Id="rId193" Type="http://schemas.openxmlformats.org/officeDocument/2006/relationships/image" Target="../media/image776.png"/><Relationship Id="rId207" Type="http://schemas.openxmlformats.org/officeDocument/2006/relationships/image" Target="../media/image783.png"/><Relationship Id="rId249" Type="http://schemas.openxmlformats.org/officeDocument/2006/relationships/image" Target="../media/image804.png"/><Relationship Id="rId13" Type="http://schemas.openxmlformats.org/officeDocument/2006/relationships/image" Target="../media/image686.png"/><Relationship Id="rId109" Type="http://schemas.openxmlformats.org/officeDocument/2006/relationships/image" Target="../media/image734.png"/><Relationship Id="rId260" Type="http://schemas.openxmlformats.org/officeDocument/2006/relationships/customXml" Target="../ink/ink909.xml"/><Relationship Id="rId316" Type="http://schemas.openxmlformats.org/officeDocument/2006/relationships/customXml" Target="../ink/ink937.xml"/><Relationship Id="rId55" Type="http://schemas.openxmlformats.org/officeDocument/2006/relationships/image" Target="../media/image707.png"/><Relationship Id="rId97" Type="http://schemas.openxmlformats.org/officeDocument/2006/relationships/image" Target="../media/image728.png"/><Relationship Id="rId120" Type="http://schemas.openxmlformats.org/officeDocument/2006/relationships/customXml" Target="../ink/ink839.xml"/><Relationship Id="rId162" Type="http://schemas.openxmlformats.org/officeDocument/2006/relationships/customXml" Target="../ink/ink860.xml"/><Relationship Id="rId218" Type="http://schemas.openxmlformats.org/officeDocument/2006/relationships/customXml" Target="../ink/ink888.xml"/><Relationship Id="rId271" Type="http://schemas.openxmlformats.org/officeDocument/2006/relationships/image" Target="../media/image815.png"/><Relationship Id="rId24" Type="http://schemas.openxmlformats.org/officeDocument/2006/relationships/customXml" Target="../ink/ink791.xml"/><Relationship Id="rId66" Type="http://schemas.openxmlformats.org/officeDocument/2006/relationships/customXml" Target="../ink/ink812.xml"/><Relationship Id="rId131" Type="http://schemas.openxmlformats.org/officeDocument/2006/relationships/image" Target="../media/image745.png"/><Relationship Id="rId327" Type="http://schemas.openxmlformats.org/officeDocument/2006/relationships/image" Target="../media/image843.png"/><Relationship Id="rId173" Type="http://schemas.openxmlformats.org/officeDocument/2006/relationships/image" Target="../media/image766.png"/><Relationship Id="rId229" Type="http://schemas.openxmlformats.org/officeDocument/2006/relationships/image" Target="../media/image794.png"/><Relationship Id="rId240" Type="http://schemas.openxmlformats.org/officeDocument/2006/relationships/customXml" Target="../ink/ink899.xml"/><Relationship Id="rId35" Type="http://schemas.openxmlformats.org/officeDocument/2006/relationships/image" Target="../media/image697.png"/><Relationship Id="rId77" Type="http://schemas.openxmlformats.org/officeDocument/2006/relationships/image" Target="../media/image718.png"/><Relationship Id="rId100" Type="http://schemas.openxmlformats.org/officeDocument/2006/relationships/customXml" Target="../ink/ink829.xml"/><Relationship Id="rId282" Type="http://schemas.openxmlformats.org/officeDocument/2006/relationships/customXml" Target="../ink/ink920.xml"/><Relationship Id="rId338" Type="http://schemas.openxmlformats.org/officeDocument/2006/relationships/customXml" Target="../ink/ink948.xml"/></Relationships>
</file>

<file path=ppt/slides/_rels/slide14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011.xml"/><Relationship Id="rId21" Type="http://schemas.openxmlformats.org/officeDocument/2006/relationships/customXml" Target="../ink/ink963.xml"/><Relationship Id="rId42" Type="http://schemas.openxmlformats.org/officeDocument/2006/relationships/image" Target="../media/image2570.png"/><Relationship Id="rId63" Type="http://schemas.openxmlformats.org/officeDocument/2006/relationships/customXml" Target="../ink/ink984.xml"/><Relationship Id="rId84" Type="http://schemas.openxmlformats.org/officeDocument/2006/relationships/image" Target="../media/image2780.png"/><Relationship Id="rId138" Type="http://schemas.openxmlformats.org/officeDocument/2006/relationships/image" Target="../media/image3050.png"/><Relationship Id="rId159" Type="http://schemas.openxmlformats.org/officeDocument/2006/relationships/customXml" Target="../ink/ink1032.xml"/><Relationship Id="rId170" Type="http://schemas.openxmlformats.org/officeDocument/2006/relationships/image" Target="../media/image3210.png"/><Relationship Id="rId191" Type="http://schemas.openxmlformats.org/officeDocument/2006/relationships/customXml" Target="../ink/ink1048.xml"/><Relationship Id="rId205" Type="http://schemas.openxmlformats.org/officeDocument/2006/relationships/customXml" Target="../ink/ink1055.xml"/><Relationship Id="rId226" Type="http://schemas.openxmlformats.org/officeDocument/2006/relationships/image" Target="../media/image3490.png"/><Relationship Id="rId107" Type="http://schemas.openxmlformats.org/officeDocument/2006/relationships/customXml" Target="../ink/ink1006.xml"/><Relationship Id="rId11" Type="http://schemas.openxmlformats.org/officeDocument/2006/relationships/customXml" Target="../ink/ink958.xml"/><Relationship Id="rId32" Type="http://schemas.openxmlformats.org/officeDocument/2006/relationships/image" Target="../media/image2520.png"/><Relationship Id="rId53" Type="http://schemas.openxmlformats.org/officeDocument/2006/relationships/customXml" Target="../ink/ink979.xml"/><Relationship Id="rId74" Type="http://schemas.openxmlformats.org/officeDocument/2006/relationships/image" Target="../media/image2730.png"/><Relationship Id="rId128" Type="http://schemas.openxmlformats.org/officeDocument/2006/relationships/image" Target="../media/image3000.png"/><Relationship Id="rId149" Type="http://schemas.openxmlformats.org/officeDocument/2006/relationships/customXml" Target="../ink/ink1027.xml"/><Relationship Id="rId5" Type="http://schemas.openxmlformats.org/officeDocument/2006/relationships/customXml" Target="../ink/ink955.xml"/><Relationship Id="rId95" Type="http://schemas.openxmlformats.org/officeDocument/2006/relationships/customXml" Target="../ink/ink1000.xml"/><Relationship Id="rId160" Type="http://schemas.openxmlformats.org/officeDocument/2006/relationships/image" Target="../media/image3160.png"/><Relationship Id="rId181" Type="http://schemas.openxmlformats.org/officeDocument/2006/relationships/customXml" Target="../ink/ink1043.xml"/><Relationship Id="rId216" Type="http://schemas.openxmlformats.org/officeDocument/2006/relationships/image" Target="../media/image3440.png"/><Relationship Id="rId22" Type="http://schemas.openxmlformats.org/officeDocument/2006/relationships/image" Target="../media/image2470.png"/><Relationship Id="rId43" Type="http://schemas.openxmlformats.org/officeDocument/2006/relationships/customXml" Target="../ink/ink974.xml"/><Relationship Id="rId64" Type="http://schemas.openxmlformats.org/officeDocument/2006/relationships/image" Target="../media/image2680.png"/><Relationship Id="rId118" Type="http://schemas.openxmlformats.org/officeDocument/2006/relationships/image" Target="../media/image2950.png"/><Relationship Id="rId139" Type="http://schemas.openxmlformats.org/officeDocument/2006/relationships/customXml" Target="../ink/ink1022.xml"/><Relationship Id="rId85" Type="http://schemas.openxmlformats.org/officeDocument/2006/relationships/customXml" Target="../ink/ink995.xml"/><Relationship Id="rId150" Type="http://schemas.openxmlformats.org/officeDocument/2006/relationships/image" Target="../media/image3110.png"/><Relationship Id="rId171" Type="http://schemas.openxmlformats.org/officeDocument/2006/relationships/customXml" Target="../ink/ink1038.xml"/><Relationship Id="rId192" Type="http://schemas.openxmlformats.org/officeDocument/2006/relationships/image" Target="../media/image3320.png"/><Relationship Id="rId206" Type="http://schemas.openxmlformats.org/officeDocument/2006/relationships/image" Target="../media/image3390.png"/><Relationship Id="rId227" Type="http://schemas.openxmlformats.org/officeDocument/2006/relationships/customXml" Target="../ink/ink1066.xml"/><Relationship Id="rId12" Type="http://schemas.openxmlformats.org/officeDocument/2006/relationships/image" Target="../media/image2420.png"/><Relationship Id="rId33" Type="http://schemas.openxmlformats.org/officeDocument/2006/relationships/customXml" Target="../ink/ink969.xml"/><Relationship Id="rId108" Type="http://schemas.openxmlformats.org/officeDocument/2006/relationships/image" Target="../media/image2900.png"/><Relationship Id="rId129" Type="http://schemas.openxmlformats.org/officeDocument/2006/relationships/customXml" Target="../ink/ink1017.xml"/><Relationship Id="rId54" Type="http://schemas.openxmlformats.org/officeDocument/2006/relationships/image" Target="../media/image2630.png"/><Relationship Id="rId75" Type="http://schemas.openxmlformats.org/officeDocument/2006/relationships/customXml" Target="../ink/ink990.xml"/><Relationship Id="rId96" Type="http://schemas.openxmlformats.org/officeDocument/2006/relationships/image" Target="../media/image2840.png"/><Relationship Id="rId140" Type="http://schemas.openxmlformats.org/officeDocument/2006/relationships/image" Target="../media/image3060.png"/><Relationship Id="rId161" Type="http://schemas.openxmlformats.org/officeDocument/2006/relationships/customXml" Target="../ink/ink1033.xml"/><Relationship Id="rId182" Type="http://schemas.openxmlformats.org/officeDocument/2006/relationships/image" Target="../media/image3270.png"/><Relationship Id="rId217" Type="http://schemas.openxmlformats.org/officeDocument/2006/relationships/customXml" Target="../ink/ink1061.xml"/><Relationship Id="rId6" Type="http://schemas.openxmlformats.org/officeDocument/2006/relationships/image" Target="../media/image2390.png"/><Relationship Id="rId23" Type="http://schemas.openxmlformats.org/officeDocument/2006/relationships/customXml" Target="../ink/ink964.xml"/><Relationship Id="rId119" Type="http://schemas.openxmlformats.org/officeDocument/2006/relationships/customXml" Target="../ink/ink1012.xml"/><Relationship Id="rId44" Type="http://schemas.openxmlformats.org/officeDocument/2006/relationships/image" Target="../media/image2580.png"/><Relationship Id="rId65" Type="http://schemas.openxmlformats.org/officeDocument/2006/relationships/customXml" Target="../ink/ink985.xml"/><Relationship Id="rId86" Type="http://schemas.openxmlformats.org/officeDocument/2006/relationships/image" Target="../media/image2790.png"/><Relationship Id="rId130" Type="http://schemas.openxmlformats.org/officeDocument/2006/relationships/image" Target="../media/image3010.png"/><Relationship Id="rId151" Type="http://schemas.openxmlformats.org/officeDocument/2006/relationships/customXml" Target="../ink/ink1028.xml"/><Relationship Id="rId172" Type="http://schemas.openxmlformats.org/officeDocument/2006/relationships/image" Target="../media/image3220.png"/><Relationship Id="rId193" Type="http://schemas.openxmlformats.org/officeDocument/2006/relationships/customXml" Target="../ink/ink1049.xml"/><Relationship Id="rId207" Type="http://schemas.openxmlformats.org/officeDocument/2006/relationships/customXml" Target="../ink/ink1056.xml"/><Relationship Id="rId228" Type="http://schemas.openxmlformats.org/officeDocument/2006/relationships/image" Target="../media/image3500.png"/><Relationship Id="rId13" Type="http://schemas.openxmlformats.org/officeDocument/2006/relationships/customXml" Target="../ink/ink959.xml"/><Relationship Id="rId109" Type="http://schemas.openxmlformats.org/officeDocument/2006/relationships/customXml" Target="../ink/ink1007.xml"/><Relationship Id="rId34" Type="http://schemas.openxmlformats.org/officeDocument/2006/relationships/image" Target="../media/image2530.png"/><Relationship Id="rId55" Type="http://schemas.openxmlformats.org/officeDocument/2006/relationships/customXml" Target="../ink/ink980.xml"/><Relationship Id="rId76" Type="http://schemas.openxmlformats.org/officeDocument/2006/relationships/image" Target="../media/image2740.png"/><Relationship Id="rId97" Type="http://schemas.openxmlformats.org/officeDocument/2006/relationships/customXml" Target="../ink/ink1001.xml"/><Relationship Id="rId120" Type="http://schemas.openxmlformats.org/officeDocument/2006/relationships/image" Target="../media/image2960.png"/><Relationship Id="rId141" Type="http://schemas.openxmlformats.org/officeDocument/2006/relationships/customXml" Target="../ink/ink1023.xml"/><Relationship Id="rId7" Type="http://schemas.openxmlformats.org/officeDocument/2006/relationships/customXml" Target="../ink/ink956.xml"/><Relationship Id="rId162" Type="http://schemas.openxmlformats.org/officeDocument/2006/relationships/image" Target="../media/image3170.png"/><Relationship Id="rId183" Type="http://schemas.openxmlformats.org/officeDocument/2006/relationships/customXml" Target="../ink/ink1044.xml"/><Relationship Id="rId218" Type="http://schemas.openxmlformats.org/officeDocument/2006/relationships/image" Target="../media/image3450.png"/><Relationship Id="rId24" Type="http://schemas.openxmlformats.org/officeDocument/2006/relationships/image" Target="../media/image2480.png"/><Relationship Id="rId45" Type="http://schemas.openxmlformats.org/officeDocument/2006/relationships/customXml" Target="../ink/ink975.xml"/><Relationship Id="rId66" Type="http://schemas.openxmlformats.org/officeDocument/2006/relationships/image" Target="../media/image2690.png"/><Relationship Id="rId87" Type="http://schemas.openxmlformats.org/officeDocument/2006/relationships/customXml" Target="../ink/ink996.xml"/><Relationship Id="rId110" Type="http://schemas.openxmlformats.org/officeDocument/2006/relationships/image" Target="../media/image2910.png"/><Relationship Id="rId131" Type="http://schemas.openxmlformats.org/officeDocument/2006/relationships/customXml" Target="../ink/ink1018.xml"/><Relationship Id="rId152" Type="http://schemas.openxmlformats.org/officeDocument/2006/relationships/image" Target="../media/image3120.png"/><Relationship Id="rId173" Type="http://schemas.openxmlformats.org/officeDocument/2006/relationships/customXml" Target="../ink/ink1039.xml"/><Relationship Id="rId194" Type="http://schemas.openxmlformats.org/officeDocument/2006/relationships/image" Target="../media/image3330.png"/><Relationship Id="rId208" Type="http://schemas.openxmlformats.org/officeDocument/2006/relationships/image" Target="../media/image3400.png"/><Relationship Id="rId229" Type="http://schemas.openxmlformats.org/officeDocument/2006/relationships/customXml" Target="../ink/ink1067.xml"/><Relationship Id="rId14" Type="http://schemas.openxmlformats.org/officeDocument/2006/relationships/image" Target="../media/image2430.png"/><Relationship Id="rId35" Type="http://schemas.openxmlformats.org/officeDocument/2006/relationships/customXml" Target="../ink/ink970.xml"/><Relationship Id="rId56" Type="http://schemas.openxmlformats.org/officeDocument/2006/relationships/image" Target="../media/image2640.png"/><Relationship Id="rId77" Type="http://schemas.openxmlformats.org/officeDocument/2006/relationships/customXml" Target="../ink/ink991.xml"/><Relationship Id="rId100" Type="http://schemas.openxmlformats.org/officeDocument/2006/relationships/image" Target="../media/image2860.png"/><Relationship Id="rId8" Type="http://schemas.openxmlformats.org/officeDocument/2006/relationships/image" Target="../media/image2400.png"/><Relationship Id="rId98" Type="http://schemas.openxmlformats.org/officeDocument/2006/relationships/image" Target="../media/image2850.png"/><Relationship Id="rId121" Type="http://schemas.openxmlformats.org/officeDocument/2006/relationships/customXml" Target="../ink/ink1013.xml"/><Relationship Id="rId142" Type="http://schemas.openxmlformats.org/officeDocument/2006/relationships/image" Target="../media/image3070.png"/><Relationship Id="rId163" Type="http://schemas.openxmlformats.org/officeDocument/2006/relationships/customXml" Target="../ink/ink1034.xml"/><Relationship Id="rId184" Type="http://schemas.openxmlformats.org/officeDocument/2006/relationships/image" Target="../media/image3280.png"/><Relationship Id="rId219" Type="http://schemas.openxmlformats.org/officeDocument/2006/relationships/customXml" Target="../ink/ink1062.xml"/><Relationship Id="rId230" Type="http://schemas.openxmlformats.org/officeDocument/2006/relationships/image" Target="../media/image3510.png"/><Relationship Id="rId25" Type="http://schemas.openxmlformats.org/officeDocument/2006/relationships/customXml" Target="../ink/ink965.xml"/><Relationship Id="rId46" Type="http://schemas.openxmlformats.org/officeDocument/2006/relationships/image" Target="../media/image2590.png"/><Relationship Id="rId67" Type="http://schemas.openxmlformats.org/officeDocument/2006/relationships/customXml" Target="../ink/ink986.xml"/><Relationship Id="rId116" Type="http://schemas.openxmlformats.org/officeDocument/2006/relationships/image" Target="../media/image2940.png"/><Relationship Id="rId137" Type="http://schemas.openxmlformats.org/officeDocument/2006/relationships/customXml" Target="../ink/ink1021.xml"/><Relationship Id="rId158" Type="http://schemas.openxmlformats.org/officeDocument/2006/relationships/image" Target="../media/image3150.png"/><Relationship Id="rId20" Type="http://schemas.openxmlformats.org/officeDocument/2006/relationships/image" Target="../media/image2460.png"/><Relationship Id="rId41" Type="http://schemas.openxmlformats.org/officeDocument/2006/relationships/customXml" Target="../ink/ink973.xml"/><Relationship Id="rId62" Type="http://schemas.openxmlformats.org/officeDocument/2006/relationships/image" Target="../media/image2670.png"/><Relationship Id="rId83" Type="http://schemas.openxmlformats.org/officeDocument/2006/relationships/customXml" Target="../ink/ink994.xml"/><Relationship Id="rId88" Type="http://schemas.openxmlformats.org/officeDocument/2006/relationships/image" Target="../media/image2800.png"/><Relationship Id="rId111" Type="http://schemas.openxmlformats.org/officeDocument/2006/relationships/customXml" Target="../ink/ink1008.xml"/><Relationship Id="rId132" Type="http://schemas.openxmlformats.org/officeDocument/2006/relationships/image" Target="../media/image3020.png"/><Relationship Id="rId153" Type="http://schemas.openxmlformats.org/officeDocument/2006/relationships/customXml" Target="../ink/ink1029.xml"/><Relationship Id="rId174" Type="http://schemas.openxmlformats.org/officeDocument/2006/relationships/image" Target="../media/image3230.png"/><Relationship Id="rId179" Type="http://schemas.openxmlformats.org/officeDocument/2006/relationships/customXml" Target="../ink/ink1042.xml"/><Relationship Id="rId195" Type="http://schemas.openxmlformats.org/officeDocument/2006/relationships/customXml" Target="../ink/ink1050.xml"/><Relationship Id="rId209" Type="http://schemas.openxmlformats.org/officeDocument/2006/relationships/customXml" Target="../ink/ink1057.xml"/><Relationship Id="rId190" Type="http://schemas.openxmlformats.org/officeDocument/2006/relationships/image" Target="../media/image3310.png"/><Relationship Id="rId204" Type="http://schemas.openxmlformats.org/officeDocument/2006/relationships/image" Target="../media/image3380.png"/><Relationship Id="rId220" Type="http://schemas.openxmlformats.org/officeDocument/2006/relationships/image" Target="../media/image3460.png"/><Relationship Id="rId225" Type="http://schemas.openxmlformats.org/officeDocument/2006/relationships/customXml" Target="../ink/ink1065.xml"/><Relationship Id="rId15" Type="http://schemas.openxmlformats.org/officeDocument/2006/relationships/customXml" Target="../ink/ink960.xml"/><Relationship Id="rId36" Type="http://schemas.openxmlformats.org/officeDocument/2006/relationships/image" Target="../media/image2540.png"/><Relationship Id="rId57" Type="http://schemas.openxmlformats.org/officeDocument/2006/relationships/customXml" Target="../ink/ink981.xml"/><Relationship Id="rId106" Type="http://schemas.openxmlformats.org/officeDocument/2006/relationships/image" Target="../media/image2890.png"/><Relationship Id="rId127" Type="http://schemas.openxmlformats.org/officeDocument/2006/relationships/customXml" Target="../ink/ink1016.xml"/><Relationship Id="rId10" Type="http://schemas.openxmlformats.org/officeDocument/2006/relationships/image" Target="../media/image2410.png"/><Relationship Id="rId31" Type="http://schemas.openxmlformats.org/officeDocument/2006/relationships/customXml" Target="../ink/ink968.xml"/><Relationship Id="rId52" Type="http://schemas.openxmlformats.org/officeDocument/2006/relationships/image" Target="../media/image2620.png"/><Relationship Id="rId73" Type="http://schemas.openxmlformats.org/officeDocument/2006/relationships/customXml" Target="../ink/ink989.xml"/><Relationship Id="rId78" Type="http://schemas.openxmlformats.org/officeDocument/2006/relationships/image" Target="../media/image2750.png"/><Relationship Id="rId94" Type="http://schemas.openxmlformats.org/officeDocument/2006/relationships/image" Target="../media/image2830.png"/><Relationship Id="rId99" Type="http://schemas.openxmlformats.org/officeDocument/2006/relationships/customXml" Target="../ink/ink1002.xml"/><Relationship Id="rId101" Type="http://schemas.openxmlformats.org/officeDocument/2006/relationships/customXml" Target="../ink/ink1003.xml"/><Relationship Id="rId122" Type="http://schemas.openxmlformats.org/officeDocument/2006/relationships/image" Target="../media/image2970.png"/><Relationship Id="rId143" Type="http://schemas.openxmlformats.org/officeDocument/2006/relationships/customXml" Target="../ink/ink1024.xml"/><Relationship Id="rId148" Type="http://schemas.openxmlformats.org/officeDocument/2006/relationships/image" Target="../media/image3100.png"/><Relationship Id="rId164" Type="http://schemas.openxmlformats.org/officeDocument/2006/relationships/image" Target="../media/image3180.png"/><Relationship Id="rId169" Type="http://schemas.openxmlformats.org/officeDocument/2006/relationships/customXml" Target="../ink/ink1037.xml"/><Relationship Id="rId185" Type="http://schemas.openxmlformats.org/officeDocument/2006/relationships/customXml" Target="../ink/ink1045.xml"/><Relationship Id="rId4" Type="http://schemas.openxmlformats.org/officeDocument/2006/relationships/image" Target="../media/image858.png"/><Relationship Id="rId9" Type="http://schemas.openxmlformats.org/officeDocument/2006/relationships/customXml" Target="../ink/ink957.xml"/><Relationship Id="rId180" Type="http://schemas.openxmlformats.org/officeDocument/2006/relationships/image" Target="../media/image3260.png"/><Relationship Id="rId210" Type="http://schemas.openxmlformats.org/officeDocument/2006/relationships/image" Target="../media/image3410.png"/><Relationship Id="rId215" Type="http://schemas.openxmlformats.org/officeDocument/2006/relationships/customXml" Target="../ink/ink1060.xml"/><Relationship Id="rId26" Type="http://schemas.openxmlformats.org/officeDocument/2006/relationships/image" Target="../media/image2490.png"/><Relationship Id="rId47" Type="http://schemas.openxmlformats.org/officeDocument/2006/relationships/customXml" Target="../ink/ink976.xml"/><Relationship Id="rId68" Type="http://schemas.openxmlformats.org/officeDocument/2006/relationships/image" Target="../media/image2700.png"/><Relationship Id="rId89" Type="http://schemas.openxmlformats.org/officeDocument/2006/relationships/customXml" Target="../ink/ink997.xml"/><Relationship Id="rId112" Type="http://schemas.openxmlformats.org/officeDocument/2006/relationships/image" Target="../media/image2920.png"/><Relationship Id="rId133" Type="http://schemas.openxmlformats.org/officeDocument/2006/relationships/customXml" Target="../ink/ink1019.xml"/><Relationship Id="rId154" Type="http://schemas.openxmlformats.org/officeDocument/2006/relationships/image" Target="../media/image3130.png"/><Relationship Id="rId175" Type="http://schemas.openxmlformats.org/officeDocument/2006/relationships/customXml" Target="../ink/ink1040.xml"/><Relationship Id="rId196" Type="http://schemas.openxmlformats.org/officeDocument/2006/relationships/image" Target="../media/image3340.png"/><Relationship Id="rId200" Type="http://schemas.openxmlformats.org/officeDocument/2006/relationships/image" Target="../media/image3360.png"/><Relationship Id="rId16" Type="http://schemas.openxmlformats.org/officeDocument/2006/relationships/image" Target="../media/image2440.png"/><Relationship Id="rId221" Type="http://schemas.openxmlformats.org/officeDocument/2006/relationships/customXml" Target="../ink/ink1063.xml"/><Relationship Id="rId37" Type="http://schemas.openxmlformats.org/officeDocument/2006/relationships/customXml" Target="../ink/ink971.xml"/><Relationship Id="rId58" Type="http://schemas.openxmlformats.org/officeDocument/2006/relationships/image" Target="../media/image2650.png"/><Relationship Id="rId79" Type="http://schemas.openxmlformats.org/officeDocument/2006/relationships/customXml" Target="../ink/ink992.xml"/><Relationship Id="rId102" Type="http://schemas.openxmlformats.org/officeDocument/2006/relationships/image" Target="../media/image2870.png"/><Relationship Id="rId123" Type="http://schemas.openxmlformats.org/officeDocument/2006/relationships/customXml" Target="../ink/ink1014.xml"/><Relationship Id="rId144" Type="http://schemas.openxmlformats.org/officeDocument/2006/relationships/image" Target="../media/image3080.png"/><Relationship Id="rId90" Type="http://schemas.openxmlformats.org/officeDocument/2006/relationships/image" Target="../media/image2810.png"/><Relationship Id="rId165" Type="http://schemas.openxmlformats.org/officeDocument/2006/relationships/customXml" Target="../ink/ink1035.xml"/><Relationship Id="rId186" Type="http://schemas.openxmlformats.org/officeDocument/2006/relationships/image" Target="../media/image3290.png"/><Relationship Id="rId211" Type="http://schemas.openxmlformats.org/officeDocument/2006/relationships/customXml" Target="../ink/ink1058.xml"/><Relationship Id="rId27" Type="http://schemas.openxmlformats.org/officeDocument/2006/relationships/customXml" Target="../ink/ink966.xml"/><Relationship Id="rId48" Type="http://schemas.openxmlformats.org/officeDocument/2006/relationships/image" Target="../media/image2600.png"/><Relationship Id="rId69" Type="http://schemas.openxmlformats.org/officeDocument/2006/relationships/customXml" Target="../ink/ink987.xml"/><Relationship Id="rId113" Type="http://schemas.openxmlformats.org/officeDocument/2006/relationships/customXml" Target="../ink/ink1009.xml"/><Relationship Id="rId134" Type="http://schemas.openxmlformats.org/officeDocument/2006/relationships/image" Target="../media/image3030.png"/><Relationship Id="rId80" Type="http://schemas.openxmlformats.org/officeDocument/2006/relationships/image" Target="../media/image2760.png"/><Relationship Id="rId155" Type="http://schemas.openxmlformats.org/officeDocument/2006/relationships/customXml" Target="../ink/ink1030.xml"/><Relationship Id="rId176" Type="http://schemas.openxmlformats.org/officeDocument/2006/relationships/image" Target="../media/image3240.png"/><Relationship Id="rId197" Type="http://schemas.openxmlformats.org/officeDocument/2006/relationships/customXml" Target="../ink/ink1051.xml"/><Relationship Id="rId201" Type="http://schemas.openxmlformats.org/officeDocument/2006/relationships/customXml" Target="../ink/ink1053.xml"/><Relationship Id="rId222" Type="http://schemas.openxmlformats.org/officeDocument/2006/relationships/image" Target="../media/image3470.png"/><Relationship Id="rId17" Type="http://schemas.openxmlformats.org/officeDocument/2006/relationships/customXml" Target="../ink/ink961.xml"/><Relationship Id="rId38" Type="http://schemas.openxmlformats.org/officeDocument/2006/relationships/image" Target="../media/image2550.png"/><Relationship Id="rId59" Type="http://schemas.openxmlformats.org/officeDocument/2006/relationships/customXml" Target="../ink/ink982.xml"/><Relationship Id="rId103" Type="http://schemas.openxmlformats.org/officeDocument/2006/relationships/customXml" Target="../ink/ink1004.xml"/><Relationship Id="rId124" Type="http://schemas.openxmlformats.org/officeDocument/2006/relationships/image" Target="../media/image2980.png"/><Relationship Id="rId70" Type="http://schemas.openxmlformats.org/officeDocument/2006/relationships/image" Target="../media/image2710.png"/><Relationship Id="rId91" Type="http://schemas.openxmlformats.org/officeDocument/2006/relationships/customXml" Target="../ink/ink998.xml"/><Relationship Id="rId145" Type="http://schemas.openxmlformats.org/officeDocument/2006/relationships/customXml" Target="../ink/ink1025.xml"/><Relationship Id="rId166" Type="http://schemas.openxmlformats.org/officeDocument/2006/relationships/image" Target="../media/image3190.png"/><Relationship Id="rId187" Type="http://schemas.openxmlformats.org/officeDocument/2006/relationships/customXml" Target="../ink/ink1046.xml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3420.png"/><Relationship Id="rId28" Type="http://schemas.openxmlformats.org/officeDocument/2006/relationships/image" Target="../media/image2500.png"/><Relationship Id="rId49" Type="http://schemas.openxmlformats.org/officeDocument/2006/relationships/customXml" Target="../ink/ink977.xml"/><Relationship Id="rId114" Type="http://schemas.openxmlformats.org/officeDocument/2006/relationships/image" Target="../media/image2930.png"/><Relationship Id="rId60" Type="http://schemas.openxmlformats.org/officeDocument/2006/relationships/image" Target="../media/image2660.png"/><Relationship Id="rId81" Type="http://schemas.openxmlformats.org/officeDocument/2006/relationships/customXml" Target="../ink/ink993.xml"/><Relationship Id="rId135" Type="http://schemas.openxmlformats.org/officeDocument/2006/relationships/customXml" Target="../ink/ink1020.xml"/><Relationship Id="rId156" Type="http://schemas.openxmlformats.org/officeDocument/2006/relationships/image" Target="../media/image3140.png"/><Relationship Id="rId177" Type="http://schemas.openxmlformats.org/officeDocument/2006/relationships/customXml" Target="../ink/ink1041.xml"/><Relationship Id="rId198" Type="http://schemas.openxmlformats.org/officeDocument/2006/relationships/image" Target="../media/image3350.png"/><Relationship Id="rId202" Type="http://schemas.openxmlformats.org/officeDocument/2006/relationships/image" Target="../media/image3370.png"/><Relationship Id="rId223" Type="http://schemas.openxmlformats.org/officeDocument/2006/relationships/customXml" Target="../ink/ink1064.xml"/><Relationship Id="rId18" Type="http://schemas.openxmlformats.org/officeDocument/2006/relationships/image" Target="../media/image2450.png"/><Relationship Id="rId39" Type="http://schemas.openxmlformats.org/officeDocument/2006/relationships/customXml" Target="../ink/ink972.xml"/><Relationship Id="rId50" Type="http://schemas.openxmlformats.org/officeDocument/2006/relationships/image" Target="../media/image2610.png"/><Relationship Id="rId104" Type="http://schemas.openxmlformats.org/officeDocument/2006/relationships/image" Target="../media/image2880.png"/><Relationship Id="rId125" Type="http://schemas.openxmlformats.org/officeDocument/2006/relationships/customXml" Target="../ink/ink1015.xml"/><Relationship Id="rId146" Type="http://schemas.openxmlformats.org/officeDocument/2006/relationships/image" Target="../media/image3090.png"/><Relationship Id="rId167" Type="http://schemas.openxmlformats.org/officeDocument/2006/relationships/customXml" Target="../ink/ink1036.xml"/><Relationship Id="rId188" Type="http://schemas.openxmlformats.org/officeDocument/2006/relationships/image" Target="../media/image3300.png"/><Relationship Id="rId71" Type="http://schemas.openxmlformats.org/officeDocument/2006/relationships/customXml" Target="../ink/ink988.xml"/><Relationship Id="rId92" Type="http://schemas.openxmlformats.org/officeDocument/2006/relationships/image" Target="../media/image2820.png"/><Relationship Id="rId213" Type="http://schemas.openxmlformats.org/officeDocument/2006/relationships/customXml" Target="../ink/ink1059.xml"/><Relationship Id="rId2" Type="http://schemas.openxmlformats.org/officeDocument/2006/relationships/image" Target="../media/image856.png"/><Relationship Id="rId29" Type="http://schemas.openxmlformats.org/officeDocument/2006/relationships/customXml" Target="../ink/ink967.xml"/><Relationship Id="rId40" Type="http://schemas.openxmlformats.org/officeDocument/2006/relationships/image" Target="../media/image2560.png"/><Relationship Id="rId115" Type="http://schemas.openxmlformats.org/officeDocument/2006/relationships/customXml" Target="../ink/ink1010.xml"/><Relationship Id="rId136" Type="http://schemas.openxmlformats.org/officeDocument/2006/relationships/image" Target="../media/image3040.png"/><Relationship Id="rId157" Type="http://schemas.openxmlformats.org/officeDocument/2006/relationships/customXml" Target="../ink/ink1031.xml"/><Relationship Id="rId178" Type="http://schemas.openxmlformats.org/officeDocument/2006/relationships/image" Target="../media/image3250.png"/><Relationship Id="rId61" Type="http://schemas.openxmlformats.org/officeDocument/2006/relationships/customXml" Target="../ink/ink983.xml"/><Relationship Id="rId82" Type="http://schemas.openxmlformats.org/officeDocument/2006/relationships/image" Target="../media/image2770.png"/><Relationship Id="rId199" Type="http://schemas.openxmlformats.org/officeDocument/2006/relationships/customXml" Target="../ink/ink1052.xml"/><Relationship Id="rId203" Type="http://schemas.openxmlformats.org/officeDocument/2006/relationships/customXml" Target="../ink/ink1054.xml"/><Relationship Id="rId19" Type="http://schemas.openxmlformats.org/officeDocument/2006/relationships/customXml" Target="../ink/ink962.xml"/><Relationship Id="rId224" Type="http://schemas.openxmlformats.org/officeDocument/2006/relationships/image" Target="../media/image3480.png"/><Relationship Id="rId30" Type="http://schemas.openxmlformats.org/officeDocument/2006/relationships/image" Target="../media/image2510.png"/><Relationship Id="rId105" Type="http://schemas.openxmlformats.org/officeDocument/2006/relationships/customXml" Target="../ink/ink1005.xml"/><Relationship Id="rId126" Type="http://schemas.openxmlformats.org/officeDocument/2006/relationships/image" Target="../media/image2990.png"/><Relationship Id="rId147" Type="http://schemas.openxmlformats.org/officeDocument/2006/relationships/customXml" Target="../ink/ink1026.xml"/><Relationship Id="rId168" Type="http://schemas.openxmlformats.org/officeDocument/2006/relationships/image" Target="../media/image3200.png"/><Relationship Id="rId51" Type="http://schemas.openxmlformats.org/officeDocument/2006/relationships/customXml" Target="../ink/ink978.xml"/><Relationship Id="rId72" Type="http://schemas.openxmlformats.org/officeDocument/2006/relationships/image" Target="../media/image2720.png"/><Relationship Id="rId93" Type="http://schemas.openxmlformats.org/officeDocument/2006/relationships/customXml" Target="../ink/ink999.xml"/><Relationship Id="rId189" Type="http://schemas.openxmlformats.org/officeDocument/2006/relationships/customXml" Target="../ink/ink1047.xml"/><Relationship Id="rId3" Type="http://schemas.openxmlformats.org/officeDocument/2006/relationships/image" Target="../media/image857.png"/><Relationship Id="rId214" Type="http://schemas.openxmlformats.org/officeDocument/2006/relationships/image" Target="../media/image3430.png"/></Relationships>
</file>

<file path=ppt/slides/_rels/slide15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124.xml"/><Relationship Id="rId21" Type="http://schemas.openxmlformats.org/officeDocument/2006/relationships/customXml" Target="../ink/ink1076.xml"/><Relationship Id="rId42" Type="http://schemas.openxmlformats.org/officeDocument/2006/relationships/image" Target="../media/image877.png"/><Relationship Id="rId63" Type="http://schemas.openxmlformats.org/officeDocument/2006/relationships/customXml" Target="../ink/ink1097.xml"/><Relationship Id="rId84" Type="http://schemas.openxmlformats.org/officeDocument/2006/relationships/image" Target="../media/image898.png"/><Relationship Id="rId138" Type="http://schemas.openxmlformats.org/officeDocument/2006/relationships/image" Target="../media/image925.png"/><Relationship Id="rId159" Type="http://schemas.openxmlformats.org/officeDocument/2006/relationships/customXml" Target="../ink/ink1145.xml"/><Relationship Id="rId170" Type="http://schemas.openxmlformats.org/officeDocument/2006/relationships/image" Target="../media/image941.png"/><Relationship Id="rId107" Type="http://schemas.openxmlformats.org/officeDocument/2006/relationships/customXml" Target="../ink/ink1119.xml"/><Relationship Id="rId11" Type="http://schemas.openxmlformats.org/officeDocument/2006/relationships/customXml" Target="../ink/ink1071.xml"/><Relationship Id="rId32" Type="http://schemas.openxmlformats.org/officeDocument/2006/relationships/image" Target="../media/image872.png"/><Relationship Id="rId53" Type="http://schemas.openxmlformats.org/officeDocument/2006/relationships/customXml" Target="../ink/ink1092.xml"/><Relationship Id="rId74" Type="http://schemas.openxmlformats.org/officeDocument/2006/relationships/image" Target="../media/image893.png"/><Relationship Id="rId128" Type="http://schemas.openxmlformats.org/officeDocument/2006/relationships/image" Target="../media/image920.png"/><Relationship Id="rId149" Type="http://schemas.openxmlformats.org/officeDocument/2006/relationships/customXml" Target="../ink/ink1140.xml"/><Relationship Id="rId5" Type="http://schemas.openxmlformats.org/officeDocument/2006/relationships/customXml" Target="../ink/ink1068.xml"/><Relationship Id="rId95" Type="http://schemas.openxmlformats.org/officeDocument/2006/relationships/customXml" Target="../ink/ink1113.xml"/><Relationship Id="rId160" Type="http://schemas.openxmlformats.org/officeDocument/2006/relationships/image" Target="../media/image936.png"/><Relationship Id="rId22" Type="http://schemas.openxmlformats.org/officeDocument/2006/relationships/image" Target="../media/image867.png"/><Relationship Id="rId43" Type="http://schemas.openxmlformats.org/officeDocument/2006/relationships/customXml" Target="../ink/ink1087.xml"/><Relationship Id="rId64" Type="http://schemas.openxmlformats.org/officeDocument/2006/relationships/image" Target="../media/image888.png"/><Relationship Id="rId118" Type="http://schemas.openxmlformats.org/officeDocument/2006/relationships/image" Target="../media/image915.png"/><Relationship Id="rId139" Type="http://schemas.openxmlformats.org/officeDocument/2006/relationships/customXml" Target="../ink/ink1135.xml"/><Relationship Id="rId85" Type="http://schemas.openxmlformats.org/officeDocument/2006/relationships/customXml" Target="../ink/ink1108.xml"/><Relationship Id="rId150" Type="http://schemas.openxmlformats.org/officeDocument/2006/relationships/image" Target="../media/image931.png"/><Relationship Id="rId171" Type="http://schemas.openxmlformats.org/officeDocument/2006/relationships/customXml" Target="../ink/ink1151.xml"/><Relationship Id="rId12" Type="http://schemas.openxmlformats.org/officeDocument/2006/relationships/image" Target="../media/image862.png"/><Relationship Id="rId33" Type="http://schemas.openxmlformats.org/officeDocument/2006/relationships/customXml" Target="../ink/ink1082.xml"/><Relationship Id="rId108" Type="http://schemas.openxmlformats.org/officeDocument/2006/relationships/image" Target="../media/image910.png"/><Relationship Id="rId129" Type="http://schemas.openxmlformats.org/officeDocument/2006/relationships/customXml" Target="../ink/ink1130.xml"/><Relationship Id="rId54" Type="http://schemas.openxmlformats.org/officeDocument/2006/relationships/image" Target="../media/image883.png"/><Relationship Id="rId75" Type="http://schemas.openxmlformats.org/officeDocument/2006/relationships/customXml" Target="../ink/ink1103.xml"/><Relationship Id="rId96" Type="http://schemas.openxmlformats.org/officeDocument/2006/relationships/image" Target="../media/image904.png"/><Relationship Id="rId140" Type="http://schemas.openxmlformats.org/officeDocument/2006/relationships/image" Target="../media/image926.png"/><Relationship Id="rId161" Type="http://schemas.openxmlformats.org/officeDocument/2006/relationships/customXml" Target="../ink/ink114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9.png"/><Relationship Id="rId23" Type="http://schemas.openxmlformats.org/officeDocument/2006/relationships/customXml" Target="../ink/ink1077.xml"/><Relationship Id="rId28" Type="http://schemas.openxmlformats.org/officeDocument/2006/relationships/image" Target="../media/image870.png"/><Relationship Id="rId49" Type="http://schemas.openxmlformats.org/officeDocument/2006/relationships/customXml" Target="../ink/ink1090.xml"/><Relationship Id="rId114" Type="http://schemas.openxmlformats.org/officeDocument/2006/relationships/image" Target="../media/image913.png"/><Relationship Id="rId119" Type="http://schemas.openxmlformats.org/officeDocument/2006/relationships/customXml" Target="../ink/ink1125.xml"/><Relationship Id="rId44" Type="http://schemas.openxmlformats.org/officeDocument/2006/relationships/image" Target="../media/image878.png"/><Relationship Id="rId60" Type="http://schemas.openxmlformats.org/officeDocument/2006/relationships/image" Target="../media/image886.png"/><Relationship Id="rId65" Type="http://schemas.openxmlformats.org/officeDocument/2006/relationships/customXml" Target="../ink/ink1098.xml"/><Relationship Id="rId81" Type="http://schemas.openxmlformats.org/officeDocument/2006/relationships/customXml" Target="../ink/ink1106.xml"/><Relationship Id="rId86" Type="http://schemas.openxmlformats.org/officeDocument/2006/relationships/image" Target="../media/image899.png"/><Relationship Id="rId130" Type="http://schemas.openxmlformats.org/officeDocument/2006/relationships/image" Target="../media/image921.png"/><Relationship Id="rId135" Type="http://schemas.openxmlformats.org/officeDocument/2006/relationships/customXml" Target="../ink/ink1133.xml"/><Relationship Id="rId151" Type="http://schemas.openxmlformats.org/officeDocument/2006/relationships/customXml" Target="../ink/ink1141.xml"/><Relationship Id="rId156" Type="http://schemas.openxmlformats.org/officeDocument/2006/relationships/image" Target="../media/image934.png"/><Relationship Id="rId172" Type="http://schemas.openxmlformats.org/officeDocument/2006/relationships/image" Target="../media/image942.png"/><Relationship Id="rId13" Type="http://schemas.openxmlformats.org/officeDocument/2006/relationships/customXml" Target="../ink/ink1072.xml"/><Relationship Id="rId18" Type="http://schemas.openxmlformats.org/officeDocument/2006/relationships/image" Target="../media/image865.png"/><Relationship Id="rId39" Type="http://schemas.openxmlformats.org/officeDocument/2006/relationships/customXml" Target="../ink/ink1085.xml"/><Relationship Id="rId109" Type="http://schemas.openxmlformats.org/officeDocument/2006/relationships/customXml" Target="../ink/ink1120.xml"/><Relationship Id="rId34" Type="http://schemas.openxmlformats.org/officeDocument/2006/relationships/image" Target="../media/image873.png"/><Relationship Id="rId50" Type="http://schemas.openxmlformats.org/officeDocument/2006/relationships/image" Target="../media/image881.png"/><Relationship Id="rId55" Type="http://schemas.openxmlformats.org/officeDocument/2006/relationships/customXml" Target="../ink/ink1093.xml"/><Relationship Id="rId76" Type="http://schemas.openxmlformats.org/officeDocument/2006/relationships/image" Target="../media/image894.png"/><Relationship Id="rId97" Type="http://schemas.openxmlformats.org/officeDocument/2006/relationships/customXml" Target="../ink/ink1114.xml"/><Relationship Id="rId104" Type="http://schemas.openxmlformats.org/officeDocument/2006/relationships/image" Target="../media/image908.png"/><Relationship Id="rId120" Type="http://schemas.openxmlformats.org/officeDocument/2006/relationships/image" Target="../media/image916.png"/><Relationship Id="rId125" Type="http://schemas.openxmlformats.org/officeDocument/2006/relationships/customXml" Target="../ink/ink1128.xml"/><Relationship Id="rId141" Type="http://schemas.openxmlformats.org/officeDocument/2006/relationships/customXml" Target="../ink/ink1136.xml"/><Relationship Id="rId146" Type="http://schemas.openxmlformats.org/officeDocument/2006/relationships/image" Target="../media/image929.png"/><Relationship Id="rId167" Type="http://schemas.openxmlformats.org/officeDocument/2006/relationships/customXml" Target="../ink/ink1149.xml"/><Relationship Id="rId7" Type="http://schemas.openxmlformats.org/officeDocument/2006/relationships/customXml" Target="../ink/ink1069.xml"/><Relationship Id="rId71" Type="http://schemas.openxmlformats.org/officeDocument/2006/relationships/customXml" Target="../ink/ink1101.xml"/><Relationship Id="rId92" Type="http://schemas.openxmlformats.org/officeDocument/2006/relationships/image" Target="../media/image902.png"/><Relationship Id="rId162" Type="http://schemas.openxmlformats.org/officeDocument/2006/relationships/image" Target="../media/image937.png"/><Relationship Id="rId2" Type="http://schemas.openxmlformats.org/officeDocument/2006/relationships/image" Target="../media/image856.png"/><Relationship Id="rId29" Type="http://schemas.openxmlformats.org/officeDocument/2006/relationships/customXml" Target="../ink/ink1080.xml"/><Relationship Id="rId24" Type="http://schemas.openxmlformats.org/officeDocument/2006/relationships/image" Target="../media/image868.png"/><Relationship Id="rId40" Type="http://schemas.openxmlformats.org/officeDocument/2006/relationships/image" Target="../media/image876.png"/><Relationship Id="rId45" Type="http://schemas.openxmlformats.org/officeDocument/2006/relationships/customXml" Target="../ink/ink1088.xml"/><Relationship Id="rId66" Type="http://schemas.openxmlformats.org/officeDocument/2006/relationships/image" Target="../media/image889.png"/><Relationship Id="rId87" Type="http://schemas.openxmlformats.org/officeDocument/2006/relationships/customXml" Target="../ink/ink1109.xml"/><Relationship Id="rId110" Type="http://schemas.openxmlformats.org/officeDocument/2006/relationships/image" Target="../media/image911.png"/><Relationship Id="rId115" Type="http://schemas.openxmlformats.org/officeDocument/2006/relationships/customXml" Target="../ink/ink1123.xml"/><Relationship Id="rId131" Type="http://schemas.openxmlformats.org/officeDocument/2006/relationships/customXml" Target="../ink/ink1131.xml"/><Relationship Id="rId136" Type="http://schemas.openxmlformats.org/officeDocument/2006/relationships/image" Target="../media/image924.png"/><Relationship Id="rId157" Type="http://schemas.openxmlformats.org/officeDocument/2006/relationships/customXml" Target="../ink/ink1144.xml"/><Relationship Id="rId61" Type="http://schemas.openxmlformats.org/officeDocument/2006/relationships/customXml" Target="../ink/ink1096.xml"/><Relationship Id="rId82" Type="http://schemas.openxmlformats.org/officeDocument/2006/relationships/image" Target="../media/image897.png"/><Relationship Id="rId152" Type="http://schemas.openxmlformats.org/officeDocument/2006/relationships/image" Target="../media/image932.png"/><Relationship Id="rId173" Type="http://schemas.openxmlformats.org/officeDocument/2006/relationships/customXml" Target="../ink/ink1152.xml"/><Relationship Id="rId19" Type="http://schemas.openxmlformats.org/officeDocument/2006/relationships/customXml" Target="../ink/ink1075.xml"/><Relationship Id="rId14" Type="http://schemas.openxmlformats.org/officeDocument/2006/relationships/image" Target="../media/image863.png"/><Relationship Id="rId30" Type="http://schemas.openxmlformats.org/officeDocument/2006/relationships/image" Target="../media/image871.png"/><Relationship Id="rId35" Type="http://schemas.openxmlformats.org/officeDocument/2006/relationships/customXml" Target="../ink/ink1083.xml"/><Relationship Id="rId56" Type="http://schemas.openxmlformats.org/officeDocument/2006/relationships/image" Target="../media/image884.png"/><Relationship Id="rId77" Type="http://schemas.openxmlformats.org/officeDocument/2006/relationships/customXml" Target="../ink/ink1104.xml"/><Relationship Id="rId100" Type="http://schemas.openxmlformats.org/officeDocument/2006/relationships/image" Target="../media/image906.png"/><Relationship Id="rId105" Type="http://schemas.openxmlformats.org/officeDocument/2006/relationships/customXml" Target="../ink/ink1118.xml"/><Relationship Id="rId126" Type="http://schemas.openxmlformats.org/officeDocument/2006/relationships/image" Target="../media/image919.png"/><Relationship Id="rId147" Type="http://schemas.openxmlformats.org/officeDocument/2006/relationships/customXml" Target="../ink/ink1139.xml"/><Relationship Id="rId168" Type="http://schemas.openxmlformats.org/officeDocument/2006/relationships/image" Target="../media/image940.png"/><Relationship Id="rId8" Type="http://schemas.openxmlformats.org/officeDocument/2006/relationships/image" Target="../media/image860.png"/><Relationship Id="rId51" Type="http://schemas.openxmlformats.org/officeDocument/2006/relationships/customXml" Target="../ink/ink1091.xml"/><Relationship Id="rId72" Type="http://schemas.openxmlformats.org/officeDocument/2006/relationships/image" Target="../media/image892.png"/><Relationship Id="rId93" Type="http://schemas.openxmlformats.org/officeDocument/2006/relationships/customXml" Target="../ink/ink1112.xml"/><Relationship Id="rId98" Type="http://schemas.openxmlformats.org/officeDocument/2006/relationships/image" Target="../media/image905.png"/><Relationship Id="rId121" Type="http://schemas.openxmlformats.org/officeDocument/2006/relationships/customXml" Target="../ink/ink1126.xml"/><Relationship Id="rId142" Type="http://schemas.openxmlformats.org/officeDocument/2006/relationships/image" Target="../media/image927.png"/><Relationship Id="rId163" Type="http://schemas.openxmlformats.org/officeDocument/2006/relationships/customXml" Target="../ink/ink1147.xml"/><Relationship Id="rId3" Type="http://schemas.openxmlformats.org/officeDocument/2006/relationships/image" Target="../media/image857.png"/><Relationship Id="rId25" Type="http://schemas.openxmlformats.org/officeDocument/2006/relationships/customXml" Target="../ink/ink1078.xml"/><Relationship Id="rId46" Type="http://schemas.openxmlformats.org/officeDocument/2006/relationships/image" Target="../media/image879.png"/><Relationship Id="rId67" Type="http://schemas.openxmlformats.org/officeDocument/2006/relationships/customXml" Target="../ink/ink1099.xml"/><Relationship Id="rId116" Type="http://schemas.openxmlformats.org/officeDocument/2006/relationships/image" Target="../media/image914.png"/><Relationship Id="rId137" Type="http://schemas.openxmlformats.org/officeDocument/2006/relationships/customXml" Target="../ink/ink1134.xml"/><Relationship Id="rId158" Type="http://schemas.openxmlformats.org/officeDocument/2006/relationships/image" Target="../media/image935.png"/><Relationship Id="rId20" Type="http://schemas.openxmlformats.org/officeDocument/2006/relationships/image" Target="../media/image866.png"/><Relationship Id="rId41" Type="http://schemas.openxmlformats.org/officeDocument/2006/relationships/customXml" Target="../ink/ink1086.xml"/><Relationship Id="rId62" Type="http://schemas.openxmlformats.org/officeDocument/2006/relationships/image" Target="../media/image887.png"/><Relationship Id="rId83" Type="http://schemas.openxmlformats.org/officeDocument/2006/relationships/customXml" Target="../ink/ink1107.xml"/><Relationship Id="rId88" Type="http://schemas.openxmlformats.org/officeDocument/2006/relationships/image" Target="../media/image900.png"/><Relationship Id="rId111" Type="http://schemas.openxmlformats.org/officeDocument/2006/relationships/customXml" Target="../ink/ink1121.xml"/><Relationship Id="rId132" Type="http://schemas.openxmlformats.org/officeDocument/2006/relationships/image" Target="../media/image922.png"/><Relationship Id="rId153" Type="http://schemas.openxmlformats.org/officeDocument/2006/relationships/customXml" Target="../ink/ink1142.xml"/><Relationship Id="rId174" Type="http://schemas.openxmlformats.org/officeDocument/2006/relationships/image" Target="../media/image943.png"/><Relationship Id="rId15" Type="http://schemas.openxmlformats.org/officeDocument/2006/relationships/customXml" Target="../ink/ink1073.xml"/><Relationship Id="rId36" Type="http://schemas.openxmlformats.org/officeDocument/2006/relationships/image" Target="../media/image874.png"/><Relationship Id="rId57" Type="http://schemas.openxmlformats.org/officeDocument/2006/relationships/customXml" Target="../ink/ink1094.xml"/><Relationship Id="rId106" Type="http://schemas.openxmlformats.org/officeDocument/2006/relationships/image" Target="../media/image909.png"/><Relationship Id="rId127" Type="http://schemas.openxmlformats.org/officeDocument/2006/relationships/customXml" Target="../ink/ink1129.xml"/><Relationship Id="rId10" Type="http://schemas.openxmlformats.org/officeDocument/2006/relationships/image" Target="../media/image861.png"/><Relationship Id="rId31" Type="http://schemas.openxmlformats.org/officeDocument/2006/relationships/customXml" Target="../ink/ink1081.xml"/><Relationship Id="rId52" Type="http://schemas.openxmlformats.org/officeDocument/2006/relationships/image" Target="../media/image882.png"/><Relationship Id="rId73" Type="http://schemas.openxmlformats.org/officeDocument/2006/relationships/customXml" Target="../ink/ink1102.xml"/><Relationship Id="rId78" Type="http://schemas.openxmlformats.org/officeDocument/2006/relationships/image" Target="../media/image895.png"/><Relationship Id="rId94" Type="http://schemas.openxmlformats.org/officeDocument/2006/relationships/image" Target="../media/image903.png"/><Relationship Id="rId99" Type="http://schemas.openxmlformats.org/officeDocument/2006/relationships/customXml" Target="../ink/ink1115.xml"/><Relationship Id="rId101" Type="http://schemas.openxmlformats.org/officeDocument/2006/relationships/customXml" Target="../ink/ink1116.xml"/><Relationship Id="rId122" Type="http://schemas.openxmlformats.org/officeDocument/2006/relationships/image" Target="../media/image917.png"/><Relationship Id="rId143" Type="http://schemas.openxmlformats.org/officeDocument/2006/relationships/customXml" Target="../ink/ink1137.xml"/><Relationship Id="rId148" Type="http://schemas.openxmlformats.org/officeDocument/2006/relationships/image" Target="../media/image930.png"/><Relationship Id="rId164" Type="http://schemas.openxmlformats.org/officeDocument/2006/relationships/image" Target="../media/image938.png"/><Relationship Id="rId169" Type="http://schemas.openxmlformats.org/officeDocument/2006/relationships/customXml" Target="../ink/ink1150.xml"/><Relationship Id="rId4" Type="http://schemas.openxmlformats.org/officeDocument/2006/relationships/image" Target="../media/image858.png"/><Relationship Id="rId9" Type="http://schemas.openxmlformats.org/officeDocument/2006/relationships/customXml" Target="../ink/ink1070.xml"/><Relationship Id="rId26" Type="http://schemas.openxmlformats.org/officeDocument/2006/relationships/image" Target="../media/image869.png"/><Relationship Id="rId47" Type="http://schemas.openxmlformats.org/officeDocument/2006/relationships/customXml" Target="../ink/ink1089.xml"/><Relationship Id="rId68" Type="http://schemas.openxmlformats.org/officeDocument/2006/relationships/image" Target="../media/image890.png"/><Relationship Id="rId89" Type="http://schemas.openxmlformats.org/officeDocument/2006/relationships/customXml" Target="../ink/ink1110.xml"/><Relationship Id="rId112" Type="http://schemas.openxmlformats.org/officeDocument/2006/relationships/image" Target="../media/image912.png"/><Relationship Id="rId133" Type="http://schemas.openxmlformats.org/officeDocument/2006/relationships/customXml" Target="../ink/ink1132.xml"/><Relationship Id="rId154" Type="http://schemas.openxmlformats.org/officeDocument/2006/relationships/image" Target="../media/image933.png"/><Relationship Id="rId175" Type="http://schemas.openxmlformats.org/officeDocument/2006/relationships/customXml" Target="../ink/ink1153.xml"/><Relationship Id="rId16" Type="http://schemas.openxmlformats.org/officeDocument/2006/relationships/image" Target="../media/image864.png"/><Relationship Id="rId37" Type="http://schemas.openxmlformats.org/officeDocument/2006/relationships/customXml" Target="../ink/ink1084.xml"/><Relationship Id="rId58" Type="http://schemas.openxmlformats.org/officeDocument/2006/relationships/image" Target="../media/image885.png"/><Relationship Id="rId79" Type="http://schemas.openxmlformats.org/officeDocument/2006/relationships/customXml" Target="../ink/ink1105.xml"/><Relationship Id="rId102" Type="http://schemas.openxmlformats.org/officeDocument/2006/relationships/image" Target="../media/image907.png"/><Relationship Id="rId123" Type="http://schemas.openxmlformats.org/officeDocument/2006/relationships/customXml" Target="../ink/ink1127.xml"/><Relationship Id="rId144" Type="http://schemas.openxmlformats.org/officeDocument/2006/relationships/image" Target="../media/image928.png"/><Relationship Id="rId90" Type="http://schemas.openxmlformats.org/officeDocument/2006/relationships/image" Target="../media/image901.png"/><Relationship Id="rId165" Type="http://schemas.openxmlformats.org/officeDocument/2006/relationships/customXml" Target="../ink/ink1148.xml"/><Relationship Id="rId27" Type="http://schemas.openxmlformats.org/officeDocument/2006/relationships/customXml" Target="../ink/ink1079.xml"/><Relationship Id="rId48" Type="http://schemas.openxmlformats.org/officeDocument/2006/relationships/image" Target="../media/image880.png"/><Relationship Id="rId69" Type="http://schemas.openxmlformats.org/officeDocument/2006/relationships/customXml" Target="../ink/ink1100.xml"/><Relationship Id="rId113" Type="http://schemas.openxmlformats.org/officeDocument/2006/relationships/customXml" Target="../ink/ink1122.xml"/><Relationship Id="rId134" Type="http://schemas.openxmlformats.org/officeDocument/2006/relationships/image" Target="../media/image923.png"/><Relationship Id="rId80" Type="http://schemas.openxmlformats.org/officeDocument/2006/relationships/image" Target="../media/image896.png"/><Relationship Id="rId155" Type="http://schemas.openxmlformats.org/officeDocument/2006/relationships/customXml" Target="../ink/ink1143.xml"/><Relationship Id="rId176" Type="http://schemas.openxmlformats.org/officeDocument/2006/relationships/image" Target="../media/image944.png"/><Relationship Id="rId17" Type="http://schemas.openxmlformats.org/officeDocument/2006/relationships/customXml" Target="../ink/ink1074.xml"/><Relationship Id="rId38" Type="http://schemas.openxmlformats.org/officeDocument/2006/relationships/image" Target="../media/image875.png"/><Relationship Id="rId59" Type="http://schemas.openxmlformats.org/officeDocument/2006/relationships/customXml" Target="../ink/ink1095.xml"/><Relationship Id="rId103" Type="http://schemas.openxmlformats.org/officeDocument/2006/relationships/customXml" Target="../ink/ink1117.xml"/><Relationship Id="rId124" Type="http://schemas.openxmlformats.org/officeDocument/2006/relationships/image" Target="../media/image918.png"/><Relationship Id="rId70" Type="http://schemas.openxmlformats.org/officeDocument/2006/relationships/image" Target="../media/image891.png"/><Relationship Id="rId91" Type="http://schemas.openxmlformats.org/officeDocument/2006/relationships/customXml" Target="../ink/ink1111.xml"/><Relationship Id="rId145" Type="http://schemas.openxmlformats.org/officeDocument/2006/relationships/customXml" Target="../ink/ink1138.xml"/><Relationship Id="rId166" Type="http://schemas.openxmlformats.org/officeDocument/2006/relationships/image" Target="../media/image939.png"/></Relationships>
</file>

<file path=ppt/slides/_rels/slide1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002.png"/><Relationship Id="rId299" Type="http://schemas.openxmlformats.org/officeDocument/2006/relationships/image" Target="../media/image1093.png"/><Relationship Id="rId21" Type="http://schemas.openxmlformats.org/officeDocument/2006/relationships/image" Target="../media/image954.png"/><Relationship Id="rId63" Type="http://schemas.openxmlformats.org/officeDocument/2006/relationships/image" Target="../media/image975.png"/><Relationship Id="rId159" Type="http://schemas.openxmlformats.org/officeDocument/2006/relationships/image" Target="../media/image1023.png"/><Relationship Id="rId324" Type="http://schemas.openxmlformats.org/officeDocument/2006/relationships/customXml" Target="../ink/ink1315.xml"/><Relationship Id="rId366" Type="http://schemas.openxmlformats.org/officeDocument/2006/relationships/customXml" Target="../ink/ink1336.xml"/><Relationship Id="rId170" Type="http://schemas.openxmlformats.org/officeDocument/2006/relationships/customXml" Target="../ink/ink1238.xml"/><Relationship Id="rId226" Type="http://schemas.openxmlformats.org/officeDocument/2006/relationships/customXml" Target="../ink/ink1266.xml"/><Relationship Id="rId268" Type="http://schemas.openxmlformats.org/officeDocument/2006/relationships/customXml" Target="../ink/ink1287.xml"/><Relationship Id="rId32" Type="http://schemas.openxmlformats.org/officeDocument/2006/relationships/customXml" Target="../ink/ink1169.xml"/><Relationship Id="rId74" Type="http://schemas.openxmlformats.org/officeDocument/2006/relationships/customXml" Target="../ink/ink1190.xml"/><Relationship Id="rId128" Type="http://schemas.openxmlformats.org/officeDocument/2006/relationships/customXml" Target="../ink/ink1217.xml"/><Relationship Id="rId335" Type="http://schemas.openxmlformats.org/officeDocument/2006/relationships/image" Target="../media/image1111.png"/><Relationship Id="rId377" Type="http://schemas.openxmlformats.org/officeDocument/2006/relationships/image" Target="../media/image1132.png"/><Relationship Id="rId5" Type="http://schemas.openxmlformats.org/officeDocument/2006/relationships/image" Target="../media/image946.png"/><Relationship Id="rId181" Type="http://schemas.openxmlformats.org/officeDocument/2006/relationships/image" Target="../media/image1034.png"/><Relationship Id="rId237" Type="http://schemas.openxmlformats.org/officeDocument/2006/relationships/image" Target="../media/image1062.png"/><Relationship Id="rId279" Type="http://schemas.openxmlformats.org/officeDocument/2006/relationships/image" Target="../media/image1083.png"/><Relationship Id="rId43" Type="http://schemas.openxmlformats.org/officeDocument/2006/relationships/image" Target="../media/image965.png"/><Relationship Id="rId139" Type="http://schemas.openxmlformats.org/officeDocument/2006/relationships/image" Target="../media/image1013.png"/><Relationship Id="rId290" Type="http://schemas.openxmlformats.org/officeDocument/2006/relationships/customXml" Target="../ink/ink1298.xml"/><Relationship Id="rId304" Type="http://schemas.openxmlformats.org/officeDocument/2006/relationships/customXml" Target="../ink/ink1305.xml"/><Relationship Id="rId346" Type="http://schemas.openxmlformats.org/officeDocument/2006/relationships/customXml" Target="../ink/ink1326.xml"/><Relationship Id="rId388" Type="http://schemas.openxmlformats.org/officeDocument/2006/relationships/customXml" Target="../ink/ink1347.xml"/><Relationship Id="rId85" Type="http://schemas.openxmlformats.org/officeDocument/2006/relationships/image" Target="../media/image986.png"/><Relationship Id="rId150" Type="http://schemas.openxmlformats.org/officeDocument/2006/relationships/customXml" Target="../ink/ink1228.xml"/><Relationship Id="rId192" Type="http://schemas.openxmlformats.org/officeDocument/2006/relationships/customXml" Target="../ink/ink1249.xml"/><Relationship Id="rId206" Type="http://schemas.openxmlformats.org/officeDocument/2006/relationships/customXml" Target="../ink/ink1256.xml"/><Relationship Id="rId248" Type="http://schemas.openxmlformats.org/officeDocument/2006/relationships/customXml" Target="../ink/ink1277.xml"/><Relationship Id="rId12" Type="http://schemas.openxmlformats.org/officeDocument/2006/relationships/customXml" Target="../ink/ink1159.xml"/><Relationship Id="rId108" Type="http://schemas.openxmlformats.org/officeDocument/2006/relationships/customXml" Target="../ink/ink1207.xml"/><Relationship Id="rId315" Type="http://schemas.openxmlformats.org/officeDocument/2006/relationships/image" Target="../media/image1101.png"/><Relationship Id="rId357" Type="http://schemas.openxmlformats.org/officeDocument/2006/relationships/image" Target="../media/image1122.png"/><Relationship Id="rId54" Type="http://schemas.openxmlformats.org/officeDocument/2006/relationships/customXml" Target="../ink/ink1180.xml"/><Relationship Id="rId96" Type="http://schemas.openxmlformats.org/officeDocument/2006/relationships/customXml" Target="../ink/ink1201.xml"/><Relationship Id="rId161" Type="http://schemas.openxmlformats.org/officeDocument/2006/relationships/image" Target="../media/image1024.png"/><Relationship Id="rId217" Type="http://schemas.openxmlformats.org/officeDocument/2006/relationships/image" Target="../media/image1052.png"/><Relationship Id="rId259" Type="http://schemas.openxmlformats.org/officeDocument/2006/relationships/image" Target="../media/image1073.png"/><Relationship Id="rId23" Type="http://schemas.openxmlformats.org/officeDocument/2006/relationships/image" Target="../media/image955.png"/><Relationship Id="rId119" Type="http://schemas.openxmlformats.org/officeDocument/2006/relationships/image" Target="../media/image1003.png"/><Relationship Id="rId270" Type="http://schemas.openxmlformats.org/officeDocument/2006/relationships/customXml" Target="../ink/ink1288.xml"/><Relationship Id="rId326" Type="http://schemas.openxmlformats.org/officeDocument/2006/relationships/customXml" Target="../ink/ink1316.xml"/><Relationship Id="rId65" Type="http://schemas.openxmlformats.org/officeDocument/2006/relationships/image" Target="../media/image976.png"/><Relationship Id="rId130" Type="http://schemas.openxmlformats.org/officeDocument/2006/relationships/customXml" Target="../ink/ink1218.xml"/><Relationship Id="rId368" Type="http://schemas.openxmlformats.org/officeDocument/2006/relationships/customXml" Target="../ink/ink1337.xml"/><Relationship Id="rId172" Type="http://schemas.openxmlformats.org/officeDocument/2006/relationships/customXml" Target="../ink/ink1239.xml"/><Relationship Id="rId228" Type="http://schemas.openxmlformats.org/officeDocument/2006/relationships/customXml" Target="../ink/ink1267.xml"/><Relationship Id="rId281" Type="http://schemas.openxmlformats.org/officeDocument/2006/relationships/image" Target="../media/image1084.png"/><Relationship Id="rId337" Type="http://schemas.openxmlformats.org/officeDocument/2006/relationships/image" Target="../media/image1112.png"/><Relationship Id="rId34" Type="http://schemas.openxmlformats.org/officeDocument/2006/relationships/customXml" Target="../ink/ink1170.xml"/><Relationship Id="rId76" Type="http://schemas.openxmlformats.org/officeDocument/2006/relationships/customXml" Target="../ink/ink1191.xml"/><Relationship Id="rId141" Type="http://schemas.openxmlformats.org/officeDocument/2006/relationships/image" Target="../media/image1014.png"/><Relationship Id="rId379" Type="http://schemas.openxmlformats.org/officeDocument/2006/relationships/image" Target="../media/image1133.png"/><Relationship Id="rId7" Type="http://schemas.openxmlformats.org/officeDocument/2006/relationships/image" Target="../media/image947.png"/><Relationship Id="rId183" Type="http://schemas.openxmlformats.org/officeDocument/2006/relationships/image" Target="../media/image1035.png"/><Relationship Id="rId239" Type="http://schemas.openxmlformats.org/officeDocument/2006/relationships/image" Target="../media/image1063.png"/><Relationship Id="rId390" Type="http://schemas.openxmlformats.org/officeDocument/2006/relationships/customXml" Target="../ink/ink1348.xml"/><Relationship Id="rId250" Type="http://schemas.openxmlformats.org/officeDocument/2006/relationships/customXml" Target="../ink/ink1278.xml"/><Relationship Id="rId292" Type="http://schemas.openxmlformats.org/officeDocument/2006/relationships/customXml" Target="../ink/ink1299.xml"/><Relationship Id="rId306" Type="http://schemas.openxmlformats.org/officeDocument/2006/relationships/customXml" Target="../ink/ink1306.xml"/><Relationship Id="rId45" Type="http://schemas.openxmlformats.org/officeDocument/2006/relationships/image" Target="../media/image966.png"/><Relationship Id="rId87" Type="http://schemas.openxmlformats.org/officeDocument/2006/relationships/image" Target="../media/image987.png"/><Relationship Id="rId110" Type="http://schemas.openxmlformats.org/officeDocument/2006/relationships/customXml" Target="../ink/ink1208.xml"/><Relationship Id="rId348" Type="http://schemas.openxmlformats.org/officeDocument/2006/relationships/customXml" Target="../ink/ink1327.xml"/><Relationship Id="rId152" Type="http://schemas.openxmlformats.org/officeDocument/2006/relationships/customXml" Target="../ink/ink1229.xml"/><Relationship Id="rId194" Type="http://schemas.openxmlformats.org/officeDocument/2006/relationships/customXml" Target="../ink/ink1250.xml"/><Relationship Id="rId208" Type="http://schemas.openxmlformats.org/officeDocument/2006/relationships/customXml" Target="../ink/ink1257.xml"/><Relationship Id="rId261" Type="http://schemas.openxmlformats.org/officeDocument/2006/relationships/image" Target="../media/image1074.png"/><Relationship Id="rId14" Type="http://schemas.openxmlformats.org/officeDocument/2006/relationships/customXml" Target="../ink/ink1160.xml"/><Relationship Id="rId56" Type="http://schemas.openxmlformats.org/officeDocument/2006/relationships/customXml" Target="../ink/ink1181.xml"/><Relationship Id="rId317" Type="http://schemas.openxmlformats.org/officeDocument/2006/relationships/image" Target="../media/image1102.png"/><Relationship Id="rId359" Type="http://schemas.openxmlformats.org/officeDocument/2006/relationships/image" Target="../media/image1123.png"/><Relationship Id="rId98" Type="http://schemas.openxmlformats.org/officeDocument/2006/relationships/customXml" Target="../ink/ink1202.xml"/><Relationship Id="rId121" Type="http://schemas.openxmlformats.org/officeDocument/2006/relationships/image" Target="../media/image1004.png"/><Relationship Id="rId163" Type="http://schemas.openxmlformats.org/officeDocument/2006/relationships/image" Target="../media/image1025.png"/><Relationship Id="rId219" Type="http://schemas.openxmlformats.org/officeDocument/2006/relationships/image" Target="../media/image1053.png"/><Relationship Id="rId370" Type="http://schemas.openxmlformats.org/officeDocument/2006/relationships/customXml" Target="../ink/ink1338.xml"/><Relationship Id="rId230" Type="http://schemas.openxmlformats.org/officeDocument/2006/relationships/customXml" Target="../ink/ink1268.xml"/><Relationship Id="rId25" Type="http://schemas.openxmlformats.org/officeDocument/2006/relationships/image" Target="../media/image956.png"/><Relationship Id="rId67" Type="http://schemas.openxmlformats.org/officeDocument/2006/relationships/image" Target="../media/image977.png"/><Relationship Id="rId272" Type="http://schemas.openxmlformats.org/officeDocument/2006/relationships/customXml" Target="../ink/ink1289.xml"/><Relationship Id="rId328" Type="http://schemas.openxmlformats.org/officeDocument/2006/relationships/customXml" Target="../ink/ink1317.xml"/><Relationship Id="rId132" Type="http://schemas.openxmlformats.org/officeDocument/2006/relationships/customXml" Target="../ink/ink1219.xml"/><Relationship Id="rId174" Type="http://schemas.openxmlformats.org/officeDocument/2006/relationships/customXml" Target="../ink/ink1240.xml"/><Relationship Id="rId381" Type="http://schemas.openxmlformats.org/officeDocument/2006/relationships/image" Target="../media/image1134.png"/><Relationship Id="rId241" Type="http://schemas.openxmlformats.org/officeDocument/2006/relationships/image" Target="../media/image1064.png"/><Relationship Id="rId36" Type="http://schemas.openxmlformats.org/officeDocument/2006/relationships/customXml" Target="../ink/ink1171.xml"/><Relationship Id="rId283" Type="http://schemas.openxmlformats.org/officeDocument/2006/relationships/image" Target="../media/image1085.png"/><Relationship Id="rId339" Type="http://schemas.openxmlformats.org/officeDocument/2006/relationships/image" Target="../media/image1113.png"/><Relationship Id="rId78" Type="http://schemas.openxmlformats.org/officeDocument/2006/relationships/customXml" Target="../ink/ink1192.xml"/><Relationship Id="rId101" Type="http://schemas.openxmlformats.org/officeDocument/2006/relationships/image" Target="../media/image994.png"/><Relationship Id="rId143" Type="http://schemas.openxmlformats.org/officeDocument/2006/relationships/image" Target="../media/image1015.png"/><Relationship Id="rId185" Type="http://schemas.openxmlformats.org/officeDocument/2006/relationships/image" Target="../media/image1036.png"/><Relationship Id="rId350" Type="http://schemas.openxmlformats.org/officeDocument/2006/relationships/customXml" Target="../ink/ink1328.xml"/><Relationship Id="rId9" Type="http://schemas.openxmlformats.org/officeDocument/2006/relationships/image" Target="../media/image948.png"/><Relationship Id="rId210" Type="http://schemas.openxmlformats.org/officeDocument/2006/relationships/customXml" Target="../ink/ink1258.xml"/><Relationship Id="rId392" Type="http://schemas.openxmlformats.org/officeDocument/2006/relationships/customXml" Target="../ink/ink1349.xml"/><Relationship Id="rId252" Type="http://schemas.openxmlformats.org/officeDocument/2006/relationships/customXml" Target="../ink/ink1279.xml"/><Relationship Id="rId294" Type="http://schemas.openxmlformats.org/officeDocument/2006/relationships/customXml" Target="../ink/ink1300.xml"/><Relationship Id="rId308" Type="http://schemas.openxmlformats.org/officeDocument/2006/relationships/customXml" Target="../ink/ink1307.xml"/><Relationship Id="rId47" Type="http://schemas.openxmlformats.org/officeDocument/2006/relationships/image" Target="../media/image967.png"/><Relationship Id="rId89" Type="http://schemas.openxmlformats.org/officeDocument/2006/relationships/image" Target="../media/image988.png"/><Relationship Id="rId112" Type="http://schemas.openxmlformats.org/officeDocument/2006/relationships/customXml" Target="../ink/ink1209.xml"/><Relationship Id="rId154" Type="http://schemas.openxmlformats.org/officeDocument/2006/relationships/customXml" Target="../ink/ink1230.xml"/><Relationship Id="rId361" Type="http://schemas.openxmlformats.org/officeDocument/2006/relationships/image" Target="../media/image1124.png"/><Relationship Id="rId196" Type="http://schemas.openxmlformats.org/officeDocument/2006/relationships/customXml" Target="../ink/ink1251.xml"/><Relationship Id="rId16" Type="http://schemas.openxmlformats.org/officeDocument/2006/relationships/customXml" Target="../ink/ink1161.xml"/><Relationship Id="rId221" Type="http://schemas.openxmlformats.org/officeDocument/2006/relationships/image" Target="../media/image1054.png"/><Relationship Id="rId242" Type="http://schemas.openxmlformats.org/officeDocument/2006/relationships/customXml" Target="../ink/ink1274.xml"/><Relationship Id="rId263" Type="http://schemas.openxmlformats.org/officeDocument/2006/relationships/image" Target="../media/image1075.png"/><Relationship Id="rId284" Type="http://schemas.openxmlformats.org/officeDocument/2006/relationships/customXml" Target="../ink/ink1295.xml"/><Relationship Id="rId319" Type="http://schemas.openxmlformats.org/officeDocument/2006/relationships/image" Target="../media/image1103.png"/><Relationship Id="rId37" Type="http://schemas.openxmlformats.org/officeDocument/2006/relationships/image" Target="../media/image962.png"/><Relationship Id="rId58" Type="http://schemas.openxmlformats.org/officeDocument/2006/relationships/customXml" Target="../ink/ink1182.xml"/><Relationship Id="rId79" Type="http://schemas.openxmlformats.org/officeDocument/2006/relationships/image" Target="../media/image983.png"/><Relationship Id="rId102" Type="http://schemas.openxmlformats.org/officeDocument/2006/relationships/customXml" Target="../ink/ink1204.xml"/><Relationship Id="rId123" Type="http://schemas.openxmlformats.org/officeDocument/2006/relationships/image" Target="../media/image1005.png"/><Relationship Id="rId144" Type="http://schemas.openxmlformats.org/officeDocument/2006/relationships/customXml" Target="../ink/ink1225.xml"/><Relationship Id="rId330" Type="http://schemas.openxmlformats.org/officeDocument/2006/relationships/customXml" Target="../ink/ink1318.xml"/><Relationship Id="rId90" Type="http://schemas.openxmlformats.org/officeDocument/2006/relationships/customXml" Target="../ink/ink1198.xml"/><Relationship Id="rId165" Type="http://schemas.openxmlformats.org/officeDocument/2006/relationships/image" Target="../media/image1026.png"/><Relationship Id="rId186" Type="http://schemas.openxmlformats.org/officeDocument/2006/relationships/customXml" Target="../ink/ink1246.xml"/><Relationship Id="rId351" Type="http://schemas.openxmlformats.org/officeDocument/2006/relationships/image" Target="../media/image1119.png"/><Relationship Id="rId372" Type="http://schemas.openxmlformats.org/officeDocument/2006/relationships/customXml" Target="../ink/ink1339.xml"/><Relationship Id="rId393" Type="http://schemas.openxmlformats.org/officeDocument/2006/relationships/image" Target="../media/image1140.png"/><Relationship Id="rId211" Type="http://schemas.openxmlformats.org/officeDocument/2006/relationships/image" Target="../media/image1049.png"/><Relationship Id="rId232" Type="http://schemas.openxmlformats.org/officeDocument/2006/relationships/customXml" Target="../ink/ink1269.xml"/><Relationship Id="rId253" Type="http://schemas.openxmlformats.org/officeDocument/2006/relationships/image" Target="../media/image1070.png"/><Relationship Id="rId274" Type="http://schemas.openxmlformats.org/officeDocument/2006/relationships/customXml" Target="../ink/ink1290.xml"/><Relationship Id="rId295" Type="http://schemas.openxmlformats.org/officeDocument/2006/relationships/image" Target="../media/image1091.png"/><Relationship Id="rId309" Type="http://schemas.openxmlformats.org/officeDocument/2006/relationships/image" Target="../media/image1098.png"/><Relationship Id="rId27" Type="http://schemas.openxmlformats.org/officeDocument/2006/relationships/image" Target="../media/image957.png"/><Relationship Id="rId48" Type="http://schemas.openxmlformats.org/officeDocument/2006/relationships/customXml" Target="../ink/ink1177.xml"/><Relationship Id="rId69" Type="http://schemas.openxmlformats.org/officeDocument/2006/relationships/image" Target="../media/image978.png"/><Relationship Id="rId113" Type="http://schemas.openxmlformats.org/officeDocument/2006/relationships/image" Target="../media/image1000.png"/><Relationship Id="rId134" Type="http://schemas.openxmlformats.org/officeDocument/2006/relationships/customXml" Target="../ink/ink1220.xml"/><Relationship Id="rId320" Type="http://schemas.openxmlformats.org/officeDocument/2006/relationships/customXml" Target="../ink/ink1313.xml"/><Relationship Id="rId80" Type="http://schemas.openxmlformats.org/officeDocument/2006/relationships/customXml" Target="../ink/ink1193.xml"/><Relationship Id="rId155" Type="http://schemas.openxmlformats.org/officeDocument/2006/relationships/image" Target="../media/image1021.png"/><Relationship Id="rId176" Type="http://schemas.openxmlformats.org/officeDocument/2006/relationships/customXml" Target="../ink/ink1241.xml"/><Relationship Id="rId197" Type="http://schemas.openxmlformats.org/officeDocument/2006/relationships/image" Target="../media/image1042.png"/><Relationship Id="rId341" Type="http://schemas.openxmlformats.org/officeDocument/2006/relationships/image" Target="../media/image1114.png"/><Relationship Id="rId362" Type="http://schemas.openxmlformats.org/officeDocument/2006/relationships/customXml" Target="../ink/ink1334.xml"/><Relationship Id="rId383" Type="http://schemas.openxmlformats.org/officeDocument/2006/relationships/image" Target="../media/image1135.png"/><Relationship Id="rId201" Type="http://schemas.openxmlformats.org/officeDocument/2006/relationships/image" Target="../media/image1044.png"/><Relationship Id="rId222" Type="http://schemas.openxmlformats.org/officeDocument/2006/relationships/customXml" Target="../ink/ink1264.xml"/><Relationship Id="rId243" Type="http://schemas.openxmlformats.org/officeDocument/2006/relationships/image" Target="../media/image1065.png"/><Relationship Id="rId264" Type="http://schemas.openxmlformats.org/officeDocument/2006/relationships/customXml" Target="../ink/ink1285.xml"/><Relationship Id="rId285" Type="http://schemas.openxmlformats.org/officeDocument/2006/relationships/image" Target="../media/image1086.png"/><Relationship Id="rId17" Type="http://schemas.openxmlformats.org/officeDocument/2006/relationships/image" Target="../media/image952.png"/><Relationship Id="rId38" Type="http://schemas.openxmlformats.org/officeDocument/2006/relationships/customXml" Target="../ink/ink1172.xml"/><Relationship Id="rId59" Type="http://schemas.openxmlformats.org/officeDocument/2006/relationships/image" Target="../media/image973.png"/><Relationship Id="rId103" Type="http://schemas.openxmlformats.org/officeDocument/2006/relationships/image" Target="../media/image995.png"/><Relationship Id="rId124" Type="http://schemas.openxmlformats.org/officeDocument/2006/relationships/customXml" Target="../ink/ink1215.xml"/><Relationship Id="rId310" Type="http://schemas.openxmlformats.org/officeDocument/2006/relationships/customXml" Target="../ink/ink1308.xml"/><Relationship Id="rId70" Type="http://schemas.openxmlformats.org/officeDocument/2006/relationships/customXml" Target="../ink/ink1188.xml"/><Relationship Id="rId91" Type="http://schemas.openxmlformats.org/officeDocument/2006/relationships/image" Target="../media/image989.png"/><Relationship Id="rId145" Type="http://schemas.openxmlformats.org/officeDocument/2006/relationships/image" Target="../media/image1016.png"/><Relationship Id="rId166" Type="http://schemas.openxmlformats.org/officeDocument/2006/relationships/customXml" Target="../ink/ink1236.xml"/><Relationship Id="rId187" Type="http://schemas.openxmlformats.org/officeDocument/2006/relationships/image" Target="../media/image1037.png"/><Relationship Id="rId331" Type="http://schemas.openxmlformats.org/officeDocument/2006/relationships/image" Target="../media/image1109.png"/><Relationship Id="rId352" Type="http://schemas.openxmlformats.org/officeDocument/2006/relationships/customXml" Target="../ink/ink1329.xml"/><Relationship Id="rId373" Type="http://schemas.openxmlformats.org/officeDocument/2006/relationships/image" Target="../media/image1130.png"/><Relationship Id="rId394" Type="http://schemas.openxmlformats.org/officeDocument/2006/relationships/customXml" Target="../ink/ink1350.xml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1259.xml"/><Relationship Id="rId233" Type="http://schemas.openxmlformats.org/officeDocument/2006/relationships/image" Target="../media/image1060.png"/><Relationship Id="rId254" Type="http://schemas.openxmlformats.org/officeDocument/2006/relationships/customXml" Target="../ink/ink1280.xml"/><Relationship Id="rId28" Type="http://schemas.openxmlformats.org/officeDocument/2006/relationships/customXml" Target="../ink/ink1167.xml"/><Relationship Id="rId49" Type="http://schemas.openxmlformats.org/officeDocument/2006/relationships/image" Target="../media/image968.png"/><Relationship Id="rId114" Type="http://schemas.openxmlformats.org/officeDocument/2006/relationships/customXml" Target="../ink/ink1210.xml"/><Relationship Id="rId275" Type="http://schemas.openxmlformats.org/officeDocument/2006/relationships/image" Target="../media/image1081.png"/><Relationship Id="rId296" Type="http://schemas.openxmlformats.org/officeDocument/2006/relationships/customXml" Target="../ink/ink1301.xml"/><Relationship Id="rId300" Type="http://schemas.openxmlformats.org/officeDocument/2006/relationships/customXml" Target="../ink/ink1303.xml"/><Relationship Id="rId60" Type="http://schemas.openxmlformats.org/officeDocument/2006/relationships/customXml" Target="../ink/ink1183.xml"/><Relationship Id="rId81" Type="http://schemas.openxmlformats.org/officeDocument/2006/relationships/image" Target="../media/image984.png"/><Relationship Id="rId135" Type="http://schemas.openxmlformats.org/officeDocument/2006/relationships/image" Target="../media/image1011.png"/><Relationship Id="rId156" Type="http://schemas.openxmlformats.org/officeDocument/2006/relationships/customXml" Target="../ink/ink1231.xml"/><Relationship Id="rId177" Type="http://schemas.openxmlformats.org/officeDocument/2006/relationships/image" Target="../media/image1032.png"/><Relationship Id="rId198" Type="http://schemas.openxmlformats.org/officeDocument/2006/relationships/customXml" Target="../ink/ink1252.xml"/><Relationship Id="rId321" Type="http://schemas.openxmlformats.org/officeDocument/2006/relationships/image" Target="../media/image1104.png"/><Relationship Id="rId342" Type="http://schemas.openxmlformats.org/officeDocument/2006/relationships/customXml" Target="../ink/ink1324.xml"/><Relationship Id="rId363" Type="http://schemas.openxmlformats.org/officeDocument/2006/relationships/image" Target="../media/image1125.png"/><Relationship Id="rId384" Type="http://schemas.openxmlformats.org/officeDocument/2006/relationships/customXml" Target="../ink/ink1345.xml"/><Relationship Id="rId202" Type="http://schemas.openxmlformats.org/officeDocument/2006/relationships/customXml" Target="../ink/ink1254.xml"/><Relationship Id="rId223" Type="http://schemas.openxmlformats.org/officeDocument/2006/relationships/image" Target="../media/image1055.png"/><Relationship Id="rId244" Type="http://schemas.openxmlformats.org/officeDocument/2006/relationships/customXml" Target="../ink/ink1275.xml"/><Relationship Id="rId18" Type="http://schemas.openxmlformats.org/officeDocument/2006/relationships/customXml" Target="../ink/ink1162.xml"/><Relationship Id="rId39" Type="http://schemas.openxmlformats.org/officeDocument/2006/relationships/image" Target="../media/image963.png"/><Relationship Id="rId265" Type="http://schemas.openxmlformats.org/officeDocument/2006/relationships/image" Target="../media/image1076.png"/><Relationship Id="rId286" Type="http://schemas.openxmlformats.org/officeDocument/2006/relationships/customXml" Target="../ink/ink1296.xml"/><Relationship Id="rId50" Type="http://schemas.openxmlformats.org/officeDocument/2006/relationships/customXml" Target="../ink/ink1178.xml"/><Relationship Id="rId104" Type="http://schemas.openxmlformats.org/officeDocument/2006/relationships/customXml" Target="../ink/ink1205.xml"/><Relationship Id="rId125" Type="http://schemas.openxmlformats.org/officeDocument/2006/relationships/image" Target="../media/image1006.png"/><Relationship Id="rId146" Type="http://schemas.openxmlformats.org/officeDocument/2006/relationships/customXml" Target="../ink/ink1226.xml"/><Relationship Id="rId167" Type="http://schemas.openxmlformats.org/officeDocument/2006/relationships/image" Target="../media/image1027.png"/><Relationship Id="rId188" Type="http://schemas.openxmlformats.org/officeDocument/2006/relationships/customXml" Target="../ink/ink1247.xml"/><Relationship Id="rId311" Type="http://schemas.openxmlformats.org/officeDocument/2006/relationships/image" Target="../media/image1099.png"/><Relationship Id="rId332" Type="http://schemas.openxmlformats.org/officeDocument/2006/relationships/customXml" Target="../ink/ink1319.xml"/><Relationship Id="rId353" Type="http://schemas.openxmlformats.org/officeDocument/2006/relationships/image" Target="../media/image1120.png"/><Relationship Id="rId374" Type="http://schemas.openxmlformats.org/officeDocument/2006/relationships/customXml" Target="../ink/ink1340.xml"/><Relationship Id="rId395" Type="http://schemas.openxmlformats.org/officeDocument/2006/relationships/image" Target="../media/image1141.png"/><Relationship Id="rId71" Type="http://schemas.openxmlformats.org/officeDocument/2006/relationships/image" Target="../media/image979.png"/><Relationship Id="rId92" Type="http://schemas.openxmlformats.org/officeDocument/2006/relationships/customXml" Target="../ink/ink1199.xml"/><Relationship Id="rId213" Type="http://schemas.openxmlformats.org/officeDocument/2006/relationships/image" Target="../media/image1050.png"/><Relationship Id="rId234" Type="http://schemas.openxmlformats.org/officeDocument/2006/relationships/customXml" Target="../ink/ink1270.xml"/><Relationship Id="rId2" Type="http://schemas.openxmlformats.org/officeDocument/2006/relationships/customXml" Target="../ink/ink1154.xml"/><Relationship Id="rId29" Type="http://schemas.openxmlformats.org/officeDocument/2006/relationships/image" Target="../media/image958.png"/><Relationship Id="rId255" Type="http://schemas.openxmlformats.org/officeDocument/2006/relationships/image" Target="../media/image1071.png"/><Relationship Id="rId276" Type="http://schemas.openxmlformats.org/officeDocument/2006/relationships/customXml" Target="../ink/ink1291.xml"/><Relationship Id="rId297" Type="http://schemas.openxmlformats.org/officeDocument/2006/relationships/image" Target="../media/image1092.png"/><Relationship Id="rId40" Type="http://schemas.openxmlformats.org/officeDocument/2006/relationships/customXml" Target="../ink/ink1173.xml"/><Relationship Id="rId115" Type="http://schemas.openxmlformats.org/officeDocument/2006/relationships/image" Target="../media/image1001.png"/><Relationship Id="rId136" Type="http://schemas.openxmlformats.org/officeDocument/2006/relationships/customXml" Target="../ink/ink1221.xml"/><Relationship Id="rId157" Type="http://schemas.openxmlformats.org/officeDocument/2006/relationships/image" Target="../media/image1022.png"/><Relationship Id="rId178" Type="http://schemas.openxmlformats.org/officeDocument/2006/relationships/customXml" Target="../ink/ink1242.xml"/><Relationship Id="rId301" Type="http://schemas.openxmlformats.org/officeDocument/2006/relationships/image" Target="../media/image1094.png"/><Relationship Id="rId322" Type="http://schemas.openxmlformats.org/officeDocument/2006/relationships/customXml" Target="../ink/ink1314.xml"/><Relationship Id="rId343" Type="http://schemas.openxmlformats.org/officeDocument/2006/relationships/image" Target="../media/image1115.png"/><Relationship Id="rId364" Type="http://schemas.openxmlformats.org/officeDocument/2006/relationships/customXml" Target="../ink/ink1335.xml"/><Relationship Id="rId61" Type="http://schemas.openxmlformats.org/officeDocument/2006/relationships/image" Target="../media/image974.png"/><Relationship Id="rId82" Type="http://schemas.openxmlformats.org/officeDocument/2006/relationships/customXml" Target="../ink/ink1194.xml"/><Relationship Id="rId199" Type="http://schemas.openxmlformats.org/officeDocument/2006/relationships/image" Target="../media/image1043.png"/><Relationship Id="rId203" Type="http://schemas.openxmlformats.org/officeDocument/2006/relationships/image" Target="../media/image1045.png"/><Relationship Id="rId385" Type="http://schemas.openxmlformats.org/officeDocument/2006/relationships/image" Target="../media/image1136.png"/><Relationship Id="rId19" Type="http://schemas.openxmlformats.org/officeDocument/2006/relationships/image" Target="../media/image953.png"/><Relationship Id="rId224" Type="http://schemas.openxmlformats.org/officeDocument/2006/relationships/customXml" Target="../ink/ink1265.xml"/><Relationship Id="rId245" Type="http://schemas.openxmlformats.org/officeDocument/2006/relationships/image" Target="../media/image1066.png"/><Relationship Id="rId266" Type="http://schemas.openxmlformats.org/officeDocument/2006/relationships/customXml" Target="../ink/ink1286.xml"/><Relationship Id="rId287" Type="http://schemas.openxmlformats.org/officeDocument/2006/relationships/image" Target="../media/image1087.png"/><Relationship Id="rId30" Type="http://schemas.openxmlformats.org/officeDocument/2006/relationships/customXml" Target="../ink/ink1168.xml"/><Relationship Id="rId105" Type="http://schemas.openxmlformats.org/officeDocument/2006/relationships/image" Target="../media/image996.png"/><Relationship Id="rId126" Type="http://schemas.openxmlformats.org/officeDocument/2006/relationships/customXml" Target="../ink/ink1216.xml"/><Relationship Id="rId147" Type="http://schemas.openxmlformats.org/officeDocument/2006/relationships/image" Target="../media/image1017.png"/><Relationship Id="rId168" Type="http://schemas.openxmlformats.org/officeDocument/2006/relationships/customXml" Target="../ink/ink1237.xml"/><Relationship Id="rId312" Type="http://schemas.openxmlformats.org/officeDocument/2006/relationships/customXml" Target="../ink/ink1309.xml"/><Relationship Id="rId333" Type="http://schemas.openxmlformats.org/officeDocument/2006/relationships/image" Target="../media/image1110.png"/><Relationship Id="rId354" Type="http://schemas.openxmlformats.org/officeDocument/2006/relationships/customXml" Target="../ink/ink1330.xml"/><Relationship Id="rId51" Type="http://schemas.openxmlformats.org/officeDocument/2006/relationships/image" Target="../media/image969.png"/><Relationship Id="rId72" Type="http://schemas.openxmlformats.org/officeDocument/2006/relationships/customXml" Target="../ink/ink1189.xml"/><Relationship Id="rId93" Type="http://schemas.openxmlformats.org/officeDocument/2006/relationships/image" Target="../media/image990.png"/><Relationship Id="rId189" Type="http://schemas.openxmlformats.org/officeDocument/2006/relationships/image" Target="../media/image1038.png"/><Relationship Id="rId375" Type="http://schemas.openxmlformats.org/officeDocument/2006/relationships/image" Target="../media/image1131.png"/><Relationship Id="rId3" Type="http://schemas.openxmlformats.org/officeDocument/2006/relationships/image" Target="../media/image945.png"/><Relationship Id="rId214" Type="http://schemas.openxmlformats.org/officeDocument/2006/relationships/customXml" Target="../ink/ink1260.xml"/><Relationship Id="rId235" Type="http://schemas.openxmlformats.org/officeDocument/2006/relationships/image" Target="../media/image1061.png"/><Relationship Id="rId256" Type="http://schemas.openxmlformats.org/officeDocument/2006/relationships/customXml" Target="../ink/ink1281.xml"/><Relationship Id="rId277" Type="http://schemas.openxmlformats.org/officeDocument/2006/relationships/image" Target="../media/image1082.png"/><Relationship Id="rId298" Type="http://schemas.openxmlformats.org/officeDocument/2006/relationships/customXml" Target="../ink/ink1302.xml"/><Relationship Id="rId116" Type="http://schemas.openxmlformats.org/officeDocument/2006/relationships/customXml" Target="../ink/ink1211.xml"/><Relationship Id="rId137" Type="http://schemas.openxmlformats.org/officeDocument/2006/relationships/image" Target="../media/image1012.png"/><Relationship Id="rId158" Type="http://schemas.openxmlformats.org/officeDocument/2006/relationships/customXml" Target="../ink/ink1232.xml"/><Relationship Id="rId302" Type="http://schemas.openxmlformats.org/officeDocument/2006/relationships/customXml" Target="../ink/ink1304.xml"/><Relationship Id="rId323" Type="http://schemas.openxmlformats.org/officeDocument/2006/relationships/image" Target="../media/image1105.png"/><Relationship Id="rId344" Type="http://schemas.openxmlformats.org/officeDocument/2006/relationships/customXml" Target="../ink/ink1325.xml"/><Relationship Id="rId20" Type="http://schemas.openxmlformats.org/officeDocument/2006/relationships/customXml" Target="../ink/ink1163.xml"/><Relationship Id="rId41" Type="http://schemas.openxmlformats.org/officeDocument/2006/relationships/image" Target="../media/image964.png"/><Relationship Id="rId62" Type="http://schemas.openxmlformats.org/officeDocument/2006/relationships/customXml" Target="../ink/ink1184.xml"/><Relationship Id="rId83" Type="http://schemas.openxmlformats.org/officeDocument/2006/relationships/image" Target="../media/image985.png"/><Relationship Id="rId179" Type="http://schemas.openxmlformats.org/officeDocument/2006/relationships/image" Target="../media/image1033.png"/><Relationship Id="rId365" Type="http://schemas.openxmlformats.org/officeDocument/2006/relationships/image" Target="../media/image1126.png"/><Relationship Id="rId386" Type="http://schemas.openxmlformats.org/officeDocument/2006/relationships/customXml" Target="../ink/ink1346.xml"/><Relationship Id="rId190" Type="http://schemas.openxmlformats.org/officeDocument/2006/relationships/customXml" Target="../ink/ink1248.xml"/><Relationship Id="rId204" Type="http://schemas.openxmlformats.org/officeDocument/2006/relationships/customXml" Target="../ink/ink1255.xml"/><Relationship Id="rId225" Type="http://schemas.openxmlformats.org/officeDocument/2006/relationships/image" Target="../media/image1056.png"/><Relationship Id="rId246" Type="http://schemas.openxmlformats.org/officeDocument/2006/relationships/customXml" Target="../ink/ink1276.xml"/><Relationship Id="rId267" Type="http://schemas.openxmlformats.org/officeDocument/2006/relationships/image" Target="../media/image1077.png"/><Relationship Id="rId288" Type="http://schemas.openxmlformats.org/officeDocument/2006/relationships/customXml" Target="../ink/ink1297.xml"/><Relationship Id="rId106" Type="http://schemas.openxmlformats.org/officeDocument/2006/relationships/customXml" Target="../ink/ink1206.xml"/><Relationship Id="rId127" Type="http://schemas.openxmlformats.org/officeDocument/2006/relationships/image" Target="../media/image1007.png"/><Relationship Id="rId313" Type="http://schemas.openxmlformats.org/officeDocument/2006/relationships/image" Target="../media/image1100.png"/><Relationship Id="rId10" Type="http://schemas.openxmlformats.org/officeDocument/2006/relationships/customXml" Target="../ink/ink1158.xml"/><Relationship Id="rId31" Type="http://schemas.openxmlformats.org/officeDocument/2006/relationships/image" Target="../media/image959.png"/><Relationship Id="rId52" Type="http://schemas.openxmlformats.org/officeDocument/2006/relationships/customXml" Target="../ink/ink1179.xml"/><Relationship Id="rId73" Type="http://schemas.openxmlformats.org/officeDocument/2006/relationships/image" Target="../media/image980.png"/><Relationship Id="rId94" Type="http://schemas.openxmlformats.org/officeDocument/2006/relationships/customXml" Target="../ink/ink1200.xml"/><Relationship Id="rId148" Type="http://schemas.openxmlformats.org/officeDocument/2006/relationships/customXml" Target="../ink/ink1227.xml"/><Relationship Id="rId169" Type="http://schemas.openxmlformats.org/officeDocument/2006/relationships/image" Target="../media/image1028.png"/><Relationship Id="rId334" Type="http://schemas.openxmlformats.org/officeDocument/2006/relationships/customXml" Target="../ink/ink1320.xml"/><Relationship Id="rId355" Type="http://schemas.openxmlformats.org/officeDocument/2006/relationships/image" Target="../media/image1121.png"/><Relationship Id="rId376" Type="http://schemas.openxmlformats.org/officeDocument/2006/relationships/customXml" Target="../ink/ink1341.xml"/><Relationship Id="rId4" Type="http://schemas.openxmlformats.org/officeDocument/2006/relationships/customXml" Target="../ink/ink1155.xml"/><Relationship Id="rId180" Type="http://schemas.openxmlformats.org/officeDocument/2006/relationships/customXml" Target="../ink/ink1243.xml"/><Relationship Id="rId215" Type="http://schemas.openxmlformats.org/officeDocument/2006/relationships/image" Target="../media/image1051.png"/><Relationship Id="rId236" Type="http://schemas.openxmlformats.org/officeDocument/2006/relationships/customXml" Target="../ink/ink1271.xml"/><Relationship Id="rId257" Type="http://schemas.openxmlformats.org/officeDocument/2006/relationships/image" Target="../media/image1072.png"/><Relationship Id="rId278" Type="http://schemas.openxmlformats.org/officeDocument/2006/relationships/customXml" Target="../ink/ink1292.xml"/><Relationship Id="rId303" Type="http://schemas.openxmlformats.org/officeDocument/2006/relationships/image" Target="../media/image1095.png"/><Relationship Id="rId42" Type="http://schemas.openxmlformats.org/officeDocument/2006/relationships/customXml" Target="../ink/ink1174.xml"/><Relationship Id="rId84" Type="http://schemas.openxmlformats.org/officeDocument/2006/relationships/customXml" Target="../ink/ink1195.xml"/><Relationship Id="rId138" Type="http://schemas.openxmlformats.org/officeDocument/2006/relationships/customXml" Target="../ink/ink1222.xml"/><Relationship Id="rId345" Type="http://schemas.openxmlformats.org/officeDocument/2006/relationships/image" Target="../media/image1116.png"/><Relationship Id="rId387" Type="http://schemas.openxmlformats.org/officeDocument/2006/relationships/image" Target="../media/image1137.png"/><Relationship Id="rId191" Type="http://schemas.openxmlformats.org/officeDocument/2006/relationships/image" Target="../media/image1039.png"/><Relationship Id="rId205" Type="http://schemas.openxmlformats.org/officeDocument/2006/relationships/image" Target="../media/image1046.png"/><Relationship Id="rId247" Type="http://schemas.openxmlformats.org/officeDocument/2006/relationships/image" Target="../media/image1067.png"/><Relationship Id="rId107" Type="http://schemas.openxmlformats.org/officeDocument/2006/relationships/image" Target="../media/image997.png"/><Relationship Id="rId289" Type="http://schemas.openxmlformats.org/officeDocument/2006/relationships/image" Target="../media/image1088.png"/><Relationship Id="rId11" Type="http://schemas.openxmlformats.org/officeDocument/2006/relationships/image" Target="../media/image949.png"/><Relationship Id="rId53" Type="http://schemas.openxmlformats.org/officeDocument/2006/relationships/image" Target="../media/image970.png"/><Relationship Id="rId149" Type="http://schemas.openxmlformats.org/officeDocument/2006/relationships/image" Target="../media/image1018.png"/><Relationship Id="rId314" Type="http://schemas.openxmlformats.org/officeDocument/2006/relationships/customXml" Target="../ink/ink1310.xml"/><Relationship Id="rId356" Type="http://schemas.openxmlformats.org/officeDocument/2006/relationships/customXml" Target="../ink/ink1331.xml"/><Relationship Id="rId95" Type="http://schemas.openxmlformats.org/officeDocument/2006/relationships/image" Target="../media/image991.png"/><Relationship Id="rId160" Type="http://schemas.openxmlformats.org/officeDocument/2006/relationships/customXml" Target="../ink/ink1233.xml"/><Relationship Id="rId216" Type="http://schemas.openxmlformats.org/officeDocument/2006/relationships/customXml" Target="../ink/ink1261.xml"/><Relationship Id="rId258" Type="http://schemas.openxmlformats.org/officeDocument/2006/relationships/customXml" Target="../ink/ink1282.xml"/><Relationship Id="rId22" Type="http://schemas.openxmlformats.org/officeDocument/2006/relationships/customXml" Target="../ink/ink1164.xml"/><Relationship Id="rId64" Type="http://schemas.openxmlformats.org/officeDocument/2006/relationships/customXml" Target="../ink/ink1185.xml"/><Relationship Id="rId118" Type="http://schemas.openxmlformats.org/officeDocument/2006/relationships/customXml" Target="../ink/ink1212.xml"/><Relationship Id="rId325" Type="http://schemas.openxmlformats.org/officeDocument/2006/relationships/image" Target="../media/image1106.png"/><Relationship Id="rId367" Type="http://schemas.openxmlformats.org/officeDocument/2006/relationships/image" Target="../media/image1127.png"/><Relationship Id="rId171" Type="http://schemas.openxmlformats.org/officeDocument/2006/relationships/image" Target="../media/image1029.png"/><Relationship Id="rId227" Type="http://schemas.openxmlformats.org/officeDocument/2006/relationships/image" Target="../media/image1057.png"/><Relationship Id="rId269" Type="http://schemas.openxmlformats.org/officeDocument/2006/relationships/image" Target="../media/image1078.png"/><Relationship Id="rId33" Type="http://schemas.openxmlformats.org/officeDocument/2006/relationships/image" Target="../media/image960.png"/><Relationship Id="rId129" Type="http://schemas.openxmlformats.org/officeDocument/2006/relationships/image" Target="../media/image1008.png"/><Relationship Id="rId280" Type="http://schemas.openxmlformats.org/officeDocument/2006/relationships/customXml" Target="../ink/ink1293.xml"/><Relationship Id="rId336" Type="http://schemas.openxmlformats.org/officeDocument/2006/relationships/customXml" Target="../ink/ink1321.xml"/><Relationship Id="rId75" Type="http://schemas.openxmlformats.org/officeDocument/2006/relationships/image" Target="../media/image981.png"/><Relationship Id="rId140" Type="http://schemas.openxmlformats.org/officeDocument/2006/relationships/customXml" Target="../ink/ink1223.xml"/><Relationship Id="rId182" Type="http://schemas.openxmlformats.org/officeDocument/2006/relationships/customXml" Target="../ink/ink1244.xml"/><Relationship Id="rId378" Type="http://schemas.openxmlformats.org/officeDocument/2006/relationships/customXml" Target="../ink/ink1342.xml"/><Relationship Id="rId6" Type="http://schemas.openxmlformats.org/officeDocument/2006/relationships/customXml" Target="../ink/ink1156.xml"/><Relationship Id="rId238" Type="http://schemas.openxmlformats.org/officeDocument/2006/relationships/customXml" Target="../ink/ink1272.xml"/><Relationship Id="rId291" Type="http://schemas.openxmlformats.org/officeDocument/2006/relationships/image" Target="../media/image1089.png"/><Relationship Id="rId305" Type="http://schemas.openxmlformats.org/officeDocument/2006/relationships/image" Target="../media/image1096.png"/><Relationship Id="rId347" Type="http://schemas.openxmlformats.org/officeDocument/2006/relationships/image" Target="../media/image1117.png"/><Relationship Id="rId44" Type="http://schemas.openxmlformats.org/officeDocument/2006/relationships/customXml" Target="../ink/ink1175.xml"/><Relationship Id="rId86" Type="http://schemas.openxmlformats.org/officeDocument/2006/relationships/customXml" Target="../ink/ink1196.xml"/><Relationship Id="rId151" Type="http://schemas.openxmlformats.org/officeDocument/2006/relationships/image" Target="../media/image1019.png"/><Relationship Id="rId389" Type="http://schemas.openxmlformats.org/officeDocument/2006/relationships/image" Target="../media/image1138.png"/><Relationship Id="rId193" Type="http://schemas.openxmlformats.org/officeDocument/2006/relationships/image" Target="../media/image1040.png"/><Relationship Id="rId207" Type="http://schemas.openxmlformats.org/officeDocument/2006/relationships/image" Target="../media/image1047.png"/><Relationship Id="rId249" Type="http://schemas.openxmlformats.org/officeDocument/2006/relationships/image" Target="../media/image1068.png"/><Relationship Id="rId13" Type="http://schemas.openxmlformats.org/officeDocument/2006/relationships/image" Target="../media/image950.png"/><Relationship Id="rId109" Type="http://schemas.openxmlformats.org/officeDocument/2006/relationships/image" Target="../media/image998.png"/><Relationship Id="rId260" Type="http://schemas.openxmlformats.org/officeDocument/2006/relationships/customXml" Target="../ink/ink1283.xml"/><Relationship Id="rId316" Type="http://schemas.openxmlformats.org/officeDocument/2006/relationships/customXml" Target="../ink/ink1311.xml"/><Relationship Id="rId55" Type="http://schemas.openxmlformats.org/officeDocument/2006/relationships/image" Target="../media/image971.png"/><Relationship Id="rId97" Type="http://schemas.openxmlformats.org/officeDocument/2006/relationships/image" Target="../media/image992.png"/><Relationship Id="rId120" Type="http://schemas.openxmlformats.org/officeDocument/2006/relationships/customXml" Target="../ink/ink1213.xml"/><Relationship Id="rId358" Type="http://schemas.openxmlformats.org/officeDocument/2006/relationships/customXml" Target="../ink/ink1332.xml"/><Relationship Id="rId162" Type="http://schemas.openxmlformats.org/officeDocument/2006/relationships/customXml" Target="../ink/ink1234.xml"/><Relationship Id="rId218" Type="http://schemas.openxmlformats.org/officeDocument/2006/relationships/customXml" Target="../ink/ink1262.xml"/><Relationship Id="rId271" Type="http://schemas.openxmlformats.org/officeDocument/2006/relationships/image" Target="../media/image1079.png"/><Relationship Id="rId24" Type="http://schemas.openxmlformats.org/officeDocument/2006/relationships/customXml" Target="../ink/ink1165.xml"/><Relationship Id="rId66" Type="http://schemas.openxmlformats.org/officeDocument/2006/relationships/customXml" Target="../ink/ink1186.xml"/><Relationship Id="rId131" Type="http://schemas.openxmlformats.org/officeDocument/2006/relationships/image" Target="../media/image1009.png"/><Relationship Id="rId327" Type="http://schemas.openxmlformats.org/officeDocument/2006/relationships/image" Target="../media/image1107.png"/><Relationship Id="rId369" Type="http://schemas.openxmlformats.org/officeDocument/2006/relationships/image" Target="../media/image1128.png"/><Relationship Id="rId173" Type="http://schemas.openxmlformats.org/officeDocument/2006/relationships/image" Target="../media/image1030.png"/><Relationship Id="rId229" Type="http://schemas.openxmlformats.org/officeDocument/2006/relationships/image" Target="../media/image1058.png"/><Relationship Id="rId380" Type="http://schemas.openxmlformats.org/officeDocument/2006/relationships/customXml" Target="../ink/ink1343.xml"/><Relationship Id="rId240" Type="http://schemas.openxmlformats.org/officeDocument/2006/relationships/customXml" Target="../ink/ink1273.xml"/><Relationship Id="rId35" Type="http://schemas.openxmlformats.org/officeDocument/2006/relationships/image" Target="../media/image961.png"/><Relationship Id="rId77" Type="http://schemas.openxmlformats.org/officeDocument/2006/relationships/image" Target="../media/image982.png"/><Relationship Id="rId100" Type="http://schemas.openxmlformats.org/officeDocument/2006/relationships/customXml" Target="../ink/ink1203.xml"/><Relationship Id="rId282" Type="http://schemas.openxmlformats.org/officeDocument/2006/relationships/customXml" Target="../ink/ink1294.xml"/><Relationship Id="rId338" Type="http://schemas.openxmlformats.org/officeDocument/2006/relationships/customXml" Target="../ink/ink1322.xml"/><Relationship Id="rId8" Type="http://schemas.openxmlformats.org/officeDocument/2006/relationships/customXml" Target="../ink/ink1157.xml"/><Relationship Id="rId142" Type="http://schemas.openxmlformats.org/officeDocument/2006/relationships/customXml" Target="../ink/ink1224.xml"/><Relationship Id="rId184" Type="http://schemas.openxmlformats.org/officeDocument/2006/relationships/customXml" Target="../ink/ink1245.xml"/><Relationship Id="rId391" Type="http://schemas.openxmlformats.org/officeDocument/2006/relationships/image" Target="../media/image1139.png"/><Relationship Id="rId251" Type="http://schemas.openxmlformats.org/officeDocument/2006/relationships/image" Target="../media/image1069.png"/><Relationship Id="rId46" Type="http://schemas.openxmlformats.org/officeDocument/2006/relationships/customXml" Target="../ink/ink1176.xml"/><Relationship Id="rId293" Type="http://schemas.openxmlformats.org/officeDocument/2006/relationships/image" Target="../media/image1090.png"/><Relationship Id="rId307" Type="http://schemas.openxmlformats.org/officeDocument/2006/relationships/image" Target="../media/image1097.png"/><Relationship Id="rId349" Type="http://schemas.openxmlformats.org/officeDocument/2006/relationships/image" Target="../media/image1118.png"/><Relationship Id="rId88" Type="http://schemas.openxmlformats.org/officeDocument/2006/relationships/customXml" Target="../ink/ink1197.xml"/><Relationship Id="rId111" Type="http://schemas.openxmlformats.org/officeDocument/2006/relationships/image" Target="../media/image999.png"/><Relationship Id="rId153" Type="http://schemas.openxmlformats.org/officeDocument/2006/relationships/image" Target="../media/image1020.png"/><Relationship Id="rId195" Type="http://schemas.openxmlformats.org/officeDocument/2006/relationships/image" Target="../media/image1041.png"/><Relationship Id="rId209" Type="http://schemas.openxmlformats.org/officeDocument/2006/relationships/image" Target="../media/image1048.png"/><Relationship Id="rId360" Type="http://schemas.openxmlformats.org/officeDocument/2006/relationships/customXml" Target="../ink/ink1333.xml"/><Relationship Id="rId220" Type="http://schemas.openxmlformats.org/officeDocument/2006/relationships/customXml" Target="../ink/ink1263.xml"/><Relationship Id="rId15" Type="http://schemas.openxmlformats.org/officeDocument/2006/relationships/image" Target="../media/image951.png"/><Relationship Id="rId57" Type="http://schemas.openxmlformats.org/officeDocument/2006/relationships/image" Target="../media/image972.png"/><Relationship Id="rId262" Type="http://schemas.openxmlformats.org/officeDocument/2006/relationships/customXml" Target="../ink/ink1284.xml"/><Relationship Id="rId318" Type="http://schemas.openxmlformats.org/officeDocument/2006/relationships/customXml" Target="../ink/ink1312.xml"/><Relationship Id="rId99" Type="http://schemas.openxmlformats.org/officeDocument/2006/relationships/image" Target="../media/image993.png"/><Relationship Id="rId122" Type="http://schemas.openxmlformats.org/officeDocument/2006/relationships/customXml" Target="../ink/ink1214.xml"/><Relationship Id="rId164" Type="http://schemas.openxmlformats.org/officeDocument/2006/relationships/customXml" Target="../ink/ink1235.xml"/><Relationship Id="rId371" Type="http://schemas.openxmlformats.org/officeDocument/2006/relationships/image" Target="../media/image1129.png"/><Relationship Id="rId26" Type="http://schemas.openxmlformats.org/officeDocument/2006/relationships/customXml" Target="../ink/ink1166.xml"/><Relationship Id="rId231" Type="http://schemas.openxmlformats.org/officeDocument/2006/relationships/image" Target="../media/image1059.png"/><Relationship Id="rId273" Type="http://schemas.openxmlformats.org/officeDocument/2006/relationships/image" Target="../media/image1080.png"/><Relationship Id="rId329" Type="http://schemas.openxmlformats.org/officeDocument/2006/relationships/image" Target="../media/image1108.png"/><Relationship Id="rId68" Type="http://schemas.openxmlformats.org/officeDocument/2006/relationships/customXml" Target="../ink/ink1187.xml"/><Relationship Id="rId133" Type="http://schemas.openxmlformats.org/officeDocument/2006/relationships/image" Target="../media/image1010.png"/><Relationship Id="rId175" Type="http://schemas.openxmlformats.org/officeDocument/2006/relationships/image" Target="../media/image1031.png"/><Relationship Id="rId340" Type="http://schemas.openxmlformats.org/officeDocument/2006/relationships/customXml" Target="../ink/ink1323.xml"/><Relationship Id="rId200" Type="http://schemas.openxmlformats.org/officeDocument/2006/relationships/customXml" Target="../ink/ink1253.xml"/><Relationship Id="rId382" Type="http://schemas.openxmlformats.org/officeDocument/2006/relationships/customXml" Target="../ink/ink1344.xml"/></Relationships>
</file>

<file path=ppt/slides/_rels/slide17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408.xml"/><Relationship Id="rId21" Type="http://schemas.openxmlformats.org/officeDocument/2006/relationships/customXml" Target="../ink/ink1360.xml"/><Relationship Id="rId42" Type="http://schemas.openxmlformats.org/officeDocument/2006/relationships/image" Target="../media/image3720.png"/><Relationship Id="rId63" Type="http://schemas.openxmlformats.org/officeDocument/2006/relationships/customXml" Target="../ink/ink1381.xml"/><Relationship Id="rId84" Type="http://schemas.openxmlformats.org/officeDocument/2006/relationships/image" Target="../media/image3930.png"/><Relationship Id="rId138" Type="http://schemas.openxmlformats.org/officeDocument/2006/relationships/image" Target="../media/image4200.png"/><Relationship Id="rId107" Type="http://schemas.openxmlformats.org/officeDocument/2006/relationships/customXml" Target="../ink/ink1403.xml"/><Relationship Id="rId11" Type="http://schemas.openxmlformats.org/officeDocument/2006/relationships/customXml" Target="../ink/ink1355.xml"/><Relationship Id="rId32" Type="http://schemas.openxmlformats.org/officeDocument/2006/relationships/image" Target="../media/image3670.png"/><Relationship Id="rId53" Type="http://schemas.openxmlformats.org/officeDocument/2006/relationships/customXml" Target="../ink/ink1376.xml"/><Relationship Id="rId74" Type="http://schemas.openxmlformats.org/officeDocument/2006/relationships/image" Target="../media/image3880.png"/><Relationship Id="rId128" Type="http://schemas.openxmlformats.org/officeDocument/2006/relationships/image" Target="../media/image4150.png"/><Relationship Id="rId149" Type="http://schemas.openxmlformats.org/officeDocument/2006/relationships/customXml" Target="../ink/ink1424.xml"/><Relationship Id="rId5" Type="http://schemas.openxmlformats.org/officeDocument/2006/relationships/customXml" Target="../ink/ink1352.xml"/><Relationship Id="rId95" Type="http://schemas.openxmlformats.org/officeDocument/2006/relationships/customXml" Target="../ink/ink1397.xml"/><Relationship Id="rId22" Type="http://schemas.openxmlformats.org/officeDocument/2006/relationships/image" Target="../media/image3620.png"/><Relationship Id="rId27" Type="http://schemas.openxmlformats.org/officeDocument/2006/relationships/customXml" Target="../ink/ink1363.xml"/><Relationship Id="rId43" Type="http://schemas.openxmlformats.org/officeDocument/2006/relationships/customXml" Target="../ink/ink1371.xml"/><Relationship Id="rId48" Type="http://schemas.openxmlformats.org/officeDocument/2006/relationships/image" Target="../media/image3750.png"/><Relationship Id="rId64" Type="http://schemas.openxmlformats.org/officeDocument/2006/relationships/image" Target="../media/image3830.png"/><Relationship Id="rId69" Type="http://schemas.openxmlformats.org/officeDocument/2006/relationships/customXml" Target="../ink/ink1384.xml"/><Relationship Id="rId113" Type="http://schemas.openxmlformats.org/officeDocument/2006/relationships/customXml" Target="../ink/ink1406.xml"/><Relationship Id="rId118" Type="http://schemas.openxmlformats.org/officeDocument/2006/relationships/image" Target="../media/image4100.png"/><Relationship Id="rId134" Type="http://schemas.openxmlformats.org/officeDocument/2006/relationships/image" Target="../media/image4180.png"/><Relationship Id="rId139" Type="http://schemas.openxmlformats.org/officeDocument/2006/relationships/customXml" Target="../ink/ink1419.xml"/><Relationship Id="rId80" Type="http://schemas.openxmlformats.org/officeDocument/2006/relationships/image" Target="../media/image3911.png"/><Relationship Id="rId85" Type="http://schemas.openxmlformats.org/officeDocument/2006/relationships/customXml" Target="../ink/ink1392.xml"/><Relationship Id="rId150" Type="http://schemas.openxmlformats.org/officeDocument/2006/relationships/image" Target="../media/image4260.png"/><Relationship Id="rId12" Type="http://schemas.openxmlformats.org/officeDocument/2006/relationships/image" Target="../media/image3570.png"/><Relationship Id="rId17" Type="http://schemas.openxmlformats.org/officeDocument/2006/relationships/customXml" Target="../ink/ink1358.xml"/><Relationship Id="rId33" Type="http://schemas.openxmlformats.org/officeDocument/2006/relationships/customXml" Target="../ink/ink1366.xml"/><Relationship Id="rId38" Type="http://schemas.openxmlformats.org/officeDocument/2006/relationships/image" Target="../media/image3700.png"/><Relationship Id="rId59" Type="http://schemas.openxmlformats.org/officeDocument/2006/relationships/customXml" Target="../ink/ink1379.xml"/><Relationship Id="rId103" Type="http://schemas.openxmlformats.org/officeDocument/2006/relationships/customXml" Target="../ink/ink1401.xml"/><Relationship Id="rId108" Type="http://schemas.openxmlformats.org/officeDocument/2006/relationships/image" Target="../media/image4050.png"/><Relationship Id="rId124" Type="http://schemas.openxmlformats.org/officeDocument/2006/relationships/image" Target="../media/image4130.png"/><Relationship Id="rId129" Type="http://schemas.openxmlformats.org/officeDocument/2006/relationships/customXml" Target="../ink/ink1414.xml"/><Relationship Id="rId54" Type="http://schemas.openxmlformats.org/officeDocument/2006/relationships/image" Target="../media/image3780.png"/><Relationship Id="rId70" Type="http://schemas.openxmlformats.org/officeDocument/2006/relationships/image" Target="../media/image3860.png"/><Relationship Id="rId75" Type="http://schemas.openxmlformats.org/officeDocument/2006/relationships/customXml" Target="../ink/ink1387.xml"/><Relationship Id="rId91" Type="http://schemas.openxmlformats.org/officeDocument/2006/relationships/customXml" Target="../ink/ink1395.xml"/><Relationship Id="rId96" Type="http://schemas.openxmlformats.org/officeDocument/2006/relationships/image" Target="../media/image3990.png"/><Relationship Id="rId140" Type="http://schemas.openxmlformats.org/officeDocument/2006/relationships/image" Target="../media/image4210.png"/><Relationship Id="rId145" Type="http://schemas.openxmlformats.org/officeDocument/2006/relationships/customXml" Target="../ink/ink14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40.png"/><Relationship Id="rId23" Type="http://schemas.openxmlformats.org/officeDocument/2006/relationships/customXml" Target="../ink/ink1361.xml"/><Relationship Id="rId28" Type="http://schemas.openxmlformats.org/officeDocument/2006/relationships/image" Target="../media/image3650.png"/><Relationship Id="rId49" Type="http://schemas.openxmlformats.org/officeDocument/2006/relationships/customXml" Target="../ink/ink1374.xml"/><Relationship Id="rId114" Type="http://schemas.openxmlformats.org/officeDocument/2006/relationships/image" Target="../media/image4080.png"/><Relationship Id="rId119" Type="http://schemas.openxmlformats.org/officeDocument/2006/relationships/customXml" Target="../ink/ink1409.xml"/><Relationship Id="rId44" Type="http://schemas.openxmlformats.org/officeDocument/2006/relationships/image" Target="../media/image3730.png"/><Relationship Id="rId60" Type="http://schemas.openxmlformats.org/officeDocument/2006/relationships/image" Target="../media/image3810.png"/><Relationship Id="rId65" Type="http://schemas.openxmlformats.org/officeDocument/2006/relationships/customXml" Target="../ink/ink1382.xml"/><Relationship Id="rId81" Type="http://schemas.openxmlformats.org/officeDocument/2006/relationships/customXml" Target="../ink/ink1390.xml"/><Relationship Id="rId86" Type="http://schemas.openxmlformats.org/officeDocument/2006/relationships/image" Target="../media/image3940.png"/><Relationship Id="rId130" Type="http://schemas.openxmlformats.org/officeDocument/2006/relationships/image" Target="../media/image4160.png"/><Relationship Id="rId135" Type="http://schemas.openxmlformats.org/officeDocument/2006/relationships/customXml" Target="../ink/ink1417.xml"/><Relationship Id="rId13" Type="http://schemas.openxmlformats.org/officeDocument/2006/relationships/customXml" Target="../ink/ink1356.xml"/><Relationship Id="rId18" Type="http://schemas.openxmlformats.org/officeDocument/2006/relationships/image" Target="../media/image3600.png"/><Relationship Id="rId39" Type="http://schemas.openxmlformats.org/officeDocument/2006/relationships/customXml" Target="../ink/ink1369.xml"/><Relationship Id="rId109" Type="http://schemas.openxmlformats.org/officeDocument/2006/relationships/customXml" Target="../ink/ink1404.xml"/><Relationship Id="rId34" Type="http://schemas.openxmlformats.org/officeDocument/2006/relationships/image" Target="../media/image3680.png"/><Relationship Id="rId50" Type="http://schemas.openxmlformats.org/officeDocument/2006/relationships/image" Target="../media/image3760.png"/><Relationship Id="rId55" Type="http://schemas.openxmlformats.org/officeDocument/2006/relationships/customXml" Target="../ink/ink1377.xml"/><Relationship Id="rId76" Type="http://schemas.openxmlformats.org/officeDocument/2006/relationships/image" Target="../media/image3890.png"/><Relationship Id="rId97" Type="http://schemas.openxmlformats.org/officeDocument/2006/relationships/customXml" Target="../ink/ink1398.xml"/><Relationship Id="rId104" Type="http://schemas.openxmlformats.org/officeDocument/2006/relationships/image" Target="../media/image4030.png"/><Relationship Id="rId120" Type="http://schemas.openxmlformats.org/officeDocument/2006/relationships/image" Target="../media/image4110.png"/><Relationship Id="rId125" Type="http://schemas.openxmlformats.org/officeDocument/2006/relationships/customXml" Target="../ink/ink1412.xml"/><Relationship Id="rId141" Type="http://schemas.openxmlformats.org/officeDocument/2006/relationships/customXml" Target="../ink/ink1420.xml"/><Relationship Id="rId146" Type="http://schemas.openxmlformats.org/officeDocument/2006/relationships/image" Target="../media/image4240.png"/><Relationship Id="rId7" Type="http://schemas.openxmlformats.org/officeDocument/2006/relationships/customXml" Target="../ink/ink1353.xml"/><Relationship Id="rId71" Type="http://schemas.openxmlformats.org/officeDocument/2006/relationships/customXml" Target="../ink/ink1385.xml"/><Relationship Id="rId92" Type="http://schemas.openxmlformats.org/officeDocument/2006/relationships/image" Target="../media/image3970.png"/><Relationship Id="rId2" Type="http://schemas.openxmlformats.org/officeDocument/2006/relationships/image" Target="../media/image1142.png"/><Relationship Id="rId29" Type="http://schemas.openxmlformats.org/officeDocument/2006/relationships/customXml" Target="../ink/ink1364.xml"/><Relationship Id="rId24" Type="http://schemas.openxmlformats.org/officeDocument/2006/relationships/image" Target="../media/image3630.png"/><Relationship Id="rId40" Type="http://schemas.openxmlformats.org/officeDocument/2006/relationships/image" Target="../media/image3710.png"/><Relationship Id="rId45" Type="http://schemas.openxmlformats.org/officeDocument/2006/relationships/customXml" Target="../ink/ink1372.xml"/><Relationship Id="rId66" Type="http://schemas.openxmlformats.org/officeDocument/2006/relationships/image" Target="../media/image3840.png"/><Relationship Id="rId87" Type="http://schemas.openxmlformats.org/officeDocument/2006/relationships/customXml" Target="../ink/ink1393.xml"/><Relationship Id="rId110" Type="http://schemas.openxmlformats.org/officeDocument/2006/relationships/image" Target="../media/image4060.png"/><Relationship Id="rId115" Type="http://schemas.openxmlformats.org/officeDocument/2006/relationships/customXml" Target="../ink/ink1407.xml"/><Relationship Id="rId131" Type="http://schemas.openxmlformats.org/officeDocument/2006/relationships/customXml" Target="../ink/ink1415.xml"/><Relationship Id="rId136" Type="http://schemas.openxmlformats.org/officeDocument/2006/relationships/image" Target="../media/image4190.png"/><Relationship Id="rId61" Type="http://schemas.openxmlformats.org/officeDocument/2006/relationships/customXml" Target="../ink/ink1380.xml"/><Relationship Id="rId82" Type="http://schemas.openxmlformats.org/officeDocument/2006/relationships/image" Target="../media/image3920.png"/><Relationship Id="rId19" Type="http://schemas.openxmlformats.org/officeDocument/2006/relationships/customXml" Target="../ink/ink1359.xml"/><Relationship Id="rId14" Type="http://schemas.openxmlformats.org/officeDocument/2006/relationships/image" Target="../media/image3580.png"/><Relationship Id="rId30" Type="http://schemas.openxmlformats.org/officeDocument/2006/relationships/image" Target="../media/image3660.png"/><Relationship Id="rId35" Type="http://schemas.openxmlformats.org/officeDocument/2006/relationships/customXml" Target="../ink/ink1367.xml"/><Relationship Id="rId56" Type="http://schemas.openxmlformats.org/officeDocument/2006/relationships/image" Target="../media/image3790.png"/><Relationship Id="rId77" Type="http://schemas.openxmlformats.org/officeDocument/2006/relationships/customXml" Target="../ink/ink1388.xml"/><Relationship Id="rId100" Type="http://schemas.openxmlformats.org/officeDocument/2006/relationships/image" Target="../media/image4010.png"/><Relationship Id="rId105" Type="http://schemas.openxmlformats.org/officeDocument/2006/relationships/customXml" Target="../ink/ink1402.xml"/><Relationship Id="rId126" Type="http://schemas.openxmlformats.org/officeDocument/2006/relationships/image" Target="../media/image4140.png"/><Relationship Id="rId147" Type="http://schemas.openxmlformats.org/officeDocument/2006/relationships/customXml" Target="../ink/ink1423.xml"/><Relationship Id="rId8" Type="http://schemas.openxmlformats.org/officeDocument/2006/relationships/image" Target="../media/image3550.png"/><Relationship Id="rId51" Type="http://schemas.openxmlformats.org/officeDocument/2006/relationships/customXml" Target="../ink/ink1375.xml"/><Relationship Id="rId72" Type="http://schemas.openxmlformats.org/officeDocument/2006/relationships/image" Target="../media/image3870.png"/><Relationship Id="rId93" Type="http://schemas.openxmlformats.org/officeDocument/2006/relationships/customXml" Target="../ink/ink1396.xml"/><Relationship Id="rId98" Type="http://schemas.openxmlformats.org/officeDocument/2006/relationships/image" Target="../media/image4000.png"/><Relationship Id="rId121" Type="http://schemas.openxmlformats.org/officeDocument/2006/relationships/customXml" Target="../ink/ink1410.xml"/><Relationship Id="rId142" Type="http://schemas.openxmlformats.org/officeDocument/2006/relationships/image" Target="../media/image4220.png"/><Relationship Id="rId3" Type="http://schemas.openxmlformats.org/officeDocument/2006/relationships/customXml" Target="../ink/ink1351.xml"/><Relationship Id="rId25" Type="http://schemas.openxmlformats.org/officeDocument/2006/relationships/customXml" Target="../ink/ink1362.xml"/><Relationship Id="rId46" Type="http://schemas.openxmlformats.org/officeDocument/2006/relationships/image" Target="../media/image3740.png"/><Relationship Id="rId67" Type="http://schemas.openxmlformats.org/officeDocument/2006/relationships/customXml" Target="../ink/ink1383.xml"/><Relationship Id="rId116" Type="http://schemas.openxmlformats.org/officeDocument/2006/relationships/image" Target="../media/image4090.png"/><Relationship Id="rId137" Type="http://schemas.openxmlformats.org/officeDocument/2006/relationships/customXml" Target="../ink/ink1418.xml"/><Relationship Id="rId20" Type="http://schemas.openxmlformats.org/officeDocument/2006/relationships/image" Target="../media/image3610.png"/><Relationship Id="rId41" Type="http://schemas.openxmlformats.org/officeDocument/2006/relationships/customXml" Target="../ink/ink1370.xml"/><Relationship Id="rId62" Type="http://schemas.openxmlformats.org/officeDocument/2006/relationships/image" Target="../media/image3820.png"/><Relationship Id="rId83" Type="http://schemas.openxmlformats.org/officeDocument/2006/relationships/customXml" Target="../ink/ink1391.xml"/><Relationship Id="rId88" Type="http://schemas.openxmlformats.org/officeDocument/2006/relationships/image" Target="../media/image3950.png"/><Relationship Id="rId111" Type="http://schemas.openxmlformats.org/officeDocument/2006/relationships/customXml" Target="../ink/ink1405.xml"/><Relationship Id="rId132" Type="http://schemas.openxmlformats.org/officeDocument/2006/relationships/image" Target="../media/image4170.png"/><Relationship Id="rId15" Type="http://schemas.openxmlformats.org/officeDocument/2006/relationships/customXml" Target="../ink/ink1357.xml"/><Relationship Id="rId36" Type="http://schemas.openxmlformats.org/officeDocument/2006/relationships/image" Target="../media/image3690.png"/><Relationship Id="rId57" Type="http://schemas.openxmlformats.org/officeDocument/2006/relationships/customXml" Target="../ink/ink1378.xml"/><Relationship Id="rId106" Type="http://schemas.openxmlformats.org/officeDocument/2006/relationships/image" Target="../media/image4040.png"/><Relationship Id="rId127" Type="http://schemas.openxmlformats.org/officeDocument/2006/relationships/customXml" Target="../ink/ink1413.xml"/><Relationship Id="rId10" Type="http://schemas.openxmlformats.org/officeDocument/2006/relationships/image" Target="../media/image3560.png"/><Relationship Id="rId31" Type="http://schemas.openxmlformats.org/officeDocument/2006/relationships/customXml" Target="../ink/ink1365.xml"/><Relationship Id="rId52" Type="http://schemas.openxmlformats.org/officeDocument/2006/relationships/image" Target="../media/image3770.png"/><Relationship Id="rId73" Type="http://schemas.openxmlformats.org/officeDocument/2006/relationships/customXml" Target="../ink/ink1386.xml"/><Relationship Id="rId78" Type="http://schemas.openxmlformats.org/officeDocument/2006/relationships/image" Target="../media/image3900.png"/><Relationship Id="rId94" Type="http://schemas.openxmlformats.org/officeDocument/2006/relationships/image" Target="../media/image3980.png"/><Relationship Id="rId99" Type="http://schemas.openxmlformats.org/officeDocument/2006/relationships/customXml" Target="../ink/ink1399.xml"/><Relationship Id="rId101" Type="http://schemas.openxmlformats.org/officeDocument/2006/relationships/customXml" Target="../ink/ink1400.xml"/><Relationship Id="rId122" Type="http://schemas.openxmlformats.org/officeDocument/2006/relationships/image" Target="../media/image4120.png"/><Relationship Id="rId143" Type="http://schemas.openxmlformats.org/officeDocument/2006/relationships/customXml" Target="../ink/ink1421.xml"/><Relationship Id="rId148" Type="http://schemas.openxmlformats.org/officeDocument/2006/relationships/image" Target="../media/image4250.png"/><Relationship Id="rId4" Type="http://schemas.openxmlformats.org/officeDocument/2006/relationships/image" Target="../media/image3530.png"/><Relationship Id="rId9" Type="http://schemas.openxmlformats.org/officeDocument/2006/relationships/customXml" Target="../ink/ink1354.xml"/><Relationship Id="rId26" Type="http://schemas.openxmlformats.org/officeDocument/2006/relationships/image" Target="../media/image3640.png"/><Relationship Id="rId47" Type="http://schemas.openxmlformats.org/officeDocument/2006/relationships/customXml" Target="../ink/ink1373.xml"/><Relationship Id="rId68" Type="http://schemas.openxmlformats.org/officeDocument/2006/relationships/image" Target="../media/image3850.png"/><Relationship Id="rId89" Type="http://schemas.openxmlformats.org/officeDocument/2006/relationships/customXml" Target="../ink/ink1394.xml"/><Relationship Id="rId112" Type="http://schemas.openxmlformats.org/officeDocument/2006/relationships/image" Target="../media/image4070.png"/><Relationship Id="rId133" Type="http://schemas.openxmlformats.org/officeDocument/2006/relationships/customXml" Target="../ink/ink1416.xml"/><Relationship Id="rId16" Type="http://schemas.openxmlformats.org/officeDocument/2006/relationships/image" Target="../media/image3590.png"/><Relationship Id="rId37" Type="http://schemas.openxmlformats.org/officeDocument/2006/relationships/customXml" Target="../ink/ink1368.xml"/><Relationship Id="rId58" Type="http://schemas.openxmlformats.org/officeDocument/2006/relationships/image" Target="../media/image3800.png"/><Relationship Id="rId79" Type="http://schemas.openxmlformats.org/officeDocument/2006/relationships/customXml" Target="../ink/ink1389.xml"/><Relationship Id="rId102" Type="http://schemas.openxmlformats.org/officeDocument/2006/relationships/image" Target="../media/image4020.png"/><Relationship Id="rId123" Type="http://schemas.openxmlformats.org/officeDocument/2006/relationships/customXml" Target="../ink/ink1411.xml"/><Relationship Id="rId144" Type="http://schemas.openxmlformats.org/officeDocument/2006/relationships/image" Target="../media/image4230.png"/><Relationship Id="rId90" Type="http://schemas.openxmlformats.org/officeDocument/2006/relationships/image" Target="../media/image3960.png"/></Relationships>
</file>

<file path=ppt/slides/_rels/slide18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482.xml"/><Relationship Id="rId299" Type="http://schemas.openxmlformats.org/officeDocument/2006/relationships/customXml" Target="../ink/ink1573.xml"/><Relationship Id="rId21" Type="http://schemas.openxmlformats.org/officeDocument/2006/relationships/customXml" Target="../ink/ink1434.xml"/><Relationship Id="rId63" Type="http://schemas.openxmlformats.org/officeDocument/2006/relationships/customXml" Target="../ink/ink1455.xml"/><Relationship Id="rId159" Type="http://schemas.openxmlformats.org/officeDocument/2006/relationships/customXml" Target="../ink/ink1503.xml"/><Relationship Id="rId170" Type="http://schemas.openxmlformats.org/officeDocument/2006/relationships/image" Target="../media/image1226.png"/><Relationship Id="rId226" Type="http://schemas.openxmlformats.org/officeDocument/2006/relationships/image" Target="../media/image1254.png"/><Relationship Id="rId268" Type="http://schemas.openxmlformats.org/officeDocument/2006/relationships/image" Target="../media/image1275.png"/><Relationship Id="rId32" Type="http://schemas.openxmlformats.org/officeDocument/2006/relationships/image" Target="../media/image1157.png"/><Relationship Id="rId74" Type="http://schemas.openxmlformats.org/officeDocument/2006/relationships/image" Target="../media/image1178.png"/><Relationship Id="rId128" Type="http://schemas.openxmlformats.org/officeDocument/2006/relationships/image" Target="../media/image1205.png"/><Relationship Id="rId5" Type="http://schemas.openxmlformats.org/officeDocument/2006/relationships/customXml" Target="../ink/ink1426.xml"/><Relationship Id="rId181" Type="http://schemas.openxmlformats.org/officeDocument/2006/relationships/customXml" Target="../ink/ink1514.xml"/><Relationship Id="rId237" Type="http://schemas.openxmlformats.org/officeDocument/2006/relationships/customXml" Target="../ink/ink1542.xml"/><Relationship Id="rId279" Type="http://schemas.openxmlformats.org/officeDocument/2006/relationships/customXml" Target="../ink/ink1563.xml"/><Relationship Id="rId43" Type="http://schemas.openxmlformats.org/officeDocument/2006/relationships/customXml" Target="../ink/ink1445.xml"/><Relationship Id="rId139" Type="http://schemas.openxmlformats.org/officeDocument/2006/relationships/customXml" Target="../ink/ink1493.xml"/><Relationship Id="rId290" Type="http://schemas.openxmlformats.org/officeDocument/2006/relationships/image" Target="../media/image1286.png"/><Relationship Id="rId304" Type="http://schemas.openxmlformats.org/officeDocument/2006/relationships/image" Target="../media/image1293.png"/><Relationship Id="rId85" Type="http://schemas.openxmlformats.org/officeDocument/2006/relationships/customXml" Target="../ink/ink1466.xml"/><Relationship Id="rId150" Type="http://schemas.openxmlformats.org/officeDocument/2006/relationships/image" Target="../media/image1216.png"/><Relationship Id="rId192" Type="http://schemas.openxmlformats.org/officeDocument/2006/relationships/image" Target="../media/image1237.png"/><Relationship Id="rId206" Type="http://schemas.openxmlformats.org/officeDocument/2006/relationships/image" Target="../media/image1244.png"/><Relationship Id="rId248" Type="http://schemas.openxmlformats.org/officeDocument/2006/relationships/image" Target="../media/image1265.png"/><Relationship Id="rId12" Type="http://schemas.openxmlformats.org/officeDocument/2006/relationships/image" Target="../media/image1147.png"/><Relationship Id="rId108" Type="http://schemas.openxmlformats.org/officeDocument/2006/relationships/image" Target="../media/image1195.png"/><Relationship Id="rId315" Type="http://schemas.openxmlformats.org/officeDocument/2006/relationships/customXml" Target="../ink/ink1581.xml"/><Relationship Id="rId54" Type="http://schemas.openxmlformats.org/officeDocument/2006/relationships/image" Target="../media/image1168.png"/><Relationship Id="rId96" Type="http://schemas.openxmlformats.org/officeDocument/2006/relationships/image" Target="../media/image1189.png"/><Relationship Id="rId161" Type="http://schemas.openxmlformats.org/officeDocument/2006/relationships/customXml" Target="../ink/ink1504.xml"/><Relationship Id="rId217" Type="http://schemas.openxmlformats.org/officeDocument/2006/relationships/customXml" Target="../ink/ink1532.xml"/><Relationship Id="rId259" Type="http://schemas.openxmlformats.org/officeDocument/2006/relationships/customXml" Target="../ink/ink1553.xml"/><Relationship Id="rId23" Type="http://schemas.openxmlformats.org/officeDocument/2006/relationships/customXml" Target="../ink/ink1435.xml"/><Relationship Id="rId119" Type="http://schemas.openxmlformats.org/officeDocument/2006/relationships/customXml" Target="../ink/ink1483.xml"/><Relationship Id="rId270" Type="http://schemas.openxmlformats.org/officeDocument/2006/relationships/image" Target="../media/image1276.png"/><Relationship Id="rId65" Type="http://schemas.openxmlformats.org/officeDocument/2006/relationships/customXml" Target="../ink/ink1456.xml"/><Relationship Id="rId130" Type="http://schemas.openxmlformats.org/officeDocument/2006/relationships/image" Target="../media/image1206.png"/><Relationship Id="rId172" Type="http://schemas.openxmlformats.org/officeDocument/2006/relationships/image" Target="../media/image1227.png"/><Relationship Id="rId228" Type="http://schemas.openxmlformats.org/officeDocument/2006/relationships/image" Target="../media/image1255.png"/><Relationship Id="rId13" Type="http://schemas.openxmlformats.org/officeDocument/2006/relationships/customXml" Target="../ink/ink1430.xml"/><Relationship Id="rId109" Type="http://schemas.openxmlformats.org/officeDocument/2006/relationships/customXml" Target="../ink/ink1478.xml"/><Relationship Id="rId260" Type="http://schemas.openxmlformats.org/officeDocument/2006/relationships/image" Target="../media/image1271.png"/><Relationship Id="rId281" Type="http://schemas.openxmlformats.org/officeDocument/2006/relationships/customXml" Target="../ink/ink1564.xml"/><Relationship Id="rId316" Type="http://schemas.openxmlformats.org/officeDocument/2006/relationships/image" Target="../media/image1299.png"/><Relationship Id="rId34" Type="http://schemas.openxmlformats.org/officeDocument/2006/relationships/image" Target="../media/image1158.png"/><Relationship Id="rId55" Type="http://schemas.openxmlformats.org/officeDocument/2006/relationships/customXml" Target="../ink/ink1451.xml"/><Relationship Id="rId76" Type="http://schemas.openxmlformats.org/officeDocument/2006/relationships/image" Target="../media/image1179.png"/><Relationship Id="rId97" Type="http://schemas.openxmlformats.org/officeDocument/2006/relationships/customXml" Target="../ink/ink1472.xml"/><Relationship Id="rId120" Type="http://schemas.openxmlformats.org/officeDocument/2006/relationships/image" Target="../media/image1201.png"/><Relationship Id="rId141" Type="http://schemas.openxmlformats.org/officeDocument/2006/relationships/customXml" Target="../ink/ink1494.xml"/><Relationship Id="rId7" Type="http://schemas.openxmlformats.org/officeDocument/2006/relationships/customXml" Target="../ink/ink1427.xml"/><Relationship Id="rId162" Type="http://schemas.openxmlformats.org/officeDocument/2006/relationships/image" Target="../media/image1222.png"/><Relationship Id="rId183" Type="http://schemas.openxmlformats.org/officeDocument/2006/relationships/customXml" Target="../ink/ink1515.xml"/><Relationship Id="rId218" Type="http://schemas.openxmlformats.org/officeDocument/2006/relationships/image" Target="../media/image1250.png"/><Relationship Id="rId239" Type="http://schemas.openxmlformats.org/officeDocument/2006/relationships/customXml" Target="../ink/ink1543.xml"/><Relationship Id="rId250" Type="http://schemas.openxmlformats.org/officeDocument/2006/relationships/image" Target="../media/image1266.png"/><Relationship Id="rId271" Type="http://schemas.openxmlformats.org/officeDocument/2006/relationships/customXml" Target="../ink/ink1559.xml"/><Relationship Id="rId292" Type="http://schemas.openxmlformats.org/officeDocument/2006/relationships/image" Target="../media/image1287.png"/><Relationship Id="rId306" Type="http://schemas.openxmlformats.org/officeDocument/2006/relationships/image" Target="../media/image1294.png"/><Relationship Id="rId24" Type="http://schemas.openxmlformats.org/officeDocument/2006/relationships/image" Target="../media/image1153.png"/><Relationship Id="rId45" Type="http://schemas.openxmlformats.org/officeDocument/2006/relationships/customXml" Target="../ink/ink1446.xml"/><Relationship Id="rId66" Type="http://schemas.openxmlformats.org/officeDocument/2006/relationships/image" Target="../media/image1174.png"/><Relationship Id="rId87" Type="http://schemas.openxmlformats.org/officeDocument/2006/relationships/customXml" Target="../ink/ink1467.xml"/><Relationship Id="rId110" Type="http://schemas.openxmlformats.org/officeDocument/2006/relationships/image" Target="../media/image1196.png"/><Relationship Id="rId131" Type="http://schemas.openxmlformats.org/officeDocument/2006/relationships/customXml" Target="../ink/ink1489.xml"/><Relationship Id="rId152" Type="http://schemas.openxmlformats.org/officeDocument/2006/relationships/image" Target="../media/image1217.png"/><Relationship Id="rId173" Type="http://schemas.openxmlformats.org/officeDocument/2006/relationships/customXml" Target="../ink/ink1510.xml"/><Relationship Id="rId194" Type="http://schemas.openxmlformats.org/officeDocument/2006/relationships/image" Target="../media/image1238.png"/><Relationship Id="rId208" Type="http://schemas.openxmlformats.org/officeDocument/2006/relationships/image" Target="../media/image1245.png"/><Relationship Id="rId229" Type="http://schemas.openxmlformats.org/officeDocument/2006/relationships/customXml" Target="../ink/ink1538.xml"/><Relationship Id="rId240" Type="http://schemas.openxmlformats.org/officeDocument/2006/relationships/image" Target="../media/image1261.png"/><Relationship Id="rId261" Type="http://schemas.openxmlformats.org/officeDocument/2006/relationships/customXml" Target="../ink/ink1554.xml"/><Relationship Id="rId14" Type="http://schemas.openxmlformats.org/officeDocument/2006/relationships/image" Target="../media/image1148.png"/><Relationship Id="rId35" Type="http://schemas.openxmlformats.org/officeDocument/2006/relationships/customXml" Target="../ink/ink1441.xml"/><Relationship Id="rId56" Type="http://schemas.openxmlformats.org/officeDocument/2006/relationships/image" Target="../media/image1169.png"/><Relationship Id="rId77" Type="http://schemas.openxmlformats.org/officeDocument/2006/relationships/customXml" Target="../ink/ink1462.xml"/><Relationship Id="rId100" Type="http://schemas.openxmlformats.org/officeDocument/2006/relationships/image" Target="../media/image1191.png"/><Relationship Id="rId282" Type="http://schemas.openxmlformats.org/officeDocument/2006/relationships/image" Target="../media/image1282.png"/><Relationship Id="rId317" Type="http://schemas.openxmlformats.org/officeDocument/2006/relationships/customXml" Target="../ink/ink1582.xml"/><Relationship Id="rId8" Type="http://schemas.openxmlformats.org/officeDocument/2006/relationships/image" Target="../media/image1145.png"/><Relationship Id="rId98" Type="http://schemas.openxmlformats.org/officeDocument/2006/relationships/image" Target="../media/image1190.png"/><Relationship Id="rId121" Type="http://schemas.openxmlformats.org/officeDocument/2006/relationships/customXml" Target="../ink/ink1484.xml"/><Relationship Id="rId142" Type="http://schemas.openxmlformats.org/officeDocument/2006/relationships/image" Target="../media/image1212.png"/><Relationship Id="rId163" Type="http://schemas.openxmlformats.org/officeDocument/2006/relationships/customXml" Target="../ink/ink1505.xml"/><Relationship Id="rId184" Type="http://schemas.openxmlformats.org/officeDocument/2006/relationships/image" Target="../media/image1233.png"/><Relationship Id="rId219" Type="http://schemas.openxmlformats.org/officeDocument/2006/relationships/customXml" Target="../ink/ink1533.xml"/><Relationship Id="rId230" Type="http://schemas.openxmlformats.org/officeDocument/2006/relationships/image" Target="../media/image1256.png"/><Relationship Id="rId251" Type="http://schemas.openxmlformats.org/officeDocument/2006/relationships/customXml" Target="../ink/ink1549.xml"/><Relationship Id="rId25" Type="http://schemas.openxmlformats.org/officeDocument/2006/relationships/customXml" Target="../ink/ink1436.xml"/><Relationship Id="rId46" Type="http://schemas.openxmlformats.org/officeDocument/2006/relationships/image" Target="../media/image1164.png"/><Relationship Id="rId67" Type="http://schemas.openxmlformats.org/officeDocument/2006/relationships/customXml" Target="../ink/ink1457.xml"/><Relationship Id="rId272" Type="http://schemas.openxmlformats.org/officeDocument/2006/relationships/image" Target="../media/image1277.png"/><Relationship Id="rId293" Type="http://schemas.openxmlformats.org/officeDocument/2006/relationships/customXml" Target="../ink/ink1570.xml"/><Relationship Id="rId307" Type="http://schemas.openxmlformats.org/officeDocument/2006/relationships/customXml" Target="../ink/ink1577.xml"/><Relationship Id="rId88" Type="http://schemas.openxmlformats.org/officeDocument/2006/relationships/image" Target="../media/image1185.png"/><Relationship Id="rId111" Type="http://schemas.openxmlformats.org/officeDocument/2006/relationships/customXml" Target="../ink/ink1479.xml"/><Relationship Id="rId132" Type="http://schemas.openxmlformats.org/officeDocument/2006/relationships/image" Target="../media/image1207.png"/><Relationship Id="rId153" Type="http://schemas.openxmlformats.org/officeDocument/2006/relationships/customXml" Target="../ink/ink1500.xml"/><Relationship Id="rId174" Type="http://schemas.openxmlformats.org/officeDocument/2006/relationships/image" Target="../media/image1228.png"/><Relationship Id="rId195" Type="http://schemas.openxmlformats.org/officeDocument/2006/relationships/customXml" Target="../ink/ink1521.xml"/><Relationship Id="rId209" Type="http://schemas.openxmlformats.org/officeDocument/2006/relationships/customXml" Target="../ink/ink1528.xml"/><Relationship Id="rId220" Type="http://schemas.openxmlformats.org/officeDocument/2006/relationships/image" Target="../media/image1251.png"/><Relationship Id="rId241" Type="http://schemas.openxmlformats.org/officeDocument/2006/relationships/customXml" Target="../ink/ink1544.xml"/><Relationship Id="rId15" Type="http://schemas.openxmlformats.org/officeDocument/2006/relationships/customXml" Target="../ink/ink1431.xml"/><Relationship Id="rId36" Type="http://schemas.openxmlformats.org/officeDocument/2006/relationships/image" Target="../media/image1159.png"/><Relationship Id="rId57" Type="http://schemas.openxmlformats.org/officeDocument/2006/relationships/customXml" Target="../ink/ink1452.xml"/><Relationship Id="rId262" Type="http://schemas.openxmlformats.org/officeDocument/2006/relationships/image" Target="../media/image1272.png"/><Relationship Id="rId283" Type="http://schemas.openxmlformats.org/officeDocument/2006/relationships/customXml" Target="../ink/ink1565.xml"/><Relationship Id="rId318" Type="http://schemas.openxmlformats.org/officeDocument/2006/relationships/image" Target="../media/image1300.png"/><Relationship Id="rId78" Type="http://schemas.openxmlformats.org/officeDocument/2006/relationships/image" Target="../media/image1180.png"/><Relationship Id="rId99" Type="http://schemas.openxmlformats.org/officeDocument/2006/relationships/customXml" Target="../ink/ink1473.xml"/><Relationship Id="rId101" Type="http://schemas.openxmlformats.org/officeDocument/2006/relationships/customXml" Target="../ink/ink1474.xml"/><Relationship Id="rId122" Type="http://schemas.openxmlformats.org/officeDocument/2006/relationships/image" Target="../media/image1202.png"/><Relationship Id="rId143" Type="http://schemas.openxmlformats.org/officeDocument/2006/relationships/customXml" Target="../ink/ink1495.xml"/><Relationship Id="rId164" Type="http://schemas.openxmlformats.org/officeDocument/2006/relationships/image" Target="../media/image1223.png"/><Relationship Id="rId185" Type="http://schemas.openxmlformats.org/officeDocument/2006/relationships/customXml" Target="../ink/ink1516.xml"/><Relationship Id="rId9" Type="http://schemas.openxmlformats.org/officeDocument/2006/relationships/customXml" Target="../ink/ink1428.xml"/><Relationship Id="rId210" Type="http://schemas.openxmlformats.org/officeDocument/2006/relationships/image" Target="../media/image1246.png"/><Relationship Id="rId26" Type="http://schemas.openxmlformats.org/officeDocument/2006/relationships/image" Target="../media/image1154.png"/><Relationship Id="rId231" Type="http://schemas.openxmlformats.org/officeDocument/2006/relationships/customXml" Target="../ink/ink1539.xml"/><Relationship Id="rId252" Type="http://schemas.openxmlformats.org/officeDocument/2006/relationships/image" Target="../media/image1267.png"/><Relationship Id="rId273" Type="http://schemas.openxmlformats.org/officeDocument/2006/relationships/customXml" Target="../ink/ink1560.xml"/><Relationship Id="rId294" Type="http://schemas.openxmlformats.org/officeDocument/2006/relationships/image" Target="../media/image1288.png"/><Relationship Id="rId308" Type="http://schemas.openxmlformats.org/officeDocument/2006/relationships/image" Target="../media/image1295.png"/><Relationship Id="rId47" Type="http://schemas.openxmlformats.org/officeDocument/2006/relationships/customXml" Target="../ink/ink1447.xml"/><Relationship Id="rId68" Type="http://schemas.openxmlformats.org/officeDocument/2006/relationships/image" Target="../media/image1175.png"/><Relationship Id="rId89" Type="http://schemas.openxmlformats.org/officeDocument/2006/relationships/customXml" Target="../ink/ink1468.xml"/><Relationship Id="rId112" Type="http://schemas.openxmlformats.org/officeDocument/2006/relationships/image" Target="../media/image1197.png"/><Relationship Id="rId133" Type="http://schemas.openxmlformats.org/officeDocument/2006/relationships/customXml" Target="../ink/ink1490.xml"/><Relationship Id="rId154" Type="http://schemas.openxmlformats.org/officeDocument/2006/relationships/image" Target="../media/image1218.png"/><Relationship Id="rId175" Type="http://schemas.openxmlformats.org/officeDocument/2006/relationships/customXml" Target="../ink/ink1511.xml"/><Relationship Id="rId196" Type="http://schemas.openxmlformats.org/officeDocument/2006/relationships/image" Target="../media/image1239.png"/><Relationship Id="rId200" Type="http://schemas.openxmlformats.org/officeDocument/2006/relationships/image" Target="../media/image1241.png"/><Relationship Id="rId16" Type="http://schemas.openxmlformats.org/officeDocument/2006/relationships/image" Target="../media/image1149.png"/><Relationship Id="rId221" Type="http://schemas.openxmlformats.org/officeDocument/2006/relationships/customXml" Target="../ink/ink1534.xml"/><Relationship Id="rId242" Type="http://schemas.openxmlformats.org/officeDocument/2006/relationships/image" Target="../media/image1262.png"/><Relationship Id="rId263" Type="http://schemas.openxmlformats.org/officeDocument/2006/relationships/customXml" Target="../ink/ink1555.xml"/><Relationship Id="rId284" Type="http://schemas.openxmlformats.org/officeDocument/2006/relationships/image" Target="../media/image1283.png"/><Relationship Id="rId37" Type="http://schemas.openxmlformats.org/officeDocument/2006/relationships/customXml" Target="../ink/ink1442.xml"/><Relationship Id="rId58" Type="http://schemas.openxmlformats.org/officeDocument/2006/relationships/image" Target="../media/image1170.png"/><Relationship Id="rId79" Type="http://schemas.openxmlformats.org/officeDocument/2006/relationships/customXml" Target="../ink/ink1463.xml"/><Relationship Id="rId102" Type="http://schemas.openxmlformats.org/officeDocument/2006/relationships/image" Target="../media/image1192.png"/><Relationship Id="rId123" Type="http://schemas.openxmlformats.org/officeDocument/2006/relationships/customXml" Target="../ink/ink1485.xml"/><Relationship Id="rId144" Type="http://schemas.openxmlformats.org/officeDocument/2006/relationships/image" Target="../media/image1213.png"/><Relationship Id="rId90" Type="http://schemas.openxmlformats.org/officeDocument/2006/relationships/image" Target="../media/image1186.png"/><Relationship Id="rId165" Type="http://schemas.openxmlformats.org/officeDocument/2006/relationships/customXml" Target="../ink/ink1506.xml"/><Relationship Id="rId186" Type="http://schemas.openxmlformats.org/officeDocument/2006/relationships/image" Target="../media/image1234.png"/><Relationship Id="rId211" Type="http://schemas.openxmlformats.org/officeDocument/2006/relationships/customXml" Target="../ink/ink1529.xml"/><Relationship Id="rId232" Type="http://schemas.openxmlformats.org/officeDocument/2006/relationships/image" Target="../media/image1257.png"/><Relationship Id="rId253" Type="http://schemas.openxmlformats.org/officeDocument/2006/relationships/customXml" Target="../ink/ink1550.xml"/><Relationship Id="rId274" Type="http://schemas.openxmlformats.org/officeDocument/2006/relationships/image" Target="../media/image1278.png"/><Relationship Id="rId295" Type="http://schemas.openxmlformats.org/officeDocument/2006/relationships/customXml" Target="../ink/ink1571.xml"/><Relationship Id="rId309" Type="http://schemas.openxmlformats.org/officeDocument/2006/relationships/customXml" Target="../ink/ink1578.xml"/><Relationship Id="rId27" Type="http://schemas.openxmlformats.org/officeDocument/2006/relationships/customXml" Target="../ink/ink1437.xml"/><Relationship Id="rId48" Type="http://schemas.openxmlformats.org/officeDocument/2006/relationships/image" Target="../media/image1165.png"/><Relationship Id="rId69" Type="http://schemas.openxmlformats.org/officeDocument/2006/relationships/customXml" Target="../ink/ink1458.xml"/><Relationship Id="rId113" Type="http://schemas.openxmlformats.org/officeDocument/2006/relationships/customXml" Target="../ink/ink1480.xml"/><Relationship Id="rId134" Type="http://schemas.openxmlformats.org/officeDocument/2006/relationships/image" Target="../media/image1208.png"/><Relationship Id="rId80" Type="http://schemas.openxmlformats.org/officeDocument/2006/relationships/image" Target="../media/image1181.png"/><Relationship Id="rId155" Type="http://schemas.openxmlformats.org/officeDocument/2006/relationships/customXml" Target="../ink/ink1501.xml"/><Relationship Id="rId176" Type="http://schemas.openxmlformats.org/officeDocument/2006/relationships/image" Target="../media/image1229.png"/><Relationship Id="rId197" Type="http://schemas.openxmlformats.org/officeDocument/2006/relationships/customXml" Target="../ink/ink1522.xml"/><Relationship Id="rId201" Type="http://schemas.openxmlformats.org/officeDocument/2006/relationships/customXml" Target="../ink/ink1524.xml"/><Relationship Id="rId222" Type="http://schemas.openxmlformats.org/officeDocument/2006/relationships/image" Target="../media/image1252.png"/><Relationship Id="rId243" Type="http://schemas.openxmlformats.org/officeDocument/2006/relationships/customXml" Target="../ink/ink1545.xml"/><Relationship Id="rId264" Type="http://schemas.openxmlformats.org/officeDocument/2006/relationships/image" Target="../media/image1273.png"/><Relationship Id="rId285" Type="http://schemas.openxmlformats.org/officeDocument/2006/relationships/customXml" Target="../ink/ink1566.xml"/><Relationship Id="rId17" Type="http://schemas.openxmlformats.org/officeDocument/2006/relationships/customXml" Target="../ink/ink1432.xml"/><Relationship Id="rId38" Type="http://schemas.openxmlformats.org/officeDocument/2006/relationships/image" Target="../media/image1160.png"/><Relationship Id="rId59" Type="http://schemas.openxmlformats.org/officeDocument/2006/relationships/customXml" Target="../ink/ink1453.xml"/><Relationship Id="rId103" Type="http://schemas.openxmlformats.org/officeDocument/2006/relationships/customXml" Target="../ink/ink1475.xml"/><Relationship Id="rId124" Type="http://schemas.openxmlformats.org/officeDocument/2006/relationships/image" Target="../media/image1203.png"/><Relationship Id="rId310" Type="http://schemas.openxmlformats.org/officeDocument/2006/relationships/image" Target="../media/image1296.png"/><Relationship Id="rId70" Type="http://schemas.openxmlformats.org/officeDocument/2006/relationships/image" Target="../media/image1176.png"/><Relationship Id="rId91" Type="http://schemas.openxmlformats.org/officeDocument/2006/relationships/customXml" Target="../ink/ink1469.xml"/><Relationship Id="rId145" Type="http://schemas.openxmlformats.org/officeDocument/2006/relationships/customXml" Target="../ink/ink1496.xml"/><Relationship Id="rId166" Type="http://schemas.openxmlformats.org/officeDocument/2006/relationships/image" Target="../media/image1224.png"/><Relationship Id="rId187" Type="http://schemas.openxmlformats.org/officeDocument/2006/relationships/customXml" Target="../ink/ink1517.xml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1247.png"/><Relationship Id="rId233" Type="http://schemas.openxmlformats.org/officeDocument/2006/relationships/customXml" Target="../ink/ink1540.xml"/><Relationship Id="rId254" Type="http://schemas.openxmlformats.org/officeDocument/2006/relationships/image" Target="../media/image1268.png"/><Relationship Id="rId28" Type="http://schemas.openxmlformats.org/officeDocument/2006/relationships/image" Target="../media/image1155.png"/><Relationship Id="rId49" Type="http://schemas.openxmlformats.org/officeDocument/2006/relationships/customXml" Target="../ink/ink1448.xml"/><Relationship Id="rId114" Type="http://schemas.openxmlformats.org/officeDocument/2006/relationships/image" Target="../media/image1198.png"/><Relationship Id="rId275" Type="http://schemas.openxmlformats.org/officeDocument/2006/relationships/customXml" Target="../ink/ink1561.xml"/><Relationship Id="rId296" Type="http://schemas.openxmlformats.org/officeDocument/2006/relationships/image" Target="../media/image1289.png"/><Relationship Id="rId300" Type="http://schemas.openxmlformats.org/officeDocument/2006/relationships/image" Target="../media/image1291.png"/><Relationship Id="rId60" Type="http://schemas.openxmlformats.org/officeDocument/2006/relationships/image" Target="../media/image1171.png"/><Relationship Id="rId81" Type="http://schemas.openxmlformats.org/officeDocument/2006/relationships/customXml" Target="../ink/ink1464.xml"/><Relationship Id="rId135" Type="http://schemas.openxmlformats.org/officeDocument/2006/relationships/customXml" Target="../ink/ink1491.xml"/><Relationship Id="rId156" Type="http://schemas.openxmlformats.org/officeDocument/2006/relationships/image" Target="../media/image1219.png"/><Relationship Id="rId177" Type="http://schemas.openxmlformats.org/officeDocument/2006/relationships/customXml" Target="../ink/ink1512.xml"/><Relationship Id="rId198" Type="http://schemas.openxmlformats.org/officeDocument/2006/relationships/image" Target="../media/image1240.png"/><Relationship Id="rId202" Type="http://schemas.openxmlformats.org/officeDocument/2006/relationships/image" Target="../media/image1242.png"/><Relationship Id="rId223" Type="http://schemas.openxmlformats.org/officeDocument/2006/relationships/customXml" Target="../ink/ink1535.xml"/><Relationship Id="rId244" Type="http://schemas.openxmlformats.org/officeDocument/2006/relationships/image" Target="../media/image1263.png"/><Relationship Id="rId18" Type="http://schemas.openxmlformats.org/officeDocument/2006/relationships/image" Target="../media/image1150.png"/><Relationship Id="rId39" Type="http://schemas.openxmlformats.org/officeDocument/2006/relationships/customXml" Target="../ink/ink1443.xml"/><Relationship Id="rId265" Type="http://schemas.openxmlformats.org/officeDocument/2006/relationships/customXml" Target="../ink/ink1556.xml"/><Relationship Id="rId286" Type="http://schemas.openxmlformats.org/officeDocument/2006/relationships/image" Target="../media/image1284.png"/><Relationship Id="rId50" Type="http://schemas.openxmlformats.org/officeDocument/2006/relationships/image" Target="../media/image1166.png"/><Relationship Id="rId104" Type="http://schemas.openxmlformats.org/officeDocument/2006/relationships/image" Target="../media/image1193.png"/><Relationship Id="rId125" Type="http://schemas.openxmlformats.org/officeDocument/2006/relationships/customXml" Target="../ink/ink1486.xml"/><Relationship Id="rId146" Type="http://schemas.openxmlformats.org/officeDocument/2006/relationships/image" Target="../media/image1214.png"/><Relationship Id="rId167" Type="http://schemas.openxmlformats.org/officeDocument/2006/relationships/customXml" Target="../ink/ink1507.xml"/><Relationship Id="rId188" Type="http://schemas.openxmlformats.org/officeDocument/2006/relationships/image" Target="../media/image1235.png"/><Relationship Id="rId311" Type="http://schemas.openxmlformats.org/officeDocument/2006/relationships/customXml" Target="../ink/ink1579.xml"/><Relationship Id="rId71" Type="http://schemas.openxmlformats.org/officeDocument/2006/relationships/customXml" Target="../ink/ink1459.xml"/><Relationship Id="rId92" Type="http://schemas.openxmlformats.org/officeDocument/2006/relationships/image" Target="../media/image1187.png"/><Relationship Id="rId213" Type="http://schemas.openxmlformats.org/officeDocument/2006/relationships/customXml" Target="../ink/ink1530.xml"/><Relationship Id="rId234" Type="http://schemas.openxmlformats.org/officeDocument/2006/relationships/image" Target="../media/image1258.png"/><Relationship Id="rId2" Type="http://schemas.openxmlformats.org/officeDocument/2006/relationships/image" Target="../media/image1142.png"/><Relationship Id="rId29" Type="http://schemas.openxmlformats.org/officeDocument/2006/relationships/customXml" Target="../ink/ink1438.xml"/><Relationship Id="rId255" Type="http://schemas.openxmlformats.org/officeDocument/2006/relationships/customXml" Target="../ink/ink1551.xml"/><Relationship Id="rId276" Type="http://schemas.openxmlformats.org/officeDocument/2006/relationships/image" Target="../media/image1279.png"/><Relationship Id="rId297" Type="http://schemas.openxmlformats.org/officeDocument/2006/relationships/customXml" Target="../ink/ink1572.xml"/><Relationship Id="rId40" Type="http://schemas.openxmlformats.org/officeDocument/2006/relationships/image" Target="../media/image1161.png"/><Relationship Id="rId115" Type="http://schemas.openxmlformats.org/officeDocument/2006/relationships/customXml" Target="../ink/ink1481.xml"/><Relationship Id="rId136" Type="http://schemas.openxmlformats.org/officeDocument/2006/relationships/image" Target="../media/image1209.png"/><Relationship Id="rId157" Type="http://schemas.openxmlformats.org/officeDocument/2006/relationships/customXml" Target="../ink/ink1502.xml"/><Relationship Id="rId178" Type="http://schemas.openxmlformats.org/officeDocument/2006/relationships/image" Target="../media/image1230.png"/><Relationship Id="rId301" Type="http://schemas.openxmlformats.org/officeDocument/2006/relationships/customXml" Target="../ink/ink1574.xml"/><Relationship Id="rId61" Type="http://schemas.openxmlformats.org/officeDocument/2006/relationships/customXml" Target="../ink/ink1454.xml"/><Relationship Id="rId82" Type="http://schemas.openxmlformats.org/officeDocument/2006/relationships/image" Target="../media/image1182.png"/><Relationship Id="rId199" Type="http://schemas.openxmlformats.org/officeDocument/2006/relationships/customXml" Target="../ink/ink1523.xml"/><Relationship Id="rId203" Type="http://schemas.openxmlformats.org/officeDocument/2006/relationships/customXml" Target="../ink/ink1525.xml"/><Relationship Id="rId19" Type="http://schemas.openxmlformats.org/officeDocument/2006/relationships/customXml" Target="../ink/ink1433.xml"/><Relationship Id="rId224" Type="http://schemas.openxmlformats.org/officeDocument/2006/relationships/image" Target="../media/image1253.png"/><Relationship Id="rId245" Type="http://schemas.openxmlformats.org/officeDocument/2006/relationships/customXml" Target="../ink/ink1546.xml"/><Relationship Id="rId266" Type="http://schemas.openxmlformats.org/officeDocument/2006/relationships/image" Target="../media/image1274.png"/><Relationship Id="rId287" Type="http://schemas.openxmlformats.org/officeDocument/2006/relationships/customXml" Target="../ink/ink1567.xml"/><Relationship Id="rId30" Type="http://schemas.openxmlformats.org/officeDocument/2006/relationships/image" Target="../media/image1156.png"/><Relationship Id="rId105" Type="http://schemas.openxmlformats.org/officeDocument/2006/relationships/customXml" Target="../ink/ink1476.xml"/><Relationship Id="rId126" Type="http://schemas.openxmlformats.org/officeDocument/2006/relationships/image" Target="../media/image1204.png"/><Relationship Id="rId147" Type="http://schemas.openxmlformats.org/officeDocument/2006/relationships/customXml" Target="../ink/ink1497.xml"/><Relationship Id="rId168" Type="http://schemas.openxmlformats.org/officeDocument/2006/relationships/image" Target="../media/image1225.png"/><Relationship Id="rId312" Type="http://schemas.openxmlformats.org/officeDocument/2006/relationships/image" Target="../media/image1297.png"/><Relationship Id="rId51" Type="http://schemas.openxmlformats.org/officeDocument/2006/relationships/customXml" Target="../ink/ink1449.xml"/><Relationship Id="rId72" Type="http://schemas.openxmlformats.org/officeDocument/2006/relationships/image" Target="../media/image1177.png"/><Relationship Id="rId93" Type="http://schemas.openxmlformats.org/officeDocument/2006/relationships/customXml" Target="../ink/ink1470.xml"/><Relationship Id="rId189" Type="http://schemas.openxmlformats.org/officeDocument/2006/relationships/customXml" Target="../ink/ink1518.xml"/><Relationship Id="rId3" Type="http://schemas.openxmlformats.org/officeDocument/2006/relationships/customXml" Target="../ink/ink1425.xml"/><Relationship Id="rId214" Type="http://schemas.openxmlformats.org/officeDocument/2006/relationships/image" Target="../media/image1248.png"/><Relationship Id="rId235" Type="http://schemas.openxmlformats.org/officeDocument/2006/relationships/customXml" Target="../ink/ink1541.xml"/><Relationship Id="rId256" Type="http://schemas.openxmlformats.org/officeDocument/2006/relationships/image" Target="../media/image1269.png"/><Relationship Id="rId277" Type="http://schemas.openxmlformats.org/officeDocument/2006/relationships/customXml" Target="../ink/ink1562.xml"/><Relationship Id="rId298" Type="http://schemas.openxmlformats.org/officeDocument/2006/relationships/image" Target="../media/image1290.png"/><Relationship Id="rId116" Type="http://schemas.openxmlformats.org/officeDocument/2006/relationships/image" Target="../media/image1199.png"/><Relationship Id="rId137" Type="http://schemas.openxmlformats.org/officeDocument/2006/relationships/customXml" Target="../ink/ink1492.xml"/><Relationship Id="rId158" Type="http://schemas.openxmlformats.org/officeDocument/2006/relationships/image" Target="../media/image1220.png"/><Relationship Id="rId302" Type="http://schemas.openxmlformats.org/officeDocument/2006/relationships/image" Target="../media/image1292.png"/><Relationship Id="rId20" Type="http://schemas.openxmlformats.org/officeDocument/2006/relationships/image" Target="../media/image1151.png"/><Relationship Id="rId41" Type="http://schemas.openxmlformats.org/officeDocument/2006/relationships/customXml" Target="../ink/ink1444.xml"/><Relationship Id="rId62" Type="http://schemas.openxmlformats.org/officeDocument/2006/relationships/image" Target="../media/image1172.png"/><Relationship Id="rId83" Type="http://schemas.openxmlformats.org/officeDocument/2006/relationships/customXml" Target="../ink/ink1465.xml"/><Relationship Id="rId179" Type="http://schemas.openxmlformats.org/officeDocument/2006/relationships/customXml" Target="../ink/ink1513.xml"/><Relationship Id="rId190" Type="http://schemas.openxmlformats.org/officeDocument/2006/relationships/image" Target="../media/image1236.png"/><Relationship Id="rId204" Type="http://schemas.openxmlformats.org/officeDocument/2006/relationships/image" Target="../media/image1243.png"/><Relationship Id="rId225" Type="http://schemas.openxmlformats.org/officeDocument/2006/relationships/customXml" Target="../ink/ink1536.xml"/><Relationship Id="rId246" Type="http://schemas.openxmlformats.org/officeDocument/2006/relationships/image" Target="../media/image1264.png"/><Relationship Id="rId267" Type="http://schemas.openxmlformats.org/officeDocument/2006/relationships/customXml" Target="../ink/ink1557.xml"/><Relationship Id="rId288" Type="http://schemas.openxmlformats.org/officeDocument/2006/relationships/image" Target="../media/image1285.png"/><Relationship Id="rId106" Type="http://schemas.openxmlformats.org/officeDocument/2006/relationships/image" Target="../media/image1194.png"/><Relationship Id="rId127" Type="http://schemas.openxmlformats.org/officeDocument/2006/relationships/customXml" Target="../ink/ink1487.xml"/><Relationship Id="rId313" Type="http://schemas.openxmlformats.org/officeDocument/2006/relationships/customXml" Target="../ink/ink1580.xml"/><Relationship Id="rId10" Type="http://schemas.openxmlformats.org/officeDocument/2006/relationships/image" Target="../media/image1146.png"/><Relationship Id="rId31" Type="http://schemas.openxmlformats.org/officeDocument/2006/relationships/customXml" Target="../ink/ink1439.xml"/><Relationship Id="rId52" Type="http://schemas.openxmlformats.org/officeDocument/2006/relationships/image" Target="../media/image1167.png"/><Relationship Id="rId73" Type="http://schemas.openxmlformats.org/officeDocument/2006/relationships/customXml" Target="../ink/ink1460.xml"/><Relationship Id="rId94" Type="http://schemas.openxmlformats.org/officeDocument/2006/relationships/image" Target="../media/image1188.png"/><Relationship Id="rId148" Type="http://schemas.openxmlformats.org/officeDocument/2006/relationships/image" Target="../media/image1215.png"/><Relationship Id="rId169" Type="http://schemas.openxmlformats.org/officeDocument/2006/relationships/customXml" Target="../ink/ink1508.xml"/><Relationship Id="rId4" Type="http://schemas.openxmlformats.org/officeDocument/2006/relationships/image" Target="../media/image1143.png"/><Relationship Id="rId180" Type="http://schemas.openxmlformats.org/officeDocument/2006/relationships/image" Target="../media/image1231.png"/><Relationship Id="rId215" Type="http://schemas.openxmlformats.org/officeDocument/2006/relationships/customXml" Target="../ink/ink1531.xml"/><Relationship Id="rId236" Type="http://schemas.openxmlformats.org/officeDocument/2006/relationships/image" Target="../media/image1259.png"/><Relationship Id="rId257" Type="http://schemas.openxmlformats.org/officeDocument/2006/relationships/customXml" Target="../ink/ink1552.xml"/><Relationship Id="rId278" Type="http://schemas.openxmlformats.org/officeDocument/2006/relationships/image" Target="../media/image1280.png"/><Relationship Id="rId303" Type="http://schemas.openxmlformats.org/officeDocument/2006/relationships/customXml" Target="../ink/ink1575.xml"/><Relationship Id="rId42" Type="http://schemas.openxmlformats.org/officeDocument/2006/relationships/image" Target="../media/image1162.png"/><Relationship Id="rId84" Type="http://schemas.openxmlformats.org/officeDocument/2006/relationships/image" Target="../media/image1183.png"/><Relationship Id="rId138" Type="http://schemas.openxmlformats.org/officeDocument/2006/relationships/image" Target="../media/image1210.png"/><Relationship Id="rId191" Type="http://schemas.openxmlformats.org/officeDocument/2006/relationships/customXml" Target="../ink/ink1519.xml"/><Relationship Id="rId205" Type="http://schemas.openxmlformats.org/officeDocument/2006/relationships/customXml" Target="../ink/ink1526.xml"/><Relationship Id="rId247" Type="http://schemas.openxmlformats.org/officeDocument/2006/relationships/customXml" Target="../ink/ink1547.xml"/><Relationship Id="rId107" Type="http://schemas.openxmlformats.org/officeDocument/2006/relationships/customXml" Target="../ink/ink1477.xml"/><Relationship Id="rId289" Type="http://schemas.openxmlformats.org/officeDocument/2006/relationships/customXml" Target="../ink/ink1568.xml"/><Relationship Id="rId11" Type="http://schemas.openxmlformats.org/officeDocument/2006/relationships/customXml" Target="../ink/ink1429.xml"/><Relationship Id="rId53" Type="http://schemas.openxmlformats.org/officeDocument/2006/relationships/customXml" Target="../ink/ink1450.xml"/><Relationship Id="rId149" Type="http://schemas.openxmlformats.org/officeDocument/2006/relationships/customXml" Target="../ink/ink1498.xml"/><Relationship Id="rId314" Type="http://schemas.openxmlformats.org/officeDocument/2006/relationships/image" Target="../media/image1298.png"/><Relationship Id="rId95" Type="http://schemas.openxmlformats.org/officeDocument/2006/relationships/customXml" Target="../ink/ink1471.xml"/><Relationship Id="rId160" Type="http://schemas.openxmlformats.org/officeDocument/2006/relationships/image" Target="../media/image1221.png"/><Relationship Id="rId216" Type="http://schemas.openxmlformats.org/officeDocument/2006/relationships/image" Target="../media/image1249.png"/><Relationship Id="rId258" Type="http://schemas.openxmlformats.org/officeDocument/2006/relationships/image" Target="../media/image1270.png"/><Relationship Id="rId22" Type="http://schemas.openxmlformats.org/officeDocument/2006/relationships/image" Target="../media/image1152.png"/><Relationship Id="rId64" Type="http://schemas.openxmlformats.org/officeDocument/2006/relationships/image" Target="../media/image1173.png"/><Relationship Id="rId118" Type="http://schemas.openxmlformats.org/officeDocument/2006/relationships/image" Target="../media/image1200.png"/><Relationship Id="rId171" Type="http://schemas.openxmlformats.org/officeDocument/2006/relationships/customXml" Target="../ink/ink1509.xml"/><Relationship Id="rId227" Type="http://schemas.openxmlformats.org/officeDocument/2006/relationships/customXml" Target="../ink/ink1537.xml"/><Relationship Id="rId269" Type="http://schemas.openxmlformats.org/officeDocument/2006/relationships/customXml" Target="../ink/ink1558.xml"/><Relationship Id="rId33" Type="http://schemas.openxmlformats.org/officeDocument/2006/relationships/customXml" Target="../ink/ink1440.xml"/><Relationship Id="rId129" Type="http://schemas.openxmlformats.org/officeDocument/2006/relationships/customXml" Target="../ink/ink1488.xml"/><Relationship Id="rId280" Type="http://schemas.openxmlformats.org/officeDocument/2006/relationships/image" Target="../media/image1281.png"/><Relationship Id="rId75" Type="http://schemas.openxmlformats.org/officeDocument/2006/relationships/customXml" Target="../ink/ink1461.xml"/><Relationship Id="rId140" Type="http://schemas.openxmlformats.org/officeDocument/2006/relationships/image" Target="../media/image1211.png"/><Relationship Id="rId182" Type="http://schemas.openxmlformats.org/officeDocument/2006/relationships/image" Target="../media/image1232.png"/><Relationship Id="rId6" Type="http://schemas.openxmlformats.org/officeDocument/2006/relationships/image" Target="../media/image1144.png"/><Relationship Id="rId238" Type="http://schemas.openxmlformats.org/officeDocument/2006/relationships/image" Target="../media/image1260.png"/><Relationship Id="rId291" Type="http://schemas.openxmlformats.org/officeDocument/2006/relationships/customXml" Target="../ink/ink1569.xml"/><Relationship Id="rId305" Type="http://schemas.openxmlformats.org/officeDocument/2006/relationships/customXml" Target="../ink/ink1576.xml"/><Relationship Id="rId44" Type="http://schemas.openxmlformats.org/officeDocument/2006/relationships/image" Target="../media/image1163.png"/><Relationship Id="rId86" Type="http://schemas.openxmlformats.org/officeDocument/2006/relationships/image" Target="../media/image1184.png"/><Relationship Id="rId151" Type="http://schemas.openxmlformats.org/officeDocument/2006/relationships/customXml" Target="../ink/ink1499.xml"/><Relationship Id="rId193" Type="http://schemas.openxmlformats.org/officeDocument/2006/relationships/customXml" Target="../ink/ink1520.xml"/><Relationship Id="rId207" Type="http://schemas.openxmlformats.org/officeDocument/2006/relationships/customXml" Target="../ink/ink1527.xml"/><Relationship Id="rId249" Type="http://schemas.openxmlformats.org/officeDocument/2006/relationships/customXml" Target="../ink/ink1548.xml"/></Relationships>
</file>

<file path=ppt/slides/_rels/slide1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357.png"/><Relationship Id="rId21" Type="http://schemas.openxmlformats.org/officeDocument/2006/relationships/image" Target="../media/image1310.png"/><Relationship Id="rId63" Type="http://schemas.openxmlformats.org/officeDocument/2006/relationships/image" Target="../media/image1331.png"/><Relationship Id="rId159" Type="http://schemas.openxmlformats.org/officeDocument/2006/relationships/image" Target="../media/image1378.png"/><Relationship Id="rId170" Type="http://schemas.openxmlformats.org/officeDocument/2006/relationships/customXml" Target="../ink/ink1667.xml"/><Relationship Id="rId226" Type="http://schemas.openxmlformats.org/officeDocument/2006/relationships/customXml" Target="../ink/ink1695.xml"/><Relationship Id="rId268" Type="http://schemas.openxmlformats.org/officeDocument/2006/relationships/customXml" Target="../ink/ink1716.xml"/><Relationship Id="rId32" Type="http://schemas.openxmlformats.org/officeDocument/2006/relationships/customXml" Target="../ink/ink1598.xml"/><Relationship Id="rId74" Type="http://schemas.openxmlformats.org/officeDocument/2006/relationships/customXml" Target="../ink/ink1619.xml"/><Relationship Id="rId128" Type="http://schemas.openxmlformats.org/officeDocument/2006/relationships/customXml" Target="../ink/ink1646.xml"/><Relationship Id="rId5" Type="http://schemas.openxmlformats.org/officeDocument/2006/relationships/image" Target="../media/image1302.png"/><Relationship Id="rId181" Type="http://schemas.openxmlformats.org/officeDocument/2006/relationships/image" Target="../media/image1389.png"/><Relationship Id="rId237" Type="http://schemas.openxmlformats.org/officeDocument/2006/relationships/image" Target="../media/image1417.png"/><Relationship Id="rId258" Type="http://schemas.openxmlformats.org/officeDocument/2006/relationships/customXml" Target="../ink/ink1711.xml"/><Relationship Id="rId22" Type="http://schemas.openxmlformats.org/officeDocument/2006/relationships/customXml" Target="../ink/ink1593.xml"/><Relationship Id="rId43" Type="http://schemas.openxmlformats.org/officeDocument/2006/relationships/image" Target="../media/image1321.png"/><Relationship Id="rId64" Type="http://schemas.openxmlformats.org/officeDocument/2006/relationships/customXml" Target="../ink/ink1614.xml"/><Relationship Id="rId118" Type="http://schemas.openxmlformats.org/officeDocument/2006/relationships/customXml" Target="../ink/ink1641.xml"/><Relationship Id="rId139" Type="http://schemas.openxmlformats.org/officeDocument/2006/relationships/image" Target="../media/image1368.png"/><Relationship Id="rId85" Type="http://schemas.openxmlformats.org/officeDocument/2006/relationships/image" Target="../media/image1341.png"/><Relationship Id="rId150" Type="http://schemas.openxmlformats.org/officeDocument/2006/relationships/customXml" Target="../ink/ink1657.xml"/><Relationship Id="rId171" Type="http://schemas.openxmlformats.org/officeDocument/2006/relationships/image" Target="../media/image1384.png"/><Relationship Id="rId192" Type="http://schemas.openxmlformats.org/officeDocument/2006/relationships/customXml" Target="../ink/ink1678.xml"/><Relationship Id="rId206" Type="http://schemas.openxmlformats.org/officeDocument/2006/relationships/customXml" Target="../ink/ink1685.xml"/><Relationship Id="rId227" Type="http://schemas.openxmlformats.org/officeDocument/2006/relationships/image" Target="../media/image1412.png"/><Relationship Id="rId248" Type="http://schemas.openxmlformats.org/officeDocument/2006/relationships/customXml" Target="../ink/ink1706.xml"/><Relationship Id="rId269" Type="http://schemas.openxmlformats.org/officeDocument/2006/relationships/image" Target="../media/image1433.png"/><Relationship Id="rId12" Type="http://schemas.openxmlformats.org/officeDocument/2006/relationships/customXml" Target="../ink/ink1588.xml"/><Relationship Id="rId33" Type="http://schemas.openxmlformats.org/officeDocument/2006/relationships/image" Target="../media/image1316.png"/><Relationship Id="rId108" Type="http://schemas.openxmlformats.org/officeDocument/2006/relationships/customXml" Target="../ink/ink1636.xml"/><Relationship Id="rId129" Type="http://schemas.openxmlformats.org/officeDocument/2006/relationships/image" Target="../media/image1363.png"/><Relationship Id="rId54" Type="http://schemas.openxmlformats.org/officeDocument/2006/relationships/customXml" Target="../ink/ink1609.xml"/><Relationship Id="rId75" Type="http://schemas.openxmlformats.org/officeDocument/2006/relationships/image" Target="../media/image1337.png"/><Relationship Id="rId96" Type="http://schemas.openxmlformats.org/officeDocument/2006/relationships/customXml" Target="../ink/ink1630.xml"/><Relationship Id="rId140" Type="http://schemas.openxmlformats.org/officeDocument/2006/relationships/customXml" Target="../ink/ink1652.xml"/><Relationship Id="rId161" Type="http://schemas.openxmlformats.org/officeDocument/2006/relationships/image" Target="../media/image1379.png"/><Relationship Id="rId182" Type="http://schemas.openxmlformats.org/officeDocument/2006/relationships/customXml" Target="../ink/ink1673.xml"/><Relationship Id="rId217" Type="http://schemas.openxmlformats.org/officeDocument/2006/relationships/image" Target="../media/image1407.png"/><Relationship Id="rId6" Type="http://schemas.openxmlformats.org/officeDocument/2006/relationships/customXml" Target="../ink/ink1585.xml"/><Relationship Id="rId238" Type="http://schemas.openxmlformats.org/officeDocument/2006/relationships/customXml" Target="../ink/ink1701.xml"/><Relationship Id="rId259" Type="http://schemas.openxmlformats.org/officeDocument/2006/relationships/image" Target="../media/image1428.png"/><Relationship Id="rId23" Type="http://schemas.openxmlformats.org/officeDocument/2006/relationships/image" Target="../media/image1311.png"/><Relationship Id="rId119" Type="http://schemas.openxmlformats.org/officeDocument/2006/relationships/image" Target="../media/image1358.png"/><Relationship Id="rId270" Type="http://schemas.openxmlformats.org/officeDocument/2006/relationships/customXml" Target="../ink/ink1717.xml"/><Relationship Id="rId44" Type="http://schemas.openxmlformats.org/officeDocument/2006/relationships/customXml" Target="../ink/ink1604.xml"/><Relationship Id="rId65" Type="http://schemas.openxmlformats.org/officeDocument/2006/relationships/image" Target="../media/image1332.png"/><Relationship Id="rId86" Type="http://schemas.openxmlformats.org/officeDocument/2006/relationships/customXml" Target="../ink/ink1625.xml"/><Relationship Id="rId130" Type="http://schemas.openxmlformats.org/officeDocument/2006/relationships/customXml" Target="../ink/ink1647.xml"/><Relationship Id="rId151" Type="http://schemas.openxmlformats.org/officeDocument/2006/relationships/image" Target="../media/image1374.png"/><Relationship Id="rId172" Type="http://schemas.openxmlformats.org/officeDocument/2006/relationships/customXml" Target="../ink/ink1668.xml"/><Relationship Id="rId193" Type="http://schemas.openxmlformats.org/officeDocument/2006/relationships/image" Target="../media/image1395.png"/><Relationship Id="rId207" Type="http://schemas.openxmlformats.org/officeDocument/2006/relationships/image" Target="../media/image1402.png"/><Relationship Id="rId228" Type="http://schemas.openxmlformats.org/officeDocument/2006/relationships/customXml" Target="../ink/ink1696.xml"/><Relationship Id="rId249" Type="http://schemas.openxmlformats.org/officeDocument/2006/relationships/image" Target="../media/image1423.png"/><Relationship Id="rId13" Type="http://schemas.openxmlformats.org/officeDocument/2006/relationships/image" Target="../media/image1306.png"/><Relationship Id="rId109" Type="http://schemas.openxmlformats.org/officeDocument/2006/relationships/image" Target="../media/image1353.png"/><Relationship Id="rId260" Type="http://schemas.openxmlformats.org/officeDocument/2006/relationships/customXml" Target="../ink/ink1712.xml"/><Relationship Id="rId34" Type="http://schemas.openxmlformats.org/officeDocument/2006/relationships/customXml" Target="../ink/ink1599.xml"/><Relationship Id="rId55" Type="http://schemas.openxmlformats.org/officeDocument/2006/relationships/image" Target="../media/image1327.png"/><Relationship Id="rId76" Type="http://schemas.openxmlformats.org/officeDocument/2006/relationships/customXml" Target="../ink/ink1620.xml"/><Relationship Id="rId97" Type="http://schemas.openxmlformats.org/officeDocument/2006/relationships/image" Target="../media/image1347.png"/><Relationship Id="rId120" Type="http://schemas.openxmlformats.org/officeDocument/2006/relationships/customXml" Target="../ink/ink1642.xml"/><Relationship Id="rId141" Type="http://schemas.openxmlformats.org/officeDocument/2006/relationships/image" Target="../media/image1369.png"/><Relationship Id="rId7" Type="http://schemas.openxmlformats.org/officeDocument/2006/relationships/image" Target="../media/image1303.png"/><Relationship Id="rId162" Type="http://schemas.openxmlformats.org/officeDocument/2006/relationships/customXml" Target="../ink/ink1663.xml"/><Relationship Id="rId183" Type="http://schemas.openxmlformats.org/officeDocument/2006/relationships/image" Target="../media/image1390.png"/><Relationship Id="rId218" Type="http://schemas.openxmlformats.org/officeDocument/2006/relationships/customXml" Target="../ink/ink1691.xml"/><Relationship Id="rId239" Type="http://schemas.openxmlformats.org/officeDocument/2006/relationships/image" Target="../media/image1418.png"/><Relationship Id="rId250" Type="http://schemas.openxmlformats.org/officeDocument/2006/relationships/customXml" Target="../ink/ink1707.xml"/><Relationship Id="rId271" Type="http://schemas.openxmlformats.org/officeDocument/2006/relationships/image" Target="../media/image1434.png"/><Relationship Id="rId24" Type="http://schemas.openxmlformats.org/officeDocument/2006/relationships/customXml" Target="../ink/ink1594.xml"/><Relationship Id="rId45" Type="http://schemas.openxmlformats.org/officeDocument/2006/relationships/image" Target="../media/image1322.png"/><Relationship Id="rId66" Type="http://schemas.openxmlformats.org/officeDocument/2006/relationships/customXml" Target="../ink/ink1615.xml"/><Relationship Id="rId87" Type="http://schemas.openxmlformats.org/officeDocument/2006/relationships/image" Target="../media/image1342.png"/><Relationship Id="rId110" Type="http://schemas.openxmlformats.org/officeDocument/2006/relationships/customXml" Target="../ink/ink1637.xml"/><Relationship Id="rId131" Type="http://schemas.openxmlformats.org/officeDocument/2006/relationships/image" Target="../media/image1364.png"/><Relationship Id="rId152" Type="http://schemas.openxmlformats.org/officeDocument/2006/relationships/customXml" Target="../ink/ink1658.xml"/><Relationship Id="rId173" Type="http://schemas.openxmlformats.org/officeDocument/2006/relationships/image" Target="../media/image1385.png"/><Relationship Id="rId194" Type="http://schemas.openxmlformats.org/officeDocument/2006/relationships/customXml" Target="../ink/ink1679.xml"/><Relationship Id="rId208" Type="http://schemas.openxmlformats.org/officeDocument/2006/relationships/customXml" Target="../ink/ink1686.xml"/><Relationship Id="rId229" Type="http://schemas.openxmlformats.org/officeDocument/2006/relationships/image" Target="../media/image1413.png"/><Relationship Id="rId240" Type="http://schemas.openxmlformats.org/officeDocument/2006/relationships/customXml" Target="../ink/ink1702.xml"/><Relationship Id="rId261" Type="http://schemas.openxmlformats.org/officeDocument/2006/relationships/image" Target="../media/image1429.png"/><Relationship Id="rId14" Type="http://schemas.openxmlformats.org/officeDocument/2006/relationships/customXml" Target="../ink/ink1589.xml"/><Relationship Id="rId35" Type="http://schemas.openxmlformats.org/officeDocument/2006/relationships/image" Target="../media/image1317.png"/><Relationship Id="rId56" Type="http://schemas.openxmlformats.org/officeDocument/2006/relationships/customXml" Target="../ink/ink1610.xml"/><Relationship Id="rId77" Type="http://schemas.openxmlformats.org/officeDocument/2006/relationships/image" Target="../media/image1338.png"/><Relationship Id="rId100" Type="http://schemas.openxmlformats.org/officeDocument/2006/relationships/customXml" Target="../ink/ink1632.xml"/><Relationship Id="rId8" Type="http://schemas.openxmlformats.org/officeDocument/2006/relationships/customXml" Target="../ink/ink1586.xml"/><Relationship Id="rId98" Type="http://schemas.openxmlformats.org/officeDocument/2006/relationships/customXml" Target="../ink/ink1631.xml"/><Relationship Id="rId121" Type="http://schemas.openxmlformats.org/officeDocument/2006/relationships/image" Target="../media/image1359.png"/><Relationship Id="rId142" Type="http://schemas.openxmlformats.org/officeDocument/2006/relationships/customXml" Target="../ink/ink1653.xml"/><Relationship Id="rId163" Type="http://schemas.openxmlformats.org/officeDocument/2006/relationships/image" Target="../media/image1380.png"/><Relationship Id="rId184" Type="http://schemas.openxmlformats.org/officeDocument/2006/relationships/customXml" Target="../ink/ink1674.xml"/><Relationship Id="rId219" Type="http://schemas.openxmlformats.org/officeDocument/2006/relationships/image" Target="../media/image1408.png"/><Relationship Id="rId230" Type="http://schemas.openxmlformats.org/officeDocument/2006/relationships/customXml" Target="../ink/ink1697.xml"/><Relationship Id="rId251" Type="http://schemas.openxmlformats.org/officeDocument/2006/relationships/image" Target="../media/image1424.png"/><Relationship Id="rId25" Type="http://schemas.openxmlformats.org/officeDocument/2006/relationships/image" Target="../media/image1312.png"/><Relationship Id="rId46" Type="http://schemas.openxmlformats.org/officeDocument/2006/relationships/customXml" Target="../ink/ink1605.xml"/><Relationship Id="rId67" Type="http://schemas.openxmlformats.org/officeDocument/2006/relationships/image" Target="../media/image1333.png"/><Relationship Id="rId272" Type="http://schemas.openxmlformats.org/officeDocument/2006/relationships/customXml" Target="../ink/ink1718.xml"/><Relationship Id="rId88" Type="http://schemas.openxmlformats.org/officeDocument/2006/relationships/customXml" Target="../ink/ink1626.xml"/><Relationship Id="rId111" Type="http://schemas.openxmlformats.org/officeDocument/2006/relationships/image" Target="../media/image1354.png"/><Relationship Id="rId132" Type="http://schemas.openxmlformats.org/officeDocument/2006/relationships/customXml" Target="../ink/ink1648.xml"/><Relationship Id="rId153" Type="http://schemas.openxmlformats.org/officeDocument/2006/relationships/image" Target="../media/image1375.png"/><Relationship Id="rId174" Type="http://schemas.openxmlformats.org/officeDocument/2006/relationships/customXml" Target="../ink/ink1669.xml"/><Relationship Id="rId195" Type="http://schemas.openxmlformats.org/officeDocument/2006/relationships/image" Target="../media/image1396.png"/><Relationship Id="rId209" Type="http://schemas.openxmlformats.org/officeDocument/2006/relationships/image" Target="../media/image1403.png"/><Relationship Id="rId220" Type="http://schemas.openxmlformats.org/officeDocument/2006/relationships/customXml" Target="../ink/ink1692.xml"/><Relationship Id="rId241" Type="http://schemas.openxmlformats.org/officeDocument/2006/relationships/image" Target="../media/image1419.png"/><Relationship Id="rId15" Type="http://schemas.openxmlformats.org/officeDocument/2006/relationships/image" Target="../media/image1307.png"/><Relationship Id="rId36" Type="http://schemas.openxmlformats.org/officeDocument/2006/relationships/customXml" Target="../ink/ink1600.xml"/><Relationship Id="rId57" Type="http://schemas.openxmlformats.org/officeDocument/2006/relationships/image" Target="../media/image1328.png"/><Relationship Id="rId262" Type="http://schemas.openxmlformats.org/officeDocument/2006/relationships/customXml" Target="../ink/ink1713.xml"/><Relationship Id="rId78" Type="http://schemas.openxmlformats.org/officeDocument/2006/relationships/customXml" Target="../ink/ink1621.xml"/><Relationship Id="rId99" Type="http://schemas.openxmlformats.org/officeDocument/2006/relationships/image" Target="../media/image1348.png"/><Relationship Id="rId101" Type="http://schemas.openxmlformats.org/officeDocument/2006/relationships/image" Target="../media/image1349.png"/><Relationship Id="rId122" Type="http://schemas.openxmlformats.org/officeDocument/2006/relationships/customXml" Target="../ink/ink1643.xml"/><Relationship Id="rId143" Type="http://schemas.openxmlformats.org/officeDocument/2006/relationships/image" Target="../media/image1370.png"/><Relationship Id="rId164" Type="http://schemas.openxmlformats.org/officeDocument/2006/relationships/customXml" Target="../ink/ink1664.xml"/><Relationship Id="rId185" Type="http://schemas.openxmlformats.org/officeDocument/2006/relationships/image" Target="../media/image1391.png"/><Relationship Id="rId9" Type="http://schemas.openxmlformats.org/officeDocument/2006/relationships/image" Target="../media/image1304.png"/><Relationship Id="rId210" Type="http://schemas.openxmlformats.org/officeDocument/2006/relationships/customXml" Target="../ink/ink1687.xml"/><Relationship Id="rId26" Type="http://schemas.openxmlformats.org/officeDocument/2006/relationships/customXml" Target="../ink/ink1595.xml"/><Relationship Id="rId231" Type="http://schemas.openxmlformats.org/officeDocument/2006/relationships/image" Target="../media/image1414.png"/><Relationship Id="rId252" Type="http://schemas.openxmlformats.org/officeDocument/2006/relationships/customXml" Target="../ink/ink1708.xml"/><Relationship Id="rId273" Type="http://schemas.openxmlformats.org/officeDocument/2006/relationships/image" Target="../media/image1435.png"/><Relationship Id="rId47" Type="http://schemas.openxmlformats.org/officeDocument/2006/relationships/image" Target="../media/image1323.png"/><Relationship Id="rId68" Type="http://schemas.openxmlformats.org/officeDocument/2006/relationships/customXml" Target="../ink/ink1616.xml"/><Relationship Id="rId89" Type="http://schemas.openxmlformats.org/officeDocument/2006/relationships/image" Target="../media/image1343.png"/><Relationship Id="rId112" Type="http://schemas.openxmlformats.org/officeDocument/2006/relationships/customXml" Target="../ink/ink1638.xml"/><Relationship Id="rId133" Type="http://schemas.openxmlformats.org/officeDocument/2006/relationships/image" Target="../media/image1365.png"/><Relationship Id="rId154" Type="http://schemas.openxmlformats.org/officeDocument/2006/relationships/customXml" Target="../ink/ink1659.xml"/><Relationship Id="rId175" Type="http://schemas.openxmlformats.org/officeDocument/2006/relationships/image" Target="../media/image1386.png"/><Relationship Id="rId196" Type="http://schemas.openxmlformats.org/officeDocument/2006/relationships/customXml" Target="../ink/ink1680.xml"/><Relationship Id="rId200" Type="http://schemas.openxmlformats.org/officeDocument/2006/relationships/customXml" Target="../ink/ink1682.xml"/><Relationship Id="rId16" Type="http://schemas.openxmlformats.org/officeDocument/2006/relationships/customXml" Target="../ink/ink1590.xml"/><Relationship Id="rId221" Type="http://schemas.openxmlformats.org/officeDocument/2006/relationships/image" Target="../media/image1409.png"/><Relationship Id="rId242" Type="http://schemas.openxmlformats.org/officeDocument/2006/relationships/customXml" Target="../ink/ink1703.xml"/><Relationship Id="rId263" Type="http://schemas.openxmlformats.org/officeDocument/2006/relationships/image" Target="../media/image1430.png"/><Relationship Id="rId37" Type="http://schemas.openxmlformats.org/officeDocument/2006/relationships/image" Target="../media/image1318.png"/><Relationship Id="rId58" Type="http://schemas.openxmlformats.org/officeDocument/2006/relationships/customXml" Target="../ink/ink1611.xml"/><Relationship Id="rId79" Type="http://schemas.openxmlformats.org/officeDocument/2006/relationships/image" Target="../media/image503.png"/><Relationship Id="rId102" Type="http://schemas.openxmlformats.org/officeDocument/2006/relationships/customXml" Target="../ink/ink1633.xml"/><Relationship Id="rId123" Type="http://schemas.openxmlformats.org/officeDocument/2006/relationships/image" Target="../media/image1360.png"/><Relationship Id="rId144" Type="http://schemas.openxmlformats.org/officeDocument/2006/relationships/customXml" Target="../ink/ink1654.xml"/><Relationship Id="rId90" Type="http://schemas.openxmlformats.org/officeDocument/2006/relationships/customXml" Target="../ink/ink1627.xml"/><Relationship Id="rId165" Type="http://schemas.openxmlformats.org/officeDocument/2006/relationships/image" Target="../media/image1381.png"/><Relationship Id="rId186" Type="http://schemas.openxmlformats.org/officeDocument/2006/relationships/customXml" Target="../ink/ink1675.xml"/><Relationship Id="rId211" Type="http://schemas.openxmlformats.org/officeDocument/2006/relationships/image" Target="../media/image1404.png"/><Relationship Id="rId232" Type="http://schemas.openxmlformats.org/officeDocument/2006/relationships/customXml" Target="../ink/ink1698.xml"/><Relationship Id="rId253" Type="http://schemas.openxmlformats.org/officeDocument/2006/relationships/image" Target="../media/image1425.png"/><Relationship Id="rId274" Type="http://schemas.openxmlformats.org/officeDocument/2006/relationships/customXml" Target="../ink/ink1719.xml"/><Relationship Id="rId27" Type="http://schemas.openxmlformats.org/officeDocument/2006/relationships/image" Target="../media/image1313.png"/><Relationship Id="rId48" Type="http://schemas.openxmlformats.org/officeDocument/2006/relationships/customXml" Target="../ink/ink1606.xml"/><Relationship Id="rId69" Type="http://schemas.openxmlformats.org/officeDocument/2006/relationships/image" Target="../media/image1334.png"/><Relationship Id="rId113" Type="http://schemas.openxmlformats.org/officeDocument/2006/relationships/image" Target="../media/image1355.png"/><Relationship Id="rId134" Type="http://schemas.openxmlformats.org/officeDocument/2006/relationships/customXml" Target="../ink/ink1649.xml"/><Relationship Id="rId80" Type="http://schemas.openxmlformats.org/officeDocument/2006/relationships/customXml" Target="../ink/ink1622.xml"/><Relationship Id="rId155" Type="http://schemas.openxmlformats.org/officeDocument/2006/relationships/image" Target="../media/image1376.png"/><Relationship Id="rId176" Type="http://schemas.openxmlformats.org/officeDocument/2006/relationships/customXml" Target="../ink/ink1670.xml"/><Relationship Id="rId197" Type="http://schemas.openxmlformats.org/officeDocument/2006/relationships/image" Target="../media/image1397.png"/><Relationship Id="rId201" Type="http://schemas.openxmlformats.org/officeDocument/2006/relationships/image" Target="../media/image1399.png"/><Relationship Id="rId222" Type="http://schemas.openxmlformats.org/officeDocument/2006/relationships/customXml" Target="../ink/ink1693.xml"/><Relationship Id="rId243" Type="http://schemas.openxmlformats.org/officeDocument/2006/relationships/image" Target="../media/image1420.png"/><Relationship Id="rId264" Type="http://schemas.openxmlformats.org/officeDocument/2006/relationships/customXml" Target="../ink/ink1714.xml"/><Relationship Id="rId17" Type="http://schemas.openxmlformats.org/officeDocument/2006/relationships/image" Target="../media/image1308.png"/><Relationship Id="rId38" Type="http://schemas.openxmlformats.org/officeDocument/2006/relationships/customXml" Target="../ink/ink1601.xml"/><Relationship Id="rId59" Type="http://schemas.openxmlformats.org/officeDocument/2006/relationships/image" Target="../media/image1329.png"/><Relationship Id="rId103" Type="http://schemas.openxmlformats.org/officeDocument/2006/relationships/image" Target="../media/image1350.png"/><Relationship Id="rId124" Type="http://schemas.openxmlformats.org/officeDocument/2006/relationships/customXml" Target="../ink/ink1644.xml"/><Relationship Id="rId70" Type="http://schemas.openxmlformats.org/officeDocument/2006/relationships/customXml" Target="../ink/ink1617.xml"/><Relationship Id="rId91" Type="http://schemas.openxmlformats.org/officeDocument/2006/relationships/image" Target="../media/image1344.png"/><Relationship Id="rId145" Type="http://schemas.openxmlformats.org/officeDocument/2006/relationships/image" Target="../media/image1371.png"/><Relationship Id="rId166" Type="http://schemas.openxmlformats.org/officeDocument/2006/relationships/customXml" Target="../ink/ink1665.xml"/><Relationship Id="rId187" Type="http://schemas.openxmlformats.org/officeDocument/2006/relationships/image" Target="../media/image1392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1688.xml"/><Relationship Id="rId233" Type="http://schemas.openxmlformats.org/officeDocument/2006/relationships/image" Target="../media/image1415.png"/><Relationship Id="rId254" Type="http://schemas.openxmlformats.org/officeDocument/2006/relationships/customXml" Target="../ink/ink1709.xml"/><Relationship Id="rId28" Type="http://schemas.openxmlformats.org/officeDocument/2006/relationships/customXml" Target="../ink/ink1596.xml"/><Relationship Id="rId49" Type="http://schemas.openxmlformats.org/officeDocument/2006/relationships/image" Target="../media/image1324.png"/><Relationship Id="rId114" Type="http://schemas.openxmlformats.org/officeDocument/2006/relationships/customXml" Target="../ink/ink1639.xml"/><Relationship Id="rId275" Type="http://schemas.openxmlformats.org/officeDocument/2006/relationships/image" Target="../media/image1436.png"/><Relationship Id="rId60" Type="http://schemas.openxmlformats.org/officeDocument/2006/relationships/customXml" Target="../ink/ink1612.xml"/><Relationship Id="rId81" Type="http://schemas.openxmlformats.org/officeDocument/2006/relationships/image" Target="../media/image1339.png"/><Relationship Id="rId135" Type="http://schemas.openxmlformats.org/officeDocument/2006/relationships/image" Target="../media/image1366.png"/><Relationship Id="rId156" Type="http://schemas.openxmlformats.org/officeDocument/2006/relationships/customXml" Target="../ink/ink1660.xml"/><Relationship Id="rId177" Type="http://schemas.openxmlformats.org/officeDocument/2006/relationships/image" Target="../media/image1387.png"/><Relationship Id="rId198" Type="http://schemas.openxmlformats.org/officeDocument/2006/relationships/customXml" Target="../ink/ink1681.xml"/><Relationship Id="rId202" Type="http://schemas.openxmlformats.org/officeDocument/2006/relationships/customXml" Target="../ink/ink1683.xml"/><Relationship Id="rId223" Type="http://schemas.openxmlformats.org/officeDocument/2006/relationships/image" Target="../media/image1410.png"/><Relationship Id="rId244" Type="http://schemas.openxmlformats.org/officeDocument/2006/relationships/customXml" Target="../ink/ink1704.xml"/><Relationship Id="rId18" Type="http://schemas.openxmlformats.org/officeDocument/2006/relationships/customXml" Target="../ink/ink1591.xml"/><Relationship Id="rId39" Type="http://schemas.openxmlformats.org/officeDocument/2006/relationships/image" Target="../media/image1319.png"/><Relationship Id="rId265" Type="http://schemas.openxmlformats.org/officeDocument/2006/relationships/image" Target="../media/image1431.png"/><Relationship Id="rId50" Type="http://schemas.openxmlformats.org/officeDocument/2006/relationships/customXml" Target="../ink/ink1607.xml"/><Relationship Id="rId104" Type="http://schemas.openxmlformats.org/officeDocument/2006/relationships/customXml" Target="../ink/ink1634.xml"/><Relationship Id="rId125" Type="http://schemas.openxmlformats.org/officeDocument/2006/relationships/image" Target="../media/image1361.png"/><Relationship Id="rId146" Type="http://schemas.openxmlformats.org/officeDocument/2006/relationships/customXml" Target="../ink/ink1655.xml"/><Relationship Id="rId167" Type="http://schemas.openxmlformats.org/officeDocument/2006/relationships/image" Target="../media/image1382.png"/><Relationship Id="rId188" Type="http://schemas.openxmlformats.org/officeDocument/2006/relationships/customXml" Target="../ink/ink1676.xml"/><Relationship Id="rId71" Type="http://schemas.openxmlformats.org/officeDocument/2006/relationships/image" Target="../media/image1335.png"/><Relationship Id="rId92" Type="http://schemas.openxmlformats.org/officeDocument/2006/relationships/customXml" Target="../ink/ink1628.xml"/><Relationship Id="rId213" Type="http://schemas.openxmlformats.org/officeDocument/2006/relationships/image" Target="../media/image1405.png"/><Relationship Id="rId234" Type="http://schemas.openxmlformats.org/officeDocument/2006/relationships/customXml" Target="../ink/ink1699.xml"/><Relationship Id="rId2" Type="http://schemas.openxmlformats.org/officeDocument/2006/relationships/customXml" Target="../ink/ink1583.xml"/><Relationship Id="rId29" Type="http://schemas.openxmlformats.org/officeDocument/2006/relationships/image" Target="../media/image1314.png"/><Relationship Id="rId255" Type="http://schemas.openxmlformats.org/officeDocument/2006/relationships/image" Target="../media/image1426.png"/><Relationship Id="rId276" Type="http://schemas.openxmlformats.org/officeDocument/2006/relationships/customXml" Target="../ink/ink1720.xml"/><Relationship Id="rId40" Type="http://schemas.openxmlformats.org/officeDocument/2006/relationships/customXml" Target="../ink/ink1602.xml"/><Relationship Id="rId115" Type="http://schemas.openxmlformats.org/officeDocument/2006/relationships/image" Target="../media/image1356.png"/><Relationship Id="rId136" Type="http://schemas.openxmlformats.org/officeDocument/2006/relationships/customXml" Target="../ink/ink1650.xml"/><Relationship Id="rId157" Type="http://schemas.openxmlformats.org/officeDocument/2006/relationships/image" Target="../media/image1377.png"/><Relationship Id="rId178" Type="http://schemas.openxmlformats.org/officeDocument/2006/relationships/customXml" Target="../ink/ink1671.xml"/><Relationship Id="rId61" Type="http://schemas.openxmlformats.org/officeDocument/2006/relationships/image" Target="../media/image1330.png"/><Relationship Id="rId82" Type="http://schemas.openxmlformats.org/officeDocument/2006/relationships/customXml" Target="../ink/ink1623.xml"/><Relationship Id="rId199" Type="http://schemas.openxmlformats.org/officeDocument/2006/relationships/image" Target="../media/image1398.png"/><Relationship Id="rId203" Type="http://schemas.openxmlformats.org/officeDocument/2006/relationships/image" Target="../media/image1400.png"/><Relationship Id="rId19" Type="http://schemas.openxmlformats.org/officeDocument/2006/relationships/image" Target="../media/image1309.png"/><Relationship Id="rId224" Type="http://schemas.openxmlformats.org/officeDocument/2006/relationships/customXml" Target="../ink/ink1694.xml"/><Relationship Id="rId245" Type="http://schemas.openxmlformats.org/officeDocument/2006/relationships/image" Target="../media/image1421.png"/><Relationship Id="rId266" Type="http://schemas.openxmlformats.org/officeDocument/2006/relationships/customXml" Target="../ink/ink1715.xml"/><Relationship Id="rId30" Type="http://schemas.openxmlformats.org/officeDocument/2006/relationships/customXml" Target="../ink/ink1597.xml"/><Relationship Id="rId105" Type="http://schemas.openxmlformats.org/officeDocument/2006/relationships/image" Target="../media/image1351.png"/><Relationship Id="rId126" Type="http://schemas.openxmlformats.org/officeDocument/2006/relationships/customXml" Target="../ink/ink1645.xml"/><Relationship Id="rId147" Type="http://schemas.openxmlformats.org/officeDocument/2006/relationships/image" Target="../media/image1372.png"/><Relationship Id="rId168" Type="http://schemas.openxmlformats.org/officeDocument/2006/relationships/customXml" Target="../ink/ink1666.xml"/><Relationship Id="rId51" Type="http://schemas.openxmlformats.org/officeDocument/2006/relationships/image" Target="../media/image1325.png"/><Relationship Id="rId72" Type="http://schemas.openxmlformats.org/officeDocument/2006/relationships/customXml" Target="../ink/ink1618.xml"/><Relationship Id="rId93" Type="http://schemas.openxmlformats.org/officeDocument/2006/relationships/image" Target="../media/image1345.png"/><Relationship Id="rId189" Type="http://schemas.openxmlformats.org/officeDocument/2006/relationships/image" Target="../media/image1393.png"/><Relationship Id="rId3" Type="http://schemas.openxmlformats.org/officeDocument/2006/relationships/image" Target="../media/image1301.png"/><Relationship Id="rId214" Type="http://schemas.openxmlformats.org/officeDocument/2006/relationships/customXml" Target="../ink/ink1689.xml"/><Relationship Id="rId235" Type="http://schemas.openxmlformats.org/officeDocument/2006/relationships/image" Target="../media/image1416.png"/><Relationship Id="rId256" Type="http://schemas.openxmlformats.org/officeDocument/2006/relationships/customXml" Target="../ink/ink1710.xml"/><Relationship Id="rId277" Type="http://schemas.openxmlformats.org/officeDocument/2006/relationships/image" Target="../media/image1437.png"/><Relationship Id="rId116" Type="http://schemas.openxmlformats.org/officeDocument/2006/relationships/customXml" Target="../ink/ink1640.xml"/><Relationship Id="rId137" Type="http://schemas.openxmlformats.org/officeDocument/2006/relationships/image" Target="../media/image1367.png"/><Relationship Id="rId158" Type="http://schemas.openxmlformats.org/officeDocument/2006/relationships/customXml" Target="../ink/ink1661.xml"/><Relationship Id="rId20" Type="http://schemas.openxmlformats.org/officeDocument/2006/relationships/customXml" Target="../ink/ink1592.xml"/><Relationship Id="rId41" Type="http://schemas.openxmlformats.org/officeDocument/2006/relationships/image" Target="../media/image1320.png"/><Relationship Id="rId62" Type="http://schemas.openxmlformats.org/officeDocument/2006/relationships/customXml" Target="../ink/ink1613.xml"/><Relationship Id="rId83" Type="http://schemas.openxmlformats.org/officeDocument/2006/relationships/image" Target="../media/image1340.png"/><Relationship Id="rId179" Type="http://schemas.openxmlformats.org/officeDocument/2006/relationships/image" Target="../media/image1388.png"/><Relationship Id="rId190" Type="http://schemas.openxmlformats.org/officeDocument/2006/relationships/customXml" Target="../ink/ink1677.xml"/><Relationship Id="rId204" Type="http://schemas.openxmlformats.org/officeDocument/2006/relationships/customXml" Target="../ink/ink1684.xml"/><Relationship Id="rId225" Type="http://schemas.openxmlformats.org/officeDocument/2006/relationships/image" Target="../media/image1411.png"/><Relationship Id="rId246" Type="http://schemas.openxmlformats.org/officeDocument/2006/relationships/customXml" Target="../ink/ink1705.xml"/><Relationship Id="rId267" Type="http://schemas.openxmlformats.org/officeDocument/2006/relationships/image" Target="../media/image1432.png"/><Relationship Id="rId106" Type="http://schemas.openxmlformats.org/officeDocument/2006/relationships/customXml" Target="../ink/ink1635.xml"/><Relationship Id="rId127" Type="http://schemas.openxmlformats.org/officeDocument/2006/relationships/image" Target="../media/image1362.png"/><Relationship Id="rId10" Type="http://schemas.openxmlformats.org/officeDocument/2006/relationships/customXml" Target="../ink/ink1587.xml"/><Relationship Id="rId31" Type="http://schemas.openxmlformats.org/officeDocument/2006/relationships/image" Target="../media/image1315.png"/><Relationship Id="rId52" Type="http://schemas.openxmlformats.org/officeDocument/2006/relationships/customXml" Target="../ink/ink1608.xml"/><Relationship Id="rId73" Type="http://schemas.openxmlformats.org/officeDocument/2006/relationships/image" Target="../media/image1336.png"/><Relationship Id="rId94" Type="http://schemas.openxmlformats.org/officeDocument/2006/relationships/customXml" Target="../ink/ink1629.xml"/><Relationship Id="rId148" Type="http://schemas.openxmlformats.org/officeDocument/2006/relationships/customXml" Target="../ink/ink1656.xml"/><Relationship Id="rId169" Type="http://schemas.openxmlformats.org/officeDocument/2006/relationships/image" Target="../media/image1383.png"/><Relationship Id="rId4" Type="http://schemas.openxmlformats.org/officeDocument/2006/relationships/customXml" Target="../ink/ink1584.xml"/><Relationship Id="rId180" Type="http://schemas.openxmlformats.org/officeDocument/2006/relationships/customXml" Target="../ink/ink1672.xml"/><Relationship Id="rId215" Type="http://schemas.openxmlformats.org/officeDocument/2006/relationships/image" Target="../media/image1406.png"/><Relationship Id="rId236" Type="http://schemas.openxmlformats.org/officeDocument/2006/relationships/customXml" Target="../ink/ink1700.xml"/><Relationship Id="rId257" Type="http://schemas.openxmlformats.org/officeDocument/2006/relationships/image" Target="../media/image1427.png"/><Relationship Id="rId42" Type="http://schemas.openxmlformats.org/officeDocument/2006/relationships/customXml" Target="../ink/ink1603.xml"/><Relationship Id="rId84" Type="http://schemas.openxmlformats.org/officeDocument/2006/relationships/customXml" Target="../ink/ink1624.xml"/><Relationship Id="rId138" Type="http://schemas.openxmlformats.org/officeDocument/2006/relationships/customXml" Target="../ink/ink1651.xml"/><Relationship Id="rId191" Type="http://schemas.openxmlformats.org/officeDocument/2006/relationships/image" Target="../media/image1394.png"/><Relationship Id="rId205" Type="http://schemas.openxmlformats.org/officeDocument/2006/relationships/image" Target="../media/image1401.png"/><Relationship Id="rId247" Type="http://schemas.openxmlformats.org/officeDocument/2006/relationships/image" Target="../media/image1422.png"/><Relationship Id="rId107" Type="http://schemas.openxmlformats.org/officeDocument/2006/relationships/image" Target="../media/image1352.png"/><Relationship Id="rId11" Type="http://schemas.openxmlformats.org/officeDocument/2006/relationships/image" Target="../media/image1305.png"/><Relationship Id="rId53" Type="http://schemas.openxmlformats.org/officeDocument/2006/relationships/image" Target="../media/image1326.png"/><Relationship Id="rId149" Type="http://schemas.openxmlformats.org/officeDocument/2006/relationships/image" Target="../media/image1373.png"/><Relationship Id="rId95" Type="http://schemas.openxmlformats.org/officeDocument/2006/relationships/image" Target="../media/image1346.png"/><Relationship Id="rId160" Type="http://schemas.openxmlformats.org/officeDocument/2006/relationships/customXml" Target="../ink/ink1662.xml"/><Relationship Id="rId216" Type="http://schemas.openxmlformats.org/officeDocument/2006/relationships/customXml" Target="../ink/ink1690.xml"/></Relationships>
</file>

<file path=ppt/slides/_rels/slide20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778.xml"/><Relationship Id="rId21" Type="http://schemas.openxmlformats.org/officeDocument/2006/relationships/customXml" Target="../ink/ink1730.xml"/><Relationship Id="rId42" Type="http://schemas.openxmlformats.org/officeDocument/2006/relationships/image" Target="../media/image4460.png"/><Relationship Id="rId63" Type="http://schemas.openxmlformats.org/officeDocument/2006/relationships/customXml" Target="../ink/ink1751.xml"/><Relationship Id="rId84" Type="http://schemas.openxmlformats.org/officeDocument/2006/relationships/image" Target="../media/image4670.png"/><Relationship Id="rId138" Type="http://schemas.openxmlformats.org/officeDocument/2006/relationships/image" Target="../media/image4940.png"/><Relationship Id="rId159" Type="http://schemas.openxmlformats.org/officeDocument/2006/relationships/customXml" Target="../ink/ink1799.xml"/><Relationship Id="rId170" Type="http://schemas.openxmlformats.org/officeDocument/2006/relationships/image" Target="../media/image5100.png"/><Relationship Id="rId191" Type="http://schemas.openxmlformats.org/officeDocument/2006/relationships/customXml" Target="../ink/ink1815.xml"/><Relationship Id="rId205" Type="http://schemas.openxmlformats.org/officeDocument/2006/relationships/customXml" Target="../ink/ink1822.xml"/><Relationship Id="rId226" Type="http://schemas.openxmlformats.org/officeDocument/2006/relationships/image" Target="../media/image5380.png"/><Relationship Id="rId107" Type="http://schemas.openxmlformats.org/officeDocument/2006/relationships/customXml" Target="../ink/ink1773.xml"/><Relationship Id="rId11" Type="http://schemas.openxmlformats.org/officeDocument/2006/relationships/customXml" Target="../ink/ink1725.xml"/><Relationship Id="rId32" Type="http://schemas.openxmlformats.org/officeDocument/2006/relationships/image" Target="../media/image4410.png"/><Relationship Id="rId53" Type="http://schemas.openxmlformats.org/officeDocument/2006/relationships/customXml" Target="../ink/ink1746.xml"/><Relationship Id="rId74" Type="http://schemas.openxmlformats.org/officeDocument/2006/relationships/image" Target="../media/image4620.png"/><Relationship Id="rId128" Type="http://schemas.openxmlformats.org/officeDocument/2006/relationships/image" Target="../media/image4890.png"/><Relationship Id="rId149" Type="http://schemas.openxmlformats.org/officeDocument/2006/relationships/customXml" Target="../ink/ink1794.xml"/><Relationship Id="rId5" Type="http://schemas.openxmlformats.org/officeDocument/2006/relationships/customXml" Target="../ink/ink1722.xml"/><Relationship Id="rId95" Type="http://schemas.openxmlformats.org/officeDocument/2006/relationships/customXml" Target="../ink/ink1767.xml"/><Relationship Id="rId160" Type="http://schemas.openxmlformats.org/officeDocument/2006/relationships/image" Target="../media/image5050.png"/><Relationship Id="rId181" Type="http://schemas.openxmlformats.org/officeDocument/2006/relationships/customXml" Target="../ink/ink1810.xml"/><Relationship Id="rId216" Type="http://schemas.openxmlformats.org/officeDocument/2006/relationships/image" Target="../media/image5330.png"/><Relationship Id="rId237" Type="http://schemas.openxmlformats.org/officeDocument/2006/relationships/customXml" Target="../ink/ink1838.xml"/><Relationship Id="rId22" Type="http://schemas.openxmlformats.org/officeDocument/2006/relationships/image" Target="../media/image4360.png"/><Relationship Id="rId43" Type="http://schemas.openxmlformats.org/officeDocument/2006/relationships/customXml" Target="../ink/ink1741.xml"/><Relationship Id="rId64" Type="http://schemas.openxmlformats.org/officeDocument/2006/relationships/image" Target="../media/image4570.png"/><Relationship Id="rId118" Type="http://schemas.openxmlformats.org/officeDocument/2006/relationships/image" Target="../media/image4840.png"/><Relationship Id="rId139" Type="http://schemas.openxmlformats.org/officeDocument/2006/relationships/customXml" Target="../ink/ink1789.xml"/><Relationship Id="rId85" Type="http://schemas.openxmlformats.org/officeDocument/2006/relationships/customXml" Target="../ink/ink1762.xml"/><Relationship Id="rId150" Type="http://schemas.openxmlformats.org/officeDocument/2006/relationships/image" Target="../media/image5000.png"/><Relationship Id="rId171" Type="http://schemas.openxmlformats.org/officeDocument/2006/relationships/customXml" Target="../ink/ink1805.xml"/><Relationship Id="rId192" Type="http://schemas.openxmlformats.org/officeDocument/2006/relationships/image" Target="../media/image5210.png"/><Relationship Id="rId206" Type="http://schemas.openxmlformats.org/officeDocument/2006/relationships/image" Target="../media/image5280.png"/><Relationship Id="rId227" Type="http://schemas.openxmlformats.org/officeDocument/2006/relationships/customXml" Target="../ink/ink1833.xml"/><Relationship Id="rId12" Type="http://schemas.openxmlformats.org/officeDocument/2006/relationships/image" Target="../media/image4310.png"/><Relationship Id="rId33" Type="http://schemas.openxmlformats.org/officeDocument/2006/relationships/customXml" Target="../ink/ink1736.xml"/><Relationship Id="rId108" Type="http://schemas.openxmlformats.org/officeDocument/2006/relationships/image" Target="../media/image4790.png"/><Relationship Id="rId129" Type="http://schemas.openxmlformats.org/officeDocument/2006/relationships/customXml" Target="../ink/ink1784.xml"/><Relationship Id="rId54" Type="http://schemas.openxmlformats.org/officeDocument/2006/relationships/image" Target="../media/image4520.png"/><Relationship Id="rId75" Type="http://schemas.openxmlformats.org/officeDocument/2006/relationships/customXml" Target="../ink/ink1757.xml"/><Relationship Id="rId96" Type="http://schemas.openxmlformats.org/officeDocument/2006/relationships/image" Target="../media/image4730.png"/><Relationship Id="rId140" Type="http://schemas.openxmlformats.org/officeDocument/2006/relationships/image" Target="../media/image4950.png"/><Relationship Id="rId161" Type="http://schemas.openxmlformats.org/officeDocument/2006/relationships/customXml" Target="../ink/ink1800.xml"/><Relationship Id="rId182" Type="http://schemas.openxmlformats.org/officeDocument/2006/relationships/image" Target="../media/image5160.png"/><Relationship Id="rId217" Type="http://schemas.openxmlformats.org/officeDocument/2006/relationships/customXml" Target="../ink/ink1828.xml"/><Relationship Id="rId6" Type="http://schemas.openxmlformats.org/officeDocument/2006/relationships/image" Target="../media/image4280.png"/><Relationship Id="rId238" Type="http://schemas.openxmlformats.org/officeDocument/2006/relationships/image" Target="../media/image5440.png"/><Relationship Id="rId23" Type="http://schemas.openxmlformats.org/officeDocument/2006/relationships/customXml" Target="../ink/ink1731.xml"/><Relationship Id="rId119" Type="http://schemas.openxmlformats.org/officeDocument/2006/relationships/customXml" Target="../ink/ink1779.xml"/><Relationship Id="rId44" Type="http://schemas.openxmlformats.org/officeDocument/2006/relationships/image" Target="../media/image4470.png"/><Relationship Id="rId65" Type="http://schemas.openxmlformats.org/officeDocument/2006/relationships/customXml" Target="../ink/ink1752.xml"/><Relationship Id="rId86" Type="http://schemas.openxmlformats.org/officeDocument/2006/relationships/image" Target="../media/image4680.png"/><Relationship Id="rId130" Type="http://schemas.openxmlformats.org/officeDocument/2006/relationships/image" Target="../media/image4900.png"/><Relationship Id="rId151" Type="http://schemas.openxmlformats.org/officeDocument/2006/relationships/customXml" Target="../ink/ink1795.xml"/><Relationship Id="rId172" Type="http://schemas.openxmlformats.org/officeDocument/2006/relationships/image" Target="../media/image5110.png"/><Relationship Id="rId193" Type="http://schemas.openxmlformats.org/officeDocument/2006/relationships/customXml" Target="../ink/ink1816.xml"/><Relationship Id="rId207" Type="http://schemas.openxmlformats.org/officeDocument/2006/relationships/customXml" Target="../ink/ink1823.xml"/><Relationship Id="rId228" Type="http://schemas.openxmlformats.org/officeDocument/2006/relationships/image" Target="../media/image5390.png"/><Relationship Id="rId13" Type="http://schemas.openxmlformats.org/officeDocument/2006/relationships/customXml" Target="../ink/ink1726.xml"/><Relationship Id="rId109" Type="http://schemas.openxmlformats.org/officeDocument/2006/relationships/customXml" Target="../ink/ink1774.xml"/><Relationship Id="rId34" Type="http://schemas.openxmlformats.org/officeDocument/2006/relationships/image" Target="../media/image4420.png"/><Relationship Id="rId55" Type="http://schemas.openxmlformats.org/officeDocument/2006/relationships/customXml" Target="../ink/ink1747.xml"/><Relationship Id="rId76" Type="http://schemas.openxmlformats.org/officeDocument/2006/relationships/image" Target="../media/image4630.png"/><Relationship Id="rId97" Type="http://schemas.openxmlformats.org/officeDocument/2006/relationships/customXml" Target="../ink/ink1768.xml"/><Relationship Id="rId120" Type="http://schemas.openxmlformats.org/officeDocument/2006/relationships/image" Target="../media/image4850.png"/><Relationship Id="rId141" Type="http://schemas.openxmlformats.org/officeDocument/2006/relationships/customXml" Target="../ink/ink1790.xml"/><Relationship Id="rId7" Type="http://schemas.openxmlformats.org/officeDocument/2006/relationships/customXml" Target="../ink/ink1723.xml"/><Relationship Id="rId162" Type="http://schemas.openxmlformats.org/officeDocument/2006/relationships/image" Target="../media/image5060.png"/><Relationship Id="rId183" Type="http://schemas.openxmlformats.org/officeDocument/2006/relationships/customXml" Target="../ink/ink1811.xml"/><Relationship Id="rId218" Type="http://schemas.openxmlformats.org/officeDocument/2006/relationships/image" Target="../media/image5340.png"/><Relationship Id="rId239" Type="http://schemas.openxmlformats.org/officeDocument/2006/relationships/customXml" Target="../ink/ink1839.xml"/><Relationship Id="rId24" Type="http://schemas.openxmlformats.org/officeDocument/2006/relationships/image" Target="../media/image4370.png"/><Relationship Id="rId45" Type="http://schemas.openxmlformats.org/officeDocument/2006/relationships/customXml" Target="../ink/ink1742.xml"/><Relationship Id="rId66" Type="http://schemas.openxmlformats.org/officeDocument/2006/relationships/image" Target="../media/image4580.png"/><Relationship Id="rId87" Type="http://schemas.openxmlformats.org/officeDocument/2006/relationships/customXml" Target="../ink/ink1763.xml"/><Relationship Id="rId110" Type="http://schemas.openxmlformats.org/officeDocument/2006/relationships/image" Target="../media/image4800.png"/><Relationship Id="rId131" Type="http://schemas.openxmlformats.org/officeDocument/2006/relationships/customXml" Target="../ink/ink1785.xml"/><Relationship Id="rId152" Type="http://schemas.openxmlformats.org/officeDocument/2006/relationships/image" Target="../media/image5010.png"/><Relationship Id="rId173" Type="http://schemas.openxmlformats.org/officeDocument/2006/relationships/customXml" Target="../ink/ink1806.xml"/><Relationship Id="rId194" Type="http://schemas.openxmlformats.org/officeDocument/2006/relationships/image" Target="../media/image5220.png"/><Relationship Id="rId208" Type="http://schemas.openxmlformats.org/officeDocument/2006/relationships/image" Target="../media/image5290.png"/><Relationship Id="rId229" Type="http://schemas.openxmlformats.org/officeDocument/2006/relationships/customXml" Target="../ink/ink1834.xml"/><Relationship Id="rId240" Type="http://schemas.openxmlformats.org/officeDocument/2006/relationships/image" Target="../media/image5450.png"/><Relationship Id="rId14" Type="http://schemas.openxmlformats.org/officeDocument/2006/relationships/image" Target="../media/image4320.png"/><Relationship Id="rId35" Type="http://schemas.openxmlformats.org/officeDocument/2006/relationships/customXml" Target="../ink/ink1737.xml"/><Relationship Id="rId56" Type="http://schemas.openxmlformats.org/officeDocument/2006/relationships/image" Target="../media/image4530.png"/><Relationship Id="rId77" Type="http://schemas.openxmlformats.org/officeDocument/2006/relationships/customXml" Target="../ink/ink1758.xml"/><Relationship Id="rId100" Type="http://schemas.openxmlformats.org/officeDocument/2006/relationships/image" Target="../media/image4750.png"/><Relationship Id="rId8" Type="http://schemas.openxmlformats.org/officeDocument/2006/relationships/image" Target="../media/image4290.png"/><Relationship Id="rId98" Type="http://schemas.openxmlformats.org/officeDocument/2006/relationships/image" Target="../media/image4740.png"/><Relationship Id="rId121" Type="http://schemas.openxmlformats.org/officeDocument/2006/relationships/customXml" Target="../ink/ink1780.xml"/><Relationship Id="rId142" Type="http://schemas.openxmlformats.org/officeDocument/2006/relationships/image" Target="../media/image4960.png"/><Relationship Id="rId163" Type="http://schemas.openxmlformats.org/officeDocument/2006/relationships/customXml" Target="../ink/ink1801.xml"/><Relationship Id="rId184" Type="http://schemas.openxmlformats.org/officeDocument/2006/relationships/image" Target="../media/image5170.png"/><Relationship Id="rId219" Type="http://schemas.openxmlformats.org/officeDocument/2006/relationships/customXml" Target="../ink/ink1829.xml"/><Relationship Id="rId230" Type="http://schemas.openxmlformats.org/officeDocument/2006/relationships/image" Target="../media/image5400.png"/><Relationship Id="rId25" Type="http://schemas.openxmlformats.org/officeDocument/2006/relationships/customXml" Target="../ink/ink1732.xml"/><Relationship Id="rId46" Type="http://schemas.openxmlformats.org/officeDocument/2006/relationships/image" Target="../media/image4480.png"/><Relationship Id="rId67" Type="http://schemas.openxmlformats.org/officeDocument/2006/relationships/customXml" Target="../ink/ink1753.xml"/><Relationship Id="rId88" Type="http://schemas.openxmlformats.org/officeDocument/2006/relationships/image" Target="../media/image4690.png"/><Relationship Id="rId111" Type="http://schemas.openxmlformats.org/officeDocument/2006/relationships/customXml" Target="../ink/ink1775.xml"/><Relationship Id="rId132" Type="http://schemas.openxmlformats.org/officeDocument/2006/relationships/image" Target="../media/image4910.png"/><Relationship Id="rId153" Type="http://schemas.openxmlformats.org/officeDocument/2006/relationships/customXml" Target="../ink/ink1796.xml"/><Relationship Id="rId174" Type="http://schemas.openxmlformats.org/officeDocument/2006/relationships/image" Target="../media/image5120.png"/><Relationship Id="rId195" Type="http://schemas.openxmlformats.org/officeDocument/2006/relationships/customXml" Target="../ink/ink1817.xml"/><Relationship Id="rId209" Type="http://schemas.openxmlformats.org/officeDocument/2006/relationships/customXml" Target="../ink/ink1824.xml"/><Relationship Id="rId220" Type="http://schemas.openxmlformats.org/officeDocument/2006/relationships/image" Target="../media/image5350.png"/><Relationship Id="rId241" Type="http://schemas.openxmlformats.org/officeDocument/2006/relationships/customXml" Target="../ink/ink1840.xml"/><Relationship Id="rId15" Type="http://schemas.openxmlformats.org/officeDocument/2006/relationships/customXml" Target="../ink/ink1727.xml"/><Relationship Id="rId36" Type="http://schemas.openxmlformats.org/officeDocument/2006/relationships/image" Target="../media/image4430.png"/><Relationship Id="rId57" Type="http://schemas.openxmlformats.org/officeDocument/2006/relationships/customXml" Target="../ink/ink1748.xml"/><Relationship Id="rId106" Type="http://schemas.openxmlformats.org/officeDocument/2006/relationships/image" Target="../media/image4780.png"/><Relationship Id="rId127" Type="http://schemas.openxmlformats.org/officeDocument/2006/relationships/customXml" Target="../ink/ink1783.xml"/><Relationship Id="rId10" Type="http://schemas.openxmlformats.org/officeDocument/2006/relationships/image" Target="../media/image4300.png"/><Relationship Id="rId31" Type="http://schemas.openxmlformats.org/officeDocument/2006/relationships/customXml" Target="../ink/ink1735.xml"/><Relationship Id="rId52" Type="http://schemas.openxmlformats.org/officeDocument/2006/relationships/image" Target="../media/image4510.png"/><Relationship Id="rId73" Type="http://schemas.openxmlformats.org/officeDocument/2006/relationships/customXml" Target="../ink/ink1756.xml"/><Relationship Id="rId78" Type="http://schemas.openxmlformats.org/officeDocument/2006/relationships/image" Target="../media/image4640.png"/><Relationship Id="rId94" Type="http://schemas.openxmlformats.org/officeDocument/2006/relationships/image" Target="../media/image4720.png"/><Relationship Id="rId99" Type="http://schemas.openxmlformats.org/officeDocument/2006/relationships/customXml" Target="../ink/ink1769.xml"/><Relationship Id="rId101" Type="http://schemas.openxmlformats.org/officeDocument/2006/relationships/customXml" Target="../ink/ink1770.xml"/><Relationship Id="rId122" Type="http://schemas.openxmlformats.org/officeDocument/2006/relationships/image" Target="../media/image4860.png"/><Relationship Id="rId143" Type="http://schemas.openxmlformats.org/officeDocument/2006/relationships/customXml" Target="../ink/ink1791.xml"/><Relationship Id="rId148" Type="http://schemas.openxmlformats.org/officeDocument/2006/relationships/image" Target="../media/image4990.png"/><Relationship Id="rId164" Type="http://schemas.openxmlformats.org/officeDocument/2006/relationships/image" Target="../media/image5070.png"/><Relationship Id="rId169" Type="http://schemas.openxmlformats.org/officeDocument/2006/relationships/customXml" Target="../ink/ink1804.xml"/><Relationship Id="rId185" Type="http://schemas.openxmlformats.org/officeDocument/2006/relationships/customXml" Target="../ink/ink1812.xml"/><Relationship Id="rId4" Type="http://schemas.openxmlformats.org/officeDocument/2006/relationships/image" Target="../media/image4270.png"/><Relationship Id="rId9" Type="http://schemas.openxmlformats.org/officeDocument/2006/relationships/customXml" Target="../ink/ink1724.xml"/><Relationship Id="rId180" Type="http://schemas.openxmlformats.org/officeDocument/2006/relationships/image" Target="../media/image5150.png"/><Relationship Id="rId210" Type="http://schemas.openxmlformats.org/officeDocument/2006/relationships/image" Target="../media/image5300.png"/><Relationship Id="rId215" Type="http://schemas.openxmlformats.org/officeDocument/2006/relationships/customXml" Target="../ink/ink1827.xml"/><Relationship Id="rId236" Type="http://schemas.openxmlformats.org/officeDocument/2006/relationships/image" Target="../media/image5430.png"/><Relationship Id="rId26" Type="http://schemas.openxmlformats.org/officeDocument/2006/relationships/image" Target="../media/image4380.png"/><Relationship Id="rId231" Type="http://schemas.openxmlformats.org/officeDocument/2006/relationships/customXml" Target="../ink/ink1835.xml"/><Relationship Id="rId47" Type="http://schemas.openxmlformats.org/officeDocument/2006/relationships/customXml" Target="../ink/ink1743.xml"/><Relationship Id="rId68" Type="http://schemas.openxmlformats.org/officeDocument/2006/relationships/image" Target="../media/image4590.png"/><Relationship Id="rId89" Type="http://schemas.openxmlformats.org/officeDocument/2006/relationships/customXml" Target="../ink/ink1764.xml"/><Relationship Id="rId112" Type="http://schemas.openxmlformats.org/officeDocument/2006/relationships/image" Target="../media/image4810.png"/><Relationship Id="rId133" Type="http://schemas.openxmlformats.org/officeDocument/2006/relationships/customXml" Target="../ink/ink1786.xml"/><Relationship Id="rId154" Type="http://schemas.openxmlformats.org/officeDocument/2006/relationships/image" Target="../media/image5020.png"/><Relationship Id="rId175" Type="http://schemas.openxmlformats.org/officeDocument/2006/relationships/customXml" Target="../ink/ink1807.xml"/><Relationship Id="rId196" Type="http://schemas.openxmlformats.org/officeDocument/2006/relationships/image" Target="../media/image5230.png"/><Relationship Id="rId200" Type="http://schemas.openxmlformats.org/officeDocument/2006/relationships/image" Target="../media/image5250.png"/><Relationship Id="rId16" Type="http://schemas.openxmlformats.org/officeDocument/2006/relationships/image" Target="../media/image4330.png"/><Relationship Id="rId221" Type="http://schemas.openxmlformats.org/officeDocument/2006/relationships/customXml" Target="../ink/ink1830.xml"/><Relationship Id="rId242" Type="http://schemas.openxmlformats.org/officeDocument/2006/relationships/image" Target="../media/image5460.png"/><Relationship Id="rId37" Type="http://schemas.openxmlformats.org/officeDocument/2006/relationships/customXml" Target="../ink/ink1738.xml"/><Relationship Id="rId58" Type="http://schemas.openxmlformats.org/officeDocument/2006/relationships/image" Target="../media/image4540.png"/><Relationship Id="rId79" Type="http://schemas.openxmlformats.org/officeDocument/2006/relationships/customXml" Target="../ink/ink1759.xml"/><Relationship Id="rId102" Type="http://schemas.openxmlformats.org/officeDocument/2006/relationships/image" Target="../media/image4760.png"/><Relationship Id="rId123" Type="http://schemas.openxmlformats.org/officeDocument/2006/relationships/customXml" Target="../ink/ink1781.xml"/><Relationship Id="rId144" Type="http://schemas.openxmlformats.org/officeDocument/2006/relationships/image" Target="../media/image4970.png"/><Relationship Id="rId90" Type="http://schemas.openxmlformats.org/officeDocument/2006/relationships/image" Target="../media/image4700.png"/><Relationship Id="rId165" Type="http://schemas.openxmlformats.org/officeDocument/2006/relationships/customXml" Target="../ink/ink1802.xml"/><Relationship Id="rId186" Type="http://schemas.openxmlformats.org/officeDocument/2006/relationships/image" Target="../media/image5180.png"/><Relationship Id="rId211" Type="http://schemas.openxmlformats.org/officeDocument/2006/relationships/customXml" Target="../ink/ink1825.xml"/><Relationship Id="rId232" Type="http://schemas.openxmlformats.org/officeDocument/2006/relationships/image" Target="../media/image5410.png"/><Relationship Id="rId27" Type="http://schemas.openxmlformats.org/officeDocument/2006/relationships/customXml" Target="../ink/ink1733.xml"/><Relationship Id="rId48" Type="http://schemas.openxmlformats.org/officeDocument/2006/relationships/image" Target="../media/image4490.png"/><Relationship Id="rId69" Type="http://schemas.openxmlformats.org/officeDocument/2006/relationships/customXml" Target="../ink/ink1754.xml"/><Relationship Id="rId113" Type="http://schemas.openxmlformats.org/officeDocument/2006/relationships/customXml" Target="../ink/ink1776.xml"/><Relationship Id="rId134" Type="http://schemas.openxmlformats.org/officeDocument/2006/relationships/image" Target="../media/image4920.png"/><Relationship Id="rId80" Type="http://schemas.openxmlformats.org/officeDocument/2006/relationships/image" Target="../media/image4650.png"/><Relationship Id="rId155" Type="http://schemas.openxmlformats.org/officeDocument/2006/relationships/customXml" Target="../ink/ink1797.xml"/><Relationship Id="rId176" Type="http://schemas.openxmlformats.org/officeDocument/2006/relationships/image" Target="../media/image5130.png"/><Relationship Id="rId197" Type="http://schemas.openxmlformats.org/officeDocument/2006/relationships/customXml" Target="../ink/ink1818.xml"/><Relationship Id="rId201" Type="http://schemas.openxmlformats.org/officeDocument/2006/relationships/customXml" Target="../ink/ink1820.xml"/><Relationship Id="rId222" Type="http://schemas.openxmlformats.org/officeDocument/2006/relationships/image" Target="../media/image5360.png"/><Relationship Id="rId243" Type="http://schemas.openxmlformats.org/officeDocument/2006/relationships/customXml" Target="../ink/ink1841.xml"/><Relationship Id="rId17" Type="http://schemas.openxmlformats.org/officeDocument/2006/relationships/customXml" Target="../ink/ink1728.xml"/><Relationship Id="rId38" Type="http://schemas.openxmlformats.org/officeDocument/2006/relationships/image" Target="../media/image4440.png"/><Relationship Id="rId59" Type="http://schemas.openxmlformats.org/officeDocument/2006/relationships/customXml" Target="../ink/ink1749.xml"/><Relationship Id="rId103" Type="http://schemas.openxmlformats.org/officeDocument/2006/relationships/customXml" Target="../ink/ink1771.xml"/><Relationship Id="rId124" Type="http://schemas.openxmlformats.org/officeDocument/2006/relationships/image" Target="../media/image4870.png"/><Relationship Id="rId70" Type="http://schemas.openxmlformats.org/officeDocument/2006/relationships/image" Target="../media/image4600.png"/><Relationship Id="rId91" Type="http://schemas.openxmlformats.org/officeDocument/2006/relationships/customXml" Target="../ink/ink1765.xml"/><Relationship Id="rId145" Type="http://schemas.openxmlformats.org/officeDocument/2006/relationships/customXml" Target="../ink/ink1792.xml"/><Relationship Id="rId166" Type="http://schemas.openxmlformats.org/officeDocument/2006/relationships/image" Target="../media/image5080.png"/><Relationship Id="rId187" Type="http://schemas.openxmlformats.org/officeDocument/2006/relationships/customXml" Target="../ink/ink1813.xml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5310.png"/><Relationship Id="rId233" Type="http://schemas.openxmlformats.org/officeDocument/2006/relationships/customXml" Target="../ink/ink1836.xml"/><Relationship Id="rId28" Type="http://schemas.openxmlformats.org/officeDocument/2006/relationships/image" Target="../media/image4390.png"/><Relationship Id="rId49" Type="http://schemas.openxmlformats.org/officeDocument/2006/relationships/customXml" Target="../ink/ink1744.xml"/><Relationship Id="rId114" Type="http://schemas.openxmlformats.org/officeDocument/2006/relationships/image" Target="../media/image4820.png"/><Relationship Id="rId60" Type="http://schemas.openxmlformats.org/officeDocument/2006/relationships/image" Target="../media/image4550.png"/><Relationship Id="rId81" Type="http://schemas.openxmlformats.org/officeDocument/2006/relationships/customXml" Target="../ink/ink1760.xml"/><Relationship Id="rId135" Type="http://schemas.openxmlformats.org/officeDocument/2006/relationships/customXml" Target="../ink/ink1787.xml"/><Relationship Id="rId156" Type="http://schemas.openxmlformats.org/officeDocument/2006/relationships/image" Target="../media/image5030.png"/><Relationship Id="rId177" Type="http://schemas.openxmlformats.org/officeDocument/2006/relationships/customXml" Target="../ink/ink1808.xml"/><Relationship Id="rId198" Type="http://schemas.openxmlformats.org/officeDocument/2006/relationships/image" Target="../media/image5240.png"/><Relationship Id="rId202" Type="http://schemas.openxmlformats.org/officeDocument/2006/relationships/image" Target="../media/image5260.png"/><Relationship Id="rId223" Type="http://schemas.openxmlformats.org/officeDocument/2006/relationships/customXml" Target="../ink/ink1831.xml"/><Relationship Id="rId244" Type="http://schemas.openxmlformats.org/officeDocument/2006/relationships/image" Target="../media/image5470.png"/><Relationship Id="rId18" Type="http://schemas.openxmlformats.org/officeDocument/2006/relationships/image" Target="../media/image4340.png"/><Relationship Id="rId39" Type="http://schemas.openxmlformats.org/officeDocument/2006/relationships/customXml" Target="../ink/ink1739.xml"/><Relationship Id="rId50" Type="http://schemas.openxmlformats.org/officeDocument/2006/relationships/image" Target="../media/image4500.png"/><Relationship Id="rId104" Type="http://schemas.openxmlformats.org/officeDocument/2006/relationships/image" Target="../media/image4770.png"/><Relationship Id="rId125" Type="http://schemas.openxmlformats.org/officeDocument/2006/relationships/customXml" Target="../ink/ink1782.xml"/><Relationship Id="rId146" Type="http://schemas.openxmlformats.org/officeDocument/2006/relationships/image" Target="../media/image4980.png"/><Relationship Id="rId167" Type="http://schemas.openxmlformats.org/officeDocument/2006/relationships/customXml" Target="../ink/ink1803.xml"/><Relationship Id="rId188" Type="http://schemas.openxmlformats.org/officeDocument/2006/relationships/image" Target="../media/image5190.png"/><Relationship Id="rId71" Type="http://schemas.openxmlformats.org/officeDocument/2006/relationships/customXml" Target="../ink/ink1755.xml"/><Relationship Id="rId92" Type="http://schemas.openxmlformats.org/officeDocument/2006/relationships/image" Target="../media/image4710.png"/><Relationship Id="rId213" Type="http://schemas.openxmlformats.org/officeDocument/2006/relationships/customXml" Target="../ink/ink1826.xml"/><Relationship Id="rId234" Type="http://schemas.openxmlformats.org/officeDocument/2006/relationships/image" Target="../media/image5420.png"/><Relationship Id="rId2" Type="http://schemas.openxmlformats.org/officeDocument/2006/relationships/image" Target="../media/image1142.png"/><Relationship Id="rId29" Type="http://schemas.openxmlformats.org/officeDocument/2006/relationships/customXml" Target="../ink/ink1734.xml"/><Relationship Id="rId40" Type="http://schemas.openxmlformats.org/officeDocument/2006/relationships/image" Target="../media/image4450.png"/><Relationship Id="rId115" Type="http://schemas.openxmlformats.org/officeDocument/2006/relationships/customXml" Target="../ink/ink1777.xml"/><Relationship Id="rId136" Type="http://schemas.openxmlformats.org/officeDocument/2006/relationships/image" Target="../media/image4930.png"/><Relationship Id="rId157" Type="http://schemas.openxmlformats.org/officeDocument/2006/relationships/customXml" Target="../ink/ink1798.xml"/><Relationship Id="rId178" Type="http://schemas.openxmlformats.org/officeDocument/2006/relationships/image" Target="../media/image5140.png"/><Relationship Id="rId61" Type="http://schemas.openxmlformats.org/officeDocument/2006/relationships/customXml" Target="../ink/ink1750.xml"/><Relationship Id="rId82" Type="http://schemas.openxmlformats.org/officeDocument/2006/relationships/image" Target="../media/image4660.png"/><Relationship Id="rId199" Type="http://schemas.openxmlformats.org/officeDocument/2006/relationships/customXml" Target="../ink/ink1819.xml"/><Relationship Id="rId203" Type="http://schemas.openxmlformats.org/officeDocument/2006/relationships/customXml" Target="../ink/ink1821.xml"/><Relationship Id="rId19" Type="http://schemas.openxmlformats.org/officeDocument/2006/relationships/customXml" Target="../ink/ink1729.xml"/><Relationship Id="rId224" Type="http://schemas.openxmlformats.org/officeDocument/2006/relationships/image" Target="../media/image5370.png"/><Relationship Id="rId30" Type="http://schemas.openxmlformats.org/officeDocument/2006/relationships/image" Target="../media/image4400.png"/><Relationship Id="rId105" Type="http://schemas.openxmlformats.org/officeDocument/2006/relationships/customXml" Target="../ink/ink1772.xml"/><Relationship Id="rId126" Type="http://schemas.openxmlformats.org/officeDocument/2006/relationships/image" Target="../media/image4880.png"/><Relationship Id="rId147" Type="http://schemas.openxmlformats.org/officeDocument/2006/relationships/customXml" Target="../ink/ink1793.xml"/><Relationship Id="rId168" Type="http://schemas.openxmlformats.org/officeDocument/2006/relationships/image" Target="../media/image5090.png"/><Relationship Id="rId51" Type="http://schemas.openxmlformats.org/officeDocument/2006/relationships/customXml" Target="../ink/ink1745.xml"/><Relationship Id="rId72" Type="http://schemas.openxmlformats.org/officeDocument/2006/relationships/image" Target="../media/image4610.png"/><Relationship Id="rId93" Type="http://schemas.openxmlformats.org/officeDocument/2006/relationships/customXml" Target="../ink/ink1766.xml"/><Relationship Id="rId189" Type="http://schemas.openxmlformats.org/officeDocument/2006/relationships/customXml" Target="../ink/ink1814.xml"/><Relationship Id="rId3" Type="http://schemas.openxmlformats.org/officeDocument/2006/relationships/customXml" Target="../ink/ink1721.xml"/><Relationship Id="rId214" Type="http://schemas.openxmlformats.org/officeDocument/2006/relationships/image" Target="../media/image5320.png"/><Relationship Id="rId235" Type="http://schemas.openxmlformats.org/officeDocument/2006/relationships/customXml" Target="../ink/ink1837.xml"/><Relationship Id="rId116" Type="http://schemas.openxmlformats.org/officeDocument/2006/relationships/image" Target="../media/image4830.png"/><Relationship Id="rId137" Type="http://schemas.openxmlformats.org/officeDocument/2006/relationships/customXml" Target="../ink/ink1788.xml"/><Relationship Id="rId158" Type="http://schemas.openxmlformats.org/officeDocument/2006/relationships/image" Target="../media/image5040.png"/><Relationship Id="rId20" Type="http://schemas.openxmlformats.org/officeDocument/2006/relationships/image" Target="../media/image4350.png"/><Relationship Id="rId41" Type="http://schemas.openxmlformats.org/officeDocument/2006/relationships/customXml" Target="../ink/ink1740.xml"/><Relationship Id="rId62" Type="http://schemas.openxmlformats.org/officeDocument/2006/relationships/image" Target="../media/image4560.png"/><Relationship Id="rId83" Type="http://schemas.openxmlformats.org/officeDocument/2006/relationships/customXml" Target="../ink/ink1761.xml"/><Relationship Id="rId179" Type="http://schemas.openxmlformats.org/officeDocument/2006/relationships/customXml" Target="../ink/ink1809.xml"/><Relationship Id="rId190" Type="http://schemas.openxmlformats.org/officeDocument/2006/relationships/image" Target="../media/image5200.png"/><Relationship Id="rId204" Type="http://schemas.openxmlformats.org/officeDocument/2006/relationships/image" Target="../media/image5270.png"/><Relationship Id="rId225" Type="http://schemas.openxmlformats.org/officeDocument/2006/relationships/customXml" Target="../ink/ink1832.xml"/></Relationships>
</file>

<file path=ppt/slides/_rels/slide21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899.xml"/><Relationship Id="rId21" Type="http://schemas.openxmlformats.org/officeDocument/2006/relationships/customXml" Target="../ink/ink1851.xml"/><Relationship Id="rId42" Type="http://schemas.openxmlformats.org/officeDocument/2006/relationships/image" Target="../media/image5680.png"/><Relationship Id="rId63" Type="http://schemas.openxmlformats.org/officeDocument/2006/relationships/customXml" Target="../ink/ink1872.xml"/><Relationship Id="rId84" Type="http://schemas.openxmlformats.org/officeDocument/2006/relationships/image" Target="../media/image5890.png"/><Relationship Id="rId138" Type="http://schemas.openxmlformats.org/officeDocument/2006/relationships/image" Target="../media/image6160.png"/><Relationship Id="rId159" Type="http://schemas.openxmlformats.org/officeDocument/2006/relationships/customXml" Target="../ink/ink1920.xml"/><Relationship Id="rId170" Type="http://schemas.openxmlformats.org/officeDocument/2006/relationships/image" Target="../media/image6320.png"/><Relationship Id="rId191" Type="http://schemas.openxmlformats.org/officeDocument/2006/relationships/customXml" Target="../ink/ink1936.xml"/><Relationship Id="rId205" Type="http://schemas.openxmlformats.org/officeDocument/2006/relationships/customXml" Target="../ink/ink1943.xml"/><Relationship Id="rId226" Type="http://schemas.openxmlformats.org/officeDocument/2006/relationships/image" Target="../media/image6600.png"/><Relationship Id="rId247" Type="http://schemas.openxmlformats.org/officeDocument/2006/relationships/customXml" Target="../ink/ink1964.xml"/><Relationship Id="rId107" Type="http://schemas.openxmlformats.org/officeDocument/2006/relationships/customXml" Target="../ink/ink1894.xml"/><Relationship Id="rId11" Type="http://schemas.openxmlformats.org/officeDocument/2006/relationships/customXml" Target="../ink/ink1846.xml"/><Relationship Id="rId32" Type="http://schemas.openxmlformats.org/officeDocument/2006/relationships/image" Target="../media/image5630.png"/><Relationship Id="rId53" Type="http://schemas.openxmlformats.org/officeDocument/2006/relationships/customXml" Target="../ink/ink1867.xml"/><Relationship Id="rId74" Type="http://schemas.openxmlformats.org/officeDocument/2006/relationships/image" Target="../media/image5840.png"/><Relationship Id="rId128" Type="http://schemas.openxmlformats.org/officeDocument/2006/relationships/image" Target="../media/image6110.png"/><Relationship Id="rId149" Type="http://schemas.openxmlformats.org/officeDocument/2006/relationships/customXml" Target="../ink/ink1915.xml"/><Relationship Id="rId5" Type="http://schemas.openxmlformats.org/officeDocument/2006/relationships/customXml" Target="../ink/ink1843.xml"/><Relationship Id="rId95" Type="http://schemas.openxmlformats.org/officeDocument/2006/relationships/customXml" Target="../ink/ink1888.xml"/><Relationship Id="rId160" Type="http://schemas.openxmlformats.org/officeDocument/2006/relationships/image" Target="../media/image6270.png"/><Relationship Id="rId181" Type="http://schemas.openxmlformats.org/officeDocument/2006/relationships/customXml" Target="../ink/ink1931.xml"/><Relationship Id="rId216" Type="http://schemas.openxmlformats.org/officeDocument/2006/relationships/image" Target="../media/image6550.png"/><Relationship Id="rId237" Type="http://schemas.openxmlformats.org/officeDocument/2006/relationships/customXml" Target="../ink/ink1959.xml"/><Relationship Id="rId22" Type="http://schemas.openxmlformats.org/officeDocument/2006/relationships/image" Target="../media/image5580.png"/><Relationship Id="rId43" Type="http://schemas.openxmlformats.org/officeDocument/2006/relationships/customXml" Target="../ink/ink1862.xml"/><Relationship Id="rId64" Type="http://schemas.openxmlformats.org/officeDocument/2006/relationships/image" Target="../media/image5790.png"/><Relationship Id="rId118" Type="http://schemas.openxmlformats.org/officeDocument/2006/relationships/image" Target="../media/image6060.png"/><Relationship Id="rId139" Type="http://schemas.openxmlformats.org/officeDocument/2006/relationships/customXml" Target="../ink/ink1910.xml"/><Relationship Id="rId85" Type="http://schemas.openxmlformats.org/officeDocument/2006/relationships/customXml" Target="../ink/ink1883.xml"/><Relationship Id="rId150" Type="http://schemas.openxmlformats.org/officeDocument/2006/relationships/image" Target="../media/image6220.png"/><Relationship Id="rId171" Type="http://schemas.openxmlformats.org/officeDocument/2006/relationships/customXml" Target="../ink/ink1926.xml"/><Relationship Id="rId192" Type="http://schemas.openxmlformats.org/officeDocument/2006/relationships/image" Target="../media/image6430.png"/><Relationship Id="rId206" Type="http://schemas.openxmlformats.org/officeDocument/2006/relationships/image" Target="../media/image6500.png"/><Relationship Id="rId227" Type="http://schemas.openxmlformats.org/officeDocument/2006/relationships/customXml" Target="../ink/ink1954.xml"/><Relationship Id="rId248" Type="http://schemas.openxmlformats.org/officeDocument/2006/relationships/image" Target="../media/image6711.png"/><Relationship Id="rId12" Type="http://schemas.openxmlformats.org/officeDocument/2006/relationships/image" Target="../media/image5530.png"/><Relationship Id="rId33" Type="http://schemas.openxmlformats.org/officeDocument/2006/relationships/customXml" Target="../ink/ink1857.xml"/><Relationship Id="rId108" Type="http://schemas.openxmlformats.org/officeDocument/2006/relationships/image" Target="../media/image6010.png"/><Relationship Id="rId129" Type="http://schemas.openxmlformats.org/officeDocument/2006/relationships/customXml" Target="../ink/ink1905.xml"/><Relationship Id="rId54" Type="http://schemas.openxmlformats.org/officeDocument/2006/relationships/image" Target="../media/image5740.png"/><Relationship Id="rId75" Type="http://schemas.openxmlformats.org/officeDocument/2006/relationships/customXml" Target="../ink/ink1878.xml"/><Relationship Id="rId96" Type="http://schemas.openxmlformats.org/officeDocument/2006/relationships/image" Target="../media/image5950.png"/><Relationship Id="rId140" Type="http://schemas.openxmlformats.org/officeDocument/2006/relationships/image" Target="../media/image6170.png"/><Relationship Id="rId161" Type="http://schemas.openxmlformats.org/officeDocument/2006/relationships/customXml" Target="../ink/ink1921.xml"/><Relationship Id="rId182" Type="http://schemas.openxmlformats.org/officeDocument/2006/relationships/image" Target="../media/image6380.png"/><Relationship Id="rId217" Type="http://schemas.openxmlformats.org/officeDocument/2006/relationships/customXml" Target="../ink/ink1949.xml"/><Relationship Id="rId6" Type="http://schemas.openxmlformats.org/officeDocument/2006/relationships/image" Target="../media/image5500.png"/><Relationship Id="rId238" Type="http://schemas.openxmlformats.org/officeDocument/2006/relationships/image" Target="../media/image6660.png"/><Relationship Id="rId23" Type="http://schemas.openxmlformats.org/officeDocument/2006/relationships/customXml" Target="../ink/ink1852.xml"/><Relationship Id="rId119" Type="http://schemas.openxmlformats.org/officeDocument/2006/relationships/customXml" Target="../ink/ink1900.xml"/><Relationship Id="rId44" Type="http://schemas.openxmlformats.org/officeDocument/2006/relationships/image" Target="../media/image5690.png"/><Relationship Id="rId65" Type="http://schemas.openxmlformats.org/officeDocument/2006/relationships/customXml" Target="../ink/ink1873.xml"/><Relationship Id="rId86" Type="http://schemas.openxmlformats.org/officeDocument/2006/relationships/image" Target="../media/image5900.png"/><Relationship Id="rId130" Type="http://schemas.openxmlformats.org/officeDocument/2006/relationships/image" Target="../media/image6120.png"/><Relationship Id="rId151" Type="http://schemas.openxmlformats.org/officeDocument/2006/relationships/customXml" Target="../ink/ink1916.xml"/><Relationship Id="rId172" Type="http://schemas.openxmlformats.org/officeDocument/2006/relationships/image" Target="../media/image6330.png"/><Relationship Id="rId193" Type="http://schemas.openxmlformats.org/officeDocument/2006/relationships/customXml" Target="../ink/ink1937.xml"/><Relationship Id="rId207" Type="http://schemas.openxmlformats.org/officeDocument/2006/relationships/customXml" Target="../ink/ink1944.xml"/><Relationship Id="rId228" Type="http://schemas.openxmlformats.org/officeDocument/2006/relationships/image" Target="../media/image6611.png"/><Relationship Id="rId13" Type="http://schemas.openxmlformats.org/officeDocument/2006/relationships/customXml" Target="../ink/ink1847.xml"/><Relationship Id="rId109" Type="http://schemas.openxmlformats.org/officeDocument/2006/relationships/customXml" Target="../ink/ink1895.xml"/><Relationship Id="rId34" Type="http://schemas.openxmlformats.org/officeDocument/2006/relationships/image" Target="../media/image5640.png"/><Relationship Id="rId55" Type="http://schemas.openxmlformats.org/officeDocument/2006/relationships/customXml" Target="../ink/ink1868.xml"/><Relationship Id="rId76" Type="http://schemas.openxmlformats.org/officeDocument/2006/relationships/image" Target="../media/image5850.png"/><Relationship Id="rId97" Type="http://schemas.openxmlformats.org/officeDocument/2006/relationships/customXml" Target="../ink/ink1889.xml"/><Relationship Id="rId120" Type="http://schemas.openxmlformats.org/officeDocument/2006/relationships/image" Target="../media/image6070.png"/><Relationship Id="rId141" Type="http://schemas.openxmlformats.org/officeDocument/2006/relationships/customXml" Target="../ink/ink1911.xml"/><Relationship Id="rId7" Type="http://schemas.openxmlformats.org/officeDocument/2006/relationships/customXml" Target="../ink/ink1844.xml"/><Relationship Id="rId162" Type="http://schemas.openxmlformats.org/officeDocument/2006/relationships/image" Target="../media/image6280.png"/><Relationship Id="rId183" Type="http://schemas.openxmlformats.org/officeDocument/2006/relationships/customXml" Target="../ink/ink1932.xml"/><Relationship Id="rId218" Type="http://schemas.openxmlformats.org/officeDocument/2006/relationships/image" Target="../media/image6560.png"/><Relationship Id="rId239" Type="http://schemas.openxmlformats.org/officeDocument/2006/relationships/customXml" Target="../ink/ink1960.xml"/><Relationship Id="rId24" Type="http://schemas.openxmlformats.org/officeDocument/2006/relationships/image" Target="../media/image5590.png"/><Relationship Id="rId45" Type="http://schemas.openxmlformats.org/officeDocument/2006/relationships/customXml" Target="../ink/ink1863.xml"/><Relationship Id="rId66" Type="http://schemas.openxmlformats.org/officeDocument/2006/relationships/image" Target="../media/image5800.png"/><Relationship Id="rId87" Type="http://schemas.openxmlformats.org/officeDocument/2006/relationships/customXml" Target="../ink/ink1884.xml"/><Relationship Id="rId110" Type="http://schemas.openxmlformats.org/officeDocument/2006/relationships/image" Target="../media/image6020.png"/><Relationship Id="rId131" Type="http://schemas.openxmlformats.org/officeDocument/2006/relationships/customXml" Target="../ink/ink1906.xml"/><Relationship Id="rId152" Type="http://schemas.openxmlformats.org/officeDocument/2006/relationships/image" Target="../media/image6230.png"/><Relationship Id="rId173" Type="http://schemas.openxmlformats.org/officeDocument/2006/relationships/customXml" Target="../ink/ink1927.xml"/><Relationship Id="rId194" Type="http://schemas.openxmlformats.org/officeDocument/2006/relationships/image" Target="../media/image6440.png"/><Relationship Id="rId208" Type="http://schemas.openxmlformats.org/officeDocument/2006/relationships/image" Target="../media/image6510.png"/><Relationship Id="rId229" Type="http://schemas.openxmlformats.org/officeDocument/2006/relationships/customXml" Target="../ink/ink1955.xml"/><Relationship Id="rId240" Type="http://schemas.openxmlformats.org/officeDocument/2006/relationships/image" Target="../media/image6670.png"/><Relationship Id="rId14" Type="http://schemas.openxmlformats.org/officeDocument/2006/relationships/image" Target="../media/image5540.png"/><Relationship Id="rId35" Type="http://schemas.openxmlformats.org/officeDocument/2006/relationships/customXml" Target="../ink/ink1858.xml"/><Relationship Id="rId56" Type="http://schemas.openxmlformats.org/officeDocument/2006/relationships/image" Target="../media/image5750.png"/><Relationship Id="rId77" Type="http://schemas.openxmlformats.org/officeDocument/2006/relationships/customXml" Target="../ink/ink1879.xml"/><Relationship Id="rId100" Type="http://schemas.openxmlformats.org/officeDocument/2006/relationships/image" Target="../media/image5970.png"/><Relationship Id="rId8" Type="http://schemas.openxmlformats.org/officeDocument/2006/relationships/image" Target="../media/image5510.png"/><Relationship Id="rId98" Type="http://schemas.openxmlformats.org/officeDocument/2006/relationships/image" Target="../media/image5960.png"/><Relationship Id="rId121" Type="http://schemas.openxmlformats.org/officeDocument/2006/relationships/customXml" Target="../ink/ink1901.xml"/><Relationship Id="rId142" Type="http://schemas.openxmlformats.org/officeDocument/2006/relationships/image" Target="../media/image6180.png"/><Relationship Id="rId163" Type="http://schemas.openxmlformats.org/officeDocument/2006/relationships/customXml" Target="../ink/ink1922.xml"/><Relationship Id="rId184" Type="http://schemas.openxmlformats.org/officeDocument/2006/relationships/image" Target="../media/image6390.png"/><Relationship Id="rId219" Type="http://schemas.openxmlformats.org/officeDocument/2006/relationships/customXml" Target="../ink/ink1950.xml"/><Relationship Id="rId230" Type="http://schemas.openxmlformats.org/officeDocument/2006/relationships/image" Target="../media/image6620.png"/><Relationship Id="rId25" Type="http://schemas.openxmlformats.org/officeDocument/2006/relationships/customXml" Target="../ink/ink1853.xml"/><Relationship Id="rId46" Type="http://schemas.openxmlformats.org/officeDocument/2006/relationships/image" Target="../media/image5700.png"/><Relationship Id="rId67" Type="http://schemas.openxmlformats.org/officeDocument/2006/relationships/customXml" Target="../ink/ink1874.xml"/><Relationship Id="rId88" Type="http://schemas.openxmlformats.org/officeDocument/2006/relationships/image" Target="../media/image5910.png"/><Relationship Id="rId111" Type="http://schemas.openxmlformats.org/officeDocument/2006/relationships/customXml" Target="../ink/ink1896.xml"/><Relationship Id="rId132" Type="http://schemas.openxmlformats.org/officeDocument/2006/relationships/image" Target="../media/image6130.png"/><Relationship Id="rId153" Type="http://schemas.openxmlformats.org/officeDocument/2006/relationships/customXml" Target="../ink/ink1917.xml"/><Relationship Id="rId174" Type="http://schemas.openxmlformats.org/officeDocument/2006/relationships/image" Target="../media/image6340.png"/><Relationship Id="rId195" Type="http://schemas.openxmlformats.org/officeDocument/2006/relationships/customXml" Target="../ink/ink1938.xml"/><Relationship Id="rId209" Type="http://schemas.openxmlformats.org/officeDocument/2006/relationships/customXml" Target="../ink/ink1945.xml"/><Relationship Id="rId220" Type="http://schemas.openxmlformats.org/officeDocument/2006/relationships/image" Target="../media/image6570.png"/><Relationship Id="rId241" Type="http://schemas.openxmlformats.org/officeDocument/2006/relationships/customXml" Target="../ink/ink1961.xml"/><Relationship Id="rId15" Type="http://schemas.openxmlformats.org/officeDocument/2006/relationships/customXml" Target="../ink/ink1848.xml"/><Relationship Id="rId36" Type="http://schemas.openxmlformats.org/officeDocument/2006/relationships/image" Target="../media/image5650.png"/><Relationship Id="rId57" Type="http://schemas.openxmlformats.org/officeDocument/2006/relationships/customXml" Target="../ink/ink1869.xml"/><Relationship Id="rId10" Type="http://schemas.openxmlformats.org/officeDocument/2006/relationships/image" Target="../media/image5520.png"/><Relationship Id="rId31" Type="http://schemas.openxmlformats.org/officeDocument/2006/relationships/customXml" Target="../ink/ink1856.xml"/><Relationship Id="rId52" Type="http://schemas.openxmlformats.org/officeDocument/2006/relationships/image" Target="../media/image5730.png"/><Relationship Id="rId73" Type="http://schemas.openxmlformats.org/officeDocument/2006/relationships/customXml" Target="../ink/ink1877.xml"/><Relationship Id="rId78" Type="http://schemas.openxmlformats.org/officeDocument/2006/relationships/image" Target="../media/image5860.png"/><Relationship Id="rId94" Type="http://schemas.openxmlformats.org/officeDocument/2006/relationships/image" Target="../media/image5940.png"/><Relationship Id="rId99" Type="http://schemas.openxmlformats.org/officeDocument/2006/relationships/customXml" Target="../ink/ink1890.xml"/><Relationship Id="rId101" Type="http://schemas.openxmlformats.org/officeDocument/2006/relationships/customXml" Target="../ink/ink1891.xml"/><Relationship Id="rId122" Type="http://schemas.openxmlformats.org/officeDocument/2006/relationships/image" Target="../media/image6080.png"/><Relationship Id="rId143" Type="http://schemas.openxmlformats.org/officeDocument/2006/relationships/customXml" Target="../ink/ink1912.xml"/><Relationship Id="rId148" Type="http://schemas.openxmlformats.org/officeDocument/2006/relationships/image" Target="../media/image6210.png"/><Relationship Id="rId164" Type="http://schemas.openxmlformats.org/officeDocument/2006/relationships/image" Target="../media/image6290.png"/><Relationship Id="rId169" Type="http://schemas.openxmlformats.org/officeDocument/2006/relationships/customXml" Target="../ink/ink1925.xml"/><Relationship Id="rId185" Type="http://schemas.openxmlformats.org/officeDocument/2006/relationships/customXml" Target="../ink/ink1933.xml"/><Relationship Id="rId4" Type="http://schemas.openxmlformats.org/officeDocument/2006/relationships/image" Target="../media/image5490.png"/><Relationship Id="rId9" Type="http://schemas.openxmlformats.org/officeDocument/2006/relationships/customXml" Target="../ink/ink1845.xml"/><Relationship Id="rId180" Type="http://schemas.openxmlformats.org/officeDocument/2006/relationships/image" Target="../media/image6370.png"/><Relationship Id="rId210" Type="http://schemas.openxmlformats.org/officeDocument/2006/relationships/image" Target="../media/image6520.png"/><Relationship Id="rId215" Type="http://schemas.openxmlformats.org/officeDocument/2006/relationships/customXml" Target="../ink/ink1948.xml"/><Relationship Id="rId236" Type="http://schemas.openxmlformats.org/officeDocument/2006/relationships/image" Target="../media/image6650.png"/><Relationship Id="rId26" Type="http://schemas.openxmlformats.org/officeDocument/2006/relationships/image" Target="../media/image5600.png"/><Relationship Id="rId231" Type="http://schemas.openxmlformats.org/officeDocument/2006/relationships/customXml" Target="../ink/ink1956.xml"/><Relationship Id="rId47" Type="http://schemas.openxmlformats.org/officeDocument/2006/relationships/customXml" Target="../ink/ink1864.xml"/><Relationship Id="rId68" Type="http://schemas.openxmlformats.org/officeDocument/2006/relationships/image" Target="../media/image5810.png"/><Relationship Id="rId89" Type="http://schemas.openxmlformats.org/officeDocument/2006/relationships/customXml" Target="../ink/ink1885.xml"/><Relationship Id="rId112" Type="http://schemas.openxmlformats.org/officeDocument/2006/relationships/image" Target="../media/image6030.png"/><Relationship Id="rId133" Type="http://schemas.openxmlformats.org/officeDocument/2006/relationships/customXml" Target="../ink/ink1907.xml"/><Relationship Id="rId154" Type="http://schemas.openxmlformats.org/officeDocument/2006/relationships/image" Target="../media/image6240.png"/><Relationship Id="rId175" Type="http://schemas.openxmlformats.org/officeDocument/2006/relationships/customXml" Target="../ink/ink1928.xml"/><Relationship Id="rId196" Type="http://schemas.openxmlformats.org/officeDocument/2006/relationships/image" Target="../media/image6450.png"/><Relationship Id="rId200" Type="http://schemas.openxmlformats.org/officeDocument/2006/relationships/image" Target="../media/image6470.png"/><Relationship Id="rId16" Type="http://schemas.openxmlformats.org/officeDocument/2006/relationships/image" Target="../media/image5550.png"/><Relationship Id="rId221" Type="http://schemas.openxmlformats.org/officeDocument/2006/relationships/customXml" Target="../ink/ink1951.xml"/><Relationship Id="rId242" Type="http://schemas.openxmlformats.org/officeDocument/2006/relationships/image" Target="../media/image6680.png"/><Relationship Id="rId37" Type="http://schemas.openxmlformats.org/officeDocument/2006/relationships/customXml" Target="../ink/ink1859.xml"/><Relationship Id="rId58" Type="http://schemas.openxmlformats.org/officeDocument/2006/relationships/image" Target="../media/image5760.png"/><Relationship Id="rId79" Type="http://schemas.openxmlformats.org/officeDocument/2006/relationships/customXml" Target="../ink/ink1880.xml"/><Relationship Id="rId102" Type="http://schemas.openxmlformats.org/officeDocument/2006/relationships/image" Target="../media/image5980.png"/><Relationship Id="rId123" Type="http://schemas.openxmlformats.org/officeDocument/2006/relationships/customXml" Target="../ink/ink1902.xml"/><Relationship Id="rId144" Type="http://schemas.openxmlformats.org/officeDocument/2006/relationships/image" Target="../media/image6190.png"/><Relationship Id="rId90" Type="http://schemas.openxmlformats.org/officeDocument/2006/relationships/image" Target="../media/image5920.png"/><Relationship Id="rId165" Type="http://schemas.openxmlformats.org/officeDocument/2006/relationships/customXml" Target="../ink/ink1923.xml"/><Relationship Id="rId186" Type="http://schemas.openxmlformats.org/officeDocument/2006/relationships/image" Target="../media/image6400.png"/><Relationship Id="rId211" Type="http://schemas.openxmlformats.org/officeDocument/2006/relationships/customXml" Target="../ink/ink1946.xml"/><Relationship Id="rId232" Type="http://schemas.openxmlformats.org/officeDocument/2006/relationships/image" Target="../media/image6630.png"/><Relationship Id="rId27" Type="http://schemas.openxmlformats.org/officeDocument/2006/relationships/customXml" Target="../ink/ink1854.xml"/><Relationship Id="rId48" Type="http://schemas.openxmlformats.org/officeDocument/2006/relationships/image" Target="../media/image5710.png"/><Relationship Id="rId69" Type="http://schemas.openxmlformats.org/officeDocument/2006/relationships/customXml" Target="../ink/ink1875.xml"/><Relationship Id="rId113" Type="http://schemas.openxmlformats.org/officeDocument/2006/relationships/customXml" Target="../ink/ink1897.xml"/><Relationship Id="rId134" Type="http://schemas.openxmlformats.org/officeDocument/2006/relationships/image" Target="../media/image6140.png"/><Relationship Id="rId80" Type="http://schemas.openxmlformats.org/officeDocument/2006/relationships/image" Target="../media/image5870.png"/><Relationship Id="rId155" Type="http://schemas.openxmlformats.org/officeDocument/2006/relationships/customXml" Target="../ink/ink1918.xml"/><Relationship Id="rId176" Type="http://schemas.openxmlformats.org/officeDocument/2006/relationships/image" Target="../media/image6350.png"/><Relationship Id="rId197" Type="http://schemas.openxmlformats.org/officeDocument/2006/relationships/customXml" Target="../ink/ink1939.xml"/><Relationship Id="rId201" Type="http://schemas.openxmlformats.org/officeDocument/2006/relationships/customXml" Target="../ink/ink1941.xml"/><Relationship Id="rId222" Type="http://schemas.openxmlformats.org/officeDocument/2006/relationships/image" Target="../media/image6580.png"/><Relationship Id="rId243" Type="http://schemas.openxmlformats.org/officeDocument/2006/relationships/customXml" Target="../ink/ink1962.xml"/><Relationship Id="rId17" Type="http://schemas.openxmlformats.org/officeDocument/2006/relationships/customXml" Target="../ink/ink1849.xml"/><Relationship Id="rId38" Type="http://schemas.openxmlformats.org/officeDocument/2006/relationships/image" Target="../media/image5660.png"/><Relationship Id="rId59" Type="http://schemas.openxmlformats.org/officeDocument/2006/relationships/customXml" Target="../ink/ink1870.xml"/><Relationship Id="rId103" Type="http://schemas.openxmlformats.org/officeDocument/2006/relationships/customXml" Target="../ink/ink1892.xml"/><Relationship Id="rId124" Type="http://schemas.openxmlformats.org/officeDocument/2006/relationships/image" Target="../media/image6090.png"/><Relationship Id="rId70" Type="http://schemas.openxmlformats.org/officeDocument/2006/relationships/image" Target="../media/image5820.png"/><Relationship Id="rId91" Type="http://schemas.openxmlformats.org/officeDocument/2006/relationships/customXml" Target="../ink/ink1886.xml"/><Relationship Id="rId145" Type="http://schemas.openxmlformats.org/officeDocument/2006/relationships/customXml" Target="../ink/ink1913.xml"/><Relationship Id="rId166" Type="http://schemas.openxmlformats.org/officeDocument/2006/relationships/image" Target="../media/image6300.png"/><Relationship Id="rId187" Type="http://schemas.openxmlformats.org/officeDocument/2006/relationships/customXml" Target="../ink/ink1934.xml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6530.png"/><Relationship Id="rId233" Type="http://schemas.openxmlformats.org/officeDocument/2006/relationships/customXml" Target="../ink/ink1957.xml"/><Relationship Id="rId28" Type="http://schemas.openxmlformats.org/officeDocument/2006/relationships/image" Target="../media/image5610.png"/><Relationship Id="rId49" Type="http://schemas.openxmlformats.org/officeDocument/2006/relationships/customXml" Target="../ink/ink1865.xml"/><Relationship Id="rId114" Type="http://schemas.openxmlformats.org/officeDocument/2006/relationships/image" Target="../media/image6040.png"/><Relationship Id="rId60" Type="http://schemas.openxmlformats.org/officeDocument/2006/relationships/image" Target="../media/image5770.png"/><Relationship Id="rId81" Type="http://schemas.openxmlformats.org/officeDocument/2006/relationships/customXml" Target="../ink/ink1881.xml"/><Relationship Id="rId135" Type="http://schemas.openxmlformats.org/officeDocument/2006/relationships/customXml" Target="../ink/ink1908.xml"/><Relationship Id="rId156" Type="http://schemas.openxmlformats.org/officeDocument/2006/relationships/image" Target="../media/image6250.png"/><Relationship Id="rId177" Type="http://schemas.openxmlformats.org/officeDocument/2006/relationships/customXml" Target="../ink/ink1929.xml"/><Relationship Id="rId198" Type="http://schemas.openxmlformats.org/officeDocument/2006/relationships/image" Target="../media/image6460.png"/><Relationship Id="rId202" Type="http://schemas.openxmlformats.org/officeDocument/2006/relationships/image" Target="../media/image6480.png"/><Relationship Id="rId223" Type="http://schemas.openxmlformats.org/officeDocument/2006/relationships/customXml" Target="../ink/ink1952.xml"/><Relationship Id="rId244" Type="http://schemas.openxmlformats.org/officeDocument/2006/relationships/image" Target="../media/image6690.png"/><Relationship Id="rId18" Type="http://schemas.openxmlformats.org/officeDocument/2006/relationships/image" Target="../media/image5560.png"/><Relationship Id="rId39" Type="http://schemas.openxmlformats.org/officeDocument/2006/relationships/customXml" Target="../ink/ink1860.xml"/><Relationship Id="rId50" Type="http://schemas.openxmlformats.org/officeDocument/2006/relationships/image" Target="../media/image5720.png"/><Relationship Id="rId104" Type="http://schemas.openxmlformats.org/officeDocument/2006/relationships/image" Target="../media/image5990.png"/><Relationship Id="rId125" Type="http://schemas.openxmlformats.org/officeDocument/2006/relationships/customXml" Target="../ink/ink1903.xml"/><Relationship Id="rId146" Type="http://schemas.openxmlformats.org/officeDocument/2006/relationships/image" Target="../media/image6200.png"/><Relationship Id="rId167" Type="http://schemas.openxmlformats.org/officeDocument/2006/relationships/customXml" Target="../ink/ink1924.xml"/><Relationship Id="rId188" Type="http://schemas.openxmlformats.org/officeDocument/2006/relationships/image" Target="../media/image6410.png"/><Relationship Id="rId71" Type="http://schemas.openxmlformats.org/officeDocument/2006/relationships/customXml" Target="../ink/ink1876.xml"/><Relationship Id="rId92" Type="http://schemas.openxmlformats.org/officeDocument/2006/relationships/image" Target="../media/image5930.png"/><Relationship Id="rId213" Type="http://schemas.openxmlformats.org/officeDocument/2006/relationships/customXml" Target="../ink/ink1947.xml"/><Relationship Id="rId234" Type="http://schemas.openxmlformats.org/officeDocument/2006/relationships/image" Target="../media/image6640.png"/><Relationship Id="rId2" Type="http://schemas.openxmlformats.org/officeDocument/2006/relationships/image" Target="../media/image1438.png"/><Relationship Id="rId29" Type="http://schemas.openxmlformats.org/officeDocument/2006/relationships/customXml" Target="../ink/ink1855.xml"/><Relationship Id="rId40" Type="http://schemas.openxmlformats.org/officeDocument/2006/relationships/image" Target="../media/image5670.png"/><Relationship Id="rId115" Type="http://schemas.openxmlformats.org/officeDocument/2006/relationships/customXml" Target="../ink/ink1898.xml"/><Relationship Id="rId136" Type="http://schemas.openxmlformats.org/officeDocument/2006/relationships/image" Target="../media/image6150.png"/><Relationship Id="rId157" Type="http://schemas.openxmlformats.org/officeDocument/2006/relationships/customXml" Target="../ink/ink1919.xml"/><Relationship Id="rId178" Type="http://schemas.openxmlformats.org/officeDocument/2006/relationships/image" Target="../media/image6360.png"/><Relationship Id="rId61" Type="http://schemas.openxmlformats.org/officeDocument/2006/relationships/customXml" Target="../ink/ink1871.xml"/><Relationship Id="rId82" Type="http://schemas.openxmlformats.org/officeDocument/2006/relationships/image" Target="../media/image5880.png"/><Relationship Id="rId199" Type="http://schemas.openxmlformats.org/officeDocument/2006/relationships/customXml" Target="../ink/ink1940.xml"/><Relationship Id="rId203" Type="http://schemas.openxmlformats.org/officeDocument/2006/relationships/customXml" Target="../ink/ink1942.xml"/><Relationship Id="rId19" Type="http://schemas.openxmlformats.org/officeDocument/2006/relationships/customXml" Target="../ink/ink1850.xml"/><Relationship Id="rId224" Type="http://schemas.openxmlformats.org/officeDocument/2006/relationships/image" Target="../media/image6590.png"/><Relationship Id="rId245" Type="http://schemas.openxmlformats.org/officeDocument/2006/relationships/customXml" Target="../ink/ink1963.xml"/><Relationship Id="rId30" Type="http://schemas.openxmlformats.org/officeDocument/2006/relationships/image" Target="../media/image5620.png"/><Relationship Id="rId105" Type="http://schemas.openxmlformats.org/officeDocument/2006/relationships/customXml" Target="../ink/ink1893.xml"/><Relationship Id="rId126" Type="http://schemas.openxmlformats.org/officeDocument/2006/relationships/image" Target="../media/image6100.png"/><Relationship Id="rId147" Type="http://schemas.openxmlformats.org/officeDocument/2006/relationships/customXml" Target="../ink/ink1914.xml"/><Relationship Id="rId168" Type="http://schemas.openxmlformats.org/officeDocument/2006/relationships/image" Target="../media/image6310.png"/><Relationship Id="rId51" Type="http://schemas.openxmlformats.org/officeDocument/2006/relationships/customXml" Target="../ink/ink1866.xml"/><Relationship Id="rId72" Type="http://schemas.openxmlformats.org/officeDocument/2006/relationships/image" Target="../media/image5830.png"/><Relationship Id="rId93" Type="http://schemas.openxmlformats.org/officeDocument/2006/relationships/customXml" Target="../ink/ink1887.xml"/><Relationship Id="rId189" Type="http://schemas.openxmlformats.org/officeDocument/2006/relationships/customXml" Target="../ink/ink1935.xml"/><Relationship Id="rId3" Type="http://schemas.openxmlformats.org/officeDocument/2006/relationships/customXml" Target="../ink/ink1842.xml"/><Relationship Id="rId214" Type="http://schemas.openxmlformats.org/officeDocument/2006/relationships/image" Target="../media/image6540.png"/><Relationship Id="rId235" Type="http://schemas.openxmlformats.org/officeDocument/2006/relationships/customXml" Target="../ink/ink1958.xml"/><Relationship Id="rId116" Type="http://schemas.openxmlformats.org/officeDocument/2006/relationships/image" Target="../media/image6050.png"/><Relationship Id="rId137" Type="http://schemas.openxmlformats.org/officeDocument/2006/relationships/customXml" Target="../ink/ink1909.xml"/><Relationship Id="rId158" Type="http://schemas.openxmlformats.org/officeDocument/2006/relationships/image" Target="../media/image6260.png"/><Relationship Id="rId20" Type="http://schemas.openxmlformats.org/officeDocument/2006/relationships/image" Target="../media/image5570.png"/><Relationship Id="rId41" Type="http://schemas.openxmlformats.org/officeDocument/2006/relationships/customXml" Target="../ink/ink1861.xml"/><Relationship Id="rId62" Type="http://schemas.openxmlformats.org/officeDocument/2006/relationships/image" Target="../media/image5780.png"/><Relationship Id="rId83" Type="http://schemas.openxmlformats.org/officeDocument/2006/relationships/customXml" Target="../ink/ink1882.xml"/><Relationship Id="rId179" Type="http://schemas.openxmlformats.org/officeDocument/2006/relationships/customXml" Target="../ink/ink1930.xml"/><Relationship Id="rId190" Type="http://schemas.openxmlformats.org/officeDocument/2006/relationships/image" Target="../media/image6420.png"/><Relationship Id="rId204" Type="http://schemas.openxmlformats.org/officeDocument/2006/relationships/image" Target="../media/image6490.png"/><Relationship Id="rId225" Type="http://schemas.openxmlformats.org/officeDocument/2006/relationships/customXml" Target="../ink/ink1953.xml"/><Relationship Id="rId246" Type="http://schemas.openxmlformats.org/officeDocument/2006/relationships/image" Target="../media/image6700.png"/><Relationship Id="rId106" Type="http://schemas.openxmlformats.org/officeDocument/2006/relationships/image" Target="../media/image6000.png"/><Relationship Id="rId127" Type="http://schemas.openxmlformats.org/officeDocument/2006/relationships/customXml" Target="../ink/ink1904.xml"/></Relationships>
</file>

<file path=ppt/slides/_rels/slide22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2022.xml"/><Relationship Id="rId21" Type="http://schemas.openxmlformats.org/officeDocument/2006/relationships/customXml" Target="../ink/ink1974.xml"/><Relationship Id="rId42" Type="http://schemas.openxmlformats.org/officeDocument/2006/relationships/image" Target="../media/image6920.png"/><Relationship Id="rId63" Type="http://schemas.openxmlformats.org/officeDocument/2006/relationships/customXml" Target="../ink/ink1995.xml"/><Relationship Id="rId84" Type="http://schemas.openxmlformats.org/officeDocument/2006/relationships/image" Target="../media/image7130.png"/><Relationship Id="rId138" Type="http://schemas.openxmlformats.org/officeDocument/2006/relationships/image" Target="../media/image7400.png"/><Relationship Id="rId159" Type="http://schemas.openxmlformats.org/officeDocument/2006/relationships/customXml" Target="../ink/ink2043.xml"/><Relationship Id="rId170" Type="http://schemas.openxmlformats.org/officeDocument/2006/relationships/image" Target="../media/image7560.png"/><Relationship Id="rId191" Type="http://schemas.openxmlformats.org/officeDocument/2006/relationships/customXml" Target="../ink/ink2059.xml"/><Relationship Id="rId205" Type="http://schemas.openxmlformats.org/officeDocument/2006/relationships/customXml" Target="../ink/ink2066.xml"/><Relationship Id="rId107" Type="http://schemas.openxmlformats.org/officeDocument/2006/relationships/customXml" Target="../ink/ink2017.xml"/><Relationship Id="rId11" Type="http://schemas.openxmlformats.org/officeDocument/2006/relationships/customXml" Target="../ink/ink1969.xml"/><Relationship Id="rId32" Type="http://schemas.openxmlformats.org/officeDocument/2006/relationships/image" Target="../media/image6870.png"/><Relationship Id="rId53" Type="http://schemas.openxmlformats.org/officeDocument/2006/relationships/customXml" Target="../ink/ink1990.xml"/><Relationship Id="rId74" Type="http://schemas.openxmlformats.org/officeDocument/2006/relationships/image" Target="../media/image7080.png"/><Relationship Id="rId128" Type="http://schemas.openxmlformats.org/officeDocument/2006/relationships/image" Target="../media/image7350.png"/><Relationship Id="rId149" Type="http://schemas.openxmlformats.org/officeDocument/2006/relationships/customXml" Target="../ink/ink2038.xml"/><Relationship Id="rId5" Type="http://schemas.openxmlformats.org/officeDocument/2006/relationships/customXml" Target="../ink/ink1966.xml"/><Relationship Id="rId95" Type="http://schemas.openxmlformats.org/officeDocument/2006/relationships/customXml" Target="../ink/ink2011.xml"/><Relationship Id="rId160" Type="http://schemas.openxmlformats.org/officeDocument/2006/relationships/image" Target="../media/image7511.png"/><Relationship Id="rId181" Type="http://schemas.openxmlformats.org/officeDocument/2006/relationships/customXml" Target="../ink/ink2054.xml"/><Relationship Id="rId22" Type="http://schemas.openxmlformats.org/officeDocument/2006/relationships/image" Target="../media/image6820.png"/><Relationship Id="rId43" Type="http://schemas.openxmlformats.org/officeDocument/2006/relationships/customXml" Target="../ink/ink1985.xml"/><Relationship Id="rId64" Type="http://schemas.openxmlformats.org/officeDocument/2006/relationships/image" Target="../media/image7030.png"/><Relationship Id="rId118" Type="http://schemas.openxmlformats.org/officeDocument/2006/relationships/image" Target="../media/image7300.png"/><Relationship Id="rId139" Type="http://schemas.openxmlformats.org/officeDocument/2006/relationships/customXml" Target="../ink/ink2033.xml"/><Relationship Id="rId85" Type="http://schemas.openxmlformats.org/officeDocument/2006/relationships/customXml" Target="../ink/ink2006.xml"/><Relationship Id="rId150" Type="http://schemas.openxmlformats.org/officeDocument/2006/relationships/image" Target="../media/image7460.png"/><Relationship Id="rId171" Type="http://schemas.openxmlformats.org/officeDocument/2006/relationships/customXml" Target="../ink/ink2049.xml"/><Relationship Id="rId192" Type="http://schemas.openxmlformats.org/officeDocument/2006/relationships/image" Target="../media/image7670.png"/><Relationship Id="rId206" Type="http://schemas.openxmlformats.org/officeDocument/2006/relationships/image" Target="../media/image7740.png"/><Relationship Id="rId12" Type="http://schemas.openxmlformats.org/officeDocument/2006/relationships/image" Target="../media/image6770.png"/><Relationship Id="rId33" Type="http://schemas.openxmlformats.org/officeDocument/2006/relationships/customXml" Target="../ink/ink1980.xml"/><Relationship Id="rId108" Type="http://schemas.openxmlformats.org/officeDocument/2006/relationships/image" Target="../media/image7250.png"/><Relationship Id="rId129" Type="http://schemas.openxmlformats.org/officeDocument/2006/relationships/customXml" Target="../ink/ink2028.xml"/><Relationship Id="rId54" Type="http://schemas.openxmlformats.org/officeDocument/2006/relationships/image" Target="../media/image6980.png"/><Relationship Id="rId75" Type="http://schemas.openxmlformats.org/officeDocument/2006/relationships/customXml" Target="../ink/ink2001.xml"/><Relationship Id="rId96" Type="http://schemas.openxmlformats.org/officeDocument/2006/relationships/image" Target="../media/image7190.png"/><Relationship Id="rId140" Type="http://schemas.openxmlformats.org/officeDocument/2006/relationships/image" Target="../media/image7411.png"/><Relationship Id="rId161" Type="http://schemas.openxmlformats.org/officeDocument/2006/relationships/customXml" Target="../ink/ink2044.xml"/><Relationship Id="rId182" Type="http://schemas.openxmlformats.org/officeDocument/2006/relationships/image" Target="../media/image7620.png"/><Relationship Id="rId6" Type="http://schemas.openxmlformats.org/officeDocument/2006/relationships/image" Target="../media/image6740.png"/><Relationship Id="rId23" Type="http://schemas.openxmlformats.org/officeDocument/2006/relationships/customXml" Target="../ink/ink1975.xml"/><Relationship Id="rId119" Type="http://schemas.openxmlformats.org/officeDocument/2006/relationships/customXml" Target="../ink/ink2023.xml"/><Relationship Id="rId44" Type="http://schemas.openxmlformats.org/officeDocument/2006/relationships/image" Target="../media/image6930.png"/><Relationship Id="rId65" Type="http://schemas.openxmlformats.org/officeDocument/2006/relationships/customXml" Target="../ink/ink1996.xml"/><Relationship Id="rId86" Type="http://schemas.openxmlformats.org/officeDocument/2006/relationships/image" Target="../media/image7140.png"/><Relationship Id="rId130" Type="http://schemas.openxmlformats.org/officeDocument/2006/relationships/image" Target="../media/image7360.png"/><Relationship Id="rId151" Type="http://schemas.openxmlformats.org/officeDocument/2006/relationships/customXml" Target="../ink/ink2039.xml"/><Relationship Id="rId172" Type="http://schemas.openxmlformats.org/officeDocument/2006/relationships/image" Target="../media/image7570.png"/><Relationship Id="rId193" Type="http://schemas.openxmlformats.org/officeDocument/2006/relationships/customXml" Target="../ink/ink2060.xml"/><Relationship Id="rId13" Type="http://schemas.openxmlformats.org/officeDocument/2006/relationships/customXml" Target="../ink/ink1970.xml"/><Relationship Id="rId109" Type="http://schemas.openxmlformats.org/officeDocument/2006/relationships/customXml" Target="../ink/ink2018.xml"/><Relationship Id="rId34" Type="http://schemas.openxmlformats.org/officeDocument/2006/relationships/image" Target="../media/image6880.png"/><Relationship Id="rId55" Type="http://schemas.openxmlformats.org/officeDocument/2006/relationships/customXml" Target="../ink/ink1991.xml"/><Relationship Id="rId76" Type="http://schemas.openxmlformats.org/officeDocument/2006/relationships/image" Target="../media/image7090.png"/><Relationship Id="rId97" Type="http://schemas.openxmlformats.org/officeDocument/2006/relationships/customXml" Target="../ink/ink2012.xml"/><Relationship Id="rId120" Type="http://schemas.openxmlformats.org/officeDocument/2006/relationships/image" Target="../media/image7311.png"/><Relationship Id="rId141" Type="http://schemas.openxmlformats.org/officeDocument/2006/relationships/customXml" Target="../ink/ink2034.xml"/><Relationship Id="rId7" Type="http://schemas.openxmlformats.org/officeDocument/2006/relationships/customXml" Target="../ink/ink1967.xml"/><Relationship Id="rId162" Type="http://schemas.openxmlformats.org/officeDocument/2006/relationships/image" Target="../media/image7520.png"/><Relationship Id="rId183" Type="http://schemas.openxmlformats.org/officeDocument/2006/relationships/customXml" Target="../ink/ink2055.xml"/><Relationship Id="rId24" Type="http://schemas.openxmlformats.org/officeDocument/2006/relationships/image" Target="../media/image6830.png"/><Relationship Id="rId40" Type="http://schemas.openxmlformats.org/officeDocument/2006/relationships/image" Target="../media/image6911.png"/><Relationship Id="rId45" Type="http://schemas.openxmlformats.org/officeDocument/2006/relationships/customXml" Target="../ink/ink1986.xml"/><Relationship Id="rId66" Type="http://schemas.openxmlformats.org/officeDocument/2006/relationships/image" Target="../media/image7040.png"/><Relationship Id="rId87" Type="http://schemas.openxmlformats.org/officeDocument/2006/relationships/customXml" Target="../ink/ink2007.xml"/><Relationship Id="rId110" Type="http://schemas.openxmlformats.org/officeDocument/2006/relationships/image" Target="../media/image7260.png"/><Relationship Id="rId115" Type="http://schemas.openxmlformats.org/officeDocument/2006/relationships/customXml" Target="../ink/ink2021.xml"/><Relationship Id="rId131" Type="http://schemas.openxmlformats.org/officeDocument/2006/relationships/customXml" Target="../ink/ink2029.xml"/><Relationship Id="rId136" Type="http://schemas.openxmlformats.org/officeDocument/2006/relationships/image" Target="../media/image7390.png"/><Relationship Id="rId157" Type="http://schemas.openxmlformats.org/officeDocument/2006/relationships/customXml" Target="../ink/ink2042.xml"/><Relationship Id="rId178" Type="http://schemas.openxmlformats.org/officeDocument/2006/relationships/image" Target="../media/image7600.png"/><Relationship Id="rId61" Type="http://schemas.openxmlformats.org/officeDocument/2006/relationships/customXml" Target="../ink/ink1994.xml"/><Relationship Id="rId82" Type="http://schemas.openxmlformats.org/officeDocument/2006/relationships/image" Target="../media/image7120.png"/><Relationship Id="rId152" Type="http://schemas.openxmlformats.org/officeDocument/2006/relationships/image" Target="../media/image7470.png"/><Relationship Id="rId173" Type="http://schemas.openxmlformats.org/officeDocument/2006/relationships/customXml" Target="../ink/ink2050.xml"/><Relationship Id="rId194" Type="http://schemas.openxmlformats.org/officeDocument/2006/relationships/image" Target="../media/image7680.png"/><Relationship Id="rId199" Type="http://schemas.openxmlformats.org/officeDocument/2006/relationships/customXml" Target="../ink/ink2063.xml"/><Relationship Id="rId203" Type="http://schemas.openxmlformats.org/officeDocument/2006/relationships/customXml" Target="../ink/ink2065.xml"/><Relationship Id="rId19" Type="http://schemas.openxmlformats.org/officeDocument/2006/relationships/customXml" Target="../ink/ink1973.xml"/><Relationship Id="rId14" Type="http://schemas.openxmlformats.org/officeDocument/2006/relationships/image" Target="../media/image6780.png"/><Relationship Id="rId30" Type="http://schemas.openxmlformats.org/officeDocument/2006/relationships/image" Target="../media/image6860.png"/><Relationship Id="rId35" Type="http://schemas.openxmlformats.org/officeDocument/2006/relationships/customXml" Target="../ink/ink1981.xml"/><Relationship Id="rId56" Type="http://schemas.openxmlformats.org/officeDocument/2006/relationships/image" Target="../media/image6990.png"/><Relationship Id="rId77" Type="http://schemas.openxmlformats.org/officeDocument/2006/relationships/customXml" Target="../ink/ink2002.xml"/><Relationship Id="rId100" Type="http://schemas.openxmlformats.org/officeDocument/2006/relationships/image" Target="../media/image7210.png"/><Relationship Id="rId105" Type="http://schemas.openxmlformats.org/officeDocument/2006/relationships/customXml" Target="../ink/ink2016.xml"/><Relationship Id="rId126" Type="http://schemas.openxmlformats.org/officeDocument/2006/relationships/image" Target="../media/image7340.png"/><Relationship Id="rId147" Type="http://schemas.openxmlformats.org/officeDocument/2006/relationships/customXml" Target="../ink/ink2037.xml"/><Relationship Id="rId168" Type="http://schemas.openxmlformats.org/officeDocument/2006/relationships/image" Target="../media/image7550.png"/><Relationship Id="rId8" Type="http://schemas.openxmlformats.org/officeDocument/2006/relationships/image" Target="../media/image6750.png"/><Relationship Id="rId51" Type="http://schemas.openxmlformats.org/officeDocument/2006/relationships/customXml" Target="../ink/ink1989.xml"/><Relationship Id="rId72" Type="http://schemas.openxmlformats.org/officeDocument/2006/relationships/image" Target="../media/image7070.png"/><Relationship Id="rId93" Type="http://schemas.openxmlformats.org/officeDocument/2006/relationships/customXml" Target="../ink/ink2010.xml"/><Relationship Id="rId98" Type="http://schemas.openxmlformats.org/officeDocument/2006/relationships/image" Target="../media/image7200.png"/><Relationship Id="rId121" Type="http://schemas.openxmlformats.org/officeDocument/2006/relationships/customXml" Target="../ink/ink2024.xml"/><Relationship Id="rId142" Type="http://schemas.openxmlformats.org/officeDocument/2006/relationships/image" Target="../media/image7420.png"/><Relationship Id="rId163" Type="http://schemas.openxmlformats.org/officeDocument/2006/relationships/customXml" Target="../ink/ink2045.xml"/><Relationship Id="rId184" Type="http://schemas.openxmlformats.org/officeDocument/2006/relationships/image" Target="../media/image7630.png"/><Relationship Id="rId189" Type="http://schemas.openxmlformats.org/officeDocument/2006/relationships/customXml" Target="../ink/ink2058.xml"/><Relationship Id="rId3" Type="http://schemas.openxmlformats.org/officeDocument/2006/relationships/customXml" Target="../ink/ink1965.xml"/><Relationship Id="rId25" Type="http://schemas.openxmlformats.org/officeDocument/2006/relationships/customXml" Target="../ink/ink1976.xml"/><Relationship Id="rId46" Type="http://schemas.openxmlformats.org/officeDocument/2006/relationships/image" Target="../media/image6940.png"/><Relationship Id="rId67" Type="http://schemas.openxmlformats.org/officeDocument/2006/relationships/customXml" Target="../ink/ink1997.xml"/><Relationship Id="rId116" Type="http://schemas.openxmlformats.org/officeDocument/2006/relationships/image" Target="../media/image7290.png"/><Relationship Id="rId137" Type="http://schemas.openxmlformats.org/officeDocument/2006/relationships/customXml" Target="../ink/ink2032.xml"/><Relationship Id="rId158" Type="http://schemas.openxmlformats.org/officeDocument/2006/relationships/image" Target="../media/image7500.png"/><Relationship Id="rId20" Type="http://schemas.openxmlformats.org/officeDocument/2006/relationships/image" Target="../media/image6811.png"/><Relationship Id="rId41" Type="http://schemas.openxmlformats.org/officeDocument/2006/relationships/customXml" Target="../ink/ink1984.xml"/><Relationship Id="rId62" Type="http://schemas.openxmlformats.org/officeDocument/2006/relationships/image" Target="../media/image7020.png"/><Relationship Id="rId83" Type="http://schemas.openxmlformats.org/officeDocument/2006/relationships/customXml" Target="../ink/ink2005.xml"/><Relationship Id="rId88" Type="http://schemas.openxmlformats.org/officeDocument/2006/relationships/image" Target="../media/image7150.png"/><Relationship Id="rId111" Type="http://schemas.openxmlformats.org/officeDocument/2006/relationships/customXml" Target="../ink/ink2019.xml"/><Relationship Id="rId132" Type="http://schemas.openxmlformats.org/officeDocument/2006/relationships/image" Target="../media/image7370.png"/><Relationship Id="rId153" Type="http://schemas.openxmlformats.org/officeDocument/2006/relationships/customXml" Target="../ink/ink2040.xml"/><Relationship Id="rId174" Type="http://schemas.openxmlformats.org/officeDocument/2006/relationships/image" Target="../media/image7580.png"/><Relationship Id="rId179" Type="http://schemas.openxmlformats.org/officeDocument/2006/relationships/customXml" Target="../ink/ink2053.xml"/><Relationship Id="rId195" Type="http://schemas.openxmlformats.org/officeDocument/2006/relationships/customXml" Target="../ink/ink2061.xml"/><Relationship Id="rId190" Type="http://schemas.openxmlformats.org/officeDocument/2006/relationships/image" Target="../media/image7660.png"/><Relationship Id="rId204" Type="http://schemas.openxmlformats.org/officeDocument/2006/relationships/image" Target="../media/image7730.png"/><Relationship Id="rId15" Type="http://schemas.openxmlformats.org/officeDocument/2006/relationships/customXml" Target="../ink/ink1971.xml"/><Relationship Id="rId36" Type="http://schemas.openxmlformats.org/officeDocument/2006/relationships/image" Target="../media/image6890.png"/><Relationship Id="rId57" Type="http://schemas.openxmlformats.org/officeDocument/2006/relationships/customXml" Target="../ink/ink1992.xml"/><Relationship Id="rId106" Type="http://schemas.openxmlformats.org/officeDocument/2006/relationships/image" Target="../media/image7240.png"/><Relationship Id="rId127" Type="http://schemas.openxmlformats.org/officeDocument/2006/relationships/customXml" Target="../ink/ink2027.xml"/><Relationship Id="rId10" Type="http://schemas.openxmlformats.org/officeDocument/2006/relationships/image" Target="../media/image6760.png"/><Relationship Id="rId31" Type="http://schemas.openxmlformats.org/officeDocument/2006/relationships/customXml" Target="../ink/ink1979.xml"/><Relationship Id="rId52" Type="http://schemas.openxmlformats.org/officeDocument/2006/relationships/image" Target="../media/image6970.png"/><Relationship Id="rId73" Type="http://schemas.openxmlformats.org/officeDocument/2006/relationships/customXml" Target="../ink/ink2000.xml"/><Relationship Id="rId78" Type="http://schemas.openxmlformats.org/officeDocument/2006/relationships/image" Target="../media/image7100.png"/><Relationship Id="rId94" Type="http://schemas.openxmlformats.org/officeDocument/2006/relationships/image" Target="../media/image7180.png"/><Relationship Id="rId99" Type="http://schemas.openxmlformats.org/officeDocument/2006/relationships/customXml" Target="../ink/ink2013.xml"/><Relationship Id="rId101" Type="http://schemas.openxmlformats.org/officeDocument/2006/relationships/customXml" Target="../ink/ink2014.xml"/><Relationship Id="rId122" Type="http://schemas.openxmlformats.org/officeDocument/2006/relationships/image" Target="../media/image7320.png"/><Relationship Id="rId143" Type="http://schemas.openxmlformats.org/officeDocument/2006/relationships/customXml" Target="../ink/ink2035.xml"/><Relationship Id="rId148" Type="http://schemas.openxmlformats.org/officeDocument/2006/relationships/image" Target="../media/image7450.png"/><Relationship Id="rId164" Type="http://schemas.openxmlformats.org/officeDocument/2006/relationships/image" Target="../media/image7530.png"/><Relationship Id="rId169" Type="http://schemas.openxmlformats.org/officeDocument/2006/relationships/customXml" Target="../ink/ink2048.xml"/><Relationship Id="rId185" Type="http://schemas.openxmlformats.org/officeDocument/2006/relationships/customXml" Target="../ink/ink2056.xml"/><Relationship Id="rId4" Type="http://schemas.openxmlformats.org/officeDocument/2006/relationships/image" Target="../media/image6730.png"/><Relationship Id="rId9" Type="http://schemas.openxmlformats.org/officeDocument/2006/relationships/customXml" Target="../ink/ink1968.xml"/><Relationship Id="rId180" Type="http://schemas.openxmlformats.org/officeDocument/2006/relationships/image" Target="../media/image7611.png"/><Relationship Id="rId26" Type="http://schemas.openxmlformats.org/officeDocument/2006/relationships/image" Target="../media/image6840.png"/><Relationship Id="rId47" Type="http://schemas.openxmlformats.org/officeDocument/2006/relationships/customXml" Target="../ink/ink1987.xml"/><Relationship Id="rId68" Type="http://schemas.openxmlformats.org/officeDocument/2006/relationships/image" Target="../media/image7050.png"/><Relationship Id="rId89" Type="http://schemas.openxmlformats.org/officeDocument/2006/relationships/customXml" Target="../ink/ink2008.xml"/><Relationship Id="rId112" Type="http://schemas.openxmlformats.org/officeDocument/2006/relationships/image" Target="../media/image7270.png"/><Relationship Id="rId133" Type="http://schemas.openxmlformats.org/officeDocument/2006/relationships/customXml" Target="../ink/ink2030.xml"/><Relationship Id="rId154" Type="http://schemas.openxmlformats.org/officeDocument/2006/relationships/image" Target="../media/image7480.png"/><Relationship Id="rId175" Type="http://schemas.openxmlformats.org/officeDocument/2006/relationships/customXml" Target="../ink/ink2051.xml"/><Relationship Id="rId196" Type="http://schemas.openxmlformats.org/officeDocument/2006/relationships/image" Target="../media/image7690.png"/><Relationship Id="rId200" Type="http://schemas.openxmlformats.org/officeDocument/2006/relationships/image" Target="../media/image7711.png"/><Relationship Id="rId16" Type="http://schemas.openxmlformats.org/officeDocument/2006/relationships/image" Target="../media/image6790.png"/><Relationship Id="rId37" Type="http://schemas.openxmlformats.org/officeDocument/2006/relationships/customXml" Target="../ink/ink1982.xml"/><Relationship Id="rId58" Type="http://schemas.openxmlformats.org/officeDocument/2006/relationships/image" Target="../media/image7000.png"/><Relationship Id="rId79" Type="http://schemas.openxmlformats.org/officeDocument/2006/relationships/customXml" Target="../ink/ink2003.xml"/><Relationship Id="rId102" Type="http://schemas.openxmlformats.org/officeDocument/2006/relationships/image" Target="../media/image7220.png"/><Relationship Id="rId123" Type="http://schemas.openxmlformats.org/officeDocument/2006/relationships/customXml" Target="../ink/ink2025.xml"/><Relationship Id="rId144" Type="http://schemas.openxmlformats.org/officeDocument/2006/relationships/image" Target="../media/image7430.png"/><Relationship Id="rId90" Type="http://schemas.openxmlformats.org/officeDocument/2006/relationships/image" Target="../media/image7160.png"/><Relationship Id="rId165" Type="http://schemas.openxmlformats.org/officeDocument/2006/relationships/customXml" Target="../ink/ink2046.xml"/><Relationship Id="rId186" Type="http://schemas.openxmlformats.org/officeDocument/2006/relationships/image" Target="../media/image7640.png"/><Relationship Id="rId27" Type="http://schemas.openxmlformats.org/officeDocument/2006/relationships/customXml" Target="../ink/ink1977.xml"/><Relationship Id="rId48" Type="http://schemas.openxmlformats.org/officeDocument/2006/relationships/image" Target="../media/image6950.png"/><Relationship Id="rId69" Type="http://schemas.openxmlformats.org/officeDocument/2006/relationships/customXml" Target="../ink/ink1998.xml"/><Relationship Id="rId113" Type="http://schemas.openxmlformats.org/officeDocument/2006/relationships/customXml" Target="../ink/ink2020.xml"/><Relationship Id="rId134" Type="http://schemas.openxmlformats.org/officeDocument/2006/relationships/image" Target="../media/image7380.png"/><Relationship Id="rId80" Type="http://schemas.openxmlformats.org/officeDocument/2006/relationships/image" Target="../media/image7110.png"/><Relationship Id="rId155" Type="http://schemas.openxmlformats.org/officeDocument/2006/relationships/customXml" Target="../ink/ink2041.xml"/><Relationship Id="rId176" Type="http://schemas.openxmlformats.org/officeDocument/2006/relationships/image" Target="../media/image7590.png"/><Relationship Id="rId197" Type="http://schemas.openxmlformats.org/officeDocument/2006/relationships/customXml" Target="../ink/ink2062.xml"/><Relationship Id="rId201" Type="http://schemas.openxmlformats.org/officeDocument/2006/relationships/customXml" Target="../ink/ink2064.xml"/><Relationship Id="rId17" Type="http://schemas.openxmlformats.org/officeDocument/2006/relationships/customXml" Target="../ink/ink1972.xml"/><Relationship Id="rId38" Type="http://schemas.openxmlformats.org/officeDocument/2006/relationships/image" Target="../media/image6900.png"/><Relationship Id="rId59" Type="http://schemas.openxmlformats.org/officeDocument/2006/relationships/customXml" Target="../ink/ink1993.xml"/><Relationship Id="rId103" Type="http://schemas.openxmlformats.org/officeDocument/2006/relationships/customXml" Target="../ink/ink2015.xml"/><Relationship Id="rId124" Type="http://schemas.openxmlformats.org/officeDocument/2006/relationships/image" Target="../media/image7330.png"/><Relationship Id="rId70" Type="http://schemas.openxmlformats.org/officeDocument/2006/relationships/image" Target="../media/image7060.png"/><Relationship Id="rId91" Type="http://schemas.openxmlformats.org/officeDocument/2006/relationships/customXml" Target="../ink/ink2009.xml"/><Relationship Id="rId145" Type="http://schemas.openxmlformats.org/officeDocument/2006/relationships/customXml" Target="../ink/ink2036.xml"/><Relationship Id="rId166" Type="http://schemas.openxmlformats.org/officeDocument/2006/relationships/image" Target="../media/image7540.png"/><Relationship Id="rId187" Type="http://schemas.openxmlformats.org/officeDocument/2006/relationships/customXml" Target="../ink/ink2057.xml"/><Relationship Id="rId1" Type="http://schemas.openxmlformats.org/officeDocument/2006/relationships/slideLayout" Target="../slideLayouts/slideLayout2.xml"/><Relationship Id="rId28" Type="http://schemas.openxmlformats.org/officeDocument/2006/relationships/image" Target="../media/image6850.png"/><Relationship Id="rId49" Type="http://schemas.openxmlformats.org/officeDocument/2006/relationships/customXml" Target="../ink/ink1988.xml"/><Relationship Id="rId114" Type="http://schemas.openxmlformats.org/officeDocument/2006/relationships/image" Target="../media/image7280.png"/><Relationship Id="rId60" Type="http://schemas.openxmlformats.org/officeDocument/2006/relationships/image" Target="../media/image7011.png"/><Relationship Id="rId81" Type="http://schemas.openxmlformats.org/officeDocument/2006/relationships/customXml" Target="../ink/ink2004.xml"/><Relationship Id="rId135" Type="http://schemas.openxmlformats.org/officeDocument/2006/relationships/customXml" Target="../ink/ink2031.xml"/><Relationship Id="rId156" Type="http://schemas.openxmlformats.org/officeDocument/2006/relationships/image" Target="../media/image7490.png"/><Relationship Id="rId177" Type="http://schemas.openxmlformats.org/officeDocument/2006/relationships/customXml" Target="../ink/ink2052.xml"/><Relationship Id="rId198" Type="http://schemas.openxmlformats.org/officeDocument/2006/relationships/image" Target="../media/image7700.png"/><Relationship Id="rId202" Type="http://schemas.openxmlformats.org/officeDocument/2006/relationships/image" Target="../media/image7720.png"/><Relationship Id="rId18" Type="http://schemas.openxmlformats.org/officeDocument/2006/relationships/image" Target="../media/image6800.png"/><Relationship Id="rId39" Type="http://schemas.openxmlformats.org/officeDocument/2006/relationships/customXml" Target="../ink/ink1983.xml"/><Relationship Id="rId50" Type="http://schemas.openxmlformats.org/officeDocument/2006/relationships/image" Target="../media/image6960.png"/><Relationship Id="rId104" Type="http://schemas.openxmlformats.org/officeDocument/2006/relationships/image" Target="../media/image7230.png"/><Relationship Id="rId125" Type="http://schemas.openxmlformats.org/officeDocument/2006/relationships/customXml" Target="../ink/ink2026.xml"/><Relationship Id="rId146" Type="http://schemas.openxmlformats.org/officeDocument/2006/relationships/image" Target="../media/image7440.png"/><Relationship Id="rId167" Type="http://schemas.openxmlformats.org/officeDocument/2006/relationships/customXml" Target="../ink/ink2047.xml"/><Relationship Id="rId188" Type="http://schemas.openxmlformats.org/officeDocument/2006/relationships/image" Target="../media/image7650.png"/><Relationship Id="rId71" Type="http://schemas.openxmlformats.org/officeDocument/2006/relationships/customXml" Target="../ink/ink1999.xml"/><Relationship Id="rId92" Type="http://schemas.openxmlformats.org/officeDocument/2006/relationships/image" Target="../media/image7170.png"/><Relationship Id="rId2" Type="http://schemas.openxmlformats.org/officeDocument/2006/relationships/image" Target="../media/image1439.png"/><Relationship Id="rId29" Type="http://schemas.openxmlformats.org/officeDocument/2006/relationships/customXml" Target="../ink/ink1978.xml"/></Relationships>
</file>

<file path=ppt/slides/_rels/slide23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2124.xml"/><Relationship Id="rId21" Type="http://schemas.openxmlformats.org/officeDocument/2006/relationships/customXml" Target="../ink/ink2076.xml"/><Relationship Id="rId42" Type="http://schemas.openxmlformats.org/officeDocument/2006/relationships/image" Target="../media/image1459.png"/><Relationship Id="rId63" Type="http://schemas.openxmlformats.org/officeDocument/2006/relationships/customXml" Target="../ink/ink2097.xml"/><Relationship Id="rId84" Type="http://schemas.openxmlformats.org/officeDocument/2006/relationships/image" Target="../media/image1480.png"/><Relationship Id="rId138" Type="http://schemas.openxmlformats.org/officeDocument/2006/relationships/image" Target="../media/image1507.png"/><Relationship Id="rId159" Type="http://schemas.openxmlformats.org/officeDocument/2006/relationships/customXml" Target="../ink/ink2145.xml"/><Relationship Id="rId170" Type="http://schemas.openxmlformats.org/officeDocument/2006/relationships/image" Target="../media/image1523.png"/><Relationship Id="rId191" Type="http://schemas.openxmlformats.org/officeDocument/2006/relationships/customXml" Target="../ink/ink2161.xml"/><Relationship Id="rId205" Type="http://schemas.openxmlformats.org/officeDocument/2006/relationships/customXml" Target="../ink/ink2168.xml"/><Relationship Id="rId226" Type="http://schemas.openxmlformats.org/officeDocument/2006/relationships/image" Target="../media/image1551.png"/><Relationship Id="rId247" Type="http://schemas.openxmlformats.org/officeDocument/2006/relationships/customXml" Target="../ink/ink2189.xml"/><Relationship Id="rId107" Type="http://schemas.openxmlformats.org/officeDocument/2006/relationships/customXml" Target="../ink/ink2119.xml"/><Relationship Id="rId11" Type="http://schemas.openxmlformats.org/officeDocument/2006/relationships/customXml" Target="../ink/ink2071.xml"/><Relationship Id="rId32" Type="http://schemas.openxmlformats.org/officeDocument/2006/relationships/image" Target="../media/image1454.png"/><Relationship Id="rId53" Type="http://schemas.openxmlformats.org/officeDocument/2006/relationships/customXml" Target="../ink/ink2092.xml"/><Relationship Id="rId74" Type="http://schemas.openxmlformats.org/officeDocument/2006/relationships/image" Target="../media/image1475.png"/><Relationship Id="rId128" Type="http://schemas.openxmlformats.org/officeDocument/2006/relationships/image" Target="../media/image1502.png"/><Relationship Id="rId149" Type="http://schemas.openxmlformats.org/officeDocument/2006/relationships/customXml" Target="../ink/ink2140.xml"/><Relationship Id="rId5" Type="http://schemas.openxmlformats.org/officeDocument/2006/relationships/customXml" Target="../ink/ink2068.xml"/><Relationship Id="rId95" Type="http://schemas.openxmlformats.org/officeDocument/2006/relationships/customXml" Target="../ink/ink2113.xml"/><Relationship Id="rId160" Type="http://schemas.openxmlformats.org/officeDocument/2006/relationships/image" Target="../media/image1518.png"/><Relationship Id="rId181" Type="http://schemas.openxmlformats.org/officeDocument/2006/relationships/customXml" Target="../ink/ink2156.xml"/><Relationship Id="rId216" Type="http://schemas.openxmlformats.org/officeDocument/2006/relationships/image" Target="../media/image1546.png"/><Relationship Id="rId237" Type="http://schemas.openxmlformats.org/officeDocument/2006/relationships/customXml" Target="../ink/ink2184.xml"/><Relationship Id="rId258" Type="http://schemas.openxmlformats.org/officeDocument/2006/relationships/image" Target="../media/image1567.png"/><Relationship Id="rId22" Type="http://schemas.openxmlformats.org/officeDocument/2006/relationships/image" Target="../media/image1449.png"/><Relationship Id="rId43" Type="http://schemas.openxmlformats.org/officeDocument/2006/relationships/customXml" Target="../ink/ink2087.xml"/><Relationship Id="rId64" Type="http://schemas.openxmlformats.org/officeDocument/2006/relationships/image" Target="../media/image1470.png"/><Relationship Id="rId118" Type="http://schemas.openxmlformats.org/officeDocument/2006/relationships/image" Target="../media/image1497.png"/><Relationship Id="rId139" Type="http://schemas.openxmlformats.org/officeDocument/2006/relationships/customXml" Target="../ink/ink2135.xml"/><Relationship Id="rId85" Type="http://schemas.openxmlformats.org/officeDocument/2006/relationships/customXml" Target="../ink/ink2108.xml"/><Relationship Id="rId150" Type="http://schemas.openxmlformats.org/officeDocument/2006/relationships/image" Target="../media/image1513.png"/><Relationship Id="rId171" Type="http://schemas.openxmlformats.org/officeDocument/2006/relationships/customXml" Target="../ink/ink2151.xml"/><Relationship Id="rId192" Type="http://schemas.openxmlformats.org/officeDocument/2006/relationships/image" Target="../media/image1534.png"/><Relationship Id="rId206" Type="http://schemas.openxmlformats.org/officeDocument/2006/relationships/image" Target="../media/image1541.png"/><Relationship Id="rId227" Type="http://schemas.openxmlformats.org/officeDocument/2006/relationships/customXml" Target="../ink/ink2179.xml"/><Relationship Id="rId248" Type="http://schemas.openxmlformats.org/officeDocument/2006/relationships/image" Target="../media/image1562.png"/><Relationship Id="rId12" Type="http://schemas.openxmlformats.org/officeDocument/2006/relationships/image" Target="../media/image1444.png"/><Relationship Id="rId33" Type="http://schemas.openxmlformats.org/officeDocument/2006/relationships/customXml" Target="../ink/ink2082.xml"/><Relationship Id="rId108" Type="http://schemas.openxmlformats.org/officeDocument/2006/relationships/image" Target="../media/image1492.png"/><Relationship Id="rId129" Type="http://schemas.openxmlformats.org/officeDocument/2006/relationships/customXml" Target="../ink/ink2130.xml"/><Relationship Id="rId54" Type="http://schemas.openxmlformats.org/officeDocument/2006/relationships/image" Target="../media/image1465.png"/><Relationship Id="rId75" Type="http://schemas.openxmlformats.org/officeDocument/2006/relationships/customXml" Target="../ink/ink2103.xml"/><Relationship Id="rId96" Type="http://schemas.openxmlformats.org/officeDocument/2006/relationships/image" Target="../media/image1486.png"/><Relationship Id="rId140" Type="http://schemas.openxmlformats.org/officeDocument/2006/relationships/image" Target="../media/image1508.png"/><Relationship Id="rId161" Type="http://schemas.openxmlformats.org/officeDocument/2006/relationships/customXml" Target="../ink/ink2146.xml"/><Relationship Id="rId182" Type="http://schemas.openxmlformats.org/officeDocument/2006/relationships/image" Target="../media/image1529.png"/><Relationship Id="rId217" Type="http://schemas.openxmlformats.org/officeDocument/2006/relationships/customXml" Target="../ink/ink2174.xml"/><Relationship Id="rId6" Type="http://schemas.openxmlformats.org/officeDocument/2006/relationships/image" Target="../media/image1441.png"/><Relationship Id="rId238" Type="http://schemas.openxmlformats.org/officeDocument/2006/relationships/image" Target="../media/image1557.png"/><Relationship Id="rId23" Type="http://schemas.openxmlformats.org/officeDocument/2006/relationships/customXml" Target="../ink/ink2077.xml"/><Relationship Id="rId119" Type="http://schemas.openxmlformats.org/officeDocument/2006/relationships/customXml" Target="../ink/ink2125.xml"/><Relationship Id="rId44" Type="http://schemas.openxmlformats.org/officeDocument/2006/relationships/image" Target="../media/image1460.png"/><Relationship Id="rId65" Type="http://schemas.openxmlformats.org/officeDocument/2006/relationships/customXml" Target="../ink/ink2098.xml"/><Relationship Id="rId86" Type="http://schemas.openxmlformats.org/officeDocument/2006/relationships/image" Target="../media/image1481.png"/><Relationship Id="rId130" Type="http://schemas.openxmlformats.org/officeDocument/2006/relationships/image" Target="../media/image1503.png"/><Relationship Id="rId151" Type="http://schemas.openxmlformats.org/officeDocument/2006/relationships/customXml" Target="../ink/ink2141.xml"/><Relationship Id="rId172" Type="http://schemas.openxmlformats.org/officeDocument/2006/relationships/image" Target="../media/image1524.png"/><Relationship Id="rId193" Type="http://schemas.openxmlformats.org/officeDocument/2006/relationships/customXml" Target="../ink/ink2162.xml"/><Relationship Id="rId207" Type="http://schemas.openxmlformats.org/officeDocument/2006/relationships/customXml" Target="../ink/ink2169.xml"/><Relationship Id="rId228" Type="http://schemas.openxmlformats.org/officeDocument/2006/relationships/image" Target="../media/image1552.png"/><Relationship Id="rId249" Type="http://schemas.openxmlformats.org/officeDocument/2006/relationships/customXml" Target="../ink/ink2190.xml"/><Relationship Id="rId13" Type="http://schemas.openxmlformats.org/officeDocument/2006/relationships/customXml" Target="../ink/ink2072.xml"/><Relationship Id="rId109" Type="http://schemas.openxmlformats.org/officeDocument/2006/relationships/customXml" Target="../ink/ink2120.xml"/><Relationship Id="rId34" Type="http://schemas.openxmlformats.org/officeDocument/2006/relationships/image" Target="../media/image1455.png"/><Relationship Id="rId55" Type="http://schemas.openxmlformats.org/officeDocument/2006/relationships/customXml" Target="../ink/ink2093.xml"/><Relationship Id="rId76" Type="http://schemas.openxmlformats.org/officeDocument/2006/relationships/image" Target="../media/image1476.png"/><Relationship Id="rId97" Type="http://schemas.openxmlformats.org/officeDocument/2006/relationships/customXml" Target="../ink/ink2114.xml"/><Relationship Id="rId120" Type="http://schemas.openxmlformats.org/officeDocument/2006/relationships/image" Target="../media/image1498.png"/><Relationship Id="rId141" Type="http://schemas.openxmlformats.org/officeDocument/2006/relationships/customXml" Target="../ink/ink2136.xml"/><Relationship Id="rId7" Type="http://schemas.openxmlformats.org/officeDocument/2006/relationships/customXml" Target="../ink/ink2069.xml"/><Relationship Id="rId162" Type="http://schemas.openxmlformats.org/officeDocument/2006/relationships/image" Target="../media/image1519.png"/><Relationship Id="rId183" Type="http://schemas.openxmlformats.org/officeDocument/2006/relationships/customXml" Target="../ink/ink2157.xml"/><Relationship Id="rId218" Type="http://schemas.openxmlformats.org/officeDocument/2006/relationships/image" Target="../media/image1547.png"/><Relationship Id="rId239" Type="http://schemas.openxmlformats.org/officeDocument/2006/relationships/customXml" Target="../ink/ink2185.xml"/><Relationship Id="rId250" Type="http://schemas.openxmlformats.org/officeDocument/2006/relationships/image" Target="../media/image1563.png"/><Relationship Id="rId24" Type="http://schemas.openxmlformats.org/officeDocument/2006/relationships/image" Target="../media/image1450.png"/><Relationship Id="rId45" Type="http://schemas.openxmlformats.org/officeDocument/2006/relationships/customXml" Target="../ink/ink2088.xml"/><Relationship Id="rId66" Type="http://schemas.openxmlformats.org/officeDocument/2006/relationships/image" Target="../media/image1471.png"/><Relationship Id="rId87" Type="http://schemas.openxmlformats.org/officeDocument/2006/relationships/customXml" Target="../ink/ink2109.xml"/><Relationship Id="rId110" Type="http://schemas.openxmlformats.org/officeDocument/2006/relationships/image" Target="../media/image1493.png"/><Relationship Id="rId131" Type="http://schemas.openxmlformats.org/officeDocument/2006/relationships/customXml" Target="../ink/ink2131.xml"/><Relationship Id="rId152" Type="http://schemas.openxmlformats.org/officeDocument/2006/relationships/image" Target="../media/image1514.png"/><Relationship Id="rId173" Type="http://schemas.openxmlformats.org/officeDocument/2006/relationships/customXml" Target="../ink/ink2152.xml"/><Relationship Id="rId194" Type="http://schemas.openxmlformats.org/officeDocument/2006/relationships/image" Target="../media/image1535.png"/><Relationship Id="rId208" Type="http://schemas.openxmlformats.org/officeDocument/2006/relationships/image" Target="../media/image1542.png"/><Relationship Id="rId229" Type="http://schemas.openxmlformats.org/officeDocument/2006/relationships/customXml" Target="../ink/ink2180.xml"/><Relationship Id="rId240" Type="http://schemas.openxmlformats.org/officeDocument/2006/relationships/image" Target="../media/image1558.png"/><Relationship Id="rId14" Type="http://schemas.openxmlformats.org/officeDocument/2006/relationships/image" Target="../media/image1445.png"/><Relationship Id="rId35" Type="http://schemas.openxmlformats.org/officeDocument/2006/relationships/customXml" Target="../ink/ink2083.xml"/><Relationship Id="rId56" Type="http://schemas.openxmlformats.org/officeDocument/2006/relationships/image" Target="../media/image1466.png"/><Relationship Id="rId77" Type="http://schemas.openxmlformats.org/officeDocument/2006/relationships/customXml" Target="../ink/ink2104.xml"/><Relationship Id="rId100" Type="http://schemas.openxmlformats.org/officeDocument/2006/relationships/image" Target="../media/image1488.png"/><Relationship Id="rId8" Type="http://schemas.openxmlformats.org/officeDocument/2006/relationships/image" Target="../media/image1442.png"/><Relationship Id="rId98" Type="http://schemas.openxmlformats.org/officeDocument/2006/relationships/image" Target="../media/image1487.png"/><Relationship Id="rId121" Type="http://schemas.openxmlformats.org/officeDocument/2006/relationships/customXml" Target="../ink/ink2126.xml"/><Relationship Id="rId142" Type="http://schemas.openxmlformats.org/officeDocument/2006/relationships/image" Target="../media/image1509.png"/><Relationship Id="rId163" Type="http://schemas.openxmlformats.org/officeDocument/2006/relationships/customXml" Target="../ink/ink2147.xml"/><Relationship Id="rId184" Type="http://schemas.openxmlformats.org/officeDocument/2006/relationships/image" Target="../media/image1530.png"/><Relationship Id="rId219" Type="http://schemas.openxmlformats.org/officeDocument/2006/relationships/customXml" Target="../ink/ink2175.xml"/><Relationship Id="rId230" Type="http://schemas.openxmlformats.org/officeDocument/2006/relationships/image" Target="../media/image1553.png"/><Relationship Id="rId251" Type="http://schemas.openxmlformats.org/officeDocument/2006/relationships/customXml" Target="../ink/ink2191.xml"/><Relationship Id="rId25" Type="http://schemas.openxmlformats.org/officeDocument/2006/relationships/customXml" Target="../ink/ink2078.xml"/><Relationship Id="rId46" Type="http://schemas.openxmlformats.org/officeDocument/2006/relationships/image" Target="../media/image1461.png"/><Relationship Id="rId67" Type="http://schemas.openxmlformats.org/officeDocument/2006/relationships/customXml" Target="../ink/ink2099.xml"/><Relationship Id="rId88" Type="http://schemas.openxmlformats.org/officeDocument/2006/relationships/image" Target="../media/image1482.png"/><Relationship Id="rId111" Type="http://schemas.openxmlformats.org/officeDocument/2006/relationships/customXml" Target="../ink/ink2121.xml"/><Relationship Id="rId132" Type="http://schemas.openxmlformats.org/officeDocument/2006/relationships/image" Target="../media/image1504.png"/><Relationship Id="rId153" Type="http://schemas.openxmlformats.org/officeDocument/2006/relationships/customXml" Target="../ink/ink2142.xml"/><Relationship Id="rId174" Type="http://schemas.openxmlformats.org/officeDocument/2006/relationships/image" Target="../media/image1525.png"/><Relationship Id="rId195" Type="http://schemas.openxmlformats.org/officeDocument/2006/relationships/customXml" Target="../ink/ink2163.xml"/><Relationship Id="rId209" Type="http://schemas.openxmlformats.org/officeDocument/2006/relationships/customXml" Target="../ink/ink2170.xml"/><Relationship Id="rId220" Type="http://schemas.openxmlformats.org/officeDocument/2006/relationships/image" Target="../media/image1548.png"/><Relationship Id="rId241" Type="http://schemas.openxmlformats.org/officeDocument/2006/relationships/customXml" Target="../ink/ink2186.xml"/><Relationship Id="rId15" Type="http://schemas.openxmlformats.org/officeDocument/2006/relationships/customXml" Target="../ink/ink2073.xml"/><Relationship Id="rId36" Type="http://schemas.openxmlformats.org/officeDocument/2006/relationships/image" Target="../media/image1456.png"/><Relationship Id="rId57" Type="http://schemas.openxmlformats.org/officeDocument/2006/relationships/customXml" Target="../ink/ink2094.xml"/><Relationship Id="rId78" Type="http://schemas.openxmlformats.org/officeDocument/2006/relationships/image" Target="../media/image1477.png"/><Relationship Id="rId99" Type="http://schemas.openxmlformats.org/officeDocument/2006/relationships/customXml" Target="../ink/ink2115.xml"/><Relationship Id="rId101" Type="http://schemas.openxmlformats.org/officeDocument/2006/relationships/customXml" Target="../ink/ink2116.xml"/><Relationship Id="rId122" Type="http://schemas.openxmlformats.org/officeDocument/2006/relationships/image" Target="../media/image1499.png"/><Relationship Id="rId143" Type="http://schemas.openxmlformats.org/officeDocument/2006/relationships/customXml" Target="../ink/ink2137.xml"/><Relationship Id="rId164" Type="http://schemas.openxmlformats.org/officeDocument/2006/relationships/image" Target="../media/image1520.png"/><Relationship Id="rId185" Type="http://schemas.openxmlformats.org/officeDocument/2006/relationships/customXml" Target="../ink/ink2158.xml"/><Relationship Id="rId9" Type="http://schemas.openxmlformats.org/officeDocument/2006/relationships/customXml" Target="../ink/ink2070.xml"/><Relationship Id="rId210" Type="http://schemas.openxmlformats.org/officeDocument/2006/relationships/image" Target="../media/image1543.png"/><Relationship Id="rId26" Type="http://schemas.openxmlformats.org/officeDocument/2006/relationships/image" Target="../media/image1451.png"/><Relationship Id="rId231" Type="http://schemas.openxmlformats.org/officeDocument/2006/relationships/customXml" Target="../ink/ink2181.xml"/><Relationship Id="rId252" Type="http://schemas.openxmlformats.org/officeDocument/2006/relationships/image" Target="../media/image1564.png"/><Relationship Id="rId47" Type="http://schemas.openxmlformats.org/officeDocument/2006/relationships/customXml" Target="../ink/ink2089.xml"/><Relationship Id="rId68" Type="http://schemas.openxmlformats.org/officeDocument/2006/relationships/image" Target="../media/image1472.png"/><Relationship Id="rId89" Type="http://schemas.openxmlformats.org/officeDocument/2006/relationships/customXml" Target="../ink/ink2110.xml"/><Relationship Id="rId112" Type="http://schemas.openxmlformats.org/officeDocument/2006/relationships/image" Target="../media/image1494.png"/><Relationship Id="rId133" Type="http://schemas.openxmlformats.org/officeDocument/2006/relationships/customXml" Target="../ink/ink2132.xml"/><Relationship Id="rId154" Type="http://schemas.openxmlformats.org/officeDocument/2006/relationships/image" Target="../media/image1515.png"/><Relationship Id="rId175" Type="http://schemas.openxmlformats.org/officeDocument/2006/relationships/customXml" Target="../ink/ink2153.xml"/><Relationship Id="rId196" Type="http://schemas.openxmlformats.org/officeDocument/2006/relationships/image" Target="../media/image1536.png"/><Relationship Id="rId200" Type="http://schemas.openxmlformats.org/officeDocument/2006/relationships/image" Target="../media/image1538.png"/><Relationship Id="rId16" Type="http://schemas.openxmlformats.org/officeDocument/2006/relationships/image" Target="../media/image1446.png"/><Relationship Id="rId221" Type="http://schemas.openxmlformats.org/officeDocument/2006/relationships/customXml" Target="../ink/ink2176.xml"/><Relationship Id="rId242" Type="http://schemas.openxmlformats.org/officeDocument/2006/relationships/image" Target="../media/image1559.png"/><Relationship Id="rId37" Type="http://schemas.openxmlformats.org/officeDocument/2006/relationships/customXml" Target="../ink/ink2084.xml"/><Relationship Id="rId58" Type="http://schemas.openxmlformats.org/officeDocument/2006/relationships/image" Target="../media/image1467.png"/><Relationship Id="rId79" Type="http://schemas.openxmlformats.org/officeDocument/2006/relationships/customXml" Target="../ink/ink2105.xml"/><Relationship Id="rId102" Type="http://schemas.openxmlformats.org/officeDocument/2006/relationships/image" Target="../media/image1489.png"/><Relationship Id="rId123" Type="http://schemas.openxmlformats.org/officeDocument/2006/relationships/customXml" Target="../ink/ink2127.xml"/><Relationship Id="rId144" Type="http://schemas.openxmlformats.org/officeDocument/2006/relationships/image" Target="../media/image1510.png"/><Relationship Id="rId90" Type="http://schemas.openxmlformats.org/officeDocument/2006/relationships/image" Target="../media/image1483.png"/><Relationship Id="rId165" Type="http://schemas.openxmlformats.org/officeDocument/2006/relationships/customXml" Target="../ink/ink2148.xml"/><Relationship Id="rId186" Type="http://schemas.openxmlformats.org/officeDocument/2006/relationships/image" Target="../media/image1531.png"/><Relationship Id="rId211" Type="http://schemas.openxmlformats.org/officeDocument/2006/relationships/customXml" Target="../ink/ink2171.xml"/><Relationship Id="rId232" Type="http://schemas.openxmlformats.org/officeDocument/2006/relationships/image" Target="../media/image1554.png"/><Relationship Id="rId253" Type="http://schemas.openxmlformats.org/officeDocument/2006/relationships/customXml" Target="../ink/ink2192.xml"/><Relationship Id="rId27" Type="http://schemas.openxmlformats.org/officeDocument/2006/relationships/customXml" Target="../ink/ink2079.xml"/><Relationship Id="rId48" Type="http://schemas.openxmlformats.org/officeDocument/2006/relationships/image" Target="../media/image1462.png"/><Relationship Id="rId69" Type="http://schemas.openxmlformats.org/officeDocument/2006/relationships/customXml" Target="../ink/ink2100.xml"/><Relationship Id="rId113" Type="http://schemas.openxmlformats.org/officeDocument/2006/relationships/customXml" Target="../ink/ink2122.xml"/><Relationship Id="rId134" Type="http://schemas.openxmlformats.org/officeDocument/2006/relationships/image" Target="../media/image1505.png"/><Relationship Id="rId80" Type="http://schemas.openxmlformats.org/officeDocument/2006/relationships/image" Target="../media/image1478.png"/><Relationship Id="rId155" Type="http://schemas.openxmlformats.org/officeDocument/2006/relationships/customXml" Target="../ink/ink2143.xml"/><Relationship Id="rId176" Type="http://schemas.openxmlformats.org/officeDocument/2006/relationships/image" Target="../media/image1526.png"/><Relationship Id="rId197" Type="http://schemas.openxmlformats.org/officeDocument/2006/relationships/customXml" Target="../ink/ink2164.xml"/><Relationship Id="rId201" Type="http://schemas.openxmlformats.org/officeDocument/2006/relationships/customXml" Target="../ink/ink2166.xml"/><Relationship Id="rId222" Type="http://schemas.openxmlformats.org/officeDocument/2006/relationships/image" Target="../media/image1549.png"/><Relationship Id="rId243" Type="http://schemas.openxmlformats.org/officeDocument/2006/relationships/customXml" Target="../ink/ink2187.xml"/><Relationship Id="rId17" Type="http://schemas.openxmlformats.org/officeDocument/2006/relationships/customXml" Target="../ink/ink2074.xml"/><Relationship Id="rId38" Type="http://schemas.openxmlformats.org/officeDocument/2006/relationships/image" Target="../media/image1457.png"/><Relationship Id="rId59" Type="http://schemas.openxmlformats.org/officeDocument/2006/relationships/customXml" Target="../ink/ink2095.xml"/><Relationship Id="rId103" Type="http://schemas.openxmlformats.org/officeDocument/2006/relationships/customXml" Target="../ink/ink2117.xml"/><Relationship Id="rId124" Type="http://schemas.openxmlformats.org/officeDocument/2006/relationships/image" Target="../media/image1500.png"/><Relationship Id="rId70" Type="http://schemas.openxmlformats.org/officeDocument/2006/relationships/image" Target="../media/image1473.png"/><Relationship Id="rId91" Type="http://schemas.openxmlformats.org/officeDocument/2006/relationships/customXml" Target="../ink/ink2111.xml"/><Relationship Id="rId145" Type="http://schemas.openxmlformats.org/officeDocument/2006/relationships/customXml" Target="../ink/ink2138.xml"/><Relationship Id="rId166" Type="http://schemas.openxmlformats.org/officeDocument/2006/relationships/image" Target="../media/image1521.png"/><Relationship Id="rId187" Type="http://schemas.openxmlformats.org/officeDocument/2006/relationships/customXml" Target="../ink/ink2159.xml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1544.png"/><Relationship Id="rId233" Type="http://schemas.openxmlformats.org/officeDocument/2006/relationships/customXml" Target="../ink/ink2182.xml"/><Relationship Id="rId254" Type="http://schemas.openxmlformats.org/officeDocument/2006/relationships/image" Target="../media/image1565.png"/><Relationship Id="rId28" Type="http://schemas.openxmlformats.org/officeDocument/2006/relationships/image" Target="../media/image1452.png"/><Relationship Id="rId49" Type="http://schemas.openxmlformats.org/officeDocument/2006/relationships/customXml" Target="../ink/ink2090.xml"/><Relationship Id="rId114" Type="http://schemas.openxmlformats.org/officeDocument/2006/relationships/image" Target="../media/image1495.png"/><Relationship Id="rId60" Type="http://schemas.openxmlformats.org/officeDocument/2006/relationships/image" Target="../media/image1468.png"/><Relationship Id="rId81" Type="http://schemas.openxmlformats.org/officeDocument/2006/relationships/customXml" Target="../ink/ink2106.xml"/><Relationship Id="rId135" Type="http://schemas.openxmlformats.org/officeDocument/2006/relationships/customXml" Target="../ink/ink2133.xml"/><Relationship Id="rId156" Type="http://schemas.openxmlformats.org/officeDocument/2006/relationships/image" Target="../media/image1516.png"/><Relationship Id="rId177" Type="http://schemas.openxmlformats.org/officeDocument/2006/relationships/customXml" Target="../ink/ink2154.xml"/><Relationship Id="rId198" Type="http://schemas.openxmlformats.org/officeDocument/2006/relationships/image" Target="../media/image1537.png"/><Relationship Id="rId202" Type="http://schemas.openxmlformats.org/officeDocument/2006/relationships/image" Target="../media/image1539.png"/><Relationship Id="rId223" Type="http://schemas.openxmlformats.org/officeDocument/2006/relationships/customXml" Target="../ink/ink2177.xml"/><Relationship Id="rId244" Type="http://schemas.openxmlformats.org/officeDocument/2006/relationships/image" Target="../media/image1560.png"/><Relationship Id="rId18" Type="http://schemas.openxmlformats.org/officeDocument/2006/relationships/image" Target="../media/image1447.png"/><Relationship Id="rId39" Type="http://schemas.openxmlformats.org/officeDocument/2006/relationships/customXml" Target="../ink/ink2085.xml"/><Relationship Id="rId50" Type="http://schemas.openxmlformats.org/officeDocument/2006/relationships/image" Target="../media/image1463.png"/><Relationship Id="rId104" Type="http://schemas.openxmlformats.org/officeDocument/2006/relationships/image" Target="../media/image1490.png"/><Relationship Id="rId125" Type="http://schemas.openxmlformats.org/officeDocument/2006/relationships/customXml" Target="../ink/ink2128.xml"/><Relationship Id="rId146" Type="http://schemas.openxmlformats.org/officeDocument/2006/relationships/image" Target="../media/image1511.png"/><Relationship Id="rId167" Type="http://schemas.openxmlformats.org/officeDocument/2006/relationships/customXml" Target="../ink/ink2149.xml"/><Relationship Id="rId188" Type="http://schemas.openxmlformats.org/officeDocument/2006/relationships/image" Target="../media/image1532.png"/><Relationship Id="rId71" Type="http://schemas.openxmlformats.org/officeDocument/2006/relationships/customXml" Target="../ink/ink2101.xml"/><Relationship Id="rId92" Type="http://schemas.openxmlformats.org/officeDocument/2006/relationships/image" Target="../media/image1484.png"/><Relationship Id="rId213" Type="http://schemas.openxmlformats.org/officeDocument/2006/relationships/customXml" Target="../ink/ink2172.xml"/><Relationship Id="rId234" Type="http://schemas.openxmlformats.org/officeDocument/2006/relationships/image" Target="../media/image1555.png"/><Relationship Id="rId2" Type="http://schemas.openxmlformats.org/officeDocument/2006/relationships/image" Target="../media/image1439.png"/><Relationship Id="rId29" Type="http://schemas.openxmlformats.org/officeDocument/2006/relationships/customXml" Target="../ink/ink2080.xml"/><Relationship Id="rId255" Type="http://schemas.openxmlformats.org/officeDocument/2006/relationships/customXml" Target="../ink/ink2193.xml"/><Relationship Id="rId40" Type="http://schemas.openxmlformats.org/officeDocument/2006/relationships/image" Target="../media/image1458.png"/><Relationship Id="rId115" Type="http://schemas.openxmlformats.org/officeDocument/2006/relationships/customXml" Target="../ink/ink2123.xml"/><Relationship Id="rId136" Type="http://schemas.openxmlformats.org/officeDocument/2006/relationships/image" Target="../media/image1506.png"/><Relationship Id="rId157" Type="http://schemas.openxmlformats.org/officeDocument/2006/relationships/customXml" Target="../ink/ink2144.xml"/><Relationship Id="rId178" Type="http://schemas.openxmlformats.org/officeDocument/2006/relationships/image" Target="../media/image1527.png"/><Relationship Id="rId61" Type="http://schemas.openxmlformats.org/officeDocument/2006/relationships/customXml" Target="../ink/ink2096.xml"/><Relationship Id="rId82" Type="http://schemas.openxmlformats.org/officeDocument/2006/relationships/image" Target="../media/image1479.png"/><Relationship Id="rId199" Type="http://schemas.openxmlformats.org/officeDocument/2006/relationships/customXml" Target="../ink/ink2165.xml"/><Relationship Id="rId203" Type="http://schemas.openxmlformats.org/officeDocument/2006/relationships/customXml" Target="../ink/ink2167.xml"/><Relationship Id="rId19" Type="http://schemas.openxmlformats.org/officeDocument/2006/relationships/customXml" Target="../ink/ink2075.xml"/><Relationship Id="rId224" Type="http://schemas.openxmlformats.org/officeDocument/2006/relationships/image" Target="../media/image1550.png"/><Relationship Id="rId245" Type="http://schemas.openxmlformats.org/officeDocument/2006/relationships/customXml" Target="../ink/ink2188.xml"/><Relationship Id="rId30" Type="http://schemas.openxmlformats.org/officeDocument/2006/relationships/image" Target="../media/image1453.png"/><Relationship Id="rId105" Type="http://schemas.openxmlformats.org/officeDocument/2006/relationships/customXml" Target="../ink/ink2118.xml"/><Relationship Id="rId126" Type="http://schemas.openxmlformats.org/officeDocument/2006/relationships/image" Target="../media/image1501.png"/><Relationship Id="rId147" Type="http://schemas.openxmlformats.org/officeDocument/2006/relationships/customXml" Target="../ink/ink2139.xml"/><Relationship Id="rId168" Type="http://schemas.openxmlformats.org/officeDocument/2006/relationships/image" Target="../media/image1522.png"/><Relationship Id="rId51" Type="http://schemas.openxmlformats.org/officeDocument/2006/relationships/customXml" Target="../ink/ink2091.xml"/><Relationship Id="rId72" Type="http://schemas.openxmlformats.org/officeDocument/2006/relationships/image" Target="../media/image1474.png"/><Relationship Id="rId93" Type="http://schemas.openxmlformats.org/officeDocument/2006/relationships/customXml" Target="../ink/ink2112.xml"/><Relationship Id="rId189" Type="http://schemas.openxmlformats.org/officeDocument/2006/relationships/customXml" Target="../ink/ink2160.xml"/><Relationship Id="rId3" Type="http://schemas.openxmlformats.org/officeDocument/2006/relationships/customXml" Target="../ink/ink2067.xml"/><Relationship Id="rId214" Type="http://schemas.openxmlformats.org/officeDocument/2006/relationships/image" Target="../media/image1545.png"/><Relationship Id="rId235" Type="http://schemas.openxmlformats.org/officeDocument/2006/relationships/customXml" Target="../ink/ink2183.xml"/><Relationship Id="rId256" Type="http://schemas.openxmlformats.org/officeDocument/2006/relationships/image" Target="../media/image1566.png"/><Relationship Id="rId116" Type="http://schemas.openxmlformats.org/officeDocument/2006/relationships/image" Target="../media/image1496.png"/><Relationship Id="rId137" Type="http://schemas.openxmlformats.org/officeDocument/2006/relationships/customXml" Target="../ink/ink2134.xml"/><Relationship Id="rId158" Type="http://schemas.openxmlformats.org/officeDocument/2006/relationships/image" Target="../media/image1517.png"/><Relationship Id="rId20" Type="http://schemas.openxmlformats.org/officeDocument/2006/relationships/image" Target="../media/image1448.png"/><Relationship Id="rId41" Type="http://schemas.openxmlformats.org/officeDocument/2006/relationships/customXml" Target="../ink/ink2086.xml"/><Relationship Id="rId62" Type="http://schemas.openxmlformats.org/officeDocument/2006/relationships/image" Target="../media/image1469.png"/><Relationship Id="rId83" Type="http://schemas.openxmlformats.org/officeDocument/2006/relationships/customXml" Target="../ink/ink2107.xml"/><Relationship Id="rId179" Type="http://schemas.openxmlformats.org/officeDocument/2006/relationships/customXml" Target="../ink/ink2155.xml"/><Relationship Id="rId190" Type="http://schemas.openxmlformats.org/officeDocument/2006/relationships/image" Target="../media/image1533.png"/><Relationship Id="rId204" Type="http://schemas.openxmlformats.org/officeDocument/2006/relationships/image" Target="../media/image1540.png"/><Relationship Id="rId225" Type="http://schemas.openxmlformats.org/officeDocument/2006/relationships/customXml" Target="../ink/ink2178.xml"/><Relationship Id="rId246" Type="http://schemas.openxmlformats.org/officeDocument/2006/relationships/image" Target="../media/image1561.png"/><Relationship Id="rId106" Type="http://schemas.openxmlformats.org/officeDocument/2006/relationships/image" Target="../media/image1491.png"/><Relationship Id="rId127" Type="http://schemas.openxmlformats.org/officeDocument/2006/relationships/customXml" Target="../ink/ink2129.xml"/><Relationship Id="rId10" Type="http://schemas.openxmlformats.org/officeDocument/2006/relationships/image" Target="../media/image1443.png"/><Relationship Id="rId31" Type="http://schemas.openxmlformats.org/officeDocument/2006/relationships/customXml" Target="../ink/ink2081.xml"/><Relationship Id="rId52" Type="http://schemas.openxmlformats.org/officeDocument/2006/relationships/image" Target="../media/image1464.png"/><Relationship Id="rId73" Type="http://schemas.openxmlformats.org/officeDocument/2006/relationships/customXml" Target="../ink/ink2102.xml"/><Relationship Id="rId94" Type="http://schemas.openxmlformats.org/officeDocument/2006/relationships/image" Target="../media/image1485.png"/><Relationship Id="rId148" Type="http://schemas.openxmlformats.org/officeDocument/2006/relationships/image" Target="../media/image1512.png"/><Relationship Id="rId169" Type="http://schemas.openxmlformats.org/officeDocument/2006/relationships/customXml" Target="../ink/ink2150.xml"/><Relationship Id="rId4" Type="http://schemas.openxmlformats.org/officeDocument/2006/relationships/image" Target="../media/image1440.png"/><Relationship Id="rId180" Type="http://schemas.openxmlformats.org/officeDocument/2006/relationships/image" Target="../media/image1528.png"/><Relationship Id="rId215" Type="http://schemas.openxmlformats.org/officeDocument/2006/relationships/customXml" Target="../ink/ink2173.xml"/><Relationship Id="rId236" Type="http://schemas.openxmlformats.org/officeDocument/2006/relationships/image" Target="../media/image1556.png"/><Relationship Id="rId257" Type="http://schemas.openxmlformats.org/officeDocument/2006/relationships/customXml" Target="../ink/ink2194.xml"/></Relationships>
</file>

<file path=ppt/slides/_rels/slide24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207.xml"/><Relationship Id="rId21" Type="http://schemas.openxmlformats.org/officeDocument/2006/relationships/image" Target="../media/image1577.png"/><Relationship Id="rId42" Type="http://schemas.openxmlformats.org/officeDocument/2006/relationships/customXml" Target="../ink/ink2215.xml"/><Relationship Id="rId47" Type="http://schemas.openxmlformats.org/officeDocument/2006/relationships/image" Target="../media/image1590.png"/><Relationship Id="rId63" Type="http://schemas.openxmlformats.org/officeDocument/2006/relationships/image" Target="../media/image1598.png"/><Relationship Id="rId68" Type="http://schemas.openxmlformats.org/officeDocument/2006/relationships/customXml" Target="../ink/ink2228.xml"/><Relationship Id="rId16" Type="http://schemas.openxmlformats.org/officeDocument/2006/relationships/customXml" Target="../ink/ink2202.xml"/><Relationship Id="rId11" Type="http://schemas.openxmlformats.org/officeDocument/2006/relationships/image" Target="../media/image1572.png"/><Relationship Id="rId32" Type="http://schemas.openxmlformats.org/officeDocument/2006/relationships/customXml" Target="../ink/ink2210.xml"/><Relationship Id="rId37" Type="http://schemas.openxmlformats.org/officeDocument/2006/relationships/image" Target="../media/image1585.png"/><Relationship Id="rId53" Type="http://schemas.openxmlformats.org/officeDocument/2006/relationships/image" Target="../media/image1593.png"/><Relationship Id="rId58" Type="http://schemas.openxmlformats.org/officeDocument/2006/relationships/customXml" Target="../ink/ink2223.xml"/><Relationship Id="rId74" Type="http://schemas.openxmlformats.org/officeDocument/2006/relationships/customXml" Target="../ink/ink2231.xml"/><Relationship Id="rId79" Type="http://schemas.openxmlformats.org/officeDocument/2006/relationships/image" Target="../media/image1606.png"/><Relationship Id="rId5" Type="http://schemas.openxmlformats.org/officeDocument/2006/relationships/image" Target="../media/image1569.png"/><Relationship Id="rId61" Type="http://schemas.openxmlformats.org/officeDocument/2006/relationships/image" Target="../media/image1597.png"/><Relationship Id="rId19" Type="http://schemas.openxmlformats.org/officeDocument/2006/relationships/image" Target="../media/image1576.png"/><Relationship Id="rId14" Type="http://schemas.openxmlformats.org/officeDocument/2006/relationships/customXml" Target="../ink/ink2201.xml"/><Relationship Id="rId22" Type="http://schemas.openxmlformats.org/officeDocument/2006/relationships/customXml" Target="../ink/ink2205.xml"/><Relationship Id="rId27" Type="http://schemas.openxmlformats.org/officeDocument/2006/relationships/image" Target="../media/image1580.png"/><Relationship Id="rId30" Type="http://schemas.openxmlformats.org/officeDocument/2006/relationships/customXml" Target="../ink/ink2209.xml"/><Relationship Id="rId35" Type="http://schemas.openxmlformats.org/officeDocument/2006/relationships/image" Target="../media/image1584.png"/><Relationship Id="rId43" Type="http://schemas.openxmlformats.org/officeDocument/2006/relationships/image" Target="../media/image1588.png"/><Relationship Id="rId48" Type="http://schemas.openxmlformats.org/officeDocument/2006/relationships/customXml" Target="../ink/ink2218.xml"/><Relationship Id="rId56" Type="http://schemas.openxmlformats.org/officeDocument/2006/relationships/customXml" Target="../ink/ink2222.xml"/><Relationship Id="rId64" Type="http://schemas.openxmlformats.org/officeDocument/2006/relationships/customXml" Target="../ink/ink2226.xml"/><Relationship Id="rId69" Type="http://schemas.openxmlformats.org/officeDocument/2006/relationships/image" Target="../media/image1601.png"/><Relationship Id="rId77" Type="http://schemas.openxmlformats.org/officeDocument/2006/relationships/image" Target="../media/image1605.png"/><Relationship Id="rId8" Type="http://schemas.openxmlformats.org/officeDocument/2006/relationships/customXml" Target="../ink/ink2198.xml"/><Relationship Id="rId51" Type="http://schemas.openxmlformats.org/officeDocument/2006/relationships/image" Target="../media/image1592.png"/><Relationship Id="rId72" Type="http://schemas.openxmlformats.org/officeDocument/2006/relationships/customXml" Target="../ink/ink2230.xml"/><Relationship Id="rId80" Type="http://schemas.openxmlformats.org/officeDocument/2006/relationships/customXml" Target="../ink/ink2234.xml"/><Relationship Id="rId3" Type="http://schemas.openxmlformats.org/officeDocument/2006/relationships/image" Target="../media/image1568.png"/><Relationship Id="rId12" Type="http://schemas.openxmlformats.org/officeDocument/2006/relationships/customXml" Target="../ink/ink2200.xml"/><Relationship Id="rId17" Type="http://schemas.openxmlformats.org/officeDocument/2006/relationships/image" Target="../media/image1575.png"/><Relationship Id="rId25" Type="http://schemas.openxmlformats.org/officeDocument/2006/relationships/image" Target="../media/image1579.png"/><Relationship Id="rId33" Type="http://schemas.openxmlformats.org/officeDocument/2006/relationships/image" Target="../media/image1583.png"/><Relationship Id="rId38" Type="http://schemas.openxmlformats.org/officeDocument/2006/relationships/customXml" Target="../ink/ink2213.xml"/><Relationship Id="rId46" Type="http://schemas.openxmlformats.org/officeDocument/2006/relationships/customXml" Target="../ink/ink2217.xml"/><Relationship Id="rId59" Type="http://schemas.openxmlformats.org/officeDocument/2006/relationships/image" Target="../media/image1596.png"/><Relationship Id="rId67" Type="http://schemas.openxmlformats.org/officeDocument/2006/relationships/image" Target="../media/image1600.png"/><Relationship Id="rId20" Type="http://schemas.openxmlformats.org/officeDocument/2006/relationships/customXml" Target="../ink/ink2204.xml"/><Relationship Id="rId41" Type="http://schemas.openxmlformats.org/officeDocument/2006/relationships/image" Target="../media/image1587.png"/><Relationship Id="rId54" Type="http://schemas.openxmlformats.org/officeDocument/2006/relationships/customXml" Target="../ink/ink2221.xml"/><Relationship Id="rId62" Type="http://schemas.openxmlformats.org/officeDocument/2006/relationships/customXml" Target="../ink/ink2225.xml"/><Relationship Id="rId70" Type="http://schemas.openxmlformats.org/officeDocument/2006/relationships/customXml" Target="../ink/ink2229.xml"/><Relationship Id="rId75" Type="http://schemas.openxmlformats.org/officeDocument/2006/relationships/image" Target="../media/image1604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197.xml"/><Relationship Id="rId15" Type="http://schemas.openxmlformats.org/officeDocument/2006/relationships/image" Target="../media/image1574.png"/><Relationship Id="rId23" Type="http://schemas.openxmlformats.org/officeDocument/2006/relationships/image" Target="../media/image1578.png"/><Relationship Id="rId28" Type="http://schemas.openxmlformats.org/officeDocument/2006/relationships/customXml" Target="../ink/ink2208.xml"/><Relationship Id="rId36" Type="http://schemas.openxmlformats.org/officeDocument/2006/relationships/customXml" Target="../ink/ink2212.xml"/><Relationship Id="rId49" Type="http://schemas.openxmlformats.org/officeDocument/2006/relationships/image" Target="../media/image1591.png"/><Relationship Id="rId57" Type="http://schemas.openxmlformats.org/officeDocument/2006/relationships/image" Target="../media/image1595.png"/><Relationship Id="rId10" Type="http://schemas.openxmlformats.org/officeDocument/2006/relationships/customXml" Target="../ink/ink2199.xml"/><Relationship Id="rId31" Type="http://schemas.openxmlformats.org/officeDocument/2006/relationships/image" Target="../media/image1582.png"/><Relationship Id="rId44" Type="http://schemas.openxmlformats.org/officeDocument/2006/relationships/customXml" Target="../ink/ink2216.xml"/><Relationship Id="rId52" Type="http://schemas.openxmlformats.org/officeDocument/2006/relationships/customXml" Target="../ink/ink2220.xml"/><Relationship Id="rId60" Type="http://schemas.openxmlformats.org/officeDocument/2006/relationships/customXml" Target="../ink/ink2224.xml"/><Relationship Id="rId65" Type="http://schemas.openxmlformats.org/officeDocument/2006/relationships/image" Target="../media/image1599.png"/><Relationship Id="rId73" Type="http://schemas.openxmlformats.org/officeDocument/2006/relationships/image" Target="../media/image1603.png"/><Relationship Id="rId78" Type="http://schemas.openxmlformats.org/officeDocument/2006/relationships/customXml" Target="../ink/ink2233.xml"/><Relationship Id="rId81" Type="http://schemas.openxmlformats.org/officeDocument/2006/relationships/image" Target="../media/image1607.png"/><Relationship Id="rId4" Type="http://schemas.openxmlformats.org/officeDocument/2006/relationships/customXml" Target="../ink/ink2196.xml"/><Relationship Id="rId9" Type="http://schemas.openxmlformats.org/officeDocument/2006/relationships/image" Target="../media/image1571.png"/><Relationship Id="rId13" Type="http://schemas.openxmlformats.org/officeDocument/2006/relationships/image" Target="../media/image1573.png"/><Relationship Id="rId18" Type="http://schemas.openxmlformats.org/officeDocument/2006/relationships/customXml" Target="../ink/ink2203.xml"/><Relationship Id="rId39" Type="http://schemas.openxmlformats.org/officeDocument/2006/relationships/image" Target="../media/image1586.png"/><Relationship Id="rId34" Type="http://schemas.openxmlformats.org/officeDocument/2006/relationships/customXml" Target="../ink/ink2211.xml"/><Relationship Id="rId50" Type="http://schemas.openxmlformats.org/officeDocument/2006/relationships/customXml" Target="../ink/ink2219.xml"/><Relationship Id="rId55" Type="http://schemas.openxmlformats.org/officeDocument/2006/relationships/image" Target="../media/image1594.png"/><Relationship Id="rId76" Type="http://schemas.openxmlformats.org/officeDocument/2006/relationships/customXml" Target="../ink/ink2232.xml"/><Relationship Id="rId7" Type="http://schemas.openxmlformats.org/officeDocument/2006/relationships/image" Target="../media/image1570.png"/><Relationship Id="rId71" Type="http://schemas.openxmlformats.org/officeDocument/2006/relationships/image" Target="../media/image1602.png"/><Relationship Id="rId2" Type="http://schemas.openxmlformats.org/officeDocument/2006/relationships/customXml" Target="../ink/ink2195.xml"/><Relationship Id="rId29" Type="http://schemas.openxmlformats.org/officeDocument/2006/relationships/image" Target="../media/image1581.png"/><Relationship Id="rId24" Type="http://schemas.openxmlformats.org/officeDocument/2006/relationships/customXml" Target="../ink/ink2206.xml"/><Relationship Id="rId40" Type="http://schemas.openxmlformats.org/officeDocument/2006/relationships/customXml" Target="../ink/ink2214.xml"/><Relationship Id="rId45" Type="http://schemas.openxmlformats.org/officeDocument/2006/relationships/image" Target="../media/image1589.png"/><Relationship Id="rId66" Type="http://schemas.openxmlformats.org/officeDocument/2006/relationships/customXml" Target="../ink/ink2227.xml"/></Relationships>
</file>

<file path=ppt/slides/_rels/slide2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665.png"/><Relationship Id="rId299" Type="http://schemas.openxmlformats.org/officeDocument/2006/relationships/image" Target="../media/image1756.png"/><Relationship Id="rId21" Type="http://schemas.openxmlformats.org/officeDocument/2006/relationships/image" Target="../media/image1617.png"/><Relationship Id="rId63" Type="http://schemas.openxmlformats.org/officeDocument/2006/relationships/image" Target="../media/image1638.png"/><Relationship Id="rId159" Type="http://schemas.openxmlformats.org/officeDocument/2006/relationships/image" Target="../media/image1686.png"/><Relationship Id="rId324" Type="http://schemas.openxmlformats.org/officeDocument/2006/relationships/customXml" Target="../ink/ink2396.xml"/><Relationship Id="rId366" Type="http://schemas.openxmlformats.org/officeDocument/2006/relationships/customXml" Target="../ink/ink2417.xml"/><Relationship Id="rId170" Type="http://schemas.openxmlformats.org/officeDocument/2006/relationships/customXml" Target="../ink/ink2319.xml"/><Relationship Id="rId226" Type="http://schemas.openxmlformats.org/officeDocument/2006/relationships/customXml" Target="../ink/ink2347.xml"/><Relationship Id="rId433" Type="http://schemas.openxmlformats.org/officeDocument/2006/relationships/image" Target="../media/image1823.png"/><Relationship Id="rId268" Type="http://schemas.openxmlformats.org/officeDocument/2006/relationships/customXml" Target="../ink/ink2368.xml"/><Relationship Id="rId32" Type="http://schemas.openxmlformats.org/officeDocument/2006/relationships/customXml" Target="../ink/ink2250.xml"/><Relationship Id="rId74" Type="http://schemas.openxmlformats.org/officeDocument/2006/relationships/customXml" Target="../ink/ink2271.xml"/><Relationship Id="rId128" Type="http://schemas.openxmlformats.org/officeDocument/2006/relationships/customXml" Target="../ink/ink2298.xml"/><Relationship Id="rId335" Type="http://schemas.openxmlformats.org/officeDocument/2006/relationships/image" Target="../media/image1774.png"/><Relationship Id="rId377" Type="http://schemas.openxmlformats.org/officeDocument/2006/relationships/image" Target="../media/image1795.png"/><Relationship Id="rId5" Type="http://schemas.openxmlformats.org/officeDocument/2006/relationships/image" Target="../media/image1609.png"/><Relationship Id="rId181" Type="http://schemas.openxmlformats.org/officeDocument/2006/relationships/image" Target="../media/image1697.png"/><Relationship Id="rId237" Type="http://schemas.openxmlformats.org/officeDocument/2006/relationships/image" Target="../media/image1725.png"/><Relationship Id="rId402" Type="http://schemas.openxmlformats.org/officeDocument/2006/relationships/customXml" Target="../ink/ink2435.xml"/><Relationship Id="rId279" Type="http://schemas.openxmlformats.org/officeDocument/2006/relationships/image" Target="../media/image1746.png"/><Relationship Id="rId444" Type="http://schemas.openxmlformats.org/officeDocument/2006/relationships/customXml" Target="../ink/ink2456.xml"/><Relationship Id="rId43" Type="http://schemas.openxmlformats.org/officeDocument/2006/relationships/image" Target="../media/image1628.png"/><Relationship Id="rId139" Type="http://schemas.openxmlformats.org/officeDocument/2006/relationships/image" Target="../media/image1676.png"/><Relationship Id="rId290" Type="http://schemas.openxmlformats.org/officeDocument/2006/relationships/customXml" Target="../ink/ink2379.xml"/><Relationship Id="rId304" Type="http://schemas.openxmlformats.org/officeDocument/2006/relationships/customXml" Target="../ink/ink2386.xml"/><Relationship Id="rId346" Type="http://schemas.openxmlformats.org/officeDocument/2006/relationships/customXml" Target="../ink/ink2407.xml"/><Relationship Id="rId388" Type="http://schemas.openxmlformats.org/officeDocument/2006/relationships/customXml" Target="../ink/ink2428.xml"/><Relationship Id="rId85" Type="http://schemas.openxmlformats.org/officeDocument/2006/relationships/image" Target="../media/image1649.png"/><Relationship Id="rId150" Type="http://schemas.openxmlformats.org/officeDocument/2006/relationships/customXml" Target="../ink/ink2309.xml"/><Relationship Id="rId192" Type="http://schemas.openxmlformats.org/officeDocument/2006/relationships/customXml" Target="../ink/ink2330.xml"/><Relationship Id="rId206" Type="http://schemas.openxmlformats.org/officeDocument/2006/relationships/customXml" Target="../ink/ink2337.xml"/><Relationship Id="rId413" Type="http://schemas.openxmlformats.org/officeDocument/2006/relationships/image" Target="../media/image1813.png"/><Relationship Id="rId248" Type="http://schemas.openxmlformats.org/officeDocument/2006/relationships/customXml" Target="../ink/ink2358.xml"/><Relationship Id="rId12" Type="http://schemas.openxmlformats.org/officeDocument/2006/relationships/customXml" Target="../ink/ink2240.xml"/><Relationship Id="rId108" Type="http://schemas.openxmlformats.org/officeDocument/2006/relationships/customXml" Target="../ink/ink2288.xml"/><Relationship Id="rId315" Type="http://schemas.openxmlformats.org/officeDocument/2006/relationships/image" Target="../media/image1764.png"/><Relationship Id="rId357" Type="http://schemas.openxmlformats.org/officeDocument/2006/relationships/image" Target="../media/image1785.png"/><Relationship Id="rId54" Type="http://schemas.openxmlformats.org/officeDocument/2006/relationships/customXml" Target="../ink/ink2261.xml"/><Relationship Id="rId96" Type="http://schemas.openxmlformats.org/officeDocument/2006/relationships/customXml" Target="../ink/ink2282.xml"/><Relationship Id="rId161" Type="http://schemas.openxmlformats.org/officeDocument/2006/relationships/image" Target="../media/image1687.png"/><Relationship Id="rId217" Type="http://schemas.openxmlformats.org/officeDocument/2006/relationships/image" Target="../media/image1715.png"/><Relationship Id="rId399" Type="http://schemas.openxmlformats.org/officeDocument/2006/relationships/image" Target="../media/image1806.png"/><Relationship Id="rId259" Type="http://schemas.openxmlformats.org/officeDocument/2006/relationships/image" Target="../media/image1736.png"/><Relationship Id="rId424" Type="http://schemas.openxmlformats.org/officeDocument/2006/relationships/customXml" Target="../ink/ink2446.xml"/><Relationship Id="rId23" Type="http://schemas.openxmlformats.org/officeDocument/2006/relationships/image" Target="../media/image1618.png"/><Relationship Id="rId119" Type="http://schemas.openxmlformats.org/officeDocument/2006/relationships/image" Target="../media/image1666.png"/><Relationship Id="rId270" Type="http://schemas.openxmlformats.org/officeDocument/2006/relationships/customXml" Target="../ink/ink2369.xml"/><Relationship Id="rId326" Type="http://schemas.openxmlformats.org/officeDocument/2006/relationships/customXml" Target="../ink/ink2397.xml"/><Relationship Id="rId65" Type="http://schemas.openxmlformats.org/officeDocument/2006/relationships/image" Target="../media/image1639.png"/><Relationship Id="rId130" Type="http://schemas.openxmlformats.org/officeDocument/2006/relationships/customXml" Target="../ink/ink2299.xml"/><Relationship Id="rId368" Type="http://schemas.openxmlformats.org/officeDocument/2006/relationships/customXml" Target="../ink/ink2418.xml"/><Relationship Id="rId172" Type="http://schemas.openxmlformats.org/officeDocument/2006/relationships/customXml" Target="../ink/ink2320.xml"/><Relationship Id="rId228" Type="http://schemas.openxmlformats.org/officeDocument/2006/relationships/customXml" Target="../ink/ink2348.xml"/><Relationship Id="rId435" Type="http://schemas.openxmlformats.org/officeDocument/2006/relationships/image" Target="../media/image1824.png"/><Relationship Id="rId281" Type="http://schemas.openxmlformats.org/officeDocument/2006/relationships/image" Target="../media/image1747.png"/><Relationship Id="rId337" Type="http://schemas.openxmlformats.org/officeDocument/2006/relationships/image" Target="../media/image1775.png"/><Relationship Id="rId34" Type="http://schemas.openxmlformats.org/officeDocument/2006/relationships/customXml" Target="../ink/ink2251.xml"/><Relationship Id="rId76" Type="http://schemas.openxmlformats.org/officeDocument/2006/relationships/customXml" Target="../ink/ink2272.xml"/><Relationship Id="rId141" Type="http://schemas.openxmlformats.org/officeDocument/2006/relationships/image" Target="../media/image1677.png"/><Relationship Id="rId379" Type="http://schemas.openxmlformats.org/officeDocument/2006/relationships/image" Target="../media/image1796.png"/><Relationship Id="rId7" Type="http://schemas.openxmlformats.org/officeDocument/2006/relationships/image" Target="../media/image1610.png"/><Relationship Id="rId183" Type="http://schemas.openxmlformats.org/officeDocument/2006/relationships/image" Target="../media/image1698.png"/><Relationship Id="rId239" Type="http://schemas.openxmlformats.org/officeDocument/2006/relationships/image" Target="../media/image1726.png"/><Relationship Id="rId390" Type="http://schemas.openxmlformats.org/officeDocument/2006/relationships/customXml" Target="../ink/ink2429.xml"/><Relationship Id="rId404" Type="http://schemas.openxmlformats.org/officeDocument/2006/relationships/customXml" Target="../ink/ink2436.xml"/><Relationship Id="rId446" Type="http://schemas.openxmlformats.org/officeDocument/2006/relationships/customXml" Target="../ink/ink2457.xml"/><Relationship Id="rId250" Type="http://schemas.openxmlformats.org/officeDocument/2006/relationships/customXml" Target="../ink/ink2359.xml"/><Relationship Id="rId292" Type="http://schemas.openxmlformats.org/officeDocument/2006/relationships/customXml" Target="../ink/ink2380.xml"/><Relationship Id="rId306" Type="http://schemas.openxmlformats.org/officeDocument/2006/relationships/customXml" Target="../ink/ink2387.xml"/><Relationship Id="rId45" Type="http://schemas.openxmlformats.org/officeDocument/2006/relationships/image" Target="../media/image1629.png"/><Relationship Id="rId87" Type="http://schemas.openxmlformats.org/officeDocument/2006/relationships/image" Target="../media/image1650.png"/><Relationship Id="rId110" Type="http://schemas.openxmlformats.org/officeDocument/2006/relationships/customXml" Target="../ink/ink2289.xml"/><Relationship Id="rId348" Type="http://schemas.openxmlformats.org/officeDocument/2006/relationships/customXml" Target="../ink/ink2408.xml"/><Relationship Id="rId152" Type="http://schemas.openxmlformats.org/officeDocument/2006/relationships/customXml" Target="../ink/ink2310.xml"/><Relationship Id="rId194" Type="http://schemas.openxmlformats.org/officeDocument/2006/relationships/customXml" Target="../ink/ink2331.xml"/><Relationship Id="rId208" Type="http://schemas.openxmlformats.org/officeDocument/2006/relationships/customXml" Target="../ink/ink2338.xml"/><Relationship Id="rId415" Type="http://schemas.openxmlformats.org/officeDocument/2006/relationships/image" Target="../media/image1814.png"/><Relationship Id="rId261" Type="http://schemas.openxmlformats.org/officeDocument/2006/relationships/image" Target="../media/image1737.png"/><Relationship Id="rId14" Type="http://schemas.openxmlformats.org/officeDocument/2006/relationships/customXml" Target="../ink/ink2241.xml"/><Relationship Id="rId56" Type="http://schemas.openxmlformats.org/officeDocument/2006/relationships/customXml" Target="../ink/ink2262.xml"/><Relationship Id="rId317" Type="http://schemas.openxmlformats.org/officeDocument/2006/relationships/image" Target="../media/image1765.png"/><Relationship Id="rId359" Type="http://schemas.openxmlformats.org/officeDocument/2006/relationships/image" Target="../media/image1786.png"/><Relationship Id="rId98" Type="http://schemas.openxmlformats.org/officeDocument/2006/relationships/customXml" Target="../ink/ink2283.xml"/><Relationship Id="rId121" Type="http://schemas.openxmlformats.org/officeDocument/2006/relationships/image" Target="../media/image1667.png"/><Relationship Id="rId163" Type="http://schemas.openxmlformats.org/officeDocument/2006/relationships/image" Target="../media/image1688.png"/><Relationship Id="rId219" Type="http://schemas.openxmlformats.org/officeDocument/2006/relationships/image" Target="../media/image1716.png"/><Relationship Id="rId370" Type="http://schemas.openxmlformats.org/officeDocument/2006/relationships/customXml" Target="../ink/ink2419.xml"/><Relationship Id="rId426" Type="http://schemas.openxmlformats.org/officeDocument/2006/relationships/customXml" Target="../ink/ink2447.xml"/><Relationship Id="rId230" Type="http://schemas.openxmlformats.org/officeDocument/2006/relationships/customXml" Target="../ink/ink2349.xml"/><Relationship Id="rId25" Type="http://schemas.openxmlformats.org/officeDocument/2006/relationships/image" Target="../media/image1619.png"/><Relationship Id="rId67" Type="http://schemas.openxmlformats.org/officeDocument/2006/relationships/image" Target="../media/image1640.png"/><Relationship Id="rId272" Type="http://schemas.openxmlformats.org/officeDocument/2006/relationships/customXml" Target="../ink/ink2370.xml"/><Relationship Id="rId328" Type="http://schemas.openxmlformats.org/officeDocument/2006/relationships/customXml" Target="../ink/ink2398.xml"/><Relationship Id="rId132" Type="http://schemas.openxmlformats.org/officeDocument/2006/relationships/customXml" Target="../ink/ink2300.xml"/><Relationship Id="rId174" Type="http://schemas.openxmlformats.org/officeDocument/2006/relationships/customXml" Target="../ink/ink2321.xml"/><Relationship Id="rId381" Type="http://schemas.openxmlformats.org/officeDocument/2006/relationships/image" Target="../media/image1797.png"/><Relationship Id="rId241" Type="http://schemas.openxmlformats.org/officeDocument/2006/relationships/image" Target="../media/image1727.png"/><Relationship Id="rId437" Type="http://schemas.openxmlformats.org/officeDocument/2006/relationships/image" Target="../media/image1825.png"/><Relationship Id="rId36" Type="http://schemas.openxmlformats.org/officeDocument/2006/relationships/customXml" Target="../ink/ink2252.xml"/><Relationship Id="rId283" Type="http://schemas.openxmlformats.org/officeDocument/2006/relationships/image" Target="../media/image1748.png"/><Relationship Id="rId339" Type="http://schemas.openxmlformats.org/officeDocument/2006/relationships/image" Target="../media/image1776.png"/><Relationship Id="rId78" Type="http://schemas.openxmlformats.org/officeDocument/2006/relationships/customXml" Target="../ink/ink2273.xml"/><Relationship Id="rId101" Type="http://schemas.openxmlformats.org/officeDocument/2006/relationships/image" Target="../media/image1657.png"/><Relationship Id="rId143" Type="http://schemas.openxmlformats.org/officeDocument/2006/relationships/image" Target="../media/image1678.png"/><Relationship Id="rId185" Type="http://schemas.openxmlformats.org/officeDocument/2006/relationships/image" Target="../media/image1699.png"/><Relationship Id="rId350" Type="http://schemas.openxmlformats.org/officeDocument/2006/relationships/customXml" Target="../ink/ink2409.xml"/><Relationship Id="rId406" Type="http://schemas.openxmlformats.org/officeDocument/2006/relationships/customXml" Target="../ink/ink2437.xml"/><Relationship Id="rId9" Type="http://schemas.openxmlformats.org/officeDocument/2006/relationships/image" Target="../media/image1611.png"/><Relationship Id="rId210" Type="http://schemas.openxmlformats.org/officeDocument/2006/relationships/customXml" Target="../ink/ink2339.xml"/><Relationship Id="rId392" Type="http://schemas.openxmlformats.org/officeDocument/2006/relationships/customXml" Target="../ink/ink2430.xml"/><Relationship Id="rId448" Type="http://schemas.openxmlformats.org/officeDocument/2006/relationships/customXml" Target="../ink/ink2458.xml"/><Relationship Id="rId252" Type="http://schemas.openxmlformats.org/officeDocument/2006/relationships/customXml" Target="../ink/ink2360.xml"/><Relationship Id="rId294" Type="http://schemas.openxmlformats.org/officeDocument/2006/relationships/customXml" Target="../ink/ink2381.xml"/><Relationship Id="rId308" Type="http://schemas.openxmlformats.org/officeDocument/2006/relationships/customXml" Target="../ink/ink2388.xml"/><Relationship Id="rId47" Type="http://schemas.openxmlformats.org/officeDocument/2006/relationships/image" Target="../media/image1630.png"/><Relationship Id="rId89" Type="http://schemas.openxmlformats.org/officeDocument/2006/relationships/image" Target="../media/image1651.png"/><Relationship Id="rId112" Type="http://schemas.openxmlformats.org/officeDocument/2006/relationships/customXml" Target="../ink/ink2290.xml"/><Relationship Id="rId154" Type="http://schemas.openxmlformats.org/officeDocument/2006/relationships/customXml" Target="../ink/ink2311.xml"/><Relationship Id="rId361" Type="http://schemas.openxmlformats.org/officeDocument/2006/relationships/image" Target="../media/image1787.png"/><Relationship Id="rId196" Type="http://schemas.openxmlformats.org/officeDocument/2006/relationships/customXml" Target="../ink/ink2332.xml"/><Relationship Id="rId417" Type="http://schemas.openxmlformats.org/officeDocument/2006/relationships/image" Target="../media/image1815.png"/><Relationship Id="rId16" Type="http://schemas.openxmlformats.org/officeDocument/2006/relationships/customXml" Target="../ink/ink2242.xml"/><Relationship Id="rId221" Type="http://schemas.openxmlformats.org/officeDocument/2006/relationships/image" Target="../media/image1717.png"/><Relationship Id="rId263" Type="http://schemas.openxmlformats.org/officeDocument/2006/relationships/image" Target="../media/image1738.png"/><Relationship Id="rId319" Type="http://schemas.openxmlformats.org/officeDocument/2006/relationships/image" Target="../media/image1766.png"/><Relationship Id="rId58" Type="http://schemas.openxmlformats.org/officeDocument/2006/relationships/customXml" Target="../ink/ink2263.xml"/><Relationship Id="rId123" Type="http://schemas.openxmlformats.org/officeDocument/2006/relationships/image" Target="../media/image1668.png"/><Relationship Id="rId330" Type="http://schemas.openxmlformats.org/officeDocument/2006/relationships/customXml" Target="../ink/ink2399.xml"/><Relationship Id="rId165" Type="http://schemas.openxmlformats.org/officeDocument/2006/relationships/image" Target="../media/image1689.png"/><Relationship Id="rId372" Type="http://schemas.openxmlformats.org/officeDocument/2006/relationships/customXml" Target="../ink/ink2420.xml"/><Relationship Id="rId428" Type="http://schemas.openxmlformats.org/officeDocument/2006/relationships/customXml" Target="../ink/ink2448.xml"/><Relationship Id="rId232" Type="http://schemas.openxmlformats.org/officeDocument/2006/relationships/customXml" Target="../ink/ink2350.xml"/><Relationship Id="rId274" Type="http://schemas.openxmlformats.org/officeDocument/2006/relationships/customXml" Target="../ink/ink2371.xml"/><Relationship Id="rId27" Type="http://schemas.openxmlformats.org/officeDocument/2006/relationships/image" Target="../media/image1620.png"/><Relationship Id="rId69" Type="http://schemas.openxmlformats.org/officeDocument/2006/relationships/image" Target="../media/image1641.png"/><Relationship Id="rId134" Type="http://schemas.openxmlformats.org/officeDocument/2006/relationships/customXml" Target="../ink/ink2301.xml"/><Relationship Id="rId80" Type="http://schemas.openxmlformats.org/officeDocument/2006/relationships/customXml" Target="../ink/ink2274.xml"/><Relationship Id="rId176" Type="http://schemas.openxmlformats.org/officeDocument/2006/relationships/customXml" Target="../ink/ink2322.xml"/><Relationship Id="rId341" Type="http://schemas.openxmlformats.org/officeDocument/2006/relationships/image" Target="../media/image1777.png"/><Relationship Id="rId383" Type="http://schemas.openxmlformats.org/officeDocument/2006/relationships/image" Target="../media/image1798.png"/><Relationship Id="rId439" Type="http://schemas.openxmlformats.org/officeDocument/2006/relationships/image" Target="../media/image1826.png"/><Relationship Id="rId201" Type="http://schemas.openxmlformats.org/officeDocument/2006/relationships/image" Target="../media/image1707.png"/><Relationship Id="rId243" Type="http://schemas.openxmlformats.org/officeDocument/2006/relationships/image" Target="../media/image1728.png"/><Relationship Id="rId285" Type="http://schemas.openxmlformats.org/officeDocument/2006/relationships/image" Target="../media/image1749.png"/><Relationship Id="rId450" Type="http://schemas.openxmlformats.org/officeDocument/2006/relationships/customXml" Target="../ink/ink2459.xml"/><Relationship Id="rId38" Type="http://schemas.openxmlformats.org/officeDocument/2006/relationships/customXml" Target="../ink/ink2253.xml"/><Relationship Id="rId103" Type="http://schemas.openxmlformats.org/officeDocument/2006/relationships/image" Target="../media/image1658.png"/><Relationship Id="rId310" Type="http://schemas.openxmlformats.org/officeDocument/2006/relationships/customXml" Target="../ink/ink2389.xml"/><Relationship Id="rId91" Type="http://schemas.openxmlformats.org/officeDocument/2006/relationships/image" Target="../media/image1652.png"/><Relationship Id="rId145" Type="http://schemas.openxmlformats.org/officeDocument/2006/relationships/image" Target="../media/image1679.png"/><Relationship Id="rId187" Type="http://schemas.openxmlformats.org/officeDocument/2006/relationships/image" Target="../media/image1700.png"/><Relationship Id="rId352" Type="http://schemas.openxmlformats.org/officeDocument/2006/relationships/customXml" Target="../ink/ink2410.xml"/><Relationship Id="rId394" Type="http://schemas.openxmlformats.org/officeDocument/2006/relationships/customXml" Target="../ink/ink2431.xml"/><Relationship Id="rId408" Type="http://schemas.openxmlformats.org/officeDocument/2006/relationships/customXml" Target="../ink/ink2438.xml"/><Relationship Id="rId212" Type="http://schemas.openxmlformats.org/officeDocument/2006/relationships/customXml" Target="../ink/ink2340.xml"/><Relationship Id="rId254" Type="http://schemas.openxmlformats.org/officeDocument/2006/relationships/customXml" Target="../ink/ink2361.xml"/><Relationship Id="rId49" Type="http://schemas.openxmlformats.org/officeDocument/2006/relationships/image" Target="../media/image1631.png"/><Relationship Id="rId114" Type="http://schemas.openxmlformats.org/officeDocument/2006/relationships/customXml" Target="../ink/ink2291.xml"/><Relationship Id="rId296" Type="http://schemas.openxmlformats.org/officeDocument/2006/relationships/customXml" Target="../ink/ink2382.xml"/><Relationship Id="rId60" Type="http://schemas.openxmlformats.org/officeDocument/2006/relationships/customXml" Target="../ink/ink2264.xml"/><Relationship Id="rId156" Type="http://schemas.openxmlformats.org/officeDocument/2006/relationships/customXml" Target="../ink/ink2312.xml"/><Relationship Id="rId198" Type="http://schemas.openxmlformats.org/officeDocument/2006/relationships/customXml" Target="../ink/ink2333.xml"/><Relationship Id="rId321" Type="http://schemas.openxmlformats.org/officeDocument/2006/relationships/image" Target="../media/image1767.png"/><Relationship Id="rId363" Type="http://schemas.openxmlformats.org/officeDocument/2006/relationships/image" Target="../media/image1788.png"/><Relationship Id="rId419" Type="http://schemas.openxmlformats.org/officeDocument/2006/relationships/image" Target="../media/image1816.png"/><Relationship Id="rId223" Type="http://schemas.openxmlformats.org/officeDocument/2006/relationships/image" Target="../media/image1718.png"/><Relationship Id="rId430" Type="http://schemas.openxmlformats.org/officeDocument/2006/relationships/customXml" Target="../ink/ink2449.xml"/><Relationship Id="rId18" Type="http://schemas.openxmlformats.org/officeDocument/2006/relationships/customXml" Target="../ink/ink2243.xml"/><Relationship Id="rId265" Type="http://schemas.openxmlformats.org/officeDocument/2006/relationships/image" Target="../media/image1739.png"/><Relationship Id="rId50" Type="http://schemas.openxmlformats.org/officeDocument/2006/relationships/customXml" Target="../ink/ink2259.xml"/><Relationship Id="rId104" Type="http://schemas.openxmlformats.org/officeDocument/2006/relationships/customXml" Target="../ink/ink2286.xml"/><Relationship Id="rId125" Type="http://schemas.openxmlformats.org/officeDocument/2006/relationships/image" Target="../media/image1669.png"/><Relationship Id="rId146" Type="http://schemas.openxmlformats.org/officeDocument/2006/relationships/customXml" Target="../ink/ink2307.xml"/><Relationship Id="rId167" Type="http://schemas.openxmlformats.org/officeDocument/2006/relationships/image" Target="../media/image1690.png"/><Relationship Id="rId188" Type="http://schemas.openxmlformats.org/officeDocument/2006/relationships/customXml" Target="../ink/ink2328.xml"/><Relationship Id="rId311" Type="http://schemas.openxmlformats.org/officeDocument/2006/relationships/image" Target="../media/image1762.png"/><Relationship Id="rId332" Type="http://schemas.openxmlformats.org/officeDocument/2006/relationships/customXml" Target="../ink/ink2400.xml"/><Relationship Id="rId353" Type="http://schemas.openxmlformats.org/officeDocument/2006/relationships/image" Target="../media/image1783.png"/><Relationship Id="rId374" Type="http://schemas.openxmlformats.org/officeDocument/2006/relationships/customXml" Target="../ink/ink2421.xml"/><Relationship Id="rId395" Type="http://schemas.openxmlformats.org/officeDocument/2006/relationships/image" Target="../media/image1804.png"/><Relationship Id="rId409" Type="http://schemas.openxmlformats.org/officeDocument/2006/relationships/image" Target="../media/image1811.png"/><Relationship Id="rId71" Type="http://schemas.openxmlformats.org/officeDocument/2006/relationships/image" Target="../media/image1642.png"/><Relationship Id="rId92" Type="http://schemas.openxmlformats.org/officeDocument/2006/relationships/customXml" Target="../ink/ink2280.xml"/><Relationship Id="rId213" Type="http://schemas.openxmlformats.org/officeDocument/2006/relationships/image" Target="../media/image1713.png"/><Relationship Id="rId234" Type="http://schemas.openxmlformats.org/officeDocument/2006/relationships/customXml" Target="../ink/ink2351.xml"/><Relationship Id="rId420" Type="http://schemas.openxmlformats.org/officeDocument/2006/relationships/customXml" Target="../ink/ink2444.xml"/><Relationship Id="rId2" Type="http://schemas.openxmlformats.org/officeDocument/2006/relationships/customXml" Target="../ink/ink2235.xml"/><Relationship Id="rId29" Type="http://schemas.openxmlformats.org/officeDocument/2006/relationships/image" Target="../media/image1621.png"/><Relationship Id="rId255" Type="http://schemas.openxmlformats.org/officeDocument/2006/relationships/image" Target="../media/image1734.png"/><Relationship Id="rId276" Type="http://schemas.openxmlformats.org/officeDocument/2006/relationships/customXml" Target="../ink/ink2372.xml"/><Relationship Id="rId297" Type="http://schemas.openxmlformats.org/officeDocument/2006/relationships/image" Target="../media/image1755.png"/><Relationship Id="rId441" Type="http://schemas.openxmlformats.org/officeDocument/2006/relationships/image" Target="../media/image1827.png"/><Relationship Id="rId40" Type="http://schemas.openxmlformats.org/officeDocument/2006/relationships/customXml" Target="../ink/ink2254.xml"/><Relationship Id="rId115" Type="http://schemas.openxmlformats.org/officeDocument/2006/relationships/image" Target="../media/image1664.png"/><Relationship Id="rId136" Type="http://schemas.openxmlformats.org/officeDocument/2006/relationships/customXml" Target="../ink/ink2302.xml"/><Relationship Id="rId157" Type="http://schemas.openxmlformats.org/officeDocument/2006/relationships/image" Target="../media/image1685.png"/><Relationship Id="rId178" Type="http://schemas.openxmlformats.org/officeDocument/2006/relationships/customXml" Target="../ink/ink2323.xml"/><Relationship Id="rId301" Type="http://schemas.openxmlformats.org/officeDocument/2006/relationships/image" Target="../media/image1757.png"/><Relationship Id="rId322" Type="http://schemas.openxmlformats.org/officeDocument/2006/relationships/customXml" Target="../ink/ink2395.xml"/><Relationship Id="rId343" Type="http://schemas.openxmlformats.org/officeDocument/2006/relationships/image" Target="../media/image1778.png"/><Relationship Id="rId364" Type="http://schemas.openxmlformats.org/officeDocument/2006/relationships/customXml" Target="../ink/ink2416.xml"/><Relationship Id="rId61" Type="http://schemas.openxmlformats.org/officeDocument/2006/relationships/image" Target="../media/image1637.png"/><Relationship Id="rId82" Type="http://schemas.openxmlformats.org/officeDocument/2006/relationships/customXml" Target="../ink/ink2275.xml"/><Relationship Id="rId199" Type="http://schemas.openxmlformats.org/officeDocument/2006/relationships/image" Target="../media/image1706.png"/><Relationship Id="rId203" Type="http://schemas.openxmlformats.org/officeDocument/2006/relationships/image" Target="../media/image1708.png"/><Relationship Id="rId385" Type="http://schemas.openxmlformats.org/officeDocument/2006/relationships/image" Target="../media/image1799.png"/><Relationship Id="rId19" Type="http://schemas.openxmlformats.org/officeDocument/2006/relationships/image" Target="../media/image1616.png"/><Relationship Id="rId224" Type="http://schemas.openxmlformats.org/officeDocument/2006/relationships/customXml" Target="../ink/ink2346.xml"/><Relationship Id="rId245" Type="http://schemas.openxmlformats.org/officeDocument/2006/relationships/image" Target="../media/image1729.png"/><Relationship Id="rId266" Type="http://schemas.openxmlformats.org/officeDocument/2006/relationships/customXml" Target="../ink/ink2367.xml"/><Relationship Id="rId287" Type="http://schemas.openxmlformats.org/officeDocument/2006/relationships/image" Target="../media/image1750.png"/><Relationship Id="rId410" Type="http://schemas.openxmlformats.org/officeDocument/2006/relationships/customXml" Target="../ink/ink2439.xml"/><Relationship Id="rId431" Type="http://schemas.openxmlformats.org/officeDocument/2006/relationships/image" Target="../media/image1822.png"/><Relationship Id="rId30" Type="http://schemas.openxmlformats.org/officeDocument/2006/relationships/customXml" Target="../ink/ink2249.xml"/><Relationship Id="rId105" Type="http://schemas.openxmlformats.org/officeDocument/2006/relationships/image" Target="../media/image1659.png"/><Relationship Id="rId126" Type="http://schemas.openxmlformats.org/officeDocument/2006/relationships/customXml" Target="../ink/ink2297.xml"/><Relationship Id="rId147" Type="http://schemas.openxmlformats.org/officeDocument/2006/relationships/image" Target="../media/image1680.png"/><Relationship Id="rId168" Type="http://schemas.openxmlformats.org/officeDocument/2006/relationships/customXml" Target="../ink/ink2318.xml"/><Relationship Id="rId312" Type="http://schemas.openxmlformats.org/officeDocument/2006/relationships/customXml" Target="../ink/ink2390.xml"/><Relationship Id="rId333" Type="http://schemas.openxmlformats.org/officeDocument/2006/relationships/image" Target="../media/image1773.png"/><Relationship Id="rId354" Type="http://schemas.openxmlformats.org/officeDocument/2006/relationships/customXml" Target="../ink/ink2411.xml"/><Relationship Id="rId51" Type="http://schemas.openxmlformats.org/officeDocument/2006/relationships/image" Target="../media/image1632.png"/><Relationship Id="rId72" Type="http://schemas.openxmlformats.org/officeDocument/2006/relationships/customXml" Target="../ink/ink2270.xml"/><Relationship Id="rId93" Type="http://schemas.openxmlformats.org/officeDocument/2006/relationships/image" Target="../media/image1653.png"/><Relationship Id="rId189" Type="http://schemas.openxmlformats.org/officeDocument/2006/relationships/image" Target="../media/image1701.png"/><Relationship Id="rId375" Type="http://schemas.openxmlformats.org/officeDocument/2006/relationships/image" Target="../media/image1794.png"/><Relationship Id="rId396" Type="http://schemas.openxmlformats.org/officeDocument/2006/relationships/customXml" Target="../ink/ink2432.xml"/><Relationship Id="rId3" Type="http://schemas.openxmlformats.org/officeDocument/2006/relationships/image" Target="../media/image1608.png"/><Relationship Id="rId214" Type="http://schemas.openxmlformats.org/officeDocument/2006/relationships/customXml" Target="../ink/ink2341.xml"/><Relationship Id="rId235" Type="http://schemas.openxmlformats.org/officeDocument/2006/relationships/image" Target="../media/image1724.png"/><Relationship Id="rId256" Type="http://schemas.openxmlformats.org/officeDocument/2006/relationships/customXml" Target="../ink/ink2362.xml"/><Relationship Id="rId277" Type="http://schemas.openxmlformats.org/officeDocument/2006/relationships/image" Target="../media/image1745.png"/><Relationship Id="rId298" Type="http://schemas.openxmlformats.org/officeDocument/2006/relationships/customXml" Target="../ink/ink2383.xml"/><Relationship Id="rId400" Type="http://schemas.openxmlformats.org/officeDocument/2006/relationships/customXml" Target="../ink/ink2434.xml"/><Relationship Id="rId421" Type="http://schemas.openxmlformats.org/officeDocument/2006/relationships/image" Target="../media/image1817.png"/><Relationship Id="rId442" Type="http://schemas.openxmlformats.org/officeDocument/2006/relationships/customXml" Target="../ink/ink2455.xml"/><Relationship Id="rId116" Type="http://schemas.openxmlformats.org/officeDocument/2006/relationships/customXml" Target="../ink/ink2292.xml"/><Relationship Id="rId137" Type="http://schemas.openxmlformats.org/officeDocument/2006/relationships/image" Target="../media/image1675.png"/><Relationship Id="rId158" Type="http://schemas.openxmlformats.org/officeDocument/2006/relationships/customXml" Target="../ink/ink2313.xml"/><Relationship Id="rId302" Type="http://schemas.openxmlformats.org/officeDocument/2006/relationships/customXml" Target="../ink/ink2385.xml"/><Relationship Id="rId323" Type="http://schemas.openxmlformats.org/officeDocument/2006/relationships/image" Target="../media/image1768.png"/><Relationship Id="rId344" Type="http://schemas.openxmlformats.org/officeDocument/2006/relationships/customXml" Target="../ink/ink2406.xml"/><Relationship Id="rId20" Type="http://schemas.openxmlformats.org/officeDocument/2006/relationships/customXml" Target="../ink/ink2244.xml"/><Relationship Id="rId41" Type="http://schemas.openxmlformats.org/officeDocument/2006/relationships/image" Target="../media/image1627.png"/><Relationship Id="rId62" Type="http://schemas.openxmlformats.org/officeDocument/2006/relationships/customXml" Target="../ink/ink2265.xml"/><Relationship Id="rId83" Type="http://schemas.openxmlformats.org/officeDocument/2006/relationships/image" Target="../media/image1648.png"/><Relationship Id="rId179" Type="http://schemas.openxmlformats.org/officeDocument/2006/relationships/image" Target="../media/image1696.png"/><Relationship Id="rId365" Type="http://schemas.openxmlformats.org/officeDocument/2006/relationships/image" Target="../media/image1789.png"/><Relationship Id="rId386" Type="http://schemas.openxmlformats.org/officeDocument/2006/relationships/customXml" Target="../ink/ink2427.xml"/><Relationship Id="rId190" Type="http://schemas.openxmlformats.org/officeDocument/2006/relationships/customXml" Target="../ink/ink2329.xml"/><Relationship Id="rId204" Type="http://schemas.openxmlformats.org/officeDocument/2006/relationships/customXml" Target="../ink/ink2336.xml"/><Relationship Id="rId225" Type="http://schemas.openxmlformats.org/officeDocument/2006/relationships/image" Target="../media/image1719.png"/><Relationship Id="rId246" Type="http://schemas.openxmlformats.org/officeDocument/2006/relationships/customXml" Target="../ink/ink2357.xml"/><Relationship Id="rId267" Type="http://schemas.openxmlformats.org/officeDocument/2006/relationships/image" Target="../media/image1740.png"/><Relationship Id="rId288" Type="http://schemas.openxmlformats.org/officeDocument/2006/relationships/customXml" Target="../ink/ink2378.xml"/><Relationship Id="rId411" Type="http://schemas.openxmlformats.org/officeDocument/2006/relationships/image" Target="../media/image1812.png"/><Relationship Id="rId432" Type="http://schemas.openxmlformats.org/officeDocument/2006/relationships/customXml" Target="../ink/ink2450.xml"/><Relationship Id="rId106" Type="http://schemas.openxmlformats.org/officeDocument/2006/relationships/customXml" Target="../ink/ink2287.xml"/><Relationship Id="rId127" Type="http://schemas.openxmlformats.org/officeDocument/2006/relationships/image" Target="../media/image1670.png"/><Relationship Id="rId313" Type="http://schemas.openxmlformats.org/officeDocument/2006/relationships/image" Target="../media/image1763.png"/><Relationship Id="rId10" Type="http://schemas.openxmlformats.org/officeDocument/2006/relationships/customXml" Target="../ink/ink2239.xml"/><Relationship Id="rId31" Type="http://schemas.openxmlformats.org/officeDocument/2006/relationships/image" Target="../media/image1622.png"/><Relationship Id="rId52" Type="http://schemas.openxmlformats.org/officeDocument/2006/relationships/customXml" Target="../ink/ink2260.xml"/><Relationship Id="rId73" Type="http://schemas.openxmlformats.org/officeDocument/2006/relationships/image" Target="../media/image1643.png"/><Relationship Id="rId94" Type="http://schemas.openxmlformats.org/officeDocument/2006/relationships/customXml" Target="../ink/ink2281.xml"/><Relationship Id="rId148" Type="http://schemas.openxmlformats.org/officeDocument/2006/relationships/customXml" Target="../ink/ink2308.xml"/><Relationship Id="rId169" Type="http://schemas.openxmlformats.org/officeDocument/2006/relationships/image" Target="../media/image1691.png"/><Relationship Id="rId334" Type="http://schemas.openxmlformats.org/officeDocument/2006/relationships/customXml" Target="../ink/ink2401.xml"/><Relationship Id="rId355" Type="http://schemas.openxmlformats.org/officeDocument/2006/relationships/image" Target="../media/image1784.png"/><Relationship Id="rId376" Type="http://schemas.openxmlformats.org/officeDocument/2006/relationships/customXml" Target="../ink/ink2422.xml"/><Relationship Id="rId397" Type="http://schemas.openxmlformats.org/officeDocument/2006/relationships/image" Target="../media/image1805.png"/><Relationship Id="rId4" Type="http://schemas.openxmlformats.org/officeDocument/2006/relationships/customXml" Target="../ink/ink2236.xml"/><Relationship Id="rId180" Type="http://schemas.openxmlformats.org/officeDocument/2006/relationships/customXml" Target="../ink/ink2324.xml"/><Relationship Id="rId215" Type="http://schemas.openxmlformats.org/officeDocument/2006/relationships/image" Target="../media/image1714.png"/><Relationship Id="rId236" Type="http://schemas.openxmlformats.org/officeDocument/2006/relationships/customXml" Target="../ink/ink2352.xml"/><Relationship Id="rId257" Type="http://schemas.openxmlformats.org/officeDocument/2006/relationships/image" Target="../media/image1735.png"/><Relationship Id="rId278" Type="http://schemas.openxmlformats.org/officeDocument/2006/relationships/customXml" Target="../ink/ink2373.xml"/><Relationship Id="rId401" Type="http://schemas.openxmlformats.org/officeDocument/2006/relationships/image" Target="../media/image1807.png"/><Relationship Id="rId422" Type="http://schemas.openxmlformats.org/officeDocument/2006/relationships/customXml" Target="../ink/ink2445.xml"/><Relationship Id="rId443" Type="http://schemas.openxmlformats.org/officeDocument/2006/relationships/image" Target="../media/image1828.png"/><Relationship Id="rId303" Type="http://schemas.openxmlformats.org/officeDocument/2006/relationships/image" Target="../media/image1758.png"/><Relationship Id="rId42" Type="http://schemas.openxmlformats.org/officeDocument/2006/relationships/customXml" Target="../ink/ink2255.xml"/><Relationship Id="rId84" Type="http://schemas.openxmlformats.org/officeDocument/2006/relationships/customXml" Target="../ink/ink2276.xml"/><Relationship Id="rId138" Type="http://schemas.openxmlformats.org/officeDocument/2006/relationships/customXml" Target="../ink/ink2303.xml"/><Relationship Id="rId345" Type="http://schemas.openxmlformats.org/officeDocument/2006/relationships/image" Target="../media/image1779.png"/><Relationship Id="rId387" Type="http://schemas.openxmlformats.org/officeDocument/2006/relationships/image" Target="../media/image1800.png"/><Relationship Id="rId191" Type="http://schemas.openxmlformats.org/officeDocument/2006/relationships/image" Target="../media/image1702.png"/><Relationship Id="rId205" Type="http://schemas.openxmlformats.org/officeDocument/2006/relationships/image" Target="../media/image1709.png"/><Relationship Id="rId247" Type="http://schemas.openxmlformats.org/officeDocument/2006/relationships/image" Target="../media/image1730.png"/><Relationship Id="rId412" Type="http://schemas.openxmlformats.org/officeDocument/2006/relationships/customXml" Target="../ink/ink2440.xml"/><Relationship Id="rId107" Type="http://schemas.openxmlformats.org/officeDocument/2006/relationships/image" Target="../media/image1660.png"/><Relationship Id="rId289" Type="http://schemas.openxmlformats.org/officeDocument/2006/relationships/image" Target="../media/image1751.png"/><Relationship Id="rId11" Type="http://schemas.openxmlformats.org/officeDocument/2006/relationships/image" Target="../media/image1612.png"/><Relationship Id="rId53" Type="http://schemas.openxmlformats.org/officeDocument/2006/relationships/image" Target="../media/image1633.png"/><Relationship Id="rId149" Type="http://schemas.openxmlformats.org/officeDocument/2006/relationships/image" Target="../media/image1681.png"/><Relationship Id="rId314" Type="http://schemas.openxmlformats.org/officeDocument/2006/relationships/customXml" Target="../ink/ink2391.xml"/><Relationship Id="rId356" Type="http://schemas.openxmlformats.org/officeDocument/2006/relationships/customXml" Target="../ink/ink2412.xml"/><Relationship Id="rId398" Type="http://schemas.openxmlformats.org/officeDocument/2006/relationships/customXml" Target="../ink/ink2433.xml"/><Relationship Id="rId95" Type="http://schemas.openxmlformats.org/officeDocument/2006/relationships/image" Target="../media/image1654.png"/><Relationship Id="rId160" Type="http://schemas.openxmlformats.org/officeDocument/2006/relationships/customXml" Target="../ink/ink2314.xml"/><Relationship Id="rId216" Type="http://schemas.openxmlformats.org/officeDocument/2006/relationships/customXml" Target="../ink/ink2342.xml"/><Relationship Id="rId423" Type="http://schemas.openxmlformats.org/officeDocument/2006/relationships/image" Target="../media/image1818.png"/><Relationship Id="rId258" Type="http://schemas.openxmlformats.org/officeDocument/2006/relationships/customXml" Target="../ink/ink2363.xml"/><Relationship Id="rId22" Type="http://schemas.openxmlformats.org/officeDocument/2006/relationships/customXml" Target="../ink/ink2245.xml"/><Relationship Id="rId64" Type="http://schemas.openxmlformats.org/officeDocument/2006/relationships/customXml" Target="../ink/ink2266.xml"/><Relationship Id="rId118" Type="http://schemas.openxmlformats.org/officeDocument/2006/relationships/customXml" Target="../ink/ink2293.xml"/><Relationship Id="rId325" Type="http://schemas.openxmlformats.org/officeDocument/2006/relationships/image" Target="../media/image1769.png"/><Relationship Id="rId367" Type="http://schemas.openxmlformats.org/officeDocument/2006/relationships/image" Target="../media/image1790.png"/><Relationship Id="rId171" Type="http://schemas.openxmlformats.org/officeDocument/2006/relationships/image" Target="../media/image1692.png"/><Relationship Id="rId227" Type="http://schemas.openxmlformats.org/officeDocument/2006/relationships/image" Target="../media/image1720.png"/><Relationship Id="rId269" Type="http://schemas.openxmlformats.org/officeDocument/2006/relationships/image" Target="../media/image1741.png"/><Relationship Id="rId434" Type="http://schemas.openxmlformats.org/officeDocument/2006/relationships/customXml" Target="../ink/ink2451.xml"/><Relationship Id="rId33" Type="http://schemas.openxmlformats.org/officeDocument/2006/relationships/image" Target="../media/image1623.png"/><Relationship Id="rId129" Type="http://schemas.openxmlformats.org/officeDocument/2006/relationships/image" Target="../media/image1671.png"/><Relationship Id="rId280" Type="http://schemas.openxmlformats.org/officeDocument/2006/relationships/customXml" Target="../ink/ink2374.xml"/><Relationship Id="rId336" Type="http://schemas.openxmlformats.org/officeDocument/2006/relationships/customXml" Target="../ink/ink2402.xml"/><Relationship Id="rId75" Type="http://schemas.openxmlformats.org/officeDocument/2006/relationships/image" Target="../media/image1644.png"/><Relationship Id="rId140" Type="http://schemas.openxmlformats.org/officeDocument/2006/relationships/customXml" Target="../ink/ink2304.xml"/><Relationship Id="rId182" Type="http://schemas.openxmlformats.org/officeDocument/2006/relationships/customXml" Target="../ink/ink2325.xml"/><Relationship Id="rId378" Type="http://schemas.openxmlformats.org/officeDocument/2006/relationships/customXml" Target="../ink/ink2423.xml"/><Relationship Id="rId403" Type="http://schemas.openxmlformats.org/officeDocument/2006/relationships/image" Target="../media/image1808.png"/><Relationship Id="rId6" Type="http://schemas.openxmlformats.org/officeDocument/2006/relationships/customXml" Target="../ink/ink2237.xml"/><Relationship Id="rId238" Type="http://schemas.openxmlformats.org/officeDocument/2006/relationships/customXml" Target="../ink/ink2353.xml"/><Relationship Id="rId445" Type="http://schemas.openxmlformats.org/officeDocument/2006/relationships/image" Target="../media/image1829.png"/><Relationship Id="rId291" Type="http://schemas.openxmlformats.org/officeDocument/2006/relationships/image" Target="../media/image1752.png"/><Relationship Id="rId305" Type="http://schemas.openxmlformats.org/officeDocument/2006/relationships/image" Target="../media/image1759.png"/><Relationship Id="rId347" Type="http://schemas.openxmlformats.org/officeDocument/2006/relationships/image" Target="../media/image1780.png"/><Relationship Id="rId44" Type="http://schemas.openxmlformats.org/officeDocument/2006/relationships/customXml" Target="../ink/ink2256.xml"/><Relationship Id="rId86" Type="http://schemas.openxmlformats.org/officeDocument/2006/relationships/customXml" Target="../ink/ink2277.xml"/><Relationship Id="rId151" Type="http://schemas.openxmlformats.org/officeDocument/2006/relationships/image" Target="../media/image1682.png"/><Relationship Id="rId389" Type="http://schemas.openxmlformats.org/officeDocument/2006/relationships/image" Target="../media/image1801.png"/><Relationship Id="rId193" Type="http://schemas.openxmlformats.org/officeDocument/2006/relationships/image" Target="../media/image1703.png"/><Relationship Id="rId207" Type="http://schemas.openxmlformats.org/officeDocument/2006/relationships/image" Target="../media/image1710.png"/><Relationship Id="rId249" Type="http://schemas.openxmlformats.org/officeDocument/2006/relationships/image" Target="../media/image1731.png"/><Relationship Id="rId414" Type="http://schemas.openxmlformats.org/officeDocument/2006/relationships/customXml" Target="../ink/ink2441.xml"/><Relationship Id="rId13" Type="http://schemas.openxmlformats.org/officeDocument/2006/relationships/image" Target="../media/image1613.png"/><Relationship Id="rId109" Type="http://schemas.openxmlformats.org/officeDocument/2006/relationships/image" Target="../media/image1661.png"/><Relationship Id="rId260" Type="http://schemas.openxmlformats.org/officeDocument/2006/relationships/customXml" Target="../ink/ink2364.xml"/><Relationship Id="rId316" Type="http://schemas.openxmlformats.org/officeDocument/2006/relationships/customXml" Target="../ink/ink2392.xml"/><Relationship Id="rId55" Type="http://schemas.openxmlformats.org/officeDocument/2006/relationships/image" Target="../media/image1634.png"/><Relationship Id="rId97" Type="http://schemas.openxmlformats.org/officeDocument/2006/relationships/image" Target="../media/image1655.png"/><Relationship Id="rId120" Type="http://schemas.openxmlformats.org/officeDocument/2006/relationships/customXml" Target="../ink/ink2294.xml"/><Relationship Id="rId358" Type="http://schemas.openxmlformats.org/officeDocument/2006/relationships/customXml" Target="../ink/ink2413.xml"/><Relationship Id="rId162" Type="http://schemas.openxmlformats.org/officeDocument/2006/relationships/customXml" Target="../ink/ink2315.xml"/><Relationship Id="rId218" Type="http://schemas.openxmlformats.org/officeDocument/2006/relationships/customXml" Target="../ink/ink2343.xml"/><Relationship Id="rId425" Type="http://schemas.openxmlformats.org/officeDocument/2006/relationships/image" Target="../media/image1819.png"/><Relationship Id="rId271" Type="http://schemas.openxmlformats.org/officeDocument/2006/relationships/image" Target="../media/image1742.png"/><Relationship Id="rId24" Type="http://schemas.openxmlformats.org/officeDocument/2006/relationships/customXml" Target="../ink/ink2246.xml"/><Relationship Id="rId66" Type="http://schemas.openxmlformats.org/officeDocument/2006/relationships/customXml" Target="../ink/ink2267.xml"/><Relationship Id="rId131" Type="http://schemas.openxmlformats.org/officeDocument/2006/relationships/image" Target="../media/image1672.png"/><Relationship Id="rId327" Type="http://schemas.openxmlformats.org/officeDocument/2006/relationships/image" Target="../media/image1770.png"/><Relationship Id="rId369" Type="http://schemas.openxmlformats.org/officeDocument/2006/relationships/image" Target="../media/image1791.png"/><Relationship Id="rId173" Type="http://schemas.openxmlformats.org/officeDocument/2006/relationships/image" Target="../media/image1693.png"/><Relationship Id="rId229" Type="http://schemas.openxmlformats.org/officeDocument/2006/relationships/image" Target="../media/image1721.png"/><Relationship Id="rId380" Type="http://schemas.openxmlformats.org/officeDocument/2006/relationships/customXml" Target="../ink/ink2424.xml"/><Relationship Id="rId436" Type="http://schemas.openxmlformats.org/officeDocument/2006/relationships/customXml" Target="../ink/ink2452.xml"/><Relationship Id="rId240" Type="http://schemas.openxmlformats.org/officeDocument/2006/relationships/customXml" Target="../ink/ink2354.xml"/><Relationship Id="rId35" Type="http://schemas.openxmlformats.org/officeDocument/2006/relationships/image" Target="../media/image1624.png"/><Relationship Id="rId77" Type="http://schemas.openxmlformats.org/officeDocument/2006/relationships/image" Target="../media/image1645.png"/><Relationship Id="rId100" Type="http://schemas.openxmlformats.org/officeDocument/2006/relationships/customXml" Target="../ink/ink2284.xml"/><Relationship Id="rId282" Type="http://schemas.openxmlformats.org/officeDocument/2006/relationships/customXml" Target="../ink/ink2375.xml"/><Relationship Id="rId338" Type="http://schemas.openxmlformats.org/officeDocument/2006/relationships/customXml" Target="../ink/ink2403.xml"/><Relationship Id="rId8" Type="http://schemas.openxmlformats.org/officeDocument/2006/relationships/customXml" Target="../ink/ink2238.xml"/><Relationship Id="rId142" Type="http://schemas.openxmlformats.org/officeDocument/2006/relationships/customXml" Target="../ink/ink2305.xml"/><Relationship Id="rId184" Type="http://schemas.openxmlformats.org/officeDocument/2006/relationships/customXml" Target="../ink/ink2326.xml"/><Relationship Id="rId391" Type="http://schemas.openxmlformats.org/officeDocument/2006/relationships/image" Target="../media/image1802.png"/><Relationship Id="rId405" Type="http://schemas.openxmlformats.org/officeDocument/2006/relationships/image" Target="../media/image1809.png"/><Relationship Id="rId447" Type="http://schemas.openxmlformats.org/officeDocument/2006/relationships/image" Target="../media/image1830.png"/><Relationship Id="rId251" Type="http://schemas.openxmlformats.org/officeDocument/2006/relationships/image" Target="../media/image1732.png"/><Relationship Id="rId46" Type="http://schemas.openxmlformats.org/officeDocument/2006/relationships/customXml" Target="../ink/ink2257.xml"/><Relationship Id="rId293" Type="http://schemas.openxmlformats.org/officeDocument/2006/relationships/image" Target="../media/image1753.png"/><Relationship Id="rId307" Type="http://schemas.openxmlformats.org/officeDocument/2006/relationships/image" Target="../media/image1760.png"/><Relationship Id="rId349" Type="http://schemas.openxmlformats.org/officeDocument/2006/relationships/image" Target="../media/image1781.png"/><Relationship Id="rId88" Type="http://schemas.openxmlformats.org/officeDocument/2006/relationships/customXml" Target="../ink/ink2278.xml"/><Relationship Id="rId111" Type="http://schemas.openxmlformats.org/officeDocument/2006/relationships/image" Target="../media/image1662.png"/><Relationship Id="rId153" Type="http://schemas.openxmlformats.org/officeDocument/2006/relationships/image" Target="../media/image1683.png"/><Relationship Id="rId195" Type="http://schemas.openxmlformats.org/officeDocument/2006/relationships/image" Target="../media/image1704.png"/><Relationship Id="rId209" Type="http://schemas.openxmlformats.org/officeDocument/2006/relationships/image" Target="../media/image1711.png"/><Relationship Id="rId360" Type="http://schemas.openxmlformats.org/officeDocument/2006/relationships/customXml" Target="../ink/ink2414.xml"/><Relationship Id="rId416" Type="http://schemas.openxmlformats.org/officeDocument/2006/relationships/customXml" Target="../ink/ink2442.xml"/><Relationship Id="rId220" Type="http://schemas.openxmlformats.org/officeDocument/2006/relationships/customXml" Target="../ink/ink2344.xml"/><Relationship Id="rId15" Type="http://schemas.openxmlformats.org/officeDocument/2006/relationships/image" Target="../media/image1614.png"/><Relationship Id="rId57" Type="http://schemas.openxmlformats.org/officeDocument/2006/relationships/image" Target="../media/image1635.png"/><Relationship Id="rId262" Type="http://schemas.openxmlformats.org/officeDocument/2006/relationships/customXml" Target="../ink/ink2365.xml"/><Relationship Id="rId318" Type="http://schemas.openxmlformats.org/officeDocument/2006/relationships/customXml" Target="../ink/ink2393.xml"/><Relationship Id="rId99" Type="http://schemas.openxmlformats.org/officeDocument/2006/relationships/image" Target="../media/image1656.png"/><Relationship Id="rId122" Type="http://schemas.openxmlformats.org/officeDocument/2006/relationships/customXml" Target="../ink/ink2295.xml"/><Relationship Id="rId164" Type="http://schemas.openxmlformats.org/officeDocument/2006/relationships/customXml" Target="../ink/ink2316.xml"/><Relationship Id="rId371" Type="http://schemas.openxmlformats.org/officeDocument/2006/relationships/image" Target="../media/image1792.png"/><Relationship Id="rId427" Type="http://schemas.openxmlformats.org/officeDocument/2006/relationships/image" Target="../media/image1820.png"/><Relationship Id="rId26" Type="http://schemas.openxmlformats.org/officeDocument/2006/relationships/customXml" Target="../ink/ink2247.xml"/><Relationship Id="rId231" Type="http://schemas.openxmlformats.org/officeDocument/2006/relationships/image" Target="../media/image1722.png"/><Relationship Id="rId273" Type="http://schemas.openxmlformats.org/officeDocument/2006/relationships/image" Target="../media/image1743.png"/><Relationship Id="rId329" Type="http://schemas.openxmlformats.org/officeDocument/2006/relationships/image" Target="../media/image1771.png"/><Relationship Id="rId68" Type="http://schemas.openxmlformats.org/officeDocument/2006/relationships/customXml" Target="../ink/ink2268.xml"/><Relationship Id="rId133" Type="http://schemas.openxmlformats.org/officeDocument/2006/relationships/image" Target="../media/image1673.png"/><Relationship Id="rId175" Type="http://schemas.openxmlformats.org/officeDocument/2006/relationships/image" Target="../media/image1694.png"/><Relationship Id="rId340" Type="http://schemas.openxmlformats.org/officeDocument/2006/relationships/customXml" Target="../ink/ink2404.xml"/><Relationship Id="rId200" Type="http://schemas.openxmlformats.org/officeDocument/2006/relationships/customXml" Target="../ink/ink2334.xml"/><Relationship Id="rId382" Type="http://schemas.openxmlformats.org/officeDocument/2006/relationships/customXml" Target="../ink/ink2425.xml"/><Relationship Id="rId438" Type="http://schemas.openxmlformats.org/officeDocument/2006/relationships/customXml" Target="../ink/ink2453.xml"/><Relationship Id="rId242" Type="http://schemas.openxmlformats.org/officeDocument/2006/relationships/customXml" Target="../ink/ink2355.xml"/><Relationship Id="rId284" Type="http://schemas.openxmlformats.org/officeDocument/2006/relationships/customXml" Target="../ink/ink2376.xml"/><Relationship Id="rId37" Type="http://schemas.openxmlformats.org/officeDocument/2006/relationships/image" Target="../media/image1625.png"/><Relationship Id="rId79" Type="http://schemas.openxmlformats.org/officeDocument/2006/relationships/image" Target="../media/image1646.png"/><Relationship Id="rId102" Type="http://schemas.openxmlformats.org/officeDocument/2006/relationships/customXml" Target="../ink/ink2285.xml"/><Relationship Id="rId144" Type="http://schemas.openxmlformats.org/officeDocument/2006/relationships/customXml" Target="../ink/ink2306.xml"/><Relationship Id="rId90" Type="http://schemas.openxmlformats.org/officeDocument/2006/relationships/customXml" Target="../ink/ink2279.xml"/><Relationship Id="rId186" Type="http://schemas.openxmlformats.org/officeDocument/2006/relationships/customXml" Target="../ink/ink2327.xml"/><Relationship Id="rId351" Type="http://schemas.openxmlformats.org/officeDocument/2006/relationships/image" Target="../media/image1782.png"/><Relationship Id="rId393" Type="http://schemas.openxmlformats.org/officeDocument/2006/relationships/image" Target="../media/image1803.png"/><Relationship Id="rId407" Type="http://schemas.openxmlformats.org/officeDocument/2006/relationships/image" Target="../media/image1810.png"/><Relationship Id="rId449" Type="http://schemas.openxmlformats.org/officeDocument/2006/relationships/image" Target="../media/image1831.png"/><Relationship Id="rId211" Type="http://schemas.openxmlformats.org/officeDocument/2006/relationships/image" Target="../media/image1712.png"/><Relationship Id="rId253" Type="http://schemas.openxmlformats.org/officeDocument/2006/relationships/image" Target="../media/image1733.png"/><Relationship Id="rId295" Type="http://schemas.openxmlformats.org/officeDocument/2006/relationships/image" Target="../media/image1754.png"/><Relationship Id="rId309" Type="http://schemas.openxmlformats.org/officeDocument/2006/relationships/image" Target="../media/image1761.png"/><Relationship Id="rId48" Type="http://schemas.openxmlformats.org/officeDocument/2006/relationships/customXml" Target="../ink/ink2258.xml"/><Relationship Id="rId113" Type="http://schemas.openxmlformats.org/officeDocument/2006/relationships/image" Target="../media/image1663.png"/><Relationship Id="rId320" Type="http://schemas.openxmlformats.org/officeDocument/2006/relationships/customXml" Target="../ink/ink2394.xml"/><Relationship Id="rId155" Type="http://schemas.openxmlformats.org/officeDocument/2006/relationships/image" Target="../media/image1684.png"/><Relationship Id="rId197" Type="http://schemas.openxmlformats.org/officeDocument/2006/relationships/image" Target="../media/image1705.png"/><Relationship Id="rId362" Type="http://schemas.openxmlformats.org/officeDocument/2006/relationships/customXml" Target="../ink/ink2415.xml"/><Relationship Id="rId418" Type="http://schemas.openxmlformats.org/officeDocument/2006/relationships/customXml" Target="../ink/ink2443.xml"/><Relationship Id="rId222" Type="http://schemas.openxmlformats.org/officeDocument/2006/relationships/customXml" Target="../ink/ink2345.xml"/><Relationship Id="rId264" Type="http://schemas.openxmlformats.org/officeDocument/2006/relationships/customXml" Target="../ink/ink2366.xml"/><Relationship Id="rId17" Type="http://schemas.openxmlformats.org/officeDocument/2006/relationships/image" Target="../media/image1615.png"/><Relationship Id="rId59" Type="http://schemas.openxmlformats.org/officeDocument/2006/relationships/image" Target="../media/image1636.png"/><Relationship Id="rId124" Type="http://schemas.openxmlformats.org/officeDocument/2006/relationships/customXml" Target="../ink/ink2296.xml"/><Relationship Id="rId70" Type="http://schemas.openxmlformats.org/officeDocument/2006/relationships/customXml" Target="../ink/ink2269.xml"/><Relationship Id="rId166" Type="http://schemas.openxmlformats.org/officeDocument/2006/relationships/customXml" Target="../ink/ink2317.xml"/><Relationship Id="rId331" Type="http://schemas.openxmlformats.org/officeDocument/2006/relationships/image" Target="../media/image1772.png"/><Relationship Id="rId373" Type="http://schemas.openxmlformats.org/officeDocument/2006/relationships/image" Target="../media/image1793.png"/><Relationship Id="rId429" Type="http://schemas.openxmlformats.org/officeDocument/2006/relationships/image" Target="../media/image1821.png"/><Relationship Id="rId1" Type="http://schemas.openxmlformats.org/officeDocument/2006/relationships/slideLayout" Target="../slideLayouts/slideLayout2.xml"/><Relationship Id="rId233" Type="http://schemas.openxmlformats.org/officeDocument/2006/relationships/image" Target="../media/image1723.png"/><Relationship Id="rId440" Type="http://schemas.openxmlformats.org/officeDocument/2006/relationships/customXml" Target="../ink/ink2454.xml"/><Relationship Id="rId28" Type="http://schemas.openxmlformats.org/officeDocument/2006/relationships/customXml" Target="../ink/ink2248.xml"/><Relationship Id="rId275" Type="http://schemas.openxmlformats.org/officeDocument/2006/relationships/image" Target="../media/image1744.png"/><Relationship Id="rId300" Type="http://schemas.openxmlformats.org/officeDocument/2006/relationships/customXml" Target="../ink/ink2384.xml"/><Relationship Id="rId81" Type="http://schemas.openxmlformats.org/officeDocument/2006/relationships/image" Target="../media/image1647.png"/><Relationship Id="rId135" Type="http://schemas.openxmlformats.org/officeDocument/2006/relationships/image" Target="../media/image1674.png"/><Relationship Id="rId177" Type="http://schemas.openxmlformats.org/officeDocument/2006/relationships/image" Target="../media/image1695.png"/><Relationship Id="rId342" Type="http://schemas.openxmlformats.org/officeDocument/2006/relationships/customXml" Target="../ink/ink2405.xml"/><Relationship Id="rId384" Type="http://schemas.openxmlformats.org/officeDocument/2006/relationships/customXml" Target="../ink/ink2426.xml"/><Relationship Id="rId202" Type="http://schemas.openxmlformats.org/officeDocument/2006/relationships/customXml" Target="../ink/ink2335.xml"/><Relationship Id="rId244" Type="http://schemas.openxmlformats.org/officeDocument/2006/relationships/customXml" Target="../ink/ink2356.xml"/><Relationship Id="rId39" Type="http://schemas.openxmlformats.org/officeDocument/2006/relationships/image" Target="../media/image1626.png"/><Relationship Id="rId286" Type="http://schemas.openxmlformats.org/officeDocument/2006/relationships/customXml" Target="../ink/ink2377.xml"/><Relationship Id="rId451" Type="http://schemas.openxmlformats.org/officeDocument/2006/relationships/image" Target="../media/image1832.png"/></Relationships>
</file>

<file path=ppt/slides/_rels/slide2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665.png"/><Relationship Id="rId299" Type="http://schemas.openxmlformats.org/officeDocument/2006/relationships/image" Target="../media/image1915.png"/><Relationship Id="rId21" Type="http://schemas.openxmlformats.org/officeDocument/2006/relationships/image" Target="../media/image1617.png"/><Relationship Id="rId63" Type="http://schemas.openxmlformats.org/officeDocument/2006/relationships/image" Target="../media/image1638.png"/><Relationship Id="rId159" Type="http://schemas.openxmlformats.org/officeDocument/2006/relationships/image" Target="../media/image1862.png"/><Relationship Id="rId324" Type="http://schemas.openxmlformats.org/officeDocument/2006/relationships/customXml" Target="../ink/ink2621.xml"/><Relationship Id="rId366" Type="http://schemas.openxmlformats.org/officeDocument/2006/relationships/customXml" Target="../ink/ink2642.xml"/><Relationship Id="rId170" Type="http://schemas.openxmlformats.org/officeDocument/2006/relationships/customXml" Target="../ink/ink2544.xml"/><Relationship Id="rId226" Type="http://schemas.openxmlformats.org/officeDocument/2006/relationships/customXml" Target="../ink/ink2572.xml"/><Relationship Id="rId433" Type="http://schemas.openxmlformats.org/officeDocument/2006/relationships/image" Target="../media/image1981.png"/><Relationship Id="rId268" Type="http://schemas.openxmlformats.org/officeDocument/2006/relationships/customXml" Target="../ink/ink2593.xml"/><Relationship Id="rId32" Type="http://schemas.openxmlformats.org/officeDocument/2006/relationships/customXml" Target="../ink/ink2475.xml"/><Relationship Id="rId74" Type="http://schemas.openxmlformats.org/officeDocument/2006/relationships/customXml" Target="../ink/ink2496.xml"/><Relationship Id="rId128" Type="http://schemas.openxmlformats.org/officeDocument/2006/relationships/customXml" Target="../ink/ink2523.xml"/><Relationship Id="rId335" Type="http://schemas.openxmlformats.org/officeDocument/2006/relationships/image" Target="../media/image1933.png"/><Relationship Id="rId377" Type="http://schemas.openxmlformats.org/officeDocument/2006/relationships/image" Target="../media/image1954.png"/><Relationship Id="rId5" Type="http://schemas.openxmlformats.org/officeDocument/2006/relationships/image" Target="../media/image1609.png"/><Relationship Id="rId181" Type="http://schemas.openxmlformats.org/officeDocument/2006/relationships/image" Target="../media/image1871.png"/><Relationship Id="rId237" Type="http://schemas.openxmlformats.org/officeDocument/2006/relationships/image" Target="../media/image1890.png"/><Relationship Id="rId402" Type="http://schemas.openxmlformats.org/officeDocument/2006/relationships/customXml" Target="../ink/ink2660.xml"/><Relationship Id="rId279" Type="http://schemas.openxmlformats.org/officeDocument/2006/relationships/image" Target="../media/image1905.png"/><Relationship Id="rId444" Type="http://schemas.openxmlformats.org/officeDocument/2006/relationships/customXml" Target="../ink/ink2681.xml"/><Relationship Id="rId43" Type="http://schemas.openxmlformats.org/officeDocument/2006/relationships/image" Target="../media/image1628.png"/><Relationship Id="rId139" Type="http://schemas.openxmlformats.org/officeDocument/2006/relationships/image" Target="../media/image1857.png"/><Relationship Id="rId290" Type="http://schemas.openxmlformats.org/officeDocument/2006/relationships/customXml" Target="../ink/ink2604.xml"/><Relationship Id="rId304" Type="http://schemas.openxmlformats.org/officeDocument/2006/relationships/customXml" Target="../ink/ink2611.xml"/><Relationship Id="rId346" Type="http://schemas.openxmlformats.org/officeDocument/2006/relationships/customXml" Target="../ink/ink2632.xml"/><Relationship Id="rId388" Type="http://schemas.openxmlformats.org/officeDocument/2006/relationships/customXml" Target="../ink/ink2653.xml"/><Relationship Id="rId85" Type="http://schemas.openxmlformats.org/officeDocument/2006/relationships/image" Target="../media/image1834.png"/><Relationship Id="rId150" Type="http://schemas.openxmlformats.org/officeDocument/2006/relationships/customXml" Target="../ink/ink2534.xml"/><Relationship Id="rId192" Type="http://schemas.openxmlformats.org/officeDocument/2006/relationships/customXml" Target="../ink/ink2555.xml"/><Relationship Id="rId206" Type="http://schemas.openxmlformats.org/officeDocument/2006/relationships/customXml" Target="../ink/ink2562.xml"/><Relationship Id="rId413" Type="http://schemas.openxmlformats.org/officeDocument/2006/relationships/image" Target="../media/image1972.png"/><Relationship Id="rId248" Type="http://schemas.openxmlformats.org/officeDocument/2006/relationships/customXml" Target="../ink/ink2583.xml"/><Relationship Id="rId455" Type="http://schemas.openxmlformats.org/officeDocument/2006/relationships/image" Target="../media/image1992.png"/><Relationship Id="rId12" Type="http://schemas.openxmlformats.org/officeDocument/2006/relationships/customXml" Target="../ink/ink2465.xml"/><Relationship Id="rId108" Type="http://schemas.openxmlformats.org/officeDocument/2006/relationships/customXml" Target="../ink/ink2513.xml"/><Relationship Id="rId315" Type="http://schemas.openxmlformats.org/officeDocument/2006/relationships/image" Target="../media/image1923.png"/><Relationship Id="rId357" Type="http://schemas.openxmlformats.org/officeDocument/2006/relationships/image" Target="../media/image1944.png"/><Relationship Id="rId54" Type="http://schemas.openxmlformats.org/officeDocument/2006/relationships/customXml" Target="../ink/ink2486.xml"/><Relationship Id="rId96" Type="http://schemas.openxmlformats.org/officeDocument/2006/relationships/customXml" Target="../ink/ink2507.xml"/><Relationship Id="rId161" Type="http://schemas.openxmlformats.org/officeDocument/2006/relationships/image" Target="../media/image1863.png"/><Relationship Id="rId217" Type="http://schemas.openxmlformats.org/officeDocument/2006/relationships/image" Target="../media/image1884.png"/><Relationship Id="rId399" Type="http://schemas.openxmlformats.org/officeDocument/2006/relationships/image" Target="../media/image1965.png"/><Relationship Id="rId259" Type="http://schemas.openxmlformats.org/officeDocument/2006/relationships/image" Target="../media/image1897.png"/><Relationship Id="rId424" Type="http://schemas.openxmlformats.org/officeDocument/2006/relationships/customXml" Target="../ink/ink2671.xml"/><Relationship Id="rId466" Type="http://schemas.openxmlformats.org/officeDocument/2006/relationships/customXml" Target="../ink/ink2692.xml"/><Relationship Id="rId23" Type="http://schemas.openxmlformats.org/officeDocument/2006/relationships/image" Target="../media/image1618.png"/><Relationship Id="rId119" Type="http://schemas.openxmlformats.org/officeDocument/2006/relationships/image" Target="../media/image1849.png"/><Relationship Id="rId270" Type="http://schemas.openxmlformats.org/officeDocument/2006/relationships/customXml" Target="../ink/ink2594.xml"/><Relationship Id="rId326" Type="http://schemas.openxmlformats.org/officeDocument/2006/relationships/customXml" Target="../ink/ink2622.xml"/><Relationship Id="rId65" Type="http://schemas.openxmlformats.org/officeDocument/2006/relationships/image" Target="../media/image1639.png"/><Relationship Id="rId130" Type="http://schemas.openxmlformats.org/officeDocument/2006/relationships/customXml" Target="../ink/ink2524.xml"/><Relationship Id="rId368" Type="http://schemas.openxmlformats.org/officeDocument/2006/relationships/customXml" Target="../ink/ink2643.xml"/><Relationship Id="rId172" Type="http://schemas.openxmlformats.org/officeDocument/2006/relationships/customXml" Target="../ink/ink2545.xml"/><Relationship Id="rId228" Type="http://schemas.openxmlformats.org/officeDocument/2006/relationships/customXml" Target="../ink/ink2573.xml"/><Relationship Id="rId435" Type="http://schemas.openxmlformats.org/officeDocument/2006/relationships/image" Target="../media/image1982.png"/><Relationship Id="rId281" Type="http://schemas.openxmlformats.org/officeDocument/2006/relationships/image" Target="../media/image1906.png"/><Relationship Id="rId337" Type="http://schemas.openxmlformats.org/officeDocument/2006/relationships/image" Target="../media/image1934.png"/><Relationship Id="rId34" Type="http://schemas.openxmlformats.org/officeDocument/2006/relationships/customXml" Target="../ink/ink2476.xml"/><Relationship Id="rId76" Type="http://schemas.openxmlformats.org/officeDocument/2006/relationships/customXml" Target="../ink/ink2497.xml"/><Relationship Id="rId141" Type="http://schemas.openxmlformats.org/officeDocument/2006/relationships/image" Target="../media/image1858.png"/><Relationship Id="rId379" Type="http://schemas.openxmlformats.org/officeDocument/2006/relationships/image" Target="../media/image1955.png"/><Relationship Id="rId7" Type="http://schemas.openxmlformats.org/officeDocument/2006/relationships/image" Target="../media/image1610.png"/><Relationship Id="rId183" Type="http://schemas.openxmlformats.org/officeDocument/2006/relationships/image" Target="../media/image1872.png"/><Relationship Id="rId239" Type="http://schemas.openxmlformats.org/officeDocument/2006/relationships/image" Target="../media/image1891.png"/><Relationship Id="rId390" Type="http://schemas.openxmlformats.org/officeDocument/2006/relationships/customXml" Target="../ink/ink2654.xml"/><Relationship Id="rId404" Type="http://schemas.openxmlformats.org/officeDocument/2006/relationships/customXml" Target="../ink/ink2661.xml"/><Relationship Id="rId446" Type="http://schemas.openxmlformats.org/officeDocument/2006/relationships/customXml" Target="../ink/ink2682.xml"/><Relationship Id="rId250" Type="http://schemas.openxmlformats.org/officeDocument/2006/relationships/customXml" Target="../ink/ink2584.xml"/><Relationship Id="rId292" Type="http://schemas.openxmlformats.org/officeDocument/2006/relationships/customXml" Target="../ink/ink2605.xml"/><Relationship Id="rId306" Type="http://schemas.openxmlformats.org/officeDocument/2006/relationships/customXml" Target="../ink/ink2612.xml"/><Relationship Id="rId45" Type="http://schemas.openxmlformats.org/officeDocument/2006/relationships/image" Target="../media/image1629.png"/><Relationship Id="rId87" Type="http://schemas.openxmlformats.org/officeDocument/2006/relationships/image" Target="../media/image1835.png"/><Relationship Id="rId110" Type="http://schemas.openxmlformats.org/officeDocument/2006/relationships/customXml" Target="../ink/ink2514.xml"/><Relationship Id="rId348" Type="http://schemas.openxmlformats.org/officeDocument/2006/relationships/customXml" Target="../ink/ink2633.xml"/><Relationship Id="rId152" Type="http://schemas.openxmlformats.org/officeDocument/2006/relationships/customXml" Target="../ink/ink2535.xml"/><Relationship Id="rId194" Type="http://schemas.openxmlformats.org/officeDocument/2006/relationships/customXml" Target="../ink/ink2556.xml"/><Relationship Id="rId208" Type="http://schemas.openxmlformats.org/officeDocument/2006/relationships/customXml" Target="../ink/ink2563.xml"/><Relationship Id="rId415" Type="http://schemas.openxmlformats.org/officeDocument/2006/relationships/image" Target="../media/image1973.png"/><Relationship Id="rId457" Type="http://schemas.openxmlformats.org/officeDocument/2006/relationships/image" Target="../media/image1993.png"/><Relationship Id="rId261" Type="http://schemas.openxmlformats.org/officeDocument/2006/relationships/image" Target="../media/image1898.png"/><Relationship Id="rId14" Type="http://schemas.openxmlformats.org/officeDocument/2006/relationships/customXml" Target="../ink/ink2466.xml"/><Relationship Id="rId56" Type="http://schemas.openxmlformats.org/officeDocument/2006/relationships/customXml" Target="../ink/ink2487.xml"/><Relationship Id="rId317" Type="http://schemas.openxmlformats.org/officeDocument/2006/relationships/image" Target="../media/image1924.png"/><Relationship Id="rId359" Type="http://schemas.openxmlformats.org/officeDocument/2006/relationships/image" Target="../media/image1945.png"/><Relationship Id="rId98" Type="http://schemas.openxmlformats.org/officeDocument/2006/relationships/customXml" Target="../ink/ink2508.xml"/><Relationship Id="rId121" Type="http://schemas.openxmlformats.org/officeDocument/2006/relationships/image" Target="../media/image1667.png"/><Relationship Id="rId163" Type="http://schemas.openxmlformats.org/officeDocument/2006/relationships/image" Target="../media/image1775.png"/><Relationship Id="rId219" Type="http://schemas.openxmlformats.org/officeDocument/2006/relationships/image" Target="../media/image1885.png"/><Relationship Id="rId370" Type="http://schemas.openxmlformats.org/officeDocument/2006/relationships/customXml" Target="../ink/ink2644.xml"/><Relationship Id="rId426" Type="http://schemas.openxmlformats.org/officeDocument/2006/relationships/customXml" Target="../ink/ink2672.xml"/><Relationship Id="rId230" Type="http://schemas.openxmlformats.org/officeDocument/2006/relationships/customXml" Target="../ink/ink2574.xml"/><Relationship Id="rId468" Type="http://schemas.openxmlformats.org/officeDocument/2006/relationships/customXml" Target="../ink/ink2693.xml"/><Relationship Id="rId25" Type="http://schemas.openxmlformats.org/officeDocument/2006/relationships/image" Target="../media/image1619.png"/><Relationship Id="rId67" Type="http://schemas.openxmlformats.org/officeDocument/2006/relationships/image" Target="../media/image1640.png"/><Relationship Id="rId272" Type="http://schemas.openxmlformats.org/officeDocument/2006/relationships/customXml" Target="../ink/ink2595.xml"/><Relationship Id="rId328" Type="http://schemas.openxmlformats.org/officeDocument/2006/relationships/customXml" Target="../ink/ink2623.xml"/><Relationship Id="rId132" Type="http://schemas.openxmlformats.org/officeDocument/2006/relationships/customXml" Target="../ink/ink2525.xml"/><Relationship Id="rId174" Type="http://schemas.openxmlformats.org/officeDocument/2006/relationships/customXml" Target="../ink/ink2546.xml"/><Relationship Id="rId381" Type="http://schemas.openxmlformats.org/officeDocument/2006/relationships/image" Target="../media/image1956.png"/><Relationship Id="rId241" Type="http://schemas.openxmlformats.org/officeDocument/2006/relationships/image" Target="../media/image1892.png"/><Relationship Id="rId437" Type="http://schemas.openxmlformats.org/officeDocument/2006/relationships/image" Target="../media/image1983.png"/><Relationship Id="rId36" Type="http://schemas.openxmlformats.org/officeDocument/2006/relationships/customXml" Target="../ink/ink2477.xml"/><Relationship Id="rId283" Type="http://schemas.openxmlformats.org/officeDocument/2006/relationships/image" Target="../media/image1907.png"/><Relationship Id="rId339" Type="http://schemas.openxmlformats.org/officeDocument/2006/relationships/image" Target="../media/image1935.png"/><Relationship Id="rId78" Type="http://schemas.openxmlformats.org/officeDocument/2006/relationships/customXml" Target="../ink/ink2498.xml"/><Relationship Id="rId101" Type="http://schemas.openxmlformats.org/officeDocument/2006/relationships/image" Target="../media/image1841.png"/><Relationship Id="rId143" Type="http://schemas.openxmlformats.org/officeDocument/2006/relationships/image" Target="../media/image1765.png"/><Relationship Id="rId185" Type="http://schemas.openxmlformats.org/officeDocument/2006/relationships/image" Target="../media/image1873.png"/><Relationship Id="rId350" Type="http://schemas.openxmlformats.org/officeDocument/2006/relationships/customXml" Target="../ink/ink2634.xml"/><Relationship Id="rId406" Type="http://schemas.openxmlformats.org/officeDocument/2006/relationships/customXml" Target="../ink/ink2662.xml"/><Relationship Id="rId9" Type="http://schemas.openxmlformats.org/officeDocument/2006/relationships/image" Target="../media/image1611.png"/><Relationship Id="rId210" Type="http://schemas.openxmlformats.org/officeDocument/2006/relationships/customXml" Target="../ink/ink2564.xml"/><Relationship Id="rId392" Type="http://schemas.openxmlformats.org/officeDocument/2006/relationships/customXml" Target="../ink/ink2655.xml"/><Relationship Id="rId448" Type="http://schemas.openxmlformats.org/officeDocument/2006/relationships/customXml" Target="../ink/ink2683.xml"/><Relationship Id="rId252" Type="http://schemas.openxmlformats.org/officeDocument/2006/relationships/customXml" Target="../ink/ink2585.xml"/><Relationship Id="rId294" Type="http://schemas.openxmlformats.org/officeDocument/2006/relationships/customXml" Target="../ink/ink2606.xml"/><Relationship Id="rId308" Type="http://schemas.openxmlformats.org/officeDocument/2006/relationships/customXml" Target="../ink/ink2613.xml"/><Relationship Id="rId47" Type="http://schemas.openxmlformats.org/officeDocument/2006/relationships/image" Target="../media/image1630.png"/><Relationship Id="rId89" Type="http://schemas.openxmlformats.org/officeDocument/2006/relationships/image" Target="../media/image1836.png"/><Relationship Id="rId112" Type="http://schemas.openxmlformats.org/officeDocument/2006/relationships/customXml" Target="../ink/ink2515.xml"/><Relationship Id="rId154" Type="http://schemas.openxmlformats.org/officeDocument/2006/relationships/customXml" Target="../ink/ink2536.xml"/><Relationship Id="rId361" Type="http://schemas.openxmlformats.org/officeDocument/2006/relationships/image" Target="../media/image1946.png"/><Relationship Id="rId196" Type="http://schemas.openxmlformats.org/officeDocument/2006/relationships/customXml" Target="../ink/ink2557.xml"/><Relationship Id="rId417" Type="http://schemas.openxmlformats.org/officeDocument/2006/relationships/image" Target="../media/image1974.png"/><Relationship Id="rId459" Type="http://schemas.openxmlformats.org/officeDocument/2006/relationships/image" Target="../media/image1994.png"/><Relationship Id="rId16" Type="http://schemas.openxmlformats.org/officeDocument/2006/relationships/customXml" Target="../ink/ink2467.xml"/><Relationship Id="rId221" Type="http://schemas.openxmlformats.org/officeDocument/2006/relationships/image" Target="../media/image1804.png"/><Relationship Id="rId263" Type="http://schemas.openxmlformats.org/officeDocument/2006/relationships/image" Target="../media/image1825.png"/><Relationship Id="rId319" Type="http://schemas.openxmlformats.org/officeDocument/2006/relationships/image" Target="../media/image1925.png"/><Relationship Id="rId58" Type="http://schemas.openxmlformats.org/officeDocument/2006/relationships/customXml" Target="../ink/ink2488.xml"/><Relationship Id="rId123" Type="http://schemas.openxmlformats.org/officeDocument/2006/relationships/image" Target="../media/image1850.png"/><Relationship Id="rId330" Type="http://schemas.openxmlformats.org/officeDocument/2006/relationships/customXml" Target="../ink/ink2624.xml"/><Relationship Id="rId165" Type="http://schemas.openxmlformats.org/officeDocument/2006/relationships/image" Target="../media/image1776.png"/><Relationship Id="rId372" Type="http://schemas.openxmlformats.org/officeDocument/2006/relationships/customXml" Target="../ink/ink2645.xml"/><Relationship Id="rId428" Type="http://schemas.openxmlformats.org/officeDocument/2006/relationships/customXml" Target="../ink/ink2673.xml"/><Relationship Id="rId232" Type="http://schemas.openxmlformats.org/officeDocument/2006/relationships/customXml" Target="../ink/ink2575.xml"/><Relationship Id="rId274" Type="http://schemas.openxmlformats.org/officeDocument/2006/relationships/customXml" Target="../ink/ink2596.xml"/><Relationship Id="rId27" Type="http://schemas.openxmlformats.org/officeDocument/2006/relationships/image" Target="../media/image1620.png"/><Relationship Id="rId69" Type="http://schemas.openxmlformats.org/officeDocument/2006/relationships/image" Target="../media/image1641.png"/><Relationship Id="rId134" Type="http://schemas.openxmlformats.org/officeDocument/2006/relationships/customXml" Target="../ink/ink2526.xml"/><Relationship Id="rId80" Type="http://schemas.openxmlformats.org/officeDocument/2006/relationships/customXml" Target="../ink/ink2499.xml"/><Relationship Id="rId176" Type="http://schemas.openxmlformats.org/officeDocument/2006/relationships/customXml" Target="../ink/ink2547.xml"/><Relationship Id="rId341" Type="http://schemas.openxmlformats.org/officeDocument/2006/relationships/image" Target="../media/image1936.png"/><Relationship Id="rId383" Type="http://schemas.openxmlformats.org/officeDocument/2006/relationships/image" Target="../media/image1957.png"/><Relationship Id="rId439" Type="http://schemas.openxmlformats.org/officeDocument/2006/relationships/image" Target="../media/image1984.png"/><Relationship Id="rId201" Type="http://schemas.openxmlformats.org/officeDocument/2006/relationships/image" Target="../media/image1794.png"/><Relationship Id="rId243" Type="http://schemas.openxmlformats.org/officeDocument/2006/relationships/image" Target="../media/image1893.png"/><Relationship Id="rId285" Type="http://schemas.openxmlformats.org/officeDocument/2006/relationships/image" Target="../media/image1908.png"/><Relationship Id="rId450" Type="http://schemas.openxmlformats.org/officeDocument/2006/relationships/customXml" Target="../ink/ink2684.xml"/><Relationship Id="rId38" Type="http://schemas.openxmlformats.org/officeDocument/2006/relationships/customXml" Target="../ink/ink2478.xml"/><Relationship Id="rId103" Type="http://schemas.openxmlformats.org/officeDocument/2006/relationships/image" Target="../media/image1842.png"/><Relationship Id="rId310" Type="http://schemas.openxmlformats.org/officeDocument/2006/relationships/customXml" Target="../ink/ink2614.xml"/><Relationship Id="rId91" Type="http://schemas.openxmlformats.org/officeDocument/2006/relationships/image" Target="../media/image1837.png"/><Relationship Id="rId145" Type="http://schemas.openxmlformats.org/officeDocument/2006/relationships/image" Target="../media/image1766.png"/><Relationship Id="rId187" Type="http://schemas.openxmlformats.org/officeDocument/2006/relationships/image" Target="../media/image1874.png"/><Relationship Id="rId352" Type="http://schemas.openxmlformats.org/officeDocument/2006/relationships/customXml" Target="../ink/ink2635.xml"/><Relationship Id="rId394" Type="http://schemas.openxmlformats.org/officeDocument/2006/relationships/customXml" Target="../ink/ink2656.xml"/><Relationship Id="rId408" Type="http://schemas.openxmlformats.org/officeDocument/2006/relationships/customXml" Target="../ink/ink2663.xml"/><Relationship Id="rId212" Type="http://schemas.openxmlformats.org/officeDocument/2006/relationships/customXml" Target="../ink/ink2565.xml"/><Relationship Id="rId254" Type="http://schemas.openxmlformats.org/officeDocument/2006/relationships/customXml" Target="../ink/ink2586.xml"/><Relationship Id="rId49" Type="http://schemas.openxmlformats.org/officeDocument/2006/relationships/image" Target="../media/image1631.png"/><Relationship Id="rId114" Type="http://schemas.openxmlformats.org/officeDocument/2006/relationships/customXml" Target="../ink/ink2516.xml"/><Relationship Id="rId296" Type="http://schemas.openxmlformats.org/officeDocument/2006/relationships/customXml" Target="../ink/ink2607.xml"/><Relationship Id="rId461" Type="http://schemas.openxmlformats.org/officeDocument/2006/relationships/image" Target="../media/image1995.png"/><Relationship Id="rId60" Type="http://schemas.openxmlformats.org/officeDocument/2006/relationships/customXml" Target="../ink/ink2489.xml"/><Relationship Id="rId156" Type="http://schemas.openxmlformats.org/officeDocument/2006/relationships/customXml" Target="../ink/ink2537.xml"/><Relationship Id="rId198" Type="http://schemas.openxmlformats.org/officeDocument/2006/relationships/customXml" Target="../ink/ink2558.xml"/><Relationship Id="rId321" Type="http://schemas.openxmlformats.org/officeDocument/2006/relationships/image" Target="../media/image1926.png"/><Relationship Id="rId363" Type="http://schemas.openxmlformats.org/officeDocument/2006/relationships/image" Target="../media/image1947.png"/><Relationship Id="rId419" Type="http://schemas.openxmlformats.org/officeDocument/2006/relationships/image" Target="../media/image1975.png"/><Relationship Id="rId223" Type="http://schemas.openxmlformats.org/officeDocument/2006/relationships/image" Target="../media/image1805.png"/><Relationship Id="rId430" Type="http://schemas.openxmlformats.org/officeDocument/2006/relationships/customXml" Target="../ink/ink2674.xml"/><Relationship Id="rId18" Type="http://schemas.openxmlformats.org/officeDocument/2006/relationships/customXml" Target="../ink/ink2468.xml"/><Relationship Id="rId265" Type="http://schemas.openxmlformats.org/officeDocument/2006/relationships/image" Target="../media/image1826.png"/><Relationship Id="rId125" Type="http://schemas.openxmlformats.org/officeDocument/2006/relationships/image" Target="../media/image1851.png"/><Relationship Id="rId167" Type="http://schemas.openxmlformats.org/officeDocument/2006/relationships/image" Target="../media/image1864.png"/><Relationship Id="rId332" Type="http://schemas.openxmlformats.org/officeDocument/2006/relationships/customXml" Target="../ink/ink2625.xml"/><Relationship Id="rId374" Type="http://schemas.openxmlformats.org/officeDocument/2006/relationships/customXml" Target="../ink/ink2646.xml"/><Relationship Id="rId71" Type="http://schemas.openxmlformats.org/officeDocument/2006/relationships/image" Target="../media/image1642.png"/><Relationship Id="rId234" Type="http://schemas.openxmlformats.org/officeDocument/2006/relationships/customXml" Target="../ink/ink2576.xml"/><Relationship Id="rId2" Type="http://schemas.openxmlformats.org/officeDocument/2006/relationships/customXml" Target="../ink/ink2460.xml"/><Relationship Id="rId29" Type="http://schemas.openxmlformats.org/officeDocument/2006/relationships/image" Target="../media/image1621.png"/><Relationship Id="rId276" Type="http://schemas.openxmlformats.org/officeDocument/2006/relationships/customXml" Target="../ink/ink2597.xml"/><Relationship Id="rId441" Type="http://schemas.openxmlformats.org/officeDocument/2006/relationships/image" Target="../media/image1985.png"/><Relationship Id="rId40" Type="http://schemas.openxmlformats.org/officeDocument/2006/relationships/customXml" Target="../ink/ink2479.xml"/><Relationship Id="rId136" Type="http://schemas.openxmlformats.org/officeDocument/2006/relationships/customXml" Target="../ink/ink2527.xml"/><Relationship Id="rId178" Type="http://schemas.openxmlformats.org/officeDocument/2006/relationships/customXml" Target="../ink/ink2548.xml"/><Relationship Id="rId301" Type="http://schemas.openxmlformats.org/officeDocument/2006/relationships/image" Target="../media/image1916.png"/><Relationship Id="rId343" Type="http://schemas.openxmlformats.org/officeDocument/2006/relationships/image" Target="../media/image1937.png"/><Relationship Id="rId82" Type="http://schemas.openxmlformats.org/officeDocument/2006/relationships/customXml" Target="../ink/ink2500.xml"/><Relationship Id="rId203" Type="http://schemas.openxmlformats.org/officeDocument/2006/relationships/image" Target="../media/image1795.png"/><Relationship Id="rId385" Type="http://schemas.openxmlformats.org/officeDocument/2006/relationships/image" Target="../media/image1958.png"/><Relationship Id="rId19" Type="http://schemas.openxmlformats.org/officeDocument/2006/relationships/image" Target="../media/image1616.png"/><Relationship Id="rId224" Type="http://schemas.openxmlformats.org/officeDocument/2006/relationships/customXml" Target="../ink/ink2571.xml"/><Relationship Id="rId245" Type="http://schemas.openxmlformats.org/officeDocument/2006/relationships/image" Target="../media/image1816.png"/><Relationship Id="rId266" Type="http://schemas.openxmlformats.org/officeDocument/2006/relationships/customXml" Target="../ink/ink2592.xml"/><Relationship Id="rId287" Type="http://schemas.openxmlformats.org/officeDocument/2006/relationships/image" Target="../media/image1909.png"/><Relationship Id="rId410" Type="http://schemas.openxmlformats.org/officeDocument/2006/relationships/customXml" Target="../ink/ink2664.xml"/><Relationship Id="rId431" Type="http://schemas.openxmlformats.org/officeDocument/2006/relationships/image" Target="../media/image1980.png"/><Relationship Id="rId452" Type="http://schemas.openxmlformats.org/officeDocument/2006/relationships/customXml" Target="../ink/ink2685.xml"/><Relationship Id="rId30" Type="http://schemas.openxmlformats.org/officeDocument/2006/relationships/customXml" Target="../ink/ink2474.xml"/><Relationship Id="rId105" Type="http://schemas.openxmlformats.org/officeDocument/2006/relationships/image" Target="../media/image1843.png"/><Relationship Id="rId126" Type="http://schemas.openxmlformats.org/officeDocument/2006/relationships/customXml" Target="../ink/ink2522.xml"/><Relationship Id="rId147" Type="http://schemas.openxmlformats.org/officeDocument/2006/relationships/image" Target="../media/image1767.png"/><Relationship Id="rId168" Type="http://schemas.openxmlformats.org/officeDocument/2006/relationships/customXml" Target="../ink/ink2543.xml"/><Relationship Id="rId312" Type="http://schemas.openxmlformats.org/officeDocument/2006/relationships/customXml" Target="../ink/ink2615.xml"/><Relationship Id="rId333" Type="http://schemas.openxmlformats.org/officeDocument/2006/relationships/image" Target="../media/image1932.png"/><Relationship Id="rId354" Type="http://schemas.openxmlformats.org/officeDocument/2006/relationships/customXml" Target="../ink/ink2636.xml"/><Relationship Id="rId51" Type="http://schemas.openxmlformats.org/officeDocument/2006/relationships/image" Target="../media/image1632.png"/><Relationship Id="rId72" Type="http://schemas.openxmlformats.org/officeDocument/2006/relationships/customXml" Target="../ink/ink2495.xml"/><Relationship Id="rId93" Type="http://schemas.openxmlformats.org/officeDocument/2006/relationships/image" Target="../media/image1838.png"/><Relationship Id="rId189" Type="http://schemas.openxmlformats.org/officeDocument/2006/relationships/image" Target="../media/image1875.png"/><Relationship Id="rId375" Type="http://schemas.openxmlformats.org/officeDocument/2006/relationships/image" Target="../media/image1953.png"/><Relationship Id="rId396" Type="http://schemas.openxmlformats.org/officeDocument/2006/relationships/customXml" Target="../ink/ink2657.xml"/><Relationship Id="rId3" Type="http://schemas.openxmlformats.org/officeDocument/2006/relationships/image" Target="../media/image1608.png"/><Relationship Id="rId214" Type="http://schemas.openxmlformats.org/officeDocument/2006/relationships/customXml" Target="../ink/ink2566.xml"/><Relationship Id="rId235" Type="http://schemas.openxmlformats.org/officeDocument/2006/relationships/image" Target="../media/image1811.png"/><Relationship Id="rId256" Type="http://schemas.openxmlformats.org/officeDocument/2006/relationships/customXml" Target="../ink/ink2587.xml"/><Relationship Id="rId277" Type="http://schemas.openxmlformats.org/officeDocument/2006/relationships/image" Target="../media/image1904.png"/><Relationship Id="rId298" Type="http://schemas.openxmlformats.org/officeDocument/2006/relationships/customXml" Target="../ink/ink2608.xml"/><Relationship Id="rId400" Type="http://schemas.openxmlformats.org/officeDocument/2006/relationships/customXml" Target="../ink/ink2659.xml"/><Relationship Id="rId421" Type="http://schemas.openxmlformats.org/officeDocument/2006/relationships/image" Target="../media/image1976.png"/><Relationship Id="rId442" Type="http://schemas.openxmlformats.org/officeDocument/2006/relationships/customXml" Target="../ink/ink2680.xml"/><Relationship Id="rId463" Type="http://schemas.openxmlformats.org/officeDocument/2006/relationships/image" Target="../media/image1996.png"/><Relationship Id="rId116" Type="http://schemas.openxmlformats.org/officeDocument/2006/relationships/customXml" Target="../ink/ink2517.xml"/><Relationship Id="rId137" Type="http://schemas.openxmlformats.org/officeDocument/2006/relationships/image" Target="../media/image1856.png"/><Relationship Id="rId158" Type="http://schemas.openxmlformats.org/officeDocument/2006/relationships/customXml" Target="../ink/ink2538.xml"/><Relationship Id="rId302" Type="http://schemas.openxmlformats.org/officeDocument/2006/relationships/customXml" Target="../ink/ink2610.xml"/><Relationship Id="rId323" Type="http://schemas.openxmlformats.org/officeDocument/2006/relationships/image" Target="../media/image1927.png"/><Relationship Id="rId344" Type="http://schemas.openxmlformats.org/officeDocument/2006/relationships/customXml" Target="../ink/ink2631.xml"/><Relationship Id="rId20" Type="http://schemas.openxmlformats.org/officeDocument/2006/relationships/customXml" Target="../ink/ink2469.xml"/><Relationship Id="rId41" Type="http://schemas.openxmlformats.org/officeDocument/2006/relationships/image" Target="../media/image1627.png"/><Relationship Id="rId62" Type="http://schemas.openxmlformats.org/officeDocument/2006/relationships/customXml" Target="../ink/ink2490.xml"/><Relationship Id="rId83" Type="http://schemas.openxmlformats.org/officeDocument/2006/relationships/image" Target="../media/image1833.png"/><Relationship Id="rId179" Type="http://schemas.openxmlformats.org/officeDocument/2006/relationships/image" Target="../media/image1870.png"/><Relationship Id="rId365" Type="http://schemas.openxmlformats.org/officeDocument/2006/relationships/image" Target="../media/image1948.png"/><Relationship Id="rId386" Type="http://schemas.openxmlformats.org/officeDocument/2006/relationships/customXml" Target="../ink/ink2652.xml"/><Relationship Id="rId190" Type="http://schemas.openxmlformats.org/officeDocument/2006/relationships/customXml" Target="../ink/ink2554.xml"/><Relationship Id="rId204" Type="http://schemas.openxmlformats.org/officeDocument/2006/relationships/customXml" Target="../ink/ink2561.xml"/><Relationship Id="rId225" Type="http://schemas.openxmlformats.org/officeDocument/2006/relationships/image" Target="../media/image1886.png"/><Relationship Id="rId246" Type="http://schemas.openxmlformats.org/officeDocument/2006/relationships/customXml" Target="../ink/ink2582.xml"/><Relationship Id="rId267" Type="http://schemas.openxmlformats.org/officeDocument/2006/relationships/image" Target="../media/image1899.png"/><Relationship Id="rId288" Type="http://schemas.openxmlformats.org/officeDocument/2006/relationships/customXml" Target="../ink/ink2603.xml"/><Relationship Id="rId411" Type="http://schemas.openxmlformats.org/officeDocument/2006/relationships/image" Target="../media/image1971.png"/><Relationship Id="rId432" Type="http://schemas.openxmlformats.org/officeDocument/2006/relationships/customXml" Target="../ink/ink2675.xml"/><Relationship Id="rId453" Type="http://schemas.openxmlformats.org/officeDocument/2006/relationships/image" Target="../media/image1991.png"/><Relationship Id="rId106" Type="http://schemas.openxmlformats.org/officeDocument/2006/relationships/customXml" Target="../ink/ink2512.xml"/><Relationship Id="rId127" Type="http://schemas.openxmlformats.org/officeDocument/2006/relationships/image" Target="../media/image1852.png"/><Relationship Id="rId313" Type="http://schemas.openxmlformats.org/officeDocument/2006/relationships/image" Target="../media/image1922.png"/><Relationship Id="rId10" Type="http://schemas.openxmlformats.org/officeDocument/2006/relationships/customXml" Target="../ink/ink2464.xml"/><Relationship Id="rId31" Type="http://schemas.openxmlformats.org/officeDocument/2006/relationships/image" Target="../media/image1622.png"/><Relationship Id="rId52" Type="http://schemas.openxmlformats.org/officeDocument/2006/relationships/customXml" Target="../ink/ink2485.xml"/><Relationship Id="rId73" Type="http://schemas.openxmlformats.org/officeDocument/2006/relationships/image" Target="../media/image1643.png"/><Relationship Id="rId94" Type="http://schemas.openxmlformats.org/officeDocument/2006/relationships/customXml" Target="../ink/ink2506.xml"/><Relationship Id="rId148" Type="http://schemas.openxmlformats.org/officeDocument/2006/relationships/customXml" Target="../ink/ink2533.xml"/><Relationship Id="rId169" Type="http://schemas.openxmlformats.org/officeDocument/2006/relationships/image" Target="../media/image1865.png"/><Relationship Id="rId334" Type="http://schemas.openxmlformats.org/officeDocument/2006/relationships/customXml" Target="../ink/ink2626.xml"/><Relationship Id="rId355" Type="http://schemas.openxmlformats.org/officeDocument/2006/relationships/image" Target="../media/image1943.png"/><Relationship Id="rId376" Type="http://schemas.openxmlformats.org/officeDocument/2006/relationships/customXml" Target="../ink/ink2647.xml"/><Relationship Id="rId397" Type="http://schemas.openxmlformats.org/officeDocument/2006/relationships/image" Target="../media/image1964.png"/><Relationship Id="rId4" Type="http://schemas.openxmlformats.org/officeDocument/2006/relationships/customXml" Target="../ink/ink2461.xml"/><Relationship Id="rId180" Type="http://schemas.openxmlformats.org/officeDocument/2006/relationships/customXml" Target="../ink/ink2549.xml"/><Relationship Id="rId215" Type="http://schemas.openxmlformats.org/officeDocument/2006/relationships/image" Target="../media/image1883.png"/><Relationship Id="rId236" Type="http://schemas.openxmlformats.org/officeDocument/2006/relationships/customXml" Target="../ink/ink2577.xml"/><Relationship Id="rId257" Type="http://schemas.openxmlformats.org/officeDocument/2006/relationships/image" Target="../media/image1822.png"/><Relationship Id="rId278" Type="http://schemas.openxmlformats.org/officeDocument/2006/relationships/customXml" Target="../ink/ink2598.xml"/><Relationship Id="rId401" Type="http://schemas.openxmlformats.org/officeDocument/2006/relationships/image" Target="../media/image1966.png"/><Relationship Id="rId422" Type="http://schemas.openxmlformats.org/officeDocument/2006/relationships/customXml" Target="../ink/ink2670.xml"/><Relationship Id="rId443" Type="http://schemas.openxmlformats.org/officeDocument/2006/relationships/image" Target="../media/image1986.png"/><Relationship Id="rId464" Type="http://schemas.openxmlformats.org/officeDocument/2006/relationships/customXml" Target="../ink/ink2691.xml"/><Relationship Id="rId303" Type="http://schemas.openxmlformats.org/officeDocument/2006/relationships/image" Target="../media/image1917.png"/><Relationship Id="rId42" Type="http://schemas.openxmlformats.org/officeDocument/2006/relationships/customXml" Target="../ink/ink2480.xml"/><Relationship Id="rId84" Type="http://schemas.openxmlformats.org/officeDocument/2006/relationships/customXml" Target="../ink/ink2501.xml"/><Relationship Id="rId138" Type="http://schemas.openxmlformats.org/officeDocument/2006/relationships/customXml" Target="../ink/ink2528.xml"/><Relationship Id="rId345" Type="http://schemas.openxmlformats.org/officeDocument/2006/relationships/image" Target="../media/image1938.png"/><Relationship Id="rId387" Type="http://schemas.openxmlformats.org/officeDocument/2006/relationships/image" Target="../media/image1959.png"/><Relationship Id="rId191" Type="http://schemas.openxmlformats.org/officeDocument/2006/relationships/image" Target="../media/image1876.png"/><Relationship Id="rId205" Type="http://schemas.openxmlformats.org/officeDocument/2006/relationships/image" Target="../media/image1879.png"/><Relationship Id="rId247" Type="http://schemas.openxmlformats.org/officeDocument/2006/relationships/image" Target="../media/image1894.png"/><Relationship Id="rId412" Type="http://schemas.openxmlformats.org/officeDocument/2006/relationships/customXml" Target="../ink/ink2665.xml"/><Relationship Id="rId107" Type="http://schemas.openxmlformats.org/officeDocument/2006/relationships/image" Target="../media/image1844.png"/><Relationship Id="rId289" Type="http://schemas.openxmlformats.org/officeDocument/2006/relationships/image" Target="../media/image1910.png"/><Relationship Id="rId454" Type="http://schemas.openxmlformats.org/officeDocument/2006/relationships/customXml" Target="../ink/ink2686.xml"/><Relationship Id="rId11" Type="http://schemas.openxmlformats.org/officeDocument/2006/relationships/image" Target="../media/image1612.png"/><Relationship Id="rId53" Type="http://schemas.openxmlformats.org/officeDocument/2006/relationships/image" Target="../media/image1633.png"/><Relationship Id="rId149" Type="http://schemas.openxmlformats.org/officeDocument/2006/relationships/image" Target="../media/image1859.png"/><Relationship Id="rId314" Type="http://schemas.openxmlformats.org/officeDocument/2006/relationships/customXml" Target="../ink/ink2616.xml"/><Relationship Id="rId356" Type="http://schemas.openxmlformats.org/officeDocument/2006/relationships/customXml" Target="../ink/ink2637.xml"/><Relationship Id="rId398" Type="http://schemas.openxmlformats.org/officeDocument/2006/relationships/customXml" Target="../ink/ink2658.xml"/><Relationship Id="rId95" Type="http://schemas.openxmlformats.org/officeDocument/2006/relationships/image" Target="../media/image1654.png"/><Relationship Id="rId160" Type="http://schemas.openxmlformats.org/officeDocument/2006/relationships/customXml" Target="../ink/ink2539.xml"/><Relationship Id="rId216" Type="http://schemas.openxmlformats.org/officeDocument/2006/relationships/customXml" Target="../ink/ink2567.xml"/><Relationship Id="rId423" Type="http://schemas.openxmlformats.org/officeDocument/2006/relationships/image" Target="../media/image1977.png"/><Relationship Id="rId258" Type="http://schemas.openxmlformats.org/officeDocument/2006/relationships/customXml" Target="../ink/ink2588.xml"/><Relationship Id="rId465" Type="http://schemas.openxmlformats.org/officeDocument/2006/relationships/image" Target="../media/image1997.png"/><Relationship Id="rId22" Type="http://schemas.openxmlformats.org/officeDocument/2006/relationships/customXml" Target="../ink/ink2470.xml"/><Relationship Id="rId64" Type="http://schemas.openxmlformats.org/officeDocument/2006/relationships/customXml" Target="../ink/ink2491.xml"/><Relationship Id="rId118" Type="http://schemas.openxmlformats.org/officeDocument/2006/relationships/customXml" Target="../ink/ink2518.xml"/><Relationship Id="rId325" Type="http://schemas.openxmlformats.org/officeDocument/2006/relationships/image" Target="../media/image1928.png"/><Relationship Id="rId367" Type="http://schemas.openxmlformats.org/officeDocument/2006/relationships/image" Target="../media/image1949.png"/><Relationship Id="rId171" Type="http://schemas.openxmlformats.org/officeDocument/2006/relationships/image" Target="../media/image1866.png"/><Relationship Id="rId227" Type="http://schemas.openxmlformats.org/officeDocument/2006/relationships/image" Target="../media/image1887.png"/><Relationship Id="rId269" Type="http://schemas.openxmlformats.org/officeDocument/2006/relationships/image" Target="../media/image1900.png"/><Relationship Id="rId434" Type="http://schemas.openxmlformats.org/officeDocument/2006/relationships/customXml" Target="../ink/ink2676.xml"/><Relationship Id="rId33" Type="http://schemas.openxmlformats.org/officeDocument/2006/relationships/image" Target="../media/image1623.png"/><Relationship Id="rId129" Type="http://schemas.openxmlformats.org/officeDocument/2006/relationships/image" Target="../media/image1853.png"/><Relationship Id="rId280" Type="http://schemas.openxmlformats.org/officeDocument/2006/relationships/customXml" Target="../ink/ink2599.xml"/><Relationship Id="rId336" Type="http://schemas.openxmlformats.org/officeDocument/2006/relationships/customXml" Target="../ink/ink2627.xml"/><Relationship Id="rId75" Type="http://schemas.openxmlformats.org/officeDocument/2006/relationships/image" Target="../media/image1644.png"/><Relationship Id="rId140" Type="http://schemas.openxmlformats.org/officeDocument/2006/relationships/customXml" Target="../ink/ink2529.xml"/><Relationship Id="rId182" Type="http://schemas.openxmlformats.org/officeDocument/2006/relationships/customXml" Target="../ink/ink2550.xml"/><Relationship Id="rId378" Type="http://schemas.openxmlformats.org/officeDocument/2006/relationships/customXml" Target="../ink/ink2648.xml"/><Relationship Id="rId403" Type="http://schemas.openxmlformats.org/officeDocument/2006/relationships/image" Target="../media/image1967.png"/><Relationship Id="rId6" Type="http://schemas.openxmlformats.org/officeDocument/2006/relationships/customXml" Target="../ink/ink2462.xml"/><Relationship Id="rId238" Type="http://schemas.openxmlformats.org/officeDocument/2006/relationships/customXml" Target="../ink/ink2578.xml"/><Relationship Id="rId445" Type="http://schemas.openxmlformats.org/officeDocument/2006/relationships/image" Target="../media/image1987.png"/><Relationship Id="rId291" Type="http://schemas.openxmlformats.org/officeDocument/2006/relationships/image" Target="../media/image1911.png"/><Relationship Id="rId305" Type="http://schemas.openxmlformats.org/officeDocument/2006/relationships/image" Target="../media/image1918.png"/><Relationship Id="rId347" Type="http://schemas.openxmlformats.org/officeDocument/2006/relationships/image" Target="../media/image1939.png"/><Relationship Id="rId44" Type="http://schemas.openxmlformats.org/officeDocument/2006/relationships/customXml" Target="../ink/ink2481.xml"/><Relationship Id="rId86" Type="http://schemas.openxmlformats.org/officeDocument/2006/relationships/customXml" Target="../ink/ink2502.xml"/><Relationship Id="rId151" Type="http://schemas.openxmlformats.org/officeDocument/2006/relationships/image" Target="../media/image1769.png"/><Relationship Id="rId389" Type="http://schemas.openxmlformats.org/officeDocument/2006/relationships/image" Target="../media/image1960.png"/><Relationship Id="rId193" Type="http://schemas.openxmlformats.org/officeDocument/2006/relationships/image" Target="../media/image1790.png"/><Relationship Id="rId207" Type="http://schemas.openxmlformats.org/officeDocument/2006/relationships/image" Target="../media/image1880.png"/><Relationship Id="rId249" Type="http://schemas.openxmlformats.org/officeDocument/2006/relationships/image" Target="../media/image1895.png"/><Relationship Id="rId414" Type="http://schemas.openxmlformats.org/officeDocument/2006/relationships/customXml" Target="../ink/ink2666.xml"/><Relationship Id="rId456" Type="http://schemas.openxmlformats.org/officeDocument/2006/relationships/customXml" Target="../ink/ink2687.xml"/><Relationship Id="rId13" Type="http://schemas.openxmlformats.org/officeDocument/2006/relationships/image" Target="../media/image1613.png"/><Relationship Id="rId109" Type="http://schemas.openxmlformats.org/officeDocument/2006/relationships/image" Target="../media/image1845.png"/><Relationship Id="rId260" Type="http://schemas.openxmlformats.org/officeDocument/2006/relationships/customXml" Target="../ink/ink2589.xml"/><Relationship Id="rId316" Type="http://schemas.openxmlformats.org/officeDocument/2006/relationships/customXml" Target="../ink/ink2617.xml"/><Relationship Id="rId55" Type="http://schemas.openxmlformats.org/officeDocument/2006/relationships/image" Target="../media/image1634.png"/><Relationship Id="rId97" Type="http://schemas.openxmlformats.org/officeDocument/2006/relationships/image" Target="../media/image1839.png"/><Relationship Id="rId120" Type="http://schemas.openxmlformats.org/officeDocument/2006/relationships/customXml" Target="../ink/ink2519.xml"/><Relationship Id="rId358" Type="http://schemas.openxmlformats.org/officeDocument/2006/relationships/customXml" Target="../ink/ink2638.xml"/><Relationship Id="rId162" Type="http://schemas.openxmlformats.org/officeDocument/2006/relationships/customXml" Target="../ink/ink2540.xml"/><Relationship Id="rId218" Type="http://schemas.openxmlformats.org/officeDocument/2006/relationships/customXml" Target="../ink/ink2568.xml"/><Relationship Id="rId425" Type="http://schemas.openxmlformats.org/officeDocument/2006/relationships/image" Target="../media/image1698.png"/><Relationship Id="rId467" Type="http://schemas.openxmlformats.org/officeDocument/2006/relationships/image" Target="../media/image1998.png"/><Relationship Id="rId271" Type="http://schemas.openxmlformats.org/officeDocument/2006/relationships/image" Target="../media/image1901.png"/><Relationship Id="rId24" Type="http://schemas.openxmlformats.org/officeDocument/2006/relationships/customXml" Target="../ink/ink2471.xml"/><Relationship Id="rId66" Type="http://schemas.openxmlformats.org/officeDocument/2006/relationships/customXml" Target="../ink/ink2492.xml"/><Relationship Id="rId131" Type="http://schemas.openxmlformats.org/officeDocument/2006/relationships/image" Target="../media/image1854.png"/><Relationship Id="rId327" Type="http://schemas.openxmlformats.org/officeDocument/2006/relationships/image" Target="../media/image1929.png"/><Relationship Id="rId369" Type="http://schemas.openxmlformats.org/officeDocument/2006/relationships/image" Target="../media/image1950.png"/><Relationship Id="rId173" Type="http://schemas.openxmlformats.org/officeDocument/2006/relationships/image" Target="../media/image1867.png"/><Relationship Id="rId229" Type="http://schemas.openxmlformats.org/officeDocument/2006/relationships/image" Target="../media/image1888.png"/><Relationship Id="rId380" Type="http://schemas.openxmlformats.org/officeDocument/2006/relationships/customXml" Target="../ink/ink2649.xml"/><Relationship Id="rId436" Type="http://schemas.openxmlformats.org/officeDocument/2006/relationships/customXml" Target="../ink/ink2677.xml"/><Relationship Id="rId240" Type="http://schemas.openxmlformats.org/officeDocument/2006/relationships/customXml" Target="../ink/ink2579.xml"/><Relationship Id="rId35" Type="http://schemas.openxmlformats.org/officeDocument/2006/relationships/image" Target="../media/image1624.png"/><Relationship Id="rId77" Type="http://schemas.openxmlformats.org/officeDocument/2006/relationships/image" Target="../media/image1645.png"/><Relationship Id="rId100" Type="http://schemas.openxmlformats.org/officeDocument/2006/relationships/customXml" Target="../ink/ink2509.xml"/><Relationship Id="rId282" Type="http://schemas.openxmlformats.org/officeDocument/2006/relationships/customXml" Target="../ink/ink2600.xml"/><Relationship Id="rId338" Type="http://schemas.openxmlformats.org/officeDocument/2006/relationships/customXml" Target="../ink/ink2628.xml"/><Relationship Id="rId8" Type="http://schemas.openxmlformats.org/officeDocument/2006/relationships/customXml" Target="../ink/ink2463.xml"/><Relationship Id="rId142" Type="http://schemas.openxmlformats.org/officeDocument/2006/relationships/customXml" Target="../ink/ink2530.xml"/><Relationship Id="rId184" Type="http://schemas.openxmlformats.org/officeDocument/2006/relationships/customXml" Target="../ink/ink2551.xml"/><Relationship Id="rId391" Type="http://schemas.openxmlformats.org/officeDocument/2006/relationships/image" Target="../media/image1961.png"/><Relationship Id="rId405" Type="http://schemas.openxmlformats.org/officeDocument/2006/relationships/image" Target="../media/image1968.png"/><Relationship Id="rId447" Type="http://schemas.openxmlformats.org/officeDocument/2006/relationships/image" Target="../media/image1988.png"/><Relationship Id="rId251" Type="http://schemas.openxmlformats.org/officeDocument/2006/relationships/image" Target="../media/image1896.png"/><Relationship Id="rId46" Type="http://schemas.openxmlformats.org/officeDocument/2006/relationships/customXml" Target="../ink/ink2482.xml"/><Relationship Id="rId293" Type="http://schemas.openxmlformats.org/officeDocument/2006/relationships/image" Target="../media/image1912.png"/><Relationship Id="rId307" Type="http://schemas.openxmlformats.org/officeDocument/2006/relationships/image" Target="../media/image1919.png"/><Relationship Id="rId349" Type="http://schemas.openxmlformats.org/officeDocument/2006/relationships/image" Target="../media/image1940.png"/><Relationship Id="rId88" Type="http://schemas.openxmlformats.org/officeDocument/2006/relationships/customXml" Target="../ink/ink2503.xml"/><Relationship Id="rId111" Type="http://schemas.openxmlformats.org/officeDocument/2006/relationships/image" Target="../media/image1846.png"/><Relationship Id="rId153" Type="http://schemas.openxmlformats.org/officeDocument/2006/relationships/image" Target="../media/image1860.png"/><Relationship Id="rId195" Type="http://schemas.openxmlformats.org/officeDocument/2006/relationships/image" Target="../media/image1791.png"/><Relationship Id="rId209" Type="http://schemas.openxmlformats.org/officeDocument/2006/relationships/image" Target="../media/image1798.png"/><Relationship Id="rId360" Type="http://schemas.openxmlformats.org/officeDocument/2006/relationships/customXml" Target="../ink/ink2639.xml"/><Relationship Id="rId416" Type="http://schemas.openxmlformats.org/officeDocument/2006/relationships/customXml" Target="../ink/ink2667.xml"/><Relationship Id="rId220" Type="http://schemas.openxmlformats.org/officeDocument/2006/relationships/customXml" Target="../ink/ink2569.xml"/><Relationship Id="rId458" Type="http://schemas.openxmlformats.org/officeDocument/2006/relationships/customXml" Target="../ink/ink2688.xml"/><Relationship Id="rId15" Type="http://schemas.openxmlformats.org/officeDocument/2006/relationships/image" Target="../media/image1614.png"/><Relationship Id="rId57" Type="http://schemas.openxmlformats.org/officeDocument/2006/relationships/image" Target="../media/image1635.png"/><Relationship Id="rId262" Type="http://schemas.openxmlformats.org/officeDocument/2006/relationships/customXml" Target="../ink/ink2590.xml"/><Relationship Id="rId318" Type="http://schemas.openxmlformats.org/officeDocument/2006/relationships/customXml" Target="../ink/ink2618.xml"/><Relationship Id="rId99" Type="http://schemas.openxmlformats.org/officeDocument/2006/relationships/image" Target="../media/image1840.png"/><Relationship Id="rId122" Type="http://schemas.openxmlformats.org/officeDocument/2006/relationships/customXml" Target="../ink/ink2520.xml"/><Relationship Id="rId164" Type="http://schemas.openxmlformats.org/officeDocument/2006/relationships/customXml" Target="../ink/ink2541.xml"/><Relationship Id="rId371" Type="http://schemas.openxmlformats.org/officeDocument/2006/relationships/image" Target="../media/image1951.png"/><Relationship Id="rId427" Type="http://schemas.openxmlformats.org/officeDocument/2006/relationships/image" Target="../media/image1978.png"/><Relationship Id="rId469" Type="http://schemas.openxmlformats.org/officeDocument/2006/relationships/image" Target="../media/image1999.png"/><Relationship Id="rId26" Type="http://schemas.openxmlformats.org/officeDocument/2006/relationships/customXml" Target="../ink/ink2472.xml"/><Relationship Id="rId231" Type="http://schemas.openxmlformats.org/officeDocument/2006/relationships/image" Target="../media/image1809.png"/><Relationship Id="rId273" Type="http://schemas.openxmlformats.org/officeDocument/2006/relationships/image" Target="../media/image1902.png"/><Relationship Id="rId329" Type="http://schemas.openxmlformats.org/officeDocument/2006/relationships/image" Target="../media/image1930.png"/><Relationship Id="rId68" Type="http://schemas.openxmlformats.org/officeDocument/2006/relationships/customXml" Target="../ink/ink2493.xml"/><Relationship Id="rId133" Type="http://schemas.openxmlformats.org/officeDocument/2006/relationships/image" Target="../media/image1855.png"/><Relationship Id="rId175" Type="http://schemas.openxmlformats.org/officeDocument/2006/relationships/image" Target="../media/image1868.png"/><Relationship Id="rId340" Type="http://schemas.openxmlformats.org/officeDocument/2006/relationships/customXml" Target="../ink/ink2629.xml"/><Relationship Id="rId200" Type="http://schemas.openxmlformats.org/officeDocument/2006/relationships/customXml" Target="../ink/ink2559.xml"/><Relationship Id="rId382" Type="http://schemas.openxmlformats.org/officeDocument/2006/relationships/customXml" Target="../ink/ink2650.xml"/><Relationship Id="rId438" Type="http://schemas.openxmlformats.org/officeDocument/2006/relationships/customXml" Target="../ink/ink2678.xml"/><Relationship Id="rId242" Type="http://schemas.openxmlformats.org/officeDocument/2006/relationships/customXml" Target="../ink/ink2580.xml"/><Relationship Id="rId284" Type="http://schemas.openxmlformats.org/officeDocument/2006/relationships/customXml" Target="../ink/ink2601.xml"/><Relationship Id="rId37" Type="http://schemas.openxmlformats.org/officeDocument/2006/relationships/image" Target="../media/image1625.png"/><Relationship Id="rId79" Type="http://schemas.openxmlformats.org/officeDocument/2006/relationships/image" Target="../media/image1646.png"/><Relationship Id="rId102" Type="http://schemas.openxmlformats.org/officeDocument/2006/relationships/customXml" Target="../ink/ink2510.xml"/><Relationship Id="rId144" Type="http://schemas.openxmlformats.org/officeDocument/2006/relationships/customXml" Target="../ink/ink2531.xml"/><Relationship Id="rId90" Type="http://schemas.openxmlformats.org/officeDocument/2006/relationships/customXml" Target="../ink/ink2504.xml"/><Relationship Id="rId186" Type="http://schemas.openxmlformats.org/officeDocument/2006/relationships/customXml" Target="../ink/ink2552.xml"/><Relationship Id="rId351" Type="http://schemas.openxmlformats.org/officeDocument/2006/relationships/image" Target="../media/image1941.png"/><Relationship Id="rId393" Type="http://schemas.openxmlformats.org/officeDocument/2006/relationships/image" Target="../media/image1962.png"/><Relationship Id="rId407" Type="http://schemas.openxmlformats.org/officeDocument/2006/relationships/image" Target="../media/image1969.png"/><Relationship Id="rId449" Type="http://schemas.openxmlformats.org/officeDocument/2006/relationships/image" Target="../media/image1989.png"/><Relationship Id="rId211" Type="http://schemas.openxmlformats.org/officeDocument/2006/relationships/image" Target="../media/image1881.png"/><Relationship Id="rId253" Type="http://schemas.openxmlformats.org/officeDocument/2006/relationships/image" Target="../media/image1820.png"/><Relationship Id="rId295" Type="http://schemas.openxmlformats.org/officeDocument/2006/relationships/image" Target="../media/image1913.png"/><Relationship Id="rId309" Type="http://schemas.openxmlformats.org/officeDocument/2006/relationships/image" Target="../media/image1920.png"/><Relationship Id="rId460" Type="http://schemas.openxmlformats.org/officeDocument/2006/relationships/customXml" Target="../ink/ink2689.xml"/><Relationship Id="rId48" Type="http://schemas.openxmlformats.org/officeDocument/2006/relationships/customXml" Target="../ink/ink2483.xml"/><Relationship Id="rId113" Type="http://schemas.openxmlformats.org/officeDocument/2006/relationships/image" Target="../media/image1847.png"/><Relationship Id="rId320" Type="http://schemas.openxmlformats.org/officeDocument/2006/relationships/customXml" Target="../ink/ink2619.xml"/><Relationship Id="rId155" Type="http://schemas.openxmlformats.org/officeDocument/2006/relationships/image" Target="../media/image1861.png"/><Relationship Id="rId197" Type="http://schemas.openxmlformats.org/officeDocument/2006/relationships/image" Target="../media/image1877.png"/><Relationship Id="rId362" Type="http://schemas.openxmlformats.org/officeDocument/2006/relationships/customXml" Target="../ink/ink2640.xml"/><Relationship Id="rId418" Type="http://schemas.openxmlformats.org/officeDocument/2006/relationships/customXml" Target="../ink/ink2668.xml"/><Relationship Id="rId222" Type="http://schemas.openxmlformats.org/officeDocument/2006/relationships/customXml" Target="../ink/ink2570.xml"/><Relationship Id="rId264" Type="http://schemas.openxmlformats.org/officeDocument/2006/relationships/customXml" Target="../ink/ink2591.xml"/><Relationship Id="rId17" Type="http://schemas.openxmlformats.org/officeDocument/2006/relationships/image" Target="../media/image1615.png"/><Relationship Id="rId59" Type="http://schemas.openxmlformats.org/officeDocument/2006/relationships/image" Target="../media/image1636.png"/><Relationship Id="rId124" Type="http://schemas.openxmlformats.org/officeDocument/2006/relationships/customXml" Target="../ink/ink2521.xml"/><Relationship Id="rId70" Type="http://schemas.openxmlformats.org/officeDocument/2006/relationships/customXml" Target="../ink/ink2494.xml"/><Relationship Id="rId166" Type="http://schemas.openxmlformats.org/officeDocument/2006/relationships/customXml" Target="../ink/ink2542.xml"/><Relationship Id="rId331" Type="http://schemas.openxmlformats.org/officeDocument/2006/relationships/image" Target="../media/image1931.png"/><Relationship Id="rId373" Type="http://schemas.openxmlformats.org/officeDocument/2006/relationships/image" Target="../media/image1952.png"/><Relationship Id="rId429" Type="http://schemas.openxmlformats.org/officeDocument/2006/relationships/image" Target="../media/image1979.png"/><Relationship Id="rId1" Type="http://schemas.openxmlformats.org/officeDocument/2006/relationships/slideLayout" Target="../slideLayouts/slideLayout2.xml"/><Relationship Id="rId233" Type="http://schemas.openxmlformats.org/officeDocument/2006/relationships/image" Target="../media/image1889.png"/><Relationship Id="rId440" Type="http://schemas.openxmlformats.org/officeDocument/2006/relationships/customXml" Target="../ink/ink2679.xml"/><Relationship Id="rId28" Type="http://schemas.openxmlformats.org/officeDocument/2006/relationships/customXml" Target="../ink/ink2473.xml"/><Relationship Id="rId275" Type="http://schemas.openxmlformats.org/officeDocument/2006/relationships/image" Target="../media/image1903.png"/><Relationship Id="rId300" Type="http://schemas.openxmlformats.org/officeDocument/2006/relationships/customXml" Target="../ink/ink2609.xml"/><Relationship Id="rId81" Type="http://schemas.openxmlformats.org/officeDocument/2006/relationships/image" Target="../media/image1647.png"/><Relationship Id="rId135" Type="http://schemas.openxmlformats.org/officeDocument/2006/relationships/image" Target="../media/image1761.png"/><Relationship Id="rId177" Type="http://schemas.openxmlformats.org/officeDocument/2006/relationships/image" Target="../media/image1869.png"/><Relationship Id="rId342" Type="http://schemas.openxmlformats.org/officeDocument/2006/relationships/customXml" Target="../ink/ink2630.xml"/><Relationship Id="rId384" Type="http://schemas.openxmlformats.org/officeDocument/2006/relationships/customXml" Target="../ink/ink2651.xml"/><Relationship Id="rId202" Type="http://schemas.openxmlformats.org/officeDocument/2006/relationships/customXml" Target="../ink/ink2560.xml"/><Relationship Id="rId244" Type="http://schemas.openxmlformats.org/officeDocument/2006/relationships/customXml" Target="../ink/ink2581.xml"/><Relationship Id="rId39" Type="http://schemas.openxmlformats.org/officeDocument/2006/relationships/image" Target="../media/image1626.png"/><Relationship Id="rId286" Type="http://schemas.openxmlformats.org/officeDocument/2006/relationships/customXml" Target="../ink/ink2602.xml"/><Relationship Id="rId451" Type="http://schemas.openxmlformats.org/officeDocument/2006/relationships/image" Target="../media/image1990.png"/><Relationship Id="rId50" Type="http://schemas.openxmlformats.org/officeDocument/2006/relationships/customXml" Target="../ink/ink2484.xml"/><Relationship Id="rId104" Type="http://schemas.openxmlformats.org/officeDocument/2006/relationships/customXml" Target="../ink/ink2511.xml"/><Relationship Id="rId146" Type="http://schemas.openxmlformats.org/officeDocument/2006/relationships/customXml" Target="../ink/ink2532.xml"/><Relationship Id="rId188" Type="http://schemas.openxmlformats.org/officeDocument/2006/relationships/customXml" Target="../ink/ink2553.xml"/><Relationship Id="rId311" Type="http://schemas.openxmlformats.org/officeDocument/2006/relationships/image" Target="../media/image1921.png"/><Relationship Id="rId353" Type="http://schemas.openxmlformats.org/officeDocument/2006/relationships/image" Target="../media/image1942.png"/><Relationship Id="rId395" Type="http://schemas.openxmlformats.org/officeDocument/2006/relationships/image" Target="../media/image1963.png"/><Relationship Id="rId409" Type="http://schemas.openxmlformats.org/officeDocument/2006/relationships/image" Target="../media/image1970.png"/><Relationship Id="rId92" Type="http://schemas.openxmlformats.org/officeDocument/2006/relationships/customXml" Target="../ink/ink2505.xml"/><Relationship Id="rId213" Type="http://schemas.openxmlformats.org/officeDocument/2006/relationships/image" Target="../media/image1882.png"/><Relationship Id="rId420" Type="http://schemas.openxmlformats.org/officeDocument/2006/relationships/customXml" Target="../ink/ink2669.xml"/><Relationship Id="rId255" Type="http://schemas.openxmlformats.org/officeDocument/2006/relationships/image" Target="../media/image1821.png"/><Relationship Id="rId297" Type="http://schemas.openxmlformats.org/officeDocument/2006/relationships/image" Target="../media/image1914.png"/><Relationship Id="rId462" Type="http://schemas.openxmlformats.org/officeDocument/2006/relationships/customXml" Target="../ink/ink2690.xml"/><Relationship Id="rId115" Type="http://schemas.openxmlformats.org/officeDocument/2006/relationships/image" Target="../media/image1848.png"/><Relationship Id="rId157" Type="http://schemas.openxmlformats.org/officeDocument/2006/relationships/image" Target="../media/image1772.png"/><Relationship Id="rId322" Type="http://schemas.openxmlformats.org/officeDocument/2006/relationships/customXml" Target="../ink/ink2620.xml"/><Relationship Id="rId364" Type="http://schemas.openxmlformats.org/officeDocument/2006/relationships/customXml" Target="../ink/ink2641.xml"/><Relationship Id="rId61" Type="http://schemas.openxmlformats.org/officeDocument/2006/relationships/image" Target="../media/image1637.png"/><Relationship Id="rId199" Type="http://schemas.openxmlformats.org/officeDocument/2006/relationships/image" Target="../media/image1878.png"/></Relationships>
</file>

<file path=ppt/slides/_rels/slide2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811.png"/><Relationship Id="rId26" Type="http://schemas.openxmlformats.org/officeDocument/2006/relationships/customXml" Target="../ink/ink2701.xml"/><Relationship Id="rId39" Type="http://schemas.openxmlformats.org/officeDocument/2006/relationships/image" Target="../media/image2012.png"/><Relationship Id="rId3" Type="http://schemas.openxmlformats.org/officeDocument/2006/relationships/image" Target="../media/image2001.png"/><Relationship Id="rId21" Type="http://schemas.openxmlformats.org/officeDocument/2006/relationships/image" Target="../media/image2002.png"/><Relationship Id="rId34" Type="http://schemas.openxmlformats.org/officeDocument/2006/relationships/customXml" Target="../ink/ink2705.xml"/><Relationship Id="rId7" Type="http://schemas.openxmlformats.org/officeDocument/2006/relationships/image" Target="../media/image7780.png"/><Relationship Id="rId25" Type="http://schemas.openxmlformats.org/officeDocument/2006/relationships/image" Target="../media/image2004.png"/><Relationship Id="rId33" Type="http://schemas.openxmlformats.org/officeDocument/2006/relationships/image" Target="../media/image2008.png"/><Relationship Id="rId38" Type="http://schemas.openxmlformats.org/officeDocument/2006/relationships/image" Target="../media/image2011.png"/><Relationship Id="rId2" Type="http://schemas.openxmlformats.org/officeDocument/2006/relationships/image" Target="../media/image2000.png"/><Relationship Id="rId16" Type="http://schemas.openxmlformats.org/officeDocument/2006/relationships/customXml" Target="../ink/ink2698.xml"/><Relationship Id="rId29" Type="http://schemas.openxmlformats.org/officeDocument/2006/relationships/image" Target="../media/image2006.png"/><Relationship Id="rId41" Type="http://schemas.openxmlformats.org/officeDocument/2006/relationships/image" Target="../media/image2014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695.xml"/><Relationship Id="rId24" Type="http://schemas.openxmlformats.org/officeDocument/2006/relationships/customXml" Target="../ink/ink2700.xml"/><Relationship Id="rId32" Type="http://schemas.openxmlformats.org/officeDocument/2006/relationships/customXml" Target="../ink/ink2704.xml"/><Relationship Id="rId37" Type="http://schemas.openxmlformats.org/officeDocument/2006/relationships/image" Target="../media/image2010.png"/><Relationship Id="rId40" Type="http://schemas.openxmlformats.org/officeDocument/2006/relationships/image" Target="../media/image2013.png"/><Relationship Id="rId5" Type="http://schemas.openxmlformats.org/officeDocument/2006/relationships/image" Target="../media/image7770.png"/><Relationship Id="rId15" Type="http://schemas.openxmlformats.org/officeDocument/2006/relationships/image" Target="../media/image7820.png"/><Relationship Id="rId23" Type="http://schemas.openxmlformats.org/officeDocument/2006/relationships/image" Target="../media/image2003.png"/><Relationship Id="rId28" Type="http://schemas.openxmlformats.org/officeDocument/2006/relationships/customXml" Target="../ink/ink2702.xml"/><Relationship Id="rId36" Type="http://schemas.openxmlformats.org/officeDocument/2006/relationships/customXml" Target="../ink/ink2706.xml"/><Relationship Id="rId31" Type="http://schemas.openxmlformats.org/officeDocument/2006/relationships/image" Target="../media/image2007.png"/><Relationship Id="rId4" Type="http://schemas.openxmlformats.org/officeDocument/2006/relationships/customXml" Target="../ink/ink2694.xml"/><Relationship Id="rId14" Type="http://schemas.openxmlformats.org/officeDocument/2006/relationships/customXml" Target="../ink/ink2697.xml"/><Relationship Id="rId22" Type="http://schemas.openxmlformats.org/officeDocument/2006/relationships/customXml" Target="../ink/ink2699.xml"/><Relationship Id="rId27" Type="http://schemas.openxmlformats.org/officeDocument/2006/relationships/image" Target="../media/image2005.png"/><Relationship Id="rId30" Type="http://schemas.openxmlformats.org/officeDocument/2006/relationships/customXml" Target="../ink/ink2703.xml"/><Relationship Id="rId35" Type="http://schemas.openxmlformats.org/officeDocument/2006/relationships/image" Target="../media/image2009.png"/><Relationship Id="rId8" Type="http://schemas.openxmlformats.org/officeDocument/2006/relationships/customXml" Target="../ink/ink2696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80.png"/><Relationship Id="rId13" Type="http://schemas.openxmlformats.org/officeDocument/2006/relationships/customXml" Target="../ink/ink2712.xml"/><Relationship Id="rId18" Type="http://schemas.openxmlformats.org/officeDocument/2006/relationships/image" Target="../media/image7930.png"/><Relationship Id="rId3" Type="http://schemas.openxmlformats.org/officeDocument/2006/relationships/customXml" Target="../ink/ink2707.xml"/><Relationship Id="rId7" Type="http://schemas.openxmlformats.org/officeDocument/2006/relationships/customXml" Target="../ink/ink2709.xml"/><Relationship Id="rId12" Type="http://schemas.openxmlformats.org/officeDocument/2006/relationships/image" Target="../media/image7900.png"/><Relationship Id="rId17" Type="http://schemas.openxmlformats.org/officeDocument/2006/relationships/customXml" Target="../ink/ink2714.xml"/><Relationship Id="rId2" Type="http://schemas.openxmlformats.org/officeDocument/2006/relationships/image" Target="../media/image2015.png"/><Relationship Id="rId16" Type="http://schemas.openxmlformats.org/officeDocument/2006/relationships/image" Target="../media/image7920.png"/><Relationship Id="rId20" Type="http://schemas.openxmlformats.org/officeDocument/2006/relationships/image" Target="../media/image79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870.png"/><Relationship Id="rId11" Type="http://schemas.openxmlformats.org/officeDocument/2006/relationships/customXml" Target="../ink/ink2711.xml"/><Relationship Id="rId5" Type="http://schemas.openxmlformats.org/officeDocument/2006/relationships/customXml" Target="../ink/ink2708.xml"/><Relationship Id="rId15" Type="http://schemas.openxmlformats.org/officeDocument/2006/relationships/customXml" Target="../ink/ink2713.xml"/><Relationship Id="rId10" Type="http://schemas.openxmlformats.org/officeDocument/2006/relationships/image" Target="../media/image7890.png"/><Relationship Id="rId19" Type="http://schemas.openxmlformats.org/officeDocument/2006/relationships/customXml" Target="../ink/ink2715.xml"/><Relationship Id="rId4" Type="http://schemas.openxmlformats.org/officeDocument/2006/relationships/image" Target="../media/image7860.png"/><Relationship Id="rId9" Type="http://schemas.openxmlformats.org/officeDocument/2006/relationships/customXml" Target="../ink/ink2710.xml"/><Relationship Id="rId14" Type="http://schemas.openxmlformats.org/officeDocument/2006/relationships/image" Target="../media/image7911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80.png"/><Relationship Id="rId3" Type="http://schemas.openxmlformats.org/officeDocument/2006/relationships/customXml" Target="../ink/ink2716.xml"/><Relationship Id="rId7" Type="http://schemas.openxmlformats.org/officeDocument/2006/relationships/customXml" Target="../ink/ink2718.xml"/><Relationship Id="rId2" Type="http://schemas.openxmlformats.org/officeDocument/2006/relationships/image" Target="../media/image20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70.png"/><Relationship Id="rId5" Type="http://schemas.openxmlformats.org/officeDocument/2006/relationships/customXml" Target="../ink/ink2717.xml"/><Relationship Id="rId4" Type="http://schemas.openxmlformats.org/officeDocument/2006/relationships/image" Target="../media/image7960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20.png"/><Relationship Id="rId13" Type="http://schemas.openxmlformats.org/officeDocument/2006/relationships/customXml" Target="../ink/ink2724.xml"/><Relationship Id="rId3" Type="http://schemas.openxmlformats.org/officeDocument/2006/relationships/customXml" Target="../ink/ink2719.xml"/><Relationship Id="rId7" Type="http://schemas.openxmlformats.org/officeDocument/2006/relationships/customXml" Target="../ink/ink2721.xml"/><Relationship Id="rId12" Type="http://schemas.openxmlformats.org/officeDocument/2006/relationships/image" Target="../media/image8040.png"/><Relationship Id="rId2" Type="http://schemas.openxmlformats.org/officeDocument/2006/relationships/image" Target="../media/image2017.png"/><Relationship Id="rId16" Type="http://schemas.openxmlformats.org/officeDocument/2006/relationships/image" Target="../media/image80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11.png"/><Relationship Id="rId11" Type="http://schemas.openxmlformats.org/officeDocument/2006/relationships/customXml" Target="../ink/ink2723.xml"/><Relationship Id="rId5" Type="http://schemas.openxmlformats.org/officeDocument/2006/relationships/customXml" Target="../ink/ink2720.xml"/><Relationship Id="rId15" Type="http://schemas.openxmlformats.org/officeDocument/2006/relationships/customXml" Target="../ink/ink2725.xml"/><Relationship Id="rId10" Type="http://schemas.openxmlformats.org/officeDocument/2006/relationships/image" Target="../media/image8030.png"/><Relationship Id="rId4" Type="http://schemas.openxmlformats.org/officeDocument/2006/relationships/image" Target="../media/image8000.png"/><Relationship Id="rId9" Type="http://schemas.openxmlformats.org/officeDocument/2006/relationships/customXml" Target="../ink/ink2722.xml"/><Relationship Id="rId14" Type="http://schemas.openxmlformats.org/officeDocument/2006/relationships/image" Target="../media/image8050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customXml" Target="../ink/ink2728.xml"/><Relationship Id="rId13" Type="http://schemas.openxmlformats.org/officeDocument/2006/relationships/image" Target="../media/image8120.png"/><Relationship Id="rId3" Type="http://schemas.openxmlformats.org/officeDocument/2006/relationships/image" Target="../media/image2017.png"/><Relationship Id="rId7" Type="http://schemas.openxmlformats.org/officeDocument/2006/relationships/image" Target="../media/image8090.png"/><Relationship Id="rId12" Type="http://schemas.openxmlformats.org/officeDocument/2006/relationships/customXml" Target="../ink/ink2730.xml"/><Relationship Id="rId17" Type="http://schemas.openxmlformats.org/officeDocument/2006/relationships/image" Target="../media/image8140.png"/><Relationship Id="rId2" Type="http://schemas.openxmlformats.org/officeDocument/2006/relationships/image" Target="../media/image2018.png"/><Relationship Id="rId16" Type="http://schemas.openxmlformats.org/officeDocument/2006/relationships/customXml" Target="../ink/ink273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727.xml"/><Relationship Id="rId11" Type="http://schemas.openxmlformats.org/officeDocument/2006/relationships/image" Target="../media/image8111.png"/><Relationship Id="rId5" Type="http://schemas.openxmlformats.org/officeDocument/2006/relationships/image" Target="../media/image8080.png"/><Relationship Id="rId15" Type="http://schemas.openxmlformats.org/officeDocument/2006/relationships/image" Target="../media/image8130.png"/><Relationship Id="rId10" Type="http://schemas.openxmlformats.org/officeDocument/2006/relationships/customXml" Target="../ink/ink2729.xml"/><Relationship Id="rId4" Type="http://schemas.openxmlformats.org/officeDocument/2006/relationships/customXml" Target="../ink/ink2726.xml"/><Relationship Id="rId9" Type="http://schemas.openxmlformats.org/officeDocument/2006/relationships/image" Target="../media/image8100.png"/><Relationship Id="rId14" Type="http://schemas.openxmlformats.org/officeDocument/2006/relationships/customXml" Target="../ink/ink2731.xml"/></Relationships>
</file>

<file path=ppt/slides/_rels/slide32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2790.xml"/><Relationship Id="rId21" Type="http://schemas.openxmlformats.org/officeDocument/2006/relationships/customXml" Target="../ink/ink2742.xml"/><Relationship Id="rId42" Type="http://schemas.openxmlformats.org/officeDocument/2006/relationships/image" Target="../media/image8350.png"/><Relationship Id="rId63" Type="http://schemas.openxmlformats.org/officeDocument/2006/relationships/customXml" Target="../ink/ink2763.xml"/><Relationship Id="rId84" Type="http://schemas.openxmlformats.org/officeDocument/2006/relationships/image" Target="../media/image8560.png"/><Relationship Id="rId138" Type="http://schemas.openxmlformats.org/officeDocument/2006/relationships/image" Target="../media/image8830.png"/><Relationship Id="rId107" Type="http://schemas.openxmlformats.org/officeDocument/2006/relationships/customXml" Target="../ink/ink2785.xml"/><Relationship Id="rId11" Type="http://schemas.openxmlformats.org/officeDocument/2006/relationships/customXml" Target="../ink/ink2737.xml"/><Relationship Id="rId32" Type="http://schemas.openxmlformats.org/officeDocument/2006/relationships/image" Target="../media/image8300.png"/><Relationship Id="rId53" Type="http://schemas.openxmlformats.org/officeDocument/2006/relationships/customXml" Target="../ink/ink2758.xml"/><Relationship Id="rId74" Type="http://schemas.openxmlformats.org/officeDocument/2006/relationships/image" Target="../media/image8511.png"/><Relationship Id="rId128" Type="http://schemas.openxmlformats.org/officeDocument/2006/relationships/image" Target="../media/image8780.png"/><Relationship Id="rId5" Type="http://schemas.openxmlformats.org/officeDocument/2006/relationships/customXml" Target="../ink/ink2734.xml"/><Relationship Id="rId90" Type="http://schemas.openxmlformats.org/officeDocument/2006/relationships/image" Target="../media/image8590.png"/><Relationship Id="rId95" Type="http://schemas.openxmlformats.org/officeDocument/2006/relationships/customXml" Target="../ink/ink2779.xml"/><Relationship Id="rId22" Type="http://schemas.openxmlformats.org/officeDocument/2006/relationships/image" Target="../media/image8250.png"/><Relationship Id="rId27" Type="http://schemas.openxmlformats.org/officeDocument/2006/relationships/customXml" Target="../ink/ink2745.xml"/><Relationship Id="rId43" Type="http://schemas.openxmlformats.org/officeDocument/2006/relationships/customXml" Target="../ink/ink2753.xml"/><Relationship Id="rId48" Type="http://schemas.openxmlformats.org/officeDocument/2006/relationships/image" Target="../media/image8380.png"/><Relationship Id="rId64" Type="http://schemas.openxmlformats.org/officeDocument/2006/relationships/image" Target="../media/image8460.png"/><Relationship Id="rId69" Type="http://schemas.openxmlformats.org/officeDocument/2006/relationships/customXml" Target="../ink/ink2766.xml"/><Relationship Id="rId113" Type="http://schemas.openxmlformats.org/officeDocument/2006/relationships/customXml" Target="../ink/ink2788.xml"/><Relationship Id="rId118" Type="http://schemas.openxmlformats.org/officeDocument/2006/relationships/image" Target="../media/image8730.png"/><Relationship Id="rId134" Type="http://schemas.openxmlformats.org/officeDocument/2006/relationships/image" Target="../media/image8811.png"/><Relationship Id="rId139" Type="http://schemas.openxmlformats.org/officeDocument/2006/relationships/customXml" Target="../ink/ink2801.xml"/><Relationship Id="rId80" Type="http://schemas.openxmlformats.org/officeDocument/2006/relationships/image" Target="../media/image8540.png"/><Relationship Id="rId85" Type="http://schemas.openxmlformats.org/officeDocument/2006/relationships/customXml" Target="../ink/ink2774.xml"/><Relationship Id="rId12" Type="http://schemas.openxmlformats.org/officeDocument/2006/relationships/image" Target="../media/image8200.png"/><Relationship Id="rId17" Type="http://schemas.openxmlformats.org/officeDocument/2006/relationships/customXml" Target="../ink/ink2740.xml"/><Relationship Id="rId33" Type="http://schemas.openxmlformats.org/officeDocument/2006/relationships/customXml" Target="../ink/ink2748.xml"/><Relationship Id="rId38" Type="http://schemas.openxmlformats.org/officeDocument/2006/relationships/image" Target="../media/image8330.png"/><Relationship Id="rId59" Type="http://schemas.openxmlformats.org/officeDocument/2006/relationships/customXml" Target="../ink/ink2761.xml"/><Relationship Id="rId103" Type="http://schemas.openxmlformats.org/officeDocument/2006/relationships/customXml" Target="../ink/ink2783.xml"/><Relationship Id="rId108" Type="http://schemas.openxmlformats.org/officeDocument/2006/relationships/image" Target="../media/image8680.png"/><Relationship Id="rId124" Type="http://schemas.openxmlformats.org/officeDocument/2006/relationships/image" Target="../media/image8760.png"/><Relationship Id="rId129" Type="http://schemas.openxmlformats.org/officeDocument/2006/relationships/customXml" Target="../ink/ink2796.xml"/><Relationship Id="rId54" Type="http://schemas.openxmlformats.org/officeDocument/2006/relationships/image" Target="../media/image8411.png"/><Relationship Id="rId70" Type="http://schemas.openxmlformats.org/officeDocument/2006/relationships/image" Target="../media/image8490.png"/><Relationship Id="rId75" Type="http://schemas.openxmlformats.org/officeDocument/2006/relationships/customXml" Target="../ink/ink2769.xml"/><Relationship Id="rId91" Type="http://schemas.openxmlformats.org/officeDocument/2006/relationships/customXml" Target="../ink/ink2777.xml"/><Relationship Id="rId96" Type="http://schemas.openxmlformats.org/officeDocument/2006/relationships/image" Target="../media/image8620.png"/><Relationship Id="rId140" Type="http://schemas.openxmlformats.org/officeDocument/2006/relationships/image" Target="../media/image8840.png"/><Relationship Id="rId145" Type="http://schemas.openxmlformats.org/officeDocument/2006/relationships/customXml" Target="../ink/ink280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70.png"/><Relationship Id="rId23" Type="http://schemas.openxmlformats.org/officeDocument/2006/relationships/customXml" Target="../ink/ink2743.xml"/><Relationship Id="rId28" Type="http://schemas.openxmlformats.org/officeDocument/2006/relationships/image" Target="../media/image8280.png"/><Relationship Id="rId49" Type="http://schemas.openxmlformats.org/officeDocument/2006/relationships/customXml" Target="../ink/ink2756.xml"/><Relationship Id="rId114" Type="http://schemas.openxmlformats.org/officeDocument/2006/relationships/image" Target="../media/image8711.png"/><Relationship Id="rId119" Type="http://schemas.openxmlformats.org/officeDocument/2006/relationships/customXml" Target="../ink/ink2791.xml"/><Relationship Id="rId44" Type="http://schemas.openxmlformats.org/officeDocument/2006/relationships/image" Target="../media/image8360.png"/><Relationship Id="rId60" Type="http://schemas.openxmlformats.org/officeDocument/2006/relationships/image" Target="../media/image8440.png"/><Relationship Id="rId65" Type="http://schemas.openxmlformats.org/officeDocument/2006/relationships/customXml" Target="../ink/ink2764.xml"/><Relationship Id="rId81" Type="http://schemas.openxmlformats.org/officeDocument/2006/relationships/customXml" Target="../ink/ink2772.xml"/><Relationship Id="rId86" Type="http://schemas.openxmlformats.org/officeDocument/2006/relationships/image" Target="../media/image8570.png"/><Relationship Id="rId130" Type="http://schemas.openxmlformats.org/officeDocument/2006/relationships/image" Target="../media/image8790.png"/><Relationship Id="rId135" Type="http://schemas.openxmlformats.org/officeDocument/2006/relationships/customXml" Target="../ink/ink2799.xml"/><Relationship Id="rId13" Type="http://schemas.openxmlformats.org/officeDocument/2006/relationships/customXml" Target="../ink/ink2738.xml"/><Relationship Id="rId18" Type="http://schemas.openxmlformats.org/officeDocument/2006/relationships/image" Target="../media/image8230.png"/><Relationship Id="rId39" Type="http://schemas.openxmlformats.org/officeDocument/2006/relationships/customXml" Target="../ink/ink2751.xml"/><Relationship Id="rId109" Type="http://schemas.openxmlformats.org/officeDocument/2006/relationships/customXml" Target="../ink/ink2786.xml"/><Relationship Id="rId34" Type="http://schemas.openxmlformats.org/officeDocument/2006/relationships/image" Target="../media/image8311.png"/><Relationship Id="rId50" Type="http://schemas.openxmlformats.org/officeDocument/2006/relationships/image" Target="../media/image8390.png"/><Relationship Id="rId55" Type="http://schemas.openxmlformats.org/officeDocument/2006/relationships/customXml" Target="../ink/ink2759.xml"/><Relationship Id="rId76" Type="http://schemas.openxmlformats.org/officeDocument/2006/relationships/image" Target="../media/image8520.png"/><Relationship Id="rId97" Type="http://schemas.openxmlformats.org/officeDocument/2006/relationships/customXml" Target="../ink/ink2780.xml"/><Relationship Id="rId104" Type="http://schemas.openxmlformats.org/officeDocument/2006/relationships/image" Target="../media/image8660.png"/><Relationship Id="rId120" Type="http://schemas.openxmlformats.org/officeDocument/2006/relationships/image" Target="../media/image8740.png"/><Relationship Id="rId125" Type="http://schemas.openxmlformats.org/officeDocument/2006/relationships/customXml" Target="../ink/ink2794.xml"/><Relationship Id="rId141" Type="http://schemas.openxmlformats.org/officeDocument/2006/relationships/customXml" Target="../ink/ink2802.xml"/><Relationship Id="rId146" Type="http://schemas.openxmlformats.org/officeDocument/2006/relationships/image" Target="../media/image8870.png"/><Relationship Id="rId7" Type="http://schemas.openxmlformats.org/officeDocument/2006/relationships/customXml" Target="../ink/ink2735.xml"/><Relationship Id="rId71" Type="http://schemas.openxmlformats.org/officeDocument/2006/relationships/customXml" Target="../ink/ink2767.xml"/><Relationship Id="rId92" Type="http://schemas.openxmlformats.org/officeDocument/2006/relationships/image" Target="../media/image8600.png"/><Relationship Id="rId2" Type="http://schemas.openxmlformats.org/officeDocument/2006/relationships/image" Target="../media/image2019.png"/><Relationship Id="rId29" Type="http://schemas.openxmlformats.org/officeDocument/2006/relationships/customXml" Target="../ink/ink2746.xml"/><Relationship Id="rId24" Type="http://schemas.openxmlformats.org/officeDocument/2006/relationships/image" Target="../media/image8260.png"/><Relationship Id="rId40" Type="http://schemas.openxmlformats.org/officeDocument/2006/relationships/image" Target="../media/image8340.png"/><Relationship Id="rId45" Type="http://schemas.openxmlformats.org/officeDocument/2006/relationships/customXml" Target="../ink/ink2754.xml"/><Relationship Id="rId66" Type="http://schemas.openxmlformats.org/officeDocument/2006/relationships/image" Target="../media/image8470.png"/><Relationship Id="rId87" Type="http://schemas.openxmlformats.org/officeDocument/2006/relationships/customXml" Target="../ink/ink2775.xml"/><Relationship Id="rId110" Type="http://schemas.openxmlformats.org/officeDocument/2006/relationships/image" Target="../media/image8690.png"/><Relationship Id="rId115" Type="http://schemas.openxmlformats.org/officeDocument/2006/relationships/customXml" Target="../ink/ink2789.xml"/><Relationship Id="rId131" Type="http://schemas.openxmlformats.org/officeDocument/2006/relationships/customXml" Target="../ink/ink2797.xml"/><Relationship Id="rId136" Type="http://schemas.openxmlformats.org/officeDocument/2006/relationships/image" Target="../media/image8820.png"/><Relationship Id="rId61" Type="http://schemas.openxmlformats.org/officeDocument/2006/relationships/customXml" Target="../ink/ink2762.xml"/><Relationship Id="rId82" Type="http://schemas.openxmlformats.org/officeDocument/2006/relationships/image" Target="../media/image8550.png"/><Relationship Id="rId19" Type="http://schemas.openxmlformats.org/officeDocument/2006/relationships/customXml" Target="../ink/ink2741.xml"/><Relationship Id="rId14" Type="http://schemas.openxmlformats.org/officeDocument/2006/relationships/image" Target="../media/image8211.png"/><Relationship Id="rId30" Type="http://schemas.openxmlformats.org/officeDocument/2006/relationships/image" Target="../media/image8290.png"/><Relationship Id="rId35" Type="http://schemas.openxmlformats.org/officeDocument/2006/relationships/customXml" Target="../ink/ink2749.xml"/><Relationship Id="rId56" Type="http://schemas.openxmlformats.org/officeDocument/2006/relationships/image" Target="../media/image8420.png"/><Relationship Id="rId77" Type="http://schemas.openxmlformats.org/officeDocument/2006/relationships/customXml" Target="../ink/ink2770.xml"/><Relationship Id="rId100" Type="http://schemas.openxmlformats.org/officeDocument/2006/relationships/image" Target="../media/image8640.png"/><Relationship Id="rId105" Type="http://schemas.openxmlformats.org/officeDocument/2006/relationships/customXml" Target="../ink/ink2784.xml"/><Relationship Id="rId126" Type="http://schemas.openxmlformats.org/officeDocument/2006/relationships/image" Target="../media/image8770.png"/><Relationship Id="rId8" Type="http://schemas.openxmlformats.org/officeDocument/2006/relationships/image" Target="../media/image8180.png"/><Relationship Id="rId51" Type="http://schemas.openxmlformats.org/officeDocument/2006/relationships/customXml" Target="../ink/ink2757.xml"/><Relationship Id="rId72" Type="http://schemas.openxmlformats.org/officeDocument/2006/relationships/image" Target="../media/image8500.png"/><Relationship Id="rId93" Type="http://schemas.openxmlformats.org/officeDocument/2006/relationships/customXml" Target="../ink/ink2778.xml"/><Relationship Id="rId98" Type="http://schemas.openxmlformats.org/officeDocument/2006/relationships/image" Target="../media/image8630.png"/><Relationship Id="rId121" Type="http://schemas.openxmlformats.org/officeDocument/2006/relationships/customXml" Target="../ink/ink2792.xml"/><Relationship Id="rId142" Type="http://schemas.openxmlformats.org/officeDocument/2006/relationships/image" Target="../media/image8850.png"/><Relationship Id="rId3" Type="http://schemas.openxmlformats.org/officeDocument/2006/relationships/customXml" Target="../ink/ink2733.xml"/><Relationship Id="rId25" Type="http://schemas.openxmlformats.org/officeDocument/2006/relationships/customXml" Target="../ink/ink2744.xml"/><Relationship Id="rId46" Type="http://schemas.openxmlformats.org/officeDocument/2006/relationships/image" Target="../media/image8370.png"/><Relationship Id="rId67" Type="http://schemas.openxmlformats.org/officeDocument/2006/relationships/customXml" Target="../ink/ink2765.xml"/><Relationship Id="rId116" Type="http://schemas.openxmlformats.org/officeDocument/2006/relationships/image" Target="../media/image8720.png"/><Relationship Id="rId137" Type="http://schemas.openxmlformats.org/officeDocument/2006/relationships/customXml" Target="../ink/ink2800.xml"/><Relationship Id="rId20" Type="http://schemas.openxmlformats.org/officeDocument/2006/relationships/image" Target="../media/image8240.png"/><Relationship Id="rId41" Type="http://schemas.openxmlformats.org/officeDocument/2006/relationships/customXml" Target="../ink/ink2752.xml"/><Relationship Id="rId62" Type="http://schemas.openxmlformats.org/officeDocument/2006/relationships/image" Target="../media/image8450.png"/><Relationship Id="rId83" Type="http://schemas.openxmlformats.org/officeDocument/2006/relationships/customXml" Target="../ink/ink2773.xml"/><Relationship Id="rId88" Type="http://schemas.openxmlformats.org/officeDocument/2006/relationships/image" Target="../media/image8580.png"/><Relationship Id="rId111" Type="http://schemas.openxmlformats.org/officeDocument/2006/relationships/customXml" Target="../ink/ink2787.xml"/><Relationship Id="rId132" Type="http://schemas.openxmlformats.org/officeDocument/2006/relationships/image" Target="../media/image8800.png"/><Relationship Id="rId15" Type="http://schemas.openxmlformats.org/officeDocument/2006/relationships/customXml" Target="../ink/ink2739.xml"/><Relationship Id="rId36" Type="http://schemas.openxmlformats.org/officeDocument/2006/relationships/image" Target="../media/image8320.png"/><Relationship Id="rId57" Type="http://schemas.openxmlformats.org/officeDocument/2006/relationships/customXml" Target="../ink/ink2760.xml"/><Relationship Id="rId106" Type="http://schemas.openxmlformats.org/officeDocument/2006/relationships/image" Target="../media/image8670.png"/><Relationship Id="rId127" Type="http://schemas.openxmlformats.org/officeDocument/2006/relationships/customXml" Target="../ink/ink2795.xml"/><Relationship Id="rId10" Type="http://schemas.openxmlformats.org/officeDocument/2006/relationships/image" Target="../media/image8190.png"/><Relationship Id="rId31" Type="http://schemas.openxmlformats.org/officeDocument/2006/relationships/customXml" Target="../ink/ink2747.xml"/><Relationship Id="rId52" Type="http://schemas.openxmlformats.org/officeDocument/2006/relationships/image" Target="../media/image8400.png"/><Relationship Id="rId73" Type="http://schemas.openxmlformats.org/officeDocument/2006/relationships/customXml" Target="../ink/ink2768.xml"/><Relationship Id="rId78" Type="http://schemas.openxmlformats.org/officeDocument/2006/relationships/image" Target="../media/image8530.png"/><Relationship Id="rId94" Type="http://schemas.openxmlformats.org/officeDocument/2006/relationships/image" Target="../media/image8611.png"/><Relationship Id="rId99" Type="http://schemas.openxmlformats.org/officeDocument/2006/relationships/customXml" Target="../ink/ink2781.xml"/><Relationship Id="rId101" Type="http://schemas.openxmlformats.org/officeDocument/2006/relationships/customXml" Target="../ink/ink2782.xml"/><Relationship Id="rId122" Type="http://schemas.openxmlformats.org/officeDocument/2006/relationships/image" Target="../media/image8750.png"/><Relationship Id="rId143" Type="http://schemas.openxmlformats.org/officeDocument/2006/relationships/customXml" Target="../ink/ink2803.xml"/><Relationship Id="rId4" Type="http://schemas.openxmlformats.org/officeDocument/2006/relationships/image" Target="../media/image8160.png"/><Relationship Id="rId9" Type="http://schemas.openxmlformats.org/officeDocument/2006/relationships/customXml" Target="../ink/ink2736.xml"/><Relationship Id="rId26" Type="http://schemas.openxmlformats.org/officeDocument/2006/relationships/image" Target="../media/image8270.png"/><Relationship Id="rId47" Type="http://schemas.openxmlformats.org/officeDocument/2006/relationships/customXml" Target="../ink/ink2755.xml"/><Relationship Id="rId68" Type="http://schemas.openxmlformats.org/officeDocument/2006/relationships/image" Target="../media/image8480.png"/><Relationship Id="rId89" Type="http://schemas.openxmlformats.org/officeDocument/2006/relationships/customXml" Target="../ink/ink2776.xml"/><Relationship Id="rId112" Type="http://schemas.openxmlformats.org/officeDocument/2006/relationships/image" Target="../media/image8700.png"/><Relationship Id="rId133" Type="http://schemas.openxmlformats.org/officeDocument/2006/relationships/customXml" Target="../ink/ink2798.xml"/><Relationship Id="rId16" Type="http://schemas.openxmlformats.org/officeDocument/2006/relationships/image" Target="../media/image8220.png"/><Relationship Id="rId37" Type="http://schemas.openxmlformats.org/officeDocument/2006/relationships/customXml" Target="../ink/ink2750.xml"/><Relationship Id="rId58" Type="http://schemas.openxmlformats.org/officeDocument/2006/relationships/image" Target="../media/image8430.png"/><Relationship Id="rId79" Type="http://schemas.openxmlformats.org/officeDocument/2006/relationships/customXml" Target="../ink/ink2771.xml"/><Relationship Id="rId102" Type="http://schemas.openxmlformats.org/officeDocument/2006/relationships/image" Target="../media/image8650.png"/><Relationship Id="rId123" Type="http://schemas.openxmlformats.org/officeDocument/2006/relationships/customXml" Target="../ink/ink2793.xml"/><Relationship Id="rId144" Type="http://schemas.openxmlformats.org/officeDocument/2006/relationships/image" Target="../media/image8860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11.png"/><Relationship Id="rId13" Type="http://schemas.openxmlformats.org/officeDocument/2006/relationships/customXml" Target="../ink/ink2810.xml"/><Relationship Id="rId18" Type="http://schemas.openxmlformats.org/officeDocument/2006/relationships/image" Target="../media/image8960.png"/><Relationship Id="rId26" Type="http://schemas.openxmlformats.org/officeDocument/2006/relationships/image" Target="../media/image9000.png"/><Relationship Id="rId3" Type="http://schemas.openxmlformats.org/officeDocument/2006/relationships/customXml" Target="../ink/ink2805.xml"/><Relationship Id="rId21" Type="http://schemas.openxmlformats.org/officeDocument/2006/relationships/customXml" Target="../ink/ink2814.xml"/><Relationship Id="rId7" Type="http://schemas.openxmlformats.org/officeDocument/2006/relationships/customXml" Target="../ink/ink2807.xml"/><Relationship Id="rId12" Type="http://schemas.openxmlformats.org/officeDocument/2006/relationships/image" Target="../media/image8930.png"/><Relationship Id="rId17" Type="http://schemas.openxmlformats.org/officeDocument/2006/relationships/customXml" Target="../ink/ink2812.xml"/><Relationship Id="rId25" Type="http://schemas.openxmlformats.org/officeDocument/2006/relationships/customXml" Target="../ink/ink2816.xml"/><Relationship Id="rId2" Type="http://schemas.openxmlformats.org/officeDocument/2006/relationships/image" Target="../media/image2020.png"/><Relationship Id="rId16" Type="http://schemas.openxmlformats.org/officeDocument/2006/relationships/image" Target="../media/image8950.png"/><Relationship Id="rId20" Type="http://schemas.openxmlformats.org/officeDocument/2006/relationships/image" Target="../media/image89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00.png"/><Relationship Id="rId11" Type="http://schemas.openxmlformats.org/officeDocument/2006/relationships/customXml" Target="../ink/ink2809.xml"/><Relationship Id="rId24" Type="http://schemas.openxmlformats.org/officeDocument/2006/relationships/image" Target="../media/image8990.png"/><Relationship Id="rId5" Type="http://schemas.openxmlformats.org/officeDocument/2006/relationships/customXml" Target="../ink/ink2806.xml"/><Relationship Id="rId15" Type="http://schemas.openxmlformats.org/officeDocument/2006/relationships/customXml" Target="../ink/ink2811.xml"/><Relationship Id="rId23" Type="http://schemas.openxmlformats.org/officeDocument/2006/relationships/customXml" Target="../ink/ink2815.xml"/><Relationship Id="rId28" Type="http://schemas.openxmlformats.org/officeDocument/2006/relationships/image" Target="../media/image9011.png"/><Relationship Id="rId10" Type="http://schemas.openxmlformats.org/officeDocument/2006/relationships/image" Target="../media/image8920.png"/><Relationship Id="rId19" Type="http://schemas.openxmlformats.org/officeDocument/2006/relationships/customXml" Target="../ink/ink2813.xml"/><Relationship Id="rId4" Type="http://schemas.openxmlformats.org/officeDocument/2006/relationships/image" Target="../media/image8890.png"/><Relationship Id="rId9" Type="http://schemas.openxmlformats.org/officeDocument/2006/relationships/customXml" Target="../ink/ink2808.xml"/><Relationship Id="rId14" Type="http://schemas.openxmlformats.org/officeDocument/2006/relationships/image" Target="../media/image8940.png"/><Relationship Id="rId22" Type="http://schemas.openxmlformats.org/officeDocument/2006/relationships/image" Target="../media/image8980.png"/><Relationship Id="rId27" Type="http://schemas.openxmlformats.org/officeDocument/2006/relationships/customXml" Target="../ink/ink2817.xml"/></Relationships>
</file>

<file path=ppt/slides/_rels/slide34.xml.rels><?xml version="1.0" encoding="UTF-8" standalone="yes"?>
<Relationships xmlns="http://schemas.openxmlformats.org/package/2006/relationships"><Relationship Id="rId26" Type="http://schemas.openxmlformats.org/officeDocument/2006/relationships/image" Target="../media/image9140.png"/><Relationship Id="rId21" Type="http://schemas.openxmlformats.org/officeDocument/2006/relationships/customXml" Target="../ink/ink2827.xml"/><Relationship Id="rId42" Type="http://schemas.openxmlformats.org/officeDocument/2006/relationships/image" Target="../media/image9220.png"/><Relationship Id="rId47" Type="http://schemas.openxmlformats.org/officeDocument/2006/relationships/customXml" Target="../ink/ink2840.xml"/><Relationship Id="rId63" Type="http://schemas.openxmlformats.org/officeDocument/2006/relationships/customXml" Target="../ink/ink2848.xml"/><Relationship Id="rId68" Type="http://schemas.openxmlformats.org/officeDocument/2006/relationships/image" Target="../media/image9350.png"/><Relationship Id="rId7" Type="http://schemas.openxmlformats.org/officeDocument/2006/relationships/customXml" Target="../ink/ink2820.xml"/><Relationship Id="rId2" Type="http://schemas.openxmlformats.org/officeDocument/2006/relationships/image" Target="../media/image2021.png"/><Relationship Id="rId16" Type="http://schemas.openxmlformats.org/officeDocument/2006/relationships/image" Target="../media/image9090.png"/><Relationship Id="rId29" Type="http://schemas.openxmlformats.org/officeDocument/2006/relationships/customXml" Target="../ink/ink2831.xml"/><Relationship Id="rId11" Type="http://schemas.openxmlformats.org/officeDocument/2006/relationships/customXml" Target="../ink/ink2822.xml"/><Relationship Id="rId24" Type="http://schemas.openxmlformats.org/officeDocument/2006/relationships/image" Target="../media/image9130.png"/><Relationship Id="rId32" Type="http://schemas.openxmlformats.org/officeDocument/2006/relationships/image" Target="../media/image9170.png"/><Relationship Id="rId37" Type="http://schemas.openxmlformats.org/officeDocument/2006/relationships/customXml" Target="../ink/ink2835.xml"/><Relationship Id="rId40" Type="http://schemas.openxmlformats.org/officeDocument/2006/relationships/image" Target="../media/image9211.png"/><Relationship Id="rId45" Type="http://schemas.openxmlformats.org/officeDocument/2006/relationships/customXml" Target="../ink/ink2839.xml"/><Relationship Id="rId53" Type="http://schemas.openxmlformats.org/officeDocument/2006/relationships/customXml" Target="../ink/ink2843.xml"/><Relationship Id="rId58" Type="http://schemas.openxmlformats.org/officeDocument/2006/relationships/image" Target="../media/image9300.png"/><Relationship Id="rId66" Type="http://schemas.openxmlformats.org/officeDocument/2006/relationships/image" Target="../media/image9340.png"/><Relationship Id="rId5" Type="http://schemas.openxmlformats.org/officeDocument/2006/relationships/customXml" Target="../ink/ink2819.xml"/><Relationship Id="rId61" Type="http://schemas.openxmlformats.org/officeDocument/2006/relationships/customXml" Target="../ink/ink2847.xml"/><Relationship Id="rId19" Type="http://schemas.openxmlformats.org/officeDocument/2006/relationships/customXml" Target="../ink/ink2826.xml"/><Relationship Id="rId14" Type="http://schemas.openxmlformats.org/officeDocument/2006/relationships/image" Target="../media/image9080.png"/><Relationship Id="rId22" Type="http://schemas.openxmlformats.org/officeDocument/2006/relationships/image" Target="../media/image9120.png"/><Relationship Id="rId27" Type="http://schemas.openxmlformats.org/officeDocument/2006/relationships/customXml" Target="../ink/ink2830.xml"/><Relationship Id="rId30" Type="http://schemas.openxmlformats.org/officeDocument/2006/relationships/image" Target="../media/image9160.png"/><Relationship Id="rId35" Type="http://schemas.openxmlformats.org/officeDocument/2006/relationships/customXml" Target="../ink/ink2834.xml"/><Relationship Id="rId43" Type="http://schemas.openxmlformats.org/officeDocument/2006/relationships/customXml" Target="../ink/ink2838.xml"/><Relationship Id="rId48" Type="http://schemas.openxmlformats.org/officeDocument/2006/relationships/image" Target="../media/image9250.png"/><Relationship Id="rId56" Type="http://schemas.openxmlformats.org/officeDocument/2006/relationships/image" Target="../media/image9290.png"/><Relationship Id="rId64" Type="http://schemas.openxmlformats.org/officeDocument/2006/relationships/image" Target="../media/image9330.png"/><Relationship Id="rId69" Type="http://schemas.openxmlformats.org/officeDocument/2006/relationships/customXml" Target="../ink/ink2851.xml"/><Relationship Id="rId8" Type="http://schemas.openxmlformats.org/officeDocument/2006/relationships/image" Target="../media/image9050.png"/><Relationship Id="rId51" Type="http://schemas.openxmlformats.org/officeDocument/2006/relationships/customXml" Target="../ink/ink2842.xml"/><Relationship Id="rId3" Type="http://schemas.openxmlformats.org/officeDocument/2006/relationships/customXml" Target="../ink/ink2818.xml"/><Relationship Id="rId12" Type="http://schemas.openxmlformats.org/officeDocument/2006/relationships/image" Target="../media/image9070.png"/><Relationship Id="rId17" Type="http://schemas.openxmlformats.org/officeDocument/2006/relationships/customXml" Target="../ink/ink2825.xml"/><Relationship Id="rId25" Type="http://schemas.openxmlformats.org/officeDocument/2006/relationships/customXml" Target="../ink/ink2829.xml"/><Relationship Id="rId33" Type="http://schemas.openxmlformats.org/officeDocument/2006/relationships/customXml" Target="../ink/ink2833.xml"/><Relationship Id="rId38" Type="http://schemas.openxmlformats.org/officeDocument/2006/relationships/image" Target="../media/image9200.png"/><Relationship Id="rId46" Type="http://schemas.openxmlformats.org/officeDocument/2006/relationships/image" Target="../media/image9240.png"/><Relationship Id="rId59" Type="http://schemas.openxmlformats.org/officeDocument/2006/relationships/customXml" Target="../ink/ink2846.xml"/><Relationship Id="rId67" Type="http://schemas.openxmlformats.org/officeDocument/2006/relationships/customXml" Target="../ink/ink2850.xml"/><Relationship Id="rId20" Type="http://schemas.openxmlformats.org/officeDocument/2006/relationships/image" Target="../media/image9111.png"/><Relationship Id="rId41" Type="http://schemas.openxmlformats.org/officeDocument/2006/relationships/customXml" Target="../ink/ink2837.xml"/><Relationship Id="rId54" Type="http://schemas.openxmlformats.org/officeDocument/2006/relationships/image" Target="../media/image9280.png"/><Relationship Id="rId62" Type="http://schemas.openxmlformats.org/officeDocument/2006/relationships/image" Target="../media/image9320.png"/><Relationship Id="rId70" Type="http://schemas.openxmlformats.org/officeDocument/2006/relationships/image" Target="../media/image93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40.png"/><Relationship Id="rId15" Type="http://schemas.openxmlformats.org/officeDocument/2006/relationships/customXml" Target="../ink/ink2824.xml"/><Relationship Id="rId23" Type="http://schemas.openxmlformats.org/officeDocument/2006/relationships/customXml" Target="../ink/ink2828.xml"/><Relationship Id="rId28" Type="http://schemas.openxmlformats.org/officeDocument/2006/relationships/image" Target="../media/image9150.png"/><Relationship Id="rId36" Type="http://schemas.openxmlformats.org/officeDocument/2006/relationships/image" Target="../media/image9190.png"/><Relationship Id="rId49" Type="http://schemas.openxmlformats.org/officeDocument/2006/relationships/customXml" Target="../ink/ink2841.xml"/><Relationship Id="rId57" Type="http://schemas.openxmlformats.org/officeDocument/2006/relationships/customXml" Target="../ink/ink2845.xml"/><Relationship Id="rId10" Type="http://schemas.openxmlformats.org/officeDocument/2006/relationships/image" Target="../media/image9060.png"/><Relationship Id="rId31" Type="http://schemas.openxmlformats.org/officeDocument/2006/relationships/customXml" Target="../ink/ink2832.xml"/><Relationship Id="rId44" Type="http://schemas.openxmlformats.org/officeDocument/2006/relationships/image" Target="../media/image9230.png"/><Relationship Id="rId52" Type="http://schemas.openxmlformats.org/officeDocument/2006/relationships/image" Target="../media/image9270.png"/><Relationship Id="rId60" Type="http://schemas.openxmlformats.org/officeDocument/2006/relationships/image" Target="../media/image9311.png"/><Relationship Id="rId65" Type="http://schemas.openxmlformats.org/officeDocument/2006/relationships/customXml" Target="../ink/ink2849.xml"/><Relationship Id="rId4" Type="http://schemas.openxmlformats.org/officeDocument/2006/relationships/image" Target="../media/image9030.png"/><Relationship Id="rId9" Type="http://schemas.openxmlformats.org/officeDocument/2006/relationships/customXml" Target="../ink/ink2821.xml"/><Relationship Id="rId13" Type="http://schemas.openxmlformats.org/officeDocument/2006/relationships/customXml" Target="../ink/ink2823.xml"/><Relationship Id="rId18" Type="http://schemas.openxmlformats.org/officeDocument/2006/relationships/image" Target="../media/image9100.png"/><Relationship Id="rId39" Type="http://schemas.openxmlformats.org/officeDocument/2006/relationships/customXml" Target="../ink/ink2836.xml"/><Relationship Id="rId34" Type="http://schemas.openxmlformats.org/officeDocument/2006/relationships/image" Target="../media/image9180.png"/><Relationship Id="rId50" Type="http://schemas.openxmlformats.org/officeDocument/2006/relationships/image" Target="../media/image9260.png"/><Relationship Id="rId55" Type="http://schemas.openxmlformats.org/officeDocument/2006/relationships/customXml" Target="../ink/ink2844.xml"/></Relationships>
</file>

<file path=ppt/slides/_rels/slide3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9950.png"/><Relationship Id="rId21" Type="http://schemas.openxmlformats.org/officeDocument/2006/relationships/image" Target="../media/image9470.png"/><Relationship Id="rId42" Type="http://schemas.openxmlformats.org/officeDocument/2006/relationships/customXml" Target="../ink/ink2871.xml"/><Relationship Id="rId63" Type="http://schemas.openxmlformats.org/officeDocument/2006/relationships/image" Target="../media/image9680.png"/><Relationship Id="rId84" Type="http://schemas.openxmlformats.org/officeDocument/2006/relationships/customXml" Target="../ink/ink2892.xml"/><Relationship Id="rId138" Type="http://schemas.openxmlformats.org/officeDocument/2006/relationships/customXml" Target="../ink/ink2919.xml"/><Relationship Id="rId159" Type="http://schemas.openxmlformats.org/officeDocument/2006/relationships/image" Target="../media/image10160.png"/><Relationship Id="rId107" Type="http://schemas.openxmlformats.org/officeDocument/2006/relationships/image" Target="../media/image9900.png"/><Relationship Id="rId11" Type="http://schemas.openxmlformats.org/officeDocument/2006/relationships/image" Target="../media/image9420.png"/><Relationship Id="rId32" Type="http://schemas.openxmlformats.org/officeDocument/2006/relationships/customXml" Target="../ink/ink2866.xml"/><Relationship Id="rId53" Type="http://schemas.openxmlformats.org/officeDocument/2006/relationships/image" Target="../media/image9630.png"/><Relationship Id="rId74" Type="http://schemas.openxmlformats.org/officeDocument/2006/relationships/customXml" Target="../ink/ink2887.xml"/><Relationship Id="rId128" Type="http://schemas.openxmlformats.org/officeDocument/2006/relationships/customXml" Target="../ink/ink2914.xml"/><Relationship Id="rId149" Type="http://schemas.openxmlformats.org/officeDocument/2006/relationships/image" Target="../media/image10111.png"/><Relationship Id="rId5" Type="http://schemas.openxmlformats.org/officeDocument/2006/relationships/image" Target="../media/image9390.png"/><Relationship Id="rId95" Type="http://schemas.openxmlformats.org/officeDocument/2006/relationships/image" Target="../media/image9840.png"/><Relationship Id="rId160" Type="http://schemas.openxmlformats.org/officeDocument/2006/relationships/customXml" Target="../ink/ink2930.xml"/><Relationship Id="rId22" Type="http://schemas.openxmlformats.org/officeDocument/2006/relationships/customXml" Target="../ink/ink2861.xml"/><Relationship Id="rId43" Type="http://schemas.openxmlformats.org/officeDocument/2006/relationships/image" Target="../media/image9580.png"/><Relationship Id="rId64" Type="http://schemas.openxmlformats.org/officeDocument/2006/relationships/customXml" Target="../ink/ink2882.xml"/><Relationship Id="rId118" Type="http://schemas.openxmlformats.org/officeDocument/2006/relationships/customXml" Target="../ink/ink2909.xml"/><Relationship Id="rId139" Type="http://schemas.openxmlformats.org/officeDocument/2006/relationships/image" Target="../media/image10060.png"/><Relationship Id="rId85" Type="http://schemas.openxmlformats.org/officeDocument/2006/relationships/image" Target="../media/image9790.png"/><Relationship Id="rId150" Type="http://schemas.openxmlformats.org/officeDocument/2006/relationships/customXml" Target="../ink/ink2925.xml"/><Relationship Id="rId12" Type="http://schemas.openxmlformats.org/officeDocument/2006/relationships/customXml" Target="../ink/ink2856.xml"/><Relationship Id="rId17" Type="http://schemas.openxmlformats.org/officeDocument/2006/relationships/image" Target="../media/image9450.png"/><Relationship Id="rId33" Type="http://schemas.openxmlformats.org/officeDocument/2006/relationships/image" Target="../media/image9530.png"/><Relationship Id="rId38" Type="http://schemas.openxmlformats.org/officeDocument/2006/relationships/customXml" Target="../ink/ink2869.xml"/><Relationship Id="rId59" Type="http://schemas.openxmlformats.org/officeDocument/2006/relationships/image" Target="../media/image9660.png"/><Relationship Id="rId103" Type="http://schemas.openxmlformats.org/officeDocument/2006/relationships/image" Target="../media/image9880.png"/><Relationship Id="rId108" Type="http://schemas.openxmlformats.org/officeDocument/2006/relationships/customXml" Target="../ink/ink2904.xml"/><Relationship Id="rId124" Type="http://schemas.openxmlformats.org/officeDocument/2006/relationships/customXml" Target="../ink/ink2912.xml"/><Relationship Id="rId129" Type="http://schemas.openxmlformats.org/officeDocument/2006/relationships/image" Target="../media/image10011.png"/><Relationship Id="rId54" Type="http://schemas.openxmlformats.org/officeDocument/2006/relationships/customXml" Target="../ink/ink2877.xml"/><Relationship Id="rId70" Type="http://schemas.openxmlformats.org/officeDocument/2006/relationships/customXml" Target="../ink/ink2885.xml"/><Relationship Id="rId75" Type="http://schemas.openxmlformats.org/officeDocument/2006/relationships/image" Target="../media/image9740.png"/><Relationship Id="rId91" Type="http://schemas.openxmlformats.org/officeDocument/2006/relationships/image" Target="../media/image9820.png"/><Relationship Id="rId96" Type="http://schemas.openxmlformats.org/officeDocument/2006/relationships/customXml" Target="../ink/ink2898.xml"/><Relationship Id="rId140" Type="http://schemas.openxmlformats.org/officeDocument/2006/relationships/customXml" Target="../ink/ink2920.xml"/><Relationship Id="rId145" Type="http://schemas.openxmlformats.org/officeDocument/2006/relationships/image" Target="../media/image10090.png"/><Relationship Id="rId161" Type="http://schemas.openxmlformats.org/officeDocument/2006/relationships/image" Target="../media/image1017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853.xml"/><Relationship Id="rId23" Type="http://schemas.openxmlformats.org/officeDocument/2006/relationships/image" Target="../media/image9480.png"/><Relationship Id="rId28" Type="http://schemas.openxmlformats.org/officeDocument/2006/relationships/customXml" Target="../ink/ink2864.xml"/><Relationship Id="rId49" Type="http://schemas.openxmlformats.org/officeDocument/2006/relationships/image" Target="../media/image9611.png"/><Relationship Id="rId114" Type="http://schemas.openxmlformats.org/officeDocument/2006/relationships/customXml" Target="../ink/ink2907.xml"/><Relationship Id="rId119" Type="http://schemas.openxmlformats.org/officeDocument/2006/relationships/image" Target="../media/image9960.png"/><Relationship Id="rId44" Type="http://schemas.openxmlformats.org/officeDocument/2006/relationships/customXml" Target="../ink/ink2872.xml"/><Relationship Id="rId60" Type="http://schemas.openxmlformats.org/officeDocument/2006/relationships/customXml" Target="../ink/ink2880.xml"/><Relationship Id="rId65" Type="http://schemas.openxmlformats.org/officeDocument/2006/relationships/image" Target="../media/image9690.png"/><Relationship Id="rId81" Type="http://schemas.openxmlformats.org/officeDocument/2006/relationships/image" Target="../media/image9770.png"/><Relationship Id="rId86" Type="http://schemas.openxmlformats.org/officeDocument/2006/relationships/customXml" Target="../ink/ink2893.xml"/><Relationship Id="rId130" Type="http://schemas.openxmlformats.org/officeDocument/2006/relationships/customXml" Target="../ink/ink2915.xml"/><Relationship Id="rId135" Type="http://schemas.openxmlformats.org/officeDocument/2006/relationships/image" Target="../media/image10040.png"/><Relationship Id="rId151" Type="http://schemas.openxmlformats.org/officeDocument/2006/relationships/image" Target="../media/image10120.png"/><Relationship Id="rId156" Type="http://schemas.openxmlformats.org/officeDocument/2006/relationships/customXml" Target="../ink/ink2928.xml"/><Relationship Id="rId13" Type="http://schemas.openxmlformats.org/officeDocument/2006/relationships/image" Target="../media/image9430.png"/><Relationship Id="rId18" Type="http://schemas.openxmlformats.org/officeDocument/2006/relationships/customXml" Target="../ink/ink2859.xml"/><Relationship Id="rId39" Type="http://schemas.openxmlformats.org/officeDocument/2006/relationships/image" Target="../media/image9560.png"/><Relationship Id="rId109" Type="http://schemas.openxmlformats.org/officeDocument/2006/relationships/image" Target="../media/image9911.png"/><Relationship Id="rId34" Type="http://schemas.openxmlformats.org/officeDocument/2006/relationships/customXml" Target="../ink/ink2867.xml"/><Relationship Id="rId50" Type="http://schemas.openxmlformats.org/officeDocument/2006/relationships/customXml" Target="../ink/ink2875.xml"/><Relationship Id="rId55" Type="http://schemas.openxmlformats.org/officeDocument/2006/relationships/image" Target="../media/image9640.png"/><Relationship Id="rId76" Type="http://schemas.openxmlformats.org/officeDocument/2006/relationships/customXml" Target="../ink/ink2888.xml"/><Relationship Id="rId97" Type="http://schemas.openxmlformats.org/officeDocument/2006/relationships/image" Target="../media/image9850.png"/><Relationship Id="rId104" Type="http://schemas.openxmlformats.org/officeDocument/2006/relationships/customXml" Target="../ink/ink2902.xml"/><Relationship Id="rId120" Type="http://schemas.openxmlformats.org/officeDocument/2006/relationships/customXml" Target="../ink/ink2910.xml"/><Relationship Id="rId125" Type="http://schemas.openxmlformats.org/officeDocument/2006/relationships/image" Target="../media/image9990.png"/><Relationship Id="rId141" Type="http://schemas.openxmlformats.org/officeDocument/2006/relationships/image" Target="../media/image10070.png"/><Relationship Id="rId146" Type="http://schemas.openxmlformats.org/officeDocument/2006/relationships/customXml" Target="../ink/ink2923.xml"/><Relationship Id="rId7" Type="http://schemas.openxmlformats.org/officeDocument/2006/relationships/image" Target="../media/image9400.png"/><Relationship Id="rId71" Type="http://schemas.openxmlformats.org/officeDocument/2006/relationships/image" Target="../media/image9720.png"/><Relationship Id="rId92" Type="http://schemas.openxmlformats.org/officeDocument/2006/relationships/customXml" Target="../ink/ink2896.xml"/><Relationship Id="rId2" Type="http://schemas.openxmlformats.org/officeDocument/2006/relationships/image" Target="../media/image2022.png"/><Relationship Id="rId29" Type="http://schemas.openxmlformats.org/officeDocument/2006/relationships/image" Target="../media/image9511.png"/><Relationship Id="rId24" Type="http://schemas.openxmlformats.org/officeDocument/2006/relationships/customXml" Target="../ink/ink2862.xml"/><Relationship Id="rId40" Type="http://schemas.openxmlformats.org/officeDocument/2006/relationships/customXml" Target="../ink/ink2870.xml"/><Relationship Id="rId45" Type="http://schemas.openxmlformats.org/officeDocument/2006/relationships/image" Target="../media/image9590.png"/><Relationship Id="rId66" Type="http://schemas.openxmlformats.org/officeDocument/2006/relationships/customXml" Target="../ink/ink2883.xml"/><Relationship Id="rId87" Type="http://schemas.openxmlformats.org/officeDocument/2006/relationships/image" Target="../media/image9800.png"/><Relationship Id="rId110" Type="http://schemas.openxmlformats.org/officeDocument/2006/relationships/customXml" Target="../ink/ink2905.xml"/><Relationship Id="rId115" Type="http://schemas.openxmlformats.org/officeDocument/2006/relationships/image" Target="../media/image9940.png"/><Relationship Id="rId131" Type="http://schemas.openxmlformats.org/officeDocument/2006/relationships/image" Target="../media/image10020.png"/><Relationship Id="rId136" Type="http://schemas.openxmlformats.org/officeDocument/2006/relationships/customXml" Target="../ink/ink2918.xml"/><Relationship Id="rId157" Type="http://schemas.openxmlformats.org/officeDocument/2006/relationships/image" Target="../media/image10150.png"/><Relationship Id="rId61" Type="http://schemas.openxmlformats.org/officeDocument/2006/relationships/image" Target="../media/image9670.png"/><Relationship Id="rId82" Type="http://schemas.openxmlformats.org/officeDocument/2006/relationships/customXml" Target="../ink/ink2891.xml"/><Relationship Id="rId152" Type="http://schemas.openxmlformats.org/officeDocument/2006/relationships/customXml" Target="../ink/ink2926.xml"/><Relationship Id="rId19" Type="http://schemas.openxmlformats.org/officeDocument/2006/relationships/image" Target="../media/image9460.png"/><Relationship Id="rId14" Type="http://schemas.openxmlformats.org/officeDocument/2006/relationships/customXml" Target="../ink/ink2857.xml"/><Relationship Id="rId30" Type="http://schemas.openxmlformats.org/officeDocument/2006/relationships/customXml" Target="../ink/ink2865.xml"/><Relationship Id="rId35" Type="http://schemas.openxmlformats.org/officeDocument/2006/relationships/image" Target="../media/image9540.png"/><Relationship Id="rId56" Type="http://schemas.openxmlformats.org/officeDocument/2006/relationships/customXml" Target="../ink/ink2878.xml"/><Relationship Id="rId77" Type="http://schemas.openxmlformats.org/officeDocument/2006/relationships/image" Target="../media/image9750.png"/><Relationship Id="rId100" Type="http://schemas.openxmlformats.org/officeDocument/2006/relationships/customXml" Target="../ink/ink2900.xml"/><Relationship Id="rId105" Type="http://schemas.openxmlformats.org/officeDocument/2006/relationships/image" Target="../media/image9890.png"/><Relationship Id="rId126" Type="http://schemas.openxmlformats.org/officeDocument/2006/relationships/customXml" Target="../ink/ink2913.xml"/><Relationship Id="rId147" Type="http://schemas.openxmlformats.org/officeDocument/2006/relationships/image" Target="../media/image10100.png"/><Relationship Id="rId8" Type="http://schemas.openxmlformats.org/officeDocument/2006/relationships/customXml" Target="../ink/ink2854.xml"/><Relationship Id="rId51" Type="http://schemas.openxmlformats.org/officeDocument/2006/relationships/image" Target="../media/image9620.png"/><Relationship Id="rId72" Type="http://schemas.openxmlformats.org/officeDocument/2006/relationships/customXml" Target="../ink/ink2886.xml"/><Relationship Id="rId93" Type="http://schemas.openxmlformats.org/officeDocument/2006/relationships/image" Target="../media/image9830.png"/><Relationship Id="rId98" Type="http://schemas.openxmlformats.org/officeDocument/2006/relationships/customXml" Target="../ink/ink2899.xml"/><Relationship Id="rId121" Type="http://schemas.openxmlformats.org/officeDocument/2006/relationships/image" Target="../media/image9970.png"/><Relationship Id="rId142" Type="http://schemas.openxmlformats.org/officeDocument/2006/relationships/customXml" Target="../ink/ink2921.xml"/><Relationship Id="rId3" Type="http://schemas.openxmlformats.org/officeDocument/2006/relationships/image" Target="../media/image2023.png"/><Relationship Id="rId25" Type="http://schemas.openxmlformats.org/officeDocument/2006/relationships/image" Target="../media/image9490.png"/><Relationship Id="rId46" Type="http://schemas.openxmlformats.org/officeDocument/2006/relationships/customXml" Target="../ink/ink2873.xml"/><Relationship Id="rId67" Type="http://schemas.openxmlformats.org/officeDocument/2006/relationships/image" Target="../media/image9700.png"/><Relationship Id="rId116" Type="http://schemas.openxmlformats.org/officeDocument/2006/relationships/customXml" Target="../ink/ink2908.xml"/><Relationship Id="rId137" Type="http://schemas.openxmlformats.org/officeDocument/2006/relationships/image" Target="../media/image10050.png"/><Relationship Id="rId158" Type="http://schemas.openxmlformats.org/officeDocument/2006/relationships/customXml" Target="../ink/ink2929.xml"/><Relationship Id="rId20" Type="http://schemas.openxmlformats.org/officeDocument/2006/relationships/customXml" Target="../ink/ink2860.xml"/><Relationship Id="rId41" Type="http://schemas.openxmlformats.org/officeDocument/2006/relationships/image" Target="../media/image9570.png"/><Relationship Id="rId62" Type="http://schemas.openxmlformats.org/officeDocument/2006/relationships/customXml" Target="../ink/ink2881.xml"/><Relationship Id="rId83" Type="http://schemas.openxmlformats.org/officeDocument/2006/relationships/image" Target="../media/image9780.png"/><Relationship Id="rId88" Type="http://schemas.openxmlformats.org/officeDocument/2006/relationships/customXml" Target="../ink/ink2894.xml"/><Relationship Id="rId111" Type="http://schemas.openxmlformats.org/officeDocument/2006/relationships/image" Target="../media/image9920.png"/><Relationship Id="rId132" Type="http://schemas.openxmlformats.org/officeDocument/2006/relationships/customXml" Target="../ink/ink2916.xml"/><Relationship Id="rId153" Type="http://schemas.openxmlformats.org/officeDocument/2006/relationships/image" Target="../media/image10130.png"/><Relationship Id="rId15" Type="http://schemas.openxmlformats.org/officeDocument/2006/relationships/image" Target="../media/image9440.png"/><Relationship Id="rId36" Type="http://schemas.openxmlformats.org/officeDocument/2006/relationships/customXml" Target="../ink/ink2868.xml"/><Relationship Id="rId57" Type="http://schemas.openxmlformats.org/officeDocument/2006/relationships/image" Target="../media/image9650.png"/><Relationship Id="rId106" Type="http://schemas.openxmlformats.org/officeDocument/2006/relationships/customXml" Target="../ink/ink2903.xml"/><Relationship Id="rId127" Type="http://schemas.openxmlformats.org/officeDocument/2006/relationships/image" Target="../media/image10000.png"/><Relationship Id="rId10" Type="http://schemas.openxmlformats.org/officeDocument/2006/relationships/customXml" Target="../ink/ink2855.xml"/><Relationship Id="rId31" Type="http://schemas.openxmlformats.org/officeDocument/2006/relationships/image" Target="../media/image9520.png"/><Relationship Id="rId52" Type="http://schemas.openxmlformats.org/officeDocument/2006/relationships/customXml" Target="../ink/ink2876.xml"/><Relationship Id="rId73" Type="http://schemas.openxmlformats.org/officeDocument/2006/relationships/image" Target="../media/image9730.png"/><Relationship Id="rId78" Type="http://schemas.openxmlformats.org/officeDocument/2006/relationships/customXml" Target="../ink/ink2889.xml"/><Relationship Id="rId94" Type="http://schemas.openxmlformats.org/officeDocument/2006/relationships/customXml" Target="../ink/ink2897.xml"/><Relationship Id="rId99" Type="http://schemas.openxmlformats.org/officeDocument/2006/relationships/image" Target="../media/image9860.png"/><Relationship Id="rId101" Type="http://schemas.openxmlformats.org/officeDocument/2006/relationships/image" Target="../media/image9870.png"/><Relationship Id="rId122" Type="http://schemas.openxmlformats.org/officeDocument/2006/relationships/customXml" Target="../ink/ink2911.xml"/><Relationship Id="rId143" Type="http://schemas.openxmlformats.org/officeDocument/2006/relationships/image" Target="../media/image10080.png"/><Relationship Id="rId148" Type="http://schemas.openxmlformats.org/officeDocument/2006/relationships/customXml" Target="../ink/ink2924.xml"/><Relationship Id="rId4" Type="http://schemas.openxmlformats.org/officeDocument/2006/relationships/customXml" Target="../ink/ink2852.xml"/><Relationship Id="rId9" Type="http://schemas.openxmlformats.org/officeDocument/2006/relationships/image" Target="../media/image9411.png"/><Relationship Id="rId26" Type="http://schemas.openxmlformats.org/officeDocument/2006/relationships/customXml" Target="../ink/ink2863.xml"/><Relationship Id="rId47" Type="http://schemas.openxmlformats.org/officeDocument/2006/relationships/image" Target="../media/image9600.png"/><Relationship Id="rId68" Type="http://schemas.openxmlformats.org/officeDocument/2006/relationships/customXml" Target="../ink/ink2884.xml"/><Relationship Id="rId89" Type="http://schemas.openxmlformats.org/officeDocument/2006/relationships/image" Target="../media/image9811.png"/><Relationship Id="rId112" Type="http://schemas.openxmlformats.org/officeDocument/2006/relationships/customXml" Target="../ink/ink2906.xml"/><Relationship Id="rId133" Type="http://schemas.openxmlformats.org/officeDocument/2006/relationships/image" Target="../media/image10030.png"/><Relationship Id="rId154" Type="http://schemas.openxmlformats.org/officeDocument/2006/relationships/customXml" Target="../ink/ink2927.xml"/><Relationship Id="rId16" Type="http://schemas.openxmlformats.org/officeDocument/2006/relationships/customXml" Target="../ink/ink2858.xml"/><Relationship Id="rId37" Type="http://schemas.openxmlformats.org/officeDocument/2006/relationships/image" Target="../media/image9550.png"/><Relationship Id="rId58" Type="http://schemas.openxmlformats.org/officeDocument/2006/relationships/customXml" Target="../ink/ink2879.xml"/><Relationship Id="rId79" Type="http://schemas.openxmlformats.org/officeDocument/2006/relationships/image" Target="../media/image9760.png"/><Relationship Id="rId102" Type="http://schemas.openxmlformats.org/officeDocument/2006/relationships/customXml" Target="../ink/ink2901.xml"/><Relationship Id="rId123" Type="http://schemas.openxmlformats.org/officeDocument/2006/relationships/image" Target="../media/image9980.png"/><Relationship Id="rId144" Type="http://schemas.openxmlformats.org/officeDocument/2006/relationships/customXml" Target="../ink/ink2922.xml"/><Relationship Id="rId90" Type="http://schemas.openxmlformats.org/officeDocument/2006/relationships/customXml" Target="../ink/ink2895.xml"/><Relationship Id="rId27" Type="http://schemas.openxmlformats.org/officeDocument/2006/relationships/image" Target="../media/image9500.png"/><Relationship Id="rId48" Type="http://schemas.openxmlformats.org/officeDocument/2006/relationships/customXml" Target="../ink/ink2874.xml"/><Relationship Id="rId69" Type="http://schemas.openxmlformats.org/officeDocument/2006/relationships/image" Target="../media/image9711.png"/><Relationship Id="rId113" Type="http://schemas.openxmlformats.org/officeDocument/2006/relationships/image" Target="../media/image9930.png"/><Relationship Id="rId134" Type="http://schemas.openxmlformats.org/officeDocument/2006/relationships/customXml" Target="../ink/ink2917.xml"/><Relationship Id="rId80" Type="http://schemas.openxmlformats.org/officeDocument/2006/relationships/customXml" Target="../ink/ink2890.xml"/><Relationship Id="rId155" Type="http://schemas.openxmlformats.org/officeDocument/2006/relationships/image" Target="../media/image1014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25.png"/><Relationship Id="rId7" Type="http://schemas.openxmlformats.org/officeDocument/2006/relationships/image" Target="../media/image10211.png"/><Relationship Id="rId2" Type="http://schemas.openxmlformats.org/officeDocument/2006/relationships/image" Target="../media/image2024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932.xml"/><Relationship Id="rId5" Type="http://schemas.openxmlformats.org/officeDocument/2006/relationships/image" Target="../media/image10200.png"/><Relationship Id="rId4" Type="http://schemas.openxmlformats.org/officeDocument/2006/relationships/customXml" Target="../ink/ink29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9C49B-9325-4F28-84AA-EF2118377A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98966" y="1150200"/>
            <a:ext cx="6194065" cy="961565"/>
          </a:xfrm>
        </p:spPr>
        <p:txBody>
          <a:bodyPr>
            <a:noAutofit/>
          </a:bodyPr>
          <a:lstStyle/>
          <a:p>
            <a:r>
              <a:rPr lang="en-US" sz="4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ECE 105: Introduction to Electrical Engineerin</a:t>
            </a:r>
            <a:r>
              <a:rPr lang="en-US" sz="4400" dirty="0">
                <a:ea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en-US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0D5305-B3D3-4E24-9167-6DC659185F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00811" y="3477445"/>
            <a:ext cx="5590376" cy="2230355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PT Sans" panose="020B0503020203020204" pitchFamily="34" charset="0"/>
              </a:rPr>
              <a:t>Lecture </a:t>
            </a:r>
            <a:r>
              <a:rPr lang="en-US" sz="2800" dirty="0"/>
              <a:t>3</a:t>
            </a:r>
            <a:endParaRPr lang="en-US" sz="2800" dirty="0">
              <a:latin typeface="PT Sans" panose="020B0503020203020204" pitchFamily="34" charset="0"/>
            </a:endParaRPr>
          </a:p>
          <a:p>
            <a:r>
              <a:rPr lang="en-US" sz="2800" dirty="0">
                <a:latin typeface="PT Sans" panose="020B0503020203020204" pitchFamily="34" charset="0"/>
              </a:rPr>
              <a:t>Circuit analysis 1</a:t>
            </a:r>
          </a:p>
          <a:p>
            <a:r>
              <a:rPr lang="en-US" sz="2800" dirty="0"/>
              <a:t>Yasser Khan</a:t>
            </a:r>
          </a:p>
          <a:p>
            <a:r>
              <a:rPr lang="en-US" sz="2800" dirty="0" err="1">
                <a:latin typeface="PT Sans" panose="020B0503020203020204" pitchFamily="34" charset="0"/>
              </a:rPr>
              <a:t>Rehan</a:t>
            </a:r>
            <a:r>
              <a:rPr lang="en-US" sz="2800" dirty="0">
                <a:latin typeface="PT Sans" panose="020B0503020203020204" pitchFamily="34" charset="0"/>
              </a:rPr>
              <a:t> Kapadia</a:t>
            </a:r>
          </a:p>
        </p:txBody>
      </p:sp>
    </p:spTree>
    <p:extLst>
      <p:ext uri="{BB962C8B-B14F-4D97-AF65-F5344CB8AC3E}">
        <p14:creationId xmlns:p14="http://schemas.microsoft.com/office/powerpoint/2010/main" val="3505511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28C7D-BD2E-100B-8636-B6C4E0154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circuit quantities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58E503-CED9-CC6E-139F-F1B578A726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</a:t>
            </a:fld>
            <a:endParaRPr lang="en-US" dirty="0">
              <a:latin typeface="PT Sans" panose="020B0503020203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DB4B286-F364-3C8E-A76A-3519D99D14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0484832"/>
              </p:ext>
            </p:extLst>
          </p:nvPr>
        </p:nvGraphicFramePr>
        <p:xfrm>
          <a:off x="1316383" y="1856702"/>
          <a:ext cx="8127999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0059">
                  <a:extLst>
                    <a:ext uri="{9D8B030D-6E8A-4147-A177-3AD203B41FA5}">
                      <a16:colId xmlns:a16="http://schemas.microsoft.com/office/drawing/2014/main" val="3161380153"/>
                    </a:ext>
                  </a:extLst>
                </a:gridCol>
                <a:gridCol w="1908607">
                  <a:extLst>
                    <a:ext uri="{9D8B030D-6E8A-4147-A177-3AD203B41FA5}">
                      <a16:colId xmlns:a16="http://schemas.microsoft.com/office/drawing/2014/main" val="371999752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122899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3200" dirty="0">
                          <a:latin typeface="PT Sans" panose="020B0503020203020204" pitchFamily="34" charset="0"/>
                        </a:rPr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latin typeface="PT Sans" panose="020B0503020203020204" pitchFamily="34" charset="0"/>
                        </a:rPr>
                        <a:t>Symbol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latin typeface="PT Sans" panose="020B0503020203020204" pitchFamily="34" charset="0"/>
                        </a:rPr>
                        <a:t>Units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24112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>
                          <a:latin typeface="PT Sans" panose="020B0503020203020204" pitchFamily="34" charset="0"/>
                        </a:rPr>
                        <a:t>Voltage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latin typeface="PT Sans" panose="020B0503020203020204" pitchFamily="34" charset="0"/>
                        </a:rPr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latin typeface="PT Sans" panose="020B0503020203020204" pitchFamily="34" charset="0"/>
                        </a:rPr>
                        <a:t>Volts (V)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59349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>
                          <a:latin typeface="PT Sans" panose="020B0503020203020204" pitchFamily="34" charset="0"/>
                        </a:rPr>
                        <a:t>Current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latin typeface="PT Sans" panose="020B0503020203020204" pitchFamily="34" charset="0"/>
                        </a:rPr>
                        <a:t>I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latin typeface="PT Sans" panose="020B0503020203020204" pitchFamily="34" charset="0"/>
                        </a:rPr>
                        <a:t>Amperes (A)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30725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>
                          <a:latin typeface="PT Sans" panose="020B0503020203020204" pitchFamily="34" charset="0"/>
                        </a:rPr>
                        <a:t>Resistance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latin typeface="PT Sans" panose="020B0503020203020204" pitchFamily="34" charset="0"/>
                        </a:rP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latin typeface="PT Sans" panose="020B0503020203020204" pitchFamily="34" charset="0"/>
                        </a:rPr>
                        <a:t>Ohms (</a:t>
                      </a:r>
                      <a:r>
                        <a:rPr lang="el-GR" sz="3200" dirty="0">
                          <a:latin typeface="PT Sans" panose="020B0503020203020204" pitchFamily="34" charset="0"/>
                        </a:rPr>
                        <a:t>Ω</a:t>
                      </a:r>
                      <a:r>
                        <a:rPr lang="en-US" sz="3200" dirty="0">
                          <a:latin typeface="PT Sans" panose="020B0503020203020204" pitchFamily="34" charset="0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3993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>
                          <a:latin typeface="PT Sans" panose="020B0503020203020204" pitchFamily="34" charset="0"/>
                        </a:rPr>
                        <a:t>Capacitance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latin typeface="PT Sans" panose="020B0503020203020204" pitchFamily="34" charset="0"/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latin typeface="PT Sans" panose="020B0503020203020204" pitchFamily="34" charset="0"/>
                        </a:rPr>
                        <a:t>Farads (F)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46577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>
                          <a:latin typeface="PT Sans" panose="020B0503020203020204" pitchFamily="34" charset="0"/>
                        </a:rPr>
                        <a:t>Inductance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latin typeface="PT Sans" panose="020B0503020203020204" pitchFamily="34" charset="0"/>
                        </a:rPr>
                        <a:t>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latin typeface="PT Sans" panose="020B0503020203020204" pitchFamily="34" charset="0"/>
                        </a:rPr>
                        <a:t>Henry (H)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8472950"/>
                  </a:ext>
                </a:extLst>
              </a:tr>
            </a:tbl>
          </a:graphicData>
        </a:graphic>
      </p:graphicFrame>
      <p:grpSp>
        <p:nvGrpSpPr>
          <p:cNvPr id="28" name="Group 27">
            <a:extLst>
              <a:ext uri="{FF2B5EF4-FFF2-40B4-BE49-F238E27FC236}">
                <a16:creationId xmlns:a16="http://schemas.microsoft.com/office/drawing/2014/main" id="{D9348A94-2CBE-3B57-71BB-89E8A7505658}"/>
              </a:ext>
            </a:extLst>
          </p:cNvPr>
          <p:cNvGrpSpPr/>
          <p:nvPr/>
        </p:nvGrpSpPr>
        <p:grpSpPr>
          <a:xfrm>
            <a:off x="10008375" y="1963805"/>
            <a:ext cx="538560" cy="968040"/>
            <a:chOff x="10008375" y="1963805"/>
            <a:chExt cx="538560" cy="968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3AEC45E-AD38-EBD4-3AF7-82FA6787BA03}"/>
                    </a:ext>
                  </a:extLst>
                </p14:cNvPr>
                <p14:cNvContentPartPr/>
                <p14:nvPr/>
              </p14:nvContentPartPr>
              <p14:xfrm>
                <a:off x="10253175" y="1963805"/>
                <a:ext cx="42480" cy="4370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3AEC45E-AD38-EBD4-3AF7-82FA6787BA03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0248855" y="1959485"/>
                  <a:ext cx="51120" cy="44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E2341C12-9F2A-F6A7-5B39-08C5A6BBE569}"/>
                    </a:ext>
                  </a:extLst>
                </p14:cNvPr>
                <p14:cNvContentPartPr/>
                <p14:nvPr/>
              </p14:nvContentPartPr>
              <p14:xfrm>
                <a:off x="10008375" y="2388245"/>
                <a:ext cx="538560" cy="450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E2341C12-9F2A-F6A7-5B39-08C5A6BBE56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004055" y="2383925"/>
                  <a:ext cx="54720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5779777-2BBD-8C0B-519C-7D19357E5CD1}"/>
                    </a:ext>
                  </a:extLst>
                </p14:cNvPr>
                <p14:cNvContentPartPr/>
                <p14:nvPr/>
              </p14:nvContentPartPr>
              <p14:xfrm>
                <a:off x="10194135" y="2514605"/>
                <a:ext cx="188640" cy="478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5779777-2BBD-8C0B-519C-7D19357E5CD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189815" y="2510285"/>
                  <a:ext cx="19728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CF88248-988C-771E-FF98-94444AF1CBDE}"/>
                    </a:ext>
                  </a:extLst>
                </p14:cNvPr>
                <p14:cNvContentPartPr/>
                <p14:nvPr/>
              </p14:nvContentPartPr>
              <p14:xfrm>
                <a:off x="10301775" y="2518925"/>
                <a:ext cx="21240" cy="4129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0CF88248-988C-771E-FF98-94444AF1CBD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297455" y="2514605"/>
                  <a:ext cx="29880" cy="421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F7C5B799-D081-86D1-47E5-C8EF954BF0DF}"/>
              </a:ext>
            </a:extLst>
          </p:cNvPr>
          <p:cNvGrpSpPr/>
          <p:nvPr/>
        </p:nvGrpSpPr>
        <p:grpSpPr>
          <a:xfrm>
            <a:off x="9959055" y="1918085"/>
            <a:ext cx="645840" cy="1061280"/>
            <a:chOff x="9959055" y="1918085"/>
            <a:chExt cx="645840" cy="1061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F2044A6-5439-1585-FFDF-8D105ABDF3B6}"/>
                    </a:ext>
                  </a:extLst>
                </p14:cNvPr>
                <p14:cNvContentPartPr/>
                <p14:nvPr/>
              </p14:nvContentPartPr>
              <p14:xfrm>
                <a:off x="10281615" y="1918085"/>
                <a:ext cx="31680" cy="4287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F2044A6-5439-1585-FFDF-8D105ABDF3B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245615" y="1882085"/>
                  <a:ext cx="103320" cy="50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0F3854D-EB78-D9F4-AB7A-CAFEFCD8374D}"/>
                    </a:ext>
                  </a:extLst>
                </p14:cNvPr>
                <p14:cNvContentPartPr/>
                <p14:nvPr/>
              </p14:nvContentPartPr>
              <p14:xfrm>
                <a:off x="9959055" y="2328845"/>
                <a:ext cx="552600" cy="792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0F3854D-EB78-D9F4-AB7A-CAFEFCD8374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923415" y="2293205"/>
                  <a:ext cx="62424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05DEB629-DBE3-C98B-74F8-D7958C1918AF}"/>
                    </a:ext>
                  </a:extLst>
                </p14:cNvPr>
                <p14:cNvContentPartPr/>
                <p14:nvPr/>
              </p14:nvContentPartPr>
              <p14:xfrm>
                <a:off x="10151295" y="2523605"/>
                <a:ext cx="275400" cy="252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05DEB629-DBE3-C98B-74F8-D7958C1918A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115655" y="2487605"/>
                  <a:ext cx="34704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FD086111-C9B5-0372-1730-CFD97C14B0A8}"/>
                    </a:ext>
                  </a:extLst>
                </p14:cNvPr>
                <p14:cNvContentPartPr/>
                <p14:nvPr/>
              </p14:nvContentPartPr>
              <p14:xfrm>
                <a:off x="10292055" y="2550965"/>
                <a:ext cx="32400" cy="4284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FD086111-C9B5-0372-1730-CFD97C14B0A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0256055" y="2515325"/>
                  <a:ext cx="104040" cy="50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502D9D93-71B4-E763-CD9E-43E02B67FE07}"/>
                    </a:ext>
                  </a:extLst>
                </p14:cNvPr>
                <p14:cNvContentPartPr/>
                <p14:nvPr/>
              </p14:nvContentPartPr>
              <p14:xfrm>
                <a:off x="10520295" y="2316245"/>
                <a:ext cx="84600" cy="406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502D9D93-71B4-E763-CD9E-43E02B67FE0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484295" y="2280245"/>
                  <a:ext cx="156240" cy="112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3DECAFF9-F8A3-3AD6-28BE-1295683EE529}"/>
              </a:ext>
            </a:extLst>
          </p:cNvPr>
          <p:cNvGrpSpPr/>
          <p:nvPr/>
        </p:nvGrpSpPr>
        <p:grpSpPr>
          <a:xfrm>
            <a:off x="9703455" y="2782445"/>
            <a:ext cx="450720" cy="1182600"/>
            <a:chOff x="9703455" y="2782445"/>
            <a:chExt cx="450720" cy="1182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5A4ED26A-63DC-8C1A-C4E7-75747541124B}"/>
                    </a:ext>
                  </a:extLst>
                </p14:cNvPr>
                <p14:cNvContentPartPr/>
                <p14:nvPr/>
              </p14:nvContentPartPr>
              <p14:xfrm>
                <a:off x="9703455" y="3144965"/>
                <a:ext cx="450720" cy="4122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5A4ED26A-63DC-8C1A-C4E7-75747541124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685455" y="3126965"/>
                  <a:ext cx="486360" cy="44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F143A87-1A3B-8755-EB6E-E4CBA35E52D9}"/>
                    </a:ext>
                  </a:extLst>
                </p14:cNvPr>
                <p14:cNvContentPartPr/>
                <p14:nvPr/>
              </p14:nvContentPartPr>
              <p14:xfrm>
                <a:off x="9948255" y="2782445"/>
                <a:ext cx="46080" cy="4046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F143A87-1A3B-8755-EB6E-E4CBA35E52D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930255" y="2764805"/>
                  <a:ext cx="81720" cy="44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5E4CBB6B-B62A-190A-74E4-D32DBDFC450F}"/>
                    </a:ext>
                  </a:extLst>
                </p14:cNvPr>
                <p14:cNvContentPartPr/>
                <p14:nvPr/>
              </p14:nvContentPartPr>
              <p14:xfrm>
                <a:off x="9963375" y="3522965"/>
                <a:ext cx="16560" cy="4420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5E4CBB6B-B62A-190A-74E4-D32DBDFC450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945735" y="3504965"/>
                  <a:ext cx="52200" cy="47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8AD6D9A6-1AFF-2809-398A-179730983E7E}"/>
                    </a:ext>
                  </a:extLst>
                </p14:cNvPr>
                <p14:cNvContentPartPr/>
                <p14:nvPr/>
              </p14:nvContentPartPr>
              <p14:xfrm>
                <a:off x="9909735" y="3302285"/>
                <a:ext cx="50400" cy="2206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8AD6D9A6-1AFF-2809-398A-179730983E7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892095" y="3284645"/>
                  <a:ext cx="8604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E0CEF4E1-FC5C-7A26-C0E5-F672FC4EE731}"/>
                    </a:ext>
                  </a:extLst>
                </p14:cNvPr>
                <p14:cNvContentPartPr/>
                <p14:nvPr/>
              </p14:nvContentPartPr>
              <p14:xfrm>
                <a:off x="9885615" y="3248285"/>
                <a:ext cx="136800" cy="835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E0CEF4E1-FC5C-7A26-C0E5-F672FC4EE73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867975" y="3230645"/>
                  <a:ext cx="17244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FD04D816-0CA1-F61A-9BE2-99A23A04FA0F}"/>
                    </a:ext>
                  </a:extLst>
                </p14:cNvPr>
                <p14:cNvContentPartPr/>
                <p14:nvPr/>
              </p14:nvContentPartPr>
              <p14:xfrm>
                <a:off x="9856815" y="3274205"/>
                <a:ext cx="52560" cy="763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FD04D816-0CA1-F61A-9BE2-99A23A04FA0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839175" y="3256565"/>
                  <a:ext cx="8820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8664F231-0749-F8AD-D7AD-8176FABE620E}"/>
                    </a:ext>
                  </a:extLst>
                </p14:cNvPr>
                <p14:cNvContentPartPr/>
                <p14:nvPr/>
              </p14:nvContentPartPr>
              <p14:xfrm>
                <a:off x="9935295" y="3235325"/>
                <a:ext cx="87120" cy="1044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8664F231-0749-F8AD-D7AD-8176FABE620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917655" y="3217325"/>
                  <a:ext cx="12276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E8383945-04E3-2FA6-A32E-E7E5EEF83C24}"/>
                    </a:ext>
                  </a:extLst>
                </p14:cNvPr>
                <p14:cNvContentPartPr/>
                <p14:nvPr/>
              </p14:nvContentPartPr>
              <p14:xfrm>
                <a:off x="9964095" y="3259805"/>
                <a:ext cx="69120" cy="716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E8383945-04E3-2FA6-A32E-E7E5EEF83C2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946095" y="3241805"/>
                  <a:ext cx="104760" cy="107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4B8AE711-D4B3-B60B-46AC-237414386FC7}"/>
              </a:ext>
            </a:extLst>
          </p:cNvPr>
          <p:cNvGrpSpPr/>
          <p:nvPr/>
        </p:nvGrpSpPr>
        <p:grpSpPr>
          <a:xfrm>
            <a:off x="10213215" y="3814925"/>
            <a:ext cx="1231560" cy="218520"/>
            <a:chOff x="10213215" y="3814925"/>
            <a:chExt cx="1231560" cy="21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E4200DCE-6E40-5F23-609E-A58CB4A031D4}"/>
                    </a:ext>
                  </a:extLst>
                </p14:cNvPr>
                <p14:cNvContentPartPr/>
                <p14:nvPr/>
              </p14:nvContentPartPr>
              <p14:xfrm>
                <a:off x="10213215" y="3979085"/>
                <a:ext cx="322920" cy="370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E4200DCE-6E40-5F23-609E-A58CB4A031D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195575" y="3961445"/>
                  <a:ext cx="35856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927CA8F7-01D5-15C1-FE6C-8CE99589755E}"/>
                    </a:ext>
                  </a:extLst>
                </p14:cNvPr>
                <p14:cNvContentPartPr/>
                <p14:nvPr/>
              </p14:nvContentPartPr>
              <p14:xfrm>
                <a:off x="10549095" y="3814925"/>
                <a:ext cx="412200" cy="2185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927CA8F7-01D5-15C1-FE6C-8CE99589755E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531455" y="3796925"/>
                  <a:ext cx="44784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549FA749-5FAA-D254-D567-8310DD14161E}"/>
                    </a:ext>
                  </a:extLst>
                </p14:cNvPr>
                <p14:cNvContentPartPr/>
                <p14:nvPr/>
              </p14:nvContentPartPr>
              <p14:xfrm>
                <a:off x="10976415" y="3967925"/>
                <a:ext cx="468360" cy="421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549FA749-5FAA-D254-D567-8310DD14161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0958415" y="3949925"/>
                  <a:ext cx="504000" cy="77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EB0956B6-935B-48C8-20F0-106F8212735E}"/>
              </a:ext>
            </a:extLst>
          </p:cNvPr>
          <p:cNvGrpSpPr/>
          <p:nvPr/>
        </p:nvGrpSpPr>
        <p:grpSpPr>
          <a:xfrm>
            <a:off x="9915135" y="4362125"/>
            <a:ext cx="1523160" cy="420120"/>
            <a:chOff x="9915135" y="4362125"/>
            <a:chExt cx="1523160" cy="420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46388DD4-C6D4-8264-5D54-BE1CD1837D37}"/>
                    </a:ext>
                  </a:extLst>
                </p14:cNvPr>
                <p14:cNvContentPartPr/>
                <p14:nvPr/>
              </p14:nvContentPartPr>
              <p14:xfrm>
                <a:off x="9915135" y="4550045"/>
                <a:ext cx="582120" cy="381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46388DD4-C6D4-8264-5D54-BE1CD1837D3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897135" y="4532405"/>
                  <a:ext cx="61776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B7C8A40E-DC6B-DB09-B616-E666291F4ED6}"/>
                    </a:ext>
                  </a:extLst>
                </p14:cNvPr>
                <p14:cNvContentPartPr/>
                <p14:nvPr/>
              </p14:nvContentPartPr>
              <p14:xfrm>
                <a:off x="10508055" y="4362125"/>
                <a:ext cx="86760" cy="4201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B7C8A40E-DC6B-DB09-B616-E666291F4ED6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490055" y="4344125"/>
                  <a:ext cx="122400" cy="45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07E136C5-F420-61A3-371E-389F25AC8AC1}"/>
                    </a:ext>
                  </a:extLst>
                </p14:cNvPr>
                <p14:cNvContentPartPr/>
                <p14:nvPr/>
              </p14:nvContentPartPr>
              <p14:xfrm>
                <a:off x="10659975" y="4364645"/>
                <a:ext cx="106920" cy="4053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07E136C5-F420-61A3-371E-389F25AC8AC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641975" y="4347005"/>
                  <a:ext cx="142560" cy="44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A53536E1-639B-3E00-657E-9EE11CBFD465}"/>
                    </a:ext>
                  </a:extLst>
                </p14:cNvPr>
                <p14:cNvContentPartPr/>
                <p14:nvPr/>
              </p14:nvContentPartPr>
              <p14:xfrm>
                <a:off x="10729815" y="4546085"/>
                <a:ext cx="708480" cy="262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A53536E1-639B-3E00-657E-9EE11CBFD46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0712175" y="4528085"/>
                  <a:ext cx="744120" cy="61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60FEA789-BF26-C94D-6134-5ABDA129324A}"/>
              </a:ext>
            </a:extLst>
          </p:cNvPr>
          <p:cNvGrpSpPr/>
          <p:nvPr/>
        </p:nvGrpSpPr>
        <p:grpSpPr>
          <a:xfrm>
            <a:off x="9729735" y="5025965"/>
            <a:ext cx="1923480" cy="269640"/>
            <a:chOff x="9729735" y="5025965"/>
            <a:chExt cx="1923480" cy="269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A67B8D82-37AB-8883-F3C5-9267CF72FDBC}"/>
                    </a:ext>
                  </a:extLst>
                </p14:cNvPr>
                <p14:cNvContentPartPr/>
                <p14:nvPr/>
              </p14:nvContentPartPr>
              <p14:xfrm>
                <a:off x="9729735" y="5253125"/>
                <a:ext cx="455400" cy="424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A67B8D82-37AB-8883-F3C5-9267CF72FDBC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711735" y="5235485"/>
                  <a:ext cx="49104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A1988249-6331-5D98-A0B7-E314FFA448E0}"/>
                    </a:ext>
                  </a:extLst>
                </p14:cNvPr>
                <p14:cNvContentPartPr/>
                <p14:nvPr/>
              </p14:nvContentPartPr>
              <p14:xfrm>
                <a:off x="10173975" y="5025965"/>
                <a:ext cx="867600" cy="2383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A1988249-6331-5D98-A0B7-E314FFA448E0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0155975" y="5008325"/>
                  <a:ext cx="90324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CFFC2344-EE32-3815-8FB1-01134C141F7D}"/>
                    </a:ext>
                  </a:extLst>
                </p14:cNvPr>
                <p14:cNvContentPartPr/>
                <p14:nvPr/>
              </p14:nvContentPartPr>
              <p14:xfrm>
                <a:off x="11047335" y="5197685"/>
                <a:ext cx="605880" cy="3924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CFFC2344-EE32-3815-8FB1-01134C141F7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1029695" y="5180045"/>
                  <a:ext cx="641520" cy="74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A32C4CE0-C824-321E-853D-491184BA7805}"/>
              </a:ext>
            </a:extLst>
          </p:cNvPr>
          <p:cNvGrpSpPr/>
          <p:nvPr/>
        </p:nvGrpSpPr>
        <p:grpSpPr>
          <a:xfrm>
            <a:off x="4422975" y="316085"/>
            <a:ext cx="4785840" cy="1479240"/>
            <a:chOff x="4422975" y="316085"/>
            <a:chExt cx="4785840" cy="1479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FCC49620-5A1F-EF34-54D0-0B40DA3300C4}"/>
                    </a:ext>
                  </a:extLst>
                </p14:cNvPr>
                <p14:cNvContentPartPr/>
                <p14:nvPr/>
              </p14:nvContentPartPr>
              <p14:xfrm>
                <a:off x="5829135" y="398165"/>
                <a:ext cx="34200" cy="39528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FCC49620-5A1F-EF34-54D0-0B40DA3300C4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811135" y="380525"/>
                  <a:ext cx="69840" cy="43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4AEE93B6-6658-8CE8-F9A3-18266A13AF3E}"/>
                    </a:ext>
                  </a:extLst>
                </p14:cNvPr>
                <p14:cNvContentPartPr/>
                <p14:nvPr/>
              </p14:nvContentPartPr>
              <p14:xfrm>
                <a:off x="5535015" y="807845"/>
                <a:ext cx="639000" cy="504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4AEE93B6-6658-8CE8-F9A3-18266A13AF3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517375" y="790205"/>
                  <a:ext cx="67464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19A6C672-FF34-C2A0-67D1-58422AF754C8}"/>
                    </a:ext>
                  </a:extLst>
                </p14:cNvPr>
                <p14:cNvContentPartPr/>
                <p14:nvPr/>
              </p14:nvContentPartPr>
              <p14:xfrm>
                <a:off x="5836695" y="937085"/>
                <a:ext cx="113760" cy="345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19A6C672-FF34-C2A0-67D1-58422AF754C8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819055" y="919445"/>
                  <a:ext cx="14940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206D0CAC-7F0A-5EC1-8B63-4483FC9398B0}"/>
                    </a:ext>
                  </a:extLst>
                </p14:cNvPr>
                <p14:cNvContentPartPr/>
                <p14:nvPr/>
              </p14:nvContentPartPr>
              <p14:xfrm>
                <a:off x="5918055" y="963725"/>
                <a:ext cx="77760" cy="35604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206D0CAC-7F0A-5EC1-8B63-4483FC9398B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900055" y="945725"/>
                  <a:ext cx="113400" cy="39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1A011369-3E13-A48D-86EF-935587103253}"/>
                    </a:ext>
                  </a:extLst>
                </p14:cNvPr>
                <p14:cNvContentPartPr/>
                <p14:nvPr/>
              </p14:nvContentPartPr>
              <p14:xfrm>
                <a:off x="5818335" y="331925"/>
                <a:ext cx="1002240" cy="6804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1A011369-3E13-A48D-86EF-935587103253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800335" y="314285"/>
                  <a:ext cx="103788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B8BC6682-27B8-CBB8-CA43-06FEEDED2868}"/>
                    </a:ext>
                  </a:extLst>
                </p14:cNvPr>
                <p14:cNvContentPartPr/>
                <p14:nvPr/>
              </p14:nvContentPartPr>
              <p14:xfrm>
                <a:off x="6824895" y="334445"/>
                <a:ext cx="97200" cy="3762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B8BC6682-27B8-CBB8-CA43-06FEEDED2868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807255" y="316805"/>
                  <a:ext cx="132840" cy="41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3C0BD9A3-8D15-A286-9A69-088377F9CD3F}"/>
                    </a:ext>
                  </a:extLst>
                </p14:cNvPr>
                <p14:cNvContentPartPr/>
                <p14:nvPr/>
              </p14:nvContentPartPr>
              <p14:xfrm>
                <a:off x="6727335" y="715685"/>
                <a:ext cx="340920" cy="183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3C0BD9A3-8D15-A286-9A69-088377F9CD3F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709335" y="698045"/>
                  <a:ext cx="37656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FA2BF840-30B9-D415-7FEE-6F7517D94C8E}"/>
                    </a:ext>
                  </a:extLst>
                </p14:cNvPr>
                <p14:cNvContentPartPr/>
                <p14:nvPr/>
              </p14:nvContentPartPr>
              <p14:xfrm>
                <a:off x="6785295" y="729005"/>
                <a:ext cx="133920" cy="1893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FA2BF840-30B9-D415-7FEE-6F7517D94C8E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767655" y="711365"/>
                  <a:ext cx="16956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0159AA50-9554-4463-34EF-D231A7F26E87}"/>
                    </a:ext>
                  </a:extLst>
                </p14:cNvPr>
                <p14:cNvContentPartPr/>
                <p14:nvPr/>
              </p14:nvContentPartPr>
              <p14:xfrm>
                <a:off x="6981855" y="716045"/>
                <a:ext cx="128160" cy="1555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0159AA50-9554-4463-34EF-D231A7F26E87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963855" y="698045"/>
                  <a:ext cx="16380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42203E53-F3CB-093E-517E-287BEB92A0E0}"/>
                    </a:ext>
                  </a:extLst>
                </p14:cNvPr>
                <p14:cNvContentPartPr/>
                <p14:nvPr/>
              </p14:nvContentPartPr>
              <p14:xfrm>
                <a:off x="6728055" y="943565"/>
                <a:ext cx="505800" cy="244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42203E53-F3CB-093E-517E-287BEB92A0E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710415" y="925925"/>
                  <a:ext cx="54144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AB1D4AE3-A3D1-4F77-E83E-085D3FD4F4A1}"/>
                    </a:ext>
                  </a:extLst>
                </p14:cNvPr>
                <p14:cNvContentPartPr/>
                <p14:nvPr/>
              </p14:nvContentPartPr>
              <p14:xfrm>
                <a:off x="6962055" y="965525"/>
                <a:ext cx="62640" cy="23544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AB1D4AE3-A3D1-4F77-E83E-085D3FD4F4A1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944055" y="947525"/>
                  <a:ext cx="9828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5CDF078B-D6E0-2A66-566C-1D7CAE884234}"/>
                    </a:ext>
                  </a:extLst>
                </p14:cNvPr>
                <p14:cNvContentPartPr/>
                <p14:nvPr/>
              </p14:nvContentPartPr>
              <p14:xfrm>
                <a:off x="6995175" y="1249565"/>
                <a:ext cx="121680" cy="2520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5CDF078B-D6E0-2A66-566C-1D7CAE884234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977535" y="1231925"/>
                  <a:ext cx="15732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E828EB72-D413-3856-AFE3-EA1A8115C4F1}"/>
                    </a:ext>
                  </a:extLst>
                </p14:cNvPr>
                <p14:cNvContentPartPr/>
                <p14:nvPr/>
              </p14:nvContentPartPr>
              <p14:xfrm>
                <a:off x="6002655" y="1515605"/>
                <a:ext cx="1102320" cy="23688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E828EB72-D413-3856-AFE3-EA1A8115C4F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984655" y="1497605"/>
                  <a:ext cx="113796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F8E6D64F-E627-057B-D323-4EF6651E2C0B}"/>
                    </a:ext>
                  </a:extLst>
                </p14:cNvPr>
                <p14:cNvContentPartPr/>
                <p14:nvPr/>
              </p14:nvContentPartPr>
              <p14:xfrm>
                <a:off x="5986815" y="1288445"/>
                <a:ext cx="26640" cy="50688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F8E6D64F-E627-057B-D323-4EF6651E2C0B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968815" y="1270445"/>
                  <a:ext cx="62280" cy="54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6B4592F0-7BDA-6F21-92EE-658909F7FBE1}"/>
                    </a:ext>
                  </a:extLst>
                </p14:cNvPr>
                <p14:cNvContentPartPr/>
                <p14:nvPr/>
              </p14:nvContentPartPr>
              <p14:xfrm>
                <a:off x="4665615" y="897485"/>
                <a:ext cx="48960" cy="24552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6B4592F0-7BDA-6F21-92EE-658909F7FBE1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647615" y="879485"/>
                  <a:ext cx="8460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C4A2FF3E-F53D-A526-2F0F-25B4B28BF04F}"/>
                    </a:ext>
                  </a:extLst>
                </p14:cNvPr>
                <p14:cNvContentPartPr/>
                <p14:nvPr/>
              </p14:nvContentPartPr>
              <p14:xfrm>
                <a:off x="4699455" y="828365"/>
                <a:ext cx="200880" cy="29268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C4A2FF3E-F53D-A526-2F0F-25B4B28BF04F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681455" y="810725"/>
                  <a:ext cx="23652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A7138A76-0D78-8AF7-7607-81AAFE3893DB}"/>
                    </a:ext>
                  </a:extLst>
                </p14:cNvPr>
                <p14:cNvContentPartPr/>
                <p14:nvPr/>
              </p14:nvContentPartPr>
              <p14:xfrm>
                <a:off x="4937055" y="994685"/>
                <a:ext cx="116280" cy="15012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A7138A76-0D78-8AF7-7607-81AAFE3893DB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919055" y="977045"/>
                  <a:ext cx="15192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05753077-D9C1-AB7B-0C4D-99967CA82A3D}"/>
                    </a:ext>
                  </a:extLst>
                </p14:cNvPr>
                <p14:cNvContentPartPr/>
                <p14:nvPr/>
              </p14:nvContentPartPr>
              <p14:xfrm>
                <a:off x="5101575" y="801725"/>
                <a:ext cx="94680" cy="3103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05753077-D9C1-AB7B-0C4D-99967CA82A3D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083935" y="784085"/>
                  <a:ext cx="130320" cy="34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4EC4BBA5-85AA-778D-87F8-10209C498406}"/>
                    </a:ext>
                  </a:extLst>
                </p14:cNvPr>
                <p14:cNvContentPartPr/>
                <p14:nvPr/>
              </p14:nvContentPartPr>
              <p14:xfrm>
                <a:off x="5095095" y="898205"/>
                <a:ext cx="185760" cy="11844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4EC4BBA5-85AA-778D-87F8-10209C498406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077095" y="880565"/>
                  <a:ext cx="22140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3BBFE1EC-8EFB-9C30-ADEE-E12E27E72F6E}"/>
                    </a:ext>
                  </a:extLst>
                </p14:cNvPr>
                <p14:cNvContentPartPr/>
                <p14:nvPr/>
              </p14:nvContentPartPr>
              <p14:xfrm>
                <a:off x="5304615" y="783365"/>
                <a:ext cx="42480" cy="2142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3BBFE1EC-8EFB-9C30-ADEE-E12E27E72F6E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286615" y="765365"/>
                  <a:ext cx="7812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BDF8C88A-57FD-BFD5-C51C-5DF9EE0893F1}"/>
                    </a:ext>
                  </a:extLst>
                </p14:cNvPr>
                <p14:cNvContentPartPr/>
                <p14:nvPr/>
              </p14:nvContentPartPr>
              <p14:xfrm>
                <a:off x="5255655" y="876245"/>
                <a:ext cx="161640" cy="802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BDF8C88A-57FD-BFD5-C51C-5DF9EE0893F1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237655" y="858605"/>
                  <a:ext cx="19728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4A924920-89A8-0233-3839-DAB14418F8DB}"/>
                    </a:ext>
                  </a:extLst>
                </p14:cNvPr>
                <p14:cNvContentPartPr/>
                <p14:nvPr/>
              </p14:nvContentPartPr>
              <p14:xfrm>
                <a:off x="4422975" y="482765"/>
                <a:ext cx="1171440" cy="100908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4A924920-89A8-0233-3839-DAB14418F8DB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405335" y="464765"/>
                  <a:ext cx="1207080" cy="10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2DB2A849-77E6-9769-BD26-A11CD291E818}"/>
                    </a:ext>
                  </a:extLst>
                </p14:cNvPr>
                <p14:cNvContentPartPr/>
                <p14:nvPr/>
              </p14:nvContentPartPr>
              <p14:xfrm>
                <a:off x="5597295" y="1135805"/>
                <a:ext cx="104760" cy="1216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2DB2A849-77E6-9769-BD26-A11CD291E818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579655" y="1118165"/>
                  <a:ext cx="14040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6699F864-9DF3-99D3-615C-8BA41F10A549}"/>
                    </a:ext>
                  </a:extLst>
                </p14:cNvPr>
                <p14:cNvContentPartPr/>
                <p14:nvPr/>
              </p14:nvContentPartPr>
              <p14:xfrm>
                <a:off x="5618175" y="1091885"/>
                <a:ext cx="134640" cy="626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6699F864-9DF3-99D3-615C-8BA41F10A549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600175" y="1074245"/>
                  <a:ext cx="17028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5737AFAD-777C-E448-EA55-40EB051DCE75}"/>
                    </a:ext>
                  </a:extLst>
                </p14:cNvPr>
                <p14:cNvContentPartPr/>
                <p14:nvPr/>
              </p14:nvContentPartPr>
              <p14:xfrm>
                <a:off x="7256175" y="447125"/>
                <a:ext cx="434520" cy="30744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5737AFAD-777C-E448-EA55-40EB051DCE75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238175" y="429125"/>
                  <a:ext cx="47016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2F1AEB0B-AFF6-460F-469E-AE955994A8B5}"/>
                    </a:ext>
                  </a:extLst>
                </p14:cNvPr>
                <p14:cNvContentPartPr/>
                <p14:nvPr/>
              </p14:nvContentPartPr>
              <p14:xfrm>
                <a:off x="7232775" y="603005"/>
                <a:ext cx="94680" cy="1900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2F1AEB0B-AFF6-460F-469E-AE955994A8B5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214775" y="585365"/>
                  <a:ext cx="13032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E684D7FF-026C-73DC-F41D-56CD3B42DF39}"/>
                    </a:ext>
                  </a:extLst>
                </p14:cNvPr>
                <p14:cNvContentPartPr/>
                <p14:nvPr/>
              </p14:nvContentPartPr>
              <p14:xfrm>
                <a:off x="6473175" y="575645"/>
                <a:ext cx="168120" cy="14328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E684D7FF-026C-73DC-F41D-56CD3B42DF39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455175" y="558005"/>
                  <a:ext cx="20376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60B1E2CA-ADEE-2F84-28CA-2F30C22417F2}"/>
                    </a:ext>
                  </a:extLst>
                </p14:cNvPr>
                <p14:cNvContentPartPr/>
                <p14:nvPr/>
              </p14:nvContentPartPr>
              <p14:xfrm>
                <a:off x="6471735" y="554765"/>
                <a:ext cx="99720" cy="11340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60B1E2CA-ADEE-2F84-28CA-2F30C22417F2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453735" y="536765"/>
                  <a:ext cx="13536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54D845D9-05BE-7421-57D9-630004D1A573}"/>
                    </a:ext>
                  </a:extLst>
                </p14:cNvPr>
                <p14:cNvContentPartPr/>
                <p14:nvPr/>
              </p14:nvContentPartPr>
              <p14:xfrm>
                <a:off x="6491895" y="869045"/>
                <a:ext cx="175680" cy="1162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54D845D9-05BE-7421-57D9-630004D1A57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474255" y="851405"/>
                  <a:ext cx="21132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11CD2A26-1012-D122-5CB4-35CDCEBA2145}"/>
                    </a:ext>
                  </a:extLst>
                </p14:cNvPr>
                <p14:cNvContentPartPr/>
                <p14:nvPr/>
              </p14:nvContentPartPr>
              <p14:xfrm>
                <a:off x="6484335" y="825125"/>
                <a:ext cx="109080" cy="11988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11CD2A26-1012-D122-5CB4-35CDCEBA2145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466695" y="807125"/>
                  <a:ext cx="14472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9199BA28-484E-0650-11CA-5A4DDA43A40B}"/>
                    </a:ext>
                  </a:extLst>
                </p14:cNvPr>
                <p14:cNvContentPartPr/>
                <p14:nvPr/>
              </p14:nvContentPartPr>
              <p14:xfrm>
                <a:off x="7809135" y="317165"/>
                <a:ext cx="101160" cy="21672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9199BA28-484E-0650-11CA-5A4DDA43A40B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791495" y="299525"/>
                  <a:ext cx="13680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B6B168E5-C0CF-E105-7F2E-405D89488E6F}"/>
                    </a:ext>
                  </a:extLst>
                </p14:cNvPr>
                <p14:cNvContentPartPr/>
                <p14:nvPr/>
              </p14:nvContentPartPr>
              <p14:xfrm>
                <a:off x="7951695" y="338045"/>
                <a:ext cx="25920" cy="17640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B6B168E5-C0CF-E105-7F2E-405D89488E6F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934055" y="320045"/>
                  <a:ext cx="6156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2A0733BE-0AD5-D3C7-EF09-1A8C17E9C248}"/>
                    </a:ext>
                  </a:extLst>
                </p14:cNvPr>
                <p14:cNvContentPartPr/>
                <p14:nvPr/>
              </p14:nvContentPartPr>
              <p14:xfrm>
                <a:off x="7973295" y="316085"/>
                <a:ext cx="74160" cy="2448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2A0733BE-0AD5-D3C7-EF09-1A8C17E9C248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955655" y="298445"/>
                  <a:ext cx="10980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0143922D-63E7-CE7E-C3FF-2F070D68885F}"/>
                    </a:ext>
                  </a:extLst>
                </p14:cNvPr>
                <p14:cNvContentPartPr/>
                <p14:nvPr/>
              </p14:nvContentPartPr>
              <p14:xfrm>
                <a:off x="7961775" y="419405"/>
                <a:ext cx="99000" cy="360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0143922D-63E7-CE7E-C3FF-2F070D68885F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943775" y="401765"/>
                  <a:ext cx="13464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D2A361B8-8E6B-E105-B1AB-704FE99C8B69}"/>
                    </a:ext>
                  </a:extLst>
                </p14:cNvPr>
                <p14:cNvContentPartPr/>
                <p14:nvPr/>
              </p14:nvContentPartPr>
              <p14:xfrm>
                <a:off x="7975095" y="513725"/>
                <a:ext cx="109080" cy="2448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D2A361B8-8E6B-E105-B1AB-704FE99C8B69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7957455" y="496085"/>
                  <a:ext cx="14472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D707E1B8-457D-11F3-5CE5-1666F1614925}"/>
                    </a:ext>
                  </a:extLst>
                </p14:cNvPr>
                <p14:cNvContentPartPr/>
                <p14:nvPr/>
              </p14:nvContentPartPr>
              <p14:xfrm>
                <a:off x="8139975" y="343805"/>
                <a:ext cx="80640" cy="21168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D707E1B8-457D-11F3-5CE5-1666F1614925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121975" y="326165"/>
                  <a:ext cx="11628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FF927FDF-8D8D-41F2-6F2C-4FEF4B84BAC0}"/>
                    </a:ext>
                  </a:extLst>
                </p14:cNvPr>
                <p14:cNvContentPartPr/>
                <p14:nvPr/>
              </p14:nvContentPartPr>
              <p14:xfrm>
                <a:off x="8155095" y="351365"/>
                <a:ext cx="145080" cy="21960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FF927FDF-8D8D-41F2-6F2C-4FEF4B84BAC0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137455" y="333725"/>
                  <a:ext cx="18072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B5716E07-C8DE-C54B-42A3-5A521B631064}"/>
                    </a:ext>
                  </a:extLst>
                </p14:cNvPr>
                <p14:cNvContentPartPr/>
                <p14:nvPr/>
              </p14:nvContentPartPr>
              <p14:xfrm>
                <a:off x="7297575" y="1392125"/>
                <a:ext cx="583560" cy="9936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B5716E07-C8DE-C54B-42A3-5A521B631064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279575" y="1374485"/>
                  <a:ext cx="61920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3F9E56E3-6692-E710-B16C-24F7F4D88E9D}"/>
                    </a:ext>
                  </a:extLst>
                </p14:cNvPr>
                <p14:cNvContentPartPr/>
                <p14:nvPr/>
              </p14:nvContentPartPr>
              <p14:xfrm>
                <a:off x="7828215" y="1371965"/>
                <a:ext cx="92880" cy="12024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3F9E56E3-6692-E710-B16C-24F7F4D88E9D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810575" y="1354325"/>
                  <a:ext cx="12852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B3001B98-E334-3B67-6353-CAB1B1AA06B8}"/>
                    </a:ext>
                  </a:extLst>
                </p14:cNvPr>
                <p14:cNvContentPartPr/>
                <p14:nvPr/>
              </p14:nvContentPartPr>
              <p14:xfrm>
                <a:off x="8157615" y="1360805"/>
                <a:ext cx="18360" cy="16236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B3001B98-E334-3B67-6353-CAB1B1AA06B8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8139615" y="1342805"/>
                  <a:ext cx="5400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6205A69B-33C2-2B8C-89BF-DCF2AF263F12}"/>
                    </a:ext>
                  </a:extLst>
                </p14:cNvPr>
                <p14:cNvContentPartPr/>
                <p14:nvPr/>
              </p14:nvContentPartPr>
              <p14:xfrm>
                <a:off x="8151135" y="1294565"/>
                <a:ext cx="119880" cy="19620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6205A69B-33C2-2B8C-89BF-DCF2AF263F12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133495" y="1276565"/>
                  <a:ext cx="15552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F3F16773-C0A4-1702-FCCB-3EA215596C7E}"/>
                    </a:ext>
                  </a:extLst>
                </p14:cNvPr>
                <p14:cNvContentPartPr/>
                <p14:nvPr/>
              </p14:nvContentPartPr>
              <p14:xfrm>
                <a:off x="8286135" y="1358645"/>
                <a:ext cx="104400" cy="11340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F3F16773-C0A4-1702-FCCB-3EA215596C7E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8268135" y="1341005"/>
                  <a:ext cx="14004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187841B4-647E-2CD8-B761-A62ADBB2D1C1}"/>
                    </a:ext>
                  </a:extLst>
                </p14:cNvPr>
                <p14:cNvContentPartPr/>
                <p14:nvPr/>
              </p14:nvContentPartPr>
              <p14:xfrm>
                <a:off x="8430135" y="1352525"/>
                <a:ext cx="89640" cy="1605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187841B4-647E-2CD8-B761-A62ADBB2D1C1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8412495" y="1334525"/>
                  <a:ext cx="12528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D5040C02-5324-A636-7EEA-5DD706182771}"/>
                    </a:ext>
                  </a:extLst>
                </p14:cNvPr>
                <p14:cNvContentPartPr/>
                <p14:nvPr/>
              </p14:nvContentPartPr>
              <p14:xfrm>
                <a:off x="8597175" y="1391765"/>
                <a:ext cx="4320" cy="8784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D5040C02-5324-A636-7EEA-5DD706182771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8579175" y="1373765"/>
                  <a:ext cx="3996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EDA44266-A4B8-A1C0-6A23-DDE32072F67B}"/>
                    </a:ext>
                  </a:extLst>
                </p14:cNvPr>
                <p14:cNvContentPartPr/>
                <p14:nvPr/>
              </p14:nvContentPartPr>
              <p14:xfrm>
                <a:off x="8640015" y="1294565"/>
                <a:ext cx="14760" cy="864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EDA44266-A4B8-A1C0-6A23-DDE32072F67B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8622015" y="1276565"/>
                  <a:ext cx="5040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9135ADD4-3790-83EE-D73F-3F39B50F8B0B}"/>
                    </a:ext>
                  </a:extLst>
                </p14:cNvPr>
                <p14:cNvContentPartPr/>
                <p14:nvPr/>
              </p14:nvContentPartPr>
              <p14:xfrm>
                <a:off x="8694375" y="1374485"/>
                <a:ext cx="106560" cy="16668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9135ADD4-3790-83EE-D73F-3F39B50F8B0B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8676735" y="1356845"/>
                  <a:ext cx="14220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C7321979-B675-914B-C229-08D445D2A5E3}"/>
                    </a:ext>
                  </a:extLst>
                </p14:cNvPr>
                <p14:cNvContentPartPr/>
                <p14:nvPr/>
              </p14:nvContentPartPr>
              <p14:xfrm>
                <a:off x="8854215" y="1310765"/>
                <a:ext cx="25920" cy="13392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C7321979-B675-914B-C229-08D445D2A5E3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8836575" y="1292765"/>
                  <a:ext cx="6156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375D8CDC-5D67-0E4B-DF8E-1D11F4B709B2}"/>
                    </a:ext>
                  </a:extLst>
                </p14:cNvPr>
                <p14:cNvContentPartPr/>
                <p14:nvPr/>
              </p14:nvContentPartPr>
              <p14:xfrm>
                <a:off x="8810655" y="1380965"/>
                <a:ext cx="110160" cy="5040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375D8CDC-5D67-0E4B-DF8E-1D11F4B709B2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8793015" y="1363325"/>
                  <a:ext cx="14580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19945F45-E675-EA0F-D139-4D0E917594AF}"/>
                    </a:ext>
                  </a:extLst>
                </p14:cNvPr>
                <p14:cNvContentPartPr/>
                <p14:nvPr/>
              </p14:nvContentPartPr>
              <p14:xfrm>
                <a:off x="8972655" y="1386005"/>
                <a:ext cx="82440" cy="10188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19945F45-E675-EA0F-D139-4D0E917594AF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8954655" y="1368005"/>
                  <a:ext cx="11808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E032469B-4613-C604-2A90-38E4D2D8292E}"/>
                    </a:ext>
                  </a:extLst>
                </p14:cNvPr>
                <p14:cNvContentPartPr/>
                <p14:nvPr/>
              </p14:nvContentPartPr>
              <p14:xfrm>
                <a:off x="9102975" y="1328045"/>
                <a:ext cx="105840" cy="11412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E032469B-4613-C604-2A90-38E4D2D8292E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9084975" y="1310045"/>
                  <a:ext cx="141480" cy="1497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9948613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6C91A-4B70-2A52-C5C0-348C063A2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Notations</a:t>
            </a:r>
          </a:p>
        </p:txBody>
      </p:sp>
      <p:pic>
        <p:nvPicPr>
          <p:cNvPr id="6" name="Content Placeholder 5" descr="A diagram of electrical diagrams&#10;&#10;Description automatically generated">
            <a:extLst>
              <a:ext uri="{FF2B5EF4-FFF2-40B4-BE49-F238E27FC236}">
                <a16:creationId xmlns:a16="http://schemas.microsoft.com/office/drawing/2014/main" id="{20CDFC15-1C84-8F71-5161-76B3F04F82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4853" y="1159411"/>
            <a:ext cx="3962001" cy="440222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C4D616-F90A-DB17-4871-806D902B85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3</a:t>
            </a:fld>
            <a:endParaRPr lang="en-US" dirty="0">
              <a:latin typeface="PT Sans" panose="020B0503020203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F94C52E1-07E0-14B5-1410-956CB377784F}"/>
                  </a:ext>
                </a:extLst>
              </p14:cNvPr>
              <p14:cNvContentPartPr/>
              <p14:nvPr/>
            </p14:nvContentPartPr>
            <p14:xfrm>
              <a:off x="4173052" y="1597853"/>
              <a:ext cx="1185120" cy="166392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F94C52E1-07E0-14B5-1410-956CB377784F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166932" y="1591733"/>
                <a:ext cx="1197360" cy="1676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7" name="Group 116">
            <a:extLst>
              <a:ext uri="{FF2B5EF4-FFF2-40B4-BE49-F238E27FC236}">
                <a16:creationId xmlns:a16="http://schemas.microsoft.com/office/drawing/2014/main" id="{B371EC38-0B05-2A79-F4B3-9BC7BB7223EB}"/>
              </a:ext>
            </a:extLst>
          </p:cNvPr>
          <p:cNvGrpSpPr/>
          <p:nvPr/>
        </p:nvGrpSpPr>
        <p:grpSpPr>
          <a:xfrm>
            <a:off x="5779455" y="4117325"/>
            <a:ext cx="5023080" cy="2158200"/>
            <a:chOff x="5779455" y="4117325"/>
            <a:chExt cx="5023080" cy="2158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713E0821-BEB3-02EB-3F55-9F8B4A9AA6DF}"/>
                    </a:ext>
                  </a:extLst>
                </p14:cNvPr>
                <p14:cNvContentPartPr/>
                <p14:nvPr/>
              </p14:nvContentPartPr>
              <p14:xfrm>
                <a:off x="7458135" y="4202285"/>
                <a:ext cx="38160" cy="54468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713E0821-BEB3-02EB-3F55-9F8B4A9AA6D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440135" y="4184285"/>
                  <a:ext cx="73800" cy="58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EE0B5A44-4FE5-CED2-B7C5-F6D8699F6CBD}"/>
                    </a:ext>
                  </a:extLst>
                </p14:cNvPr>
                <p14:cNvContentPartPr/>
                <p14:nvPr/>
              </p14:nvContentPartPr>
              <p14:xfrm>
                <a:off x="7066455" y="4710965"/>
                <a:ext cx="838080" cy="7722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EE0B5A44-4FE5-CED2-B7C5-F6D8699F6CB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048815" y="4693325"/>
                  <a:ext cx="873720" cy="80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5FE18F6F-CE2C-2B25-4462-4B7030CDECBA}"/>
                    </a:ext>
                  </a:extLst>
                </p14:cNvPr>
                <p14:cNvContentPartPr/>
                <p14:nvPr/>
              </p14:nvContentPartPr>
              <p14:xfrm>
                <a:off x="7499895" y="4939205"/>
                <a:ext cx="19080" cy="33228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5FE18F6F-CE2C-2B25-4462-4B7030CDECBA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481895" y="4921205"/>
                  <a:ext cx="54720" cy="36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79B05AFC-A5EE-A9B7-2857-E6C25C9FE085}"/>
                    </a:ext>
                  </a:extLst>
                </p14:cNvPr>
                <p14:cNvContentPartPr/>
                <p14:nvPr/>
              </p14:nvContentPartPr>
              <p14:xfrm>
                <a:off x="7452735" y="4965125"/>
                <a:ext cx="156600" cy="15048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79B05AFC-A5EE-A9B7-2857-E6C25C9FE08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435095" y="4947485"/>
                  <a:ext cx="19224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4A25E619-3EEC-744C-C2F8-04AA4CBEDFD0}"/>
                    </a:ext>
                  </a:extLst>
                </p14:cNvPr>
                <p14:cNvContentPartPr/>
                <p14:nvPr/>
              </p14:nvContentPartPr>
              <p14:xfrm>
                <a:off x="7599615" y="5437805"/>
                <a:ext cx="57600" cy="7250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4A25E619-3EEC-744C-C2F8-04AA4CBEDFD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581975" y="5419805"/>
                  <a:ext cx="93240" cy="76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84F8234F-DCD6-4D08-B7CD-2DA03689C314}"/>
                    </a:ext>
                  </a:extLst>
                </p14:cNvPr>
                <p14:cNvContentPartPr/>
                <p14:nvPr/>
              </p14:nvContentPartPr>
              <p14:xfrm>
                <a:off x="7432935" y="4117325"/>
                <a:ext cx="1735200" cy="13284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84F8234F-DCD6-4D08-B7CD-2DA03689C314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415295" y="4099325"/>
                  <a:ext cx="177084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3D4E7E18-05BA-BE56-364C-BC168524C88C}"/>
                    </a:ext>
                  </a:extLst>
                </p14:cNvPr>
                <p14:cNvContentPartPr/>
                <p14:nvPr/>
              </p14:nvContentPartPr>
              <p14:xfrm>
                <a:off x="9159495" y="4125965"/>
                <a:ext cx="155160" cy="75168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3D4E7E18-05BA-BE56-364C-BC168524C88C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141495" y="4107965"/>
                  <a:ext cx="190800" cy="78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29A306FF-AE3B-3812-155C-0A66DC7B40D7}"/>
                    </a:ext>
                  </a:extLst>
                </p14:cNvPr>
                <p14:cNvContentPartPr/>
                <p14:nvPr/>
              </p14:nvContentPartPr>
              <p14:xfrm>
                <a:off x="9242655" y="4929845"/>
                <a:ext cx="151560" cy="33912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29A306FF-AE3B-3812-155C-0A66DC7B40D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224655" y="4912205"/>
                  <a:ext cx="187200" cy="37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A479308E-CA0D-2BEF-2858-9D019145AE5A}"/>
                    </a:ext>
                  </a:extLst>
                </p14:cNvPr>
                <p14:cNvContentPartPr/>
                <p14:nvPr/>
              </p14:nvContentPartPr>
              <p14:xfrm>
                <a:off x="7686015" y="5276885"/>
                <a:ext cx="1982160" cy="9986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A479308E-CA0D-2BEF-2858-9D019145AE5A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668375" y="5258885"/>
                  <a:ext cx="2017800" cy="10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5875D3F5-E6B6-2420-7E5B-29C32B816B35}"/>
                    </a:ext>
                  </a:extLst>
                </p14:cNvPr>
                <p14:cNvContentPartPr/>
                <p14:nvPr/>
              </p14:nvContentPartPr>
              <p14:xfrm>
                <a:off x="5779455" y="5090045"/>
                <a:ext cx="150120" cy="22860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5875D3F5-E6B6-2420-7E5B-29C32B816B3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761455" y="5072405"/>
                  <a:ext cx="18576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B30414AF-6781-0C9A-6ADD-4759B9375A4E}"/>
                    </a:ext>
                  </a:extLst>
                </p14:cNvPr>
                <p14:cNvContentPartPr/>
                <p14:nvPr/>
              </p14:nvContentPartPr>
              <p14:xfrm>
                <a:off x="6030015" y="5148005"/>
                <a:ext cx="184680" cy="14364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B30414AF-6781-0C9A-6ADD-4759B9375A4E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012015" y="5130005"/>
                  <a:ext cx="22032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C21BDCBB-5FF0-1CE5-970C-BB420935706F}"/>
                    </a:ext>
                  </a:extLst>
                </p14:cNvPr>
                <p14:cNvContentPartPr/>
                <p14:nvPr/>
              </p14:nvContentPartPr>
              <p14:xfrm>
                <a:off x="6253215" y="5053685"/>
                <a:ext cx="132840" cy="1684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C21BDCBB-5FF0-1CE5-970C-BB420935706F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235215" y="5036045"/>
                  <a:ext cx="16848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B9AA06A1-5328-637F-989E-3A2DE1AA4FC9}"/>
                    </a:ext>
                  </a:extLst>
                </p14:cNvPr>
                <p14:cNvContentPartPr/>
                <p14:nvPr/>
              </p14:nvContentPartPr>
              <p14:xfrm>
                <a:off x="6474615" y="5006525"/>
                <a:ext cx="99360" cy="17280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B9AA06A1-5328-637F-989E-3A2DE1AA4FC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456615" y="4988525"/>
                  <a:ext cx="13500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90BB7542-2C05-165C-9A19-E4562B399509}"/>
                    </a:ext>
                  </a:extLst>
                </p14:cNvPr>
                <p14:cNvContentPartPr/>
                <p14:nvPr/>
              </p14:nvContentPartPr>
              <p14:xfrm>
                <a:off x="6603495" y="5006165"/>
                <a:ext cx="63360" cy="151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90BB7542-2C05-165C-9A19-E4562B399509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585495" y="4988525"/>
                  <a:ext cx="9900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3756AF8D-4E1F-8068-13C2-F2EDB8C652EF}"/>
                    </a:ext>
                  </a:extLst>
                </p14:cNvPr>
                <p14:cNvContentPartPr/>
                <p14:nvPr/>
              </p14:nvContentPartPr>
              <p14:xfrm>
                <a:off x="6730935" y="4914365"/>
                <a:ext cx="343440" cy="21240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3756AF8D-4E1F-8068-13C2-F2EDB8C652E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712935" y="4896365"/>
                  <a:ext cx="37908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7D21F80A-B787-AA57-0784-7822EDD764F6}"/>
                    </a:ext>
                  </a:extLst>
                </p14:cNvPr>
                <p14:cNvContentPartPr/>
                <p14:nvPr/>
              </p14:nvContentPartPr>
              <p14:xfrm>
                <a:off x="7080495" y="4599365"/>
                <a:ext cx="81720" cy="28728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7D21F80A-B787-AA57-0784-7822EDD764F6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062495" y="4581365"/>
                  <a:ext cx="11736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4D37A51A-68F3-DC83-B943-FBA4A8953CD4}"/>
                    </a:ext>
                  </a:extLst>
                </p14:cNvPr>
                <p14:cNvContentPartPr/>
                <p14:nvPr/>
              </p14:nvContentPartPr>
              <p14:xfrm>
                <a:off x="7117215" y="4680365"/>
                <a:ext cx="129240" cy="13140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4D37A51A-68F3-DC83-B943-FBA4A8953CD4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099575" y="4662725"/>
                  <a:ext cx="16488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BA654BC9-F8B1-1F3B-C2F8-CD35DA06ABCE}"/>
                    </a:ext>
                  </a:extLst>
                </p14:cNvPr>
                <p14:cNvContentPartPr/>
                <p14:nvPr/>
              </p14:nvContentPartPr>
              <p14:xfrm>
                <a:off x="6360855" y="5641565"/>
                <a:ext cx="149760" cy="2664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BA654BC9-F8B1-1F3B-C2F8-CD35DA06ABCE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343215" y="5623925"/>
                  <a:ext cx="18540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0C4ED375-BA84-F88F-2344-6EC226953973}"/>
                    </a:ext>
                  </a:extLst>
                </p14:cNvPr>
                <p14:cNvContentPartPr/>
                <p14:nvPr/>
              </p14:nvContentPartPr>
              <p14:xfrm>
                <a:off x="6575055" y="5731925"/>
                <a:ext cx="108000" cy="12420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0C4ED375-BA84-F88F-2344-6EC22695397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557055" y="5713925"/>
                  <a:ext cx="14364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07B71FE4-2FF8-6D84-C987-598D0BD4081F}"/>
                    </a:ext>
                  </a:extLst>
                </p14:cNvPr>
                <p14:cNvContentPartPr/>
                <p14:nvPr/>
              </p14:nvContentPartPr>
              <p14:xfrm>
                <a:off x="6705735" y="5659565"/>
                <a:ext cx="197280" cy="13032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07B71FE4-2FF8-6D84-C987-598D0BD4081F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688095" y="5641565"/>
                  <a:ext cx="23292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1685EA7D-40C8-A0C8-EC54-016A5E12BE90}"/>
                    </a:ext>
                  </a:extLst>
                </p14:cNvPr>
                <p14:cNvContentPartPr/>
                <p14:nvPr/>
              </p14:nvContentPartPr>
              <p14:xfrm>
                <a:off x="6942255" y="5533925"/>
                <a:ext cx="95760" cy="1396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1685EA7D-40C8-A0C8-EC54-016A5E12BE90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924255" y="5515925"/>
                  <a:ext cx="13140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AD76CA24-0B92-8839-FB90-1A90B6732384}"/>
                    </a:ext>
                  </a:extLst>
                </p14:cNvPr>
                <p14:cNvContentPartPr/>
                <p14:nvPr/>
              </p14:nvContentPartPr>
              <p14:xfrm>
                <a:off x="7128735" y="5486045"/>
                <a:ext cx="39960" cy="10620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AD76CA24-0B92-8839-FB90-1A90B6732384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110735" y="5468405"/>
                  <a:ext cx="7560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E9B81995-D741-4A07-382C-3E7B97D8B465}"/>
                    </a:ext>
                  </a:extLst>
                </p14:cNvPr>
                <p14:cNvContentPartPr/>
                <p14:nvPr/>
              </p14:nvContentPartPr>
              <p14:xfrm>
                <a:off x="7226655" y="5456165"/>
                <a:ext cx="66600" cy="15336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E9B81995-D741-4A07-382C-3E7B97D8B465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209015" y="5438525"/>
                  <a:ext cx="10224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0E386491-5A4A-4CA1-1C08-B0452E4AB52D}"/>
                    </a:ext>
                  </a:extLst>
                </p14:cNvPr>
                <p14:cNvContentPartPr/>
                <p14:nvPr/>
              </p14:nvContentPartPr>
              <p14:xfrm>
                <a:off x="9741615" y="5106605"/>
                <a:ext cx="213120" cy="24516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0E386491-5A4A-4CA1-1C08-B0452E4AB52D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723615" y="5088965"/>
                  <a:ext cx="24876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1D46DDE9-0B53-8A1E-7C10-D774B9E3FB51}"/>
                    </a:ext>
                  </a:extLst>
                </p14:cNvPr>
                <p14:cNvContentPartPr/>
                <p14:nvPr/>
              </p14:nvContentPartPr>
              <p14:xfrm>
                <a:off x="10086495" y="5191925"/>
                <a:ext cx="99360" cy="16740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1D46DDE9-0B53-8A1E-7C10-D774B9E3FB51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0068495" y="5174285"/>
                  <a:ext cx="13500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2FD23EE7-B5E6-87ED-611C-FF370FEBB4FC}"/>
                    </a:ext>
                  </a:extLst>
                </p14:cNvPr>
                <p14:cNvContentPartPr/>
                <p14:nvPr/>
              </p14:nvContentPartPr>
              <p14:xfrm>
                <a:off x="10279815" y="5176445"/>
                <a:ext cx="132120" cy="13896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2FD23EE7-B5E6-87ED-611C-FF370FEBB4FC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0262175" y="5158445"/>
                  <a:ext cx="16776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A8CB3D2D-B928-7622-F5F5-3FA65DFE8D8E}"/>
                    </a:ext>
                  </a:extLst>
                </p14:cNvPr>
                <p14:cNvContentPartPr/>
                <p14:nvPr/>
              </p14:nvContentPartPr>
              <p14:xfrm>
                <a:off x="10572495" y="4970525"/>
                <a:ext cx="230040" cy="33336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A8CB3D2D-B928-7622-F5F5-3FA65DFE8D8E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0554495" y="4952525"/>
                  <a:ext cx="265680" cy="36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9A082425-CB3A-D489-131C-5F49053CC8AD}"/>
              </a:ext>
            </a:extLst>
          </p:cNvPr>
          <p:cNvGrpSpPr/>
          <p:nvPr/>
        </p:nvGrpSpPr>
        <p:grpSpPr>
          <a:xfrm>
            <a:off x="6879615" y="248045"/>
            <a:ext cx="1015560" cy="1355760"/>
            <a:chOff x="6879615" y="248045"/>
            <a:chExt cx="1015560" cy="1355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4302DF6F-93A0-0DE4-F35D-4747E8EF78CD}"/>
                    </a:ext>
                  </a:extLst>
                </p14:cNvPr>
                <p14:cNvContentPartPr/>
                <p14:nvPr/>
              </p14:nvContentPartPr>
              <p14:xfrm>
                <a:off x="6879615" y="885605"/>
                <a:ext cx="549360" cy="9108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4302DF6F-93A0-0DE4-F35D-4747E8EF78CD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861615" y="867965"/>
                  <a:ext cx="58500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7F4DED51-7CCF-8C47-25E2-0A5DCA2C0130}"/>
                    </a:ext>
                  </a:extLst>
                </p14:cNvPr>
                <p14:cNvContentPartPr/>
                <p14:nvPr/>
              </p14:nvContentPartPr>
              <p14:xfrm>
                <a:off x="6941175" y="935645"/>
                <a:ext cx="92520" cy="28548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7F4DED51-7CCF-8C47-25E2-0A5DCA2C0130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923175" y="918005"/>
                  <a:ext cx="128160" cy="32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4FEF981F-4A25-D204-FFE7-15EEEA9209F0}"/>
                    </a:ext>
                  </a:extLst>
                </p14:cNvPr>
                <p14:cNvContentPartPr/>
                <p14:nvPr/>
              </p14:nvContentPartPr>
              <p14:xfrm>
                <a:off x="7008135" y="1220045"/>
                <a:ext cx="386640" cy="5076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4FEF981F-4A25-D204-FFE7-15EEEA9209F0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990135" y="1202405"/>
                  <a:ext cx="42228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D3F3F7D2-2AA6-D91D-5D2A-2B33FBCC040B}"/>
                    </a:ext>
                  </a:extLst>
                </p14:cNvPr>
                <p14:cNvContentPartPr/>
                <p14:nvPr/>
              </p14:nvContentPartPr>
              <p14:xfrm>
                <a:off x="7447695" y="714965"/>
                <a:ext cx="12960" cy="19008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D3F3F7D2-2AA6-D91D-5D2A-2B33FBCC040B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430055" y="697325"/>
                  <a:ext cx="4860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E3AD11D5-9F66-D816-E249-60561D246BDB}"/>
                    </a:ext>
                  </a:extLst>
                </p14:cNvPr>
                <p14:cNvContentPartPr/>
                <p14:nvPr/>
              </p14:nvContentPartPr>
              <p14:xfrm>
                <a:off x="7452735" y="1180445"/>
                <a:ext cx="46080" cy="19908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E3AD11D5-9F66-D816-E249-60561D246BDB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435095" y="1162445"/>
                  <a:ext cx="8172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6F1A97FA-1AEE-4FA9-0627-3C4B5D60D770}"/>
                    </a:ext>
                  </a:extLst>
                </p14:cNvPr>
                <p14:cNvContentPartPr/>
                <p14:nvPr/>
              </p14:nvContentPartPr>
              <p14:xfrm>
                <a:off x="7462095" y="758885"/>
                <a:ext cx="433080" cy="24588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6F1A97FA-1AEE-4FA9-0627-3C4B5D60D770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444095" y="740885"/>
                  <a:ext cx="46872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7CB45182-2B13-AD5A-415E-B3838AC3989E}"/>
                    </a:ext>
                  </a:extLst>
                </p14:cNvPr>
                <p14:cNvContentPartPr/>
                <p14:nvPr/>
              </p14:nvContentPartPr>
              <p14:xfrm>
                <a:off x="7589535" y="985325"/>
                <a:ext cx="283320" cy="34488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7CB45182-2B13-AD5A-415E-B3838AC3989E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571535" y="967325"/>
                  <a:ext cx="318960" cy="38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D4F459B9-9BDA-E1FC-6126-E10419CD67CE}"/>
                    </a:ext>
                  </a:extLst>
                </p14:cNvPr>
                <p14:cNvContentPartPr/>
                <p14:nvPr/>
              </p14:nvContentPartPr>
              <p14:xfrm>
                <a:off x="7074375" y="358925"/>
                <a:ext cx="35280" cy="23004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D4F459B9-9BDA-E1FC-6126-E10419CD67CE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056375" y="341285"/>
                  <a:ext cx="7092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18E43233-B280-5783-A1A0-D4A353B402FB}"/>
                    </a:ext>
                  </a:extLst>
                </p14:cNvPr>
                <p14:cNvContentPartPr/>
                <p14:nvPr/>
              </p14:nvContentPartPr>
              <p14:xfrm>
                <a:off x="7052055" y="357845"/>
                <a:ext cx="79200" cy="2880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18E43233-B280-5783-A1A0-D4A353B402FB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034415" y="340205"/>
                  <a:ext cx="11484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C31A2948-09FE-7567-D05B-43DC75DE3529}"/>
                    </a:ext>
                  </a:extLst>
                </p14:cNvPr>
                <p14:cNvContentPartPr/>
                <p14:nvPr/>
              </p14:nvContentPartPr>
              <p14:xfrm>
                <a:off x="7061775" y="552965"/>
                <a:ext cx="86400" cy="2088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C31A2948-09FE-7567-D05B-43DC75DE3529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044135" y="535325"/>
                  <a:ext cx="12204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F1CBD133-DB9E-A38C-B1EB-43B41C264905}"/>
                    </a:ext>
                  </a:extLst>
                </p14:cNvPr>
                <p14:cNvContentPartPr/>
                <p14:nvPr/>
              </p14:nvContentPartPr>
              <p14:xfrm>
                <a:off x="7051695" y="248045"/>
                <a:ext cx="798480" cy="135576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F1CBD133-DB9E-A38C-B1EB-43B41C264905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033695" y="230045"/>
                  <a:ext cx="834120" cy="139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9C671899-CFAE-7D2B-03BE-BFCE348B7591}"/>
                    </a:ext>
                  </a:extLst>
                </p14:cNvPr>
                <p14:cNvContentPartPr/>
                <p14:nvPr/>
              </p14:nvContentPartPr>
              <p14:xfrm>
                <a:off x="7705095" y="268925"/>
                <a:ext cx="17640" cy="792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9C671899-CFAE-7D2B-03BE-BFCE348B7591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687095" y="250925"/>
                  <a:ext cx="53280" cy="43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A1962B5B-7BF3-142D-C90E-7C17D972F40A}"/>
                  </a:ext>
                </a:extLst>
              </p14:cNvPr>
              <p14:cNvContentPartPr/>
              <p14:nvPr/>
            </p14:nvContentPartPr>
            <p14:xfrm>
              <a:off x="7339335" y="4061525"/>
              <a:ext cx="1925280" cy="622440"/>
            </p14:xfrm>
          </p:contentPart>
        </mc:Choice>
        <mc:Fallback xmlns=""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A1962B5B-7BF3-142D-C90E-7C17D972F40A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7285335" y="3953525"/>
                <a:ext cx="2032920" cy="838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59" name="Group 158">
            <a:extLst>
              <a:ext uri="{FF2B5EF4-FFF2-40B4-BE49-F238E27FC236}">
                <a16:creationId xmlns:a16="http://schemas.microsoft.com/office/drawing/2014/main" id="{9B9C351B-F31B-7B20-5DAC-B3AB05939E37}"/>
              </a:ext>
            </a:extLst>
          </p:cNvPr>
          <p:cNvGrpSpPr/>
          <p:nvPr/>
        </p:nvGrpSpPr>
        <p:grpSpPr>
          <a:xfrm>
            <a:off x="9451455" y="3649685"/>
            <a:ext cx="1651680" cy="414720"/>
            <a:chOff x="9451455" y="3649685"/>
            <a:chExt cx="1651680" cy="414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7E08E24A-F31F-76EB-1B7C-60B3028C6675}"/>
                    </a:ext>
                  </a:extLst>
                </p14:cNvPr>
                <p14:cNvContentPartPr/>
                <p14:nvPr/>
              </p14:nvContentPartPr>
              <p14:xfrm>
                <a:off x="9451455" y="3897365"/>
                <a:ext cx="345240" cy="16704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7E08E24A-F31F-76EB-1B7C-60B3028C6675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433815" y="3879365"/>
                  <a:ext cx="38088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64086D94-6FD5-31BD-B9A6-92F698ABE637}"/>
                    </a:ext>
                  </a:extLst>
                </p14:cNvPr>
                <p14:cNvContentPartPr/>
                <p14:nvPr/>
              </p14:nvContentPartPr>
              <p14:xfrm>
                <a:off x="9726855" y="3778205"/>
                <a:ext cx="129960" cy="18468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64086D94-6FD5-31BD-B9A6-92F698ABE637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709215" y="3760565"/>
                  <a:ext cx="16560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D3645BF9-7D3E-3030-15A9-8FB15B2F8658}"/>
                    </a:ext>
                  </a:extLst>
                </p14:cNvPr>
                <p14:cNvContentPartPr/>
                <p14:nvPr/>
              </p14:nvContentPartPr>
              <p14:xfrm>
                <a:off x="10081455" y="3786125"/>
                <a:ext cx="281880" cy="15192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D3645BF9-7D3E-3030-15A9-8FB15B2F8658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0063455" y="3768485"/>
                  <a:ext cx="31752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6F4B5369-1941-CF77-0740-436199F09350}"/>
                    </a:ext>
                  </a:extLst>
                </p14:cNvPr>
                <p14:cNvContentPartPr/>
                <p14:nvPr/>
              </p14:nvContentPartPr>
              <p14:xfrm>
                <a:off x="10515615" y="3789365"/>
                <a:ext cx="39960" cy="10296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6F4B5369-1941-CF77-0740-436199F09350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0497615" y="3771725"/>
                  <a:ext cx="7560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669169D6-2A1E-D386-9BB7-8B81636B0691}"/>
                    </a:ext>
                  </a:extLst>
                </p14:cNvPr>
                <p14:cNvContentPartPr/>
                <p14:nvPr/>
              </p14:nvContentPartPr>
              <p14:xfrm>
                <a:off x="10521375" y="3649685"/>
                <a:ext cx="13320" cy="4068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669169D6-2A1E-D386-9BB7-8B81636B0691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0503375" y="3632045"/>
                  <a:ext cx="4896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E88F6AFF-ADCE-9A8C-266F-15F34B515EA4}"/>
                    </a:ext>
                  </a:extLst>
                </p14:cNvPr>
                <p14:cNvContentPartPr/>
                <p14:nvPr/>
              </p14:nvContentPartPr>
              <p14:xfrm>
                <a:off x="10624335" y="3714845"/>
                <a:ext cx="175680" cy="15804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E88F6AFF-ADCE-9A8C-266F-15F34B515EA4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0606695" y="3697205"/>
                  <a:ext cx="21132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DF6DF5BC-4C31-97E0-766D-2EB096B39F2A}"/>
                    </a:ext>
                  </a:extLst>
                </p14:cNvPr>
                <p14:cNvContentPartPr/>
                <p14:nvPr/>
              </p14:nvContentPartPr>
              <p14:xfrm>
                <a:off x="10834935" y="3730685"/>
                <a:ext cx="98640" cy="11844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DF6DF5BC-4C31-97E0-766D-2EB096B39F2A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0816935" y="3713045"/>
                  <a:ext cx="13428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B30E32D4-6CAE-CE07-7074-E157ED43425C}"/>
                    </a:ext>
                  </a:extLst>
                </p14:cNvPr>
                <p14:cNvContentPartPr/>
                <p14:nvPr/>
              </p14:nvContentPartPr>
              <p14:xfrm>
                <a:off x="11056335" y="3668765"/>
                <a:ext cx="46800" cy="17208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B30E32D4-6CAE-CE07-7074-E157ED43425C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1038335" y="3651125"/>
                  <a:ext cx="82440" cy="20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6966165A-1FD6-772F-CD8D-A1B4C4710962}"/>
              </a:ext>
            </a:extLst>
          </p:cNvPr>
          <p:cNvGrpSpPr/>
          <p:nvPr/>
        </p:nvGrpSpPr>
        <p:grpSpPr>
          <a:xfrm>
            <a:off x="5795655" y="1607405"/>
            <a:ext cx="2877480" cy="2013480"/>
            <a:chOff x="5795655" y="1607405"/>
            <a:chExt cx="2877480" cy="2013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3689EEA-BFF7-C99F-5E26-DCA4B9686BC4}"/>
                    </a:ext>
                  </a:extLst>
                </p14:cNvPr>
                <p14:cNvContentPartPr/>
                <p14:nvPr/>
              </p14:nvContentPartPr>
              <p14:xfrm>
                <a:off x="7215495" y="1757165"/>
                <a:ext cx="77760" cy="6858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3689EEA-BFF7-C99F-5E26-DCA4B9686BC4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197855" y="1739525"/>
                  <a:ext cx="113400" cy="72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067B757-9FAF-BB48-1A97-1EF8FF077FFC}"/>
                    </a:ext>
                  </a:extLst>
                </p14:cNvPr>
                <p14:cNvContentPartPr/>
                <p14:nvPr/>
              </p14:nvContentPartPr>
              <p14:xfrm>
                <a:off x="6914895" y="2489765"/>
                <a:ext cx="764280" cy="399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067B757-9FAF-BB48-1A97-1EF8FF077FFC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6897255" y="2471765"/>
                  <a:ext cx="79992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45DC018-2304-E374-1AD3-BCEB20BD88DA}"/>
                    </a:ext>
                  </a:extLst>
                </p14:cNvPr>
                <p14:cNvContentPartPr/>
                <p14:nvPr/>
              </p14:nvContentPartPr>
              <p14:xfrm>
                <a:off x="7249335" y="2675525"/>
                <a:ext cx="93240" cy="100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45DC018-2304-E374-1AD3-BCEB20BD88DA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7231335" y="2657525"/>
                  <a:ext cx="12888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C969F92-2DE9-DD68-07ED-3B3EEE7C7C16}"/>
                    </a:ext>
                  </a:extLst>
                </p14:cNvPr>
                <p14:cNvContentPartPr/>
                <p14:nvPr/>
              </p14:nvContentPartPr>
              <p14:xfrm>
                <a:off x="7304775" y="2703245"/>
                <a:ext cx="124920" cy="7480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C969F92-2DE9-DD68-07ED-3B3EEE7C7C16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7286775" y="2685245"/>
                  <a:ext cx="160560" cy="78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E68D6ACC-1350-48E6-58F1-78172696379E}"/>
                    </a:ext>
                  </a:extLst>
                </p14:cNvPr>
                <p14:cNvContentPartPr/>
                <p14:nvPr/>
              </p14:nvContentPartPr>
              <p14:xfrm>
                <a:off x="6564975" y="2776685"/>
                <a:ext cx="267840" cy="2293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E68D6ACC-1350-48E6-58F1-78172696379E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547335" y="2759045"/>
                  <a:ext cx="30348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4D98EE4-3150-A37D-0DB0-0001CE1E20EA}"/>
                    </a:ext>
                  </a:extLst>
                </p14:cNvPr>
                <p14:cNvContentPartPr/>
                <p14:nvPr/>
              </p14:nvContentPartPr>
              <p14:xfrm>
                <a:off x="6739935" y="2737805"/>
                <a:ext cx="170640" cy="1335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4D98EE4-3150-A37D-0DB0-0001CE1E20EA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722295" y="2720165"/>
                  <a:ext cx="20628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482E2285-9DA7-4D1C-DE0B-22A60922DCB0}"/>
                    </a:ext>
                  </a:extLst>
                </p14:cNvPr>
                <p14:cNvContentPartPr/>
                <p14:nvPr/>
              </p14:nvContentPartPr>
              <p14:xfrm>
                <a:off x="5959455" y="3335405"/>
                <a:ext cx="165960" cy="2854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482E2285-9DA7-4D1C-DE0B-22A60922DCB0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941455" y="3317765"/>
                  <a:ext cx="201600" cy="32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A1000252-248A-5DBE-60AA-7AB990E877E5}"/>
                    </a:ext>
                  </a:extLst>
                </p14:cNvPr>
                <p14:cNvContentPartPr/>
                <p14:nvPr/>
              </p14:nvContentPartPr>
              <p14:xfrm>
                <a:off x="6216495" y="3454205"/>
                <a:ext cx="111600" cy="997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A1000252-248A-5DBE-60AA-7AB990E877E5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198495" y="3436205"/>
                  <a:ext cx="14724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26F105F6-32BB-F9BD-929A-5C7911659029}"/>
                    </a:ext>
                  </a:extLst>
                </p14:cNvPr>
                <p14:cNvContentPartPr/>
                <p14:nvPr/>
              </p14:nvContentPartPr>
              <p14:xfrm>
                <a:off x="6433215" y="3378965"/>
                <a:ext cx="172800" cy="1148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26F105F6-32BB-F9BD-929A-5C7911659029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415575" y="3360965"/>
                  <a:ext cx="20844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51ED31A-DE2A-20F3-3F27-A7774FF68C93}"/>
                    </a:ext>
                  </a:extLst>
                </p14:cNvPr>
                <p14:cNvContentPartPr/>
                <p14:nvPr/>
              </p14:nvContentPartPr>
              <p14:xfrm>
                <a:off x="6664695" y="3313445"/>
                <a:ext cx="106200" cy="1328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51ED31A-DE2A-20F3-3F27-A7774FF68C93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6646695" y="3295805"/>
                  <a:ext cx="14184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158CFDBB-A071-94FA-D80E-1AFA96B7DA7D}"/>
                    </a:ext>
                  </a:extLst>
                </p14:cNvPr>
                <p14:cNvContentPartPr/>
                <p14:nvPr/>
              </p14:nvContentPartPr>
              <p14:xfrm>
                <a:off x="6966015" y="3275285"/>
                <a:ext cx="13680" cy="100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158CFDBB-A071-94FA-D80E-1AFA96B7DA7D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948375" y="3257285"/>
                  <a:ext cx="4932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DFC6F9DC-6241-E795-9570-A0C6E34728FA}"/>
                    </a:ext>
                  </a:extLst>
                </p14:cNvPr>
                <p14:cNvContentPartPr/>
                <p14:nvPr/>
              </p14:nvContentPartPr>
              <p14:xfrm>
                <a:off x="6918855" y="3253685"/>
                <a:ext cx="100800" cy="1486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DFC6F9DC-6241-E795-9570-A0C6E34728FA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901215" y="3236045"/>
                  <a:ext cx="13644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15552689-D2FE-450D-8DDA-C9A45638EC34}"/>
                    </a:ext>
                  </a:extLst>
                </p14:cNvPr>
                <p14:cNvContentPartPr/>
                <p14:nvPr/>
              </p14:nvContentPartPr>
              <p14:xfrm>
                <a:off x="7081215" y="3208685"/>
                <a:ext cx="74520" cy="1648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15552689-D2FE-450D-8DDA-C9A45638EC34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7063215" y="3191045"/>
                  <a:ext cx="11016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A2CD198C-F94A-DB28-499D-29793A0629AC}"/>
                    </a:ext>
                  </a:extLst>
                </p14:cNvPr>
                <p14:cNvContentPartPr/>
                <p14:nvPr/>
              </p14:nvContentPartPr>
              <p14:xfrm>
                <a:off x="5795655" y="2029685"/>
                <a:ext cx="199440" cy="2718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A2CD198C-F94A-DB28-499D-29793A0629AC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777655" y="2011685"/>
                  <a:ext cx="23508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0349D41C-5423-02C7-BED9-F69AA6CBC74C}"/>
                    </a:ext>
                  </a:extLst>
                </p14:cNvPr>
                <p14:cNvContentPartPr/>
                <p14:nvPr/>
              </p14:nvContentPartPr>
              <p14:xfrm>
                <a:off x="6138015" y="2124365"/>
                <a:ext cx="75960" cy="1303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0349D41C-5423-02C7-BED9-F69AA6CBC74C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120375" y="2106725"/>
                  <a:ext cx="11160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60AA5DE2-39B8-75C1-ED05-F7B90EC6D2CE}"/>
                    </a:ext>
                  </a:extLst>
                </p14:cNvPr>
                <p14:cNvContentPartPr/>
                <p14:nvPr/>
              </p14:nvContentPartPr>
              <p14:xfrm>
                <a:off x="6305415" y="1944365"/>
                <a:ext cx="135360" cy="2710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60AA5DE2-39B8-75C1-ED05-F7B90EC6D2CE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287775" y="1926725"/>
                  <a:ext cx="17100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D32776E7-EC73-1648-02BA-4AFB9A2C651C}"/>
                    </a:ext>
                  </a:extLst>
                </p14:cNvPr>
                <p14:cNvContentPartPr/>
                <p14:nvPr/>
              </p14:nvContentPartPr>
              <p14:xfrm>
                <a:off x="6539775" y="1881725"/>
                <a:ext cx="130680" cy="2700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D32776E7-EC73-1648-02BA-4AFB9A2C651C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6522135" y="1864085"/>
                  <a:ext cx="16632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30A94311-D1E0-50DC-E0D5-FFD3873FC6A8}"/>
                    </a:ext>
                  </a:extLst>
                </p14:cNvPr>
                <p14:cNvContentPartPr/>
                <p14:nvPr/>
              </p14:nvContentPartPr>
              <p14:xfrm>
                <a:off x="6534735" y="1977845"/>
                <a:ext cx="133200" cy="633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30A94311-D1E0-50DC-E0D5-FFD3873FC6A8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6517095" y="1959845"/>
                  <a:ext cx="16884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EBBDF12D-730F-C552-BB8C-33D9C110966D}"/>
                    </a:ext>
                  </a:extLst>
                </p14:cNvPr>
                <p14:cNvContentPartPr/>
                <p14:nvPr/>
              </p14:nvContentPartPr>
              <p14:xfrm>
                <a:off x="6760455" y="1950845"/>
                <a:ext cx="145800" cy="15624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EBBDF12D-730F-C552-BB8C-33D9C110966D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742815" y="1933205"/>
                  <a:ext cx="18144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60621F30-FD05-8D2E-E055-7DA47BAA4D15}"/>
                    </a:ext>
                  </a:extLst>
                </p14:cNvPr>
                <p14:cNvContentPartPr/>
                <p14:nvPr/>
              </p14:nvContentPartPr>
              <p14:xfrm>
                <a:off x="7011735" y="1984325"/>
                <a:ext cx="117720" cy="2545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60621F30-FD05-8D2E-E055-7DA47BAA4D15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6994095" y="1966325"/>
                  <a:ext cx="15336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FADE4509-36FE-D651-F467-24400D3D57E4}"/>
                    </a:ext>
                  </a:extLst>
                </p14:cNvPr>
                <p14:cNvContentPartPr/>
                <p14:nvPr/>
              </p14:nvContentPartPr>
              <p14:xfrm>
                <a:off x="7250775" y="1958405"/>
                <a:ext cx="204480" cy="1263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FADE4509-36FE-D651-F467-24400D3D57E4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232775" y="1940765"/>
                  <a:ext cx="24012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F0842337-CCDC-2C5E-5400-2BEB2F89FFF8}"/>
                    </a:ext>
                  </a:extLst>
                </p14:cNvPr>
                <p14:cNvContentPartPr/>
                <p14:nvPr/>
              </p14:nvContentPartPr>
              <p14:xfrm>
                <a:off x="7085895" y="1626845"/>
                <a:ext cx="1225080" cy="13356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F0842337-CCDC-2C5E-5400-2BEB2F89FFF8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067895" y="1608845"/>
                  <a:ext cx="126072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7B524959-EB8E-098D-955F-FC0D9AC7544D}"/>
                    </a:ext>
                  </a:extLst>
                </p14:cNvPr>
                <p14:cNvContentPartPr/>
                <p14:nvPr/>
              </p14:nvContentPartPr>
              <p14:xfrm>
                <a:off x="8257335" y="1607405"/>
                <a:ext cx="173520" cy="11664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7B524959-EB8E-098D-955F-FC0D9AC7544D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8239695" y="1589405"/>
                  <a:ext cx="20916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00D4C002-CA46-E2EB-240A-DDC5FE515F6B}"/>
                    </a:ext>
                  </a:extLst>
                </p14:cNvPr>
                <p14:cNvContentPartPr/>
                <p14:nvPr/>
              </p14:nvContentPartPr>
              <p14:xfrm>
                <a:off x="7416015" y="3443765"/>
                <a:ext cx="1154520" cy="720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00D4C002-CA46-E2EB-240A-DDC5FE515F6B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7398015" y="3425765"/>
                  <a:ext cx="119016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F2D2E483-B07F-E141-C1C0-859DD5F5E9EC}"/>
                    </a:ext>
                  </a:extLst>
                </p14:cNvPr>
                <p14:cNvContentPartPr/>
                <p14:nvPr/>
              </p14:nvContentPartPr>
              <p14:xfrm>
                <a:off x="8593575" y="3399125"/>
                <a:ext cx="79560" cy="7092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F2D2E483-B07F-E141-C1C0-859DD5F5E9EC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8575935" y="3381485"/>
                  <a:ext cx="11520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E4E8E259-0B1F-141B-4CAC-A66FAE680148}"/>
                    </a:ext>
                  </a:extLst>
                </p14:cNvPr>
                <p14:cNvContentPartPr/>
                <p14:nvPr/>
              </p14:nvContentPartPr>
              <p14:xfrm>
                <a:off x="8339055" y="1667885"/>
                <a:ext cx="230400" cy="172548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E4E8E259-0B1F-141B-4CAC-A66FAE680148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8321055" y="1649885"/>
                  <a:ext cx="266040" cy="176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33515943-E110-CA6B-53B2-F55937FDDE06}"/>
              </a:ext>
            </a:extLst>
          </p:cNvPr>
          <p:cNvGrpSpPr/>
          <p:nvPr/>
        </p:nvGrpSpPr>
        <p:grpSpPr>
          <a:xfrm>
            <a:off x="8838735" y="2205365"/>
            <a:ext cx="1098360" cy="328680"/>
            <a:chOff x="8838735" y="2205365"/>
            <a:chExt cx="1098360" cy="328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0ACA7297-7C34-0805-A577-3BCA9DAA3197}"/>
                    </a:ext>
                  </a:extLst>
                </p14:cNvPr>
                <p14:cNvContentPartPr/>
                <p14:nvPr/>
              </p14:nvContentPartPr>
              <p14:xfrm>
                <a:off x="8838735" y="2250005"/>
                <a:ext cx="203760" cy="26208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0ACA7297-7C34-0805-A577-3BCA9DAA3197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8821095" y="2232005"/>
                  <a:ext cx="23940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CB5DF1FF-6F61-0022-698F-D0377FEBE604}"/>
                    </a:ext>
                  </a:extLst>
                </p14:cNvPr>
                <p14:cNvContentPartPr/>
                <p14:nvPr/>
              </p14:nvContentPartPr>
              <p14:xfrm>
                <a:off x="9168495" y="2228045"/>
                <a:ext cx="68400" cy="30600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CB5DF1FF-6F61-0022-698F-D0377FEBE604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9150855" y="2210405"/>
                  <a:ext cx="104040" cy="34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EB5FB693-DC7F-4D01-6892-CCA0F419895E}"/>
                    </a:ext>
                  </a:extLst>
                </p14:cNvPr>
                <p14:cNvContentPartPr/>
                <p14:nvPr/>
              </p14:nvContentPartPr>
              <p14:xfrm>
                <a:off x="9256335" y="2364845"/>
                <a:ext cx="131400" cy="13572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EB5FB693-DC7F-4D01-6892-CCA0F419895E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9238335" y="2347205"/>
                  <a:ext cx="16704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5CDF50D5-9598-E207-25F0-0EA8D031634F}"/>
                    </a:ext>
                  </a:extLst>
                </p14:cNvPr>
                <p14:cNvContentPartPr/>
                <p14:nvPr/>
              </p14:nvContentPartPr>
              <p14:xfrm>
                <a:off x="9472335" y="2345765"/>
                <a:ext cx="93960" cy="14148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5CDF50D5-9598-E207-25F0-0EA8D031634F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9454335" y="2327765"/>
                  <a:ext cx="12960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87D87823-1E40-F3AA-9F07-A07660B08C39}"/>
                    </a:ext>
                  </a:extLst>
                </p14:cNvPr>
                <p14:cNvContentPartPr/>
                <p14:nvPr/>
              </p14:nvContentPartPr>
              <p14:xfrm>
                <a:off x="9610215" y="2341445"/>
                <a:ext cx="82440" cy="11268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87D87823-1E40-F3AA-9F07-A07660B08C39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9592215" y="2323805"/>
                  <a:ext cx="11808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75A8267C-4940-DFE0-A1E8-EE0192D483FD}"/>
                    </a:ext>
                  </a:extLst>
                </p14:cNvPr>
                <p14:cNvContentPartPr/>
                <p14:nvPr/>
              </p14:nvContentPartPr>
              <p14:xfrm>
                <a:off x="9860775" y="2205365"/>
                <a:ext cx="66960" cy="27576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75A8267C-4940-DFE0-A1E8-EE0192D483FD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9842775" y="2187725"/>
                  <a:ext cx="10260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2647BE30-2118-94C4-D452-7B4A155F9141}"/>
                    </a:ext>
                  </a:extLst>
                </p14:cNvPr>
                <p14:cNvContentPartPr/>
                <p14:nvPr/>
              </p14:nvContentPartPr>
              <p14:xfrm>
                <a:off x="9825135" y="2364845"/>
                <a:ext cx="111960" cy="4068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2647BE30-2118-94C4-D452-7B4A155F9141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9807135" y="2347205"/>
                  <a:ext cx="147600" cy="76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5BE82C61-CFE2-AC24-C5E9-D83681E09910}"/>
              </a:ext>
            </a:extLst>
          </p:cNvPr>
          <p:cNvGrpSpPr/>
          <p:nvPr/>
        </p:nvGrpSpPr>
        <p:grpSpPr>
          <a:xfrm>
            <a:off x="10441815" y="2230925"/>
            <a:ext cx="1260000" cy="288000"/>
            <a:chOff x="10441815" y="2230925"/>
            <a:chExt cx="1260000" cy="288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751F90B6-6104-986C-BAF6-71017B4BB249}"/>
                    </a:ext>
                  </a:extLst>
                </p14:cNvPr>
                <p14:cNvContentPartPr/>
                <p14:nvPr/>
              </p14:nvContentPartPr>
              <p14:xfrm>
                <a:off x="10441815" y="2374565"/>
                <a:ext cx="95040" cy="14436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751F90B6-6104-986C-BAF6-71017B4BB249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0424175" y="2356565"/>
                  <a:ext cx="13068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3F6C2EB9-DC11-8E6C-6C85-DDC538F72E56}"/>
                    </a:ext>
                  </a:extLst>
                </p14:cNvPr>
                <p14:cNvContentPartPr/>
                <p14:nvPr/>
              </p14:nvContentPartPr>
              <p14:xfrm>
                <a:off x="10653135" y="2406605"/>
                <a:ext cx="21600" cy="8244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3F6C2EB9-DC11-8E6C-6C85-DDC538F72E56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0635135" y="2388965"/>
                  <a:ext cx="5724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AC285DEC-4580-6EA2-63D4-BDD5AA2B29EC}"/>
                    </a:ext>
                  </a:extLst>
                </p14:cNvPr>
                <p14:cNvContentPartPr/>
                <p14:nvPr/>
              </p14:nvContentPartPr>
              <p14:xfrm>
                <a:off x="10681575" y="2247125"/>
                <a:ext cx="23400" cy="3816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AC285DEC-4580-6EA2-63D4-BDD5AA2B29EC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0663575" y="2229485"/>
                  <a:ext cx="5904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253D74F6-E892-AB89-E959-D4F9FA5CC604}"/>
                    </a:ext>
                  </a:extLst>
                </p14:cNvPr>
                <p14:cNvContentPartPr/>
                <p14:nvPr/>
              </p14:nvContentPartPr>
              <p14:xfrm>
                <a:off x="10777335" y="2389325"/>
                <a:ext cx="92880" cy="11124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253D74F6-E892-AB89-E959-D4F9FA5CC604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0759695" y="2371325"/>
                  <a:ext cx="12852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7F960898-91F3-15B1-0C90-0AAAA1D44551}"/>
                    </a:ext>
                  </a:extLst>
                </p14:cNvPr>
                <p14:cNvContentPartPr/>
                <p14:nvPr/>
              </p14:nvContentPartPr>
              <p14:xfrm>
                <a:off x="10987935" y="2394005"/>
                <a:ext cx="253080" cy="9756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7F960898-91F3-15B1-0C90-0AAAA1D44551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0969935" y="2376365"/>
                  <a:ext cx="28872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91DFA3F6-B018-AED0-8393-BFDA8A35250E}"/>
                    </a:ext>
                  </a:extLst>
                </p14:cNvPr>
                <p14:cNvContentPartPr/>
                <p14:nvPr/>
              </p14:nvContentPartPr>
              <p14:xfrm>
                <a:off x="11340375" y="2382125"/>
                <a:ext cx="6840" cy="11196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91DFA3F6-B018-AED0-8393-BFDA8A35250E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1322735" y="2364485"/>
                  <a:ext cx="4248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691DFB43-475B-C1A6-D221-A82B3840F3B1}"/>
                    </a:ext>
                  </a:extLst>
                </p14:cNvPr>
                <p14:cNvContentPartPr/>
                <p14:nvPr/>
              </p14:nvContentPartPr>
              <p14:xfrm>
                <a:off x="11368815" y="2260445"/>
                <a:ext cx="14040" cy="828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691DFB43-475B-C1A6-D221-A82B3840F3B1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1351175" y="2242805"/>
                  <a:ext cx="4968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A0C7A6D1-5160-8241-AE5A-E1F05AB9B403}"/>
                    </a:ext>
                  </a:extLst>
                </p14:cNvPr>
                <p14:cNvContentPartPr/>
                <p14:nvPr/>
              </p14:nvContentPartPr>
              <p14:xfrm>
                <a:off x="11479695" y="2230925"/>
                <a:ext cx="48960" cy="25092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A0C7A6D1-5160-8241-AE5A-E1F05AB9B403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1462055" y="2213285"/>
                  <a:ext cx="8460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E05BE3A1-0DF8-C85A-E05A-EAC662F85E60}"/>
                    </a:ext>
                  </a:extLst>
                </p14:cNvPr>
                <p14:cNvContentPartPr/>
                <p14:nvPr/>
              </p14:nvContentPartPr>
              <p14:xfrm>
                <a:off x="11465655" y="2397245"/>
                <a:ext cx="236160" cy="4500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E05BE3A1-0DF8-C85A-E05A-EAC662F85E60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1448015" y="2379245"/>
                  <a:ext cx="271800" cy="80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2">
            <p14:nvContentPartPr>
              <p14:cNvPr id="178" name="Ink 177">
                <a:extLst>
                  <a:ext uri="{FF2B5EF4-FFF2-40B4-BE49-F238E27FC236}">
                    <a16:creationId xmlns:a16="http://schemas.microsoft.com/office/drawing/2014/main" id="{0FE72CF7-2808-D4CA-6582-56219D1730AD}"/>
                  </a:ext>
                </a:extLst>
              </p14:cNvPr>
              <p14:cNvContentPartPr/>
              <p14:nvPr/>
            </p14:nvContentPartPr>
            <p14:xfrm>
              <a:off x="8888775" y="2697845"/>
              <a:ext cx="2668680" cy="79920"/>
            </p14:xfrm>
          </p:contentPart>
        </mc:Choice>
        <mc:Fallback xmlns="">
          <p:pic>
            <p:nvPicPr>
              <p:cNvPr id="178" name="Ink 177">
                <a:extLst>
                  <a:ext uri="{FF2B5EF4-FFF2-40B4-BE49-F238E27FC236}">
                    <a16:creationId xmlns:a16="http://schemas.microsoft.com/office/drawing/2014/main" id="{0FE72CF7-2808-D4CA-6582-56219D1730AD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8870775" y="2679845"/>
                <a:ext cx="2704320" cy="115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644624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F30B6-8BB0-75A9-F30B-F7A6527DC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77C3AD-B8D9-A1B7-8E73-61D3495FD3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4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98DC348-7665-951C-3A07-A37E9DF3DB39}"/>
              </a:ext>
            </a:extLst>
          </p:cNvPr>
          <p:cNvGrpSpPr/>
          <p:nvPr/>
        </p:nvGrpSpPr>
        <p:grpSpPr>
          <a:xfrm>
            <a:off x="2492295" y="1676165"/>
            <a:ext cx="1761480" cy="2954160"/>
            <a:chOff x="2492295" y="1676165"/>
            <a:chExt cx="1761480" cy="2954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D3B46BF7-9B6C-C7F4-E584-9DA0CE4F3CB2}"/>
                    </a:ext>
                  </a:extLst>
                </p14:cNvPr>
                <p14:cNvContentPartPr/>
                <p14:nvPr/>
              </p14:nvContentPartPr>
              <p14:xfrm>
                <a:off x="2956335" y="1736645"/>
                <a:ext cx="94680" cy="13204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D3B46BF7-9B6C-C7F4-E584-9DA0CE4F3CB2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938695" y="1719005"/>
                  <a:ext cx="130320" cy="135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ED9276F-03FF-9FD5-A9B5-C47A6C03FAF7}"/>
                    </a:ext>
                  </a:extLst>
                </p14:cNvPr>
                <p14:cNvContentPartPr/>
                <p14:nvPr/>
              </p14:nvContentPartPr>
              <p14:xfrm>
                <a:off x="2492295" y="3047765"/>
                <a:ext cx="1200240" cy="777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ED9276F-03FF-9FD5-A9B5-C47A6C03FAF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474295" y="3030125"/>
                  <a:ext cx="123588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9D15C33-B430-E15B-B598-AC5873E1EEB7}"/>
                    </a:ext>
                  </a:extLst>
                </p14:cNvPr>
                <p14:cNvContentPartPr/>
                <p14:nvPr/>
              </p14:nvContentPartPr>
              <p14:xfrm>
                <a:off x="2851215" y="3384365"/>
                <a:ext cx="326160" cy="781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9D15C33-B430-E15B-B598-AC5873E1EEB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833575" y="3366725"/>
                  <a:ext cx="36180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641F1CB-AB0C-B33D-A4EF-DCF8F5963895}"/>
                    </a:ext>
                  </a:extLst>
                </p14:cNvPr>
                <p14:cNvContentPartPr/>
                <p14:nvPr/>
              </p14:nvContentPartPr>
              <p14:xfrm>
                <a:off x="3046335" y="3422165"/>
                <a:ext cx="203760" cy="11980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641F1CB-AB0C-B33D-A4EF-DCF8F596389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028335" y="3404165"/>
                  <a:ext cx="239400" cy="12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2BBBCB4-81FD-B8E3-8F00-487AC7667D1E}"/>
                    </a:ext>
                  </a:extLst>
                </p14:cNvPr>
                <p14:cNvContentPartPr/>
                <p14:nvPr/>
              </p14:nvContentPartPr>
              <p14:xfrm>
                <a:off x="2916735" y="1676165"/>
                <a:ext cx="1337040" cy="1191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2BBBCB4-81FD-B8E3-8F00-487AC7667D1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898735" y="1658525"/>
                  <a:ext cx="137268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9736A939-12DA-46BB-56CB-DE39BB11C178}"/>
                    </a:ext>
                  </a:extLst>
                </p14:cNvPr>
                <p14:cNvContentPartPr/>
                <p14:nvPr/>
              </p14:nvContentPartPr>
              <p14:xfrm>
                <a:off x="3233175" y="4450325"/>
                <a:ext cx="828360" cy="1800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9736A939-12DA-46BB-56CB-DE39BB11C17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215535" y="4432685"/>
                  <a:ext cx="864000" cy="215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08D96B9-D53C-6EAA-C301-5F8FF0F32BDA}"/>
              </a:ext>
            </a:extLst>
          </p:cNvPr>
          <p:cNvGrpSpPr/>
          <p:nvPr/>
        </p:nvGrpSpPr>
        <p:grpSpPr>
          <a:xfrm>
            <a:off x="1670415" y="2172245"/>
            <a:ext cx="519840" cy="570240"/>
            <a:chOff x="1670415" y="2172245"/>
            <a:chExt cx="519840" cy="570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5A47855-F6A3-F494-3FF3-B1C92FC72EDC}"/>
                    </a:ext>
                  </a:extLst>
                </p14:cNvPr>
                <p14:cNvContentPartPr/>
                <p14:nvPr/>
              </p14:nvContentPartPr>
              <p14:xfrm>
                <a:off x="1670415" y="2350085"/>
                <a:ext cx="141840" cy="3924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5A47855-F6A3-F494-3FF3-B1C92FC72ED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652775" y="2332445"/>
                  <a:ext cx="177480" cy="42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8E418F9-97FA-DB0C-C282-6F7A30409C86}"/>
                    </a:ext>
                  </a:extLst>
                </p14:cNvPr>
                <p14:cNvContentPartPr/>
                <p14:nvPr/>
              </p14:nvContentPartPr>
              <p14:xfrm>
                <a:off x="1953735" y="2172245"/>
                <a:ext cx="236520" cy="2919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8E418F9-97FA-DB0C-C282-6F7A30409C8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935735" y="2154605"/>
                  <a:ext cx="272160" cy="327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5845F3A-8F36-AE59-45FD-8E114441B96E}"/>
              </a:ext>
            </a:extLst>
          </p:cNvPr>
          <p:cNvGrpSpPr/>
          <p:nvPr/>
        </p:nvGrpSpPr>
        <p:grpSpPr>
          <a:xfrm>
            <a:off x="4384815" y="2438285"/>
            <a:ext cx="1111680" cy="1727280"/>
            <a:chOff x="4384815" y="2438285"/>
            <a:chExt cx="1111680" cy="1727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51C396A-2E93-E279-118F-09E0B560DB4D}"/>
                    </a:ext>
                  </a:extLst>
                </p14:cNvPr>
                <p14:cNvContentPartPr/>
                <p14:nvPr/>
              </p14:nvContentPartPr>
              <p14:xfrm>
                <a:off x="4417575" y="2438285"/>
                <a:ext cx="855000" cy="7570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51C396A-2E93-E279-118F-09E0B560DB4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399935" y="2420285"/>
                  <a:ext cx="890640" cy="79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BE236122-F560-8D91-5816-BE6D7284E337}"/>
                    </a:ext>
                  </a:extLst>
                </p14:cNvPr>
                <p14:cNvContentPartPr/>
                <p14:nvPr/>
              </p14:nvContentPartPr>
              <p14:xfrm>
                <a:off x="4854255" y="3200405"/>
                <a:ext cx="90360" cy="3236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BE236122-F560-8D91-5816-BE6D7284E33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836255" y="3182765"/>
                  <a:ext cx="126000" cy="35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934C99B-AA13-139C-A80C-22C0EF62FD59}"/>
                    </a:ext>
                  </a:extLst>
                </p14:cNvPr>
                <p14:cNvContentPartPr/>
                <p14:nvPr/>
              </p14:nvContentPartPr>
              <p14:xfrm>
                <a:off x="4384815" y="3466805"/>
                <a:ext cx="502920" cy="3600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934C99B-AA13-139C-A80C-22C0EF62FD5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367175" y="3449165"/>
                  <a:ext cx="538560" cy="39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1990EE9-8BCA-564B-B7C2-E3BB60D7643F}"/>
                    </a:ext>
                  </a:extLst>
                </p14:cNvPr>
                <p14:cNvContentPartPr/>
                <p14:nvPr/>
              </p14:nvContentPartPr>
              <p14:xfrm>
                <a:off x="4977015" y="3477245"/>
                <a:ext cx="519480" cy="1738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1990EE9-8BCA-564B-B7C2-E3BB60D7643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959015" y="3459605"/>
                  <a:ext cx="55512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14691BD-863A-A576-C100-A399760DD05F}"/>
                    </a:ext>
                  </a:extLst>
                </p14:cNvPr>
                <p14:cNvContentPartPr/>
                <p14:nvPr/>
              </p14:nvContentPartPr>
              <p14:xfrm>
                <a:off x="4972695" y="3483005"/>
                <a:ext cx="92160" cy="4719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14691BD-863A-A576-C100-A399760DD05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954695" y="3465365"/>
                  <a:ext cx="127800" cy="50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1C1DBFC6-E33C-3A13-B88F-04381D5CC490}"/>
                    </a:ext>
                  </a:extLst>
                </p14:cNvPr>
                <p14:cNvContentPartPr/>
                <p14:nvPr/>
              </p14:nvContentPartPr>
              <p14:xfrm>
                <a:off x="4661295" y="3918965"/>
                <a:ext cx="358200" cy="2466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1C1DBFC6-E33C-3A13-B88F-04381D5CC49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643295" y="3901325"/>
                  <a:ext cx="39384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CC4878E-6571-DD8A-0EB5-33B63AC9E9D6}"/>
                    </a:ext>
                  </a:extLst>
                </p14:cNvPr>
                <p14:cNvContentPartPr/>
                <p14:nvPr/>
              </p14:nvContentPartPr>
              <p14:xfrm>
                <a:off x="5153055" y="3905285"/>
                <a:ext cx="327960" cy="1454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CC4878E-6571-DD8A-0EB5-33B63AC9E9D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135415" y="3887645"/>
                  <a:ext cx="363600" cy="181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B11D823-9666-BFD2-4BE2-E97C65768B65}"/>
              </a:ext>
            </a:extLst>
          </p:cNvPr>
          <p:cNvGrpSpPr/>
          <p:nvPr/>
        </p:nvGrpSpPr>
        <p:grpSpPr>
          <a:xfrm>
            <a:off x="3888735" y="1732325"/>
            <a:ext cx="1024920" cy="2838600"/>
            <a:chOff x="3888735" y="1732325"/>
            <a:chExt cx="1024920" cy="2838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AFA66F9-572A-6AFE-ADFB-FF07539E9FED}"/>
                    </a:ext>
                  </a:extLst>
                </p14:cNvPr>
                <p14:cNvContentPartPr/>
                <p14:nvPr/>
              </p14:nvContentPartPr>
              <p14:xfrm>
                <a:off x="4176735" y="1732325"/>
                <a:ext cx="294480" cy="20804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AFA66F9-572A-6AFE-ADFB-FF07539E9FE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158735" y="1714685"/>
                  <a:ext cx="330120" cy="21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8F1F67C8-D745-22E0-08E9-53C043C4EC7D}"/>
                    </a:ext>
                  </a:extLst>
                </p14:cNvPr>
                <p14:cNvContentPartPr/>
                <p14:nvPr/>
              </p14:nvContentPartPr>
              <p14:xfrm>
                <a:off x="3888735" y="4089965"/>
                <a:ext cx="835560" cy="4809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8F1F67C8-D745-22E0-08E9-53C043C4EC7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870735" y="4072325"/>
                  <a:ext cx="871200" cy="51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C032C4B9-F5F9-5DA6-7C0E-09E74865250F}"/>
                    </a:ext>
                  </a:extLst>
                </p14:cNvPr>
                <p14:cNvContentPartPr/>
                <p14:nvPr/>
              </p14:nvContentPartPr>
              <p14:xfrm>
                <a:off x="4582455" y="3668045"/>
                <a:ext cx="331200" cy="2966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C032C4B9-F5F9-5DA6-7C0E-09E74865250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564455" y="3650045"/>
                  <a:ext cx="366840" cy="332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8A07E3A-7771-417A-140E-8D63DD5216A7}"/>
              </a:ext>
            </a:extLst>
          </p:cNvPr>
          <p:cNvGrpSpPr/>
          <p:nvPr/>
        </p:nvGrpSpPr>
        <p:grpSpPr>
          <a:xfrm>
            <a:off x="5621775" y="2994845"/>
            <a:ext cx="977400" cy="364320"/>
            <a:chOff x="5621775" y="2994845"/>
            <a:chExt cx="977400" cy="36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A3FD6717-F755-6E84-8480-EA89F2BB76ED}"/>
                    </a:ext>
                  </a:extLst>
                </p14:cNvPr>
                <p14:cNvContentPartPr/>
                <p14:nvPr/>
              </p14:nvContentPartPr>
              <p14:xfrm>
                <a:off x="5621775" y="2994845"/>
                <a:ext cx="42840" cy="3643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A3FD6717-F755-6E84-8480-EA89F2BB76E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603775" y="2977205"/>
                  <a:ext cx="78480" cy="39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8152EF2-3B11-DB94-F4F0-9172D4A045B6}"/>
                    </a:ext>
                  </a:extLst>
                </p14:cNvPr>
                <p14:cNvContentPartPr/>
                <p14:nvPr/>
              </p14:nvContentPartPr>
              <p14:xfrm>
                <a:off x="5860455" y="3016805"/>
                <a:ext cx="253440" cy="3322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D8152EF2-3B11-DB94-F4F0-9172D4A045B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842815" y="2999165"/>
                  <a:ext cx="289080" cy="36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25A29576-9E05-0D7B-7BD8-A70E23A53FAE}"/>
                    </a:ext>
                  </a:extLst>
                </p14:cNvPr>
                <p14:cNvContentPartPr/>
                <p14:nvPr/>
              </p14:nvContentPartPr>
              <p14:xfrm>
                <a:off x="6236295" y="3003485"/>
                <a:ext cx="362880" cy="2527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25A29576-9E05-0D7B-7BD8-A70E23A53FA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218295" y="2985485"/>
                  <a:ext cx="398520" cy="288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27A75DB3-1CA4-5A21-B3A1-2FB84EC8E011}"/>
                  </a:ext>
                </a:extLst>
              </p14:cNvPr>
              <p14:cNvContentPartPr/>
              <p14:nvPr/>
            </p14:nvContentPartPr>
            <p14:xfrm>
              <a:off x="3909975" y="2139845"/>
              <a:ext cx="1031040" cy="244872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27A75DB3-1CA4-5A21-B3A1-2FB84EC8E011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3856335" y="2031845"/>
                <a:ext cx="1138680" cy="2664360"/>
              </a:xfrm>
              <a:prstGeom prst="rect">
                <a:avLst/>
              </a:prstGeom>
            </p:spPr>
          </p:pic>
        </mc:Fallback>
      </mc:AlternateContent>
      <p:grpSp>
        <p:nvGrpSpPr>
          <p:cNvPr id="58" name="Group 57">
            <a:extLst>
              <a:ext uri="{FF2B5EF4-FFF2-40B4-BE49-F238E27FC236}">
                <a16:creationId xmlns:a16="http://schemas.microsoft.com/office/drawing/2014/main" id="{FBBC73EC-5417-E300-49AD-0C8AF497D8ED}"/>
              </a:ext>
            </a:extLst>
          </p:cNvPr>
          <p:cNvGrpSpPr/>
          <p:nvPr/>
        </p:nvGrpSpPr>
        <p:grpSpPr>
          <a:xfrm>
            <a:off x="6715455" y="1405085"/>
            <a:ext cx="1804320" cy="499680"/>
            <a:chOff x="6715455" y="1405085"/>
            <a:chExt cx="1804320" cy="499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2DB1B2C4-F4E1-114D-47BC-4A4DCC375010}"/>
                    </a:ext>
                  </a:extLst>
                </p14:cNvPr>
                <p14:cNvContentPartPr/>
                <p14:nvPr/>
              </p14:nvContentPartPr>
              <p14:xfrm>
                <a:off x="6715455" y="1435325"/>
                <a:ext cx="351360" cy="4370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2DB1B2C4-F4E1-114D-47BC-4A4DCC37501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697815" y="1417325"/>
                  <a:ext cx="387000" cy="47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988944AD-903D-1170-8220-CEE1EE5EC195}"/>
                    </a:ext>
                  </a:extLst>
                </p14:cNvPr>
                <p14:cNvContentPartPr/>
                <p14:nvPr/>
              </p14:nvContentPartPr>
              <p14:xfrm>
                <a:off x="7231695" y="1624325"/>
                <a:ext cx="90000" cy="536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988944AD-903D-1170-8220-CEE1EE5EC19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214055" y="1606325"/>
                  <a:ext cx="12564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174D08A-0E2B-176A-4274-C3328E1A047E}"/>
                    </a:ext>
                  </a:extLst>
                </p14:cNvPr>
                <p14:cNvContentPartPr/>
                <p14:nvPr/>
              </p14:nvContentPartPr>
              <p14:xfrm>
                <a:off x="7301175" y="1761845"/>
                <a:ext cx="111960" cy="522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174D08A-0E2B-176A-4274-C3328E1A047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283175" y="1744205"/>
                  <a:ext cx="14760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3F98FB00-E326-B250-B956-9FBE8EA5F021}"/>
                    </a:ext>
                  </a:extLst>
                </p14:cNvPr>
                <p14:cNvContentPartPr/>
                <p14:nvPr/>
              </p14:nvContentPartPr>
              <p14:xfrm>
                <a:off x="7720575" y="1453685"/>
                <a:ext cx="88560" cy="4485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3F98FB00-E326-B250-B956-9FBE8EA5F02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702935" y="1436045"/>
                  <a:ext cx="124200" cy="48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4E607301-75D1-2F8F-855F-0D79FCCF3FE1}"/>
                    </a:ext>
                  </a:extLst>
                </p14:cNvPr>
                <p14:cNvContentPartPr/>
                <p14:nvPr/>
              </p14:nvContentPartPr>
              <p14:xfrm>
                <a:off x="7650015" y="1473845"/>
                <a:ext cx="244440" cy="640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E607301-75D1-2F8F-855F-0D79FCCF3FE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632015" y="1455845"/>
                  <a:ext cx="28008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D43986D7-3014-F4D2-EDC9-05BC972F7D1D}"/>
                    </a:ext>
                  </a:extLst>
                </p14:cNvPr>
                <p14:cNvContentPartPr/>
                <p14:nvPr/>
              </p14:nvContentPartPr>
              <p14:xfrm>
                <a:off x="7750815" y="1839245"/>
                <a:ext cx="179640" cy="655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D43986D7-3014-F4D2-EDC9-05BC972F7D1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732815" y="1821605"/>
                  <a:ext cx="21528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EE0C700D-E3FB-499F-3029-3ACE69392A98}"/>
                    </a:ext>
                  </a:extLst>
                </p14:cNvPr>
                <p14:cNvContentPartPr/>
                <p14:nvPr/>
              </p14:nvContentPartPr>
              <p14:xfrm>
                <a:off x="8145735" y="1446845"/>
                <a:ext cx="89640" cy="4435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EE0C700D-E3FB-499F-3029-3ACE69392A9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128095" y="1429205"/>
                  <a:ext cx="125280" cy="47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D3309F82-9EE6-97F7-B116-5C46376ACD53}"/>
                    </a:ext>
                  </a:extLst>
                </p14:cNvPr>
                <p14:cNvContentPartPr/>
                <p14:nvPr/>
              </p14:nvContentPartPr>
              <p14:xfrm>
                <a:off x="8167695" y="1405085"/>
                <a:ext cx="352080" cy="3412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D3309F82-9EE6-97F7-B116-5C46376ACD5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150055" y="1387445"/>
                  <a:ext cx="387720" cy="376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C7B4A598-319A-81C9-19D3-51E775DBAA78}"/>
                  </a:ext>
                </a:extLst>
              </p14:cNvPr>
              <p14:cNvContentPartPr/>
              <p14:nvPr/>
            </p14:nvContentPartPr>
            <p14:xfrm>
              <a:off x="7083015" y="2484725"/>
              <a:ext cx="188640" cy="44424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C7B4A598-319A-81C9-19D3-51E775DBAA78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7065375" y="2467085"/>
                <a:ext cx="224280" cy="47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C8BE83A7-73EE-8E0F-57F8-548C57F5A60C}"/>
                  </a:ext>
                </a:extLst>
              </p14:cNvPr>
              <p14:cNvContentPartPr/>
              <p14:nvPr/>
            </p14:nvContentPartPr>
            <p14:xfrm>
              <a:off x="7152495" y="2456645"/>
              <a:ext cx="142560" cy="10548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C8BE83A7-73EE-8E0F-57F8-548C57F5A60C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7134855" y="2439005"/>
                <a:ext cx="178200" cy="14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12C0649B-D2E6-F5BA-1960-DB9F67480796}"/>
                  </a:ext>
                </a:extLst>
              </p14:cNvPr>
              <p14:cNvContentPartPr/>
              <p14:nvPr/>
            </p14:nvContentPartPr>
            <p14:xfrm>
              <a:off x="7198935" y="2883245"/>
              <a:ext cx="126720" cy="4896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12C0649B-D2E6-F5BA-1960-DB9F67480796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7180935" y="2865605"/>
                <a:ext cx="162360" cy="8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A2EE73EA-543B-FB67-B759-3D3A6F870CCE}"/>
                  </a:ext>
                </a:extLst>
              </p14:cNvPr>
              <p14:cNvContentPartPr/>
              <p14:nvPr/>
            </p14:nvContentPartPr>
            <p14:xfrm>
              <a:off x="8051055" y="2118245"/>
              <a:ext cx="271800" cy="37656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A2EE73EA-543B-FB67-B759-3D3A6F870CCE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8033415" y="2100245"/>
                <a:ext cx="307440" cy="41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2ABEA28C-3351-9D0A-946A-E9084B7355F3}"/>
                  </a:ext>
                </a:extLst>
              </p14:cNvPr>
              <p14:cNvContentPartPr/>
              <p14:nvPr/>
            </p14:nvContentPartPr>
            <p14:xfrm>
              <a:off x="7610415" y="2692085"/>
              <a:ext cx="104040" cy="3024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2ABEA28C-3351-9D0A-946A-E9084B7355F3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7592415" y="2674085"/>
                <a:ext cx="139680" cy="6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D957D4EE-A568-058C-B32C-120132DB3EA4}"/>
                  </a:ext>
                </a:extLst>
              </p14:cNvPr>
              <p14:cNvContentPartPr/>
              <p14:nvPr/>
            </p14:nvContentPartPr>
            <p14:xfrm>
              <a:off x="7684575" y="2804765"/>
              <a:ext cx="81720" cy="4860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D957D4EE-A568-058C-B32C-120132DB3EA4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7666935" y="2787125"/>
                <a:ext cx="117360" cy="8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CB4A0C3D-2B49-D110-BADF-B96DF796F75E}"/>
                  </a:ext>
                </a:extLst>
              </p14:cNvPr>
              <p14:cNvContentPartPr/>
              <p14:nvPr/>
            </p14:nvContentPartPr>
            <p14:xfrm>
              <a:off x="8041695" y="2641325"/>
              <a:ext cx="591480" cy="15840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CB4A0C3D-2B49-D110-BADF-B96DF796F75E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8024055" y="2623685"/>
                <a:ext cx="627120" cy="19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DDBECABC-413B-731B-CB1F-12F564A16412}"/>
                  </a:ext>
                </a:extLst>
              </p14:cNvPr>
              <p14:cNvContentPartPr/>
              <p14:nvPr/>
            </p14:nvContentPartPr>
            <p14:xfrm>
              <a:off x="8335815" y="2957765"/>
              <a:ext cx="70560" cy="40932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DDBECABC-413B-731B-CB1F-12F564A16412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8318175" y="2939765"/>
                <a:ext cx="106200" cy="44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2802B58F-4CED-2214-4A11-22ED50B67DB7}"/>
                  </a:ext>
                </a:extLst>
              </p14:cNvPr>
              <p14:cNvContentPartPr/>
              <p14:nvPr/>
            </p14:nvContentPartPr>
            <p14:xfrm>
              <a:off x="8333295" y="2869925"/>
              <a:ext cx="372960" cy="28800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2802B58F-4CED-2214-4A11-22ED50B67DB7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8315655" y="2851925"/>
                <a:ext cx="408600" cy="32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3D5912EA-1EB2-EA90-ADBE-58361C5BE9F3}"/>
                  </a:ext>
                </a:extLst>
              </p14:cNvPr>
              <p14:cNvContentPartPr/>
              <p14:nvPr/>
            </p14:nvContentPartPr>
            <p14:xfrm>
              <a:off x="7956735" y="3861365"/>
              <a:ext cx="136800" cy="5364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3D5912EA-1EB2-EA90-ADBE-58361C5BE9F3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7938735" y="3843365"/>
                <a:ext cx="172440" cy="8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69E47AC1-6293-A84F-73FE-0D48512735AA}"/>
                  </a:ext>
                </a:extLst>
              </p14:cNvPr>
              <p14:cNvContentPartPr/>
              <p14:nvPr/>
            </p14:nvContentPartPr>
            <p14:xfrm>
              <a:off x="8028375" y="4003205"/>
              <a:ext cx="99720" cy="6876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69E47AC1-6293-A84F-73FE-0D48512735AA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8010375" y="3985205"/>
                <a:ext cx="135360" cy="10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428E9E65-773A-0FCD-22FF-9E8EE62CF48E}"/>
                  </a:ext>
                </a:extLst>
              </p14:cNvPr>
              <p14:cNvContentPartPr/>
              <p14:nvPr/>
            </p14:nvContentPartPr>
            <p14:xfrm>
              <a:off x="8311335" y="3534125"/>
              <a:ext cx="61560" cy="24048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428E9E65-773A-0FCD-22FF-9E8EE62CF48E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8293335" y="3516485"/>
                <a:ext cx="97200" cy="27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C2A0B06A-D6F0-4AD7-3040-2C7A96D90539}"/>
                  </a:ext>
                </a:extLst>
              </p14:cNvPr>
              <p14:cNvContentPartPr/>
              <p14:nvPr/>
            </p14:nvContentPartPr>
            <p14:xfrm>
              <a:off x="8506095" y="3491285"/>
              <a:ext cx="306000" cy="25344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C2A0B06A-D6F0-4AD7-3040-2C7A96D90539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8488095" y="3473645"/>
                <a:ext cx="341640" cy="28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2BBD766B-01BE-7DAD-7E13-AE8EA959B5FD}"/>
                  </a:ext>
                </a:extLst>
              </p14:cNvPr>
              <p14:cNvContentPartPr/>
              <p14:nvPr/>
            </p14:nvContentPartPr>
            <p14:xfrm>
              <a:off x="8371455" y="3940925"/>
              <a:ext cx="848520" cy="8064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2BBD766B-01BE-7DAD-7E13-AE8EA959B5FD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8353455" y="3922925"/>
                <a:ext cx="884160" cy="11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BFF3149E-6720-9E10-1F05-50C6FA6B1C9E}"/>
                  </a:ext>
                </a:extLst>
              </p14:cNvPr>
              <p14:cNvContentPartPr/>
              <p14:nvPr/>
            </p14:nvContentPartPr>
            <p14:xfrm>
              <a:off x="8553975" y="4293365"/>
              <a:ext cx="122040" cy="33192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BFF3149E-6720-9E10-1F05-50C6FA6B1C9E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8535975" y="4275725"/>
                <a:ext cx="157680" cy="36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17CE4BF6-CA5D-1357-9D6E-1B6C07DC0D01}"/>
                  </a:ext>
                </a:extLst>
              </p14:cNvPr>
              <p14:cNvContentPartPr/>
              <p14:nvPr/>
            </p14:nvContentPartPr>
            <p14:xfrm>
              <a:off x="8836935" y="4294445"/>
              <a:ext cx="262440" cy="24804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17CE4BF6-CA5D-1357-9D6E-1B6C07DC0D01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8819295" y="4276805"/>
                <a:ext cx="298080" cy="28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74334C3B-F976-4355-8F3B-91A2F2798C8F}"/>
                  </a:ext>
                </a:extLst>
              </p14:cNvPr>
              <p14:cNvContentPartPr/>
              <p14:nvPr/>
            </p14:nvContentPartPr>
            <p14:xfrm>
              <a:off x="9180015" y="4301285"/>
              <a:ext cx="372240" cy="22428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74334C3B-F976-4355-8F3B-91A2F2798C8F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9162375" y="4283645"/>
                <a:ext cx="407880" cy="25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0E170D24-4005-BC7F-6B62-A0E015CA4071}"/>
                  </a:ext>
                </a:extLst>
              </p14:cNvPr>
              <p14:cNvContentPartPr/>
              <p14:nvPr/>
            </p14:nvContentPartPr>
            <p14:xfrm>
              <a:off x="8314935" y="5235125"/>
              <a:ext cx="129600" cy="7164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0E170D24-4005-BC7F-6B62-A0E015CA4071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8296935" y="5217125"/>
                <a:ext cx="165240" cy="10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E318B296-80A4-684C-FF21-CAC33E0EFA5A}"/>
                  </a:ext>
                </a:extLst>
              </p14:cNvPr>
              <p14:cNvContentPartPr/>
              <p14:nvPr/>
            </p14:nvContentPartPr>
            <p14:xfrm>
              <a:off x="8417535" y="5351045"/>
              <a:ext cx="86400" cy="6552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E318B296-80A4-684C-FF21-CAC33E0EFA5A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8399535" y="5333405"/>
                <a:ext cx="122040" cy="10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127BABE1-A137-59BA-8DF9-54494B75D75B}"/>
                  </a:ext>
                </a:extLst>
              </p14:cNvPr>
              <p14:cNvContentPartPr/>
              <p14:nvPr/>
            </p14:nvContentPartPr>
            <p14:xfrm>
              <a:off x="8798775" y="5145485"/>
              <a:ext cx="107640" cy="46008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127BABE1-A137-59BA-8DF9-54494B75D75B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8781135" y="5127485"/>
                <a:ext cx="143280" cy="49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3D81C8B7-856B-1739-9AF6-486A8EF35E29}"/>
                  </a:ext>
                </a:extLst>
              </p14:cNvPr>
              <p14:cNvContentPartPr/>
              <p14:nvPr/>
            </p14:nvContentPartPr>
            <p14:xfrm>
              <a:off x="9117735" y="5334845"/>
              <a:ext cx="261360" cy="14544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3D81C8B7-856B-1739-9AF6-486A8EF35E29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9100095" y="5316845"/>
                <a:ext cx="297000" cy="18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2576164D-FEAE-38F0-4ECA-C2757F0B33C6}"/>
                  </a:ext>
                </a:extLst>
              </p14:cNvPr>
              <p14:cNvContentPartPr/>
              <p14:nvPr/>
            </p14:nvContentPartPr>
            <p14:xfrm>
              <a:off x="9527055" y="5168885"/>
              <a:ext cx="59400" cy="38520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2576164D-FEAE-38F0-4ECA-C2757F0B33C6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9509055" y="5150885"/>
                <a:ext cx="95040" cy="42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625E6BA4-CB6D-C95A-763F-D88E6022B0BA}"/>
                  </a:ext>
                </a:extLst>
              </p14:cNvPr>
              <p14:cNvContentPartPr/>
              <p14:nvPr/>
            </p14:nvContentPartPr>
            <p14:xfrm>
              <a:off x="9531735" y="5188685"/>
              <a:ext cx="247320" cy="27936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625E6BA4-CB6D-C95A-763F-D88E6022B0BA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9513735" y="5171045"/>
                <a:ext cx="282960" cy="31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76452523-39D7-5C6F-1022-ACCD4E353562}"/>
                  </a:ext>
                </a:extLst>
              </p14:cNvPr>
              <p14:cNvContentPartPr/>
              <p14:nvPr/>
            </p14:nvContentPartPr>
            <p14:xfrm>
              <a:off x="9596535" y="5331605"/>
              <a:ext cx="178920" cy="7056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76452523-39D7-5C6F-1022-ACCD4E353562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9578535" y="5313965"/>
                <a:ext cx="214560" cy="10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07C5E67F-C9F4-39D8-97E4-9783272C2B91}"/>
                  </a:ext>
                </a:extLst>
              </p14:cNvPr>
              <p14:cNvContentPartPr/>
              <p14:nvPr/>
            </p14:nvContentPartPr>
            <p14:xfrm>
              <a:off x="9741975" y="3787565"/>
              <a:ext cx="30960" cy="792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07C5E67F-C9F4-39D8-97E4-9783272C2B91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9723975" y="3769925"/>
                <a:ext cx="66600" cy="4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0D28FC65-2F12-ACB1-793D-F5CDE1F0E6B6}"/>
                  </a:ext>
                </a:extLst>
              </p14:cNvPr>
              <p14:cNvContentPartPr/>
              <p14:nvPr/>
            </p14:nvContentPartPr>
            <p14:xfrm>
              <a:off x="9780495" y="3890165"/>
              <a:ext cx="54360" cy="3312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0D28FC65-2F12-ACB1-793D-F5CDE1F0E6B6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9762855" y="3872165"/>
                <a:ext cx="90000" cy="6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00FB7533-3E15-09B7-F3FB-70353D84E0E1}"/>
                  </a:ext>
                </a:extLst>
              </p14:cNvPr>
              <p14:cNvContentPartPr/>
              <p14:nvPr/>
            </p14:nvContentPartPr>
            <p14:xfrm>
              <a:off x="9997935" y="3449165"/>
              <a:ext cx="59400" cy="28548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00FB7533-3E15-09B7-F3FB-70353D84E0E1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9980295" y="3431165"/>
                <a:ext cx="95040" cy="32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1143B0E7-0B80-0AA8-5403-5630D30617CB}"/>
                  </a:ext>
                </a:extLst>
              </p14:cNvPr>
              <p14:cNvContentPartPr/>
              <p14:nvPr/>
            </p14:nvContentPartPr>
            <p14:xfrm>
              <a:off x="10233735" y="3411725"/>
              <a:ext cx="339840" cy="27324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1143B0E7-0B80-0AA8-5403-5630D30617CB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10216095" y="3394085"/>
                <a:ext cx="375480" cy="30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7EB4DA05-1BEF-3B75-E298-42C81CB2BA78}"/>
                  </a:ext>
                </a:extLst>
              </p14:cNvPr>
              <p14:cNvContentPartPr/>
              <p14:nvPr/>
            </p14:nvContentPartPr>
            <p14:xfrm>
              <a:off x="10050135" y="3771365"/>
              <a:ext cx="928080" cy="16344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7EB4DA05-1BEF-3B75-E298-42C81CB2BA78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10032495" y="3753725"/>
                <a:ext cx="963720" cy="19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E5F93DAE-9DC0-9DA2-A386-095290218728}"/>
                  </a:ext>
                </a:extLst>
              </p14:cNvPr>
              <p14:cNvContentPartPr/>
              <p14:nvPr/>
            </p14:nvContentPartPr>
            <p14:xfrm>
              <a:off x="10703895" y="3332165"/>
              <a:ext cx="128880" cy="26028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E5F93DAE-9DC0-9DA2-A386-095290218728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10686255" y="3314525"/>
                <a:ext cx="164520" cy="29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E6F9EBF3-D519-9A73-63F8-90E38F832730}"/>
                  </a:ext>
                </a:extLst>
              </p14:cNvPr>
              <p14:cNvContentPartPr/>
              <p14:nvPr/>
            </p14:nvContentPartPr>
            <p14:xfrm>
              <a:off x="10920975" y="3179165"/>
              <a:ext cx="252720" cy="28620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E6F9EBF3-D519-9A73-63F8-90E38F832730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10903335" y="3161165"/>
                <a:ext cx="288360" cy="32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9D0B70A5-BC25-678B-8834-D73F86268BAD}"/>
                  </a:ext>
                </a:extLst>
              </p14:cNvPr>
              <p14:cNvContentPartPr/>
              <p14:nvPr/>
            </p14:nvContentPartPr>
            <p14:xfrm>
              <a:off x="10348575" y="4056845"/>
              <a:ext cx="91080" cy="40032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9D0B70A5-BC25-678B-8834-D73F86268BAD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10330575" y="4038845"/>
                <a:ext cx="126720" cy="43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6EE29B3A-ACFE-63B1-24CB-4FD75D6CA541}"/>
                  </a:ext>
                </a:extLst>
              </p14:cNvPr>
              <p14:cNvContentPartPr/>
              <p14:nvPr/>
            </p14:nvContentPartPr>
            <p14:xfrm>
              <a:off x="10603455" y="4063685"/>
              <a:ext cx="199440" cy="23256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6EE29B3A-ACFE-63B1-24CB-4FD75D6CA541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10585815" y="4046045"/>
                <a:ext cx="235080" cy="26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D1411253-35B9-4F71-958F-BB75A2007A4B}"/>
                  </a:ext>
                </a:extLst>
              </p14:cNvPr>
              <p14:cNvContentPartPr/>
              <p14:nvPr/>
            </p14:nvContentPartPr>
            <p14:xfrm>
              <a:off x="10889295" y="4060805"/>
              <a:ext cx="419040" cy="22068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D1411253-35B9-4F71-958F-BB75A2007A4B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10871295" y="4042805"/>
                <a:ext cx="454680" cy="25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84B82A56-3D32-A68E-D8EC-7F7EEFA3E8D3}"/>
                  </a:ext>
                </a:extLst>
              </p14:cNvPr>
              <p14:cNvContentPartPr/>
              <p14:nvPr/>
            </p14:nvContentPartPr>
            <p14:xfrm>
              <a:off x="9871935" y="2826005"/>
              <a:ext cx="1925280" cy="193428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84B82A56-3D32-A68E-D8EC-7F7EEFA3E8D3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9853935" y="2808005"/>
                <a:ext cx="1960920" cy="196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FB36BF27-67BB-D665-359C-7A112B2CF5B4}"/>
                  </a:ext>
                </a:extLst>
              </p14:cNvPr>
              <p14:cNvContentPartPr/>
              <p14:nvPr/>
            </p14:nvContentPartPr>
            <p14:xfrm>
              <a:off x="9894255" y="3137765"/>
              <a:ext cx="243360" cy="168336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FB36BF27-67BB-D665-359C-7A112B2CF5B4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9876255" y="3120125"/>
                <a:ext cx="279000" cy="171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CFB7449E-1E27-2A3A-517D-FF8B6CBA58FB}"/>
                  </a:ext>
                </a:extLst>
              </p14:cNvPr>
              <p14:cNvContentPartPr/>
              <p14:nvPr/>
            </p14:nvContentPartPr>
            <p14:xfrm>
              <a:off x="10723695" y="4534565"/>
              <a:ext cx="100800" cy="48672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CFB7449E-1E27-2A3A-517D-FF8B6CBA58FB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10706055" y="4516925"/>
                <a:ext cx="136440" cy="52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C79704E8-05CA-323C-2BF0-870921891B0D}"/>
                  </a:ext>
                </a:extLst>
              </p14:cNvPr>
              <p14:cNvContentPartPr/>
              <p14:nvPr/>
            </p14:nvContentPartPr>
            <p14:xfrm>
              <a:off x="10660695" y="4898885"/>
              <a:ext cx="331920" cy="18468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C79704E8-05CA-323C-2BF0-870921891B0D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10642695" y="4881245"/>
                <a:ext cx="367560" cy="220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07" name="Group 106">
            <a:extLst>
              <a:ext uri="{FF2B5EF4-FFF2-40B4-BE49-F238E27FC236}">
                <a16:creationId xmlns:a16="http://schemas.microsoft.com/office/drawing/2014/main" id="{7708E65D-454F-F675-1EC6-B3B0E68628D9}"/>
              </a:ext>
            </a:extLst>
          </p:cNvPr>
          <p:cNvGrpSpPr/>
          <p:nvPr/>
        </p:nvGrpSpPr>
        <p:grpSpPr>
          <a:xfrm>
            <a:off x="9065895" y="5733725"/>
            <a:ext cx="597600" cy="657000"/>
            <a:chOff x="9065895" y="5733725"/>
            <a:chExt cx="597600" cy="657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B2C85EDC-5C82-E16D-61AC-39726FD045D6}"/>
                    </a:ext>
                  </a:extLst>
                </p14:cNvPr>
                <p14:cNvContentPartPr/>
                <p14:nvPr/>
              </p14:nvContentPartPr>
              <p14:xfrm>
                <a:off x="9065895" y="6082205"/>
                <a:ext cx="43920" cy="3085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B2C85EDC-5C82-E16D-61AC-39726FD045D6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048255" y="6064565"/>
                  <a:ext cx="79560" cy="34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B34D2CDB-69D1-7E07-3142-6BF52B925A96}"/>
                    </a:ext>
                  </a:extLst>
                </p14:cNvPr>
                <p14:cNvContentPartPr/>
                <p14:nvPr/>
              </p14:nvContentPartPr>
              <p14:xfrm>
                <a:off x="9234015" y="6095885"/>
                <a:ext cx="110160" cy="22464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B34D2CDB-69D1-7E07-3142-6BF52B925A96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9216375" y="6077885"/>
                  <a:ext cx="14580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B32F22C7-9B9B-8606-E092-B22BFB450D00}"/>
                    </a:ext>
                  </a:extLst>
                </p14:cNvPr>
                <p14:cNvContentPartPr/>
                <p14:nvPr/>
              </p14:nvContentPartPr>
              <p14:xfrm>
                <a:off x="9325095" y="5894645"/>
                <a:ext cx="117000" cy="3456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B32F22C7-9B9B-8606-E092-B22BFB450D00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9307455" y="5876645"/>
                  <a:ext cx="15264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FB7E1B7B-B814-4323-002E-C7276410238D}"/>
                    </a:ext>
                  </a:extLst>
                </p14:cNvPr>
                <p14:cNvContentPartPr/>
                <p14:nvPr/>
              </p14:nvContentPartPr>
              <p14:xfrm>
                <a:off x="9532815" y="5733725"/>
                <a:ext cx="130680" cy="25524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FB7E1B7B-B814-4323-002E-C7276410238D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9515175" y="5716085"/>
                  <a:ext cx="166320" cy="290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43BC2397-4617-A982-AA54-6C68B546685A}"/>
              </a:ext>
            </a:extLst>
          </p:cNvPr>
          <p:cNvGrpSpPr/>
          <p:nvPr/>
        </p:nvGrpSpPr>
        <p:grpSpPr>
          <a:xfrm>
            <a:off x="10729095" y="5347085"/>
            <a:ext cx="842040" cy="1077120"/>
            <a:chOff x="10729095" y="5347085"/>
            <a:chExt cx="842040" cy="1077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1D6CB093-287F-F17F-EFA7-52D827C072C5}"/>
                    </a:ext>
                  </a:extLst>
                </p14:cNvPr>
                <p14:cNvContentPartPr/>
                <p14:nvPr/>
              </p14:nvContentPartPr>
              <p14:xfrm>
                <a:off x="10729095" y="5445725"/>
                <a:ext cx="63360" cy="3726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1D6CB093-287F-F17F-EFA7-52D827C072C5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0711095" y="5428085"/>
                  <a:ext cx="99000" cy="40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F0269420-489C-8E51-071D-8BD02DBE751D}"/>
                    </a:ext>
                  </a:extLst>
                </p14:cNvPr>
                <p14:cNvContentPartPr/>
                <p14:nvPr/>
              </p14:nvContentPartPr>
              <p14:xfrm>
                <a:off x="10959855" y="5520605"/>
                <a:ext cx="37800" cy="3081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F0269420-489C-8E51-071D-8BD02DBE751D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0941855" y="5502965"/>
                  <a:ext cx="7344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7B4D8915-1FC5-F3EC-8052-4D2F6CB4A0D6}"/>
                    </a:ext>
                  </a:extLst>
                </p14:cNvPr>
                <p14:cNvContentPartPr/>
                <p14:nvPr/>
              </p14:nvContentPartPr>
              <p14:xfrm>
                <a:off x="10978935" y="5484245"/>
                <a:ext cx="222120" cy="1422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7B4D8915-1FC5-F3EC-8052-4D2F6CB4A0D6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0960935" y="5466245"/>
                  <a:ext cx="25776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31D9FFAA-535C-08B1-9E65-86AAE6D137E6}"/>
                    </a:ext>
                  </a:extLst>
                </p14:cNvPr>
                <p14:cNvContentPartPr/>
                <p14:nvPr/>
              </p14:nvContentPartPr>
              <p14:xfrm>
                <a:off x="11379615" y="5361485"/>
                <a:ext cx="33480" cy="3164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31D9FFAA-535C-08B1-9E65-86AAE6D137E6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1361975" y="5343485"/>
                  <a:ext cx="69120" cy="35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9C58B098-4107-42CF-FF95-F7C31AB0CC0B}"/>
                    </a:ext>
                  </a:extLst>
                </p14:cNvPr>
                <p14:cNvContentPartPr/>
                <p14:nvPr/>
              </p14:nvContentPartPr>
              <p14:xfrm>
                <a:off x="11355855" y="5347085"/>
                <a:ext cx="172800" cy="1468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9C58B098-4107-42CF-FF95-F7C31AB0CC0B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1338215" y="5329445"/>
                  <a:ext cx="20844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77CEE123-258E-DEAF-EB1A-63F32ED0B8FF}"/>
                    </a:ext>
                  </a:extLst>
                </p14:cNvPr>
                <p14:cNvContentPartPr/>
                <p14:nvPr/>
              </p14:nvContentPartPr>
              <p14:xfrm>
                <a:off x="11435415" y="5479565"/>
                <a:ext cx="135720" cy="5328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77CEE123-258E-DEAF-EB1A-63F32ED0B8FF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1417415" y="5461565"/>
                  <a:ext cx="17136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F46F6F23-F043-A7F2-DFBC-77DAC1454762}"/>
                    </a:ext>
                  </a:extLst>
                </p14:cNvPr>
                <p14:cNvContentPartPr/>
                <p14:nvPr/>
              </p14:nvContentPartPr>
              <p14:xfrm>
                <a:off x="10850055" y="6159245"/>
                <a:ext cx="39960" cy="2649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F46F6F23-F043-A7F2-DFBC-77DAC1454762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0832415" y="6141605"/>
                  <a:ext cx="7560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27A9ACF0-DC10-CCC5-1E9D-89F02327346B}"/>
                    </a:ext>
                  </a:extLst>
                </p14:cNvPr>
                <p14:cNvContentPartPr/>
                <p14:nvPr/>
              </p14:nvContentPartPr>
              <p14:xfrm>
                <a:off x="11034375" y="6136925"/>
                <a:ext cx="97200" cy="2368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27A9ACF0-DC10-CCC5-1E9D-89F02327346B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1016735" y="6119285"/>
                  <a:ext cx="13284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48616F1E-2B17-5FA9-E61E-120FE979D1F6}"/>
                    </a:ext>
                  </a:extLst>
                </p14:cNvPr>
                <p14:cNvContentPartPr/>
                <p14:nvPr/>
              </p14:nvContentPartPr>
              <p14:xfrm>
                <a:off x="11150655" y="5996885"/>
                <a:ext cx="60480" cy="648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48616F1E-2B17-5FA9-E61E-120FE979D1F6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1132655" y="5978885"/>
                  <a:ext cx="9612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30C02263-6256-9E4A-B5A4-6179B78E8F7A}"/>
                    </a:ext>
                  </a:extLst>
                </p14:cNvPr>
                <p14:cNvContentPartPr/>
                <p14:nvPr/>
              </p14:nvContentPartPr>
              <p14:xfrm>
                <a:off x="11338215" y="5818325"/>
                <a:ext cx="105480" cy="19872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30C02263-6256-9E4A-B5A4-6179B78E8F7A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1320215" y="5800685"/>
                  <a:ext cx="141120" cy="2343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557217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C0E2A-594A-2178-5CB6-396B067E6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66F089-7C3D-D4B7-E37D-273F254C7F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5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6" name="Picture 5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85BAB6E6-6CB3-8628-610A-6331F87DBD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2004" y="249579"/>
            <a:ext cx="7247992" cy="3495486"/>
          </a:xfrm>
          <a:prstGeom prst="rect">
            <a:avLst/>
          </a:prstGeom>
        </p:spPr>
      </p:pic>
      <p:pic>
        <p:nvPicPr>
          <p:cNvPr id="8" name="Picture 7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1C986406-37DB-EEA9-487C-3D95D89821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1912" y="3901850"/>
            <a:ext cx="7668176" cy="2591025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C2604314-ABC7-56DD-6392-01D325CD944F}"/>
              </a:ext>
            </a:extLst>
          </p:cNvPr>
          <p:cNvGrpSpPr/>
          <p:nvPr/>
        </p:nvGrpSpPr>
        <p:grpSpPr>
          <a:xfrm>
            <a:off x="3286012" y="1671430"/>
            <a:ext cx="233640" cy="216000"/>
            <a:chOff x="3286012" y="1671430"/>
            <a:chExt cx="233640" cy="21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E1743888-B998-403C-AAE4-355E9F9FE739}"/>
                    </a:ext>
                  </a:extLst>
                </p14:cNvPr>
                <p14:cNvContentPartPr/>
                <p14:nvPr/>
              </p14:nvContentPartPr>
              <p14:xfrm>
                <a:off x="3286012" y="1684030"/>
                <a:ext cx="92880" cy="2034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E1743888-B998-403C-AAE4-355E9F9FE73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279892" y="1677910"/>
                  <a:ext cx="10512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9C1848C0-1D86-6449-C459-FEB0D8F267A3}"/>
                    </a:ext>
                  </a:extLst>
                </p14:cNvPr>
                <p14:cNvContentPartPr/>
                <p14:nvPr/>
              </p14:nvContentPartPr>
              <p14:xfrm>
                <a:off x="3315172" y="1671430"/>
                <a:ext cx="204480" cy="1260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9C1848C0-1D86-6449-C459-FEB0D8F267A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309052" y="1665310"/>
                  <a:ext cx="21672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4A8ECA9-8642-EB22-FD86-B6748976E964}"/>
                    </a:ext>
                  </a:extLst>
                </p14:cNvPr>
                <p14:cNvContentPartPr/>
                <p14:nvPr/>
              </p14:nvContentPartPr>
              <p14:xfrm>
                <a:off x="3351172" y="1743070"/>
                <a:ext cx="123120" cy="1069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4A8ECA9-8642-EB22-FD86-B6748976E96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345052" y="1736950"/>
                  <a:ext cx="135360" cy="11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FEB1FCC-94E3-AC21-21BC-2AF312757262}"/>
              </a:ext>
            </a:extLst>
          </p:cNvPr>
          <p:cNvGrpSpPr/>
          <p:nvPr/>
        </p:nvGrpSpPr>
        <p:grpSpPr>
          <a:xfrm>
            <a:off x="3331012" y="3050950"/>
            <a:ext cx="267120" cy="251280"/>
            <a:chOff x="3331012" y="3050950"/>
            <a:chExt cx="267120" cy="251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2A15F22A-87CA-A6BE-465C-3D5404C076AE}"/>
                    </a:ext>
                  </a:extLst>
                </p14:cNvPr>
                <p14:cNvContentPartPr/>
                <p14:nvPr/>
              </p14:nvContentPartPr>
              <p14:xfrm>
                <a:off x="3361972" y="3116470"/>
                <a:ext cx="117360" cy="1854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2A15F22A-87CA-A6BE-465C-3D5404C076A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355852" y="3110350"/>
                  <a:ext cx="12960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D7F499F-2BB3-47BC-CCF4-542E1B73545C}"/>
                    </a:ext>
                  </a:extLst>
                </p14:cNvPr>
                <p14:cNvContentPartPr/>
                <p14:nvPr/>
              </p14:nvContentPartPr>
              <p14:xfrm>
                <a:off x="3331012" y="3050950"/>
                <a:ext cx="267120" cy="2512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D7F499F-2BB3-47BC-CCF4-542E1B73545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324892" y="3044830"/>
                  <a:ext cx="279360" cy="263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A80C70B-049F-B828-381C-9756FB9AAADA}"/>
              </a:ext>
            </a:extLst>
          </p:cNvPr>
          <p:cNvGrpSpPr/>
          <p:nvPr/>
        </p:nvGrpSpPr>
        <p:grpSpPr>
          <a:xfrm>
            <a:off x="4864335" y="382325"/>
            <a:ext cx="2280240" cy="2880720"/>
            <a:chOff x="4864335" y="382325"/>
            <a:chExt cx="2280240" cy="2880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B0E2F78-A040-444B-6F22-B3C740BD3731}"/>
                    </a:ext>
                  </a:extLst>
                </p14:cNvPr>
                <p14:cNvContentPartPr/>
                <p14:nvPr/>
              </p14:nvContentPartPr>
              <p14:xfrm>
                <a:off x="4864335" y="1677245"/>
                <a:ext cx="50400" cy="1119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B0E2F78-A040-444B-6F22-B3C740BD373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846695" y="1659245"/>
                  <a:ext cx="8604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3593E84-F211-0BAE-28D1-F7A385E4ED44}"/>
                    </a:ext>
                  </a:extLst>
                </p14:cNvPr>
                <p14:cNvContentPartPr/>
                <p14:nvPr/>
              </p14:nvContentPartPr>
              <p14:xfrm>
                <a:off x="4884495" y="1673645"/>
                <a:ext cx="171360" cy="14824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3593E84-F211-0BAE-28D1-F7A385E4ED4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866495" y="1656005"/>
                  <a:ext cx="207000" cy="151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5552BDB-A501-1683-6609-1DEBF2666005}"/>
                    </a:ext>
                  </a:extLst>
                </p14:cNvPr>
                <p14:cNvContentPartPr/>
                <p14:nvPr/>
              </p14:nvContentPartPr>
              <p14:xfrm>
                <a:off x="4992855" y="3126965"/>
                <a:ext cx="73800" cy="630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5552BDB-A501-1683-6609-1DEBF266600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975215" y="3108965"/>
                  <a:ext cx="10944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8B4DA9A-8C9B-36A8-6C4B-CF0771D38095}"/>
                    </a:ext>
                  </a:extLst>
                </p14:cNvPr>
                <p14:cNvContentPartPr/>
                <p14:nvPr/>
              </p14:nvContentPartPr>
              <p14:xfrm>
                <a:off x="5164935" y="1468445"/>
                <a:ext cx="12960" cy="3513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8B4DA9A-8C9B-36A8-6C4B-CF0771D3809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147295" y="1450805"/>
                  <a:ext cx="48600" cy="38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BE7737B-6E92-E5E5-1125-9C9A74A645C6}"/>
                    </a:ext>
                  </a:extLst>
                </p14:cNvPr>
                <p14:cNvContentPartPr/>
                <p14:nvPr/>
              </p14:nvContentPartPr>
              <p14:xfrm>
                <a:off x="5175375" y="1549085"/>
                <a:ext cx="182160" cy="1735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BE7737B-6E92-E5E5-1125-9C9A74A645C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157735" y="1531445"/>
                  <a:ext cx="21780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5406BBC-DB35-F186-0030-07A51E28D3B9}"/>
                    </a:ext>
                  </a:extLst>
                </p14:cNvPr>
                <p14:cNvContentPartPr/>
                <p14:nvPr/>
              </p14:nvContentPartPr>
              <p14:xfrm>
                <a:off x="5235495" y="1672925"/>
                <a:ext cx="103320" cy="619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5406BBC-DB35-F186-0030-07A51E28D3B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217855" y="1654925"/>
                  <a:ext cx="13896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BB7A2A5-7409-4E4B-FA16-035F06ADF385}"/>
                    </a:ext>
                  </a:extLst>
                </p14:cNvPr>
                <p14:cNvContentPartPr/>
                <p14:nvPr/>
              </p14:nvContentPartPr>
              <p14:xfrm>
                <a:off x="5367255" y="3048125"/>
                <a:ext cx="48960" cy="1951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BB7A2A5-7409-4E4B-FA16-035F06ADF38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349255" y="3030485"/>
                  <a:ext cx="8460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4734640A-0D58-DE91-6CC6-94933EC9E90A}"/>
                    </a:ext>
                  </a:extLst>
                </p14:cNvPr>
                <p14:cNvContentPartPr/>
                <p14:nvPr/>
              </p14:nvContentPartPr>
              <p14:xfrm>
                <a:off x="5364375" y="2981525"/>
                <a:ext cx="166320" cy="2815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4734640A-0D58-DE91-6CC6-94933EC9E90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346735" y="2963525"/>
                  <a:ext cx="20196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E06B4EE-C75F-37B6-1545-698D5CCF63A6}"/>
                    </a:ext>
                  </a:extLst>
                </p14:cNvPr>
                <p14:cNvContentPartPr/>
                <p14:nvPr/>
              </p14:nvContentPartPr>
              <p14:xfrm>
                <a:off x="5234055" y="1851485"/>
                <a:ext cx="623520" cy="5079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E06B4EE-C75F-37B6-1545-698D5CCF63A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216055" y="1833485"/>
                  <a:ext cx="659160" cy="54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D8DE447-C44A-EEC7-14D0-5526B68F8EE5}"/>
                    </a:ext>
                  </a:extLst>
                </p14:cNvPr>
                <p14:cNvContentPartPr/>
                <p14:nvPr/>
              </p14:nvContentPartPr>
              <p14:xfrm>
                <a:off x="5743095" y="1748525"/>
                <a:ext cx="171360" cy="2052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D8DE447-C44A-EEC7-14D0-5526B68F8EE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725455" y="1730525"/>
                  <a:ext cx="20700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263574F8-A150-C6EC-7014-A74C287588A3}"/>
                    </a:ext>
                  </a:extLst>
                </p14:cNvPr>
                <p14:cNvContentPartPr/>
                <p14:nvPr/>
              </p14:nvContentPartPr>
              <p14:xfrm>
                <a:off x="6340695" y="1651325"/>
                <a:ext cx="68760" cy="262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263574F8-A150-C6EC-7014-A74C287588A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322695" y="1633685"/>
                  <a:ext cx="10440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CBCF7C25-AC82-1655-9626-66E7ECCAC161}"/>
                    </a:ext>
                  </a:extLst>
                </p14:cNvPr>
                <p14:cNvContentPartPr/>
                <p14:nvPr/>
              </p14:nvContentPartPr>
              <p14:xfrm>
                <a:off x="6354015" y="1769405"/>
                <a:ext cx="73440" cy="248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CBCF7C25-AC82-1655-9626-66E7ECCAC161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336015" y="1751765"/>
                  <a:ext cx="10908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52DB092-9AB2-52E3-069D-20557A139639}"/>
                    </a:ext>
                  </a:extLst>
                </p14:cNvPr>
                <p14:cNvContentPartPr/>
                <p14:nvPr/>
              </p14:nvContentPartPr>
              <p14:xfrm>
                <a:off x="5884935" y="1014845"/>
                <a:ext cx="184680" cy="2494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52DB092-9AB2-52E3-069D-20557A13963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866935" y="997205"/>
                  <a:ext cx="22032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B8CD7B98-0CF6-8DBC-FC4C-F62BEE93ABCC}"/>
                    </a:ext>
                  </a:extLst>
                </p14:cNvPr>
                <p14:cNvContentPartPr/>
                <p14:nvPr/>
              </p14:nvContentPartPr>
              <p14:xfrm>
                <a:off x="6158175" y="1136165"/>
                <a:ext cx="73440" cy="338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B8CD7B98-0CF6-8DBC-FC4C-F62BEE93ABC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140175" y="1118165"/>
                  <a:ext cx="10908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CA688685-C8C6-B780-1622-DB4474D87606}"/>
                    </a:ext>
                  </a:extLst>
                </p14:cNvPr>
                <p14:cNvContentPartPr/>
                <p14:nvPr/>
              </p14:nvContentPartPr>
              <p14:xfrm>
                <a:off x="6199575" y="1202765"/>
                <a:ext cx="56880" cy="226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CA688685-C8C6-B780-1622-DB4474D87606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181935" y="1185125"/>
                  <a:ext cx="9252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D0622971-577C-9E4B-30E2-E1917C68983D}"/>
                    </a:ext>
                  </a:extLst>
                </p14:cNvPr>
                <p14:cNvContentPartPr/>
                <p14:nvPr/>
              </p14:nvContentPartPr>
              <p14:xfrm>
                <a:off x="6384975" y="987125"/>
                <a:ext cx="97920" cy="2984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D0622971-577C-9E4B-30E2-E1917C68983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366975" y="969125"/>
                  <a:ext cx="133560" cy="33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FCD5AD2-96CD-DE21-2A85-8F094E0EB59D}"/>
                    </a:ext>
                  </a:extLst>
                </p14:cNvPr>
                <p14:cNvContentPartPr/>
                <p14:nvPr/>
              </p14:nvContentPartPr>
              <p14:xfrm>
                <a:off x="6389295" y="985325"/>
                <a:ext cx="95400" cy="532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FCD5AD2-96CD-DE21-2A85-8F094E0EB59D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371295" y="967685"/>
                  <a:ext cx="13104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2215E1F7-8331-35F0-DEDF-EDC22B0ECF97}"/>
                    </a:ext>
                  </a:extLst>
                </p14:cNvPr>
                <p14:cNvContentPartPr/>
                <p14:nvPr/>
              </p14:nvContentPartPr>
              <p14:xfrm>
                <a:off x="6438615" y="1226165"/>
                <a:ext cx="52200" cy="349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2215E1F7-8331-35F0-DEDF-EDC22B0ECF9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420615" y="1208525"/>
                  <a:ext cx="8784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D40770D-D935-68BB-C076-F224AD701FB1}"/>
                    </a:ext>
                  </a:extLst>
                </p14:cNvPr>
                <p14:cNvContentPartPr/>
                <p14:nvPr/>
              </p14:nvContentPartPr>
              <p14:xfrm>
                <a:off x="6677295" y="958685"/>
                <a:ext cx="79200" cy="2826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D40770D-D935-68BB-C076-F224AD701FB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659655" y="941045"/>
                  <a:ext cx="11484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C2B14E7-574C-B9C7-E6F2-CAC7CDAEC741}"/>
                    </a:ext>
                  </a:extLst>
                </p14:cNvPr>
                <p14:cNvContentPartPr/>
                <p14:nvPr/>
              </p14:nvContentPartPr>
              <p14:xfrm>
                <a:off x="6691695" y="918365"/>
                <a:ext cx="208800" cy="2005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C2B14E7-574C-B9C7-E6F2-CAC7CDAEC74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674055" y="900365"/>
                  <a:ext cx="24444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1F90616F-E9BA-9B9A-291A-88DAA058EFBB}"/>
                    </a:ext>
                  </a:extLst>
                </p14:cNvPr>
                <p14:cNvContentPartPr/>
                <p14:nvPr/>
              </p14:nvContentPartPr>
              <p14:xfrm>
                <a:off x="6625455" y="615965"/>
                <a:ext cx="407520" cy="8805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1F90616F-E9BA-9B9A-291A-88DAA058EFBB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607455" y="598325"/>
                  <a:ext cx="443160" cy="91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60053B15-C527-1995-8B5F-457DEC1A0FA3}"/>
                    </a:ext>
                  </a:extLst>
                </p14:cNvPr>
                <p14:cNvContentPartPr/>
                <p14:nvPr/>
              </p14:nvContentPartPr>
              <p14:xfrm>
                <a:off x="6814815" y="648365"/>
                <a:ext cx="156600" cy="1713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60053B15-C527-1995-8B5F-457DEC1A0FA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797175" y="630725"/>
                  <a:ext cx="19224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BA89F7B-AEFE-EC66-DCA3-09C0F84174FA}"/>
                    </a:ext>
                  </a:extLst>
                </p14:cNvPr>
                <p14:cNvContentPartPr/>
                <p14:nvPr/>
              </p14:nvContentPartPr>
              <p14:xfrm>
                <a:off x="6989775" y="382325"/>
                <a:ext cx="154800" cy="1281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BA89F7B-AEFE-EC66-DCA3-09C0F84174FA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972135" y="364685"/>
                  <a:ext cx="19044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9168649-2F90-89A6-D66E-72B2E73E7E92}"/>
                    </a:ext>
                  </a:extLst>
                </p14:cNvPr>
                <p14:cNvContentPartPr/>
                <p14:nvPr/>
              </p14:nvContentPartPr>
              <p14:xfrm>
                <a:off x="6645615" y="1540085"/>
                <a:ext cx="128160" cy="2998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9168649-2F90-89A6-D66E-72B2E73E7E9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627975" y="1522445"/>
                  <a:ext cx="163800" cy="335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9E404B64-2F60-74FB-49B7-C3ABF6745272}"/>
              </a:ext>
            </a:extLst>
          </p:cNvPr>
          <p:cNvGrpSpPr/>
          <p:nvPr/>
        </p:nvGrpSpPr>
        <p:grpSpPr>
          <a:xfrm>
            <a:off x="9646575" y="1647725"/>
            <a:ext cx="1928520" cy="1486440"/>
            <a:chOff x="9646575" y="1647725"/>
            <a:chExt cx="1928520" cy="1486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46CE7EE-FD07-4692-E5FE-373D762DB1FF}"/>
                    </a:ext>
                  </a:extLst>
                </p14:cNvPr>
                <p14:cNvContentPartPr/>
                <p14:nvPr/>
              </p14:nvContentPartPr>
              <p14:xfrm>
                <a:off x="10070295" y="1733405"/>
                <a:ext cx="109800" cy="6037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46CE7EE-FD07-4692-E5FE-373D762DB1F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052655" y="1715765"/>
                  <a:ext cx="145440" cy="63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7D550602-7F32-56B9-1870-F5CD069ED8E2}"/>
                    </a:ext>
                  </a:extLst>
                </p14:cNvPr>
                <p14:cNvContentPartPr/>
                <p14:nvPr/>
              </p14:nvContentPartPr>
              <p14:xfrm>
                <a:off x="10071735" y="1677245"/>
                <a:ext cx="835560" cy="691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7D550602-7F32-56B9-1870-F5CD069ED8E2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054095" y="1659605"/>
                  <a:ext cx="87120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422D9765-AA9B-465C-CB5C-6010066B2759}"/>
                    </a:ext>
                  </a:extLst>
                </p14:cNvPr>
                <p14:cNvContentPartPr/>
                <p14:nvPr/>
              </p14:nvContentPartPr>
              <p14:xfrm>
                <a:off x="9902175" y="2327405"/>
                <a:ext cx="547200" cy="212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422D9765-AA9B-465C-CB5C-6010066B275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884175" y="2309405"/>
                  <a:ext cx="58284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BE1034D2-8DBA-F007-8980-D2969F6599AD}"/>
                    </a:ext>
                  </a:extLst>
                </p14:cNvPr>
                <p14:cNvContentPartPr/>
                <p14:nvPr/>
              </p14:nvContentPartPr>
              <p14:xfrm>
                <a:off x="10161015" y="2481485"/>
                <a:ext cx="127080" cy="360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BE1034D2-8DBA-F007-8980-D2969F6599AD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143375" y="2463845"/>
                  <a:ext cx="16272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0D6212D2-8B46-C58B-9B13-449739E621D3}"/>
                    </a:ext>
                  </a:extLst>
                </p14:cNvPr>
                <p14:cNvContentPartPr/>
                <p14:nvPr/>
              </p14:nvContentPartPr>
              <p14:xfrm>
                <a:off x="10234455" y="2510645"/>
                <a:ext cx="91080" cy="6235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0D6212D2-8B46-C58B-9B13-449739E621D3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216815" y="2492645"/>
                  <a:ext cx="126720" cy="65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EEC37BD8-A336-7A55-9F52-91731C591E01}"/>
                    </a:ext>
                  </a:extLst>
                </p14:cNvPr>
                <p14:cNvContentPartPr/>
                <p14:nvPr/>
              </p14:nvContentPartPr>
              <p14:xfrm>
                <a:off x="10307895" y="3058925"/>
                <a:ext cx="778320" cy="698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EEC37BD8-A336-7A55-9F52-91731C591E01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289895" y="3041285"/>
                  <a:ext cx="81396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8728EA00-A4FD-F32C-0643-9435DA49A1FC}"/>
                    </a:ext>
                  </a:extLst>
                </p14:cNvPr>
                <p14:cNvContentPartPr/>
                <p14:nvPr/>
              </p14:nvContentPartPr>
              <p14:xfrm>
                <a:off x="10899375" y="1648445"/>
                <a:ext cx="221040" cy="14148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8728EA00-A4FD-F32C-0643-9435DA49A1F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881735" y="1630445"/>
                  <a:ext cx="256680" cy="145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D26B0B79-BBB1-C030-5679-6A3A0E6BE568}"/>
                    </a:ext>
                  </a:extLst>
                </p14:cNvPr>
                <p14:cNvContentPartPr/>
                <p14:nvPr/>
              </p14:nvContentPartPr>
              <p14:xfrm>
                <a:off x="11108895" y="3062165"/>
                <a:ext cx="1800" cy="61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D26B0B79-BBB1-C030-5679-6A3A0E6BE568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1090895" y="3044165"/>
                  <a:ext cx="3744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9D569FB-42B4-D90E-BD25-D623D4B9C829}"/>
                    </a:ext>
                  </a:extLst>
                </p14:cNvPr>
                <p14:cNvContentPartPr/>
                <p14:nvPr/>
              </p14:nvContentPartPr>
              <p14:xfrm>
                <a:off x="9646575" y="1860845"/>
                <a:ext cx="151200" cy="2005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9D569FB-42B4-D90E-BD25-D623D4B9C829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628935" y="1843205"/>
                  <a:ext cx="18684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4B063F3E-113D-5C7D-156A-69E473FEEF3D}"/>
                    </a:ext>
                  </a:extLst>
                </p14:cNvPr>
                <p14:cNvContentPartPr/>
                <p14:nvPr/>
              </p14:nvContentPartPr>
              <p14:xfrm>
                <a:off x="10908735" y="1647725"/>
                <a:ext cx="84240" cy="928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4B063F3E-113D-5C7D-156A-69E473FEEF3D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0890735" y="1630085"/>
                  <a:ext cx="11988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626C682A-F81B-97A0-D080-872077A05209}"/>
                    </a:ext>
                  </a:extLst>
                </p14:cNvPr>
                <p14:cNvContentPartPr/>
                <p14:nvPr/>
              </p14:nvContentPartPr>
              <p14:xfrm>
                <a:off x="11060655" y="3009245"/>
                <a:ext cx="87840" cy="954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626C682A-F81B-97A0-D080-872077A05209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1042655" y="2991245"/>
                  <a:ext cx="12348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06B11959-65B0-C725-6A42-3F4834838CCD}"/>
                    </a:ext>
                  </a:extLst>
                </p14:cNvPr>
                <p14:cNvContentPartPr/>
                <p14:nvPr/>
              </p14:nvContentPartPr>
              <p14:xfrm>
                <a:off x="11176575" y="2145965"/>
                <a:ext cx="187200" cy="2347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06B11959-65B0-C725-6A42-3F4834838CCD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1158935" y="2127965"/>
                  <a:ext cx="22284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C457900E-8FCE-A718-209B-3EB1A893E4AF}"/>
                    </a:ext>
                  </a:extLst>
                </p14:cNvPr>
                <p14:cNvContentPartPr/>
                <p14:nvPr/>
              </p14:nvContentPartPr>
              <p14:xfrm>
                <a:off x="11432175" y="2344325"/>
                <a:ext cx="142920" cy="738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C457900E-8FCE-A718-209B-3EB1A893E4AF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1414175" y="2326685"/>
                  <a:ext cx="17856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F8EFFFC7-1D38-8C98-7411-DA659DEDD65A}"/>
                    </a:ext>
                  </a:extLst>
                </p14:cNvPr>
                <p14:cNvContentPartPr/>
                <p14:nvPr/>
              </p14:nvContentPartPr>
              <p14:xfrm>
                <a:off x="11468175" y="2269805"/>
                <a:ext cx="103680" cy="2066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F8EFFFC7-1D38-8C98-7411-DA659DEDD65A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1450535" y="2251805"/>
                  <a:ext cx="139320" cy="242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1AB1BE9A-CDC4-D3DD-B904-E16FDA2223C9}"/>
                  </a:ext>
                </a:extLst>
              </p14:cNvPr>
              <p14:cNvContentPartPr/>
              <p14:nvPr/>
            </p14:nvContentPartPr>
            <p14:xfrm>
              <a:off x="9956535" y="1636565"/>
              <a:ext cx="1206000" cy="151092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1AB1BE9A-CDC4-D3DD-B904-E16FDA2223C9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9902535" y="1528925"/>
                <a:ext cx="1313640" cy="1726560"/>
              </a:xfrm>
              <a:prstGeom prst="rect">
                <a:avLst/>
              </a:prstGeom>
            </p:spPr>
          </p:pic>
        </mc:Fallback>
      </mc:AlternateContent>
      <p:grpSp>
        <p:nvGrpSpPr>
          <p:cNvPr id="74" name="Group 73">
            <a:extLst>
              <a:ext uri="{FF2B5EF4-FFF2-40B4-BE49-F238E27FC236}">
                <a16:creationId xmlns:a16="http://schemas.microsoft.com/office/drawing/2014/main" id="{D2D4C9F0-1E8C-2B08-9276-A33129A6B08C}"/>
              </a:ext>
            </a:extLst>
          </p:cNvPr>
          <p:cNvGrpSpPr/>
          <p:nvPr/>
        </p:nvGrpSpPr>
        <p:grpSpPr>
          <a:xfrm>
            <a:off x="10319055" y="3485525"/>
            <a:ext cx="270000" cy="322200"/>
            <a:chOff x="10319055" y="3485525"/>
            <a:chExt cx="270000" cy="322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49BF81F2-7384-414F-414E-EDD24B1D0C9B}"/>
                    </a:ext>
                  </a:extLst>
                </p14:cNvPr>
                <p14:cNvContentPartPr/>
                <p14:nvPr/>
              </p14:nvContentPartPr>
              <p14:xfrm>
                <a:off x="10319055" y="3614045"/>
                <a:ext cx="17640" cy="1936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49BF81F2-7384-414F-414E-EDD24B1D0C9B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0301055" y="3596405"/>
                  <a:ext cx="5328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26107BC2-E0C2-02D4-B1D1-AD4DC42AD50B}"/>
                    </a:ext>
                  </a:extLst>
                </p14:cNvPr>
                <p14:cNvContentPartPr/>
                <p14:nvPr/>
              </p14:nvContentPartPr>
              <p14:xfrm>
                <a:off x="10322655" y="3490925"/>
                <a:ext cx="20160" cy="381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26107BC2-E0C2-02D4-B1D1-AD4DC42AD50B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0304655" y="3472925"/>
                  <a:ext cx="5580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2127C49C-7FF9-86F7-C6B0-2ABBB58D5359}"/>
                    </a:ext>
                  </a:extLst>
                </p14:cNvPr>
                <p14:cNvContentPartPr/>
                <p14:nvPr/>
              </p14:nvContentPartPr>
              <p14:xfrm>
                <a:off x="10518135" y="3485525"/>
                <a:ext cx="70920" cy="2970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2127C49C-7FF9-86F7-C6B0-2ABBB58D5359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0500135" y="3467885"/>
                  <a:ext cx="106560" cy="33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EAA9185A-952E-1E33-64E6-C21010766370}"/>
                    </a:ext>
                  </a:extLst>
                </p14:cNvPr>
                <p14:cNvContentPartPr/>
                <p14:nvPr/>
              </p14:nvContentPartPr>
              <p14:xfrm>
                <a:off x="10482135" y="3643925"/>
                <a:ext cx="66240" cy="3456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EAA9185A-952E-1E33-64E6-C21010766370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0464495" y="3626285"/>
                  <a:ext cx="101880" cy="70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99C65B49-E966-4592-6554-A831A99CA078}"/>
              </a:ext>
            </a:extLst>
          </p:cNvPr>
          <p:cNvGrpSpPr/>
          <p:nvPr/>
        </p:nvGrpSpPr>
        <p:grpSpPr>
          <a:xfrm>
            <a:off x="10913775" y="3497765"/>
            <a:ext cx="698760" cy="284040"/>
            <a:chOff x="10913775" y="3497765"/>
            <a:chExt cx="698760" cy="284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1B94D371-8CF4-A08B-EA79-6FD2A4B050C9}"/>
                    </a:ext>
                  </a:extLst>
                </p14:cNvPr>
                <p14:cNvContentPartPr/>
                <p14:nvPr/>
              </p14:nvContentPartPr>
              <p14:xfrm>
                <a:off x="10917375" y="3522605"/>
                <a:ext cx="32040" cy="2592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1B94D371-8CF4-A08B-EA79-6FD2A4B050C9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0899735" y="3504605"/>
                  <a:ext cx="6768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ACA96837-AA5B-3348-D05B-0BA344185186}"/>
                    </a:ext>
                  </a:extLst>
                </p14:cNvPr>
                <p14:cNvContentPartPr/>
                <p14:nvPr/>
              </p14:nvContentPartPr>
              <p14:xfrm>
                <a:off x="10913775" y="3497765"/>
                <a:ext cx="189360" cy="1400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ACA96837-AA5B-3348-D05B-0BA34418518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0895775" y="3479765"/>
                  <a:ext cx="22500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A3002A39-46F2-59A1-A2F1-0FB91088B21D}"/>
                    </a:ext>
                  </a:extLst>
                </p14:cNvPr>
                <p14:cNvContentPartPr/>
                <p14:nvPr/>
              </p14:nvContentPartPr>
              <p14:xfrm>
                <a:off x="11212215" y="3573005"/>
                <a:ext cx="79200" cy="111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A3002A39-46F2-59A1-A2F1-0FB91088B21D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1194215" y="3555005"/>
                  <a:ext cx="11484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C5F75F2A-F412-AE5E-CB41-6F5CF4428790}"/>
                    </a:ext>
                  </a:extLst>
                </p14:cNvPr>
                <p14:cNvContentPartPr/>
                <p14:nvPr/>
              </p14:nvContentPartPr>
              <p14:xfrm>
                <a:off x="11215815" y="3623045"/>
                <a:ext cx="125640" cy="327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C5F75F2A-F412-AE5E-CB41-6F5CF4428790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1197815" y="3605045"/>
                  <a:ext cx="16128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D27B43AB-2176-F050-7798-4CB7295A72DD}"/>
                    </a:ext>
                  </a:extLst>
                </p14:cNvPr>
                <p14:cNvContentPartPr/>
                <p14:nvPr/>
              </p14:nvContentPartPr>
              <p14:xfrm>
                <a:off x="11457375" y="3522605"/>
                <a:ext cx="155160" cy="21780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D27B43AB-2176-F050-7798-4CB7295A72DD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1439375" y="3504605"/>
                  <a:ext cx="190800" cy="25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91FCB19D-903A-A68D-77DD-BA9BE817AB1E}"/>
              </a:ext>
            </a:extLst>
          </p:cNvPr>
          <p:cNvGrpSpPr/>
          <p:nvPr/>
        </p:nvGrpSpPr>
        <p:grpSpPr>
          <a:xfrm>
            <a:off x="10209975" y="4177805"/>
            <a:ext cx="1370880" cy="353160"/>
            <a:chOff x="10209975" y="4177805"/>
            <a:chExt cx="1370880" cy="353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0E6B2FA5-CE69-FDEF-A6AB-6A819F0256F5}"/>
                    </a:ext>
                  </a:extLst>
                </p14:cNvPr>
                <p14:cNvContentPartPr/>
                <p14:nvPr/>
              </p14:nvContentPartPr>
              <p14:xfrm>
                <a:off x="10209975" y="4177805"/>
                <a:ext cx="201240" cy="2332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0E6B2FA5-CE69-FDEF-A6AB-6A819F0256F5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0191975" y="4160165"/>
                  <a:ext cx="23688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B97BE728-ABF1-5992-2743-824D7F271E71}"/>
                    </a:ext>
                  </a:extLst>
                </p14:cNvPr>
                <p14:cNvContentPartPr/>
                <p14:nvPr/>
              </p14:nvContentPartPr>
              <p14:xfrm>
                <a:off x="10508415" y="4261685"/>
                <a:ext cx="91440" cy="25884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B97BE728-ABF1-5992-2743-824D7F271E71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0490775" y="4244045"/>
                  <a:ext cx="12708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5420C65B-8E1E-4DAD-ECA7-D9FA74EC0514}"/>
                    </a:ext>
                  </a:extLst>
                </p14:cNvPr>
                <p14:cNvContentPartPr/>
                <p14:nvPr/>
              </p14:nvContentPartPr>
              <p14:xfrm>
                <a:off x="10696335" y="4379405"/>
                <a:ext cx="57960" cy="1195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5420C65B-8E1E-4DAD-ECA7-D9FA74EC0514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0678335" y="4361405"/>
                  <a:ext cx="9360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CEBA8AA0-464E-1C22-FC1A-C93162D96F44}"/>
                    </a:ext>
                  </a:extLst>
                </p14:cNvPr>
                <p14:cNvContentPartPr/>
                <p14:nvPr/>
              </p14:nvContentPartPr>
              <p14:xfrm>
                <a:off x="10845735" y="4375085"/>
                <a:ext cx="61920" cy="12204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CEBA8AA0-464E-1C22-FC1A-C93162D96F44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0827735" y="4357445"/>
                  <a:ext cx="9756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C6A5F0A7-851D-D12E-5E4C-5E7B8C4BD8E4}"/>
                    </a:ext>
                  </a:extLst>
                </p14:cNvPr>
                <p14:cNvContentPartPr/>
                <p14:nvPr/>
              </p14:nvContentPartPr>
              <p14:xfrm>
                <a:off x="10997295" y="4340165"/>
                <a:ext cx="61920" cy="1908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C6A5F0A7-851D-D12E-5E4C-5E7B8C4BD8E4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979295" y="4322525"/>
                  <a:ext cx="9756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9F424F8F-B123-1032-9C61-C0D06DB7480D}"/>
                    </a:ext>
                  </a:extLst>
                </p14:cNvPr>
                <p14:cNvContentPartPr/>
                <p14:nvPr/>
              </p14:nvContentPartPr>
              <p14:xfrm>
                <a:off x="11046615" y="4312805"/>
                <a:ext cx="81360" cy="759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9F424F8F-B123-1032-9C61-C0D06DB7480D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1028975" y="4294805"/>
                  <a:ext cx="11700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0994BE12-A8A1-9BB1-4794-B8D4A132FEC1}"/>
                    </a:ext>
                  </a:extLst>
                </p14:cNvPr>
                <p14:cNvContentPartPr/>
                <p14:nvPr/>
              </p14:nvContentPartPr>
              <p14:xfrm>
                <a:off x="11228775" y="4263485"/>
                <a:ext cx="54000" cy="201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0994BE12-A8A1-9BB1-4794-B8D4A132FEC1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1211135" y="4245485"/>
                  <a:ext cx="8964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A7E964D1-25C1-B759-EA4E-836588506015}"/>
                    </a:ext>
                  </a:extLst>
                </p14:cNvPr>
                <p14:cNvContentPartPr/>
                <p14:nvPr/>
              </p14:nvContentPartPr>
              <p14:xfrm>
                <a:off x="11254335" y="4309565"/>
                <a:ext cx="98640" cy="277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A7E964D1-25C1-B759-EA4E-836588506015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1236695" y="4291925"/>
                  <a:ext cx="13428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AB0F7ADD-4474-C2A5-9B8F-158C47788269}"/>
                    </a:ext>
                  </a:extLst>
                </p14:cNvPr>
                <p14:cNvContentPartPr/>
                <p14:nvPr/>
              </p14:nvContentPartPr>
              <p14:xfrm>
                <a:off x="11465655" y="4190405"/>
                <a:ext cx="115200" cy="2109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AB0F7ADD-4474-C2A5-9B8F-158C47788269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1447655" y="4172765"/>
                  <a:ext cx="150840" cy="246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C5EC2C78-66B7-498D-5E93-46BD888BC93D}"/>
              </a:ext>
            </a:extLst>
          </p:cNvPr>
          <p:cNvGrpSpPr/>
          <p:nvPr/>
        </p:nvGrpSpPr>
        <p:grpSpPr>
          <a:xfrm>
            <a:off x="672855" y="588965"/>
            <a:ext cx="795600" cy="321840"/>
            <a:chOff x="672855" y="588965"/>
            <a:chExt cx="795600" cy="321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1C02D496-0F68-F309-E9BC-A0D134897AD3}"/>
                    </a:ext>
                  </a:extLst>
                </p14:cNvPr>
                <p14:cNvContentPartPr/>
                <p14:nvPr/>
              </p14:nvContentPartPr>
              <p14:xfrm>
                <a:off x="672855" y="588965"/>
                <a:ext cx="42480" cy="32184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1C02D496-0F68-F309-E9BC-A0D134897AD3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54855" y="571325"/>
                  <a:ext cx="78120" cy="35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CB2D91D3-DE00-5319-C4B4-A054275EB5CD}"/>
                    </a:ext>
                  </a:extLst>
                </p14:cNvPr>
                <p14:cNvContentPartPr/>
                <p14:nvPr/>
              </p14:nvContentPartPr>
              <p14:xfrm>
                <a:off x="860055" y="591125"/>
                <a:ext cx="52920" cy="2325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CB2D91D3-DE00-5319-C4B4-A054275EB5CD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842415" y="573485"/>
                  <a:ext cx="8856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DF908FAF-D1C2-E68C-BE46-6C0B8B65670D}"/>
                    </a:ext>
                  </a:extLst>
                </p14:cNvPr>
                <p14:cNvContentPartPr/>
                <p14:nvPr/>
              </p14:nvContentPartPr>
              <p14:xfrm>
                <a:off x="901455" y="650885"/>
                <a:ext cx="161280" cy="1389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DF908FAF-D1C2-E68C-BE46-6C0B8B65670D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83455" y="632885"/>
                  <a:ext cx="19692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8B942712-3FA1-F975-767E-7B4536CFC859}"/>
                    </a:ext>
                  </a:extLst>
                </p14:cNvPr>
                <p14:cNvContentPartPr/>
                <p14:nvPr/>
              </p14:nvContentPartPr>
              <p14:xfrm>
                <a:off x="1191255" y="637565"/>
                <a:ext cx="277200" cy="16956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8B942712-3FA1-F975-767E-7B4536CFC859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173255" y="619565"/>
                  <a:ext cx="312840" cy="205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31ABEBED-B7E0-335B-3705-1FA23B66CC35}"/>
                  </a:ext>
                </a:extLst>
              </p14:cNvPr>
              <p14:cNvContentPartPr/>
              <p14:nvPr/>
            </p14:nvContentPartPr>
            <p14:xfrm>
              <a:off x="976335" y="1090085"/>
              <a:ext cx="82800" cy="103644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31ABEBED-B7E0-335B-3705-1FA23B66CC35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958335" y="1072445"/>
                <a:ext cx="118440" cy="107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FF66688F-139F-8928-4AD9-526FC6B92CF3}"/>
                  </a:ext>
                </a:extLst>
              </p14:cNvPr>
              <p14:cNvContentPartPr/>
              <p14:nvPr/>
            </p14:nvContentPartPr>
            <p14:xfrm>
              <a:off x="983895" y="2057405"/>
              <a:ext cx="147960" cy="29592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FF66688F-139F-8928-4AD9-526FC6B92CF3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966255" y="2039765"/>
                <a:ext cx="183600" cy="33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786E470C-287D-74AC-4E84-6421ED66DD30}"/>
                  </a:ext>
                </a:extLst>
              </p14:cNvPr>
              <p14:cNvContentPartPr/>
              <p14:nvPr/>
            </p14:nvContentPartPr>
            <p14:xfrm>
              <a:off x="1108815" y="2400485"/>
              <a:ext cx="196920" cy="136980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786E470C-287D-74AC-4E84-6421ED66DD30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1090815" y="2382845"/>
                <a:ext cx="232560" cy="140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742DD746-3591-53B1-4971-4D8C8559A1E1}"/>
                  </a:ext>
                </a:extLst>
              </p14:cNvPr>
              <p14:cNvContentPartPr/>
              <p14:nvPr/>
            </p14:nvContentPartPr>
            <p14:xfrm>
              <a:off x="924855" y="2018525"/>
              <a:ext cx="304920" cy="47124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742DD746-3591-53B1-4971-4D8C8559A1E1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907215" y="2000885"/>
                <a:ext cx="340560" cy="50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89A3C916-6796-BDE7-15FD-41CF42416B2E}"/>
                  </a:ext>
                </a:extLst>
              </p14:cNvPr>
              <p14:cNvContentPartPr/>
              <p14:nvPr/>
            </p14:nvContentPartPr>
            <p14:xfrm>
              <a:off x="945735" y="2124005"/>
              <a:ext cx="89640" cy="40176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89A3C916-6796-BDE7-15FD-41CF42416B2E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927735" y="2106005"/>
                <a:ext cx="125280" cy="437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0" name="Group 119">
            <a:extLst>
              <a:ext uri="{FF2B5EF4-FFF2-40B4-BE49-F238E27FC236}">
                <a16:creationId xmlns:a16="http://schemas.microsoft.com/office/drawing/2014/main" id="{B83BD1FB-0208-7418-11B0-02FB367AEF07}"/>
              </a:ext>
            </a:extLst>
          </p:cNvPr>
          <p:cNvGrpSpPr/>
          <p:nvPr/>
        </p:nvGrpSpPr>
        <p:grpSpPr>
          <a:xfrm>
            <a:off x="1323375" y="1238405"/>
            <a:ext cx="1103760" cy="970560"/>
            <a:chOff x="1323375" y="1238405"/>
            <a:chExt cx="1103760" cy="970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1197D70F-A5D8-71EC-8464-621ABFD81E9B}"/>
                    </a:ext>
                  </a:extLst>
                </p14:cNvPr>
                <p14:cNvContentPartPr/>
                <p14:nvPr/>
              </p14:nvContentPartPr>
              <p14:xfrm>
                <a:off x="1380615" y="2079365"/>
                <a:ext cx="250200" cy="6372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1197D70F-A5D8-71EC-8464-621ABFD81E9B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362615" y="2061725"/>
                  <a:ext cx="28584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58376F3A-26D3-F64F-F7D4-3D3E1BB66AFB}"/>
                    </a:ext>
                  </a:extLst>
                </p14:cNvPr>
                <p14:cNvContentPartPr/>
                <p14:nvPr/>
              </p14:nvContentPartPr>
              <p14:xfrm>
                <a:off x="1403655" y="2043005"/>
                <a:ext cx="138960" cy="16596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58376F3A-26D3-F64F-F7D4-3D3E1BB66AFB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386015" y="2025005"/>
                  <a:ext cx="17460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B0953F7D-587A-9C96-6203-F1FA6F9323CD}"/>
                    </a:ext>
                  </a:extLst>
                </p14:cNvPr>
                <p14:cNvContentPartPr/>
                <p14:nvPr/>
              </p14:nvContentPartPr>
              <p14:xfrm>
                <a:off x="1774095" y="1891805"/>
                <a:ext cx="99000" cy="28800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B0953F7D-587A-9C96-6203-F1FA6F9323CD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756455" y="1873805"/>
                  <a:ext cx="134640" cy="32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62B6E45F-5088-F13E-504B-E1D759970DA4}"/>
                    </a:ext>
                  </a:extLst>
                </p14:cNvPr>
                <p14:cNvContentPartPr/>
                <p14:nvPr/>
              </p14:nvContentPartPr>
              <p14:xfrm>
                <a:off x="1941855" y="1912325"/>
                <a:ext cx="77040" cy="18900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62B6E45F-5088-F13E-504B-E1D759970DA4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923855" y="1894685"/>
                  <a:ext cx="11268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7DE6F145-928D-3E5F-4070-5DA942F77FCA}"/>
                    </a:ext>
                  </a:extLst>
                </p14:cNvPr>
                <p14:cNvContentPartPr/>
                <p14:nvPr/>
              </p14:nvContentPartPr>
              <p14:xfrm>
                <a:off x="2006295" y="1942925"/>
                <a:ext cx="74880" cy="8892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7DE6F145-928D-3E5F-4070-5DA942F77FCA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988655" y="1924925"/>
                  <a:ext cx="11052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8F4DC447-2E44-6F2A-308C-02315730D4D0}"/>
                    </a:ext>
                  </a:extLst>
                </p14:cNvPr>
                <p14:cNvContentPartPr/>
                <p14:nvPr/>
              </p14:nvContentPartPr>
              <p14:xfrm>
                <a:off x="2171535" y="1843925"/>
                <a:ext cx="255600" cy="1807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8F4DC447-2E44-6F2A-308C-02315730D4D0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2153535" y="1825925"/>
                  <a:ext cx="29124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17DB7B7B-BF1F-E8F7-8A4F-8B7C0CDDD452}"/>
                    </a:ext>
                  </a:extLst>
                </p14:cNvPr>
                <p14:cNvContentPartPr/>
                <p14:nvPr/>
              </p14:nvContentPartPr>
              <p14:xfrm>
                <a:off x="1371255" y="1238405"/>
                <a:ext cx="90720" cy="39672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17DB7B7B-BF1F-E8F7-8A4F-8B7C0CDDD452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353255" y="1220765"/>
                  <a:ext cx="126360" cy="43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EE1CAC04-2970-329C-7879-3E4D3260E747}"/>
                    </a:ext>
                  </a:extLst>
                </p14:cNvPr>
                <p14:cNvContentPartPr/>
                <p14:nvPr/>
              </p14:nvContentPartPr>
              <p14:xfrm>
                <a:off x="1323375" y="1248125"/>
                <a:ext cx="173520" cy="9144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EE1CAC04-2970-329C-7879-3E4D3260E747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305735" y="1230125"/>
                  <a:ext cx="20916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07AC720D-B796-B731-1392-2F5D3FABB066}"/>
                    </a:ext>
                  </a:extLst>
                </p14:cNvPr>
                <p14:cNvContentPartPr/>
                <p14:nvPr/>
              </p14:nvContentPartPr>
              <p14:xfrm>
                <a:off x="1414455" y="1571405"/>
                <a:ext cx="143280" cy="1249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07AC720D-B796-B731-1392-2F5D3FABB066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396455" y="1553765"/>
                  <a:ext cx="17892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889C1588-7EFE-DB05-EE7A-0D91205A4B4F}"/>
                    </a:ext>
                  </a:extLst>
                </p14:cNvPr>
                <p14:cNvContentPartPr/>
                <p14:nvPr/>
              </p14:nvContentPartPr>
              <p14:xfrm>
                <a:off x="1663215" y="1239485"/>
                <a:ext cx="78120" cy="3024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889C1588-7EFE-DB05-EE7A-0D91205A4B4F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645575" y="1221485"/>
                  <a:ext cx="113760" cy="33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746A6529-7385-E2BF-E2B7-7346120AC541}"/>
                    </a:ext>
                  </a:extLst>
                </p14:cNvPr>
                <p14:cNvContentPartPr/>
                <p14:nvPr/>
              </p14:nvContentPartPr>
              <p14:xfrm>
                <a:off x="1819455" y="1346045"/>
                <a:ext cx="245880" cy="10080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746A6529-7385-E2BF-E2B7-7346120AC541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801815" y="1328405"/>
                  <a:ext cx="28152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99F74E64-8A88-D671-50D1-B78E49FFACCB}"/>
                    </a:ext>
                  </a:extLst>
                </p14:cNvPr>
                <p14:cNvContentPartPr/>
                <p14:nvPr/>
              </p14:nvContentPartPr>
              <p14:xfrm>
                <a:off x="2160375" y="1266845"/>
                <a:ext cx="232200" cy="13788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99F74E64-8A88-D671-50D1-B78E49FFACCB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2142375" y="1249205"/>
                  <a:ext cx="26784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0A548E3D-222C-9405-755C-EC490FAE4262}"/>
                    </a:ext>
                  </a:extLst>
                </p14:cNvPr>
                <p14:cNvContentPartPr/>
                <p14:nvPr/>
              </p14:nvContentPartPr>
              <p14:xfrm>
                <a:off x="1911255" y="1329485"/>
                <a:ext cx="15120" cy="24840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0A548E3D-222C-9405-755C-EC490FAE4262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893255" y="1311485"/>
                  <a:ext cx="5076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BBFAB307-6DAD-ED79-D8EE-A4D5B3323991}"/>
                    </a:ext>
                  </a:extLst>
                </p14:cNvPr>
                <p14:cNvContentPartPr/>
                <p14:nvPr/>
              </p14:nvContentPartPr>
              <p14:xfrm>
                <a:off x="1915215" y="1283765"/>
                <a:ext cx="162720" cy="13464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BBFAB307-6DAD-ED79-D8EE-A4D5B3323991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897575" y="1266125"/>
                  <a:ext cx="198360" cy="170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175B3ABE-9A32-7A66-8757-41C0F6620AE1}"/>
              </a:ext>
            </a:extLst>
          </p:cNvPr>
          <p:cNvGrpSpPr/>
          <p:nvPr/>
        </p:nvGrpSpPr>
        <p:grpSpPr>
          <a:xfrm>
            <a:off x="1432815" y="2655725"/>
            <a:ext cx="948240" cy="831240"/>
            <a:chOff x="1432815" y="2655725"/>
            <a:chExt cx="948240" cy="831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E7AC891E-6484-09BA-192F-957392BC1EFB}"/>
                    </a:ext>
                  </a:extLst>
                </p14:cNvPr>
                <p14:cNvContentPartPr/>
                <p14:nvPr/>
              </p14:nvContentPartPr>
              <p14:xfrm>
                <a:off x="1462695" y="2670845"/>
                <a:ext cx="139680" cy="81612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E7AC891E-6484-09BA-192F-957392BC1EFB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444695" y="2653205"/>
                  <a:ext cx="175320" cy="85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38044D11-E94D-EF79-3701-FE5E9BAE05F8}"/>
                    </a:ext>
                  </a:extLst>
                </p14:cNvPr>
                <p14:cNvContentPartPr/>
                <p14:nvPr/>
              </p14:nvContentPartPr>
              <p14:xfrm>
                <a:off x="1432815" y="2655725"/>
                <a:ext cx="128520" cy="1087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38044D11-E94D-EF79-3701-FE5E9BAE05F8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414815" y="2637725"/>
                  <a:ext cx="16416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348900E9-D972-5202-7FE3-5C9AF41C4420}"/>
                    </a:ext>
                  </a:extLst>
                </p14:cNvPr>
                <p14:cNvContentPartPr/>
                <p14:nvPr/>
              </p14:nvContentPartPr>
              <p14:xfrm>
                <a:off x="1531815" y="3381845"/>
                <a:ext cx="133920" cy="9216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348900E9-D972-5202-7FE3-5C9AF41C4420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514175" y="3363845"/>
                  <a:ext cx="16956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F88A3930-E983-9C5A-8FC1-A2CC50C63D17}"/>
                    </a:ext>
                  </a:extLst>
                </p14:cNvPr>
                <p14:cNvContentPartPr/>
                <p14:nvPr/>
              </p14:nvContentPartPr>
              <p14:xfrm>
                <a:off x="1750335" y="2924285"/>
                <a:ext cx="46800" cy="20736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F88A3930-E983-9C5A-8FC1-A2CC50C63D17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732335" y="2906285"/>
                  <a:ext cx="8244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625F0AD4-6662-3D27-20C1-D30E6D5C7003}"/>
                    </a:ext>
                  </a:extLst>
                </p14:cNvPr>
                <p14:cNvContentPartPr/>
                <p14:nvPr/>
              </p14:nvContentPartPr>
              <p14:xfrm>
                <a:off x="1934295" y="2997365"/>
                <a:ext cx="25920" cy="15588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625F0AD4-6662-3D27-20C1-D30E6D5C7003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916295" y="2979725"/>
                  <a:ext cx="6156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DBDF186F-8DD9-EFBF-0D4B-85F1670B2E3E}"/>
                    </a:ext>
                  </a:extLst>
                </p14:cNvPr>
                <p14:cNvContentPartPr/>
                <p14:nvPr/>
              </p14:nvContentPartPr>
              <p14:xfrm>
                <a:off x="1941495" y="2967845"/>
                <a:ext cx="146880" cy="8172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DBDF186F-8DD9-EFBF-0D4B-85F1670B2E3E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923855" y="2950205"/>
                  <a:ext cx="18252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E181F9CE-4481-7541-9B0E-A8A3B441EB99}"/>
                    </a:ext>
                  </a:extLst>
                </p14:cNvPr>
                <p14:cNvContentPartPr/>
                <p14:nvPr/>
              </p14:nvContentPartPr>
              <p14:xfrm>
                <a:off x="2179095" y="2853005"/>
                <a:ext cx="201960" cy="16056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E181F9CE-4481-7541-9B0E-A8A3B441EB99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2161455" y="2835005"/>
                  <a:ext cx="237600" cy="1962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0556774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80058-AD09-5A30-E1D5-3ACC0799B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Resistor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F14F4D-980B-E581-BAD4-5941B0829B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6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6" name="Picture 5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DCBBA3AE-7F60-BFB3-E4BD-D04DC80B9B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6519" y="4436631"/>
            <a:ext cx="6928617" cy="1761849"/>
          </a:xfrm>
          <a:prstGeom prst="rect">
            <a:avLst/>
          </a:prstGeom>
        </p:spPr>
      </p:pic>
      <p:pic>
        <p:nvPicPr>
          <p:cNvPr id="8" name="Picture 7" descr="A black and white text&#10;&#10;Description automatically generated">
            <a:extLst>
              <a:ext uri="{FF2B5EF4-FFF2-40B4-BE49-F238E27FC236}">
                <a16:creationId xmlns:a16="http://schemas.microsoft.com/office/drawing/2014/main" id="{5CF22B0F-A4C9-8690-2DBC-BD2A5348A4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6544" y="659520"/>
            <a:ext cx="7058911" cy="3196863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47F74965-8934-7948-20C5-806D7452B988}"/>
              </a:ext>
            </a:extLst>
          </p:cNvPr>
          <p:cNvGrpSpPr/>
          <p:nvPr/>
        </p:nvGrpSpPr>
        <p:grpSpPr>
          <a:xfrm>
            <a:off x="2755732" y="2130790"/>
            <a:ext cx="236160" cy="295920"/>
            <a:chOff x="2755732" y="2130790"/>
            <a:chExt cx="236160" cy="295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D5F359C8-6FD6-ACE8-F17D-372AABBC2064}"/>
                    </a:ext>
                  </a:extLst>
                </p14:cNvPr>
                <p14:cNvContentPartPr/>
                <p14:nvPr/>
              </p14:nvContentPartPr>
              <p14:xfrm>
                <a:off x="2755732" y="2130790"/>
                <a:ext cx="108360" cy="2959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D5F359C8-6FD6-ACE8-F17D-372AABBC206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749612" y="2124670"/>
                  <a:ext cx="12060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4176ABE3-730F-9347-969D-D7BD20CFA0A1}"/>
                    </a:ext>
                  </a:extLst>
                </p14:cNvPr>
                <p14:cNvContentPartPr/>
                <p14:nvPr/>
              </p14:nvContentPartPr>
              <p14:xfrm>
                <a:off x="2807932" y="2149510"/>
                <a:ext cx="183960" cy="1760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4176ABE3-730F-9347-969D-D7BD20CFA0A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801812" y="2143390"/>
                  <a:ext cx="19620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4ED47F5-46EE-A69A-97F8-44DDCF2C80C9}"/>
                    </a:ext>
                  </a:extLst>
                </p14:cNvPr>
                <p14:cNvContentPartPr/>
                <p14:nvPr/>
              </p14:nvContentPartPr>
              <p14:xfrm>
                <a:off x="2850772" y="2236270"/>
                <a:ext cx="55440" cy="180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24ED47F5-46EE-A69A-97F8-44DDCF2C80C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844652" y="2230150"/>
                  <a:ext cx="67680" cy="30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6137C8C-B244-2C96-555C-FC73A79011B3}"/>
              </a:ext>
            </a:extLst>
          </p:cNvPr>
          <p:cNvGrpSpPr/>
          <p:nvPr/>
        </p:nvGrpSpPr>
        <p:grpSpPr>
          <a:xfrm>
            <a:off x="2483212" y="3008830"/>
            <a:ext cx="167040" cy="196560"/>
            <a:chOff x="2483212" y="3008830"/>
            <a:chExt cx="167040" cy="196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5A360BD-73E4-03B2-42F0-92F6DD5941EB}"/>
                    </a:ext>
                  </a:extLst>
                </p14:cNvPr>
                <p14:cNvContentPartPr/>
                <p14:nvPr/>
              </p14:nvContentPartPr>
              <p14:xfrm>
                <a:off x="2483212" y="3012790"/>
                <a:ext cx="117720" cy="1926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5A360BD-73E4-03B2-42F0-92F6DD5941E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477092" y="3006670"/>
                  <a:ext cx="12996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BA4D1AE-3445-9882-7EBB-263E554A4E87}"/>
                    </a:ext>
                  </a:extLst>
                </p14:cNvPr>
                <p14:cNvContentPartPr/>
                <p14:nvPr/>
              </p14:nvContentPartPr>
              <p14:xfrm>
                <a:off x="2496532" y="3008830"/>
                <a:ext cx="153720" cy="1393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BA4D1AE-3445-9882-7EBB-263E554A4E8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490412" y="3002710"/>
                  <a:ext cx="165960" cy="151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48F2874-1C04-7A71-1F12-CFFB52C87D38}"/>
              </a:ext>
            </a:extLst>
          </p:cNvPr>
          <p:cNvGrpSpPr/>
          <p:nvPr/>
        </p:nvGrpSpPr>
        <p:grpSpPr>
          <a:xfrm>
            <a:off x="1574932" y="1996510"/>
            <a:ext cx="698760" cy="890280"/>
            <a:chOff x="1574932" y="1996510"/>
            <a:chExt cx="698760" cy="890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B67CBF7-90C5-EB63-AA88-B374E697104A}"/>
                    </a:ext>
                  </a:extLst>
                </p14:cNvPr>
                <p14:cNvContentPartPr/>
                <p14:nvPr/>
              </p14:nvContentPartPr>
              <p14:xfrm>
                <a:off x="1574932" y="2739550"/>
                <a:ext cx="202320" cy="1472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B67CBF7-90C5-EB63-AA88-B374E697104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568812" y="2733430"/>
                  <a:ext cx="21456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C74E89E-8264-207B-9366-A206E6D8D62D}"/>
                    </a:ext>
                  </a:extLst>
                </p14:cNvPr>
                <p14:cNvContentPartPr/>
                <p14:nvPr/>
              </p14:nvContentPartPr>
              <p14:xfrm>
                <a:off x="1585372" y="2659990"/>
                <a:ext cx="160560" cy="1576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C74E89E-8264-207B-9366-A206E6D8D62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579252" y="2653870"/>
                  <a:ext cx="17280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31186CF0-69FD-4352-38A3-7DEBA7BD74D4}"/>
                    </a:ext>
                  </a:extLst>
                </p14:cNvPr>
                <p14:cNvContentPartPr/>
                <p14:nvPr/>
              </p14:nvContentPartPr>
              <p14:xfrm>
                <a:off x="1772212" y="2560270"/>
                <a:ext cx="59040" cy="946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31186CF0-69FD-4352-38A3-7DEBA7BD74D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766092" y="2554150"/>
                  <a:ext cx="7128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A8A0932-F9EC-7521-FEA3-971AC1ED59EE}"/>
                    </a:ext>
                  </a:extLst>
                </p14:cNvPr>
                <p14:cNvContentPartPr/>
                <p14:nvPr/>
              </p14:nvContentPartPr>
              <p14:xfrm>
                <a:off x="1843852" y="2581870"/>
                <a:ext cx="32400" cy="831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A8A0932-F9EC-7521-FEA3-971AC1ED59E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837732" y="2575750"/>
                  <a:ext cx="4464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932B213-1710-C752-E075-0D74FE093E92}"/>
                    </a:ext>
                  </a:extLst>
                </p14:cNvPr>
                <p14:cNvContentPartPr/>
                <p14:nvPr/>
              </p14:nvContentPartPr>
              <p14:xfrm>
                <a:off x="1826932" y="2343910"/>
                <a:ext cx="173520" cy="1584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932B213-1710-C752-E075-0D74FE093E9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820812" y="2337790"/>
                  <a:ext cx="18576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3A65268-1B04-B65C-07C9-AA12AB1F6C29}"/>
                    </a:ext>
                  </a:extLst>
                </p14:cNvPr>
                <p14:cNvContentPartPr/>
                <p14:nvPr/>
              </p14:nvContentPartPr>
              <p14:xfrm>
                <a:off x="1999372" y="2242750"/>
                <a:ext cx="95760" cy="828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3A65268-1B04-B65C-07C9-AA12AB1F6C2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993252" y="2236630"/>
                  <a:ext cx="10800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B0AC6B7-4145-077D-DC2F-1F1E830A5D12}"/>
                    </a:ext>
                  </a:extLst>
                </p14:cNvPr>
                <p14:cNvContentPartPr/>
                <p14:nvPr/>
              </p14:nvContentPartPr>
              <p14:xfrm>
                <a:off x="2124652" y="1996510"/>
                <a:ext cx="149040" cy="2275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B0AC6B7-4145-077D-DC2F-1F1E830A5D1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118532" y="1990390"/>
                  <a:ext cx="161280" cy="239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432A1B4-FC4C-12B3-D4EE-A4E4D1F43787}"/>
              </a:ext>
            </a:extLst>
          </p:cNvPr>
          <p:cNvGrpSpPr/>
          <p:nvPr/>
        </p:nvGrpSpPr>
        <p:grpSpPr>
          <a:xfrm>
            <a:off x="742252" y="1759990"/>
            <a:ext cx="644040" cy="624600"/>
            <a:chOff x="742252" y="1759990"/>
            <a:chExt cx="644040" cy="624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F09F626-6848-6A02-C6D1-E26FAF481BF9}"/>
                    </a:ext>
                  </a:extLst>
                </p14:cNvPr>
                <p14:cNvContentPartPr/>
                <p14:nvPr/>
              </p14:nvContentPartPr>
              <p14:xfrm>
                <a:off x="742252" y="2163190"/>
                <a:ext cx="203400" cy="2214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F09F626-6848-6A02-C6D1-E26FAF481BF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36132" y="2157070"/>
                  <a:ext cx="21564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43DD85C9-AE35-772F-28B6-2A5D4349D210}"/>
                    </a:ext>
                  </a:extLst>
                </p14:cNvPr>
                <p14:cNvContentPartPr/>
                <p14:nvPr/>
              </p14:nvContentPartPr>
              <p14:xfrm>
                <a:off x="955372" y="2123950"/>
                <a:ext cx="15480" cy="741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43DD85C9-AE35-772F-28B6-2A5D4349D21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49252" y="2117830"/>
                  <a:ext cx="2772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DE9E166-4DFC-293E-AA05-6A6BEA3FE6B2}"/>
                    </a:ext>
                  </a:extLst>
                </p14:cNvPr>
                <p14:cNvContentPartPr/>
                <p14:nvPr/>
              </p14:nvContentPartPr>
              <p14:xfrm>
                <a:off x="1015132" y="2105950"/>
                <a:ext cx="38880" cy="1000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DE9E166-4DFC-293E-AA05-6A6BEA3FE6B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09012" y="2099830"/>
                  <a:ext cx="5112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DB89AF5-AA69-7C79-45DA-686ADC518081}"/>
                    </a:ext>
                  </a:extLst>
                </p14:cNvPr>
                <p14:cNvContentPartPr/>
                <p14:nvPr/>
              </p14:nvContentPartPr>
              <p14:xfrm>
                <a:off x="1041772" y="1904710"/>
                <a:ext cx="211320" cy="1940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DB89AF5-AA69-7C79-45DA-686ADC51808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035652" y="1898590"/>
                  <a:ext cx="22356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1932FB7-93DE-AD89-3392-289F173F90C6}"/>
                    </a:ext>
                  </a:extLst>
                </p14:cNvPr>
                <p14:cNvContentPartPr/>
                <p14:nvPr/>
              </p14:nvContentPartPr>
              <p14:xfrm>
                <a:off x="1217812" y="2007670"/>
                <a:ext cx="48240" cy="892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B1932FB7-93DE-AD89-3392-289F173F90C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211692" y="2001550"/>
                  <a:ext cx="6048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E6D527E-2907-EC8A-5FB6-EDE06744D5AA}"/>
                    </a:ext>
                  </a:extLst>
                </p14:cNvPr>
                <p14:cNvContentPartPr/>
                <p14:nvPr/>
              </p14:nvContentPartPr>
              <p14:xfrm>
                <a:off x="1219612" y="1840990"/>
                <a:ext cx="166680" cy="1090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E6D527E-2907-EC8A-5FB6-EDE06744D5A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213492" y="1834870"/>
                  <a:ext cx="17892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A0F0795C-62F6-05F2-46CA-4589A45D65B7}"/>
                    </a:ext>
                  </a:extLst>
                </p14:cNvPr>
                <p14:cNvContentPartPr/>
                <p14:nvPr/>
              </p14:nvContentPartPr>
              <p14:xfrm>
                <a:off x="1231132" y="1759990"/>
                <a:ext cx="153360" cy="1350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A0F0795C-62F6-05F2-46CA-4589A45D65B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225012" y="1753870"/>
                  <a:ext cx="165600" cy="14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10E158FF-896A-24FF-BA0A-AFE8152B29F7}"/>
              </a:ext>
            </a:extLst>
          </p:cNvPr>
          <p:cNvGrpSpPr/>
          <p:nvPr/>
        </p:nvGrpSpPr>
        <p:grpSpPr>
          <a:xfrm>
            <a:off x="3995572" y="1003990"/>
            <a:ext cx="2192760" cy="2201040"/>
            <a:chOff x="3995572" y="1003990"/>
            <a:chExt cx="2192760" cy="2201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C59FE0AE-D425-B57E-35C2-11C2E8C6A31F}"/>
                    </a:ext>
                  </a:extLst>
                </p14:cNvPr>
                <p14:cNvContentPartPr/>
                <p14:nvPr/>
              </p14:nvContentPartPr>
              <p14:xfrm>
                <a:off x="4501372" y="2000830"/>
                <a:ext cx="8640" cy="4428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C59FE0AE-D425-B57E-35C2-11C2E8C6A31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495252" y="1994710"/>
                  <a:ext cx="20880" cy="45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73EC6A1-545B-F20F-F09C-0ED0592F8F5E}"/>
                    </a:ext>
                  </a:extLst>
                </p14:cNvPr>
                <p14:cNvContentPartPr/>
                <p14:nvPr/>
              </p14:nvContentPartPr>
              <p14:xfrm>
                <a:off x="4307692" y="2405830"/>
                <a:ext cx="405720" cy="435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73EC6A1-545B-F20F-F09C-0ED0592F8F5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301572" y="2399710"/>
                  <a:ext cx="41796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D4FF56E1-8AEE-F64C-B4F6-8B2D75B180C4}"/>
                    </a:ext>
                  </a:extLst>
                </p14:cNvPr>
                <p14:cNvContentPartPr/>
                <p14:nvPr/>
              </p14:nvContentPartPr>
              <p14:xfrm>
                <a:off x="4432612" y="2483590"/>
                <a:ext cx="110520" cy="266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D4FF56E1-8AEE-F64C-B4F6-8B2D75B180C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426492" y="2477470"/>
                  <a:ext cx="12276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03F12BE-FA28-9322-C890-6F05AF112B1B}"/>
                    </a:ext>
                  </a:extLst>
                </p14:cNvPr>
                <p14:cNvContentPartPr/>
                <p14:nvPr/>
              </p14:nvContentPartPr>
              <p14:xfrm>
                <a:off x="4500652" y="2504110"/>
                <a:ext cx="45000" cy="7009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03F12BE-FA28-9322-C890-6F05AF112B1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494532" y="2497990"/>
                  <a:ext cx="57240" cy="71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23F57C2F-BD9D-D8E7-BF05-7C4927F3A13B}"/>
                    </a:ext>
                  </a:extLst>
                </p14:cNvPr>
                <p14:cNvContentPartPr/>
                <p14:nvPr/>
              </p14:nvContentPartPr>
              <p14:xfrm>
                <a:off x="4494172" y="2032870"/>
                <a:ext cx="963720" cy="1026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23F57C2F-BD9D-D8E7-BF05-7C4927F3A13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488052" y="2026750"/>
                  <a:ext cx="97596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3BC769D2-803D-DE37-5C8F-F7631EB4A985}"/>
                    </a:ext>
                  </a:extLst>
                </p14:cNvPr>
                <p14:cNvContentPartPr/>
                <p14:nvPr/>
              </p14:nvContentPartPr>
              <p14:xfrm>
                <a:off x="5425852" y="2115310"/>
                <a:ext cx="15120" cy="2775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3BC769D2-803D-DE37-5C8F-F7631EB4A985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419732" y="2109190"/>
                  <a:ext cx="2736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0184DA7-5CB2-6760-F594-AFD5AE06EA30}"/>
                    </a:ext>
                  </a:extLst>
                </p14:cNvPr>
                <p14:cNvContentPartPr/>
                <p14:nvPr/>
              </p14:nvContentPartPr>
              <p14:xfrm>
                <a:off x="5322892" y="2418070"/>
                <a:ext cx="202320" cy="2620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0184DA7-5CB2-6760-F594-AFD5AE06EA30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316772" y="2411950"/>
                  <a:ext cx="21456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CFE6921-3108-7D56-B085-1FD664ECFE12}"/>
                    </a:ext>
                  </a:extLst>
                </p14:cNvPr>
                <p14:cNvContentPartPr/>
                <p14:nvPr/>
              </p14:nvContentPartPr>
              <p14:xfrm>
                <a:off x="5412172" y="2666110"/>
                <a:ext cx="43920" cy="4438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CFE6921-3108-7D56-B085-1FD664ECFE1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406052" y="2659990"/>
                  <a:ext cx="56160" cy="45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E36A87B-D7F7-CE45-5B23-5EC51229BD46}"/>
                    </a:ext>
                  </a:extLst>
                </p14:cNvPr>
                <p14:cNvContentPartPr/>
                <p14:nvPr/>
              </p14:nvContentPartPr>
              <p14:xfrm>
                <a:off x="4544932" y="3159310"/>
                <a:ext cx="889200" cy="453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E36A87B-D7F7-CE45-5B23-5EC51229BD4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538812" y="3153190"/>
                  <a:ext cx="90144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046D51C-E0AD-C810-17FA-9CD4756397D4}"/>
                    </a:ext>
                  </a:extLst>
                </p14:cNvPr>
                <p14:cNvContentPartPr/>
                <p14:nvPr/>
              </p14:nvContentPartPr>
              <p14:xfrm>
                <a:off x="3995572" y="2276950"/>
                <a:ext cx="127440" cy="1875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046D51C-E0AD-C810-17FA-9CD4756397D4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989452" y="2270830"/>
                  <a:ext cx="13968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1DA919D-EFF4-1686-2BE6-AF45D1F41EB3}"/>
                    </a:ext>
                  </a:extLst>
                </p14:cNvPr>
                <p14:cNvContentPartPr/>
                <p14:nvPr/>
              </p14:nvContentPartPr>
              <p14:xfrm>
                <a:off x="4108612" y="2119630"/>
                <a:ext cx="120960" cy="1861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1DA919D-EFF4-1686-2BE6-AF45D1F41EB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102492" y="2113510"/>
                  <a:ext cx="13320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E66C4F66-2273-EBEB-1805-2F85B529D2F1}"/>
                    </a:ext>
                  </a:extLst>
                </p14:cNvPr>
                <p14:cNvContentPartPr/>
                <p14:nvPr/>
              </p14:nvContentPartPr>
              <p14:xfrm>
                <a:off x="5587132" y="2586910"/>
                <a:ext cx="202680" cy="1861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E66C4F66-2273-EBEB-1805-2F85B529D2F1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581012" y="2580790"/>
                  <a:ext cx="21492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D8F6813-4851-5566-C819-E143CBA086C8}"/>
                    </a:ext>
                  </a:extLst>
                </p14:cNvPr>
                <p14:cNvContentPartPr/>
                <p14:nvPr/>
              </p14:nvContentPartPr>
              <p14:xfrm>
                <a:off x="5706292" y="2611390"/>
                <a:ext cx="63360" cy="1072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D8F6813-4851-5566-C819-E143CBA086C8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700172" y="2605270"/>
                  <a:ext cx="7560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D1CB408D-29FC-18B2-D999-EFFDA93BAD6E}"/>
                    </a:ext>
                  </a:extLst>
                </p14:cNvPr>
                <p14:cNvContentPartPr/>
                <p14:nvPr/>
              </p14:nvContentPartPr>
              <p14:xfrm>
                <a:off x="5791972" y="2518510"/>
                <a:ext cx="111240" cy="1184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1CB408D-29FC-18B2-D999-EFFDA93BAD6E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785852" y="2512390"/>
                  <a:ext cx="12348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A5886DC0-EC18-9A03-937D-E43DBC79F608}"/>
                    </a:ext>
                  </a:extLst>
                </p14:cNvPr>
                <p14:cNvContentPartPr/>
                <p14:nvPr/>
              </p14:nvContentPartPr>
              <p14:xfrm>
                <a:off x="5960452" y="2358310"/>
                <a:ext cx="134280" cy="1789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A5886DC0-EC18-9A03-937D-E43DBC79F608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954332" y="2352190"/>
                  <a:ext cx="14652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C3923DD-0484-D048-8B7B-312C18FCD5BF}"/>
                    </a:ext>
                  </a:extLst>
                </p14:cNvPr>
                <p14:cNvContentPartPr/>
                <p14:nvPr/>
              </p14:nvContentPartPr>
              <p14:xfrm>
                <a:off x="4606132" y="1414030"/>
                <a:ext cx="137160" cy="1818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C3923DD-0484-D048-8B7B-312C18FCD5BF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600012" y="1407910"/>
                  <a:ext cx="14940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FA16939F-A87F-7B92-A40F-A3A9F7EA4E49}"/>
                    </a:ext>
                  </a:extLst>
                </p14:cNvPr>
                <p14:cNvContentPartPr/>
                <p14:nvPr/>
              </p14:nvContentPartPr>
              <p14:xfrm>
                <a:off x="4797292" y="1424470"/>
                <a:ext cx="100440" cy="802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FA16939F-A87F-7B92-A40F-A3A9F7EA4E49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791172" y="1418350"/>
                  <a:ext cx="11268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5725FF45-D332-F369-781F-50C4E802B9AE}"/>
                    </a:ext>
                  </a:extLst>
                </p14:cNvPr>
                <p14:cNvContentPartPr/>
                <p14:nvPr/>
              </p14:nvContentPartPr>
              <p14:xfrm>
                <a:off x="4946692" y="1300990"/>
                <a:ext cx="127440" cy="1436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5725FF45-D332-F369-781F-50C4E802B9AE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940572" y="1294870"/>
                  <a:ext cx="13968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49C242B7-ED9A-3A6E-9865-4EC7C22243C1}"/>
                    </a:ext>
                  </a:extLst>
                </p14:cNvPr>
                <p14:cNvContentPartPr/>
                <p14:nvPr/>
              </p14:nvContentPartPr>
              <p14:xfrm>
                <a:off x="4919692" y="1264990"/>
                <a:ext cx="159480" cy="2019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49C242B7-ED9A-3A6E-9865-4EC7C22243C1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913572" y="1258870"/>
                  <a:ext cx="17172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0BFCA85-025E-D2B4-2F0D-4730C139048C}"/>
                    </a:ext>
                  </a:extLst>
                </p14:cNvPr>
                <p14:cNvContentPartPr/>
                <p14:nvPr/>
              </p14:nvContentPartPr>
              <p14:xfrm>
                <a:off x="5083492" y="1234750"/>
                <a:ext cx="111600" cy="990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0BFCA85-025E-D2B4-2F0D-4730C139048C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077372" y="1228630"/>
                  <a:ext cx="12384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86C4316D-C837-62C1-90F8-9D2142786072}"/>
                    </a:ext>
                  </a:extLst>
                </p14:cNvPr>
                <p14:cNvContentPartPr/>
                <p14:nvPr/>
              </p14:nvContentPartPr>
              <p14:xfrm>
                <a:off x="5051812" y="1149790"/>
                <a:ext cx="187920" cy="1227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86C4316D-C837-62C1-90F8-9D2142786072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045692" y="1143670"/>
                  <a:ext cx="20016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78FEEB2F-2DEB-2215-28D7-02F5CC9A9F96}"/>
                    </a:ext>
                  </a:extLst>
                </p14:cNvPr>
                <p14:cNvContentPartPr/>
                <p14:nvPr/>
              </p14:nvContentPartPr>
              <p14:xfrm>
                <a:off x="4904212" y="1759630"/>
                <a:ext cx="101520" cy="1353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78FEEB2F-2DEB-2215-28D7-02F5CC9A9F96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898092" y="1753510"/>
                  <a:ext cx="11376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DD9C47DE-1C97-3B0A-75AE-08F511296087}"/>
                    </a:ext>
                  </a:extLst>
                </p14:cNvPr>
                <p14:cNvContentPartPr/>
                <p14:nvPr/>
              </p14:nvContentPartPr>
              <p14:xfrm>
                <a:off x="4997812" y="1656670"/>
                <a:ext cx="110160" cy="1285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DD9C47DE-1C97-3B0A-75AE-08F511296087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991692" y="1650550"/>
                  <a:ext cx="12240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18EEC152-0854-FE13-3B18-8DAFCA262D44}"/>
                    </a:ext>
                  </a:extLst>
                </p14:cNvPr>
                <p14:cNvContentPartPr/>
                <p14:nvPr/>
              </p14:nvContentPartPr>
              <p14:xfrm>
                <a:off x="5175652" y="1605190"/>
                <a:ext cx="56160" cy="532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18EEC152-0854-FE13-3B18-8DAFCA262D44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169532" y="1599070"/>
                  <a:ext cx="6840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C2B5A9CC-5889-AF69-893B-BC35662ABC29}"/>
                    </a:ext>
                  </a:extLst>
                </p14:cNvPr>
                <p14:cNvContentPartPr/>
                <p14:nvPr/>
              </p14:nvContentPartPr>
              <p14:xfrm>
                <a:off x="5204452" y="1608430"/>
                <a:ext cx="70560" cy="756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C2B5A9CC-5889-AF69-893B-BC35662ABC29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198332" y="1602310"/>
                  <a:ext cx="8280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07F8A869-0F17-6414-9245-C743D8FC80CC}"/>
                    </a:ext>
                  </a:extLst>
                </p14:cNvPr>
                <p14:cNvContentPartPr/>
                <p14:nvPr/>
              </p14:nvContentPartPr>
              <p14:xfrm>
                <a:off x="5344132" y="1417630"/>
                <a:ext cx="123840" cy="1137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07F8A869-0F17-6414-9245-C743D8FC80CC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338012" y="1411510"/>
                  <a:ext cx="13608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ECB61027-2C10-CDCA-E1A9-E478B1BF8200}"/>
                    </a:ext>
                  </a:extLst>
                </p14:cNvPr>
                <p14:cNvContentPartPr/>
                <p14:nvPr/>
              </p14:nvContentPartPr>
              <p14:xfrm>
                <a:off x="5335852" y="1402150"/>
                <a:ext cx="48960" cy="511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ECB61027-2C10-CDCA-E1A9-E478B1BF8200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329732" y="1396030"/>
                  <a:ext cx="6120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3B5B4DB2-E851-5144-E631-FE4919C4CE67}"/>
                    </a:ext>
                  </a:extLst>
                </p14:cNvPr>
                <p14:cNvContentPartPr/>
                <p14:nvPr/>
              </p14:nvContentPartPr>
              <p14:xfrm>
                <a:off x="5426572" y="1482430"/>
                <a:ext cx="59760" cy="795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3B5B4DB2-E851-5144-E631-FE4919C4CE67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420452" y="1476310"/>
                  <a:ext cx="7200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644AE5D3-D21A-AFB1-75CE-6BD2F15FC11F}"/>
                    </a:ext>
                  </a:extLst>
                </p14:cNvPr>
                <p14:cNvContentPartPr/>
                <p14:nvPr/>
              </p14:nvContentPartPr>
              <p14:xfrm>
                <a:off x="5506492" y="1213150"/>
                <a:ext cx="157320" cy="1440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644AE5D3-D21A-AFB1-75CE-6BD2F15FC11F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500372" y="1207030"/>
                  <a:ext cx="16956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CD75BB7F-1A86-FBE5-F0C6-068873A962E2}"/>
                    </a:ext>
                  </a:extLst>
                </p14:cNvPr>
                <p14:cNvContentPartPr/>
                <p14:nvPr/>
              </p14:nvContentPartPr>
              <p14:xfrm>
                <a:off x="5540332" y="1289470"/>
                <a:ext cx="79920" cy="658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CD75BB7F-1A86-FBE5-F0C6-068873A962E2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534212" y="1283350"/>
                  <a:ext cx="9216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C39AEC0F-24A2-86C2-8375-78C12B6F0854}"/>
                    </a:ext>
                  </a:extLst>
                </p14:cNvPr>
                <p14:cNvContentPartPr/>
                <p14:nvPr/>
              </p14:nvContentPartPr>
              <p14:xfrm>
                <a:off x="5687212" y="1136830"/>
                <a:ext cx="106200" cy="1022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C39AEC0F-24A2-86C2-8375-78C12B6F0854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681092" y="1130710"/>
                  <a:ext cx="11844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20C9803F-61AC-037E-1F66-5447743C800E}"/>
                    </a:ext>
                  </a:extLst>
                </p14:cNvPr>
                <p14:cNvContentPartPr/>
                <p14:nvPr/>
              </p14:nvContentPartPr>
              <p14:xfrm>
                <a:off x="5840932" y="1003990"/>
                <a:ext cx="193320" cy="1303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20C9803F-61AC-037E-1F66-5447743C800E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834812" y="997870"/>
                  <a:ext cx="20556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D208C93F-FC64-A734-C38C-67C474080CD9}"/>
                    </a:ext>
                  </a:extLst>
                </p14:cNvPr>
                <p14:cNvContentPartPr/>
                <p14:nvPr/>
              </p14:nvContentPartPr>
              <p14:xfrm>
                <a:off x="5584252" y="1772230"/>
                <a:ext cx="91800" cy="11124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D208C93F-FC64-A734-C38C-67C474080CD9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578132" y="1766110"/>
                  <a:ext cx="10404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C3ED2FDF-07D5-5217-46AF-FEB5E36C532F}"/>
                    </a:ext>
                  </a:extLst>
                </p14:cNvPr>
                <p14:cNvContentPartPr/>
                <p14:nvPr/>
              </p14:nvContentPartPr>
              <p14:xfrm>
                <a:off x="5614852" y="1762510"/>
                <a:ext cx="234360" cy="2563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C3ED2FDF-07D5-5217-46AF-FEB5E36C532F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608732" y="1756390"/>
                  <a:ext cx="24660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AAC21262-E932-E471-F2CB-4EEAB1AF3A1B}"/>
                    </a:ext>
                  </a:extLst>
                </p14:cNvPr>
                <p14:cNvContentPartPr/>
                <p14:nvPr/>
              </p14:nvContentPartPr>
              <p14:xfrm>
                <a:off x="5741572" y="1970590"/>
                <a:ext cx="165960" cy="12780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AAC21262-E932-E471-F2CB-4EEAB1AF3A1B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735452" y="1964470"/>
                  <a:ext cx="17820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F9C0DC68-92E2-24CA-A5B7-D98FD8D94B2E}"/>
                    </a:ext>
                  </a:extLst>
                </p14:cNvPr>
                <p14:cNvContentPartPr/>
                <p14:nvPr/>
              </p14:nvContentPartPr>
              <p14:xfrm>
                <a:off x="5819692" y="1969870"/>
                <a:ext cx="81360" cy="1580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F9C0DC68-92E2-24CA-A5B7-D98FD8D94B2E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813572" y="1963750"/>
                  <a:ext cx="9360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D5E9E8BD-0F49-E275-5E44-9B9935A26CFF}"/>
                    </a:ext>
                  </a:extLst>
                </p14:cNvPr>
                <p14:cNvContentPartPr/>
                <p14:nvPr/>
              </p14:nvContentPartPr>
              <p14:xfrm>
                <a:off x="5924452" y="1932790"/>
                <a:ext cx="83160" cy="7452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D5E9E8BD-0F49-E275-5E44-9B9935A26CFF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918332" y="1926670"/>
                  <a:ext cx="9540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B8430D64-5F9B-9251-3E93-DFA9F1BC7DF7}"/>
                    </a:ext>
                  </a:extLst>
                </p14:cNvPr>
                <p14:cNvContentPartPr/>
                <p14:nvPr/>
              </p14:nvContentPartPr>
              <p14:xfrm>
                <a:off x="5922652" y="1589350"/>
                <a:ext cx="30960" cy="288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B8430D64-5F9B-9251-3E93-DFA9F1BC7DF7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916532" y="1583230"/>
                  <a:ext cx="4320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A3A57B85-A77B-305D-5F85-982C29937DDD}"/>
                    </a:ext>
                  </a:extLst>
                </p14:cNvPr>
                <p14:cNvContentPartPr/>
                <p14:nvPr/>
              </p14:nvContentPartPr>
              <p14:xfrm>
                <a:off x="5949652" y="1617070"/>
                <a:ext cx="51480" cy="4140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A3A57B85-A77B-305D-5F85-982C29937DDD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943532" y="1610950"/>
                  <a:ext cx="6372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03795917-A852-FB8D-36F9-6736DF81D364}"/>
                    </a:ext>
                  </a:extLst>
                </p14:cNvPr>
                <p14:cNvContentPartPr/>
                <p14:nvPr/>
              </p14:nvContentPartPr>
              <p14:xfrm>
                <a:off x="6018412" y="1399990"/>
                <a:ext cx="144720" cy="13104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03795917-A852-FB8D-36F9-6736DF81D364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012292" y="1393870"/>
                  <a:ext cx="15696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832BC5B8-074F-23CC-A9CE-6EF9B4C6E4DE}"/>
                    </a:ext>
                  </a:extLst>
                </p14:cNvPr>
                <p14:cNvContentPartPr/>
                <p14:nvPr/>
              </p14:nvContentPartPr>
              <p14:xfrm>
                <a:off x="6127492" y="1476310"/>
                <a:ext cx="60840" cy="799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832BC5B8-074F-23CC-A9CE-6EF9B4C6E4DE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121372" y="1470190"/>
                  <a:ext cx="73080" cy="92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586A8FB5-5F03-9153-BE3C-0E4633C25A2F}"/>
              </a:ext>
            </a:extLst>
          </p:cNvPr>
          <p:cNvGrpSpPr/>
          <p:nvPr/>
        </p:nvGrpSpPr>
        <p:grpSpPr>
          <a:xfrm>
            <a:off x="2175412" y="4912510"/>
            <a:ext cx="506520" cy="229320"/>
            <a:chOff x="2175412" y="4912510"/>
            <a:chExt cx="506520" cy="229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259851FB-8785-2040-8D90-58A099C4D424}"/>
                    </a:ext>
                  </a:extLst>
                </p14:cNvPr>
                <p14:cNvContentPartPr/>
                <p14:nvPr/>
              </p14:nvContentPartPr>
              <p14:xfrm>
                <a:off x="2175412" y="5035270"/>
                <a:ext cx="394560" cy="554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259851FB-8785-2040-8D90-58A099C4D424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169292" y="5029150"/>
                  <a:ext cx="40680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D03E544D-0518-F1B3-AE81-EC1F51A18C81}"/>
                    </a:ext>
                  </a:extLst>
                </p14:cNvPr>
                <p14:cNvContentPartPr/>
                <p14:nvPr/>
              </p14:nvContentPartPr>
              <p14:xfrm>
                <a:off x="2533972" y="4912510"/>
                <a:ext cx="147960" cy="2293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D03E544D-0518-F1B3-AE81-EC1F51A18C81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527852" y="4906390"/>
                  <a:ext cx="160200" cy="241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E6AB2521-51CE-7287-3CA2-85E37DFB9F78}"/>
              </a:ext>
            </a:extLst>
          </p:cNvPr>
          <p:cNvGrpSpPr/>
          <p:nvPr/>
        </p:nvGrpSpPr>
        <p:grpSpPr>
          <a:xfrm>
            <a:off x="2094412" y="5735470"/>
            <a:ext cx="429840" cy="98640"/>
            <a:chOff x="2094412" y="5735470"/>
            <a:chExt cx="429840" cy="98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0AB791B5-BAD0-E8A9-4756-A7D2F311E289}"/>
                    </a:ext>
                  </a:extLst>
                </p14:cNvPr>
                <p14:cNvContentPartPr/>
                <p14:nvPr/>
              </p14:nvContentPartPr>
              <p14:xfrm>
                <a:off x="2094412" y="5759590"/>
                <a:ext cx="411120" cy="727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0AB791B5-BAD0-E8A9-4756-A7D2F311E289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088292" y="5753470"/>
                  <a:ext cx="42336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E25C14B6-B06E-8E87-EE91-831B1E016BCC}"/>
                    </a:ext>
                  </a:extLst>
                </p14:cNvPr>
                <p14:cNvContentPartPr/>
                <p14:nvPr/>
              </p14:nvContentPartPr>
              <p14:xfrm>
                <a:off x="2407972" y="5735470"/>
                <a:ext cx="116280" cy="9864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E25C14B6-B06E-8E87-EE91-831B1E016BCC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401852" y="5729350"/>
                  <a:ext cx="128520" cy="1108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7757243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66E63B-FA19-D16A-0AAE-F27F2EE51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7E067-2C55-C9D7-E805-B6AB2E04D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Resistor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663E46-E497-0FF7-BB4F-CE0ECE3215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7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6" name="Picture 5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057D0D4E-83EA-E410-8C02-98EC4EE10D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6519" y="4436631"/>
            <a:ext cx="6928617" cy="1761849"/>
          </a:xfrm>
          <a:prstGeom prst="rect">
            <a:avLst/>
          </a:prstGeom>
        </p:spPr>
      </p:pic>
      <p:pic>
        <p:nvPicPr>
          <p:cNvPr id="8" name="Picture 7" descr="A black and white text&#10;&#10;Description automatically generated">
            <a:extLst>
              <a:ext uri="{FF2B5EF4-FFF2-40B4-BE49-F238E27FC236}">
                <a16:creationId xmlns:a16="http://schemas.microsoft.com/office/drawing/2014/main" id="{8F08499F-C5B9-15F3-823A-23C66DDBC2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6544" y="659520"/>
            <a:ext cx="7058911" cy="3196863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BBFEEA1C-9D63-26D5-2A07-9BB7D4ADD068}"/>
              </a:ext>
            </a:extLst>
          </p:cNvPr>
          <p:cNvGrpSpPr/>
          <p:nvPr/>
        </p:nvGrpSpPr>
        <p:grpSpPr>
          <a:xfrm>
            <a:off x="2755732" y="2130790"/>
            <a:ext cx="236160" cy="295920"/>
            <a:chOff x="2755732" y="2130790"/>
            <a:chExt cx="236160" cy="295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83D82D98-770C-9E41-93FF-45DFCFE503AC}"/>
                    </a:ext>
                  </a:extLst>
                </p14:cNvPr>
                <p14:cNvContentPartPr/>
                <p14:nvPr/>
              </p14:nvContentPartPr>
              <p14:xfrm>
                <a:off x="2755732" y="2130790"/>
                <a:ext cx="108360" cy="2959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83D82D98-770C-9E41-93FF-45DFCFE503A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749612" y="2124670"/>
                  <a:ext cx="12060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2E84D14-42CC-E3F6-0795-1FE6949D0161}"/>
                    </a:ext>
                  </a:extLst>
                </p14:cNvPr>
                <p14:cNvContentPartPr/>
                <p14:nvPr/>
              </p14:nvContentPartPr>
              <p14:xfrm>
                <a:off x="2807932" y="2149510"/>
                <a:ext cx="183960" cy="1760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2E84D14-42CC-E3F6-0795-1FE6949D016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801800" y="2143390"/>
                  <a:ext cx="196224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1D6125D0-11DD-3024-6298-660EDF9BEC82}"/>
                    </a:ext>
                  </a:extLst>
                </p14:cNvPr>
                <p14:cNvContentPartPr/>
                <p14:nvPr/>
              </p14:nvContentPartPr>
              <p14:xfrm>
                <a:off x="2850772" y="2236270"/>
                <a:ext cx="55440" cy="180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D6125D0-11DD-3024-6298-660EDF9BEC8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844652" y="2230150"/>
                  <a:ext cx="67680" cy="30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4231435-843E-B872-CB9F-19C976E441FD}"/>
              </a:ext>
            </a:extLst>
          </p:cNvPr>
          <p:cNvGrpSpPr/>
          <p:nvPr/>
        </p:nvGrpSpPr>
        <p:grpSpPr>
          <a:xfrm>
            <a:off x="2483212" y="3008830"/>
            <a:ext cx="167040" cy="196560"/>
            <a:chOff x="2483212" y="3008830"/>
            <a:chExt cx="167040" cy="196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CF4DDED-FBA0-255E-9BFB-63CCED3E299B}"/>
                    </a:ext>
                  </a:extLst>
                </p14:cNvPr>
                <p14:cNvContentPartPr/>
                <p14:nvPr/>
              </p14:nvContentPartPr>
              <p14:xfrm>
                <a:off x="2483212" y="3012790"/>
                <a:ext cx="117720" cy="1926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CF4DDED-FBA0-255E-9BFB-63CCED3E299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477092" y="3006670"/>
                  <a:ext cx="12996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989FCC48-EA47-C79B-36CD-B2EE3E032494}"/>
                    </a:ext>
                  </a:extLst>
                </p14:cNvPr>
                <p14:cNvContentPartPr/>
                <p14:nvPr/>
              </p14:nvContentPartPr>
              <p14:xfrm>
                <a:off x="2496532" y="3008830"/>
                <a:ext cx="153720" cy="1393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989FCC48-EA47-C79B-36CD-B2EE3E03249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490412" y="3002710"/>
                  <a:ext cx="165960" cy="151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32E0D777-DEBD-15E0-A783-78916DBBC071}"/>
              </a:ext>
            </a:extLst>
          </p:cNvPr>
          <p:cNvGrpSpPr/>
          <p:nvPr/>
        </p:nvGrpSpPr>
        <p:grpSpPr>
          <a:xfrm>
            <a:off x="2175412" y="4912510"/>
            <a:ext cx="506520" cy="229320"/>
            <a:chOff x="2175412" y="4912510"/>
            <a:chExt cx="506520" cy="229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911D3E7F-F803-961F-60A2-9FCBD5ABA7C3}"/>
                    </a:ext>
                  </a:extLst>
                </p14:cNvPr>
                <p14:cNvContentPartPr/>
                <p14:nvPr/>
              </p14:nvContentPartPr>
              <p14:xfrm>
                <a:off x="2175412" y="5035270"/>
                <a:ext cx="394560" cy="554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911D3E7F-F803-961F-60A2-9FCBD5ABA7C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169298" y="5029150"/>
                  <a:ext cx="406789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662AE5C1-EDF5-77BE-3B47-2B64B675A467}"/>
                    </a:ext>
                  </a:extLst>
                </p14:cNvPr>
                <p14:cNvContentPartPr/>
                <p14:nvPr/>
              </p14:nvContentPartPr>
              <p14:xfrm>
                <a:off x="2533972" y="4912510"/>
                <a:ext cx="147960" cy="2293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662AE5C1-EDF5-77BE-3B47-2B64B675A46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527852" y="4906390"/>
                  <a:ext cx="160200" cy="241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3772222F-5C12-1D5E-B596-D37726EA1DA2}"/>
              </a:ext>
            </a:extLst>
          </p:cNvPr>
          <p:cNvGrpSpPr/>
          <p:nvPr/>
        </p:nvGrpSpPr>
        <p:grpSpPr>
          <a:xfrm>
            <a:off x="2094412" y="5735470"/>
            <a:ext cx="429840" cy="98640"/>
            <a:chOff x="2094412" y="5735470"/>
            <a:chExt cx="429840" cy="98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BDFD56A2-4178-361D-31E4-40EAF722D4A1}"/>
                    </a:ext>
                  </a:extLst>
                </p14:cNvPr>
                <p14:cNvContentPartPr/>
                <p14:nvPr/>
              </p14:nvContentPartPr>
              <p14:xfrm>
                <a:off x="2094412" y="5759590"/>
                <a:ext cx="411120" cy="727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BDFD56A2-4178-361D-31E4-40EAF722D4A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088297" y="5753470"/>
                  <a:ext cx="423349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46B3C9ED-63B7-4216-5AA7-22A9D33F83B0}"/>
                    </a:ext>
                  </a:extLst>
                </p14:cNvPr>
                <p14:cNvContentPartPr/>
                <p14:nvPr/>
              </p14:nvContentPartPr>
              <p14:xfrm>
                <a:off x="2407972" y="5735470"/>
                <a:ext cx="116280" cy="9864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46B3C9ED-63B7-4216-5AA7-22A9D33F83B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401871" y="5729350"/>
                  <a:ext cx="128482" cy="110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2758BC6E-4774-57D4-439A-E229CE05F151}"/>
              </a:ext>
            </a:extLst>
          </p:cNvPr>
          <p:cNvGrpSpPr/>
          <p:nvPr/>
        </p:nvGrpSpPr>
        <p:grpSpPr>
          <a:xfrm>
            <a:off x="3601095" y="394925"/>
            <a:ext cx="3877200" cy="3200040"/>
            <a:chOff x="3601095" y="394925"/>
            <a:chExt cx="3877200" cy="3200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A8D93193-9F40-0719-899C-A00D66D1AF5C}"/>
                    </a:ext>
                  </a:extLst>
                </p14:cNvPr>
                <p14:cNvContentPartPr/>
                <p14:nvPr/>
              </p14:nvContentPartPr>
              <p14:xfrm>
                <a:off x="4639335" y="1562765"/>
                <a:ext cx="54720" cy="9320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A8D93193-9F40-0719-899C-A00D66D1AF5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621335" y="1544765"/>
                  <a:ext cx="90360" cy="9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FA26E3D4-A688-7C1A-7DD3-E851EB064072}"/>
                    </a:ext>
                  </a:extLst>
                </p14:cNvPr>
                <p14:cNvContentPartPr/>
                <p14:nvPr/>
              </p14:nvContentPartPr>
              <p14:xfrm>
                <a:off x="4424415" y="2464205"/>
                <a:ext cx="534240" cy="363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FA26E3D4-A688-7C1A-7DD3-E851EB06407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406775" y="2446565"/>
                  <a:ext cx="56988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0D92CD55-FCCB-9211-11A8-205821ABDFC8}"/>
                    </a:ext>
                  </a:extLst>
                </p14:cNvPr>
                <p14:cNvContentPartPr/>
                <p14:nvPr/>
              </p14:nvContentPartPr>
              <p14:xfrm>
                <a:off x="4612335" y="2633405"/>
                <a:ext cx="228960" cy="309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0D92CD55-FCCB-9211-11A8-205821ABDFC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594695" y="2615405"/>
                  <a:ext cx="26460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35C68419-441A-D626-D2D0-921B7CDDD8EF}"/>
                    </a:ext>
                  </a:extLst>
                </p14:cNvPr>
                <p14:cNvContentPartPr/>
                <p14:nvPr/>
              </p14:nvContentPartPr>
              <p14:xfrm>
                <a:off x="4736535" y="2650685"/>
                <a:ext cx="127080" cy="9194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35C68419-441A-D626-D2D0-921B7CDDD8E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718895" y="2632685"/>
                  <a:ext cx="162720" cy="9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6FE65E37-E4C9-A442-B79A-2316D1C8F1CC}"/>
                    </a:ext>
                  </a:extLst>
                </p14:cNvPr>
                <p14:cNvContentPartPr/>
                <p14:nvPr/>
              </p14:nvContentPartPr>
              <p14:xfrm>
                <a:off x="4613055" y="1576805"/>
                <a:ext cx="1200960" cy="424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6FE65E37-E4C9-A442-B79A-2316D1C8F1C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595055" y="1558805"/>
                  <a:ext cx="123660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C4D60B29-F64D-B6F1-FA6A-008D15527F6D}"/>
                    </a:ext>
                  </a:extLst>
                </p14:cNvPr>
                <p14:cNvContentPartPr/>
                <p14:nvPr/>
              </p14:nvContentPartPr>
              <p14:xfrm>
                <a:off x="5806815" y="1601645"/>
                <a:ext cx="162720" cy="7052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C4D60B29-F64D-B6F1-FA6A-008D15527F6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789175" y="1583645"/>
                  <a:ext cx="198360" cy="74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13A589CC-BBB7-BA40-2231-65488CA5CFF9}"/>
                    </a:ext>
                  </a:extLst>
                </p14:cNvPr>
                <p14:cNvContentPartPr/>
                <p14:nvPr/>
              </p14:nvContentPartPr>
              <p14:xfrm>
                <a:off x="5864775" y="2304365"/>
                <a:ext cx="164160" cy="3272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13A589CC-BBB7-BA40-2231-65488CA5CFF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847135" y="2286365"/>
                  <a:ext cx="199800" cy="36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B6C805A6-0B8B-62D2-97F1-540AB55DD852}"/>
                    </a:ext>
                  </a:extLst>
                </p14:cNvPr>
                <p14:cNvContentPartPr/>
                <p14:nvPr/>
              </p14:nvContentPartPr>
              <p14:xfrm>
                <a:off x="4861095" y="2614325"/>
                <a:ext cx="1261800" cy="9806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B6C805A6-0B8B-62D2-97F1-540AB55DD85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843095" y="2596685"/>
                  <a:ext cx="1297440" cy="10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7612669B-CE80-D9CE-6DBD-D8FB7C5467D4}"/>
                    </a:ext>
                  </a:extLst>
                </p14:cNvPr>
                <p14:cNvContentPartPr/>
                <p14:nvPr/>
              </p14:nvContentPartPr>
              <p14:xfrm>
                <a:off x="4156935" y="2059925"/>
                <a:ext cx="225000" cy="25884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7612669B-CE80-D9CE-6DBD-D8FB7C5467D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139295" y="2041925"/>
                  <a:ext cx="26064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784C7723-9704-6923-3BC9-C07387C3A472}"/>
                    </a:ext>
                  </a:extLst>
                </p14:cNvPr>
                <p14:cNvContentPartPr/>
                <p14:nvPr/>
              </p14:nvContentPartPr>
              <p14:xfrm>
                <a:off x="6231255" y="2072525"/>
                <a:ext cx="58680" cy="2977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784C7723-9704-6923-3BC9-C07387C3A47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213615" y="2054525"/>
                  <a:ext cx="94320" cy="33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FEB5E1AA-5DEC-9B76-F366-7BC87DB0A165}"/>
                    </a:ext>
                  </a:extLst>
                </p14:cNvPr>
                <p14:cNvContentPartPr/>
                <p14:nvPr/>
              </p14:nvContentPartPr>
              <p14:xfrm>
                <a:off x="6205695" y="2029325"/>
                <a:ext cx="279000" cy="2145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FEB5E1AA-5DEC-9B76-F366-7BC87DB0A165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188055" y="2011325"/>
                  <a:ext cx="31464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2D40D013-4A33-4EBD-E173-C70FC485F26E}"/>
                    </a:ext>
                  </a:extLst>
                </p14:cNvPr>
                <p14:cNvContentPartPr/>
                <p14:nvPr/>
              </p14:nvContentPartPr>
              <p14:xfrm>
                <a:off x="4763535" y="1181885"/>
                <a:ext cx="1454040" cy="5911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2D40D013-4A33-4EBD-E173-C70FC485F26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745895" y="1164245"/>
                  <a:ext cx="1489680" cy="62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CE9F429F-C317-2CAA-FBF2-3E7C6C29013F}"/>
                    </a:ext>
                  </a:extLst>
                </p14:cNvPr>
                <p14:cNvContentPartPr/>
                <p14:nvPr/>
              </p14:nvContentPartPr>
              <p14:xfrm>
                <a:off x="6090135" y="1615325"/>
                <a:ext cx="252000" cy="17928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CE9F429F-C317-2CAA-FBF2-3E7C6C29013F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072135" y="1597325"/>
                  <a:ext cx="28764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5637F319-8B70-599A-F1F9-D3420E1731E9}"/>
                    </a:ext>
                  </a:extLst>
                </p14:cNvPr>
                <p14:cNvContentPartPr/>
                <p14:nvPr/>
              </p14:nvContentPartPr>
              <p14:xfrm>
                <a:off x="5323695" y="731885"/>
                <a:ext cx="72000" cy="3276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5637F319-8B70-599A-F1F9-D3420E1731E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306055" y="713885"/>
                  <a:ext cx="107640" cy="36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39AEEC3F-329A-0D4D-78B1-70DCBF2BF4FC}"/>
                    </a:ext>
                  </a:extLst>
                </p14:cNvPr>
                <p14:cNvContentPartPr/>
                <p14:nvPr/>
              </p14:nvContentPartPr>
              <p14:xfrm>
                <a:off x="5274375" y="759245"/>
                <a:ext cx="192600" cy="435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39AEEC3F-329A-0D4D-78B1-70DCBF2BF4FC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256735" y="741245"/>
                  <a:ext cx="22824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937F43C6-4A56-F549-B9F4-218A99292A24}"/>
                    </a:ext>
                  </a:extLst>
                </p14:cNvPr>
                <p14:cNvContentPartPr/>
                <p14:nvPr/>
              </p14:nvContentPartPr>
              <p14:xfrm>
                <a:off x="5340975" y="1021325"/>
                <a:ext cx="165240" cy="532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937F43C6-4A56-F549-B9F4-218A99292A24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323335" y="1003685"/>
                  <a:ext cx="20088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8C7D00CA-4895-0808-7745-16B1F9C85344}"/>
                    </a:ext>
                  </a:extLst>
                </p14:cNvPr>
                <p14:cNvContentPartPr/>
                <p14:nvPr/>
              </p14:nvContentPartPr>
              <p14:xfrm>
                <a:off x="3601095" y="445685"/>
                <a:ext cx="234360" cy="30492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8C7D00CA-4895-0808-7745-16B1F9C8534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583455" y="427685"/>
                  <a:ext cx="270000" cy="34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96AEFA6C-DAA1-F2B0-41DC-ED1B6AC3A307}"/>
                    </a:ext>
                  </a:extLst>
                </p14:cNvPr>
                <p14:cNvContentPartPr/>
                <p14:nvPr/>
              </p14:nvContentPartPr>
              <p14:xfrm>
                <a:off x="3969735" y="577805"/>
                <a:ext cx="93240" cy="4716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96AEFA6C-DAA1-F2B0-41DC-ED1B6AC3A30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951735" y="560165"/>
                  <a:ext cx="12888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B6C66F5F-3EC6-B915-1DCE-2FC244A917DC}"/>
                    </a:ext>
                  </a:extLst>
                </p14:cNvPr>
                <p14:cNvContentPartPr/>
                <p14:nvPr/>
              </p14:nvContentPartPr>
              <p14:xfrm>
                <a:off x="4027695" y="653765"/>
                <a:ext cx="73800" cy="5796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B6C66F5F-3EC6-B915-1DCE-2FC244A917D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009695" y="636125"/>
                  <a:ext cx="10944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921DCEAE-9242-CD0C-DD27-FC984709F66C}"/>
                    </a:ext>
                  </a:extLst>
                </p14:cNvPr>
                <p14:cNvContentPartPr/>
                <p14:nvPr/>
              </p14:nvContentPartPr>
              <p14:xfrm>
                <a:off x="4174215" y="470885"/>
                <a:ext cx="133920" cy="27000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921DCEAE-9242-CD0C-DD27-FC984709F66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156215" y="452885"/>
                  <a:ext cx="16956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2411274E-6A4D-1A49-5BC2-589C952A1B16}"/>
                    </a:ext>
                  </a:extLst>
                </p14:cNvPr>
                <p14:cNvContentPartPr/>
                <p14:nvPr/>
              </p14:nvContentPartPr>
              <p14:xfrm>
                <a:off x="4171335" y="444605"/>
                <a:ext cx="111240" cy="7416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2411274E-6A4D-1A49-5BC2-589C952A1B16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153695" y="426605"/>
                  <a:ext cx="14688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052B8CDF-9DDC-2ECA-57D9-AC890EA84480}"/>
                    </a:ext>
                  </a:extLst>
                </p14:cNvPr>
                <p14:cNvContentPartPr/>
                <p14:nvPr/>
              </p14:nvContentPartPr>
              <p14:xfrm>
                <a:off x="4232895" y="712805"/>
                <a:ext cx="130320" cy="838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052B8CDF-9DDC-2ECA-57D9-AC890EA8448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215255" y="695165"/>
                  <a:ext cx="16596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FD1C1AE3-6518-F70F-73B1-439EA6D07C05}"/>
                    </a:ext>
                  </a:extLst>
                </p14:cNvPr>
                <p14:cNvContentPartPr/>
                <p14:nvPr/>
              </p14:nvContentPartPr>
              <p14:xfrm>
                <a:off x="4437015" y="413645"/>
                <a:ext cx="104400" cy="27468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FD1C1AE3-6518-F70F-73B1-439EA6D07C05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419015" y="395645"/>
                  <a:ext cx="14004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1A240F00-3AAC-81CE-B846-8E071FC0AF52}"/>
                    </a:ext>
                  </a:extLst>
                </p14:cNvPr>
                <p14:cNvContentPartPr/>
                <p14:nvPr/>
              </p14:nvContentPartPr>
              <p14:xfrm>
                <a:off x="4463655" y="394925"/>
                <a:ext cx="232920" cy="2005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1A240F00-3AAC-81CE-B846-8E071FC0AF52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446015" y="377285"/>
                  <a:ext cx="26856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A3537613-C045-56BA-CC5F-CE7C5E20729D}"/>
                    </a:ext>
                  </a:extLst>
                </p14:cNvPr>
                <p14:cNvContentPartPr/>
                <p14:nvPr/>
              </p14:nvContentPartPr>
              <p14:xfrm>
                <a:off x="3886575" y="1685165"/>
                <a:ext cx="97200" cy="2538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A3537613-C045-56BA-CC5F-CE7C5E20729D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868935" y="1667525"/>
                  <a:ext cx="13284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2600242B-B951-9DA7-C271-1EEF10122698}"/>
                    </a:ext>
                  </a:extLst>
                </p14:cNvPr>
                <p14:cNvContentPartPr/>
                <p14:nvPr/>
              </p14:nvContentPartPr>
              <p14:xfrm>
                <a:off x="4008615" y="1510565"/>
                <a:ext cx="300240" cy="2890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2600242B-B951-9DA7-C271-1EEF1012269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990615" y="1492565"/>
                  <a:ext cx="335880" cy="32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2F7D6FA1-F0B4-A6B6-10B8-0E1C3A8849DB}"/>
                    </a:ext>
                  </a:extLst>
                </p14:cNvPr>
                <p14:cNvContentPartPr/>
                <p14:nvPr/>
              </p14:nvContentPartPr>
              <p14:xfrm>
                <a:off x="4381935" y="1383845"/>
                <a:ext cx="97920" cy="17928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2F7D6FA1-F0B4-A6B6-10B8-0E1C3A8849DB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364295" y="1366205"/>
                  <a:ext cx="13356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05B0A0EA-D92A-2FCD-A641-12782C99553C}"/>
                    </a:ext>
                  </a:extLst>
                </p14:cNvPr>
                <p14:cNvContentPartPr/>
                <p14:nvPr/>
              </p14:nvContentPartPr>
              <p14:xfrm>
                <a:off x="4534935" y="1181885"/>
                <a:ext cx="105840" cy="1868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05B0A0EA-D92A-2FCD-A641-12782C99553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517295" y="1163885"/>
                  <a:ext cx="14148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D26111E4-D5C7-5BFA-BD39-80F77636B3B9}"/>
                    </a:ext>
                  </a:extLst>
                </p14:cNvPr>
                <p14:cNvContentPartPr/>
                <p14:nvPr/>
              </p14:nvContentPartPr>
              <p14:xfrm>
                <a:off x="6568935" y="1969205"/>
                <a:ext cx="111240" cy="2026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D26111E4-D5C7-5BFA-BD39-80F77636B3B9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550935" y="1951565"/>
                  <a:ext cx="14688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F9CAA82B-B3C5-E5F1-0A22-2403F936F5D8}"/>
                    </a:ext>
                  </a:extLst>
                </p14:cNvPr>
                <p14:cNvContentPartPr/>
                <p14:nvPr/>
              </p14:nvContentPartPr>
              <p14:xfrm>
                <a:off x="6747495" y="1859765"/>
                <a:ext cx="126720" cy="22104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F9CAA82B-B3C5-E5F1-0A22-2403F936F5D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729855" y="1842125"/>
                  <a:ext cx="16236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685DE1B7-DE17-0468-2A02-753299BBC05C}"/>
                    </a:ext>
                  </a:extLst>
                </p14:cNvPr>
                <p14:cNvContentPartPr/>
                <p14:nvPr/>
              </p14:nvContentPartPr>
              <p14:xfrm>
                <a:off x="6843255" y="1842845"/>
                <a:ext cx="137160" cy="13392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685DE1B7-DE17-0468-2A02-753299BBC05C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825615" y="1825205"/>
                  <a:ext cx="17280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A6470601-39F0-BF4C-4D10-257E35092AC5}"/>
                    </a:ext>
                  </a:extLst>
                </p14:cNvPr>
                <p14:cNvContentPartPr/>
                <p14:nvPr/>
              </p14:nvContentPartPr>
              <p14:xfrm>
                <a:off x="7117215" y="1728725"/>
                <a:ext cx="233640" cy="22320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A6470601-39F0-BF4C-4D10-257E35092AC5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099215" y="1711085"/>
                  <a:ext cx="26928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B190C336-0A96-67A5-1C2C-FF692F638A15}"/>
                    </a:ext>
                  </a:extLst>
                </p14:cNvPr>
                <p14:cNvContentPartPr/>
                <p14:nvPr/>
              </p14:nvContentPartPr>
              <p14:xfrm>
                <a:off x="7058895" y="1931045"/>
                <a:ext cx="72000" cy="4968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B190C336-0A96-67A5-1C2C-FF692F638A15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040895" y="1913045"/>
                  <a:ext cx="10764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401BB742-B19D-B076-22E4-03F251226CC3}"/>
                    </a:ext>
                  </a:extLst>
                </p14:cNvPr>
                <p14:cNvContentPartPr/>
                <p14:nvPr/>
              </p14:nvContentPartPr>
              <p14:xfrm>
                <a:off x="3684975" y="1566005"/>
                <a:ext cx="168120" cy="36900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401BB742-B19D-B076-22E4-03F251226CC3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666975" y="1548005"/>
                  <a:ext cx="203760" cy="40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3D979104-9FF6-F8E5-4CE2-7B211AC3128F}"/>
                    </a:ext>
                  </a:extLst>
                </p14:cNvPr>
                <p14:cNvContentPartPr/>
                <p14:nvPr/>
              </p14:nvContentPartPr>
              <p14:xfrm>
                <a:off x="4624215" y="1042565"/>
                <a:ext cx="213120" cy="2934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3D979104-9FF6-F8E5-4CE2-7B211AC3128F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606215" y="1024565"/>
                  <a:ext cx="248760" cy="3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ED8E9EE6-4BA9-FE28-E5A2-BEE7DE5D0D07}"/>
                    </a:ext>
                  </a:extLst>
                </p14:cNvPr>
                <p14:cNvContentPartPr/>
                <p14:nvPr/>
              </p14:nvContentPartPr>
              <p14:xfrm>
                <a:off x="6489015" y="1832765"/>
                <a:ext cx="253800" cy="50220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ED8E9EE6-4BA9-FE28-E5A2-BEE7DE5D0D07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471015" y="1815125"/>
                  <a:ext cx="289440" cy="53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596D8969-AF64-F7B0-FAAC-50F58FD1CADB}"/>
                    </a:ext>
                  </a:extLst>
                </p14:cNvPr>
                <p14:cNvContentPartPr/>
                <p14:nvPr/>
              </p14:nvContentPartPr>
              <p14:xfrm>
                <a:off x="7211895" y="1542605"/>
                <a:ext cx="266400" cy="48780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596D8969-AF64-F7B0-FAAC-50F58FD1CADB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194255" y="1524605"/>
                  <a:ext cx="302040" cy="52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FD6D3F15-15AE-1FB8-0751-04AAF04F9666}"/>
              </a:ext>
            </a:extLst>
          </p:cNvPr>
          <p:cNvGrpSpPr/>
          <p:nvPr/>
        </p:nvGrpSpPr>
        <p:grpSpPr>
          <a:xfrm>
            <a:off x="378015" y="1720085"/>
            <a:ext cx="2035440" cy="1698120"/>
            <a:chOff x="378015" y="1720085"/>
            <a:chExt cx="2035440" cy="1698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928DC658-6F0A-20DA-D3CD-5DFB753B9F7D}"/>
                    </a:ext>
                  </a:extLst>
                </p14:cNvPr>
                <p14:cNvContentPartPr/>
                <p14:nvPr/>
              </p14:nvContentPartPr>
              <p14:xfrm>
                <a:off x="440655" y="2032925"/>
                <a:ext cx="222840" cy="32436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928DC658-6F0A-20DA-D3CD-5DFB753B9F7D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22655" y="2015285"/>
                  <a:ext cx="258480" cy="36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3095AC48-4AF4-E3C0-A205-908A44D9B40F}"/>
                    </a:ext>
                  </a:extLst>
                </p14:cNvPr>
                <p14:cNvContentPartPr/>
                <p14:nvPr/>
              </p14:nvContentPartPr>
              <p14:xfrm>
                <a:off x="766815" y="2145245"/>
                <a:ext cx="41040" cy="4608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3095AC48-4AF4-E3C0-A205-908A44D9B40F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49175" y="2127605"/>
                  <a:ext cx="7668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81F3DFE9-E7ED-3BB3-8BF4-91A9AC3501A9}"/>
                    </a:ext>
                  </a:extLst>
                </p14:cNvPr>
                <p14:cNvContentPartPr/>
                <p14:nvPr/>
              </p14:nvContentPartPr>
              <p14:xfrm>
                <a:off x="851055" y="2159285"/>
                <a:ext cx="68040" cy="4860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81F3DFE9-E7ED-3BB3-8BF4-91A9AC3501A9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33055" y="2141285"/>
                  <a:ext cx="10368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6944B360-93F3-5A88-88CF-4713BDF4311E}"/>
                    </a:ext>
                  </a:extLst>
                </p14:cNvPr>
                <p14:cNvContentPartPr/>
                <p14:nvPr/>
              </p14:nvContentPartPr>
              <p14:xfrm>
                <a:off x="925575" y="1897925"/>
                <a:ext cx="119160" cy="27288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6944B360-93F3-5A88-88CF-4713BDF4311E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07935" y="1879925"/>
                  <a:ext cx="15480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D0DFC3BA-EE05-3A43-57AB-105927EBCC9D}"/>
                    </a:ext>
                  </a:extLst>
                </p14:cNvPr>
                <p14:cNvContentPartPr/>
                <p14:nvPr/>
              </p14:nvContentPartPr>
              <p14:xfrm>
                <a:off x="893535" y="1812965"/>
                <a:ext cx="74880" cy="3780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D0DFC3BA-EE05-3A43-57AB-105927EBCC9D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75895" y="1795325"/>
                  <a:ext cx="11052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B3EC9E2D-769E-C44E-225C-0ED36C0F50EB}"/>
                    </a:ext>
                  </a:extLst>
                </p14:cNvPr>
                <p14:cNvContentPartPr/>
                <p14:nvPr/>
              </p14:nvContentPartPr>
              <p14:xfrm>
                <a:off x="1049055" y="2100965"/>
                <a:ext cx="64080" cy="10188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B3EC9E2D-769E-C44E-225C-0ED36C0F50EB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031415" y="2083325"/>
                  <a:ext cx="9972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E2B2EF47-BBF8-A446-CB6A-1828CDDB0F4D}"/>
                    </a:ext>
                  </a:extLst>
                </p14:cNvPr>
                <p14:cNvContentPartPr/>
                <p14:nvPr/>
              </p14:nvContentPartPr>
              <p14:xfrm>
                <a:off x="1107735" y="1791365"/>
                <a:ext cx="131760" cy="21024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E2B2EF47-BBF8-A446-CB6A-1828CDDB0F4D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089735" y="1773365"/>
                  <a:ext cx="16740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F297C807-7D4A-0578-1C7D-92924308706A}"/>
                    </a:ext>
                  </a:extLst>
                </p14:cNvPr>
                <p14:cNvContentPartPr/>
                <p14:nvPr/>
              </p14:nvContentPartPr>
              <p14:xfrm>
                <a:off x="1144095" y="1720085"/>
                <a:ext cx="174600" cy="19872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F297C807-7D4A-0578-1C7D-92924308706A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126455" y="1702085"/>
                  <a:ext cx="21024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67F15A72-FF91-23B8-EF75-FF65CD0DC519}"/>
                    </a:ext>
                  </a:extLst>
                </p14:cNvPr>
                <p14:cNvContentPartPr/>
                <p14:nvPr/>
              </p14:nvContentPartPr>
              <p14:xfrm>
                <a:off x="402495" y="3051365"/>
                <a:ext cx="147600" cy="29052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67F15A72-FF91-23B8-EF75-FF65CD0DC519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84495" y="3033725"/>
                  <a:ext cx="183240" cy="32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D6227071-7D01-E792-D119-A20FDAF12C99}"/>
                    </a:ext>
                  </a:extLst>
                </p14:cNvPr>
                <p14:cNvContentPartPr/>
                <p14:nvPr/>
              </p14:nvContentPartPr>
              <p14:xfrm>
                <a:off x="378015" y="3006365"/>
                <a:ext cx="78120" cy="10116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D6227071-7D01-E792-D119-A20FDAF12C99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60015" y="2988725"/>
                  <a:ext cx="11376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E02D03EF-684B-267E-34C9-D9FA765804A8}"/>
                    </a:ext>
                  </a:extLst>
                </p14:cNvPr>
                <p14:cNvContentPartPr/>
                <p14:nvPr/>
              </p14:nvContentPartPr>
              <p14:xfrm>
                <a:off x="545055" y="3277085"/>
                <a:ext cx="54000" cy="10764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E02D03EF-684B-267E-34C9-D9FA765804A8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27055" y="3259085"/>
                  <a:ext cx="8964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81C92D4E-A077-E9CF-0663-05877307511E}"/>
                    </a:ext>
                  </a:extLst>
                </p14:cNvPr>
                <p14:cNvContentPartPr/>
                <p14:nvPr/>
              </p14:nvContentPartPr>
              <p14:xfrm>
                <a:off x="714615" y="3061445"/>
                <a:ext cx="19080" cy="1296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81C92D4E-A077-E9CF-0663-05877307511E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96615" y="3043805"/>
                  <a:ext cx="5472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D4BFA203-B6CF-E31F-6D2E-E32E0B481843}"/>
                    </a:ext>
                  </a:extLst>
                </p14:cNvPr>
                <p14:cNvContentPartPr/>
                <p14:nvPr/>
              </p14:nvContentPartPr>
              <p14:xfrm>
                <a:off x="775455" y="3114005"/>
                <a:ext cx="61560" cy="7740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D4BFA203-B6CF-E31F-6D2E-E32E0B481843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57815" y="3096005"/>
                  <a:ext cx="9720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287FF2AE-E410-1ABC-378F-7DA06AD9125D}"/>
                    </a:ext>
                  </a:extLst>
                </p14:cNvPr>
                <p14:cNvContentPartPr/>
                <p14:nvPr/>
              </p14:nvContentPartPr>
              <p14:xfrm>
                <a:off x="806415" y="2573645"/>
                <a:ext cx="123480" cy="23364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287FF2AE-E410-1ABC-378F-7DA06AD9125D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88415" y="2555645"/>
                  <a:ext cx="15912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10BD4136-F41A-AE5B-F8D0-76113D6E4964}"/>
                    </a:ext>
                  </a:extLst>
                </p14:cNvPr>
                <p14:cNvContentPartPr/>
                <p14:nvPr/>
              </p14:nvContentPartPr>
              <p14:xfrm>
                <a:off x="985335" y="2847245"/>
                <a:ext cx="94680" cy="16920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10BD4136-F41A-AE5B-F8D0-76113D6E4964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67335" y="2829605"/>
                  <a:ext cx="13032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D8FA9DAE-B1B8-F337-450F-7D44B305F11B}"/>
                    </a:ext>
                  </a:extLst>
                </p14:cNvPr>
                <p14:cNvContentPartPr/>
                <p14:nvPr/>
              </p14:nvContentPartPr>
              <p14:xfrm>
                <a:off x="1067055" y="3135965"/>
                <a:ext cx="192240" cy="28224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D8FA9DAE-B1B8-F337-450F-7D44B305F11B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049055" y="3117965"/>
                  <a:ext cx="22788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A3ED4665-BF0F-F46D-A6C9-9E3CC854D025}"/>
                    </a:ext>
                  </a:extLst>
                </p14:cNvPr>
                <p14:cNvContentPartPr/>
                <p14:nvPr/>
              </p14:nvContentPartPr>
              <p14:xfrm>
                <a:off x="1104855" y="3044165"/>
                <a:ext cx="190800" cy="21348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A3ED4665-BF0F-F46D-A6C9-9E3CC854D025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086855" y="3026525"/>
                  <a:ext cx="22644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173700C5-84D7-0CA1-02A7-4AE311B4B5DB}"/>
                    </a:ext>
                  </a:extLst>
                </p14:cNvPr>
                <p14:cNvContentPartPr/>
                <p14:nvPr/>
              </p14:nvContentPartPr>
              <p14:xfrm>
                <a:off x="1304655" y="2637365"/>
                <a:ext cx="43200" cy="3672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173700C5-84D7-0CA1-02A7-4AE311B4B5DB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287015" y="2619725"/>
                  <a:ext cx="7884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8F49A38B-1EB5-71C0-AFC4-650A7FD6D11C}"/>
                    </a:ext>
                  </a:extLst>
                </p14:cNvPr>
                <p14:cNvContentPartPr/>
                <p14:nvPr/>
              </p14:nvContentPartPr>
              <p14:xfrm>
                <a:off x="1365855" y="2715125"/>
                <a:ext cx="57960" cy="5112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8F49A38B-1EB5-71C0-AFC4-650A7FD6D11C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347855" y="2697485"/>
                  <a:ext cx="9360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CB0CD613-A20D-C57A-0740-37C5ED081807}"/>
                    </a:ext>
                  </a:extLst>
                </p14:cNvPr>
                <p14:cNvContentPartPr/>
                <p14:nvPr/>
              </p14:nvContentPartPr>
              <p14:xfrm>
                <a:off x="1326255" y="2336405"/>
                <a:ext cx="85320" cy="14256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CB0CD613-A20D-C57A-0740-37C5ED081807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308255" y="2318405"/>
                  <a:ext cx="12096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CC018C6E-57F2-E7EF-1FF1-39E76E5FF099}"/>
                    </a:ext>
                  </a:extLst>
                </p14:cNvPr>
                <p14:cNvContentPartPr/>
                <p14:nvPr/>
              </p14:nvContentPartPr>
              <p14:xfrm>
                <a:off x="1471335" y="2167925"/>
                <a:ext cx="114480" cy="18108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CC018C6E-57F2-E7EF-1FF1-39E76E5FF099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453335" y="2149925"/>
                  <a:ext cx="15012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2D179BDE-091B-21B1-8F75-6CBAFBD7DD57}"/>
                    </a:ext>
                  </a:extLst>
                </p14:cNvPr>
                <p14:cNvContentPartPr/>
                <p14:nvPr/>
              </p14:nvContentPartPr>
              <p14:xfrm>
                <a:off x="1562775" y="2091965"/>
                <a:ext cx="129240" cy="18396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2D179BDE-091B-21B1-8F75-6CBAFBD7DD57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544775" y="2073965"/>
                  <a:ext cx="16488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8F9FCEC0-4B1E-EDC8-A979-EC4DAADBFDA6}"/>
                    </a:ext>
                  </a:extLst>
                </p14:cNvPr>
                <p14:cNvContentPartPr/>
                <p14:nvPr/>
              </p14:nvContentPartPr>
              <p14:xfrm>
                <a:off x="1691655" y="1920245"/>
                <a:ext cx="166680" cy="20448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8F9FCEC0-4B1E-EDC8-A979-EC4DAADBFDA6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673655" y="1902605"/>
                  <a:ext cx="20232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42866202-6514-676C-D9A3-D692DF0B8DE7}"/>
                    </a:ext>
                  </a:extLst>
                </p14:cNvPr>
                <p14:cNvContentPartPr/>
                <p14:nvPr/>
              </p14:nvContentPartPr>
              <p14:xfrm>
                <a:off x="1533615" y="2146685"/>
                <a:ext cx="604440" cy="50868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42866202-6514-676C-D9A3-D692DF0B8DE7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515615" y="2128685"/>
                  <a:ext cx="640080" cy="54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779937F6-8A8E-D64D-E024-C39F48CE69C5}"/>
                    </a:ext>
                  </a:extLst>
                </p14:cNvPr>
                <p14:cNvContentPartPr/>
                <p14:nvPr/>
              </p14:nvContentPartPr>
              <p14:xfrm>
                <a:off x="1736655" y="2702525"/>
                <a:ext cx="179640" cy="22752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779937F6-8A8E-D64D-E024-C39F48CE69C5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718655" y="2684885"/>
                  <a:ext cx="21528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788536AA-C631-DA18-1182-14A3EFB3D38B}"/>
                    </a:ext>
                  </a:extLst>
                </p14:cNvPr>
                <p14:cNvContentPartPr/>
                <p14:nvPr/>
              </p14:nvContentPartPr>
              <p14:xfrm>
                <a:off x="1873095" y="2591285"/>
                <a:ext cx="152280" cy="20160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788536AA-C631-DA18-1182-14A3EFB3D38B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855455" y="2573285"/>
                  <a:ext cx="18792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85D2C753-F092-E174-7EAA-095E7922C738}"/>
                    </a:ext>
                  </a:extLst>
                </p14:cNvPr>
                <p14:cNvContentPartPr/>
                <p14:nvPr/>
              </p14:nvContentPartPr>
              <p14:xfrm>
                <a:off x="1975695" y="2514245"/>
                <a:ext cx="132120" cy="15372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85D2C753-F092-E174-7EAA-095E7922C738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957695" y="2496245"/>
                  <a:ext cx="16776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FA51401B-F25D-3CD7-E6A9-BCF9F6BFA065}"/>
                    </a:ext>
                  </a:extLst>
                </p14:cNvPr>
                <p14:cNvContentPartPr/>
                <p14:nvPr/>
              </p14:nvContentPartPr>
              <p14:xfrm>
                <a:off x="2163255" y="2356925"/>
                <a:ext cx="250200" cy="24732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FA51401B-F25D-3CD7-E6A9-BCF9F6BFA065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2145255" y="2338925"/>
                  <a:ext cx="285840" cy="282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D9FE2BE9-4397-2344-1BB1-F92C942EB491}"/>
              </a:ext>
            </a:extLst>
          </p:cNvPr>
          <p:cNvGrpSpPr/>
          <p:nvPr/>
        </p:nvGrpSpPr>
        <p:grpSpPr>
          <a:xfrm>
            <a:off x="1598415" y="3360605"/>
            <a:ext cx="669240" cy="460080"/>
            <a:chOff x="1598415" y="3360605"/>
            <a:chExt cx="669240" cy="460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D11BAD7C-ECB3-AFF9-5A40-F09F8540E012}"/>
                    </a:ext>
                  </a:extLst>
                </p14:cNvPr>
                <p14:cNvContentPartPr/>
                <p14:nvPr/>
              </p14:nvContentPartPr>
              <p14:xfrm>
                <a:off x="1598415" y="3647525"/>
                <a:ext cx="81000" cy="7740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D11BAD7C-ECB3-AFF9-5A40-F09F8540E012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580775" y="3629885"/>
                  <a:ext cx="11664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21D0A7B5-B84F-4433-F591-582B661A6C42}"/>
                    </a:ext>
                  </a:extLst>
                </p14:cNvPr>
                <p14:cNvContentPartPr/>
                <p14:nvPr/>
              </p14:nvContentPartPr>
              <p14:xfrm>
                <a:off x="1676895" y="3718085"/>
                <a:ext cx="64080" cy="10260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21D0A7B5-B84F-4433-F591-582B661A6C42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659255" y="3700085"/>
                  <a:ext cx="9972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B3392FD1-438D-A1D3-B62C-50C0EDE5A4D3}"/>
                    </a:ext>
                  </a:extLst>
                </p14:cNvPr>
                <p14:cNvContentPartPr/>
                <p14:nvPr/>
              </p14:nvContentPartPr>
              <p14:xfrm>
                <a:off x="1728015" y="3471485"/>
                <a:ext cx="204120" cy="30276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B3392FD1-438D-A1D3-B62C-50C0EDE5A4D3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710015" y="3453845"/>
                  <a:ext cx="239760" cy="33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F04BA717-2E64-D2F6-B836-014832C9C6C1}"/>
                    </a:ext>
                  </a:extLst>
                </p14:cNvPr>
                <p14:cNvContentPartPr/>
                <p14:nvPr/>
              </p14:nvContentPartPr>
              <p14:xfrm>
                <a:off x="2017095" y="3360605"/>
                <a:ext cx="75600" cy="28764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F04BA717-2E64-D2F6-B836-014832C9C6C1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999455" y="3342605"/>
                  <a:ext cx="11124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476BFBC7-63CC-3840-D67B-89D04D78B46A}"/>
                    </a:ext>
                  </a:extLst>
                </p14:cNvPr>
                <p14:cNvContentPartPr/>
                <p14:nvPr/>
              </p14:nvContentPartPr>
              <p14:xfrm>
                <a:off x="2018535" y="3398405"/>
                <a:ext cx="249120" cy="17280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476BFBC7-63CC-3840-D67B-89D04D78B46A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2000895" y="3380765"/>
                  <a:ext cx="28476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28B31484-E638-7CE8-DA3C-AAFD92B21940}"/>
                    </a:ext>
                  </a:extLst>
                </p14:cNvPr>
                <p14:cNvContentPartPr/>
                <p14:nvPr/>
              </p14:nvContentPartPr>
              <p14:xfrm>
                <a:off x="2120775" y="3471485"/>
                <a:ext cx="97200" cy="11340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28B31484-E638-7CE8-DA3C-AAFD92B21940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2103135" y="3453485"/>
                  <a:ext cx="132840" cy="149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1667EB2D-8695-D507-12F8-281A71A19085}"/>
              </a:ext>
            </a:extLst>
          </p:cNvPr>
          <p:cNvGrpSpPr/>
          <p:nvPr/>
        </p:nvGrpSpPr>
        <p:grpSpPr>
          <a:xfrm>
            <a:off x="8371815" y="2533325"/>
            <a:ext cx="614880" cy="488520"/>
            <a:chOff x="8371815" y="2533325"/>
            <a:chExt cx="614880" cy="48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2ACED560-0D19-447C-8D99-BA913E004054}"/>
                    </a:ext>
                  </a:extLst>
                </p14:cNvPr>
                <p14:cNvContentPartPr/>
                <p14:nvPr/>
              </p14:nvContentPartPr>
              <p14:xfrm>
                <a:off x="8371815" y="2538725"/>
                <a:ext cx="50760" cy="18972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2ACED560-0D19-447C-8D99-BA913E004054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8353815" y="2520725"/>
                  <a:ext cx="8640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1F6C7A12-F717-2EFA-8B59-C7F9C86156D0}"/>
                    </a:ext>
                  </a:extLst>
                </p14:cNvPr>
                <p14:cNvContentPartPr/>
                <p14:nvPr/>
              </p14:nvContentPartPr>
              <p14:xfrm>
                <a:off x="8548935" y="2548085"/>
                <a:ext cx="9000" cy="17244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1F6C7A12-F717-2EFA-8B59-C7F9C86156D0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530935" y="2530085"/>
                  <a:ext cx="4464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F8EBE718-35D6-85A6-A448-5DD1A19ACF4C}"/>
                    </a:ext>
                  </a:extLst>
                </p14:cNvPr>
                <p14:cNvContentPartPr/>
                <p14:nvPr/>
              </p14:nvContentPartPr>
              <p14:xfrm>
                <a:off x="8681775" y="2568965"/>
                <a:ext cx="33480" cy="13176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F8EBE718-35D6-85A6-A448-5DD1A19ACF4C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663775" y="2551325"/>
                  <a:ext cx="6912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A4F1EDD1-57CD-0900-6A8C-24A9F6C77BF6}"/>
                    </a:ext>
                  </a:extLst>
                </p14:cNvPr>
                <p14:cNvContentPartPr/>
                <p14:nvPr/>
              </p14:nvContentPartPr>
              <p14:xfrm>
                <a:off x="8856015" y="2533325"/>
                <a:ext cx="4680" cy="17676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A4F1EDD1-57CD-0900-6A8C-24A9F6C77BF6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8838375" y="2515325"/>
                  <a:ext cx="4032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1BCDA33A-A013-3563-E33C-C342E9131CD6}"/>
                    </a:ext>
                  </a:extLst>
                </p14:cNvPr>
                <p14:cNvContentPartPr/>
                <p14:nvPr/>
              </p14:nvContentPartPr>
              <p14:xfrm>
                <a:off x="8434815" y="2817725"/>
                <a:ext cx="24120" cy="10512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1BCDA33A-A013-3563-E33C-C342E9131CD6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8416815" y="2799725"/>
                  <a:ext cx="5976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83615F8E-8C73-D094-326E-938564007FA2}"/>
                    </a:ext>
                  </a:extLst>
                </p14:cNvPr>
                <p14:cNvContentPartPr/>
                <p14:nvPr/>
              </p14:nvContentPartPr>
              <p14:xfrm>
                <a:off x="8853495" y="2826005"/>
                <a:ext cx="101520" cy="14724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83615F8E-8C73-D094-326E-938564007FA2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8835495" y="2808365"/>
                  <a:ext cx="13716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FA6B989E-2C10-771E-87D1-75D30C25B2FD}"/>
                    </a:ext>
                  </a:extLst>
                </p14:cNvPr>
                <p14:cNvContentPartPr/>
                <p14:nvPr/>
              </p14:nvContentPartPr>
              <p14:xfrm>
                <a:off x="8949255" y="2867045"/>
                <a:ext cx="37440" cy="15480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FA6B989E-2C10-771E-87D1-75D30C25B2FD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8931255" y="2849045"/>
                  <a:ext cx="73080" cy="190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7DA02EFF-08E8-CF82-2DA3-67111EF330EA}"/>
                  </a:ext>
                </a:extLst>
              </p14:cNvPr>
              <p14:cNvContentPartPr/>
              <p14:nvPr/>
            </p14:nvContentPartPr>
            <p14:xfrm>
              <a:off x="8334375" y="1830605"/>
              <a:ext cx="781560" cy="740880"/>
            </p14:xfrm>
          </p:contentPart>
        </mc:Choice>
        <mc:Fallback xmlns=""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7DA02EFF-08E8-CF82-2DA3-67111EF330EA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8280375" y="1722965"/>
                <a:ext cx="889200" cy="95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B979E77D-BFD7-B8F3-CF43-80DD6AE9C654}"/>
                  </a:ext>
                </a:extLst>
              </p14:cNvPr>
              <p14:cNvContentPartPr/>
              <p14:nvPr/>
            </p14:nvContentPartPr>
            <p14:xfrm>
              <a:off x="8803095" y="1734485"/>
              <a:ext cx="447840" cy="383040"/>
            </p14:xfrm>
          </p:contentPart>
        </mc:Choice>
        <mc:Fallback xmlns=""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B979E77D-BFD7-B8F3-CF43-80DD6AE9C654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8749455" y="1626485"/>
                <a:ext cx="555480" cy="598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78" name="Group 177">
            <a:extLst>
              <a:ext uri="{FF2B5EF4-FFF2-40B4-BE49-F238E27FC236}">
                <a16:creationId xmlns:a16="http://schemas.microsoft.com/office/drawing/2014/main" id="{BA353525-53E1-6F0E-171B-605CD5CF1A01}"/>
              </a:ext>
            </a:extLst>
          </p:cNvPr>
          <p:cNvGrpSpPr/>
          <p:nvPr/>
        </p:nvGrpSpPr>
        <p:grpSpPr>
          <a:xfrm>
            <a:off x="9779055" y="1439285"/>
            <a:ext cx="1704600" cy="2106360"/>
            <a:chOff x="9779055" y="1439285"/>
            <a:chExt cx="1704600" cy="2106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6D3AE9C3-1958-736F-A7C1-6552C9A802D2}"/>
                    </a:ext>
                  </a:extLst>
                </p14:cNvPr>
                <p14:cNvContentPartPr/>
                <p14:nvPr/>
              </p14:nvContentPartPr>
              <p14:xfrm>
                <a:off x="10179735" y="1439285"/>
                <a:ext cx="209880" cy="210636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6D3AE9C3-1958-736F-A7C1-6552C9A802D2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0162095" y="1421285"/>
                  <a:ext cx="245520" cy="214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9F4EF3EE-F075-F459-7468-EF50EAD56768}"/>
                    </a:ext>
                  </a:extLst>
                </p14:cNvPr>
                <p14:cNvContentPartPr/>
                <p14:nvPr/>
              </p14:nvContentPartPr>
              <p14:xfrm>
                <a:off x="9779055" y="2466725"/>
                <a:ext cx="1558440" cy="9144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9F4EF3EE-F075-F459-7468-EF50EAD56768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9761415" y="2448725"/>
                  <a:ext cx="159408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2CC8483B-A0CF-243E-525E-A669D4CF4931}"/>
                    </a:ext>
                  </a:extLst>
                </p14:cNvPr>
                <p14:cNvContentPartPr/>
                <p14:nvPr/>
              </p14:nvContentPartPr>
              <p14:xfrm>
                <a:off x="10649535" y="2774885"/>
                <a:ext cx="291600" cy="31644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2CC8483B-A0CF-243E-525E-A669D4CF4931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0631535" y="2757245"/>
                  <a:ext cx="327240" cy="35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AED405E5-10A6-5FA2-04AB-85577E308782}"/>
                    </a:ext>
                  </a:extLst>
                </p14:cNvPr>
                <p14:cNvContentPartPr/>
                <p14:nvPr/>
              </p14:nvContentPartPr>
              <p14:xfrm>
                <a:off x="11044815" y="2950925"/>
                <a:ext cx="429120" cy="4320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AED405E5-10A6-5FA2-04AB-85577E308782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1026815" y="2933285"/>
                  <a:ext cx="46476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3D588D3A-967E-B361-6465-6C155CBE7759}"/>
                    </a:ext>
                  </a:extLst>
                </p14:cNvPr>
                <p14:cNvContentPartPr/>
                <p14:nvPr/>
              </p14:nvContentPartPr>
              <p14:xfrm>
                <a:off x="11325255" y="2842925"/>
                <a:ext cx="158400" cy="28188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3D588D3A-967E-B361-6465-6C155CBE7759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1307255" y="2824925"/>
                  <a:ext cx="194040" cy="317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E040225B-442D-896D-86E0-169A9483AB6B}"/>
              </a:ext>
            </a:extLst>
          </p:cNvPr>
          <p:cNvGrpSpPr/>
          <p:nvPr/>
        </p:nvGrpSpPr>
        <p:grpSpPr>
          <a:xfrm>
            <a:off x="9780855" y="1827725"/>
            <a:ext cx="233640" cy="342000"/>
            <a:chOff x="9780855" y="1827725"/>
            <a:chExt cx="233640" cy="342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F32598C5-0817-5342-20B3-F7E1B298875F}"/>
                    </a:ext>
                  </a:extLst>
                </p14:cNvPr>
                <p14:cNvContentPartPr/>
                <p14:nvPr/>
              </p14:nvContentPartPr>
              <p14:xfrm>
                <a:off x="9846735" y="1873085"/>
                <a:ext cx="91440" cy="29232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F32598C5-0817-5342-20B3-F7E1B298875F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9829095" y="1855445"/>
                  <a:ext cx="127080" cy="32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021E3BC3-794D-36A6-D9FD-9D24304D5019}"/>
                    </a:ext>
                  </a:extLst>
                </p14:cNvPr>
                <p14:cNvContentPartPr/>
                <p14:nvPr/>
              </p14:nvContentPartPr>
              <p14:xfrm>
                <a:off x="9780855" y="1827725"/>
                <a:ext cx="169560" cy="5544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021E3BC3-794D-36A6-D9FD-9D24304D5019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9762855" y="1810085"/>
                  <a:ext cx="20520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CF82AF89-FB29-AFFD-363B-6D960221F058}"/>
                    </a:ext>
                  </a:extLst>
                </p14:cNvPr>
                <p14:cNvContentPartPr/>
                <p14:nvPr/>
              </p14:nvContentPartPr>
              <p14:xfrm>
                <a:off x="9881655" y="2117525"/>
                <a:ext cx="132840" cy="5220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CF82AF89-FB29-AFFD-363B-6D960221F058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9863655" y="2099525"/>
                  <a:ext cx="168480" cy="87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3FBF2F45-5C4D-8709-FCC4-BEC7AC8AE8D2}"/>
              </a:ext>
            </a:extLst>
          </p:cNvPr>
          <p:cNvGrpSpPr/>
          <p:nvPr/>
        </p:nvGrpSpPr>
        <p:grpSpPr>
          <a:xfrm>
            <a:off x="9684015" y="1136525"/>
            <a:ext cx="229680" cy="411120"/>
            <a:chOff x="9684015" y="1136525"/>
            <a:chExt cx="229680" cy="411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DBA0CFC3-1570-F279-E89B-E2876142BC25}"/>
                    </a:ext>
                  </a:extLst>
                </p14:cNvPr>
                <p14:cNvContentPartPr/>
                <p14:nvPr/>
              </p14:nvContentPartPr>
              <p14:xfrm>
                <a:off x="9779055" y="1178285"/>
                <a:ext cx="15120" cy="36936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DBA0CFC3-1570-F279-E89B-E2876142BC25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9761415" y="1160645"/>
                  <a:ext cx="50760" cy="40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B8F62B26-E206-2710-36B4-5165FFD5CD4C}"/>
                    </a:ext>
                  </a:extLst>
                </p14:cNvPr>
                <p14:cNvContentPartPr/>
                <p14:nvPr/>
              </p14:nvContentPartPr>
              <p14:xfrm>
                <a:off x="9684015" y="1136525"/>
                <a:ext cx="229680" cy="12060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B8F62B26-E206-2710-36B4-5165FFD5CD4C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9666015" y="1118885"/>
                  <a:ext cx="265320" cy="156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7" name="Group 206">
            <a:extLst>
              <a:ext uri="{FF2B5EF4-FFF2-40B4-BE49-F238E27FC236}">
                <a16:creationId xmlns:a16="http://schemas.microsoft.com/office/drawing/2014/main" id="{724CDFCF-A75F-678A-4255-D6BCB94B97C7}"/>
              </a:ext>
            </a:extLst>
          </p:cNvPr>
          <p:cNvGrpSpPr/>
          <p:nvPr/>
        </p:nvGrpSpPr>
        <p:grpSpPr>
          <a:xfrm>
            <a:off x="10370535" y="933845"/>
            <a:ext cx="1474920" cy="1565280"/>
            <a:chOff x="10370535" y="933845"/>
            <a:chExt cx="1474920" cy="1565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3320D85B-F070-CD94-40C7-14E251BA0798}"/>
                    </a:ext>
                  </a:extLst>
                </p14:cNvPr>
                <p14:cNvContentPartPr/>
                <p14:nvPr/>
              </p14:nvContentPartPr>
              <p14:xfrm>
                <a:off x="10456575" y="2204645"/>
                <a:ext cx="177840" cy="9432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3320D85B-F070-CD94-40C7-14E251BA0798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0438935" y="2186645"/>
                  <a:ext cx="21348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88973AA3-7BD5-F72B-7EED-507F1CFEEA02}"/>
                    </a:ext>
                  </a:extLst>
                </p14:cNvPr>
                <p14:cNvContentPartPr/>
                <p14:nvPr/>
              </p14:nvContentPartPr>
              <p14:xfrm>
                <a:off x="10536495" y="2162525"/>
                <a:ext cx="49680" cy="16308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88973AA3-7BD5-F72B-7EED-507F1CFEEA02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0518855" y="2144885"/>
                  <a:ext cx="8532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FA1FCA8F-5313-F725-6AD8-3CCD01848D18}"/>
                    </a:ext>
                  </a:extLst>
                </p14:cNvPr>
                <p14:cNvContentPartPr/>
                <p14:nvPr/>
              </p14:nvContentPartPr>
              <p14:xfrm>
                <a:off x="10723335" y="2025725"/>
                <a:ext cx="177480" cy="7524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FA1FCA8F-5313-F725-6AD8-3CCD01848D18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0705335" y="2007725"/>
                  <a:ext cx="21312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AA4B3492-7D60-BCCF-E123-12AF40A48318}"/>
                    </a:ext>
                  </a:extLst>
                </p14:cNvPr>
                <p14:cNvContentPartPr/>
                <p14:nvPr/>
              </p14:nvContentPartPr>
              <p14:xfrm>
                <a:off x="10774095" y="1956605"/>
                <a:ext cx="71280" cy="14940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AA4B3492-7D60-BCCF-E123-12AF40A48318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0756455" y="1938605"/>
                  <a:ext cx="10692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1ADFDDF3-D146-BD30-1F74-F6296AD432E4}"/>
                    </a:ext>
                  </a:extLst>
                </p14:cNvPr>
                <p14:cNvContentPartPr/>
                <p14:nvPr/>
              </p14:nvContentPartPr>
              <p14:xfrm>
                <a:off x="10971735" y="1694165"/>
                <a:ext cx="178920" cy="12672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1ADFDDF3-D146-BD30-1F74-F6296AD432E4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0954095" y="1676165"/>
                  <a:ext cx="21456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7253819F-3C7A-9031-372F-F889273BFC5A}"/>
                    </a:ext>
                  </a:extLst>
                </p14:cNvPr>
                <p14:cNvContentPartPr/>
                <p14:nvPr/>
              </p14:nvContentPartPr>
              <p14:xfrm>
                <a:off x="11050215" y="1707845"/>
                <a:ext cx="75240" cy="15840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7253819F-3C7A-9031-372F-F889273BFC5A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1032215" y="1689845"/>
                  <a:ext cx="11088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8A82F988-44EF-AE86-7F14-2F6C29A6B0BA}"/>
                    </a:ext>
                  </a:extLst>
                </p14:cNvPr>
                <p14:cNvContentPartPr/>
                <p14:nvPr/>
              </p14:nvContentPartPr>
              <p14:xfrm>
                <a:off x="11182695" y="1550165"/>
                <a:ext cx="187200" cy="10656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8A82F988-44EF-AE86-7F14-2F6C29A6B0BA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1164695" y="1532525"/>
                  <a:ext cx="22284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8408D818-0463-C0D5-6398-A760CCE2941A}"/>
                    </a:ext>
                  </a:extLst>
                </p14:cNvPr>
                <p14:cNvContentPartPr/>
                <p14:nvPr/>
              </p14:nvContentPartPr>
              <p14:xfrm>
                <a:off x="11274135" y="1511645"/>
                <a:ext cx="75240" cy="11916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8408D818-0463-C0D5-6398-A760CCE2941A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1256495" y="1494005"/>
                  <a:ext cx="11088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FD9CE969-C4EA-35E8-44D7-5EAE5EA30BC6}"/>
                    </a:ext>
                  </a:extLst>
                </p14:cNvPr>
                <p14:cNvContentPartPr/>
                <p14:nvPr/>
              </p14:nvContentPartPr>
              <p14:xfrm>
                <a:off x="10370535" y="1306085"/>
                <a:ext cx="1271520" cy="119304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FD9CE969-C4EA-35E8-44D7-5EAE5EA30BC6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0352535" y="1288445"/>
                  <a:ext cx="1307160" cy="122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06A1A900-5EE4-6CEC-C0FB-371BF9ADFBA1}"/>
                    </a:ext>
                  </a:extLst>
                </p14:cNvPr>
                <p14:cNvContentPartPr/>
                <p14:nvPr/>
              </p14:nvContentPartPr>
              <p14:xfrm>
                <a:off x="10445775" y="939965"/>
                <a:ext cx="32760" cy="35964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06A1A900-5EE4-6CEC-C0FB-371BF9ADFBA1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0428135" y="921965"/>
                  <a:ext cx="68400" cy="39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1E8355A4-F283-9D28-28DC-E583A597AFE8}"/>
                    </a:ext>
                  </a:extLst>
                </p14:cNvPr>
                <p14:cNvContentPartPr/>
                <p14:nvPr/>
              </p14:nvContentPartPr>
              <p14:xfrm>
                <a:off x="10466655" y="933845"/>
                <a:ext cx="183240" cy="27612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1E8355A4-F283-9D28-28DC-E583A597AFE8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0449015" y="916205"/>
                  <a:ext cx="21888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87548F70-8611-F821-1FF4-EF14B4E86F64}"/>
                    </a:ext>
                  </a:extLst>
                </p14:cNvPr>
                <p14:cNvContentPartPr/>
                <p14:nvPr/>
              </p14:nvContentPartPr>
              <p14:xfrm>
                <a:off x="10719015" y="1060565"/>
                <a:ext cx="82800" cy="12888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87548F70-8611-F821-1FF4-EF14B4E86F64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0701375" y="1042565"/>
                  <a:ext cx="11844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B0AFD57F-7E2C-2568-C03F-D8AD3809F676}"/>
                    </a:ext>
                  </a:extLst>
                </p14:cNvPr>
                <p14:cNvContentPartPr/>
                <p14:nvPr/>
              </p14:nvContentPartPr>
              <p14:xfrm>
                <a:off x="10903335" y="1055525"/>
                <a:ext cx="82440" cy="15840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B0AFD57F-7E2C-2568-C03F-D8AD3809F676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0885335" y="1037525"/>
                  <a:ext cx="11808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E310B275-B41B-6CC1-0EEE-4139969531B7}"/>
                    </a:ext>
                  </a:extLst>
                </p14:cNvPr>
                <p14:cNvContentPartPr/>
                <p14:nvPr/>
              </p14:nvContentPartPr>
              <p14:xfrm>
                <a:off x="11081895" y="1101605"/>
                <a:ext cx="12960" cy="11664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E310B275-B41B-6CC1-0EEE-4139969531B7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1063895" y="1083605"/>
                  <a:ext cx="4860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FD09A24F-FD8D-857D-E0DE-9AD87C1BB768}"/>
                    </a:ext>
                  </a:extLst>
                </p14:cNvPr>
                <p14:cNvContentPartPr/>
                <p14:nvPr/>
              </p14:nvContentPartPr>
              <p14:xfrm>
                <a:off x="11105655" y="988925"/>
                <a:ext cx="16200" cy="2160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FD09A24F-FD8D-857D-E0DE-9AD87C1BB768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1087655" y="971285"/>
                  <a:ext cx="5184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6E9AF905-90B2-B556-2544-05F6D255867C}"/>
                    </a:ext>
                  </a:extLst>
                </p14:cNvPr>
                <p14:cNvContentPartPr/>
                <p14:nvPr/>
              </p14:nvContentPartPr>
              <p14:xfrm>
                <a:off x="11228775" y="1070285"/>
                <a:ext cx="57600" cy="16704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6E9AF905-90B2-B556-2544-05F6D255867C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1210775" y="1052645"/>
                  <a:ext cx="9324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7C548FF6-A283-36A7-582C-962E0BA8EC45}"/>
                    </a:ext>
                  </a:extLst>
                </p14:cNvPr>
                <p14:cNvContentPartPr/>
                <p14:nvPr/>
              </p14:nvContentPartPr>
              <p14:xfrm>
                <a:off x="11387175" y="999725"/>
                <a:ext cx="61560" cy="23040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7C548FF6-A283-36A7-582C-962E0BA8EC45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1369535" y="981725"/>
                  <a:ext cx="9720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53FAAD58-4A8A-DFB7-6089-75C2C9AA2B2C}"/>
                    </a:ext>
                  </a:extLst>
                </p14:cNvPr>
                <p14:cNvContentPartPr/>
                <p14:nvPr/>
              </p14:nvContentPartPr>
              <p14:xfrm>
                <a:off x="11353335" y="1068845"/>
                <a:ext cx="131760" cy="7380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53FAAD58-4A8A-DFB7-6089-75C2C9AA2B2C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1335335" y="1050845"/>
                  <a:ext cx="16740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F1794674-89EB-3EBA-22C1-A6185544F7F2}"/>
                    </a:ext>
                  </a:extLst>
                </p14:cNvPr>
                <p14:cNvContentPartPr/>
                <p14:nvPr/>
              </p14:nvContentPartPr>
              <p14:xfrm>
                <a:off x="11561055" y="1053005"/>
                <a:ext cx="106560" cy="13536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F1794674-89EB-3EBA-22C1-A6185544F7F2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1543415" y="1035365"/>
                  <a:ext cx="14220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2ABC75E6-3C3D-8F5A-7780-B0A2A427685E}"/>
                    </a:ext>
                  </a:extLst>
                </p14:cNvPr>
                <p14:cNvContentPartPr/>
                <p14:nvPr/>
              </p14:nvContentPartPr>
              <p14:xfrm>
                <a:off x="11703615" y="1009805"/>
                <a:ext cx="141840" cy="18072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2ABC75E6-3C3D-8F5A-7780-B0A2A427685E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1685615" y="991805"/>
                  <a:ext cx="177480" cy="21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0" name="Group 219">
            <a:extLst>
              <a:ext uri="{FF2B5EF4-FFF2-40B4-BE49-F238E27FC236}">
                <a16:creationId xmlns:a16="http://schemas.microsoft.com/office/drawing/2014/main" id="{5F148ED1-00D0-287E-698A-ADDF872D140C}"/>
              </a:ext>
            </a:extLst>
          </p:cNvPr>
          <p:cNvGrpSpPr/>
          <p:nvPr/>
        </p:nvGrpSpPr>
        <p:grpSpPr>
          <a:xfrm>
            <a:off x="9698775" y="3777485"/>
            <a:ext cx="2219760" cy="2144880"/>
            <a:chOff x="9698775" y="3777485"/>
            <a:chExt cx="2219760" cy="2144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C51CABDA-2BE9-BBD1-FEA1-CF276B4287FB}"/>
                    </a:ext>
                  </a:extLst>
                </p14:cNvPr>
                <p14:cNvContentPartPr/>
                <p14:nvPr/>
              </p14:nvContentPartPr>
              <p14:xfrm>
                <a:off x="10374495" y="3961805"/>
                <a:ext cx="188280" cy="163944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C51CABDA-2BE9-BBD1-FEA1-CF276B4287FB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0356855" y="3944165"/>
                  <a:ext cx="223920" cy="167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545E6DA3-C8BD-085A-599D-651401F5B680}"/>
                    </a:ext>
                  </a:extLst>
                </p14:cNvPr>
                <p14:cNvContentPartPr/>
                <p14:nvPr/>
              </p14:nvContentPartPr>
              <p14:xfrm>
                <a:off x="9698775" y="5163485"/>
                <a:ext cx="2219760" cy="6948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545E6DA3-C8BD-085A-599D-651401F5B680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9681135" y="5145485"/>
                  <a:ext cx="225540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0BF86B6A-3CB5-0F6B-2FFE-C7C315334CFA}"/>
                    </a:ext>
                  </a:extLst>
                </p14:cNvPr>
                <p14:cNvContentPartPr/>
                <p14:nvPr/>
              </p14:nvContentPartPr>
              <p14:xfrm>
                <a:off x="11076135" y="5630765"/>
                <a:ext cx="276840" cy="29160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0BF86B6A-3CB5-0F6B-2FFE-C7C315334CFA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1058495" y="5613125"/>
                  <a:ext cx="312480" cy="3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73595B83-2B2D-E826-80E4-774FB6458B40}"/>
                    </a:ext>
                  </a:extLst>
                </p14:cNvPr>
                <p14:cNvContentPartPr/>
                <p14:nvPr/>
              </p14:nvContentPartPr>
              <p14:xfrm>
                <a:off x="11491575" y="5775485"/>
                <a:ext cx="334800" cy="1440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73595B83-2B2D-E826-80E4-774FB6458B40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1473935" y="5757485"/>
                  <a:ext cx="37044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615E568B-18FB-76AF-274F-CA896718BF67}"/>
                    </a:ext>
                  </a:extLst>
                </p14:cNvPr>
                <p14:cNvContentPartPr/>
                <p14:nvPr/>
              </p14:nvContentPartPr>
              <p14:xfrm>
                <a:off x="11724495" y="5694485"/>
                <a:ext cx="110880" cy="19188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615E568B-18FB-76AF-274F-CA896718BF67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1706495" y="5676485"/>
                  <a:ext cx="14652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44932E93-3D37-A39B-0079-0EE6EC3B8A7A}"/>
                    </a:ext>
                  </a:extLst>
                </p14:cNvPr>
                <p14:cNvContentPartPr/>
                <p14:nvPr/>
              </p14:nvContentPartPr>
              <p14:xfrm>
                <a:off x="9952935" y="4436285"/>
                <a:ext cx="78480" cy="26640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44932E93-3D37-A39B-0079-0EE6EC3B8A7A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9934935" y="4418285"/>
                  <a:ext cx="11412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D53E4D36-6761-2EF6-0648-152E15C5C81A}"/>
                    </a:ext>
                  </a:extLst>
                </p14:cNvPr>
                <p14:cNvContentPartPr/>
                <p14:nvPr/>
              </p14:nvContentPartPr>
              <p14:xfrm>
                <a:off x="9883095" y="4394165"/>
                <a:ext cx="220680" cy="5832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D53E4D36-6761-2EF6-0648-152E15C5C81A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9865095" y="4376525"/>
                  <a:ext cx="25632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018BE18E-31C3-BAD4-A2B0-62AA81AA3709}"/>
                    </a:ext>
                  </a:extLst>
                </p14:cNvPr>
                <p14:cNvContentPartPr/>
                <p14:nvPr/>
              </p14:nvContentPartPr>
              <p14:xfrm>
                <a:off x="9980295" y="4714205"/>
                <a:ext cx="90360" cy="792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018BE18E-31C3-BAD4-A2B0-62AA81AA3709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9962295" y="4696205"/>
                  <a:ext cx="12600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34ACA9B8-D2FF-1C8B-A7BD-054EC9F0F869}"/>
                    </a:ext>
                  </a:extLst>
                </p14:cNvPr>
                <p14:cNvContentPartPr/>
                <p14:nvPr/>
              </p14:nvContentPartPr>
              <p14:xfrm>
                <a:off x="10513095" y="3777485"/>
                <a:ext cx="779400" cy="142308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34ACA9B8-D2FF-1C8B-A7BD-054EC9F0F869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0495095" y="3759845"/>
                  <a:ext cx="815040" cy="1458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6490E3F1-D58B-26D3-B529-74B07912AB7C}"/>
              </a:ext>
            </a:extLst>
          </p:cNvPr>
          <p:cNvGrpSpPr/>
          <p:nvPr/>
        </p:nvGrpSpPr>
        <p:grpSpPr>
          <a:xfrm>
            <a:off x="10452975" y="3385445"/>
            <a:ext cx="1408680" cy="668520"/>
            <a:chOff x="10452975" y="3385445"/>
            <a:chExt cx="1408680" cy="66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CEF1F0ED-B5E2-4A0D-2D9E-F2A205C0008C}"/>
                    </a:ext>
                  </a:extLst>
                </p14:cNvPr>
                <p14:cNvContentPartPr/>
                <p14:nvPr/>
              </p14:nvContentPartPr>
              <p14:xfrm>
                <a:off x="10568895" y="3551405"/>
                <a:ext cx="52200" cy="33984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CEF1F0ED-B5E2-4A0D-2D9E-F2A205C0008C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10551255" y="3533765"/>
                  <a:ext cx="87840" cy="37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91125740-B8FC-1DF3-1A93-864C4D39DBC3}"/>
                    </a:ext>
                  </a:extLst>
                </p14:cNvPr>
                <p14:cNvContentPartPr/>
                <p14:nvPr/>
              </p14:nvContentPartPr>
              <p14:xfrm>
                <a:off x="10591575" y="3611885"/>
                <a:ext cx="179280" cy="23508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91125740-B8FC-1DF3-1A93-864C4D39DBC3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10573575" y="3593885"/>
                  <a:ext cx="21492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6CA9BDC3-1948-BF36-209B-39E702B4BCE2}"/>
                    </a:ext>
                  </a:extLst>
                </p14:cNvPr>
                <p14:cNvContentPartPr/>
                <p14:nvPr/>
              </p14:nvContentPartPr>
              <p14:xfrm>
                <a:off x="10851135" y="3749405"/>
                <a:ext cx="27720" cy="12528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6CA9BDC3-1948-BF36-209B-39E702B4BCE2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10833135" y="3731765"/>
                  <a:ext cx="6336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6451892D-D624-0A5B-2B78-85401875CA11}"/>
                    </a:ext>
                  </a:extLst>
                </p14:cNvPr>
                <p14:cNvContentPartPr/>
                <p14:nvPr/>
              </p14:nvContentPartPr>
              <p14:xfrm>
                <a:off x="10850415" y="3598205"/>
                <a:ext cx="22320" cy="2376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6451892D-D624-0A5B-2B78-85401875CA11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0832775" y="3580565"/>
                  <a:ext cx="5796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01440AB4-89EA-3E44-618F-6AB2B581DDED}"/>
                    </a:ext>
                  </a:extLst>
                </p14:cNvPr>
                <p14:cNvContentPartPr/>
                <p14:nvPr/>
              </p14:nvContentPartPr>
              <p14:xfrm>
                <a:off x="11001975" y="3720605"/>
                <a:ext cx="20880" cy="1152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01440AB4-89EA-3E44-618F-6AB2B581DDED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0983975" y="3702605"/>
                  <a:ext cx="5652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6336AA79-53B6-C9D2-5065-97074C173109}"/>
                    </a:ext>
                  </a:extLst>
                </p14:cNvPr>
                <p14:cNvContentPartPr/>
                <p14:nvPr/>
              </p14:nvContentPartPr>
              <p14:xfrm>
                <a:off x="10978215" y="3714485"/>
                <a:ext cx="117000" cy="14724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6336AA79-53B6-C9D2-5065-97074C173109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0960575" y="3696485"/>
                  <a:ext cx="15264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C6CB0F95-F49C-F738-6443-B2EF3C3D278A}"/>
                    </a:ext>
                  </a:extLst>
                </p14:cNvPr>
                <p14:cNvContentPartPr/>
                <p14:nvPr/>
              </p14:nvContentPartPr>
              <p14:xfrm>
                <a:off x="11176215" y="3576245"/>
                <a:ext cx="144720" cy="29736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C6CB0F95-F49C-F738-6443-B2EF3C3D278A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1158575" y="3558245"/>
                  <a:ext cx="180360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199F1222-D708-BB73-FBE8-B892BB3F3030}"/>
                    </a:ext>
                  </a:extLst>
                </p14:cNvPr>
                <p14:cNvContentPartPr/>
                <p14:nvPr/>
              </p14:nvContentPartPr>
              <p14:xfrm>
                <a:off x="11434335" y="3727445"/>
                <a:ext cx="115920" cy="16704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199F1222-D708-BB73-FBE8-B892BB3F3030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1416335" y="3709445"/>
                  <a:ext cx="15156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90FBA63A-A63C-1864-1CBA-67EBF8775E58}"/>
                    </a:ext>
                  </a:extLst>
                </p14:cNvPr>
                <p14:cNvContentPartPr/>
                <p14:nvPr/>
              </p14:nvContentPartPr>
              <p14:xfrm>
                <a:off x="10452975" y="3385445"/>
                <a:ext cx="1408680" cy="66852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90FBA63A-A63C-1864-1CBA-67EBF8775E58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0435335" y="3367445"/>
                  <a:ext cx="1444320" cy="704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3" name="Group 232">
            <a:extLst>
              <a:ext uri="{FF2B5EF4-FFF2-40B4-BE49-F238E27FC236}">
                <a16:creationId xmlns:a16="http://schemas.microsoft.com/office/drawing/2014/main" id="{AD734DEB-DB4C-6BB3-1EBD-4359777A9CC4}"/>
              </a:ext>
            </a:extLst>
          </p:cNvPr>
          <p:cNvGrpSpPr/>
          <p:nvPr/>
        </p:nvGrpSpPr>
        <p:grpSpPr>
          <a:xfrm>
            <a:off x="10231935" y="709565"/>
            <a:ext cx="1853640" cy="731160"/>
            <a:chOff x="10231935" y="709565"/>
            <a:chExt cx="1853640" cy="731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0ACF40A0-ECBD-EC14-DFBD-B844E2CADAD1}"/>
                    </a:ext>
                  </a:extLst>
                </p14:cNvPr>
                <p14:cNvContentPartPr/>
                <p14:nvPr/>
              </p14:nvContentPartPr>
              <p14:xfrm>
                <a:off x="10239855" y="775445"/>
                <a:ext cx="70920" cy="56088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0ACF40A0-ECBD-EC14-DFBD-B844E2CADAD1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0221855" y="757805"/>
                  <a:ext cx="106560" cy="59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277BF622-A36A-43AA-B84C-2C940E7901CF}"/>
                    </a:ext>
                  </a:extLst>
                </p14:cNvPr>
                <p14:cNvContentPartPr/>
                <p14:nvPr/>
              </p14:nvContentPartPr>
              <p14:xfrm>
                <a:off x="10231935" y="709565"/>
                <a:ext cx="1853640" cy="73116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277BF622-A36A-43AA-B84C-2C940E7901CF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0213935" y="691565"/>
                  <a:ext cx="1889280" cy="7668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94127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B0293-636A-A36B-545E-6C89282EB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circuit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84BDC0-EB94-4BD9-C8E8-D21C93B2A4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8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6" name="Picture 5" descr="A black arrow pointing to a red line&#10;&#10;Description automatically generated">
            <a:extLst>
              <a:ext uri="{FF2B5EF4-FFF2-40B4-BE49-F238E27FC236}">
                <a16:creationId xmlns:a16="http://schemas.microsoft.com/office/drawing/2014/main" id="{39F21257-D2AD-B993-1285-11466F1C7C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5032" y="552616"/>
            <a:ext cx="7101936" cy="3256302"/>
          </a:xfrm>
          <a:prstGeom prst="rect">
            <a:avLst/>
          </a:prstGeom>
        </p:spPr>
      </p:pic>
      <p:pic>
        <p:nvPicPr>
          <p:cNvPr id="8" name="Picture 7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0A45BBD8-9576-20ED-5825-370FFA8060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4504" y="4042078"/>
            <a:ext cx="7959116" cy="2263306"/>
          </a:xfrm>
          <a:prstGeom prst="rect">
            <a:avLst/>
          </a:prstGeom>
        </p:spPr>
      </p:pic>
      <p:grpSp>
        <p:nvGrpSpPr>
          <p:cNvPr id="66" name="Group 65">
            <a:extLst>
              <a:ext uri="{FF2B5EF4-FFF2-40B4-BE49-F238E27FC236}">
                <a16:creationId xmlns:a16="http://schemas.microsoft.com/office/drawing/2014/main" id="{9972C6DF-454F-D372-3CBC-92AC6BECDE0B}"/>
              </a:ext>
            </a:extLst>
          </p:cNvPr>
          <p:cNvGrpSpPr/>
          <p:nvPr/>
        </p:nvGrpSpPr>
        <p:grpSpPr>
          <a:xfrm>
            <a:off x="6103455" y="963005"/>
            <a:ext cx="340200" cy="2248920"/>
            <a:chOff x="6103455" y="963005"/>
            <a:chExt cx="340200" cy="2248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417E9F49-2AE5-C2A7-D464-9F4C0333AF19}"/>
                    </a:ext>
                  </a:extLst>
                </p14:cNvPr>
                <p14:cNvContentPartPr/>
                <p14:nvPr/>
              </p14:nvContentPartPr>
              <p14:xfrm>
                <a:off x="6103455" y="963005"/>
                <a:ext cx="100080" cy="6332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417E9F49-2AE5-C2A7-D464-9F4C0333AF1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085455" y="945005"/>
                  <a:ext cx="135720" cy="66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0448EE95-F276-0FDB-D54E-6B8827F64C9F}"/>
                    </a:ext>
                  </a:extLst>
                </p14:cNvPr>
                <p14:cNvContentPartPr/>
                <p14:nvPr/>
              </p14:nvContentPartPr>
              <p14:xfrm>
                <a:off x="6162855" y="1622885"/>
                <a:ext cx="141480" cy="6501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0448EE95-F276-0FDB-D54E-6B8827F64C9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145215" y="1605245"/>
                  <a:ext cx="177120" cy="68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3ED78CA2-DD25-5020-19C1-D4C9FBACA662}"/>
                    </a:ext>
                  </a:extLst>
                </p14:cNvPr>
                <p14:cNvContentPartPr/>
                <p14:nvPr/>
              </p14:nvContentPartPr>
              <p14:xfrm>
                <a:off x="6315135" y="2234885"/>
                <a:ext cx="128520" cy="9770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3ED78CA2-DD25-5020-19C1-D4C9FBACA66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297135" y="2217245"/>
                  <a:ext cx="164160" cy="1012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1BB13F34-4FD5-0969-B7C8-CEB3277C4451}"/>
                  </a:ext>
                </a:extLst>
              </p14:cNvPr>
              <p14:cNvContentPartPr/>
              <p14:nvPr/>
            </p14:nvContentPartPr>
            <p14:xfrm>
              <a:off x="6001935" y="902165"/>
              <a:ext cx="127440" cy="13104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1BB13F34-4FD5-0969-B7C8-CEB3277C445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983935" y="884165"/>
                <a:ext cx="163080" cy="16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27F9C0B9-1A69-4A6D-F6DE-CC6771707D56}"/>
                  </a:ext>
                </a:extLst>
              </p14:cNvPr>
              <p14:cNvContentPartPr/>
              <p14:nvPr/>
            </p14:nvContentPartPr>
            <p14:xfrm>
              <a:off x="4766775" y="950765"/>
              <a:ext cx="1282680" cy="6696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27F9C0B9-1A69-4A6D-F6DE-CC6771707D56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712775" y="842765"/>
                <a:ext cx="1390320" cy="28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A3514BC0-91F5-428D-2720-6412D7E0EA37}"/>
                  </a:ext>
                </a:extLst>
              </p14:cNvPr>
              <p14:cNvContentPartPr/>
              <p14:nvPr/>
            </p14:nvContentPartPr>
            <p14:xfrm>
              <a:off x="4825455" y="3148565"/>
              <a:ext cx="1545120" cy="19296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A3514BC0-91F5-428D-2720-6412D7E0EA3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771455" y="3040925"/>
                <a:ext cx="1652760" cy="408600"/>
              </a:xfrm>
              <a:prstGeom prst="rect">
                <a:avLst/>
              </a:prstGeom>
            </p:spPr>
          </p:pic>
        </mc:Fallback>
      </mc:AlternateContent>
      <p:grpSp>
        <p:nvGrpSpPr>
          <p:cNvPr id="88" name="Group 87">
            <a:extLst>
              <a:ext uri="{FF2B5EF4-FFF2-40B4-BE49-F238E27FC236}">
                <a16:creationId xmlns:a16="http://schemas.microsoft.com/office/drawing/2014/main" id="{2146673D-6EC9-59D1-214A-52CD0CF68585}"/>
              </a:ext>
            </a:extLst>
          </p:cNvPr>
          <p:cNvGrpSpPr/>
          <p:nvPr/>
        </p:nvGrpSpPr>
        <p:grpSpPr>
          <a:xfrm>
            <a:off x="5384895" y="384125"/>
            <a:ext cx="256680" cy="518400"/>
            <a:chOff x="5384895" y="384125"/>
            <a:chExt cx="256680" cy="518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EEE1EEDF-E72E-F08B-B016-162B4C8962A3}"/>
                    </a:ext>
                  </a:extLst>
                </p14:cNvPr>
                <p14:cNvContentPartPr/>
                <p14:nvPr/>
              </p14:nvContentPartPr>
              <p14:xfrm>
                <a:off x="5446455" y="384125"/>
                <a:ext cx="195120" cy="4989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EEE1EEDF-E72E-F08B-B016-162B4C8962A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428455" y="366485"/>
                  <a:ext cx="230760" cy="53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5E12E345-D833-D33E-6611-7F040CCDFEF8}"/>
                    </a:ext>
                  </a:extLst>
                </p14:cNvPr>
                <p14:cNvContentPartPr/>
                <p14:nvPr/>
              </p14:nvContentPartPr>
              <p14:xfrm>
                <a:off x="5384895" y="713165"/>
                <a:ext cx="228600" cy="1893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5E12E345-D833-D33E-6611-7F040CCDFEF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367255" y="695525"/>
                  <a:ext cx="264240" cy="22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7E859FF6-3AEC-8F97-FD1E-21B0E527C63C}"/>
              </a:ext>
            </a:extLst>
          </p:cNvPr>
          <p:cNvGrpSpPr/>
          <p:nvPr/>
        </p:nvGrpSpPr>
        <p:grpSpPr>
          <a:xfrm>
            <a:off x="5972415" y="233645"/>
            <a:ext cx="401400" cy="160920"/>
            <a:chOff x="5972415" y="233645"/>
            <a:chExt cx="401400" cy="160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5561B922-CE3C-B32A-6E86-298FE7CBB667}"/>
                    </a:ext>
                  </a:extLst>
                </p14:cNvPr>
                <p14:cNvContentPartPr/>
                <p14:nvPr/>
              </p14:nvContentPartPr>
              <p14:xfrm>
                <a:off x="5972415" y="244445"/>
                <a:ext cx="214200" cy="15012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5561B922-CE3C-B32A-6E86-298FE7CBB66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954775" y="226445"/>
                  <a:ext cx="24984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EBDAF75B-95BE-9087-EAF3-B433028BB05B}"/>
                    </a:ext>
                  </a:extLst>
                </p14:cNvPr>
                <p14:cNvContentPartPr/>
                <p14:nvPr/>
              </p14:nvContentPartPr>
              <p14:xfrm>
                <a:off x="6271575" y="233645"/>
                <a:ext cx="102240" cy="14148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EBDAF75B-95BE-9087-EAF3-B433028BB05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253935" y="216005"/>
                  <a:ext cx="137880" cy="177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5273AE47-1F3A-72D6-9399-81A68E046719}"/>
              </a:ext>
            </a:extLst>
          </p:cNvPr>
          <p:cNvGrpSpPr/>
          <p:nvPr/>
        </p:nvGrpSpPr>
        <p:grpSpPr>
          <a:xfrm>
            <a:off x="6680175" y="156965"/>
            <a:ext cx="1974960" cy="255960"/>
            <a:chOff x="6680175" y="156965"/>
            <a:chExt cx="1974960" cy="255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6169B92B-EFAE-D638-C246-DB1D6E7C58F1}"/>
                    </a:ext>
                  </a:extLst>
                </p14:cNvPr>
                <p14:cNvContentPartPr/>
                <p14:nvPr/>
              </p14:nvContentPartPr>
              <p14:xfrm>
                <a:off x="6680175" y="237605"/>
                <a:ext cx="50400" cy="1663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6169B92B-EFAE-D638-C246-DB1D6E7C58F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662175" y="219605"/>
                  <a:ext cx="8604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A494EE41-43FA-5BFD-6373-0B17147EC584}"/>
                    </a:ext>
                  </a:extLst>
                </p14:cNvPr>
                <p14:cNvContentPartPr/>
                <p14:nvPr/>
              </p14:nvContentPartPr>
              <p14:xfrm>
                <a:off x="6860535" y="239045"/>
                <a:ext cx="110880" cy="10224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A494EE41-43FA-5BFD-6373-0B17147EC58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842895" y="221405"/>
                  <a:ext cx="14652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29DA02B4-E293-E887-E820-F831A58047B9}"/>
                    </a:ext>
                  </a:extLst>
                </p14:cNvPr>
                <p14:cNvContentPartPr/>
                <p14:nvPr/>
              </p14:nvContentPartPr>
              <p14:xfrm>
                <a:off x="7082655" y="214205"/>
                <a:ext cx="157680" cy="15984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29DA02B4-E293-E887-E820-F831A58047B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065015" y="196565"/>
                  <a:ext cx="19332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A09CC969-30EF-BF22-9003-BA2DA3B0F67D}"/>
                    </a:ext>
                  </a:extLst>
                </p14:cNvPr>
                <p14:cNvContentPartPr/>
                <p14:nvPr/>
              </p14:nvContentPartPr>
              <p14:xfrm>
                <a:off x="7302615" y="234005"/>
                <a:ext cx="165600" cy="12744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A09CC969-30EF-BF22-9003-BA2DA3B0F67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284615" y="216365"/>
                  <a:ext cx="20124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255E0848-B47B-923F-30C6-7841D3949D2E}"/>
                    </a:ext>
                  </a:extLst>
                </p14:cNvPr>
                <p14:cNvContentPartPr/>
                <p14:nvPr/>
              </p14:nvContentPartPr>
              <p14:xfrm>
                <a:off x="7560375" y="236525"/>
                <a:ext cx="80280" cy="1425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255E0848-B47B-923F-30C6-7841D3949D2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542375" y="218525"/>
                  <a:ext cx="11592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6B6616D6-8EAD-6520-4FC4-B705463E2045}"/>
                    </a:ext>
                  </a:extLst>
                </p14:cNvPr>
                <p14:cNvContentPartPr/>
                <p14:nvPr/>
              </p14:nvContentPartPr>
              <p14:xfrm>
                <a:off x="7761975" y="249125"/>
                <a:ext cx="142560" cy="1335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6B6616D6-8EAD-6520-4FC4-B705463E204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743975" y="231485"/>
                  <a:ext cx="17820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4A95947F-A100-5DB1-AEF4-5A8B8352E297}"/>
                    </a:ext>
                  </a:extLst>
                </p14:cNvPr>
                <p14:cNvContentPartPr/>
                <p14:nvPr/>
              </p14:nvContentPartPr>
              <p14:xfrm>
                <a:off x="7995255" y="171005"/>
                <a:ext cx="41040" cy="2419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4A95947F-A100-5DB1-AEF4-5A8B8352E29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977615" y="153365"/>
                  <a:ext cx="7668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5B0655AA-DFC5-7483-B7E8-AE5FDFEBCF78}"/>
                    </a:ext>
                  </a:extLst>
                </p14:cNvPr>
                <p14:cNvContentPartPr/>
                <p14:nvPr/>
              </p14:nvContentPartPr>
              <p14:xfrm>
                <a:off x="7958535" y="244445"/>
                <a:ext cx="194400" cy="1450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5B0655AA-DFC5-7483-B7E8-AE5FDFEBCF7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940895" y="226445"/>
                  <a:ext cx="23004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588421CC-1260-B3B7-3272-00262A53D2CD}"/>
                    </a:ext>
                  </a:extLst>
                </p14:cNvPr>
                <p14:cNvContentPartPr/>
                <p14:nvPr/>
              </p14:nvContentPartPr>
              <p14:xfrm>
                <a:off x="8169855" y="156965"/>
                <a:ext cx="6840" cy="2304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588421CC-1260-B3B7-3272-00262A53D2C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152215" y="138965"/>
                  <a:ext cx="4248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E2EF1FE5-5A13-7420-4D23-45BD8F3B7231}"/>
                    </a:ext>
                  </a:extLst>
                </p14:cNvPr>
                <p14:cNvContentPartPr/>
                <p14:nvPr/>
              </p14:nvContentPartPr>
              <p14:xfrm>
                <a:off x="8285055" y="245885"/>
                <a:ext cx="121320" cy="1263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E2EF1FE5-5A13-7420-4D23-45BD8F3B723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267415" y="228245"/>
                  <a:ext cx="15696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A18EB287-9036-D2AE-04AF-70BA49954C5F}"/>
                    </a:ext>
                  </a:extLst>
                </p14:cNvPr>
                <p14:cNvContentPartPr/>
                <p14:nvPr/>
              </p14:nvContentPartPr>
              <p14:xfrm>
                <a:off x="8462175" y="254165"/>
                <a:ext cx="192960" cy="1252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A18EB287-9036-D2AE-04AF-70BA49954C5F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444535" y="236525"/>
                  <a:ext cx="228600" cy="160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47DE94F5-8551-DD9B-CA5C-E1A77B03629D}"/>
              </a:ext>
            </a:extLst>
          </p:cNvPr>
          <p:cNvGrpSpPr/>
          <p:nvPr/>
        </p:nvGrpSpPr>
        <p:grpSpPr>
          <a:xfrm>
            <a:off x="4346295" y="983165"/>
            <a:ext cx="846720" cy="2390760"/>
            <a:chOff x="4346295" y="983165"/>
            <a:chExt cx="846720" cy="2390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FBEC055-A5E1-8D38-F181-7BABF30C32DB}"/>
                    </a:ext>
                  </a:extLst>
                </p14:cNvPr>
                <p14:cNvContentPartPr/>
                <p14:nvPr/>
              </p14:nvContentPartPr>
              <p14:xfrm>
                <a:off x="4671375" y="983165"/>
                <a:ext cx="145080" cy="11566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FBEC055-A5E1-8D38-F181-7BABF30C32D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653735" y="965165"/>
                  <a:ext cx="180720" cy="11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18D0D6A-AADF-6CC4-3587-FC8883A542CC}"/>
                    </a:ext>
                  </a:extLst>
                </p14:cNvPr>
                <p14:cNvContentPartPr/>
                <p14:nvPr/>
              </p14:nvContentPartPr>
              <p14:xfrm>
                <a:off x="4440615" y="2167925"/>
                <a:ext cx="721800" cy="655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18D0D6A-AADF-6CC4-3587-FC8883A542C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422975" y="2150285"/>
                  <a:ext cx="75744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0178154-31E7-27A6-95B6-54350955DED0}"/>
                    </a:ext>
                  </a:extLst>
                </p14:cNvPr>
                <p14:cNvContentPartPr/>
                <p14:nvPr/>
              </p14:nvContentPartPr>
              <p14:xfrm>
                <a:off x="4685415" y="2417405"/>
                <a:ext cx="267480" cy="493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0178154-31E7-27A6-95B6-54350955DED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667415" y="2399405"/>
                  <a:ext cx="30312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5714A72C-DD33-C6B6-FECF-3EB6BD5DC983}"/>
                    </a:ext>
                  </a:extLst>
                </p14:cNvPr>
                <p14:cNvContentPartPr/>
                <p14:nvPr/>
              </p14:nvContentPartPr>
              <p14:xfrm>
                <a:off x="4875135" y="2478605"/>
                <a:ext cx="74880" cy="7826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5714A72C-DD33-C6B6-FECF-3EB6BD5DC98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857495" y="2460605"/>
                  <a:ext cx="110520" cy="81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0D273739-ABEA-FE78-2134-E60D73458E40}"/>
                    </a:ext>
                  </a:extLst>
                </p14:cNvPr>
                <p14:cNvContentPartPr/>
                <p14:nvPr/>
              </p14:nvContentPartPr>
              <p14:xfrm>
                <a:off x="4871535" y="3230645"/>
                <a:ext cx="115200" cy="1432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0D273739-ABEA-FE78-2134-E60D73458E40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853895" y="3213005"/>
                  <a:ext cx="15084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7AD3A49D-3A81-ED25-0008-EC9C7D71A259}"/>
                    </a:ext>
                  </a:extLst>
                </p14:cNvPr>
                <p14:cNvContentPartPr/>
                <p14:nvPr/>
              </p14:nvContentPartPr>
              <p14:xfrm>
                <a:off x="4638975" y="1004045"/>
                <a:ext cx="91080" cy="1281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7AD3A49D-3A81-ED25-0008-EC9C7D71A259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620975" y="986405"/>
                  <a:ext cx="12672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8776891D-E4B7-5870-7E6C-EF15A1A00373}"/>
                    </a:ext>
                  </a:extLst>
                </p14:cNvPr>
                <p14:cNvContentPartPr/>
                <p14:nvPr/>
              </p14:nvContentPartPr>
              <p14:xfrm>
                <a:off x="4346295" y="1730525"/>
                <a:ext cx="785160" cy="13309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8776891D-E4B7-5870-7E6C-EF15A1A00373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328295" y="1712885"/>
                  <a:ext cx="820800" cy="136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B83AD1DD-6791-5A2F-21F8-9599D367312D}"/>
                    </a:ext>
                  </a:extLst>
                </p14:cNvPr>
                <p14:cNvContentPartPr/>
                <p14:nvPr/>
              </p14:nvContentPartPr>
              <p14:xfrm>
                <a:off x="4935975" y="1717205"/>
                <a:ext cx="252360" cy="26784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B83AD1DD-6791-5A2F-21F8-9599D367312D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918335" y="1699205"/>
                  <a:ext cx="28800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48DE0661-6C77-E392-4AE7-2F79B2FF305E}"/>
                    </a:ext>
                  </a:extLst>
                </p14:cNvPr>
                <p14:cNvContentPartPr/>
                <p14:nvPr/>
              </p14:nvContentPartPr>
              <p14:xfrm>
                <a:off x="4929135" y="1727645"/>
                <a:ext cx="183600" cy="817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48DE0661-6C77-E392-4AE7-2F79B2FF305E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911135" y="1709645"/>
                  <a:ext cx="21924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F2F7CD50-7AB8-C775-47C7-AD0D5ACF8AAB}"/>
                    </a:ext>
                  </a:extLst>
                </p14:cNvPr>
                <p14:cNvContentPartPr/>
                <p14:nvPr/>
              </p14:nvContentPartPr>
              <p14:xfrm>
                <a:off x="4973415" y="1730885"/>
                <a:ext cx="219600" cy="29628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F2F7CD50-7AB8-C775-47C7-AD0D5ACF8AAB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955775" y="1712885"/>
                  <a:ext cx="255240" cy="331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604665F9-78F7-6487-9063-133C0245CA7E}"/>
              </a:ext>
            </a:extLst>
          </p:cNvPr>
          <p:cNvGrpSpPr/>
          <p:nvPr/>
        </p:nvGrpSpPr>
        <p:grpSpPr>
          <a:xfrm>
            <a:off x="3938055" y="2402285"/>
            <a:ext cx="130320" cy="391320"/>
            <a:chOff x="3938055" y="2402285"/>
            <a:chExt cx="130320" cy="391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3B805CAE-65B5-76E3-B31C-81581BA61907}"/>
                    </a:ext>
                  </a:extLst>
                </p14:cNvPr>
                <p14:cNvContentPartPr/>
                <p14:nvPr/>
              </p14:nvContentPartPr>
              <p14:xfrm>
                <a:off x="3992055" y="2402285"/>
                <a:ext cx="28080" cy="3682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3B805CAE-65B5-76E3-B31C-81581BA61907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974055" y="2384285"/>
                  <a:ext cx="63720" cy="40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B4E392FF-A183-8483-CDBA-8E4A169629E0}"/>
                    </a:ext>
                  </a:extLst>
                </p14:cNvPr>
                <p14:cNvContentPartPr/>
                <p14:nvPr/>
              </p14:nvContentPartPr>
              <p14:xfrm>
                <a:off x="3938055" y="2716205"/>
                <a:ext cx="130320" cy="7740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B4E392FF-A183-8483-CDBA-8E4A169629E0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920055" y="2698565"/>
                  <a:ext cx="165960" cy="113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C14FE9A3-287B-6455-D492-6FCBF47C94BE}"/>
              </a:ext>
            </a:extLst>
          </p:cNvPr>
          <p:cNvGrpSpPr/>
          <p:nvPr/>
        </p:nvGrpSpPr>
        <p:grpSpPr>
          <a:xfrm>
            <a:off x="3452055" y="1382765"/>
            <a:ext cx="622080" cy="814320"/>
            <a:chOff x="3452055" y="1382765"/>
            <a:chExt cx="622080" cy="81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02021F0E-C5A9-A33D-509D-DC9DDD5E6940}"/>
                    </a:ext>
                  </a:extLst>
                </p14:cNvPr>
                <p14:cNvContentPartPr/>
                <p14:nvPr/>
              </p14:nvContentPartPr>
              <p14:xfrm>
                <a:off x="3840495" y="1920245"/>
                <a:ext cx="233640" cy="2660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02021F0E-C5A9-A33D-509D-DC9DDD5E6940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822495" y="1902605"/>
                  <a:ext cx="26928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E891B2DE-C1F3-24B0-AB9A-CC1D16151E5E}"/>
                    </a:ext>
                  </a:extLst>
                </p14:cNvPr>
                <p14:cNvContentPartPr/>
                <p14:nvPr/>
              </p14:nvContentPartPr>
              <p14:xfrm>
                <a:off x="3934455" y="1397885"/>
                <a:ext cx="34920" cy="35064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E891B2DE-C1F3-24B0-AB9A-CC1D16151E5E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916815" y="1380245"/>
                  <a:ext cx="70560" cy="38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C3D5F1C1-D0B4-6E6B-EA0A-18655D283326}"/>
                    </a:ext>
                  </a:extLst>
                </p14:cNvPr>
                <p14:cNvContentPartPr/>
                <p14:nvPr/>
              </p14:nvContentPartPr>
              <p14:xfrm>
                <a:off x="3906015" y="1382765"/>
                <a:ext cx="115920" cy="1155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C3D5F1C1-D0B4-6E6B-EA0A-18655D28332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888015" y="1365125"/>
                  <a:ext cx="15156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9C50C1DE-F1B9-CC1A-377A-924B622331A9}"/>
                    </a:ext>
                  </a:extLst>
                </p14:cNvPr>
                <p14:cNvContentPartPr/>
                <p14:nvPr/>
              </p14:nvContentPartPr>
              <p14:xfrm>
                <a:off x="3551415" y="2015645"/>
                <a:ext cx="112320" cy="18144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9C50C1DE-F1B9-CC1A-377A-924B622331A9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533415" y="1997645"/>
                  <a:ext cx="14796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32A8A347-F871-1050-D511-E8F47F4D7B1B}"/>
                    </a:ext>
                  </a:extLst>
                </p14:cNvPr>
                <p14:cNvContentPartPr/>
                <p14:nvPr/>
              </p14:nvContentPartPr>
              <p14:xfrm>
                <a:off x="3452055" y="1489685"/>
                <a:ext cx="94320" cy="24732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32A8A347-F871-1050-D511-E8F47F4D7B1B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434055" y="1471685"/>
                  <a:ext cx="12996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EE6EE07B-F83D-FD78-E4FD-5981B13756A3}"/>
                    </a:ext>
                  </a:extLst>
                </p14:cNvPr>
                <p14:cNvContentPartPr/>
                <p14:nvPr/>
              </p14:nvContentPartPr>
              <p14:xfrm>
                <a:off x="3582735" y="1405085"/>
                <a:ext cx="104760" cy="18900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EE6EE07B-F83D-FD78-E4FD-5981B13756A3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564735" y="1387445"/>
                  <a:ext cx="140400" cy="22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5735DE9D-A371-1D11-8851-CD9E3BE7CF37}"/>
              </a:ext>
            </a:extLst>
          </p:cNvPr>
          <p:cNvGrpSpPr/>
          <p:nvPr/>
        </p:nvGrpSpPr>
        <p:grpSpPr>
          <a:xfrm>
            <a:off x="3529815" y="2539085"/>
            <a:ext cx="231120" cy="346680"/>
            <a:chOff x="3529815" y="2539085"/>
            <a:chExt cx="231120" cy="346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27B49C61-1904-4344-1112-A2869FDE0DE9}"/>
                    </a:ext>
                  </a:extLst>
                </p14:cNvPr>
                <p14:cNvContentPartPr/>
                <p14:nvPr/>
              </p14:nvContentPartPr>
              <p14:xfrm>
                <a:off x="3529815" y="2809445"/>
                <a:ext cx="85320" cy="7632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27B49C61-1904-4344-1112-A2869FDE0DE9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511815" y="2791805"/>
                  <a:ext cx="12096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6157FC4F-A494-7DB8-DC6A-9E999F9730E8}"/>
                    </a:ext>
                  </a:extLst>
                </p14:cNvPr>
                <p14:cNvContentPartPr/>
                <p14:nvPr/>
              </p14:nvContentPartPr>
              <p14:xfrm>
                <a:off x="3597495" y="2659685"/>
                <a:ext cx="68760" cy="8892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6157FC4F-A494-7DB8-DC6A-9E999F9730E8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579495" y="2642045"/>
                  <a:ext cx="10440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7883272A-4E1D-0FF1-85E7-900F90AADB37}"/>
                    </a:ext>
                  </a:extLst>
                </p14:cNvPr>
                <p14:cNvContentPartPr/>
                <p14:nvPr/>
              </p14:nvContentPartPr>
              <p14:xfrm>
                <a:off x="3588855" y="2675165"/>
                <a:ext cx="64800" cy="15588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7883272A-4E1D-0FF1-85E7-900F90AADB37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571215" y="2657165"/>
                  <a:ext cx="10044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F6801BC7-A1BC-0399-3FBE-9F33E530F9AF}"/>
                    </a:ext>
                  </a:extLst>
                </p14:cNvPr>
                <p14:cNvContentPartPr/>
                <p14:nvPr/>
              </p14:nvContentPartPr>
              <p14:xfrm>
                <a:off x="3681015" y="2539085"/>
                <a:ext cx="79920" cy="1353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F6801BC7-A1BC-0399-3FBE-9F33E530F9A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663015" y="2521085"/>
                  <a:ext cx="115560" cy="171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7C779F26-CBF4-71FF-7E5C-AB80D4A9FEA3}"/>
              </a:ext>
            </a:extLst>
          </p:cNvPr>
          <p:cNvGrpSpPr/>
          <p:nvPr/>
        </p:nvGrpSpPr>
        <p:grpSpPr>
          <a:xfrm>
            <a:off x="8939535" y="2300045"/>
            <a:ext cx="964440" cy="921600"/>
            <a:chOff x="8939535" y="2300045"/>
            <a:chExt cx="964440" cy="92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54217328-E09D-F0E4-CB05-112F8AEDA9DC}"/>
                    </a:ext>
                  </a:extLst>
                </p14:cNvPr>
                <p14:cNvContentPartPr/>
                <p14:nvPr/>
              </p14:nvContentPartPr>
              <p14:xfrm>
                <a:off x="8939535" y="2300045"/>
                <a:ext cx="716400" cy="70020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54217328-E09D-F0E4-CB05-112F8AEDA9DC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921535" y="2282045"/>
                  <a:ext cx="752040" cy="73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37E3D4AF-438C-1620-0FD1-7942DCDE9815}"/>
                    </a:ext>
                  </a:extLst>
                </p14:cNvPr>
                <p14:cNvContentPartPr/>
                <p14:nvPr/>
              </p14:nvContentPartPr>
              <p14:xfrm>
                <a:off x="9454695" y="2930405"/>
                <a:ext cx="350640" cy="1749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37E3D4AF-438C-1620-0FD1-7942DCDE9815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437055" y="2912765"/>
                  <a:ext cx="38628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F21A4C29-0F1A-7DDF-3AEF-C52EA58F1DAF}"/>
                    </a:ext>
                  </a:extLst>
                </p14:cNvPr>
                <p14:cNvContentPartPr/>
                <p14:nvPr/>
              </p14:nvContentPartPr>
              <p14:xfrm>
                <a:off x="9794175" y="3028685"/>
                <a:ext cx="109800" cy="19296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F21A4C29-0F1A-7DDF-3AEF-C52EA58F1DAF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776175" y="3011045"/>
                  <a:ext cx="145440" cy="22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E8AA1D8E-1C31-5348-0401-A84CEC081C42}"/>
              </a:ext>
            </a:extLst>
          </p:cNvPr>
          <p:cNvGrpSpPr/>
          <p:nvPr/>
        </p:nvGrpSpPr>
        <p:grpSpPr>
          <a:xfrm>
            <a:off x="10255335" y="3085205"/>
            <a:ext cx="1229760" cy="224640"/>
            <a:chOff x="10255335" y="3085205"/>
            <a:chExt cx="1229760" cy="224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06695347-720D-C721-C2B6-EBFE1ADC9637}"/>
                    </a:ext>
                  </a:extLst>
                </p14:cNvPr>
                <p14:cNvContentPartPr/>
                <p14:nvPr/>
              </p14:nvContentPartPr>
              <p14:xfrm>
                <a:off x="10255335" y="3085205"/>
                <a:ext cx="93960" cy="22464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06695347-720D-C721-C2B6-EBFE1ADC9637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0237335" y="3067565"/>
                  <a:ext cx="12960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A8C59E2E-EC8A-F333-5831-1F29A5BD6710}"/>
                    </a:ext>
                  </a:extLst>
                </p14:cNvPr>
                <p14:cNvContentPartPr/>
                <p14:nvPr/>
              </p14:nvContentPartPr>
              <p14:xfrm>
                <a:off x="10437855" y="3183845"/>
                <a:ext cx="111960" cy="12384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A8C59E2E-EC8A-F333-5831-1F29A5BD6710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0419855" y="3166205"/>
                  <a:ext cx="14760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473C61FA-A015-6607-84F2-69BBAB0A86D2}"/>
                    </a:ext>
                  </a:extLst>
                </p14:cNvPr>
                <p14:cNvContentPartPr/>
                <p14:nvPr/>
              </p14:nvContentPartPr>
              <p14:xfrm>
                <a:off x="10661055" y="3193205"/>
                <a:ext cx="172440" cy="10728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473C61FA-A015-6607-84F2-69BBAB0A86D2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0643415" y="3175205"/>
                  <a:ext cx="20808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8E8F1688-02FC-43E7-14F5-CF9F448E3CF2}"/>
                    </a:ext>
                  </a:extLst>
                </p14:cNvPr>
                <p14:cNvContentPartPr/>
                <p14:nvPr/>
              </p14:nvContentPartPr>
              <p14:xfrm>
                <a:off x="10906215" y="3155765"/>
                <a:ext cx="100080" cy="12888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8E8F1688-02FC-43E7-14F5-CF9F448E3CF2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0888215" y="3137765"/>
                  <a:ext cx="13572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FF7C2658-091F-192E-3CD0-FFE9BF3C7BA6}"/>
                    </a:ext>
                  </a:extLst>
                </p14:cNvPr>
                <p14:cNvContentPartPr/>
                <p14:nvPr/>
              </p14:nvContentPartPr>
              <p14:xfrm>
                <a:off x="11100975" y="3143525"/>
                <a:ext cx="79920" cy="8784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FF7C2658-091F-192E-3CD0-FFE9BF3C7BA6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1083335" y="3125885"/>
                  <a:ext cx="11556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1A576D3A-105F-0C96-E4A4-7C57920EB7A7}"/>
                    </a:ext>
                  </a:extLst>
                </p14:cNvPr>
                <p14:cNvContentPartPr/>
                <p14:nvPr/>
              </p14:nvContentPartPr>
              <p14:xfrm>
                <a:off x="11199975" y="3105365"/>
                <a:ext cx="164880" cy="14292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1A576D3A-105F-0C96-E4A4-7C57920EB7A7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1181975" y="3087365"/>
                  <a:ext cx="20052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39C535C3-A9A9-89D2-23E5-ED9A8543453C}"/>
                    </a:ext>
                  </a:extLst>
                </p14:cNvPr>
                <p14:cNvContentPartPr/>
                <p14:nvPr/>
              </p14:nvContentPartPr>
              <p14:xfrm>
                <a:off x="11472855" y="3239285"/>
                <a:ext cx="12240" cy="936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39C535C3-A9A9-89D2-23E5-ED9A8543453C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1455215" y="3221285"/>
                  <a:ext cx="47880" cy="45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2132801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4142F-D8A3-106E-9B19-AE9178C34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Voltage source</a:t>
            </a:r>
          </a:p>
        </p:txBody>
      </p:sp>
      <p:pic>
        <p:nvPicPr>
          <p:cNvPr id="6" name="Content Placeholder 5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BAE5AE10-2501-0F2A-17C5-97287AADDB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6383" y="174952"/>
            <a:ext cx="6059233" cy="275112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CAE72C-8E69-72F2-7AAD-5A915BBFBD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9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8" name="Picture 7" descr="A white text with black text&#10;&#10;Description automatically generated">
            <a:extLst>
              <a:ext uri="{FF2B5EF4-FFF2-40B4-BE49-F238E27FC236}">
                <a16:creationId xmlns:a16="http://schemas.microsoft.com/office/drawing/2014/main" id="{B51DBC0C-3A1C-4F16-8556-60A9D8267F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7558" y="3262021"/>
            <a:ext cx="6876883" cy="3345511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77FAC748-9481-4C3E-13D3-F156ABFDF73F}"/>
              </a:ext>
            </a:extLst>
          </p:cNvPr>
          <p:cNvGrpSpPr/>
          <p:nvPr/>
        </p:nvGrpSpPr>
        <p:grpSpPr>
          <a:xfrm>
            <a:off x="8039452" y="1318630"/>
            <a:ext cx="251280" cy="301680"/>
            <a:chOff x="8039452" y="1318630"/>
            <a:chExt cx="251280" cy="301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0C90EB11-A63E-4EA5-CA86-FD0D3D9EBED1}"/>
                    </a:ext>
                  </a:extLst>
                </p14:cNvPr>
                <p14:cNvContentPartPr/>
                <p14:nvPr/>
              </p14:nvContentPartPr>
              <p14:xfrm>
                <a:off x="8039452" y="1419430"/>
                <a:ext cx="150480" cy="2008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0C90EB11-A63E-4EA5-CA86-FD0D3D9EBED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033332" y="1413310"/>
                  <a:ext cx="16272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A9DEE8D9-1ADE-8342-D13E-BD2D2CF07CDE}"/>
                    </a:ext>
                  </a:extLst>
                </p14:cNvPr>
                <p14:cNvContentPartPr/>
                <p14:nvPr/>
              </p14:nvContentPartPr>
              <p14:xfrm>
                <a:off x="8173372" y="1318630"/>
                <a:ext cx="117360" cy="1760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A9DEE8D9-1ADE-8342-D13E-BD2D2CF07CD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167252" y="1312510"/>
                  <a:ext cx="129600" cy="188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A12A1C5-5B49-0B8A-02E0-D0F4147DC04E}"/>
              </a:ext>
            </a:extLst>
          </p:cNvPr>
          <p:cNvGrpSpPr/>
          <p:nvPr/>
        </p:nvGrpSpPr>
        <p:grpSpPr>
          <a:xfrm>
            <a:off x="8688532" y="1375870"/>
            <a:ext cx="267480" cy="244440"/>
            <a:chOff x="8688532" y="1375870"/>
            <a:chExt cx="267480" cy="244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B4ECBBB-1BAC-6BC7-83D3-E00B992F1FF5}"/>
                    </a:ext>
                  </a:extLst>
                </p14:cNvPr>
                <p14:cNvContentPartPr/>
                <p14:nvPr/>
              </p14:nvContentPartPr>
              <p14:xfrm>
                <a:off x="8688532" y="1375870"/>
                <a:ext cx="116640" cy="1926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B4ECBBB-1BAC-6BC7-83D3-E00B992F1FF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682412" y="1369750"/>
                  <a:ext cx="12888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21F0769-EC0F-C2E6-81CE-F25F73F61F52}"/>
                    </a:ext>
                  </a:extLst>
                </p14:cNvPr>
                <p14:cNvContentPartPr/>
                <p14:nvPr/>
              </p14:nvContentPartPr>
              <p14:xfrm>
                <a:off x="8868892" y="1433110"/>
                <a:ext cx="87120" cy="1872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21F0769-EC0F-C2E6-81CE-F25F73F61F5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862772" y="1426990"/>
                  <a:ext cx="99360" cy="199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3222FEE7-A4DE-34C6-7F23-7D9D54BF725F}"/>
                  </a:ext>
                </a:extLst>
              </p14:cNvPr>
              <p14:cNvContentPartPr/>
              <p14:nvPr/>
            </p14:nvContentPartPr>
            <p14:xfrm>
              <a:off x="8985172" y="1303150"/>
              <a:ext cx="115200" cy="20700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3222FEE7-A4DE-34C6-7F23-7D9D54BF725F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979052" y="1297030"/>
                <a:ext cx="127440" cy="21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59823FC-B093-F044-4693-12FF74F3C090}"/>
                  </a:ext>
                </a:extLst>
              </p14:cNvPr>
              <p14:cNvContentPartPr/>
              <p14:nvPr/>
            </p14:nvContentPartPr>
            <p14:xfrm>
              <a:off x="7972935" y="1752845"/>
              <a:ext cx="74520" cy="547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59823FC-B093-F044-4693-12FF74F3C09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955295" y="1735205"/>
                <a:ext cx="110160" cy="9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7129B3DC-F8C9-55B0-E17A-A5A4AA0231D4}"/>
                  </a:ext>
                </a:extLst>
              </p14:cNvPr>
              <p14:cNvContentPartPr/>
              <p14:nvPr/>
            </p14:nvContentPartPr>
            <p14:xfrm>
              <a:off x="7655415" y="1946165"/>
              <a:ext cx="124920" cy="1652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7129B3DC-F8C9-55B0-E17A-A5A4AA0231D4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637775" y="1928525"/>
                <a:ext cx="160560" cy="200880"/>
              </a:xfrm>
              <a:prstGeom prst="rect">
                <a:avLst/>
              </a:prstGeom>
            </p:spPr>
          </p:pic>
        </mc:Fallback>
      </mc:AlternateContent>
      <p:pic>
        <p:nvPicPr>
          <p:cNvPr id="32" name="Picture 31">
            <a:extLst>
              <a:ext uri="{FF2B5EF4-FFF2-40B4-BE49-F238E27FC236}">
                <a16:creationId xmlns:a16="http://schemas.microsoft.com/office/drawing/2014/main" id="{FFA8EAA8-0A7F-52BA-42AC-2AAE129FBD50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938943" y="108608"/>
            <a:ext cx="1804841" cy="3117798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8DDD6D77-2F35-D4B3-6ED5-A92D7AC001E7}"/>
              </a:ext>
            </a:extLst>
          </p:cNvPr>
          <p:cNvGrpSpPr/>
          <p:nvPr/>
        </p:nvGrpSpPr>
        <p:grpSpPr>
          <a:xfrm>
            <a:off x="7217295" y="836285"/>
            <a:ext cx="1491120" cy="194760"/>
            <a:chOff x="7217295" y="836285"/>
            <a:chExt cx="1491120" cy="194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3EC47CA-351B-B656-54C6-287E555E20B9}"/>
                    </a:ext>
                  </a:extLst>
                </p14:cNvPr>
                <p14:cNvContentPartPr/>
                <p14:nvPr/>
              </p14:nvContentPartPr>
              <p14:xfrm>
                <a:off x="8101095" y="915845"/>
                <a:ext cx="566640" cy="273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3EC47CA-351B-B656-54C6-287E555E20B9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083455" y="897845"/>
                  <a:ext cx="60228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3776B8A-95BA-F515-8780-A22BF705F53D}"/>
                    </a:ext>
                  </a:extLst>
                </p14:cNvPr>
                <p14:cNvContentPartPr/>
                <p14:nvPr/>
              </p14:nvContentPartPr>
              <p14:xfrm>
                <a:off x="8587095" y="836285"/>
                <a:ext cx="121320" cy="1393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3776B8A-95BA-F515-8780-A22BF705F53D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569455" y="818285"/>
                  <a:ext cx="15696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FDBB306-A562-FED5-C235-6EC9644E16E6}"/>
                    </a:ext>
                  </a:extLst>
                </p14:cNvPr>
                <p14:cNvContentPartPr/>
                <p14:nvPr/>
              </p14:nvContentPartPr>
              <p14:xfrm>
                <a:off x="7217295" y="964085"/>
                <a:ext cx="688680" cy="324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FDBB306-A562-FED5-C235-6EC9644E16E6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199295" y="946085"/>
                  <a:ext cx="72432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E756226-90BA-4F36-0079-197B5A5AD68A}"/>
                    </a:ext>
                  </a:extLst>
                </p14:cNvPr>
                <p14:cNvContentPartPr/>
                <p14:nvPr/>
              </p14:nvContentPartPr>
              <p14:xfrm>
                <a:off x="7235655" y="864365"/>
                <a:ext cx="173160" cy="1666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E756226-90BA-4F36-0079-197B5A5AD68A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217655" y="846365"/>
                  <a:ext cx="208800" cy="202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4CD06A93-A7A2-72C9-58DE-BD277E2F92ED}"/>
              </a:ext>
            </a:extLst>
          </p:cNvPr>
          <p:cNvGrpSpPr/>
          <p:nvPr/>
        </p:nvGrpSpPr>
        <p:grpSpPr>
          <a:xfrm>
            <a:off x="155175" y="1319045"/>
            <a:ext cx="4862160" cy="2572200"/>
            <a:chOff x="155175" y="1319045"/>
            <a:chExt cx="4862160" cy="2572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68B13288-6EEC-A8D7-6564-1BC90CD51B8C}"/>
                    </a:ext>
                  </a:extLst>
                </p14:cNvPr>
                <p14:cNvContentPartPr/>
                <p14:nvPr/>
              </p14:nvContentPartPr>
              <p14:xfrm>
                <a:off x="232575" y="2008445"/>
                <a:ext cx="840600" cy="468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68B13288-6EEC-A8D7-6564-1BC90CD51B8C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14935" y="1990445"/>
                  <a:ext cx="87624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26AFE8B-F4D6-E0D5-CC56-50375EB87306}"/>
                    </a:ext>
                  </a:extLst>
                </p14:cNvPr>
                <p14:cNvContentPartPr/>
                <p14:nvPr/>
              </p14:nvContentPartPr>
              <p14:xfrm>
                <a:off x="254175" y="1921685"/>
                <a:ext cx="1008360" cy="7246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26AFE8B-F4D6-E0D5-CC56-50375EB87306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36535" y="1904045"/>
                  <a:ext cx="1044000" cy="76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BEF5884-C968-4FEA-D3EF-C521160F72DA}"/>
                    </a:ext>
                  </a:extLst>
                </p14:cNvPr>
                <p14:cNvContentPartPr/>
                <p14:nvPr/>
              </p14:nvContentPartPr>
              <p14:xfrm>
                <a:off x="155175" y="2011685"/>
                <a:ext cx="106200" cy="6026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BEF5884-C968-4FEA-D3EF-C521160F72DA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37535" y="1993685"/>
                  <a:ext cx="141840" cy="63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0B5DB2C6-DC34-A8CC-69A7-0E01D804DE75}"/>
                    </a:ext>
                  </a:extLst>
                </p14:cNvPr>
                <p14:cNvContentPartPr/>
                <p14:nvPr/>
              </p14:nvContentPartPr>
              <p14:xfrm>
                <a:off x="408255" y="2168285"/>
                <a:ext cx="138600" cy="2937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0B5DB2C6-DC34-A8CC-69A7-0E01D804DE75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90255" y="2150645"/>
                  <a:ext cx="174240" cy="32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6C2C92D-8F6B-6688-5547-AECA819BC17E}"/>
                    </a:ext>
                  </a:extLst>
                </p14:cNvPr>
                <p14:cNvContentPartPr/>
                <p14:nvPr/>
              </p14:nvContentPartPr>
              <p14:xfrm>
                <a:off x="684735" y="2207165"/>
                <a:ext cx="9360" cy="1987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6C2C92D-8F6B-6688-5547-AECA819BC17E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666735" y="2189165"/>
                  <a:ext cx="4500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B7A3B37-716F-F7EA-C7A0-8FEB56085808}"/>
                    </a:ext>
                  </a:extLst>
                </p14:cNvPr>
                <p14:cNvContentPartPr/>
                <p14:nvPr/>
              </p14:nvContentPartPr>
              <p14:xfrm>
                <a:off x="704895" y="2202845"/>
                <a:ext cx="211680" cy="1792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B7A3B37-716F-F7EA-C7A0-8FEB56085808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686895" y="2184845"/>
                  <a:ext cx="24732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4684F8A-25CB-13A5-5D85-9967102EE167}"/>
                    </a:ext>
                  </a:extLst>
                </p14:cNvPr>
                <p14:cNvContentPartPr/>
                <p14:nvPr/>
              </p14:nvContentPartPr>
              <p14:xfrm>
                <a:off x="988935" y="2205365"/>
                <a:ext cx="132840" cy="1443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4684F8A-25CB-13A5-5D85-9967102EE167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970935" y="2187725"/>
                  <a:ext cx="16848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3FD36B7-CF1D-059D-7B8F-5D612CDC266C}"/>
                    </a:ext>
                  </a:extLst>
                </p14:cNvPr>
                <p14:cNvContentPartPr/>
                <p14:nvPr/>
              </p14:nvContentPartPr>
              <p14:xfrm>
                <a:off x="749175" y="1428485"/>
                <a:ext cx="70560" cy="5533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3FD36B7-CF1D-059D-7B8F-5D612CDC266C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731535" y="1410485"/>
                  <a:ext cx="106200" cy="58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C42CE982-2442-F3BB-A805-E324343A9440}"/>
                    </a:ext>
                  </a:extLst>
                </p14:cNvPr>
                <p14:cNvContentPartPr/>
                <p14:nvPr/>
              </p14:nvContentPartPr>
              <p14:xfrm>
                <a:off x="754215" y="1331285"/>
                <a:ext cx="1195920" cy="1422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C42CE982-2442-F3BB-A805-E324343A9440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736575" y="1313285"/>
                  <a:ext cx="123156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5B9536A-94B3-BCF2-1270-D787D5BD906C}"/>
                    </a:ext>
                  </a:extLst>
                </p14:cNvPr>
                <p14:cNvContentPartPr/>
                <p14:nvPr/>
              </p14:nvContentPartPr>
              <p14:xfrm>
                <a:off x="1941135" y="1319045"/>
                <a:ext cx="111600" cy="4132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5B9536A-94B3-BCF2-1270-D787D5BD906C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923495" y="1301045"/>
                  <a:ext cx="147240" cy="44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153EC071-66C9-3B55-D19D-8CD467A4C7F2}"/>
                    </a:ext>
                  </a:extLst>
                </p14:cNvPr>
                <p14:cNvContentPartPr/>
                <p14:nvPr/>
              </p14:nvContentPartPr>
              <p14:xfrm>
                <a:off x="1995855" y="1760405"/>
                <a:ext cx="152640" cy="3506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153EC071-66C9-3B55-D19D-8CD467A4C7F2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978215" y="1742405"/>
                  <a:ext cx="188280" cy="38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689A8012-D918-92FB-54AE-7130CC8C17DC}"/>
                    </a:ext>
                  </a:extLst>
                </p14:cNvPr>
                <p14:cNvContentPartPr/>
                <p14:nvPr/>
              </p14:nvContentPartPr>
              <p14:xfrm>
                <a:off x="2116095" y="2115005"/>
                <a:ext cx="52200" cy="3956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689A8012-D918-92FB-54AE-7130CC8C17DC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2098455" y="2097005"/>
                  <a:ext cx="87840" cy="43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D070FA0C-3BAE-F5ED-DE5B-620930E56901}"/>
                    </a:ext>
                  </a:extLst>
                </p14:cNvPr>
                <p14:cNvContentPartPr/>
                <p14:nvPr/>
              </p14:nvContentPartPr>
              <p14:xfrm>
                <a:off x="2158215" y="2528285"/>
                <a:ext cx="298800" cy="936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D070FA0C-3BAE-F5ED-DE5B-620930E56901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2140215" y="2510285"/>
                  <a:ext cx="33444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70DCD5D8-2D8B-9EE9-E307-5AA0B4DABBD8}"/>
                    </a:ext>
                  </a:extLst>
                </p14:cNvPr>
                <p14:cNvContentPartPr/>
                <p14:nvPr/>
              </p14:nvContentPartPr>
              <p14:xfrm>
                <a:off x="2479335" y="2448725"/>
                <a:ext cx="70200" cy="6530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70DCD5D8-2D8B-9EE9-E307-5AA0B4DABBD8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2461335" y="2431085"/>
                  <a:ext cx="105840" cy="68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03D6FA0-30E2-1A12-81F0-D75D1C4859D2}"/>
                    </a:ext>
                  </a:extLst>
                </p14:cNvPr>
                <p14:cNvContentPartPr/>
                <p14:nvPr/>
              </p14:nvContentPartPr>
              <p14:xfrm>
                <a:off x="2463495" y="2473925"/>
                <a:ext cx="706320" cy="7437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03D6FA0-30E2-1A12-81F0-D75D1C4859D2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2445495" y="2455925"/>
                  <a:ext cx="741960" cy="77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D5C76E2-2558-AE6B-2801-FE82D3809106}"/>
                    </a:ext>
                  </a:extLst>
                </p14:cNvPr>
                <p14:cNvContentPartPr/>
                <p14:nvPr/>
              </p14:nvContentPartPr>
              <p14:xfrm>
                <a:off x="2271975" y="3014645"/>
                <a:ext cx="299160" cy="1166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D5C76E2-2558-AE6B-2801-FE82D3809106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2253975" y="2996645"/>
                  <a:ext cx="33480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C73AA20-47BC-FC70-825C-02C7226BA7D1}"/>
                    </a:ext>
                  </a:extLst>
                </p14:cNvPr>
                <p14:cNvContentPartPr/>
                <p14:nvPr/>
              </p14:nvContentPartPr>
              <p14:xfrm>
                <a:off x="887775" y="2626925"/>
                <a:ext cx="276480" cy="12643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C73AA20-47BC-FC70-825C-02C7226BA7D1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870135" y="2608925"/>
                  <a:ext cx="312120" cy="129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62CA77A-A0B4-E46B-A576-98B84A6CCD31}"/>
                    </a:ext>
                  </a:extLst>
                </p14:cNvPr>
                <p14:cNvContentPartPr/>
                <p14:nvPr/>
              </p14:nvContentPartPr>
              <p14:xfrm>
                <a:off x="1160655" y="3116525"/>
                <a:ext cx="1294200" cy="7736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62CA77A-A0B4-E46B-A576-98B84A6CCD31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143015" y="3098885"/>
                  <a:ext cx="1329840" cy="80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4E4E376F-B93D-5866-AC7E-65A93693A912}"/>
                    </a:ext>
                  </a:extLst>
                </p14:cNvPr>
                <p14:cNvContentPartPr/>
                <p14:nvPr/>
              </p14:nvContentPartPr>
              <p14:xfrm>
                <a:off x="3259815" y="2731685"/>
                <a:ext cx="15480" cy="2242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4E4E376F-B93D-5866-AC7E-65A93693A912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3241815" y="2713685"/>
                  <a:ext cx="5112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7D2869B-FCC6-E8C1-F4D6-BCF8BA3123A7}"/>
                    </a:ext>
                  </a:extLst>
                </p14:cNvPr>
                <p14:cNvContentPartPr/>
                <p14:nvPr/>
              </p14:nvContentPartPr>
              <p14:xfrm>
                <a:off x="3238575" y="2716925"/>
                <a:ext cx="243360" cy="1497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87D2869B-FCC6-E8C1-F4D6-BCF8BA3123A7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3220935" y="2698925"/>
                  <a:ext cx="27900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9B92F39B-9FCD-21E6-633E-664F0495ECF7}"/>
                    </a:ext>
                  </a:extLst>
                </p14:cNvPr>
                <p14:cNvContentPartPr/>
                <p14:nvPr/>
              </p14:nvContentPartPr>
              <p14:xfrm>
                <a:off x="3546735" y="2769845"/>
                <a:ext cx="133920" cy="950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9B92F39B-9FCD-21E6-633E-664F0495ECF7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3528735" y="2751845"/>
                  <a:ext cx="16956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8EFA5B1-2310-C720-F14A-83D7881A5531}"/>
                    </a:ext>
                  </a:extLst>
                </p14:cNvPr>
                <p14:cNvContentPartPr/>
                <p14:nvPr/>
              </p14:nvContentPartPr>
              <p14:xfrm>
                <a:off x="3714135" y="2672645"/>
                <a:ext cx="69480" cy="1731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8EFA5B1-2310-C720-F14A-83D7881A5531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3696135" y="2655005"/>
                  <a:ext cx="10512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CB1A839-4587-AF04-C577-584C7F320CAE}"/>
                    </a:ext>
                  </a:extLst>
                </p14:cNvPr>
                <p14:cNvContentPartPr/>
                <p14:nvPr/>
              </p14:nvContentPartPr>
              <p14:xfrm>
                <a:off x="3891255" y="2640245"/>
                <a:ext cx="82440" cy="2188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CB1A839-4587-AF04-C577-584C7F320CAE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3873255" y="2622245"/>
                  <a:ext cx="11808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AAD09DF9-BA6A-991E-70D7-E76B1E5F012B}"/>
                    </a:ext>
                  </a:extLst>
                </p14:cNvPr>
                <p14:cNvContentPartPr/>
                <p14:nvPr/>
              </p14:nvContentPartPr>
              <p14:xfrm>
                <a:off x="3899895" y="2712245"/>
                <a:ext cx="120600" cy="367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AAD09DF9-BA6A-991E-70D7-E76B1E5F012B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3881895" y="2694245"/>
                  <a:ext cx="15624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B4337CF7-34E0-7AEA-C1C8-29BC56CEF2CE}"/>
                    </a:ext>
                  </a:extLst>
                </p14:cNvPr>
                <p14:cNvContentPartPr/>
                <p14:nvPr/>
              </p14:nvContentPartPr>
              <p14:xfrm>
                <a:off x="4068015" y="2694245"/>
                <a:ext cx="33480" cy="802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B4337CF7-34E0-7AEA-C1C8-29BC56CEF2CE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4050015" y="2676605"/>
                  <a:ext cx="6912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8820FACB-7D38-C96D-77BE-5EA05ADE458B}"/>
                    </a:ext>
                  </a:extLst>
                </p14:cNvPr>
                <p14:cNvContentPartPr/>
                <p14:nvPr/>
              </p14:nvContentPartPr>
              <p14:xfrm>
                <a:off x="3994935" y="2603525"/>
                <a:ext cx="36720" cy="54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8820FACB-7D38-C96D-77BE-5EA05ADE458B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3977295" y="2585885"/>
                  <a:ext cx="7236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551C5E27-0095-E15B-32E6-5BFD67327C37}"/>
                    </a:ext>
                  </a:extLst>
                </p14:cNvPr>
                <p14:cNvContentPartPr/>
                <p14:nvPr/>
              </p14:nvContentPartPr>
              <p14:xfrm>
                <a:off x="4191135" y="2624405"/>
                <a:ext cx="232560" cy="961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551C5E27-0095-E15B-32E6-5BFD67327C37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4173495" y="2606405"/>
                  <a:ext cx="26820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BD04AAE4-2099-6BED-12B1-00FC17FC84A7}"/>
                    </a:ext>
                  </a:extLst>
                </p14:cNvPr>
                <p14:cNvContentPartPr/>
                <p14:nvPr/>
              </p14:nvContentPartPr>
              <p14:xfrm>
                <a:off x="4429095" y="2602085"/>
                <a:ext cx="67680" cy="1350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BD04AAE4-2099-6BED-12B1-00FC17FC84A7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4411095" y="2584445"/>
                  <a:ext cx="10332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1089C4C0-574B-4E57-6BB7-7A14ECDCB5B8}"/>
                    </a:ext>
                  </a:extLst>
                </p14:cNvPr>
                <p14:cNvContentPartPr/>
                <p14:nvPr/>
              </p14:nvContentPartPr>
              <p14:xfrm>
                <a:off x="4556535" y="2532245"/>
                <a:ext cx="60480" cy="1638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1089C4C0-574B-4E57-6BB7-7A14ECDCB5B8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4538535" y="2514245"/>
                  <a:ext cx="9612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52323D1E-F41A-53C2-8524-F664C61B3672}"/>
                    </a:ext>
                  </a:extLst>
                </p14:cNvPr>
                <p14:cNvContentPartPr/>
                <p14:nvPr/>
              </p14:nvContentPartPr>
              <p14:xfrm>
                <a:off x="4560855" y="2589845"/>
                <a:ext cx="87120" cy="529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52323D1E-F41A-53C2-8524-F664C61B3672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4542855" y="2572205"/>
                  <a:ext cx="12276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B859A3FC-31EB-E9E9-A563-F954409A8FDA}"/>
                    </a:ext>
                  </a:extLst>
                </p14:cNvPr>
                <p14:cNvContentPartPr/>
                <p14:nvPr/>
              </p14:nvContentPartPr>
              <p14:xfrm>
                <a:off x="4693335" y="2536925"/>
                <a:ext cx="152640" cy="1389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B859A3FC-31EB-E9E9-A563-F954409A8FDA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4675335" y="2518925"/>
                  <a:ext cx="18828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A8295181-EFFC-1376-541E-0727A3DDA872}"/>
                    </a:ext>
                  </a:extLst>
                </p14:cNvPr>
                <p14:cNvContentPartPr/>
                <p14:nvPr/>
              </p14:nvContentPartPr>
              <p14:xfrm>
                <a:off x="4881615" y="2486165"/>
                <a:ext cx="135720" cy="1389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A8295181-EFFC-1376-541E-0727A3DDA872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4863975" y="2468165"/>
                  <a:ext cx="171360" cy="174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6D907B6E-F0D0-515C-99AC-8340F8107255}"/>
                  </a:ext>
                </a:extLst>
              </p14:cNvPr>
              <p14:cNvContentPartPr/>
              <p14:nvPr/>
            </p14:nvContentPartPr>
            <p14:xfrm>
              <a:off x="2488335" y="2624765"/>
              <a:ext cx="210240" cy="40428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6D907B6E-F0D0-515C-99AC-8340F8107255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2470695" y="2606765"/>
                <a:ext cx="245880" cy="439920"/>
              </a:xfrm>
              <a:prstGeom prst="rect">
                <a:avLst/>
              </a:prstGeom>
            </p:spPr>
          </p:pic>
        </mc:Fallback>
      </mc:AlternateContent>
      <p:grpSp>
        <p:nvGrpSpPr>
          <p:cNvPr id="67" name="Group 66">
            <a:extLst>
              <a:ext uri="{FF2B5EF4-FFF2-40B4-BE49-F238E27FC236}">
                <a16:creationId xmlns:a16="http://schemas.microsoft.com/office/drawing/2014/main" id="{970144B7-12B7-3B79-FDD7-F634A77BF29E}"/>
              </a:ext>
            </a:extLst>
          </p:cNvPr>
          <p:cNvGrpSpPr/>
          <p:nvPr/>
        </p:nvGrpSpPr>
        <p:grpSpPr>
          <a:xfrm>
            <a:off x="127455" y="979565"/>
            <a:ext cx="1057680" cy="704160"/>
            <a:chOff x="127455" y="979565"/>
            <a:chExt cx="1057680" cy="704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1E2DA9C1-C8B6-B532-AC4D-C6AD8C992237}"/>
                    </a:ext>
                  </a:extLst>
                </p14:cNvPr>
                <p14:cNvContentPartPr/>
                <p14:nvPr/>
              </p14:nvContentPartPr>
              <p14:xfrm>
                <a:off x="127455" y="1354685"/>
                <a:ext cx="173880" cy="3290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1E2DA9C1-C8B6-B532-AC4D-C6AD8C992237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09455" y="1337045"/>
                  <a:ext cx="209520" cy="36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BD41B8D7-065B-202D-45D8-DBA024ED3936}"/>
                    </a:ext>
                  </a:extLst>
                </p14:cNvPr>
                <p14:cNvContentPartPr/>
                <p14:nvPr/>
              </p14:nvContentPartPr>
              <p14:xfrm>
                <a:off x="317895" y="1364045"/>
                <a:ext cx="117000" cy="1137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BD41B8D7-065B-202D-45D8-DBA024ED3936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300255" y="1346405"/>
                  <a:ext cx="15264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B16D5539-22ED-2A2A-172D-097A530F5A1A}"/>
                    </a:ext>
                  </a:extLst>
                </p14:cNvPr>
                <p14:cNvContentPartPr/>
                <p14:nvPr/>
              </p14:nvContentPartPr>
              <p14:xfrm>
                <a:off x="460455" y="1252445"/>
                <a:ext cx="198720" cy="1270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B16D5539-22ED-2A2A-172D-097A530F5A1A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442455" y="1234445"/>
                  <a:ext cx="23436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7C3BCE76-BCD8-9091-0B54-E8B512F12D27}"/>
                    </a:ext>
                  </a:extLst>
                </p14:cNvPr>
                <p14:cNvContentPartPr/>
                <p14:nvPr/>
              </p14:nvContentPartPr>
              <p14:xfrm>
                <a:off x="678255" y="1095485"/>
                <a:ext cx="120960" cy="1321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7C3BCE76-BCD8-9091-0B54-E8B512F12D27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660255" y="1077485"/>
                  <a:ext cx="15660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4ACC72B1-E284-1C60-D271-3B7CCB4C9116}"/>
                    </a:ext>
                  </a:extLst>
                </p14:cNvPr>
                <p14:cNvContentPartPr/>
                <p14:nvPr/>
              </p14:nvContentPartPr>
              <p14:xfrm>
                <a:off x="946095" y="1046525"/>
                <a:ext cx="75600" cy="1159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4ACC72B1-E284-1C60-D271-3B7CCB4C9116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928095" y="1028525"/>
                  <a:ext cx="11124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6C8CAD51-6522-4821-A1E8-DFE2203CF0CC}"/>
                    </a:ext>
                  </a:extLst>
                </p14:cNvPr>
                <p14:cNvContentPartPr/>
                <p14:nvPr/>
              </p14:nvContentPartPr>
              <p14:xfrm>
                <a:off x="1049055" y="979565"/>
                <a:ext cx="136080" cy="1569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6C8CAD51-6522-4821-A1E8-DFE2203CF0CC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031415" y="961565"/>
                  <a:ext cx="171720" cy="19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8F0396FE-D12D-D388-C422-1613BE07D292}"/>
              </a:ext>
            </a:extLst>
          </p:cNvPr>
          <p:cNvGrpSpPr/>
          <p:nvPr/>
        </p:nvGrpSpPr>
        <p:grpSpPr>
          <a:xfrm>
            <a:off x="2730255" y="1955165"/>
            <a:ext cx="149040" cy="371880"/>
            <a:chOff x="2730255" y="1955165"/>
            <a:chExt cx="149040" cy="371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F89C76D1-F814-E478-27F8-DDCB10442D6F}"/>
                    </a:ext>
                  </a:extLst>
                </p14:cNvPr>
                <p14:cNvContentPartPr/>
                <p14:nvPr/>
              </p14:nvContentPartPr>
              <p14:xfrm>
                <a:off x="2767695" y="1955165"/>
                <a:ext cx="25560" cy="33264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F89C76D1-F814-E478-27F8-DDCB10442D6F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2750055" y="1937165"/>
                  <a:ext cx="61200" cy="36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93FBB103-2F7B-AF38-069F-E643A41F9691}"/>
                    </a:ext>
                  </a:extLst>
                </p14:cNvPr>
                <p14:cNvContentPartPr/>
                <p14:nvPr/>
              </p14:nvContentPartPr>
              <p14:xfrm>
                <a:off x="2730255" y="2206445"/>
                <a:ext cx="149040" cy="12060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93FBB103-2F7B-AF38-069F-E643A41F9691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2712615" y="2188805"/>
                  <a:ext cx="184680" cy="156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0179CF4B-DF8E-6AE8-FE78-2CCFDC5D9A6B}"/>
              </a:ext>
            </a:extLst>
          </p:cNvPr>
          <p:cNvGrpSpPr/>
          <p:nvPr/>
        </p:nvGrpSpPr>
        <p:grpSpPr>
          <a:xfrm>
            <a:off x="2529375" y="1188365"/>
            <a:ext cx="1216800" cy="403200"/>
            <a:chOff x="2529375" y="1188365"/>
            <a:chExt cx="1216800" cy="403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389D8E8A-E230-7DA9-5DA7-383401D5FC2F}"/>
                    </a:ext>
                  </a:extLst>
                </p14:cNvPr>
                <p14:cNvContentPartPr/>
                <p14:nvPr/>
              </p14:nvContentPartPr>
              <p14:xfrm>
                <a:off x="2530455" y="1327325"/>
                <a:ext cx="21600" cy="2642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389D8E8A-E230-7DA9-5DA7-383401D5FC2F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2512815" y="1309685"/>
                  <a:ext cx="5724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0D698434-9CB8-09D5-309E-7653997F0ACB}"/>
                    </a:ext>
                  </a:extLst>
                </p14:cNvPr>
                <p14:cNvContentPartPr/>
                <p14:nvPr/>
              </p14:nvContentPartPr>
              <p14:xfrm>
                <a:off x="2529375" y="1294925"/>
                <a:ext cx="207360" cy="1321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0D698434-9CB8-09D5-309E-7653997F0ACB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2511375" y="1276925"/>
                  <a:ext cx="24300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379733E5-88B1-B798-1242-9C1615F11BD9}"/>
                    </a:ext>
                  </a:extLst>
                </p14:cNvPr>
                <p14:cNvContentPartPr/>
                <p14:nvPr/>
              </p14:nvContentPartPr>
              <p14:xfrm>
                <a:off x="2792895" y="1301765"/>
                <a:ext cx="67680" cy="1627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379733E5-88B1-B798-1242-9C1615F11BD9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2775255" y="1283765"/>
                  <a:ext cx="10332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580DD869-36A4-04BC-5992-57AF022A1E42}"/>
                    </a:ext>
                  </a:extLst>
                </p14:cNvPr>
                <p14:cNvContentPartPr/>
                <p14:nvPr/>
              </p14:nvContentPartPr>
              <p14:xfrm>
                <a:off x="2913495" y="1332005"/>
                <a:ext cx="100440" cy="8892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580DD869-36A4-04BC-5992-57AF022A1E42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2895855" y="1314365"/>
                  <a:ext cx="13608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AAAE8BA1-07B5-C5DA-3FFF-D7AD73099175}"/>
                    </a:ext>
                  </a:extLst>
                </p14:cNvPr>
                <p14:cNvContentPartPr/>
                <p14:nvPr/>
              </p14:nvContentPartPr>
              <p14:xfrm>
                <a:off x="3110055" y="1232285"/>
                <a:ext cx="73440" cy="1778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AAAE8BA1-07B5-C5DA-3FFF-D7AD73099175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3092415" y="1214645"/>
                  <a:ext cx="10908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B12BD250-4044-627A-4B3E-4AED64F8AA5C}"/>
                    </a:ext>
                  </a:extLst>
                </p14:cNvPr>
                <p14:cNvContentPartPr/>
                <p14:nvPr/>
              </p14:nvContentPartPr>
              <p14:xfrm>
                <a:off x="3240015" y="1264325"/>
                <a:ext cx="177120" cy="907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B12BD250-4044-627A-4B3E-4AED64F8AA5C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3222015" y="1246685"/>
                  <a:ext cx="21276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77FA7EEC-9F49-233B-3184-0E087472786A}"/>
                    </a:ext>
                  </a:extLst>
                </p14:cNvPr>
                <p14:cNvContentPartPr/>
                <p14:nvPr/>
              </p14:nvContentPartPr>
              <p14:xfrm>
                <a:off x="3435135" y="1199165"/>
                <a:ext cx="110160" cy="1072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77FA7EEC-9F49-233B-3184-0E087472786A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3417135" y="1181525"/>
                  <a:ext cx="14580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477A84EB-69E5-7CAF-2C2C-73BCADED1A23}"/>
                    </a:ext>
                  </a:extLst>
                </p14:cNvPr>
                <p14:cNvContentPartPr/>
                <p14:nvPr/>
              </p14:nvContentPartPr>
              <p14:xfrm>
                <a:off x="3612255" y="1188365"/>
                <a:ext cx="133920" cy="1170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477A84EB-69E5-7CAF-2C2C-73BCADED1A23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3594255" y="1170365"/>
                  <a:ext cx="169560" cy="152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41EF990D-4874-DB57-3B0C-67E96CC61AF5}"/>
              </a:ext>
            </a:extLst>
          </p:cNvPr>
          <p:cNvGrpSpPr/>
          <p:nvPr/>
        </p:nvGrpSpPr>
        <p:grpSpPr>
          <a:xfrm>
            <a:off x="1608495" y="1926005"/>
            <a:ext cx="486360" cy="651960"/>
            <a:chOff x="1608495" y="1926005"/>
            <a:chExt cx="486360" cy="651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83C7DFAE-5DAF-99C3-D157-8FAD18765605}"/>
                    </a:ext>
                  </a:extLst>
                </p14:cNvPr>
                <p14:cNvContentPartPr/>
                <p14:nvPr/>
              </p14:nvContentPartPr>
              <p14:xfrm>
                <a:off x="1812255" y="1939685"/>
                <a:ext cx="154080" cy="1699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83C7DFAE-5DAF-99C3-D157-8FAD18765605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794255" y="1922045"/>
                  <a:ext cx="18972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A53A328B-1963-8F24-0D12-25CEACCAFC3D}"/>
                    </a:ext>
                  </a:extLst>
                </p14:cNvPr>
                <p14:cNvContentPartPr/>
                <p14:nvPr/>
              </p14:nvContentPartPr>
              <p14:xfrm>
                <a:off x="1843575" y="1928525"/>
                <a:ext cx="147960" cy="705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A53A328B-1963-8F24-0D12-25CEACCAFC3D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1825575" y="1910525"/>
                  <a:ext cx="18360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1C9A6E1F-BC15-F1D7-AB7A-9F43D33536E5}"/>
                    </a:ext>
                  </a:extLst>
                </p14:cNvPr>
                <p14:cNvContentPartPr/>
                <p14:nvPr/>
              </p14:nvContentPartPr>
              <p14:xfrm>
                <a:off x="1968855" y="1926005"/>
                <a:ext cx="17280" cy="1429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1C9A6E1F-BC15-F1D7-AB7A-9F43D33536E5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950855" y="1908005"/>
                  <a:ext cx="5292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C854AAA5-4B4A-896E-F19A-F1A38C006BE6}"/>
                    </a:ext>
                  </a:extLst>
                </p14:cNvPr>
                <p14:cNvContentPartPr/>
                <p14:nvPr/>
              </p14:nvContentPartPr>
              <p14:xfrm>
                <a:off x="1608495" y="2373485"/>
                <a:ext cx="60840" cy="2044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C854AAA5-4B4A-896E-F19A-F1A38C006BE6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1590495" y="2355485"/>
                  <a:ext cx="9648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B4225829-552E-9B8F-E75E-77CB19894286}"/>
                    </a:ext>
                  </a:extLst>
                </p14:cNvPr>
                <p14:cNvContentPartPr/>
                <p14:nvPr/>
              </p14:nvContentPartPr>
              <p14:xfrm>
                <a:off x="1702815" y="2414165"/>
                <a:ext cx="99720" cy="975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B4225829-552E-9B8F-E75E-77CB19894286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1685175" y="2396525"/>
                  <a:ext cx="13536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C4FA7BC8-C259-5FCF-BE23-D629766E3751}"/>
                    </a:ext>
                  </a:extLst>
                </p14:cNvPr>
                <p14:cNvContentPartPr/>
                <p14:nvPr/>
              </p14:nvContentPartPr>
              <p14:xfrm>
                <a:off x="1857255" y="2351885"/>
                <a:ext cx="119160" cy="1105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C4FA7BC8-C259-5FCF-BE23-D629766E3751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1839255" y="2333885"/>
                  <a:ext cx="15480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005AA7B4-ED28-8B80-39A4-51A76255D999}"/>
                    </a:ext>
                  </a:extLst>
                </p14:cNvPr>
                <p14:cNvContentPartPr/>
                <p14:nvPr/>
              </p14:nvContentPartPr>
              <p14:xfrm>
                <a:off x="1977495" y="2163965"/>
                <a:ext cx="117360" cy="21672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005AA7B4-ED28-8B80-39A4-51A76255D999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1959855" y="2146325"/>
                  <a:ext cx="153000" cy="2523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6168440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F20C5-17D3-9208-879E-6BB842C21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source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C56375-1A13-1D05-01D4-515002AB72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10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6" name="Picture 5" descr="A white background with black text and red arrows&#10;&#10;Description automatically generated">
            <a:extLst>
              <a:ext uri="{FF2B5EF4-FFF2-40B4-BE49-F238E27FC236}">
                <a16:creationId xmlns:a16="http://schemas.microsoft.com/office/drawing/2014/main" id="{D6BBA960-71EF-C3F2-00E6-719E8BBF5F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9286" y="63171"/>
            <a:ext cx="6389262" cy="2926519"/>
          </a:xfrm>
          <a:prstGeom prst="rect">
            <a:avLst/>
          </a:prstGeom>
        </p:spPr>
      </p:pic>
      <p:pic>
        <p:nvPicPr>
          <p:cNvPr id="8" name="Picture 7" descr="A close-up of a text&#10;&#10;Description automatically generated">
            <a:extLst>
              <a:ext uri="{FF2B5EF4-FFF2-40B4-BE49-F238E27FC236}">
                <a16:creationId xmlns:a16="http://schemas.microsoft.com/office/drawing/2014/main" id="{BDCC28B3-6A7C-8EB8-D670-9EA182D6B5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6182" y="2896262"/>
            <a:ext cx="7262161" cy="2590138"/>
          </a:xfrm>
          <a:prstGeom prst="rect">
            <a:avLst/>
          </a:prstGeom>
        </p:spPr>
      </p:pic>
      <p:pic>
        <p:nvPicPr>
          <p:cNvPr id="10" name="Picture 9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2F706E44-5682-A07D-07E2-2E229C4A5B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446" y="5165918"/>
            <a:ext cx="7315107" cy="162891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7988778-1B0D-E8A0-DA94-0972C5C213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6281" y="457666"/>
            <a:ext cx="1909014" cy="2124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6216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20ECF-F388-5ADC-5EA8-4EF51BB1C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 of circuit analysis - KCL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C94948-AA9A-6201-F94C-2F18BBA481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11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6" name="Picture 5" descr="A text on a white background&#10;&#10;Description automatically generated">
            <a:extLst>
              <a:ext uri="{FF2B5EF4-FFF2-40B4-BE49-F238E27FC236}">
                <a16:creationId xmlns:a16="http://schemas.microsoft.com/office/drawing/2014/main" id="{7CAFB81E-2858-83DE-EA9E-39F33B6830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588" y="1334797"/>
            <a:ext cx="5692633" cy="4442845"/>
          </a:xfrm>
          <a:prstGeom prst="rect">
            <a:avLst/>
          </a:prstGeom>
        </p:spPr>
      </p:pic>
      <p:pic>
        <p:nvPicPr>
          <p:cNvPr id="8" name="Picture 7" descr="A diagram of a diagram&#10;&#10;Description automatically generated">
            <a:extLst>
              <a:ext uri="{FF2B5EF4-FFF2-40B4-BE49-F238E27FC236}">
                <a16:creationId xmlns:a16="http://schemas.microsoft.com/office/drawing/2014/main" id="{7A55FFC7-2309-1930-D107-4E02A47C18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5971" y="1334797"/>
            <a:ext cx="4034930" cy="268579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883619B-5F09-B6D7-36C1-AC33C77863E8}"/>
                  </a:ext>
                </a:extLst>
              </p14:cNvPr>
              <p14:cNvContentPartPr/>
              <p14:nvPr/>
            </p14:nvContentPartPr>
            <p14:xfrm>
              <a:off x="9125572" y="2156350"/>
              <a:ext cx="116280" cy="1040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883619B-5F09-B6D7-36C1-AC33C77863E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119452" y="2150230"/>
                <a:ext cx="128520" cy="116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DA88C876-1BB0-9F29-2E82-76BCEC50037C}"/>
              </a:ext>
            </a:extLst>
          </p:cNvPr>
          <p:cNvGrpSpPr/>
          <p:nvPr/>
        </p:nvGrpSpPr>
        <p:grpSpPr>
          <a:xfrm>
            <a:off x="8142772" y="2559550"/>
            <a:ext cx="347400" cy="259560"/>
            <a:chOff x="8142772" y="2559550"/>
            <a:chExt cx="347400" cy="259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E9D6065C-6462-2D62-5ECA-45F15A5B823C}"/>
                    </a:ext>
                  </a:extLst>
                </p14:cNvPr>
                <p14:cNvContentPartPr/>
                <p14:nvPr/>
              </p14:nvContentPartPr>
              <p14:xfrm>
                <a:off x="8142772" y="2595910"/>
                <a:ext cx="138960" cy="2232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E9D6065C-6462-2D62-5ECA-45F15A5B823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136652" y="2589790"/>
                  <a:ext cx="15120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0B219D9-C01E-5447-7762-FC47A95F4F71}"/>
                    </a:ext>
                  </a:extLst>
                </p14:cNvPr>
                <p14:cNvContentPartPr/>
                <p14:nvPr/>
              </p14:nvContentPartPr>
              <p14:xfrm>
                <a:off x="8158972" y="2559550"/>
                <a:ext cx="199440" cy="1512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0B219D9-C01E-5447-7762-FC47A95F4F7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152852" y="2553430"/>
                  <a:ext cx="21168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3CF62ED-5BA6-875B-9184-B291DCB413C1}"/>
                    </a:ext>
                  </a:extLst>
                </p14:cNvPr>
                <p14:cNvContentPartPr/>
                <p14:nvPr/>
              </p14:nvContentPartPr>
              <p14:xfrm>
                <a:off x="8425732" y="2584390"/>
                <a:ext cx="64440" cy="1029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3CF62ED-5BA6-875B-9184-B291DCB413C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419612" y="2578270"/>
                  <a:ext cx="76680" cy="11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7919817-54DA-7A46-02D1-EB0E56D1A714}"/>
              </a:ext>
            </a:extLst>
          </p:cNvPr>
          <p:cNvGrpSpPr/>
          <p:nvPr/>
        </p:nvGrpSpPr>
        <p:grpSpPr>
          <a:xfrm>
            <a:off x="9960412" y="2539390"/>
            <a:ext cx="382680" cy="206280"/>
            <a:chOff x="9960412" y="2539390"/>
            <a:chExt cx="382680" cy="206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6D5EAF3F-B2EF-C7BD-6921-8C0B3BE7D853}"/>
                    </a:ext>
                  </a:extLst>
                </p14:cNvPr>
                <p14:cNvContentPartPr/>
                <p14:nvPr/>
              </p14:nvContentPartPr>
              <p14:xfrm>
                <a:off x="9965452" y="2593750"/>
                <a:ext cx="66240" cy="1519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6D5EAF3F-B2EF-C7BD-6921-8C0B3BE7D85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959332" y="2587630"/>
                  <a:ext cx="7848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C8AB26C-428D-8539-0C5A-A0490C75FC17}"/>
                    </a:ext>
                  </a:extLst>
                </p14:cNvPr>
                <p14:cNvContentPartPr/>
                <p14:nvPr/>
              </p14:nvContentPartPr>
              <p14:xfrm>
                <a:off x="9960412" y="2539390"/>
                <a:ext cx="149400" cy="1364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C8AB26C-428D-8539-0C5A-A0490C75FC1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954292" y="2533270"/>
                  <a:ext cx="16164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665AECB-3FC0-6C1A-8DA2-773E5123CE20}"/>
                    </a:ext>
                  </a:extLst>
                </p14:cNvPr>
                <p14:cNvContentPartPr/>
                <p14:nvPr/>
              </p14:nvContentPartPr>
              <p14:xfrm>
                <a:off x="10188652" y="2564230"/>
                <a:ext cx="154440" cy="1105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665AECB-3FC0-6C1A-8DA2-773E5123CE2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0182532" y="2558110"/>
                  <a:ext cx="166680" cy="12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0F0CC07-A277-95CF-FF03-A7A64B976041}"/>
              </a:ext>
            </a:extLst>
          </p:cNvPr>
          <p:cNvGrpSpPr/>
          <p:nvPr/>
        </p:nvGrpSpPr>
        <p:grpSpPr>
          <a:xfrm>
            <a:off x="8675212" y="3208270"/>
            <a:ext cx="311760" cy="194400"/>
            <a:chOff x="8675212" y="3208270"/>
            <a:chExt cx="311760" cy="194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EDA42C6-691A-085C-C599-9B5C86074CEE}"/>
                    </a:ext>
                  </a:extLst>
                </p14:cNvPr>
                <p14:cNvContentPartPr/>
                <p14:nvPr/>
              </p14:nvContentPartPr>
              <p14:xfrm>
                <a:off x="8675212" y="3257590"/>
                <a:ext cx="77400" cy="1332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EDA42C6-691A-085C-C599-9B5C86074CE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669092" y="3251470"/>
                  <a:ext cx="8964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CB98D8F-CDE1-AC45-0D7E-1A89D7359C41}"/>
                    </a:ext>
                  </a:extLst>
                </p14:cNvPr>
                <p14:cNvContentPartPr/>
                <p14:nvPr/>
              </p14:nvContentPartPr>
              <p14:xfrm>
                <a:off x="8684212" y="3238870"/>
                <a:ext cx="137520" cy="1000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CB98D8F-CDE1-AC45-0D7E-1A89D7359C4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678092" y="3232750"/>
                  <a:ext cx="14976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BABC6C5-AC7C-B269-F485-75CC6F5BF4B0}"/>
                    </a:ext>
                  </a:extLst>
                </p14:cNvPr>
                <p14:cNvContentPartPr/>
                <p14:nvPr/>
              </p14:nvContentPartPr>
              <p14:xfrm>
                <a:off x="8861332" y="3208270"/>
                <a:ext cx="125640" cy="1944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BABC6C5-AC7C-B269-F485-75CC6F5BF4B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855212" y="3202150"/>
                  <a:ext cx="137880" cy="206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3631823-4CD4-D788-E69A-63C8F4262B8C}"/>
                  </a:ext>
                </a:extLst>
              </p14:cNvPr>
              <p14:cNvContentPartPr/>
              <p14:nvPr/>
            </p14:nvContentPartPr>
            <p14:xfrm>
              <a:off x="8142412" y="1294510"/>
              <a:ext cx="436320" cy="40860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3631823-4CD4-D788-E69A-63C8F4262B8C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8136292" y="1288390"/>
                <a:ext cx="448560" cy="42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6EC7E48B-8F2B-52F3-10FD-9ADF9F096754}"/>
                  </a:ext>
                </a:extLst>
              </p14:cNvPr>
              <p14:cNvContentPartPr/>
              <p14:nvPr/>
            </p14:nvContentPartPr>
            <p14:xfrm>
              <a:off x="9651172" y="2869510"/>
              <a:ext cx="434520" cy="4629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6EC7E48B-8F2B-52F3-10FD-9ADF9F096754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9645052" y="2863390"/>
                <a:ext cx="446760" cy="47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A8D81A1F-715F-5C8D-3733-691D27A85513}"/>
                  </a:ext>
                </a:extLst>
              </p14:cNvPr>
              <p14:cNvContentPartPr/>
              <p14:nvPr/>
            </p14:nvContentPartPr>
            <p14:xfrm>
              <a:off x="1643692" y="5895670"/>
              <a:ext cx="1546920" cy="2808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A8D81A1F-715F-5C8D-3733-691D27A85513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637572" y="5889550"/>
                <a:ext cx="1559160" cy="40320"/>
              </a:xfrm>
              <a:prstGeom prst="rect">
                <a:avLst/>
              </a:prstGeom>
            </p:spPr>
          </p:pic>
        </mc:Fallback>
      </mc:AlternateContent>
      <p:grpSp>
        <p:nvGrpSpPr>
          <p:cNvPr id="42" name="Group 41">
            <a:extLst>
              <a:ext uri="{FF2B5EF4-FFF2-40B4-BE49-F238E27FC236}">
                <a16:creationId xmlns:a16="http://schemas.microsoft.com/office/drawing/2014/main" id="{B983EF29-68ED-0518-F533-130105ED8CF1}"/>
              </a:ext>
            </a:extLst>
          </p:cNvPr>
          <p:cNvGrpSpPr/>
          <p:nvPr/>
        </p:nvGrpSpPr>
        <p:grpSpPr>
          <a:xfrm>
            <a:off x="8144932" y="4121590"/>
            <a:ext cx="2548440" cy="887400"/>
            <a:chOff x="8144932" y="4121590"/>
            <a:chExt cx="2548440" cy="887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86CD9FE-4BA4-505C-8951-8F6CA9A72CE1}"/>
                    </a:ext>
                  </a:extLst>
                </p14:cNvPr>
                <p14:cNvContentPartPr/>
                <p14:nvPr/>
              </p14:nvContentPartPr>
              <p14:xfrm>
                <a:off x="8537692" y="4306990"/>
                <a:ext cx="8280" cy="82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86CD9FE-4BA4-505C-8951-8F6CA9A72CE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531572" y="4300870"/>
                  <a:ext cx="2052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16716EA9-76F6-1553-3205-46A4D16F6A91}"/>
                    </a:ext>
                  </a:extLst>
                </p14:cNvPr>
                <p14:cNvContentPartPr/>
                <p14:nvPr/>
              </p14:nvContentPartPr>
              <p14:xfrm>
                <a:off x="8539852" y="4482310"/>
                <a:ext cx="32760" cy="2696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16716EA9-76F6-1553-3205-46A4D16F6A9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533732" y="4476190"/>
                  <a:ext cx="4500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AF9EA6C-531F-EBB9-3090-50128FE64F02}"/>
                    </a:ext>
                  </a:extLst>
                </p14:cNvPr>
                <p14:cNvContentPartPr/>
                <p14:nvPr/>
              </p14:nvContentPartPr>
              <p14:xfrm>
                <a:off x="8732812" y="4656190"/>
                <a:ext cx="18360" cy="2062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AF9EA6C-531F-EBB9-3090-50128FE64F0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726692" y="4650070"/>
                  <a:ext cx="3060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C6A4A2B-5D44-03E7-017D-9615EFED7C0B}"/>
                    </a:ext>
                  </a:extLst>
                </p14:cNvPr>
                <p14:cNvContentPartPr/>
                <p14:nvPr/>
              </p14:nvContentPartPr>
              <p14:xfrm>
                <a:off x="8903092" y="4598590"/>
                <a:ext cx="191520" cy="496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BC6A4A2B-5D44-03E7-017D-9615EFED7C0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896972" y="4592470"/>
                  <a:ext cx="20376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87E90CCD-2C3E-CC66-E5D7-55CAFAA3A829}"/>
                    </a:ext>
                  </a:extLst>
                </p14:cNvPr>
                <p14:cNvContentPartPr/>
                <p14:nvPr/>
              </p14:nvContentPartPr>
              <p14:xfrm>
                <a:off x="9019372" y="4517230"/>
                <a:ext cx="20880" cy="1544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87E90CCD-2C3E-CC66-E5D7-55CAFAA3A82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013252" y="4511110"/>
                  <a:ext cx="3312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0DDCC0E-2355-CDD3-7E16-C5C20EDE59AD}"/>
                    </a:ext>
                  </a:extLst>
                </p14:cNvPr>
                <p14:cNvContentPartPr/>
                <p14:nvPr/>
              </p14:nvContentPartPr>
              <p14:xfrm>
                <a:off x="9281452" y="4354510"/>
                <a:ext cx="25560" cy="201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0DDCC0E-2355-CDD3-7E16-C5C20EDE59A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275332" y="4348390"/>
                  <a:ext cx="3780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2C5F97D-0C65-D28B-C7EE-A38D880AB565}"/>
                    </a:ext>
                  </a:extLst>
                </p14:cNvPr>
                <p14:cNvContentPartPr/>
                <p14:nvPr/>
              </p14:nvContentPartPr>
              <p14:xfrm>
                <a:off x="9262012" y="4497790"/>
                <a:ext cx="59400" cy="2023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2C5F97D-0C65-D28B-C7EE-A38D880AB565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255892" y="4491670"/>
                  <a:ext cx="7164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F799A1C4-3D95-B335-8C0D-58A578308B35}"/>
                    </a:ext>
                  </a:extLst>
                </p14:cNvPr>
                <p14:cNvContentPartPr/>
                <p14:nvPr/>
              </p14:nvContentPartPr>
              <p14:xfrm>
                <a:off x="9427972" y="4618750"/>
                <a:ext cx="115920" cy="1335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F799A1C4-3D95-B335-8C0D-58A578308B3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421852" y="4612630"/>
                  <a:ext cx="12816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CAD6FE06-B650-9F7E-541A-18FF003E7157}"/>
                    </a:ext>
                  </a:extLst>
                </p14:cNvPr>
                <p14:cNvContentPartPr/>
                <p14:nvPr/>
              </p14:nvContentPartPr>
              <p14:xfrm>
                <a:off x="9723532" y="4569790"/>
                <a:ext cx="82440" cy="237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CAD6FE06-B650-9F7E-541A-18FF003E715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717412" y="4563670"/>
                  <a:ext cx="946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8C67526-4D92-1863-21B4-CB2B0E77413C}"/>
                    </a:ext>
                  </a:extLst>
                </p14:cNvPr>
                <p14:cNvContentPartPr/>
                <p14:nvPr/>
              </p14:nvContentPartPr>
              <p14:xfrm>
                <a:off x="9708772" y="4634230"/>
                <a:ext cx="139320" cy="453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8C67526-4D92-1863-21B4-CB2B0E77413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702652" y="4628110"/>
                  <a:ext cx="15156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A9C8F0E-7EF7-114A-958C-99BF5F2B5B91}"/>
                    </a:ext>
                  </a:extLst>
                </p14:cNvPr>
                <p14:cNvContentPartPr/>
                <p14:nvPr/>
              </p14:nvContentPartPr>
              <p14:xfrm>
                <a:off x="10124932" y="4354870"/>
                <a:ext cx="10800" cy="18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A9C8F0E-7EF7-114A-958C-99BF5F2B5B9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0118812" y="4348750"/>
                  <a:ext cx="23040" cy="1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EE7F9190-2FEE-4FE0-2959-187B2FCA76E8}"/>
                    </a:ext>
                  </a:extLst>
                </p14:cNvPr>
                <p14:cNvContentPartPr/>
                <p14:nvPr/>
              </p14:nvContentPartPr>
              <p14:xfrm>
                <a:off x="10074532" y="4522990"/>
                <a:ext cx="65880" cy="2376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EE7F9190-2FEE-4FE0-2959-187B2FCA76E8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0068412" y="4516870"/>
                  <a:ext cx="7812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CB4A8EE-19E2-C211-D37D-F7B68029FFE2}"/>
                    </a:ext>
                  </a:extLst>
                </p14:cNvPr>
                <p14:cNvContentPartPr/>
                <p14:nvPr/>
              </p14:nvContentPartPr>
              <p14:xfrm>
                <a:off x="10279732" y="4651870"/>
                <a:ext cx="144720" cy="1659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CB4A8EE-19E2-C211-D37D-F7B68029FFE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273612" y="4645750"/>
                  <a:ext cx="15696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3DC463AF-BFBC-CBEB-8362-44E6A33A0D0D}"/>
                    </a:ext>
                  </a:extLst>
                </p14:cNvPr>
                <p14:cNvContentPartPr/>
                <p14:nvPr/>
              </p14:nvContentPartPr>
              <p14:xfrm>
                <a:off x="8144932" y="4238590"/>
                <a:ext cx="159120" cy="5972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3DC463AF-BFBC-CBEB-8362-44E6A33A0D0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138812" y="4232470"/>
                  <a:ext cx="171360" cy="60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0BCE033F-5C4C-2BD1-AD57-2FE088D8C7CE}"/>
                    </a:ext>
                  </a:extLst>
                </p14:cNvPr>
                <p14:cNvContentPartPr/>
                <p14:nvPr/>
              </p14:nvContentPartPr>
              <p14:xfrm>
                <a:off x="8171572" y="4121590"/>
                <a:ext cx="2184840" cy="799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0BCE033F-5C4C-2BD1-AD57-2FE088D8C7C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165452" y="4115470"/>
                  <a:ext cx="219708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C652FEE-6FDC-292C-0A64-25ACAAA16E6A}"/>
                    </a:ext>
                  </a:extLst>
                </p14:cNvPr>
                <p14:cNvContentPartPr/>
                <p14:nvPr/>
              </p14:nvContentPartPr>
              <p14:xfrm>
                <a:off x="8367772" y="4164430"/>
                <a:ext cx="2325600" cy="8445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C652FEE-6FDC-292C-0A64-25ACAAA16E6A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361652" y="4158310"/>
                  <a:ext cx="2337840" cy="856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DC836C1A-77AE-18DD-8C06-F43D17B5238D}"/>
              </a:ext>
            </a:extLst>
          </p:cNvPr>
          <p:cNvGrpSpPr/>
          <p:nvPr/>
        </p:nvGrpSpPr>
        <p:grpSpPr>
          <a:xfrm>
            <a:off x="8734252" y="1749550"/>
            <a:ext cx="225360" cy="150840"/>
            <a:chOff x="8734252" y="1749550"/>
            <a:chExt cx="225360" cy="150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6F3C676E-D84B-C3E8-9FD4-6DD2213293E8}"/>
                    </a:ext>
                  </a:extLst>
                </p14:cNvPr>
                <p14:cNvContentPartPr/>
                <p14:nvPr/>
              </p14:nvContentPartPr>
              <p14:xfrm>
                <a:off x="8734252" y="1816870"/>
                <a:ext cx="225360" cy="151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6F3C676E-D84B-C3E8-9FD4-6DD2213293E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728132" y="1810750"/>
                  <a:ext cx="23760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C142DD09-6FF9-BE54-3465-F0FDF658E549}"/>
                    </a:ext>
                  </a:extLst>
                </p14:cNvPr>
                <p14:cNvContentPartPr/>
                <p14:nvPr/>
              </p14:nvContentPartPr>
              <p14:xfrm>
                <a:off x="8791852" y="1749550"/>
                <a:ext cx="56160" cy="1508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C142DD09-6FF9-BE54-3465-F0FDF658E549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785732" y="1743430"/>
                  <a:ext cx="68400" cy="163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D5431153-98EF-1052-043A-18F501CD39A1}"/>
                  </a:ext>
                </a:extLst>
              </p14:cNvPr>
              <p14:cNvContentPartPr/>
              <p14:nvPr/>
            </p14:nvContentPartPr>
            <p14:xfrm>
              <a:off x="7495492" y="1924870"/>
              <a:ext cx="172440" cy="828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D5431153-98EF-1052-043A-18F501CD39A1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7489372" y="1918750"/>
                <a:ext cx="184680" cy="20520"/>
              </a:xfrm>
              <a:prstGeom prst="rect">
                <a:avLst/>
              </a:prstGeom>
            </p:spPr>
          </p:pic>
        </mc:Fallback>
      </mc:AlternateContent>
      <p:grpSp>
        <p:nvGrpSpPr>
          <p:cNvPr id="50" name="Group 49">
            <a:extLst>
              <a:ext uri="{FF2B5EF4-FFF2-40B4-BE49-F238E27FC236}">
                <a16:creationId xmlns:a16="http://schemas.microsoft.com/office/drawing/2014/main" id="{6990734C-1803-9892-DD5B-F4AC34DCDF68}"/>
              </a:ext>
            </a:extLst>
          </p:cNvPr>
          <p:cNvGrpSpPr/>
          <p:nvPr/>
        </p:nvGrpSpPr>
        <p:grpSpPr>
          <a:xfrm>
            <a:off x="8847292" y="2415190"/>
            <a:ext cx="128880" cy="129600"/>
            <a:chOff x="8847292" y="2415190"/>
            <a:chExt cx="128880" cy="129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13455EF6-263D-51EC-68E4-99CE66DEA789}"/>
                    </a:ext>
                  </a:extLst>
                </p14:cNvPr>
                <p14:cNvContentPartPr/>
                <p14:nvPr/>
              </p14:nvContentPartPr>
              <p14:xfrm>
                <a:off x="8847292" y="2463070"/>
                <a:ext cx="128880" cy="46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13455EF6-263D-51EC-68E4-99CE66DEA789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841172" y="2456950"/>
                  <a:ext cx="141120" cy="1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DB13A6F-DB15-AB70-8C60-3C05056D37EB}"/>
                    </a:ext>
                  </a:extLst>
                </p14:cNvPr>
                <p14:cNvContentPartPr/>
                <p14:nvPr/>
              </p14:nvContentPartPr>
              <p14:xfrm>
                <a:off x="8896252" y="2415190"/>
                <a:ext cx="11520" cy="1296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DB13A6F-DB15-AB70-8C60-3C05056D37EB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890132" y="2409070"/>
                  <a:ext cx="23760" cy="141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7274385D-B74D-CCD0-32C9-A105D1E64CBF}"/>
                  </a:ext>
                </a:extLst>
              </p14:cNvPr>
              <p14:cNvContentPartPr/>
              <p14:nvPr/>
            </p14:nvContentPartPr>
            <p14:xfrm>
              <a:off x="8609332" y="3097390"/>
              <a:ext cx="177480" cy="2916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7274385D-B74D-CCD0-32C9-A105D1E64CBF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8603212" y="3091270"/>
                <a:ext cx="189720" cy="4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102CF1FF-E0BA-155E-2E6B-55F242F8B310}"/>
                  </a:ext>
                </a:extLst>
              </p14:cNvPr>
              <p14:cNvContentPartPr/>
              <p14:nvPr/>
            </p14:nvContentPartPr>
            <p14:xfrm>
              <a:off x="9376492" y="1775470"/>
              <a:ext cx="57600" cy="1692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102CF1FF-E0BA-155E-2E6B-55F242F8B310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9370372" y="1769350"/>
                <a:ext cx="69840" cy="29160"/>
              </a:xfrm>
              <a:prstGeom prst="rect">
                <a:avLst/>
              </a:prstGeom>
            </p:spPr>
          </p:pic>
        </mc:Fallback>
      </mc:AlternateContent>
      <p:grpSp>
        <p:nvGrpSpPr>
          <p:cNvPr id="54" name="Group 53">
            <a:extLst>
              <a:ext uri="{FF2B5EF4-FFF2-40B4-BE49-F238E27FC236}">
                <a16:creationId xmlns:a16="http://schemas.microsoft.com/office/drawing/2014/main" id="{66E72440-F16E-4C10-1D0E-E4EB91B2DDFD}"/>
              </a:ext>
            </a:extLst>
          </p:cNvPr>
          <p:cNvGrpSpPr/>
          <p:nvPr/>
        </p:nvGrpSpPr>
        <p:grpSpPr>
          <a:xfrm>
            <a:off x="10694092" y="1705990"/>
            <a:ext cx="117360" cy="165960"/>
            <a:chOff x="10694092" y="1705990"/>
            <a:chExt cx="117360" cy="165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AAB5999-EF87-16FB-83BF-070D7936D765}"/>
                    </a:ext>
                  </a:extLst>
                </p14:cNvPr>
                <p14:cNvContentPartPr/>
                <p14:nvPr/>
              </p14:nvContentPartPr>
              <p14:xfrm>
                <a:off x="10694092" y="1759990"/>
                <a:ext cx="117360" cy="180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AAB5999-EF87-16FB-83BF-070D7936D765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687972" y="1753870"/>
                  <a:ext cx="12960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ED1DE8CC-3272-0B45-9624-3E3FDEE56D4A}"/>
                    </a:ext>
                  </a:extLst>
                </p14:cNvPr>
                <p14:cNvContentPartPr/>
                <p14:nvPr/>
              </p14:nvContentPartPr>
              <p14:xfrm>
                <a:off x="10749892" y="1705990"/>
                <a:ext cx="32760" cy="1659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ED1DE8CC-3272-0B45-9624-3E3FDEE56D4A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0743772" y="1699870"/>
                  <a:ext cx="45000" cy="178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F4077B54-7C56-2A80-C5CC-0F46DD15791F}"/>
                  </a:ext>
                </a:extLst>
              </p14:cNvPr>
              <p14:cNvContentPartPr/>
              <p14:nvPr/>
            </p14:nvContentPartPr>
            <p14:xfrm>
              <a:off x="2830612" y="3183790"/>
              <a:ext cx="451440" cy="61452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F4077B54-7C56-2A80-C5CC-0F46DD15791F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2824492" y="3177670"/>
                <a:ext cx="463680" cy="626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797135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2155E-BDEA-D444-E922-6E1DBF1C5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0DC7D-43E0-5E21-F8B5-C5A694DE6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 of circuit analysis - KCL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861A09-E9C7-35A8-9E51-2A9FA2D93F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12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6" name="Picture 5" descr="A text on a white background&#10;&#10;Description automatically generated">
            <a:extLst>
              <a:ext uri="{FF2B5EF4-FFF2-40B4-BE49-F238E27FC236}">
                <a16:creationId xmlns:a16="http://schemas.microsoft.com/office/drawing/2014/main" id="{221B1276-9C2D-CD8C-B59B-6566ACB29C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588" y="1334797"/>
            <a:ext cx="5692633" cy="4442845"/>
          </a:xfrm>
          <a:prstGeom prst="rect">
            <a:avLst/>
          </a:prstGeom>
        </p:spPr>
      </p:pic>
      <p:pic>
        <p:nvPicPr>
          <p:cNvPr id="8" name="Picture 7" descr="A diagram of a diagram&#10;&#10;Description automatically generated">
            <a:extLst>
              <a:ext uri="{FF2B5EF4-FFF2-40B4-BE49-F238E27FC236}">
                <a16:creationId xmlns:a16="http://schemas.microsoft.com/office/drawing/2014/main" id="{8AD1AC7D-2060-6DAA-E26F-341D6DA44C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5971" y="1334797"/>
            <a:ext cx="4034930" cy="268579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96CF38B-8C6E-452C-023F-6E5004E921C9}"/>
                  </a:ext>
                </a:extLst>
              </p14:cNvPr>
              <p14:cNvContentPartPr/>
              <p14:nvPr/>
            </p14:nvContentPartPr>
            <p14:xfrm>
              <a:off x="9125572" y="2156350"/>
              <a:ext cx="116280" cy="1040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96CF38B-8C6E-452C-023F-6E5004E921C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119452" y="2150230"/>
                <a:ext cx="128520" cy="116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E5AE31FD-174E-B247-160C-C0E0626215AB}"/>
              </a:ext>
            </a:extLst>
          </p:cNvPr>
          <p:cNvGrpSpPr/>
          <p:nvPr/>
        </p:nvGrpSpPr>
        <p:grpSpPr>
          <a:xfrm>
            <a:off x="8142772" y="2559550"/>
            <a:ext cx="347400" cy="259560"/>
            <a:chOff x="8142772" y="2559550"/>
            <a:chExt cx="347400" cy="259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A18F0B2F-D420-9DE7-6DA0-A6CB558F7A86}"/>
                    </a:ext>
                  </a:extLst>
                </p14:cNvPr>
                <p14:cNvContentPartPr/>
                <p14:nvPr/>
              </p14:nvContentPartPr>
              <p14:xfrm>
                <a:off x="8142772" y="2595910"/>
                <a:ext cx="138960" cy="2232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A18F0B2F-D420-9DE7-6DA0-A6CB558F7A8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136636" y="2589790"/>
                  <a:ext cx="151232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3E51493-88B2-5B07-A3C7-DE6B76F51BAF}"/>
                    </a:ext>
                  </a:extLst>
                </p14:cNvPr>
                <p14:cNvContentPartPr/>
                <p14:nvPr/>
              </p14:nvContentPartPr>
              <p14:xfrm>
                <a:off x="8158972" y="2559550"/>
                <a:ext cx="199440" cy="1512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3E51493-88B2-5B07-A3C7-DE6B76F51BA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152852" y="2553430"/>
                  <a:ext cx="21168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74089202-EDE0-D2B0-15F6-4297BE998485}"/>
                    </a:ext>
                  </a:extLst>
                </p14:cNvPr>
                <p14:cNvContentPartPr/>
                <p14:nvPr/>
              </p14:nvContentPartPr>
              <p14:xfrm>
                <a:off x="8425732" y="2584390"/>
                <a:ext cx="64440" cy="1029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74089202-EDE0-D2B0-15F6-4297BE99848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419612" y="2578270"/>
                  <a:ext cx="76680" cy="11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8251FC2-52C1-E31A-9E7E-3577BA62B0CB}"/>
              </a:ext>
            </a:extLst>
          </p:cNvPr>
          <p:cNvGrpSpPr/>
          <p:nvPr/>
        </p:nvGrpSpPr>
        <p:grpSpPr>
          <a:xfrm>
            <a:off x="9960412" y="2539390"/>
            <a:ext cx="382680" cy="206280"/>
            <a:chOff x="9960412" y="2539390"/>
            <a:chExt cx="382680" cy="206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38DEF0A-1FBB-2FF5-ED3A-5952437AA860}"/>
                    </a:ext>
                  </a:extLst>
                </p14:cNvPr>
                <p14:cNvContentPartPr/>
                <p14:nvPr/>
              </p14:nvContentPartPr>
              <p14:xfrm>
                <a:off x="9965452" y="2593750"/>
                <a:ext cx="66240" cy="1519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B38DEF0A-1FBB-2FF5-ED3A-5952437AA86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959332" y="2587630"/>
                  <a:ext cx="7848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5737EA0-9AE9-2717-5033-1B22737F0E08}"/>
                    </a:ext>
                  </a:extLst>
                </p14:cNvPr>
                <p14:cNvContentPartPr/>
                <p14:nvPr/>
              </p14:nvContentPartPr>
              <p14:xfrm>
                <a:off x="9960412" y="2539390"/>
                <a:ext cx="149400" cy="1364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5737EA0-9AE9-2717-5033-1B22737F0E0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954307" y="2533254"/>
                  <a:ext cx="161611" cy="14871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00203FA-EBD4-57B0-0F45-2D643C065BE2}"/>
                    </a:ext>
                  </a:extLst>
                </p14:cNvPr>
                <p14:cNvContentPartPr/>
                <p14:nvPr/>
              </p14:nvContentPartPr>
              <p14:xfrm>
                <a:off x="10188652" y="2564230"/>
                <a:ext cx="154440" cy="1105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00203FA-EBD4-57B0-0F45-2D643C065BE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0182532" y="2558110"/>
                  <a:ext cx="166680" cy="12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C59E4ED-25CB-A356-D44B-48A2F7870427}"/>
              </a:ext>
            </a:extLst>
          </p:cNvPr>
          <p:cNvGrpSpPr/>
          <p:nvPr/>
        </p:nvGrpSpPr>
        <p:grpSpPr>
          <a:xfrm>
            <a:off x="8675212" y="3208270"/>
            <a:ext cx="311760" cy="194400"/>
            <a:chOff x="8675212" y="3208270"/>
            <a:chExt cx="311760" cy="194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3F52BB6-7222-5D22-5683-5AA39D431C5D}"/>
                    </a:ext>
                  </a:extLst>
                </p14:cNvPr>
                <p14:cNvContentPartPr/>
                <p14:nvPr/>
              </p14:nvContentPartPr>
              <p14:xfrm>
                <a:off x="8675212" y="3257590"/>
                <a:ext cx="77400" cy="1332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3F52BB6-7222-5D22-5683-5AA39D431C5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669092" y="3251470"/>
                  <a:ext cx="8964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A965055-E51E-AE16-BA70-D4BC90A30549}"/>
                    </a:ext>
                  </a:extLst>
                </p14:cNvPr>
                <p14:cNvContentPartPr/>
                <p14:nvPr/>
              </p14:nvContentPartPr>
              <p14:xfrm>
                <a:off x="8684212" y="3238870"/>
                <a:ext cx="137520" cy="1000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A965055-E51E-AE16-BA70-D4BC90A3054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678092" y="3232750"/>
                  <a:ext cx="14976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59A72EA-BB0B-8000-55FC-AE9A2C13B29B}"/>
                    </a:ext>
                  </a:extLst>
                </p14:cNvPr>
                <p14:cNvContentPartPr/>
                <p14:nvPr/>
              </p14:nvContentPartPr>
              <p14:xfrm>
                <a:off x="8861332" y="3208270"/>
                <a:ext cx="125640" cy="1944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59A72EA-BB0B-8000-55FC-AE9A2C13B29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855212" y="3202150"/>
                  <a:ext cx="137880" cy="206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EEABB90D-AF0C-21DE-C73D-130193CC7BFD}"/>
                  </a:ext>
                </a:extLst>
              </p14:cNvPr>
              <p14:cNvContentPartPr/>
              <p14:nvPr/>
            </p14:nvContentPartPr>
            <p14:xfrm>
              <a:off x="8142412" y="1294510"/>
              <a:ext cx="436320" cy="40860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EEABB90D-AF0C-21DE-C73D-130193CC7BFD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8136287" y="1288390"/>
                <a:ext cx="448570" cy="42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4BEEF131-7454-E706-3892-4DB38595B2A9}"/>
                  </a:ext>
                </a:extLst>
              </p14:cNvPr>
              <p14:cNvContentPartPr/>
              <p14:nvPr/>
            </p14:nvContentPartPr>
            <p14:xfrm>
              <a:off x="9651172" y="2869510"/>
              <a:ext cx="434520" cy="4629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4BEEF131-7454-E706-3892-4DB38595B2A9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9645052" y="2863390"/>
                <a:ext cx="446760" cy="47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7B73DC1B-DCE2-539E-2DE8-E86C37812C80}"/>
                  </a:ext>
                </a:extLst>
              </p14:cNvPr>
              <p14:cNvContentPartPr/>
              <p14:nvPr/>
            </p14:nvContentPartPr>
            <p14:xfrm>
              <a:off x="1643692" y="5895670"/>
              <a:ext cx="1546920" cy="2808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7B73DC1B-DCE2-539E-2DE8-E86C37812C80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637572" y="5889550"/>
                <a:ext cx="1559160" cy="40320"/>
              </a:xfrm>
              <a:prstGeom prst="rect">
                <a:avLst/>
              </a:prstGeom>
            </p:spPr>
          </p:pic>
        </mc:Fallback>
      </mc:AlternateContent>
      <p:grpSp>
        <p:nvGrpSpPr>
          <p:cNvPr id="45" name="Group 44">
            <a:extLst>
              <a:ext uri="{FF2B5EF4-FFF2-40B4-BE49-F238E27FC236}">
                <a16:creationId xmlns:a16="http://schemas.microsoft.com/office/drawing/2014/main" id="{22E83A62-7454-E80A-8C4E-7EAB8DD1D58B}"/>
              </a:ext>
            </a:extLst>
          </p:cNvPr>
          <p:cNvGrpSpPr/>
          <p:nvPr/>
        </p:nvGrpSpPr>
        <p:grpSpPr>
          <a:xfrm>
            <a:off x="8734252" y="1749550"/>
            <a:ext cx="225360" cy="150840"/>
            <a:chOff x="8734252" y="1749550"/>
            <a:chExt cx="225360" cy="150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00C687D-FA6A-0A6D-E445-FE10CDFE292D}"/>
                    </a:ext>
                  </a:extLst>
                </p14:cNvPr>
                <p14:cNvContentPartPr/>
                <p14:nvPr/>
              </p14:nvContentPartPr>
              <p14:xfrm>
                <a:off x="8734252" y="1816870"/>
                <a:ext cx="225360" cy="151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00C687D-FA6A-0A6D-E445-FE10CDFE292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728142" y="1810750"/>
                  <a:ext cx="23758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54CFB0D9-33F6-0AB3-B026-61B22FCB9009}"/>
                    </a:ext>
                  </a:extLst>
                </p14:cNvPr>
                <p14:cNvContentPartPr/>
                <p14:nvPr/>
              </p14:nvContentPartPr>
              <p14:xfrm>
                <a:off x="8791852" y="1749550"/>
                <a:ext cx="56160" cy="1508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54CFB0D9-33F6-0AB3-B026-61B22FCB900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785771" y="1743430"/>
                  <a:ext cx="68322" cy="163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A1EAEFC3-55D9-F8AC-BB2B-B7DA578A7CFE}"/>
                  </a:ext>
                </a:extLst>
              </p14:cNvPr>
              <p14:cNvContentPartPr/>
              <p14:nvPr/>
            </p14:nvContentPartPr>
            <p14:xfrm>
              <a:off x="7495492" y="1924870"/>
              <a:ext cx="172440" cy="828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A1EAEFC3-55D9-F8AC-BB2B-B7DA578A7CFE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7489372" y="1919005"/>
                <a:ext cx="184680" cy="20010"/>
              </a:xfrm>
              <a:prstGeom prst="rect">
                <a:avLst/>
              </a:prstGeom>
            </p:spPr>
          </p:pic>
        </mc:Fallback>
      </mc:AlternateContent>
      <p:grpSp>
        <p:nvGrpSpPr>
          <p:cNvPr id="50" name="Group 49">
            <a:extLst>
              <a:ext uri="{FF2B5EF4-FFF2-40B4-BE49-F238E27FC236}">
                <a16:creationId xmlns:a16="http://schemas.microsoft.com/office/drawing/2014/main" id="{8FD24CDB-7144-3CCD-C03E-8AC06EB1DFFE}"/>
              </a:ext>
            </a:extLst>
          </p:cNvPr>
          <p:cNvGrpSpPr/>
          <p:nvPr/>
        </p:nvGrpSpPr>
        <p:grpSpPr>
          <a:xfrm>
            <a:off x="8847292" y="2415190"/>
            <a:ext cx="128880" cy="129600"/>
            <a:chOff x="8847292" y="2415190"/>
            <a:chExt cx="128880" cy="129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66980AE7-A0F7-9A82-70BD-BD10617E6D17}"/>
                    </a:ext>
                  </a:extLst>
                </p14:cNvPr>
                <p14:cNvContentPartPr/>
                <p14:nvPr/>
              </p14:nvContentPartPr>
              <p14:xfrm>
                <a:off x="8847292" y="2463070"/>
                <a:ext cx="128880" cy="46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66980AE7-A0F7-9A82-70BD-BD10617E6D1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841172" y="2457387"/>
                  <a:ext cx="141120" cy="1604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254C4636-0A6F-2094-F963-EA8B71C7538A}"/>
                    </a:ext>
                  </a:extLst>
                </p14:cNvPr>
                <p14:cNvContentPartPr/>
                <p14:nvPr/>
              </p14:nvContentPartPr>
              <p14:xfrm>
                <a:off x="8896252" y="2415190"/>
                <a:ext cx="11520" cy="1296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254C4636-0A6F-2094-F963-EA8B71C7538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890132" y="2409053"/>
                  <a:ext cx="23760" cy="141874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9DE1065E-3824-B604-F1D4-3C4B9F286BAA}"/>
                  </a:ext>
                </a:extLst>
              </p14:cNvPr>
              <p14:cNvContentPartPr/>
              <p14:nvPr/>
            </p14:nvContentPartPr>
            <p14:xfrm>
              <a:off x="8609332" y="3097390"/>
              <a:ext cx="177480" cy="2916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9DE1065E-3824-B604-F1D4-3C4B9F286BAA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8603212" y="3091193"/>
                <a:ext cx="189720" cy="4155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CC312918-3E08-2A1B-A7DE-EB94FE3B153E}"/>
                  </a:ext>
                </a:extLst>
              </p14:cNvPr>
              <p14:cNvContentPartPr/>
              <p14:nvPr/>
            </p14:nvContentPartPr>
            <p14:xfrm>
              <a:off x="9376492" y="1775470"/>
              <a:ext cx="57600" cy="1692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CC312918-3E08-2A1B-A7DE-EB94FE3B153E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9370372" y="1769217"/>
                <a:ext cx="69840" cy="29426"/>
              </a:xfrm>
              <a:prstGeom prst="rect">
                <a:avLst/>
              </a:prstGeom>
            </p:spPr>
          </p:pic>
        </mc:Fallback>
      </mc:AlternateContent>
      <p:grpSp>
        <p:nvGrpSpPr>
          <p:cNvPr id="54" name="Group 53">
            <a:extLst>
              <a:ext uri="{FF2B5EF4-FFF2-40B4-BE49-F238E27FC236}">
                <a16:creationId xmlns:a16="http://schemas.microsoft.com/office/drawing/2014/main" id="{2144F86F-20B9-A347-0418-586CF68BF630}"/>
              </a:ext>
            </a:extLst>
          </p:cNvPr>
          <p:cNvGrpSpPr/>
          <p:nvPr/>
        </p:nvGrpSpPr>
        <p:grpSpPr>
          <a:xfrm>
            <a:off x="10694092" y="1705990"/>
            <a:ext cx="117360" cy="165960"/>
            <a:chOff x="10694092" y="1705990"/>
            <a:chExt cx="117360" cy="165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874D314D-A6E9-09E0-EDD0-F28FBD5C7FF1}"/>
                    </a:ext>
                  </a:extLst>
                </p14:cNvPr>
                <p14:cNvContentPartPr/>
                <p14:nvPr/>
              </p14:nvContentPartPr>
              <p14:xfrm>
                <a:off x="10694092" y="1759990"/>
                <a:ext cx="117360" cy="180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874D314D-A6E9-09E0-EDD0-F28FBD5C7FF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687972" y="1753870"/>
                  <a:ext cx="12960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93A4CDBB-749B-B7D9-A132-C1D7D6FB36EA}"/>
                    </a:ext>
                  </a:extLst>
                </p14:cNvPr>
                <p14:cNvContentPartPr/>
                <p14:nvPr/>
              </p14:nvContentPartPr>
              <p14:xfrm>
                <a:off x="10749892" y="1705990"/>
                <a:ext cx="32760" cy="1659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93A4CDBB-749B-B7D9-A132-C1D7D6FB36EA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743839" y="1699883"/>
                  <a:ext cx="44867" cy="178174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1E7FCBE4-1D1F-577F-A160-B20513D2B20B}"/>
              </a:ext>
            </a:extLst>
          </p:cNvPr>
          <p:cNvGrpSpPr/>
          <p:nvPr/>
        </p:nvGrpSpPr>
        <p:grpSpPr>
          <a:xfrm>
            <a:off x="7030455" y="3962165"/>
            <a:ext cx="3512880" cy="2282400"/>
            <a:chOff x="7030455" y="3962165"/>
            <a:chExt cx="3512880" cy="2282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B81CB73-7302-EF70-CBC9-F3B7A1F04A76}"/>
                    </a:ext>
                  </a:extLst>
                </p14:cNvPr>
                <p14:cNvContentPartPr/>
                <p14:nvPr/>
              </p14:nvContentPartPr>
              <p14:xfrm>
                <a:off x="7030455" y="4913285"/>
                <a:ext cx="1637280" cy="766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B81CB73-7302-EF70-CBC9-F3B7A1F04A76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012815" y="4895285"/>
                  <a:ext cx="167292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4A2AD2C-6B41-849D-DCA0-D0AF4E8D9C92}"/>
                    </a:ext>
                  </a:extLst>
                </p14:cNvPr>
                <p14:cNvContentPartPr/>
                <p14:nvPr/>
              </p14:nvContentPartPr>
              <p14:xfrm>
                <a:off x="8328255" y="4744805"/>
                <a:ext cx="338040" cy="3837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D4A2AD2C-6B41-849D-DCA0-D0AF4E8D9C92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310255" y="4726805"/>
                  <a:ext cx="373680" cy="41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1D416EE4-7FF0-0694-DCF7-022407EC36DB}"/>
                    </a:ext>
                  </a:extLst>
                </p14:cNvPr>
                <p14:cNvContentPartPr/>
                <p14:nvPr/>
              </p14:nvContentPartPr>
              <p14:xfrm>
                <a:off x="8350215" y="4955765"/>
                <a:ext cx="363600" cy="12888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1D416EE4-7FF0-0694-DCF7-022407EC36DB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332215" y="4938125"/>
                  <a:ext cx="399240" cy="132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ED4D7831-C069-2DA3-D59E-2116734FBA18}"/>
                    </a:ext>
                  </a:extLst>
                </p14:cNvPr>
                <p14:cNvContentPartPr/>
                <p14:nvPr/>
              </p14:nvContentPartPr>
              <p14:xfrm>
                <a:off x="8516895" y="5015885"/>
                <a:ext cx="378000" cy="3333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ED4D7831-C069-2DA3-D59E-2116734FBA1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498895" y="4998245"/>
                  <a:ext cx="413640" cy="36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9FDB00A8-7CAB-D918-22BD-604EE3B6BA26}"/>
                    </a:ext>
                  </a:extLst>
                </p14:cNvPr>
                <p14:cNvContentPartPr/>
                <p14:nvPr/>
              </p14:nvContentPartPr>
              <p14:xfrm>
                <a:off x="8892375" y="4996085"/>
                <a:ext cx="1118520" cy="8593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9FDB00A8-7CAB-D918-22BD-604EE3B6BA2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874735" y="4978445"/>
                  <a:ext cx="1154160" cy="89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F8417D82-DC6C-0DF9-DCE4-87B146CB0EBF}"/>
                    </a:ext>
                  </a:extLst>
                </p14:cNvPr>
                <p14:cNvContentPartPr/>
                <p14:nvPr/>
              </p14:nvContentPartPr>
              <p14:xfrm>
                <a:off x="8867535" y="4922285"/>
                <a:ext cx="189720" cy="3564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F8417D82-DC6C-0DF9-DCE4-87B146CB0EBF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849895" y="4904645"/>
                  <a:ext cx="225360" cy="39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457D9C2F-3056-7196-1DE6-DCE09805F39A}"/>
                    </a:ext>
                  </a:extLst>
                </p14:cNvPr>
                <p14:cNvContentPartPr/>
                <p14:nvPr/>
              </p14:nvContentPartPr>
              <p14:xfrm>
                <a:off x="8901015" y="4970525"/>
                <a:ext cx="515880" cy="1008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457D9C2F-3056-7196-1DE6-DCE09805F39A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883375" y="4952885"/>
                  <a:ext cx="55152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846E3F88-9EB9-AFD5-C883-30FE0630CFF1}"/>
                    </a:ext>
                  </a:extLst>
                </p14:cNvPr>
                <p14:cNvContentPartPr/>
                <p14:nvPr/>
              </p14:nvContentPartPr>
              <p14:xfrm>
                <a:off x="8674935" y="4894925"/>
                <a:ext cx="58320" cy="349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846E3F88-9EB9-AFD5-C883-30FE0630CFF1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656935" y="4876925"/>
                  <a:ext cx="9396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D691CE0D-EBFA-2C3F-6A6F-33A11E03F0F6}"/>
                    </a:ext>
                  </a:extLst>
                </p14:cNvPr>
                <p14:cNvContentPartPr/>
                <p14:nvPr/>
              </p14:nvContentPartPr>
              <p14:xfrm>
                <a:off x="8770335" y="4001045"/>
                <a:ext cx="1773000" cy="9406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D691CE0D-EBFA-2C3F-6A6F-33A11E03F0F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752335" y="3983405"/>
                  <a:ext cx="1808640" cy="9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D7982B05-8888-A327-BFD5-C5FF09BC1248}"/>
                    </a:ext>
                  </a:extLst>
                </p14:cNvPr>
                <p14:cNvContentPartPr/>
                <p14:nvPr/>
              </p14:nvContentPartPr>
              <p14:xfrm>
                <a:off x="10205655" y="3962165"/>
                <a:ext cx="326160" cy="2674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D7982B05-8888-A327-BFD5-C5FF09BC1248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0187655" y="3944165"/>
                  <a:ext cx="361800" cy="303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7A1B6FCF-767F-4EA8-F030-6E9A796792E5}"/>
                  </a:ext>
                </a:extLst>
              </p14:cNvPr>
              <p14:cNvContentPartPr/>
              <p14:nvPr/>
            </p14:nvContentPartPr>
            <p14:xfrm>
              <a:off x="8766375" y="3989885"/>
              <a:ext cx="1895040" cy="97056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7A1B6FCF-767F-4EA8-F030-6E9A796792E5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8712375" y="3881885"/>
                <a:ext cx="2002680" cy="118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80874C2F-3C98-693A-4197-0BA109DA7986}"/>
                  </a:ext>
                </a:extLst>
              </p14:cNvPr>
              <p14:cNvContentPartPr/>
              <p14:nvPr/>
            </p14:nvContentPartPr>
            <p14:xfrm>
              <a:off x="6881775" y="4851725"/>
              <a:ext cx="1824480" cy="22428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80874C2F-3C98-693A-4197-0BA109DA7986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6827775" y="4744085"/>
                <a:ext cx="1932120" cy="43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BD777922-3A50-AD77-2322-BB872E01B196}"/>
                  </a:ext>
                </a:extLst>
              </p14:cNvPr>
              <p14:cNvContentPartPr/>
              <p14:nvPr/>
            </p14:nvContentPartPr>
            <p14:xfrm>
              <a:off x="8312055" y="4970525"/>
              <a:ext cx="408240" cy="124632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BD777922-3A50-AD77-2322-BB872E01B196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8258055" y="4862525"/>
                <a:ext cx="515880" cy="146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F05C7C1B-57B0-E16E-4A45-D58983120345}"/>
                  </a:ext>
                </a:extLst>
              </p14:cNvPr>
              <p14:cNvContentPartPr/>
              <p14:nvPr/>
            </p14:nvContentPartPr>
            <p14:xfrm>
              <a:off x="8928735" y="5009405"/>
              <a:ext cx="1044000" cy="84168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F05C7C1B-57B0-E16E-4A45-D58983120345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8874735" y="4901405"/>
                <a:ext cx="1151640" cy="1057320"/>
              </a:xfrm>
              <a:prstGeom prst="rect">
                <a:avLst/>
              </a:prstGeom>
            </p:spPr>
          </p:pic>
        </mc:Fallback>
      </mc:AlternateContent>
      <p:grpSp>
        <p:nvGrpSpPr>
          <p:cNvPr id="80" name="Group 79">
            <a:extLst>
              <a:ext uri="{FF2B5EF4-FFF2-40B4-BE49-F238E27FC236}">
                <a16:creationId xmlns:a16="http://schemas.microsoft.com/office/drawing/2014/main" id="{72F69CC3-FB8D-6CCA-AE5E-17251D2B49FC}"/>
              </a:ext>
            </a:extLst>
          </p:cNvPr>
          <p:cNvGrpSpPr/>
          <p:nvPr/>
        </p:nvGrpSpPr>
        <p:grpSpPr>
          <a:xfrm>
            <a:off x="7122255" y="4345925"/>
            <a:ext cx="601560" cy="335160"/>
            <a:chOff x="7122255" y="4345925"/>
            <a:chExt cx="601560" cy="335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F66DAB30-3CA0-B16F-EC53-623BBA933D79}"/>
                    </a:ext>
                  </a:extLst>
                </p14:cNvPr>
                <p14:cNvContentPartPr/>
                <p14:nvPr/>
              </p14:nvContentPartPr>
              <p14:xfrm>
                <a:off x="7122255" y="4345925"/>
                <a:ext cx="71640" cy="3351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F66DAB30-3CA0-B16F-EC53-623BBA933D79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104615" y="4328285"/>
                  <a:ext cx="107280" cy="37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8D96C970-3030-C910-E4CB-88F40049CE13}"/>
                    </a:ext>
                  </a:extLst>
                </p14:cNvPr>
                <p14:cNvContentPartPr/>
                <p14:nvPr/>
              </p14:nvContentPartPr>
              <p14:xfrm>
                <a:off x="7276695" y="4482365"/>
                <a:ext cx="171000" cy="1753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8D96C970-3030-C910-E4CB-88F40049CE1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258695" y="4464365"/>
                  <a:ext cx="20664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70E80690-F8DE-0107-3429-F00B58A766A1}"/>
                    </a:ext>
                  </a:extLst>
                </p14:cNvPr>
                <p14:cNvContentPartPr/>
                <p14:nvPr/>
              </p14:nvContentPartPr>
              <p14:xfrm>
                <a:off x="7697175" y="4384445"/>
                <a:ext cx="26640" cy="2260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70E80690-F8DE-0107-3429-F00B58A766A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679535" y="4366805"/>
                  <a:ext cx="62280" cy="261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2F36893C-7050-95B3-03F2-9E10B2851B5F}"/>
              </a:ext>
            </a:extLst>
          </p:cNvPr>
          <p:cNvGrpSpPr/>
          <p:nvPr/>
        </p:nvGrpSpPr>
        <p:grpSpPr>
          <a:xfrm>
            <a:off x="7657935" y="5626085"/>
            <a:ext cx="644760" cy="394920"/>
            <a:chOff x="7657935" y="5626085"/>
            <a:chExt cx="644760" cy="394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AE871732-8F87-E1B3-34D4-77CFE5FE94BD}"/>
                    </a:ext>
                  </a:extLst>
                </p14:cNvPr>
                <p14:cNvContentPartPr/>
                <p14:nvPr/>
              </p14:nvContentPartPr>
              <p14:xfrm>
                <a:off x="7657935" y="5730485"/>
                <a:ext cx="97920" cy="2905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AE871732-8F87-E1B3-34D4-77CFE5FE94BD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640295" y="5712845"/>
                  <a:ext cx="133560" cy="32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573E6C4F-2930-15E8-A1AD-2B41479F1BCB}"/>
                    </a:ext>
                  </a:extLst>
                </p14:cNvPr>
                <p14:cNvContentPartPr/>
                <p14:nvPr/>
              </p14:nvContentPartPr>
              <p14:xfrm>
                <a:off x="7819215" y="5841725"/>
                <a:ext cx="244080" cy="1407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573E6C4F-2930-15E8-A1AD-2B41479F1BCB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801215" y="5823725"/>
                  <a:ext cx="27972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244FB230-A648-ABE3-77F8-89074081CBA8}"/>
                    </a:ext>
                  </a:extLst>
                </p14:cNvPr>
                <p14:cNvContentPartPr/>
                <p14:nvPr/>
              </p14:nvContentPartPr>
              <p14:xfrm>
                <a:off x="8100735" y="5626085"/>
                <a:ext cx="201960" cy="1670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244FB230-A648-ABE3-77F8-89074081CBA8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083095" y="5608085"/>
                  <a:ext cx="237600" cy="202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BF28E8AE-DD0D-4688-CAEB-C275CF7D6CFE}"/>
              </a:ext>
            </a:extLst>
          </p:cNvPr>
          <p:cNvGrpSpPr/>
          <p:nvPr/>
        </p:nvGrpSpPr>
        <p:grpSpPr>
          <a:xfrm>
            <a:off x="10437495" y="4420805"/>
            <a:ext cx="1013760" cy="514440"/>
            <a:chOff x="10437495" y="4420805"/>
            <a:chExt cx="1013760" cy="514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B056DF34-1BBC-AEC2-1E48-BA1FC9EE6032}"/>
                    </a:ext>
                  </a:extLst>
                </p14:cNvPr>
                <p14:cNvContentPartPr/>
                <p14:nvPr/>
              </p14:nvContentPartPr>
              <p14:xfrm>
                <a:off x="10437495" y="4608365"/>
                <a:ext cx="244800" cy="32688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B056DF34-1BBC-AEC2-1E48-BA1FC9EE6032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0419495" y="4590365"/>
                  <a:ext cx="28044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416F30B6-D1CA-704D-7501-B9B9F5841F5B}"/>
                    </a:ext>
                  </a:extLst>
                </p14:cNvPr>
                <p14:cNvContentPartPr/>
                <p14:nvPr/>
              </p14:nvContentPartPr>
              <p14:xfrm>
                <a:off x="10814415" y="4671005"/>
                <a:ext cx="115560" cy="990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416F30B6-D1CA-704D-7501-B9B9F5841F5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0796775" y="4653005"/>
                  <a:ext cx="15120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4CCCC8A8-6ED4-08DD-1DFB-AFD218D90DD6}"/>
                    </a:ext>
                  </a:extLst>
                </p14:cNvPr>
                <p14:cNvContentPartPr/>
                <p14:nvPr/>
              </p14:nvContentPartPr>
              <p14:xfrm>
                <a:off x="11018175" y="4515485"/>
                <a:ext cx="109440" cy="2584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4CCCC8A8-6ED4-08DD-1DFB-AFD218D90DD6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1000175" y="4497485"/>
                  <a:ext cx="14508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B3355693-D16B-11FE-5E4F-AF93F7380DA2}"/>
                    </a:ext>
                  </a:extLst>
                </p14:cNvPr>
                <p14:cNvContentPartPr/>
                <p14:nvPr/>
              </p14:nvContentPartPr>
              <p14:xfrm>
                <a:off x="11003775" y="4593965"/>
                <a:ext cx="134280" cy="921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B3355693-D16B-11FE-5E4F-AF93F7380DA2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0986135" y="4575965"/>
                  <a:ext cx="16992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97C5DBB6-B939-CF61-F52C-02E7EE6D5D53}"/>
                    </a:ext>
                  </a:extLst>
                </p14:cNvPr>
                <p14:cNvContentPartPr/>
                <p14:nvPr/>
              </p14:nvContentPartPr>
              <p14:xfrm>
                <a:off x="11347935" y="4420805"/>
                <a:ext cx="103320" cy="2217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97C5DBB6-B939-CF61-F52C-02E7EE6D5D53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1330295" y="4402805"/>
                  <a:ext cx="138960" cy="25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104E96BA-412C-57BF-B781-D0DC1A381AB2}"/>
              </a:ext>
            </a:extLst>
          </p:cNvPr>
          <p:cNvGrpSpPr/>
          <p:nvPr/>
        </p:nvGrpSpPr>
        <p:grpSpPr>
          <a:xfrm>
            <a:off x="5122815" y="6287405"/>
            <a:ext cx="3040920" cy="494640"/>
            <a:chOff x="5122815" y="6287405"/>
            <a:chExt cx="3040920" cy="494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DE3F93C8-A19B-10FD-D493-0D0D2306597E}"/>
                    </a:ext>
                  </a:extLst>
                </p14:cNvPr>
                <p14:cNvContentPartPr/>
                <p14:nvPr/>
              </p14:nvContentPartPr>
              <p14:xfrm>
                <a:off x="5122815" y="6287405"/>
                <a:ext cx="55440" cy="33480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DE3F93C8-A19B-10FD-D493-0D0D2306597E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104815" y="6269405"/>
                  <a:ext cx="91080" cy="37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EDB9099D-2C0F-4FC0-E327-43D3DE29632B}"/>
                    </a:ext>
                  </a:extLst>
                </p14:cNvPr>
                <p14:cNvContentPartPr/>
                <p14:nvPr/>
              </p14:nvContentPartPr>
              <p14:xfrm>
                <a:off x="5304975" y="6464525"/>
                <a:ext cx="186840" cy="1368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EDB9099D-2C0F-4FC0-E327-43D3DE29632B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286975" y="6446525"/>
                  <a:ext cx="22248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1E6195B8-A192-C146-701B-06F8DB2004FE}"/>
                    </a:ext>
                  </a:extLst>
                </p14:cNvPr>
                <p14:cNvContentPartPr/>
                <p14:nvPr/>
              </p14:nvContentPartPr>
              <p14:xfrm>
                <a:off x="5649135" y="6518885"/>
                <a:ext cx="35640" cy="1954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1E6195B8-A192-C146-701B-06F8DB2004FE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631135" y="6500885"/>
                  <a:ext cx="7128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40E55F1B-EA78-979B-03D0-3920A9712A57}"/>
                    </a:ext>
                  </a:extLst>
                </p14:cNvPr>
                <p14:cNvContentPartPr/>
                <p14:nvPr/>
              </p14:nvContentPartPr>
              <p14:xfrm>
                <a:off x="5906895" y="6436805"/>
                <a:ext cx="185040" cy="2664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40E55F1B-EA78-979B-03D0-3920A9712A57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889255" y="6419165"/>
                  <a:ext cx="22068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DC94FB24-6487-0C60-EC72-F2B4FBCB8C24}"/>
                    </a:ext>
                  </a:extLst>
                </p14:cNvPr>
                <p14:cNvContentPartPr/>
                <p14:nvPr/>
              </p14:nvContentPartPr>
              <p14:xfrm>
                <a:off x="5979255" y="6330965"/>
                <a:ext cx="13320" cy="2235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DC94FB24-6487-0C60-EC72-F2B4FBCB8C24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961255" y="6312965"/>
                  <a:ext cx="4896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923A3B7A-767E-BE4B-4AF8-AF2F6DEF50BB}"/>
                    </a:ext>
                  </a:extLst>
                </p14:cNvPr>
                <p14:cNvContentPartPr/>
                <p14:nvPr/>
              </p14:nvContentPartPr>
              <p14:xfrm>
                <a:off x="6211815" y="6322685"/>
                <a:ext cx="46800" cy="2991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923A3B7A-767E-BE4B-4AF8-AF2F6DEF50BB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194175" y="6305045"/>
                  <a:ext cx="82440" cy="33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57D7AE02-0C42-F9AC-BBD4-0CEFF0F62EA2}"/>
                    </a:ext>
                  </a:extLst>
                </p14:cNvPr>
                <p14:cNvContentPartPr/>
                <p14:nvPr/>
              </p14:nvContentPartPr>
              <p14:xfrm>
                <a:off x="6347895" y="6501605"/>
                <a:ext cx="150480" cy="11520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57D7AE02-0C42-F9AC-BBD4-0CEFF0F62EA2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329895" y="6483965"/>
                  <a:ext cx="18612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393776CB-8877-4720-A93F-D40F757355F6}"/>
                    </a:ext>
                  </a:extLst>
                </p14:cNvPr>
                <p14:cNvContentPartPr/>
                <p14:nvPr/>
              </p14:nvContentPartPr>
              <p14:xfrm>
                <a:off x="6642015" y="6554885"/>
                <a:ext cx="97200" cy="1504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393776CB-8877-4720-A93F-D40F757355F6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624375" y="6537245"/>
                  <a:ext cx="13284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3804F02E-2C6B-038C-507B-A64DAF104278}"/>
                    </a:ext>
                  </a:extLst>
                </p14:cNvPr>
                <p14:cNvContentPartPr/>
                <p14:nvPr/>
              </p14:nvContentPartPr>
              <p14:xfrm>
                <a:off x="6894015" y="6476045"/>
                <a:ext cx="194400" cy="3312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3804F02E-2C6B-038C-507B-A64DAF104278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876015" y="6458045"/>
                  <a:ext cx="23004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9CB9557F-30A3-55DD-D8AA-89A03F7D0354}"/>
                    </a:ext>
                  </a:extLst>
                </p14:cNvPr>
                <p14:cNvContentPartPr/>
                <p14:nvPr/>
              </p14:nvContentPartPr>
              <p14:xfrm>
                <a:off x="7010655" y="6377405"/>
                <a:ext cx="8280" cy="20412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9CB9557F-30A3-55DD-D8AA-89A03F7D0354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993015" y="6359405"/>
                  <a:ext cx="4392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C90433B8-9514-D6CD-B728-DF49EA9F4768}"/>
                    </a:ext>
                  </a:extLst>
                </p14:cNvPr>
                <p14:cNvContentPartPr/>
                <p14:nvPr/>
              </p14:nvContentPartPr>
              <p14:xfrm>
                <a:off x="7272015" y="6369125"/>
                <a:ext cx="39600" cy="3628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C90433B8-9514-D6CD-B728-DF49EA9F4768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254375" y="6351485"/>
                  <a:ext cx="75240" cy="39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6880FBFC-1310-FC77-2936-A391D3C7D66F}"/>
                    </a:ext>
                  </a:extLst>
                </p14:cNvPr>
                <p14:cNvContentPartPr/>
                <p14:nvPr/>
              </p14:nvContentPartPr>
              <p14:xfrm>
                <a:off x="7217655" y="6361925"/>
                <a:ext cx="61200" cy="349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6880FBFC-1310-FC77-2936-A391D3C7D66F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199655" y="6344285"/>
                  <a:ext cx="9684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517B25D7-44AB-E826-4DFE-C3831B210CF6}"/>
                    </a:ext>
                  </a:extLst>
                </p14:cNvPr>
                <p14:cNvContentPartPr/>
                <p14:nvPr/>
              </p14:nvContentPartPr>
              <p14:xfrm>
                <a:off x="7257975" y="6642005"/>
                <a:ext cx="104760" cy="5328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517B25D7-44AB-E826-4DFE-C3831B210CF6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239975" y="6624365"/>
                  <a:ext cx="14040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F81022CD-BE89-1653-6296-47324A3255A4}"/>
                    </a:ext>
                  </a:extLst>
                </p14:cNvPr>
                <p14:cNvContentPartPr/>
                <p14:nvPr/>
              </p14:nvContentPartPr>
              <p14:xfrm>
                <a:off x="7467135" y="6616085"/>
                <a:ext cx="128880" cy="11088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F81022CD-BE89-1653-6296-47324A3255A4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7449135" y="6598445"/>
                  <a:ext cx="16452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F0472CF5-B3AE-3891-396F-07253E264C1E}"/>
                    </a:ext>
                  </a:extLst>
                </p14:cNvPr>
                <p14:cNvContentPartPr/>
                <p14:nvPr/>
              </p14:nvContentPartPr>
              <p14:xfrm>
                <a:off x="7726335" y="6623285"/>
                <a:ext cx="110520" cy="15876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F0472CF5-B3AE-3891-396F-07253E264C1E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708695" y="6605285"/>
                  <a:ext cx="14616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4D96BE46-23ED-E9D6-17AB-79030CBF3ACF}"/>
                    </a:ext>
                  </a:extLst>
                </p14:cNvPr>
                <p14:cNvContentPartPr/>
                <p14:nvPr/>
              </p14:nvContentPartPr>
              <p14:xfrm>
                <a:off x="8079495" y="6609965"/>
                <a:ext cx="41400" cy="1188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4D96BE46-23ED-E9D6-17AB-79030CBF3ACF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061855" y="6591965"/>
                  <a:ext cx="7704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52303CE9-782D-6D92-F053-8C98990E8BFA}"/>
                    </a:ext>
                  </a:extLst>
                </p14:cNvPr>
                <p14:cNvContentPartPr/>
                <p14:nvPr/>
              </p14:nvContentPartPr>
              <p14:xfrm>
                <a:off x="8101455" y="6652085"/>
                <a:ext cx="62280" cy="367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52303CE9-782D-6D92-F053-8C98990E8BFA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8083815" y="6634445"/>
                  <a:ext cx="97920" cy="7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966BD4A7-7D80-4ABA-B015-47F6AE8F5A9B}"/>
              </a:ext>
            </a:extLst>
          </p:cNvPr>
          <p:cNvGrpSpPr/>
          <p:nvPr/>
        </p:nvGrpSpPr>
        <p:grpSpPr>
          <a:xfrm>
            <a:off x="8478015" y="5977805"/>
            <a:ext cx="1418040" cy="759960"/>
            <a:chOff x="8478015" y="5977805"/>
            <a:chExt cx="1418040" cy="759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FD0D451B-00F2-428D-569D-17891E98ECC5}"/>
                    </a:ext>
                  </a:extLst>
                </p14:cNvPr>
                <p14:cNvContentPartPr/>
                <p14:nvPr/>
              </p14:nvContentPartPr>
              <p14:xfrm>
                <a:off x="9164895" y="5977805"/>
                <a:ext cx="131040" cy="3322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FD0D451B-00F2-428D-569D-17891E98ECC5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9147255" y="5960165"/>
                  <a:ext cx="166680" cy="36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C76C63A6-1C3C-2807-A95A-23F306AE0ECD}"/>
                    </a:ext>
                  </a:extLst>
                </p14:cNvPr>
                <p14:cNvContentPartPr/>
                <p14:nvPr/>
              </p14:nvContentPartPr>
              <p14:xfrm>
                <a:off x="9345615" y="6149885"/>
                <a:ext cx="273600" cy="15264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C76C63A6-1C3C-2807-A95A-23F306AE0ECD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9327975" y="6132245"/>
                  <a:ext cx="30924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178BCA66-7E1F-BAC6-FC02-865B882D29F5}"/>
                    </a:ext>
                  </a:extLst>
                </p14:cNvPr>
                <p14:cNvContentPartPr/>
                <p14:nvPr/>
              </p14:nvContentPartPr>
              <p14:xfrm>
                <a:off x="9649095" y="6031445"/>
                <a:ext cx="246960" cy="1944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178BCA66-7E1F-BAC6-FC02-865B882D29F5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631455" y="6013445"/>
                  <a:ext cx="28260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4744DFE0-3F03-2EEB-525F-D83BF9F98292}"/>
                    </a:ext>
                  </a:extLst>
                </p14:cNvPr>
                <p14:cNvContentPartPr/>
                <p14:nvPr/>
              </p14:nvContentPartPr>
              <p14:xfrm>
                <a:off x="8478015" y="6387485"/>
                <a:ext cx="227520" cy="34236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4744DFE0-3F03-2EEB-525F-D83BF9F98292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8460375" y="6369845"/>
                  <a:ext cx="263160" cy="37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B795DB47-DD50-0FC4-5C8F-F2B6B7EA43F0}"/>
                    </a:ext>
                  </a:extLst>
                </p14:cNvPr>
                <p14:cNvContentPartPr/>
                <p14:nvPr/>
              </p14:nvContentPartPr>
              <p14:xfrm>
                <a:off x="8817855" y="6566045"/>
                <a:ext cx="152280" cy="11484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B795DB47-DD50-0FC4-5C8F-F2B6B7EA43F0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8799855" y="6548045"/>
                  <a:ext cx="18792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314E5325-583B-24CE-3DF5-B1C459CAC3C6}"/>
                    </a:ext>
                  </a:extLst>
                </p14:cNvPr>
                <p14:cNvContentPartPr/>
                <p14:nvPr/>
              </p14:nvContentPartPr>
              <p14:xfrm>
                <a:off x="9080295" y="6493685"/>
                <a:ext cx="48240" cy="2440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314E5325-583B-24CE-3DF5-B1C459CAC3C6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9062655" y="6475685"/>
                  <a:ext cx="8388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6A61FEED-050E-448D-EE6A-85576AA16822}"/>
                    </a:ext>
                  </a:extLst>
                </p14:cNvPr>
                <p14:cNvContentPartPr/>
                <p14:nvPr/>
              </p14:nvContentPartPr>
              <p14:xfrm>
                <a:off x="9048975" y="6613925"/>
                <a:ext cx="70920" cy="2484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6A61FEED-050E-448D-EE6A-85576AA16822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9031335" y="6596285"/>
                  <a:ext cx="10656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7FB0D4EE-BA3B-7A6B-E526-F6E1E0E2A4BD}"/>
                    </a:ext>
                  </a:extLst>
                </p14:cNvPr>
                <p14:cNvContentPartPr/>
                <p14:nvPr/>
              </p14:nvContentPartPr>
              <p14:xfrm>
                <a:off x="9446055" y="6417005"/>
                <a:ext cx="53640" cy="2865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7FB0D4EE-BA3B-7A6B-E526-F6E1E0E2A4BD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9428415" y="6399365"/>
                  <a:ext cx="8928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8B03EFD4-DA64-C06B-19BD-5E43F223C2B1}"/>
                    </a:ext>
                  </a:extLst>
                </p14:cNvPr>
                <p14:cNvContentPartPr/>
                <p14:nvPr/>
              </p14:nvContentPartPr>
              <p14:xfrm>
                <a:off x="9414015" y="6422045"/>
                <a:ext cx="32760" cy="1620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8B03EFD4-DA64-C06B-19BD-5E43F223C2B1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9396375" y="6404405"/>
                  <a:ext cx="6840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6FFA5E23-00B3-E3EB-A296-4077171CC159}"/>
                    </a:ext>
                  </a:extLst>
                </p14:cNvPr>
                <p14:cNvContentPartPr/>
                <p14:nvPr/>
              </p14:nvContentPartPr>
              <p14:xfrm>
                <a:off x="9466575" y="6644165"/>
                <a:ext cx="51120" cy="172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6FFA5E23-00B3-E3EB-A296-4077171CC159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9448935" y="6626165"/>
                  <a:ext cx="86760" cy="529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4378245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2F3A3D-75DF-ECED-2B7B-2A4978F1FA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13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AE5CD3A4-DBD8-9A1E-87BD-0CF551DFF025}"/>
              </a:ext>
            </a:extLst>
          </p:cNvPr>
          <p:cNvGrpSpPr/>
          <p:nvPr/>
        </p:nvGrpSpPr>
        <p:grpSpPr>
          <a:xfrm>
            <a:off x="3535215" y="948245"/>
            <a:ext cx="3232800" cy="4889160"/>
            <a:chOff x="3535215" y="948245"/>
            <a:chExt cx="3232800" cy="4889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E17D63AD-9DF7-6507-D643-5DF8BE9070AB}"/>
                    </a:ext>
                  </a:extLst>
                </p14:cNvPr>
                <p14:cNvContentPartPr/>
                <p14:nvPr/>
              </p14:nvContentPartPr>
              <p14:xfrm>
                <a:off x="4551135" y="948245"/>
                <a:ext cx="93240" cy="6620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E17D63AD-9DF7-6507-D643-5DF8BE9070A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533495" y="930245"/>
                  <a:ext cx="128880" cy="69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0770BDC3-D600-8266-AF2C-5AA3AF548C85}"/>
                    </a:ext>
                  </a:extLst>
                </p14:cNvPr>
                <p14:cNvContentPartPr/>
                <p14:nvPr/>
              </p14:nvContentPartPr>
              <p14:xfrm>
                <a:off x="4584615" y="1581125"/>
                <a:ext cx="138600" cy="4572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0770BDC3-D600-8266-AF2C-5AA3AF548C8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566975" y="1563485"/>
                  <a:ext cx="174240" cy="49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93A31970-B145-284C-EE32-2C867D8B346F}"/>
                    </a:ext>
                  </a:extLst>
                </p14:cNvPr>
                <p14:cNvContentPartPr/>
                <p14:nvPr/>
              </p14:nvContentPartPr>
              <p14:xfrm>
                <a:off x="4698375" y="2032925"/>
                <a:ext cx="70560" cy="6134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93A31970-B145-284C-EE32-2C867D8B346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680375" y="2015285"/>
                  <a:ext cx="106200" cy="64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13CA81E-B577-C29B-44F5-8DF4B7968434}"/>
                    </a:ext>
                  </a:extLst>
                </p14:cNvPr>
                <p14:cNvContentPartPr/>
                <p14:nvPr/>
              </p14:nvContentPartPr>
              <p14:xfrm>
                <a:off x="4374735" y="2621525"/>
                <a:ext cx="401760" cy="2962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13CA81E-B577-C29B-44F5-8DF4B796843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357095" y="2603525"/>
                  <a:ext cx="43740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4ED4B82-FEFB-4314-02CE-C6731D0853AE}"/>
                    </a:ext>
                  </a:extLst>
                </p14:cNvPr>
                <p14:cNvContentPartPr/>
                <p14:nvPr/>
              </p14:nvContentPartPr>
              <p14:xfrm>
                <a:off x="3803775" y="2931845"/>
                <a:ext cx="550800" cy="4190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4ED4B82-FEFB-4314-02CE-C6731D0853A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785775" y="2913845"/>
                  <a:ext cx="586440" cy="45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032F162-D1BA-A171-9371-5DAE88AA5A55}"/>
                    </a:ext>
                  </a:extLst>
                </p14:cNvPr>
                <p14:cNvContentPartPr/>
                <p14:nvPr/>
              </p14:nvContentPartPr>
              <p14:xfrm>
                <a:off x="3586695" y="3332525"/>
                <a:ext cx="267120" cy="3276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032F162-D1BA-A171-9371-5DAE88AA5A5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568695" y="3314525"/>
                  <a:ext cx="302760" cy="36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7DDB349-1E9A-D401-B623-1EFBA935D093}"/>
                    </a:ext>
                  </a:extLst>
                </p14:cNvPr>
                <p14:cNvContentPartPr/>
                <p14:nvPr/>
              </p14:nvContentPartPr>
              <p14:xfrm>
                <a:off x="3535215" y="3673445"/>
                <a:ext cx="57240" cy="590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7DDB349-1E9A-D401-B623-1EFBA935D09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517215" y="3655445"/>
                  <a:ext cx="9288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38964E4-391F-6D2B-8F8C-48969DD14F37}"/>
                    </a:ext>
                  </a:extLst>
                </p14:cNvPr>
                <p14:cNvContentPartPr/>
                <p14:nvPr/>
              </p14:nvContentPartPr>
              <p14:xfrm>
                <a:off x="4761015" y="2586965"/>
                <a:ext cx="874080" cy="4640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38964E4-391F-6D2B-8F8C-48969DD14F3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743015" y="2568965"/>
                  <a:ext cx="909720" cy="49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AF4DB3F-1640-61DB-77CB-9B9CC73D09EA}"/>
                    </a:ext>
                  </a:extLst>
                </p14:cNvPr>
                <p14:cNvContentPartPr/>
                <p14:nvPr/>
              </p14:nvContentPartPr>
              <p14:xfrm>
                <a:off x="5668935" y="2994845"/>
                <a:ext cx="181440" cy="1670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AF4DB3F-1640-61DB-77CB-9B9CC73D09E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651295" y="2977205"/>
                  <a:ext cx="21708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33F8F73-437C-47AA-28AE-57063B6B08C1}"/>
                    </a:ext>
                  </a:extLst>
                </p14:cNvPr>
                <p14:cNvContentPartPr/>
                <p14:nvPr/>
              </p14:nvContentPartPr>
              <p14:xfrm>
                <a:off x="5886375" y="3196445"/>
                <a:ext cx="556920" cy="4816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33F8F73-437C-47AA-28AE-57063B6B08C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868735" y="3178805"/>
                  <a:ext cx="592560" cy="51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71B445E-DDA2-76A9-D52D-8C9D5E6FD7E5}"/>
                    </a:ext>
                  </a:extLst>
                </p14:cNvPr>
                <p14:cNvContentPartPr/>
                <p14:nvPr/>
              </p14:nvContentPartPr>
              <p14:xfrm>
                <a:off x="3551775" y="3714845"/>
                <a:ext cx="105120" cy="7200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71B445E-DDA2-76A9-D52D-8C9D5E6FD7E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534135" y="3697205"/>
                  <a:ext cx="140760" cy="75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65D650C-8299-8C22-B117-0E5A8CA35BC7}"/>
                    </a:ext>
                  </a:extLst>
                </p14:cNvPr>
                <p14:cNvContentPartPr/>
                <p14:nvPr/>
              </p14:nvContentPartPr>
              <p14:xfrm>
                <a:off x="3629895" y="4400285"/>
                <a:ext cx="266760" cy="9072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65D650C-8299-8C22-B117-0E5A8CA35BC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611895" y="4382645"/>
                  <a:ext cx="302400" cy="9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02B7A54-9EC6-D2A3-21D0-00659DEF23FE}"/>
                    </a:ext>
                  </a:extLst>
                </p14:cNvPr>
                <p14:cNvContentPartPr/>
                <p14:nvPr/>
              </p14:nvContentPartPr>
              <p14:xfrm>
                <a:off x="6468135" y="3677765"/>
                <a:ext cx="89280" cy="5893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02B7A54-9EC6-D2A3-21D0-00659DEF23F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450495" y="3659765"/>
                  <a:ext cx="124920" cy="62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49F3084E-D29C-4325-17C5-EDFF6DF7E72F}"/>
                    </a:ext>
                  </a:extLst>
                </p14:cNvPr>
                <p14:cNvContentPartPr/>
                <p14:nvPr/>
              </p14:nvContentPartPr>
              <p14:xfrm>
                <a:off x="6504135" y="4271405"/>
                <a:ext cx="135360" cy="2631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49F3084E-D29C-4325-17C5-EDFF6DF7E72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486135" y="4253765"/>
                  <a:ext cx="17100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ABD6EC7-1F6D-7113-D35C-BAA2B460B6A9}"/>
                    </a:ext>
                  </a:extLst>
                </p14:cNvPr>
                <p14:cNvContentPartPr/>
                <p14:nvPr/>
              </p14:nvContentPartPr>
              <p14:xfrm>
                <a:off x="6635535" y="4562645"/>
                <a:ext cx="115920" cy="5104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ABD6EC7-1F6D-7113-D35C-BAA2B460B6A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617895" y="4545005"/>
                  <a:ext cx="151560" cy="54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666415F-9C50-E3E9-9D6A-ED4481AEE8F6}"/>
                    </a:ext>
                  </a:extLst>
                </p14:cNvPr>
                <p14:cNvContentPartPr/>
                <p14:nvPr/>
              </p14:nvContentPartPr>
              <p14:xfrm>
                <a:off x="3874335" y="5303885"/>
                <a:ext cx="74880" cy="421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666415F-9C50-E3E9-9D6A-ED4481AEE8F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856695" y="5286245"/>
                  <a:ext cx="11052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D4E6C01-C388-4186-20D4-40393ACBFF10}"/>
                    </a:ext>
                  </a:extLst>
                </p14:cNvPr>
                <p14:cNvContentPartPr/>
                <p14:nvPr/>
              </p14:nvContentPartPr>
              <p14:xfrm>
                <a:off x="3858855" y="5343845"/>
                <a:ext cx="48960" cy="111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D4E6C01-C388-4186-20D4-40393ACBFF1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841215" y="5326205"/>
                  <a:ext cx="8460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531B241E-5F4E-7A06-00EA-7CDC42B8AC08}"/>
                    </a:ext>
                  </a:extLst>
                </p14:cNvPr>
                <p14:cNvContentPartPr/>
                <p14:nvPr/>
              </p14:nvContentPartPr>
              <p14:xfrm>
                <a:off x="3894135" y="5288405"/>
                <a:ext cx="1317240" cy="5360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531B241E-5F4E-7A06-00EA-7CDC42B8AC0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876495" y="5270765"/>
                  <a:ext cx="1352880" cy="57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ACB33C39-1EE6-D2D6-E6EC-69CE89EB80B7}"/>
                    </a:ext>
                  </a:extLst>
                </p14:cNvPr>
                <p14:cNvContentPartPr/>
                <p14:nvPr/>
              </p14:nvContentPartPr>
              <p14:xfrm>
                <a:off x="5243415" y="5196605"/>
                <a:ext cx="125280" cy="5598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ACB33C39-1EE6-D2D6-E6EC-69CE89EB80B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225775" y="5178965"/>
                  <a:ext cx="160920" cy="59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5D4A8FE9-E081-7F95-66A6-A72B8B231673}"/>
                    </a:ext>
                  </a:extLst>
                </p14:cNvPr>
                <p14:cNvContentPartPr/>
                <p14:nvPr/>
              </p14:nvContentPartPr>
              <p14:xfrm>
                <a:off x="5351055" y="5047205"/>
                <a:ext cx="1416960" cy="7628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5D4A8FE9-E081-7F95-66A6-A72B8B23167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333415" y="5029205"/>
                  <a:ext cx="1452600" cy="79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5A0DAC1-CF58-2DD9-3D71-4E63A613E1C1}"/>
                    </a:ext>
                  </a:extLst>
                </p14:cNvPr>
                <p14:cNvContentPartPr/>
                <p14:nvPr/>
              </p14:nvContentPartPr>
              <p14:xfrm>
                <a:off x="5308935" y="5782325"/>
                <a:ext cx="16200" cy="550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5A0DAC1-CF58-2DD9-3D71-4E63A613E1C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290935" y="5764685"/>
                  <a:ext cx="51840" cy="90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3C5C8154-AE8A-2A42-68B4-1706EB873CA4}"/>
              </a:ext>
            </a:extLst>
          </p:cNvPr>
          <p:cNvGrpSpPr/>
          <p:nvPr/>
        </p:nvGrpSpPr>
        <p:grpSpPr>
          <a:xfrm>
            <a:off x="4968015" y="1308965"/>
            <a:ext cx="233280" cy="751320"/>
            <a:chOff x="4968015" y="1308965"/>
            <a:chExt cx="233280" cy="751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761A23AA-8BDD-AEEA-EF5A-7502EEF9B3CE}"/>
                    </a:ext>
                  </a:extLst>
                </p14:cNvPr>
                <p14:cNvContentPartPr/>
                <p14:nvPr/>
              </p14:nvContentPartPr>
              <p14:xfrm>
                <a:off x="4968015" y="1308965"/>
                <a:ext cx="192600" cy="7513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761A23AA-8BDD-AEEA-EF5A-7502EEF9B3C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950015" y="1290965"/>
                  <a:ext cx="228240" cy="78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DE832962-E96E-A1FA-1996-F92AD7A55DFF}"/>
                    </a:ext>
                  </a:extLst>
                </p14:cNvPr>
                <p14:cNvContentPartPr/>
                <p14:nvPr/>
              </p14:nvContentPartPr>
              <p14:xfrm>
                <a:off x="5041455" y="1842485"/>
                <a:ext cx="159840" cy="1731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DE832962-E96E-A1FA-1996-F92AD7A55DFF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023815" y="1824485"/>
                  <a:ext cx="195480" cy="20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8CBDE037-C118-1B0F-3E68-F82276E91ABA}"/>
              </a:ext>
            </a:extLst>
          </p:cNvPr>
          <p:cNvGrpSpPr/>
          <p:nvPr/>
        </p:nvGrpSpPr>
        <p:grpSpPr>
          <a:xfrm>
            <a:off x="4096815" y="1580405"/>
            <a:ext cx="426240" cy="423360"/>
            <a:chOff x="4096815" y="1580405"/>
            <a:chExt cx="426240" cy="423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D5A50F99-67A3-5C99-85CD-420A6820C922}"/>
                    </a:ext>
                  </a:extLst>
                </p14:cNvPr>
                <p14:cNvContentPartPr/>
                <p14:nvPr/>
              </p14:nvContentPartPr>
              <p14:xfrm>
                <a:off x="4100415" y="1625405"/>
                <a:ext cx="143640" cy="3276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5A50F99-67A3-5C99-85CD-420A6820C92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082415" y="1607765"/>
                  <a:ext cx="179280" cy="36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66A0A2C-E9DA-CBB7-147B-B699D34A8515}"/>
                    </a:ext>
                  </a:extLst>
                </p14:cNvPr>
                <p14:cNvContentPartPr/>
                <p14:nvPr/>
              </p14:nvContentPartPr>
              <p14:xfrm>
                <a:off x="4096815" y="1580405"/>
                <a:ext cx="224280" cy="2322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866A0A2C-E9DA-CBB7-147B-B699D34A8515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079175" y="1562765"/>
                  <a:ext cx="25992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4BD23563-4F91-98C0-23BD-0BBEFA44C673}"/>
                    </a:ext>
                  </a:extLst>
                </p14:cNvPr>
                <p14:cNvContentPartPr/>
                <p14:nvPr/>
              </p14:nvContentPartPr>
              <p14:xfrm>
                <a:off x="4417935" y="1730885"/>
                <a:ext cx="105120" cy="2728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4BD23563-4F91-98C0-23BD-0BBEFA44C67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399935" y="1712885"/>
                  <a:ext cx="140760" cy="30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F2AB92B1-8205-3716-1B84-3B2B88A7B807}"/>
              </a:ext>
            </a:extLst>
          </p:cNvPr>
          <p:cNvGrpSpPr/>
          <p:nvPr/>
        </p:nvGrpSpPr>
        <p:grpSpPr>
          <a:xfrm>
            <a:off x="3864255" y="2390045"/>
            <a:ext cx="518400" cy="351360"/>
            <a:chOff x="3864255" y="2390045"/>
            <a:chExt cx="518400" cy="351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87CB075-1FED-7D8E-1E26-8AF95A5ABC16}"/>
                    </a:ext>
                  </a:extLst>
                </p14:cNvPr>
                <p14:cNvContentPartPr/>
                <p14:nvPr/>
              </p14:nvContentPartPr>
              <p14:xfrm>
                <a:off x="3864255" y="2464565"/>
                <a:ext cx="148680" cy="2768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87CB075-1FED-7D8E-1E26-8AF95A5ABC16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846255" y="2446925"/>
                  <a:ext cx="18432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CCEF83DD-3D3E-E688-416F-988534978BB5}"/>
                    </a:ext>
                  </a:extLst>
                </p14:cNvPr>
                <p14:cNvContentPartPr/>
                <p14:nvPr/>
              </p14:nvContentPartPr>
              <p14:xfrm>
                <a:off x="3902775" y="2390045"/>
                <a:ext cx="213840" cy="1872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CCEF83DD-3D3E-E688-416F-988534978BB5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885135" y="2372045"/>
                  <a:ext cx="24948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44E30238-110B-1CDC-5DC5-F5D23BB7CFF3}"/>
                    </a:ext>
                  </a:extLst>
                </p14:cNvPr>
                <p14:cNvContentPartPr/>
                <p14:nvPr/>
              </p14:nvContentPartPr>
              <p14:xfrm>
                <a:off x="4215615" y="2463485"/>
                <a:ext cx="167040" cy="1256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44E30238-110B-1CDC-5DC5-F5D23BB7CFF3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197615" y="2445485"/>
                  <a:ext cx="202680" cy="161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C37BF812-F2CF-424C-10D5-BC44C43DB706}"/>
              </a:ext>
            </a:extLst>
          </p:cNvPr>
          <p:cNvGrpSpPr/>
          <p:nvPr/>
        </p:nvGrpSpPr>
        <p:grpSpPr>
          <a:xfrm>
            <a:off x="5799975" y="2561045"/>
            <a:ext cx="575280" cy="329040"/>
            <a:chOff x="5799975" y="2561045"/>
            <a:chExt cx="575280" cy="32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ED01D15B-9F10-629A-D63F-FB888C75B0B7}"/>
                    </a:ext>
                  </a:extLst>
                </p14:cNvPr>
                <p14:cNvContentPartPr/>
                <p14:nvPr/>
              </p14:nvContentPartPr>
              <p14:xfrm>
                <a:off x="5799975" y="2643485"/>
                <a:ext cx="145800" cy="2466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ED01D15B-9F10-629A-D63F-FB888C75B0B7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781975" y="2625845"/>
                  <a:ext cx="18144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53C914A4-18B3-EE91-D40B-DCB0BE393BE2}"/>
                    </a:ext>
                  </a:extLst>
                </p14:cNvPr>
                <p14:cNvContentPartPr/>
                <p14:nvPr/>
              </p14:nvContentPartPr>
              <p14:xfrm>
                <a:off x="5836335" y="2561045"/>
                <a:ext cx="216720" cy="1987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53C914A4-18B3-EE91-D40B-DCB0BE393BE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818335" y="2543405"/>
                  <a:ext cx="25236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43A361BC-FB91-78B5-9B1C-1C4878C34382}"/>
                    </a:ext>
                  </a:extLst>
                </p14:cNvPr>
                <p14:cNvContentPartPr/>
                <p14:nvPr/>
              </p14:nvContentPartPr>
              <p14:xfrm>
                <a:off x="6234135" y="2637725"/>
                <a:ext cx="26280" cy="36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43A361BC-FB91-78B5-9B1C-1C4878C34382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216495" y="2620085"/>
                  <a:ext cx="6192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8D70EC64-176A-F2C0-AF83-0381DA51ECED}"/>
                    </a:ext>
                  </a:extLst>
                </p14:cNvPr>
                <p14:cNvContentPartPr/>
                <p14:nvPr/>
              </p14:nvContentPartPr>
              <p14:xfrm>
                <a:off x="6220095" y="2625485"/>
                <a:ext cx="155160" cy="2437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8D70EC64-176A-F2C0-AF83-0381DA51ECED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202455" y="2607485"/>
                  <a:ext cx="190800" cy="279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8278D958-1D36-D2B6-350D-8DB83AE809CE}"/>
              </a:ext>
            </a:extLst>
          </p:cNvPr>
          <p:cNvGrpSpPr/>
          <p:nvPr/>
        </p:nvGrpSpPr>
        <p:grpSpPr>
          <a:xfrm>
            <a:off x="2732775" y="4536005"/>
            <a:ext cx="578520" cy="378720"/>
            <a:chOff x="2732775" y="4536005"/>
            <a:chExt cx="578520" cy="378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0B157EE9-16DC-9AB1-39AD-4B699187487B}"/>
                    </a:ext>
                  </a:extLst>
                </p14:cNvPr>
                <p14:cNvContentPartPr/>
                <p14:nvPr/>
              </p14:nvContentPartPr>
              <p14:xfrm>
                <a:off x="2732775" y="4644365"/>
                <a:ext cx="162360" cy="2703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0B157EE9-16DC-9AB1-39AD-4B699187487B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715135" y="4626365"/>
                  <a:ext cx="19800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E2CC7D28-4E8F-BE23-727B-D417888A5A10}"/>
                    </a:ext>
                  </a:extLst>
                </p14:cNvPr>
                <p14:cNvContentPartPr/>
                <p14:nvPr/>
              </p14:nvContentPartPr>
              <p14:xfrm>
                <a:off x="2778855" y="4536005"/>
                <a:ext cx="266040" cy="2185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E2CC7D28-4E8F-BE23-727B-D417888A5A10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761215" y="4518005"/>
                  <a:ext cx="30168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C01E2B48-F600-CC60-C390-B653241B39E7}"/>
                    </a:ext>
                  </a:extLst>
                </p14:cNvPr>
                <p14:cNvContentPartPr/>
                <p14:nvPr/>
              </p14:nvContentPartPr>
              <p14:xfrm>
                <a:off x="3097095" y="4598645"/>
                <a:ext cx="214200" cy="2239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C01E2B48-F600-CC60-C390-B653241B39E7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079095" y="4580645"/>
                  <a:ext cx="249840" cy="259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5EB11650-8424-50DA-854D-DAE7DBD4F379}"/>
              </a:ext>
            </a:extLst>
          </p:cNvPr>
          <p:cNvGrpSpPr/>
          <p:nvPr/>
        </p:nvGrpSpPr>
        <p:grpSpPr>
          <a:xfrm>
            <a:off x="4458975" y="2629085"/>
            <a:ext cx="900360" cy="2793240"/>
            <a:chOff x="4458975" y="2629085"/>
            <a:chExt cx="900360" cy="2793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AADB6F87-319D-588E-2E80-47B247979F5B}"/>
                    </a:ext>
                  </a:extLst>
                </p14:cNvPr>
                <p14:cNvContentPartPr/>
                <p14:nvPr/>
              </p14:nvContentPartPr>
              <p14:xfrm>
                <a:off x="4748055" y="2629085"/>
                <a:ext cx="222840" cy="10465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AADB6F87-319D-588E-2E80-47B247979F5B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730055" y="2611085"/>
                  <a:ext cx="258480" cy="10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86AC3F67-6B48-0754-FC24-98C6E7705655}"/>
                    </a:ext>
                  </a:extLst>
                </p14:cNvPr>
                <p14:cNvContentPartPr/>
                <p14:nvPr/>
              </p14:nvContentPartPr>
              <p14:xfrm>
                <a:off x="4911495" y="3739685"/>
                <a:ext cx="168840" cy="3934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86AC3F67-6B48-0754-FC24-98C6E7705655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893855" y="3722045"/>
                  <a:ext cx="204480" cy="42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3B692A13-29D5-6A97-DD1F-33BC5A14E151}"/>
                    </a:ext>
                  </a:extLst>
                </p14:cNvPr>
                <p14:cNvContentPartPr/>
                <p14:nvPr/>
              </p14:nvContentPartPr>
              <p14:xfrm>
                <a:off x="5083935" y="4151885"/>
                <a:ext cx="275400" cy="12704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3B692A13-29D5-6A97-DD1F-33BC5A14E151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065935" y="4133885"/>
                  <a:ext cx="311040" cy="130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FBB6445E-E025-136F-C6F3-9E2543A9F173}"/>
                    </a:ext>
                  </a:extLst>
                </p14:cNvPr>
                <p14:cNvContentPartPr/>
                <p14:nvPr/>
              </p14:nvContentPartPr>
              <p14:xfrm>
                <a:off x="4458975" y="3951005"/>
                <a:ext cx="107640" cy="2991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FBB6445E-E025-136F-C6F3-9E2543A9F173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440975" y="3933365"/>
                  <a:ext cx="143280" cy="33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B945DCD5-953D-5845-EE51-5E100A20C097}"/>
                    </a:ext>
                  </a:extLst>
                </p14:cNvPr>
                <p14:cNvContentPartPr/>
                <p14:nvPr/>
              </p14:nvContentPartPr>
              <p14:xfrm>
                <a:off x="4461855" y="3953525"/>
                <a:ext cx="226080" cy="17784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B945DCD5-953D-5845-EE51-5E100A20C097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443855" y="3935525"/>
                  <a:ext cx="26172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A522E83A-AF1D-8C6E-4EAE-32DEA5B18E90}"/>
                    </a:ext>
                  </a:extLst>
                </p14:cNvPr>
                <p14:cNvContentPartPr/>
                <p14:nvPr/>
              </p14:nvContentPartPr>
              <p14:xfrm>
                <a:off x="4811055" y="4098605"/>
                <a:ext cx="104760" cy="496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A522E83A-AF1D-8C6E-4EAE-32DEA5B18E90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793415" y="4080605"/>
                  <a:ext cx="14040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97F38A97-C5FF-6954-CACC-A789E3211710}"/>
                    </a:ext>
                  </a:extLst>
                </p14:cNvPr>
                <p14:cNvContentPartPr/>
                <p14:nvPr/>
              </p14:nvContentPartPr>
              <p14:xfrm>
                <a:off x="4829775" y="4132085"/>
                <a:ext cx="79200" cy="2520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97F38A97-C5FF-6954-CACC-A789E3211710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812135" y="4114085"/>
                  <a:ext cx="114840" cy="287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5241280E-EA62-11CB-61B0-B58630D913F2}"/>
              </a:ext>
            </a:extLst>
          </p:cNvPr>
          <p:cNvGrpSpPr/>
          <p:nvPr/>
        </p:nvGrpSpPr>
        <p:grpSpPr>
          <a:xfrm>
            <a:off x="6819855" y="4234685"/>
            <a:ext cx="443520" cy="331200"/>
            <a:chOff x="6819855" y="4234685"/>
            <a:chExt cx="443520" cy="331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A6E1AE24-3847-6DA4-E652-F173052C211E}"/>
                    </a:ext>
                  </a:extLst>
                </p14:cNvPr>
                <p14:cNvContentPartPr/>
                <p14:nvPr/>
              </p14:nvContentPartPr>
              <p14:xfrm>
                <a:off x="6819855" y="4254485"/>
                <a:ext cx="79920" cy="2534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A6E1AE24-3847-6DA4-E652-F173052C211E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802215" y="4236845"/>
                  <a:ext cx="11556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FEC59AB3-F1B7-C6AE-1552-14251ACBD702}"/>
                    </a:ext>
                  </a:extLst>
                </p14:cNvPr>
                <p14:cNvContentPartPr/>
                <p14:nvPr/>
              </p14:nvContentPartPr>
              <p14:xfrm>
                <a:off x="6860175" y="4243325"/>
                <a:ext cx="38520" cy="237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FEC59AB3-F1B7-C6AE-1552-14251ACBD702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842175" y="4225685"/>
                  <a:ext cx="7416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EA70C84F-0D83-1F41-4634-7EA0E9302A50}"/>
                    </a:ext>
                  </a:extLst>
                </p14:cNvPr>
                <p14:cNvContentPartPr/>
                <p14:nvPr/>
              </p14:nvContentPartPr>
              <p14:xfrm>
                <a:off x="6823455" y="4234685"/>
                <a:ext cx="207360" cy="1641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EA70C84F-0D83-1F41-4634-7EA0E9302A50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805815" y="4217045"/>
                  <a:ext cx="24300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7BA0A57F-FD58-4E24-C863-A26F60B794EB}"/>
                    </a:ext>
                  </a:extLst>
                </p14:cNvPr>
                <p14:cNvContentPartPr/>
                <p14:nvPr/>
              </p14:nvContentPartPr>
              <p14:xfrm>
                <a:off x="7149615" y="4368605"/>
                <a:ext cx="113760" cy="19728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7BA0A57F-FD58-4E24-C863-A26F60B794EB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131975" y="4350605"/>
                  <a:ext cx="149400" cy="232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06F88C8A-B0D2-E932-5555-94A4389DE5C7}"/>
                  </a:ext>
                </a:extLst>
              </p14:cNvPr>
              <p14:cNvContentPartPr/>
              <p14:nvPr/>
            </p14:nvContentPartPr>
            <p14:xfrm>
              <a:off x="5306415" y="5823725"/>
              <a:ext cx="133920" cy="69444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06F88C8A-B0D2-E932-5555-94A4389DE5C7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5288775" y="5805725"/>
                <a:ext cx="169560" cy="730080"/>
              </a:xfrm>
              <a:prstGeom prst="rect">
                <a:avLst/>
              </a:prstGeom>
            </p:spPr>
          </p:pic>
        </mc:Fallback>
      </mc:AlternateContent>
      <p:grpSp>
        <p:nvGrpSpPr>
          <p:cNvPr id="79" name="Group 78">
            <a:extLst>
              <a:ext uri="{FF2B5EF4-FFF2-40B4-BE49-F238E27FC236}">
                <a16:creationId xmlns:a16="http://schemas.microsoft.com/office/drawing/2014/main" id="{8ECB4A98-1A62-61C8-35FE-72688FDB1C6F}"/>
              </a:ext>
            </a:extLst>
          </p:cNvPr>
          <p:cNvGrpSpPr/>
          <p:nvPr/>
        </p:nvGrpSpPr>
        <p:grpSpPr>
          <a:xfrm>
            <a:off x="5320815" y="6351485"/>
            <a:ext cx="214560" cy="190080"/>
            <a:chOff x="5320815" y="6351485"/>
            <a:chExt cx="214560" cy="190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A41E2EDF-4FC3-B7E5-4C61-00C38BA003F2}"/>
                    </a:ext>
                  </a:extLst>
                </p14:cNvPr>
                <p14:cNvContentPartPr/>
                <p14:nvPr/>
              </p14:nvContentPartPr>
              <p14:xfrm>
                <a:off x="5320815" y="6457325"/>
                <a:ext cx="21240" cy="1764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A41E2EDF-4FC3-B7E5-4C61-00C38BA003F2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302815" y="6439325"/>
                  <a:ext cx="5688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34BF2EFC-61D6-EA66-A1F8-600BBC782B2F}"/>
                    </a:ext>
                  </a:extLst>
                </p14:cNvPr>
                <p14:cNvContentPartPr/>
                <p14:nvPr/>
              </p14:nvContentPartPr>
              <p14:xfrm>
                <a:off x="5325855" y="6351485"/>
                <a:ext cx="209520" cy="1900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34BF2EFC-61D6-EA66-A1F8-600BBC782B2F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307855" y="6333485"/>
                  <a:ext cx="245160" cy="22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0FEE56F4-4C29-CDAF-18BE-1EF971DC21CE}"/>
              </a:ext>
            </a:extLst>
          </p:cNvPr>
          <p:cNvGrpSpPr/>
          <p:nvPr/>
        </p:nvGrpSpPr>
        <p:grpSpPr>
          <a:xfrm>
            <a:off x="4463655" y="897845"/>
            <a:ext cx="97920" cy="115920"/>
            <a:chOff x="4463655" y="897845"/>
            <a:chExt cx="97920" cy="115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190011AC-660E-25E6-AAFC-0961FDB53493}"/>
                    </a:ext>
                  </a:extLst>
                </p14:cNvPr>
                <p14:cNvContentPartPr/>
                <p14:nvPr/>
              </p14:nvContentPartPr>
              <p14:xfrm>
                <a:off x="4463655" y="897845"/>
                <a:ext cx="97920" cy="1159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190011AC-660E-25E6-AAFC-0961FDB53493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446015" y="879845"/>
                  <a:ext cx="13356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1E5F8CDE-81B7-018A-72F5-A529546A655A}"/>
                    </a:ext>
                  </a:extLst>
                </p14:cNvPr>
                <p14:cNvContentPartPr/>
                <p14:nvPr/>
              </p14:nvContentPartPr>
              <p14:xfrm>
                <a:off x="4483815" y="966965"/>
                <a:ext cx="17280" cy="50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1E5F8CDE-81B7-018A-72F5-A529546A655A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466175" y="949325"/>
                  <a:ext cx="52920" cy="4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1A302159-2276-2B33-E3F2-D883AEDC48A2}"/>
              </a:ext>
            </a:extLst>
          </p:cNvPr>
          <p:cNvGrpSpPr/>
          <p:nvPr/>
        </p:nvGrpSpPr>
        <p:grpSpPr>
          <a:xfrm>
            <a:off x="4846695" y="566285"/>
            <a:ext cx="399600" cy="306720"/>
            <a:chOff x="4846695" y="566285"/>
            <a:chExt cx="399600" cy="306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F0987393-BE2C-406D-95A8-3A8B9124058E}"/>
                    </a:ext>
                  </a:extLst>
                </p14:cNvPr>
                <p14:cNvContentPartPr/>
                <p14:nvPr/>
              </p14:nvContentPartPr>
              <p14:xfrm>
                <a:off x="4846695" y="566285"/>
                <a:ext cx="81720" cy="2584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F0987393-BE2C-406D-95A8-3A8B9124058E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829055" y="548285"/>
                  <a:ext cx="11736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F7F01216-8309-5F63-25FB-AF7D73C0223C}"/>
                    </a:ext>
                  </a:extLst>
                </p14:cNvPr>
                <p14:cNvContentPartPr/>
                <p14:nvPr/>
              </p14:nvContentPartPr>
              <p14:xfrm>
                <a:off x="4861455" y="790205"/>
                <a:ext cx="70920" cy="8280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F7F01216-8309-5F63-25FB-AF7D73C0223C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843455" y="772565"/>
                  <a:ext cx="10656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52941BCC-75F3-3288-DF18-8EA97F050EFA}"/>
                    </a:ext>
                  </a:extLst>
                </p14:cNvPr>
                <p14:cNvContentPartPr/>
                <p14:nvPr/>
              </p14:nvContentPartPr>
              <p14:xfrm>
                <a:off x="5064135" y="656645"/>
                <a:ext cx="182160" cy="1231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52941BCC-75F3-3288-DF18-8EA97F050EFA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046135" y="639005"/>
                  <a:ext cx="217800" cy="158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ED3A700E-A44E-A08D-7C3F-48FF23A8CF5D}"/>
              </a:ext>
            </a:extLst>
          </p:cNvPr>
          <p:cNvGrpSpPr/>
          <p:nvPr/>
        </p:nvGrpSpPr>
        <p:grpSpPr>
          <a:xfrm>
            <a:off x="5839215" y="6152045"/>
            <a:ext cx="740880" cy="430920"/>
            <a:chOff x="5839215" y="6152045"/>
            <a:chExt cx="740880" cy="430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1CAFD78F-CD8C-02C9-19AD-386918B6995A}"/>
                    </a:ext>
                  </a:extLst>
                </p14:cNvPr>
                <p14:cNvContentPartPr/>
                <p14:nvPr/>
              </p14:nvContentPartPr>
              <p14:xfrm>
                <a:off x="5839215" y="6322685"/>
                <a:ext cx="180000" cy="2602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1CAFD78F-CD8C-02C9-19AD-386918B6995A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821215" y="6305045"/>
                  <a:ext cx="21564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5ABEDC50-4ADB-6C7A-D3FF-9BB8660D27E8}"/>
                    </a:ext>
                  </a:extLst>
                </p14:cNvPr>
                <p14:cNvContentPartPr/>
                <p14:nvPr/>
              </p14:nvContentPartPr>
              <p14:xfrm>
                <a:off x="6158175" y="6326285"/>
                <a:ext cx="222480" cy="1234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5ABEDC50-4ADB-6C7A-D3FF-9BB8660D27E8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140175" y="6308285"/>
                  <a:ext cx="25812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035DB207-6DF5-3C34-9780-1DF462ADFD48}"/>
                    </a:ext>
                  </a:extLst>
                </p14:cNvPr>
                <p14:cNvContentPartPr/>
                <p14:nvPr/>
              </p14:nvContentPartPr>
              <p14:xfrm>
                <a:off x="6441495" y="6152045"/>
                <a:ext cx="138600" cy="2865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035DB207-6DF5-3C34-9780-1DF462ADFD48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423855" y="6134045"/>
                  <a:ext cx="17424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446BED38-D13F-E6E5-8E6A-7772C6B2723E}"/>
                    </a:ext>
                  </a:extLst>
                </p14:cNvPr>
                <p14:cNvContentPartPr/>
                <p14:nvPr/>
              </p14:nvContentPartPr>
              <p14:xfrm>
                <a:off x="6439335" y="6274805"/>
                <a:ext cx="53640" cy="5292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446BED38-D13F-E6E5-8E6A-7772C6B2723E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421335" y="6257165"/>
                  <a:ext cx="89280" cy="88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175" name="Ink 174">
                <a:extLst>
                  <a:ext uri="{FF2B5EF4-FFF2-40B4-BE49-F238E27FC236}">
                    <a16:creationId xmlns:a16="http://schemas.microsoft.com/office/drawing/2014/main" id="{0F8283C2-D639-8E18-FA9E-D363F52E9EC5}"/>
                  </a:ext>
                </a:extLst>
              </p14:cNvPr>
              <p14:cNvContentPartPr/>
              <p14:nvPr/>
            </p14:nvContentPartPr>
            <p14:xfrm>
              <a:off x="4522214" y="1095485"/>
              <a:ext cx="287640" cy="1339560"/>
            </p14:xfrm>
          </p:contentPart>
        </mc:Choice>
        <mc:Fallback xmlns="">
          <p:pic>
            <p:nvPicPr>
              <p:cNvPr id="175" name="Ink 174">
                <a:extLst>
                  <a:ext uri="{FF2B5EF4-FFF2-40B4-BE49-F238E27FC236}">
                    <a16:creationId xmlns:a16="http://schemas.microsoft.com/office/drawing/2014/main" id="{0F8283C2-D639-8E18-FA9E-D363F52E9EC5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4468214" y="987845"/>
                <a:ext cx="395280" cy="155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176" name="Ink 175">
                <a:extLst>
                  <a:ext uri="{FF2B5EF4-FFF2-40B4-BE49-F238E27FC236}">
                    <a16:creationId xmlns:a16="http://schemas.microsoft.com/office/drawing/2014/main" id="{6B7D74DE-4DE3-F4F0-6E39-B928EB43C36D}"/>
                  </a:ext>
                </a:extLst>
              </p14:cNvPr>
              <p14:cNvContentPartPr/>
              <p14:nvPr/>
            </p14:nvContentPartPr>
            <p14:xfrm>
              <a:off x="7830974" y="1762565"/>
              <a:ext cx="1226880" cy="313920"/>
            </p14:xfrm>
          </p:contentPart>
        </mc:Choice>
        <mc:Fallback xmlns="">
          <p:pic>
            <p:nvPicPr>
              <p:cNvPr id="176" name="Ink 175">
                <a:extLst>
                  <a:ext uri="{FF2B5EF4-FFF2-40B4-BE49-F238E27FC236}">
                    <a16:creationId xmlns:a16="http://schemas.microsoft.com/office/drawing/2014/main" id="{6B7D74DE-4DE3-F4F0-6E39-B928EB43C36D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7777334" y="1654565"/>
                <a:ext cx="1334520" cy="52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177" name="Ink 176">
                <a:extLst>
                  <a:ext uri="{FF2B5EF4-FFF2-40B4-BE49-F238E27FC236}">
                    <a16:creationId xmlns:a16="http://schemas.microsoft.com/office/drawing/2014/main" id="{CA25215F-A7FD-1E60-D618-0AE5BA659CD7}"/>
                  </a:ext>
                </a:extLst>
              </p14:cNvPr>
              <p14:cNvContentPartPr/>
              <p14:nvPr/>
            </p14:nvContentPartPr>
            <p14:xfrm>
              <a:off x="3543374" y="2669765"/>
              <a:ext cx="1073880" cy="932040"/>
            </p14:xfrm>
          </p:contentPart>
        </mc:Choice>
        <mc:Fallback xmlns="">
          <p:pic>
            <p:nvPicPr>
              <p:cNvPr id="177" name="Ink 176">
                <a:extLst>
                  <a:ext uri="{FF2B5EF4-FFF2-40B4-BE49-F238E27FC236}">
                    <a16:creationId xmlns:a16="http://schemas.microsoft.com/office/drawing/2014/main" id="{CA25215F-A7FD-1E60-D618-0AE5BA659CD7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3489374" y="2562125"/>
                <a:ext cx="1181520" cy="114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178" name="Ink 177">
                <a:extLst>
                  <a:ext uri="{FF2B5EF4-FFF2-40B4-BE49-F238E27FC236}">
                    <a16:creationId xmlns:a16="http://schemas.microsoft.com/office/drawing/2014/main" id="{E690EE8D-F78A-41CB-3BE7-09AE2EF0DE60}"/>
                  </a:ext>
                </a:extLst>
              </p14:cNvPr>
              <p14:cNvContentPartPr/>
              <p14:nvPr/>
            </p14:nvContentPartPr>
            <p14:xfrm>
              <a:off x="4936574" y="2632325"/>
              <a:ext cx="1690560" cy="981720"/>
            </p14:xfrm>
          </p:contentPart>
        </mc:Choice>
        <mc:Fallback xmlns="">
          <p:pic>
            <p:nvPicPr>
              <p:cNvPr id="178" name="Ink 177">
                <a:extLst>
                  <a:ext uri="{FF2B5EF4-FFF2-40B4-BE49-F238E27FC236}">
                    <a16:creationId xmlns:a16="http://schemas.microsoft.com/office/drawing/2014/main" id="{E690EE8D-F78A-41CB-3BE7-09AE2EF0DE60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4882574" y="2524325"/>
                <a:ext cx="1798200" cy="119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179" name="Ink 178">
                <a:extLst>
                  <a:ext uri="{FF2B5EF4-FFF2-40B4-BE49-F238E27FC236}">
                    <a16:creationId xmlns:a16="http://schemas.microsoft.com/office/drawing/2014/main" id="{9ACB063A-A05A-EA5C-7D20-1FDD3B8722E4}"/>
                  </a:ext>
                </a:extLst>
              </p14:cNvPr>
              <p14:cNvContentPartPr/>
              <p14:nvPr/>
            </p14:nvContentPartPr>
            <p14:xfrm>
              <a:off x="4704734" y="2756885"/>
              <a:ext cx="316080" cy="882720"/>
            </p14:xfrm>
          </p:contentPart>
        </mc:Choice>
        <mc:Fallback xmlns="">
          <p:pic>
            <p:nvPicPr>
              <p:cNvPr id="179" name="Ink 178">
                <a:extLst>
                  <a:ext uri="{FF2B5EF4-FFF2-40B4-BE49-F238E27FC236}">
                    <a16:creationId xmlns:a16="http://schemas.microsoft.com/office/drawing/2014/main" id="{9ACB063A-A05A-EA5C-7D20-1FDD3B8722E4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4650734" y="2648885"/>
                <a:ext cx="423720" cy="109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180" name="Ink 179">
                <a:extLst>
                  <a:ext uri="{FF2B5EF4-FFF2-40B4-BE49-F238E27FC236}">
                    <a16:creationId xmlns:a16="http://schemas.microsoft.com/office/drawing/2014/main" id="{50AE1C5D-19D5-FF33-4D44-45D2719FD117}"/>
                  </a:ext>
                </a:extLst>
              </p14:cNvPr>
              <p14:cNvContentPartPr/>
              <p14:nvPr/>
            </p14:nvContentPartPr>
            <p14:xfrm>
              <a:off x="4931174" y="3570485"/>
              <a:ext cx="384120" cy="2095920"/>
            </p14:xfrm>
          </p:contentPart>
        </mc:Choice>
        <mc:Fallback xmlns="">
          <p:pic>
            <p:nvPicPr>
              <p:cNvPr id="180" name="Ink 179">
                <a:extLst>
                  <a:ext uri="{FF2B5EF4-FFF2-40B4-BE49-F238E27FC236}">
                    <a16:creationId xmlns:a16="http://schemas.microsoft.com/office/drawing/2014/main" id="{50AE1C5D-19D5-FF33-4D44-45D2719FD117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4877174" y="3462845"/>
                <a:ext cx="491760" cy="231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181" name="Ink 180">
                <a:extLst>
                  <a:ext uri="{FF2B5EF4-FFF2-40B4-BE49-F238E27FC236}">
                    <a16:creationId xmlns:a16="http://schemas.microsoft.com/office/drawing/2014/main" id="{88A3B24D-C42F-D488-00FC-4A247A54D4B6}"/>
                  </a:ext>
                </a:extLst>
              </p14:cNvPr>
              <p14:cNvContentPartPr/>
              <p14:nvPr/>
            </p14:nvContentPartPr>
            <p14:xfrm>
              <a:off x="9970094" y="1730165"/>
              <a:ext cx="1805760" cy="525960"/>
            </p14:xfrm>
          </p:contentPart>
        </mc:Choice>
        <mc:Fallback xmlns="">
          <p:pic>
            <p:nvPicPr>
              <p:cNvPr id="181" name="Ink 180">
                <a:extLst>
                  <a:ext uri="{FF2B5EF4-FFF2-40B4-BE49-F238E27FC236}">
                    <a16:creationId xmlns:a16="http://schemas.microsoft.com/office/drawing/2014/main" id="{88A3B24D-C42F-D488-00FC-4A247A54D4B6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9916454" y="1622525"/>
                <a:ext cx="1913400" cy="741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84" name="Group 183">
            <a:extLst>
              <a:ext uri="{FF2B5EF4-FFF2-40B4-BE49-F238E27FC236}">
                <a16:creationId xmlns:a16="http://schemas.microsoft.com/office/drawing/2014/main" id="{ABFAA032-75A7-E972-13B2-D1C7F02B084C}"/>
              </a:ext>
            </a:extLst>
          </p:cNvPr>
          <p:cNvGrpSpPr/>
          <p:nvPr/>
        </p:nvGrpSpPr>
        <p:grpSpPr>
          <a:xfrm>
            <a:off x="9313814" y="1851485"/>
            <a:ext cx="204840" cy="119880"/>
            <a:chOff x="9313814" y="1851485"/>
            <a:chExt cx="204840" cy="119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DE195D84-A698-6284-CF06-64F07B9ACAC9}"/>
                    </a:ext>
                  </a:extLst>
                </p14:cNvPr>
                <p14:cNvContentPartPr/>
                <p14:nvPr/>
              </p14:nvContentPartPr>
              <p14:xfrm>
                <a:off x="9313814" y="1851485"/>
                <a:ext cx="167040" cy="3096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DE195D84-A698-6284-CF06-64F07B9ACAC9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9295814" y="1833845"/>
                  <a:ext cx="20268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B197707F-5149-7525-6455-86291ECCFBE5}"/>
                    </a:ext>
                  </a:extLst>
                </p14:cNvPr>
                <p14:cNvContentPartPr/>
                <p14:nvPr/>
              </p14:nvContentPartPr>
              <p14:xfrm>
                <a:off x="9417494" y="1952285"/>
                <a:ext cx="101160" cy="1908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B197707F-5149-7525-6455-86291ECCFBE5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399854" y="1934645"/>
                  <a:ext cx="136800" cy="5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D9DD7096-EEB6-8F43-EAA7-C16FB4FD8D85}"/>
              </a:ext>
            </a:extLst>
          </p:cNvPr>
          <p:cNvGrpSpPr/>
          <p:nvPr/>
        </p:nvGrpSpPr>
        <p:grpSpPr>
          <a:xfrm>
            <a:off x="8273774" y="1730165"/>
            <a:ext cx="350280" cy="333000"/>
            <a:chOff x="8273774" y="1730165"/>
            <a:chExt cx="350280" cy="333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F988B84E-024D-25FE-FDC6-EA6C40BA95B3}"/>
                    </a:ext>
                  </a:extLst>
                </p14:cNvPr>
                <p14:cNvContentPartPr/>
                <p14:nvPr/>
              </p14:nvContentPartPr>
              <p14:xfrm>
                <a:off x="8325614" y="1747805"/>
                <a:ext cx="44640" cy="30420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F988B84E-024D-25FE-FDC6-EA6C40BA95B3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8307974" y="1729805"/>
                  <a:ext cx="8028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E6EF54B2-7DCA-27A8-1F1B-574FDA0AD02C}"/>
                    </a:ext>
                  </a:extLst>
                </p14:cNvPr>
                <p14:cNvContentPartPr/>
                <p14:nvPr/>
              </p14:nvContentPartPr>
              <p14:xfrm>
                <a:off x="8273774" y="1730165"/>
                <a:ext cx="132120" cy="6012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E6EF54B2-7DCA-27A8-1F1B-574FDA0AD02C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8255774" y="1712165"/>
                  <a:ext cx="16776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A71934EE-12D0-D443-CEB3-1A5C5B48F108}"/>
                    </a:ext>
                  </a:extLst>
                </p14:cNvPr>
                <p14:cNvContentPartPr/>
                <p14:nvPr/>
              </p14:nvContentPartPr>
              <p14:xfrm>
                <a:off x="8320214" y="2011325"/>
                <a:ext cx="138240" cy="5184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A71934EE-12D0-D443-CEB3-1A5C5B48F108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8302214" y="1993685"/>
                  <a:ext cx="17388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E6020315-F5C5-6EE8-924C-D7DCE9AE1AEE}"/>
                    </a:ext>
                  </a:extLst>
                </p14:cNvPr>
                <p14:cNvContentPartPr/>
                <p14:nvPr/>
              </p14:nvContentPartPr>
              <p14:xfrm>
                <a:off x="8597054" y="1913765"/>
                <a:ext cx="27000" cy="13536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E6020315-F5C5-6EE8-924C-D7DCE9AE1AEE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8579414" y="1895765"/>
                  <a:ext cx="62640" cy="171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197" name="Ink 196">
                <a:extLst>
                  <a:ext uri="{FF2B5EF4-FFF2-40B4-BE49-F238E27FC236}">
                    <a16:creationId xmlns:a16="http://schemas.microsoft.com/office/drawing/2014/main" id="{41054810-F3B7-B11A-961F-F99C305F360E}"/>
                  </a:ext>
                </a:extLst>
              </p14:cNvPr>
              <p14:cNvContentPartPr/>
              <p14:nvPr/>
            </p14:nvContentPartPr>
            <p14:xfrm>
              <a:off x="7046894" y="2638085"/>
              <a:ext cx="148680" cy="205920"/>
            </p14:xfrm>
          </p:contentPart>
        </mc:Choice>
        <mc:Fallback xmlns="">
          <p:pic>
            <p:nvPicPr>
              <p:cNvPr id="197" name="Ink 196">
                <a:extLst>
                  <a:ext uri="{FF2B5EF4-FFF2-40B4-BE49-F238E27FC236}">
                    <a16:creationId xmlns:a16="http://schemas.microsoft.com/office/drawing/2014/main" id="{41054810-F3B7-B11A-961F-F99C305F360E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7029254" y="2620445"/>
                <a:ext cx="184320" cy="241560"/>
              </a:xfrm>
              <a:prstGeom prst="rect">
                <a:avLst/>
              </a:prstGeom>
            </p:spPr>
          </p:pic>
        </mc:Fallback>
      </mc:AlternateContent>
      <p:grpSp>
        <p:nvGrpSpPr>
          <p:cNvPr id="209" name="Group 208">
            <a:extLst>
              <a:ext uri="{FF2B5EF4-FFF2-40B4-BE49-F238E27FC236}">
                <a16:creationId xmlns:a16="http://schemas.microsoft.com/office/drawing/2014/main" id="{1BFA0128-96E5-A331-4D0E-0F05A4D5E5C0}"/>
              </a:ext>
            </a:extLst>
          </p:cNvPr>
          <p:cNvGrpSpPr/>
          <p:nvPr/>
        </p:nvGrpSpPr>
        <p:grpSpPr>
          <a:xfrm>
            <a:off x="10253774" y="1723325"/>
            <a:ext cx="1809360" cy="541800"/>
            <a:chOff x="10253774" y="1723325"/>
            <a:chExt cx="1809360" cy="541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16C739B9-0FDE-E9E5-8DDE-F5F2814091A5}"/>
                    </a:ext>
                  </a:extLst>
                </p14:cNvPr>
                <p14:cNvContentPartPr/>
                <p14:nvPr/>
              </p14:nvContentPartPr>
              <p14:xfrm>
                <a:off x="10267454" y="1744205"/>
                <a:ext cx="43920" cy="30132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16C739B9-0FDE-E9E5-8DDE-F5F2814091A5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0249814" y="1726205"/>
                  <a:ext cx="79560" cy="33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20758720-C517-91A0-B341-FA335ECC3623}"/>
                    </a:ext>
                  </a:extLst>
                </p14:cNvPr>
                <p14:cNvContentPartPr/>
                <p14:nvPr/>
              </p14:nvContentPartPr>
              <p14:xfrm>
                <a:off x="10274294" y="1723325"/>
                <a:ext cx="124560" cy="6336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20758720-C517-91A0-B341-FA335ECC3623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0256654" y="1705325"/>
                  <a:ext cx="16020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125C2AC0-B270-7F5E-7DDB-28A5E5096AF7}"/>
                    </a:ext>
                  </a:extLst>
                </p14:cNvPr>
                <p14:cNvContentPartPr/>
                <p14:nvPr/>
              </p14:nvContentPartPr>
              <p14:xfrm>
                <a:off x="10253774" y="2059925"/>
                <a:ext cx="52920" cy="2952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125C2AC0-B270-7F5E-7DDB-28A5E5096AF7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0235774" y="2041925"/>
                  <a:ext cx="8856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55BB6C59-F348-C59F-8C6D-C5FC58BE2976}"/>
                    </a:ext>
                  </a:extLst>
                </p14:cNvPr>
                <p14:cNvContentPartPr/>
                <p14:nvPr/>
              </p14:nvContentPartPr>
              <p14:xfrm>
                <a:off x="10486694" y="1912325"/>
                <a:ext cx="184680" cy="16776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55BB6C59-F348-C59F-8C6D-C5FC58BE2976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0469054" y="1894685"/>
                  <a:ext cx="22032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F37A2889-DF44-A6CF-8FAA-AF453F9DAEE5}"/>
                    </a:ext>
                  </a:extLst>
                </p14:cNvPr>
                <p14:cNvContentPartPr/>
                <p14:nvPr/>
              </p14:nvContentPartPr>
              <p14:xfrm>
                <a:off x="10758494" y="1920245"/>
                <a:ext cx="156600" cy="1872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F37A2889-DF44-A6CF-8FAA-AF453F9DAEE5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0740494" y="1902605"/>
                  <a:ext cx="19224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6C4D663F-D932-B74E-43EF-E53500EE461C}"/>
                    </a:ext>
                  </a:extLst>
                </p14:cNvPr>
                <p14:cNvContentPartPr/>
                <p14:nvPr/>
              </p14:nvContentPartPr>
              <p14:xfrm>
                <a:off x="10866854" y="1832765"/>
                <a:ext cx="56880" cy="21204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6C4D663F-D932-B74E-43EF-E53500EE461C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0848854" y="1814765"/>
                  <a:ext cx="9252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A5239C83-0F3E-E191-6100-B14811E06768}"/>
                    </a:ext>
                  </a:extLst>
                </p14:cNvPr>
                <p14:cNvContentPartPr/>
                <p14:nvPr/>
              </p14:nvContentPartPr>
              <p14:xfrm>
                <a:off x="11090774" y="1770485"/>
                <a:ext cx="25200" cy="31896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A5239C83-0F3E-E191-6100-B14811E06768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1073134" y="1752845"/>
                  <a:ext cx="60840" cy="35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ACA95C84-C573-D45B-59E5-FDA63825D1A9}"/>
                    </a:ext>
                  </a:extLst>
                </p14:cNvPr>
                <p14:cNvContentPartPr/>
                <p14:nvPr/>
              </p14:nvContentPartPr>
              <p14:xfrm>
                <a:off x="11065574" y="1779125"/>
                <a:ext cx="106560" cy="5292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ACA95C84-C573-D45B-59E5-FDA63825D1A9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1047934" y="1761485"/>
                  <a:ext cx="14220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7F2326F5-DA3E-28C2-C6AB-411F09D3BFAD}"/>
                    </a:ext>
                  </a:extLst>
                </p14:cNvPr>
                <p14:cNvContentPartPr/>
                <p14:nvPr/>
              </p14:nvContentPartPr>
              <p14:xfrm>
                <a:off x="11036774" y="2039045"/>
                <a:ext cx="110880" cy="5400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7F2326F5-DA3E-28C2-C6AB-411F09D3BFAD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1019134" y="2021045"/>
                  <a:ext cx="14652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4B2C0FD4-7F4F-E571-DDB5-B9D404BA0504}"/>
                    </a:ext>
                  </a:extLst>
                </p14:cNvPr>
                <p14:cNvContentPartPr/>
                <p14:nvPr/>
              </p14:nvContentPartPr>
              <p14:xfrm>
                <a:off x="11233334" y="2004485"/>
                <a:ext cx="171360" cy="19332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4B2C0FD4-7F4F-E571-DDB5-B9D404BA0504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1215334" y="1986845"/>
                  <a:ext cx="20700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60170BBE-5DF6-D3A1-3C2C-7A757745A333}"/>
                    </a:ext>
                  </a:extLst>
                </p14:cNvPr>
                <p14:cNvContentPartPr/>
                <p14:nvPr/>
              </p14:nvContentPartPr>
              <p14:xfrm>
                <a:off x="11477774" y="1975325"/>
                <a:ext cx="167760" cy="2628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60170BBE-5DF6-D3A1-3C2C-7A757745A333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1459774" y="1957325"/>
                  <a:ext cx="20340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2C91009B-B138-D366-B461-0CC0035D0B08}"/>
                    </a:ext>
                  </a:extLst>
                </p14:cNvPr>
                <p14:cNvContentPartPr/>
                <p14:nvPr/>
              </p14:nvContentPartPr>
              <p14:xfrm>
                <a:off x="11531774" y="1900085"/>
                <a:ext cx="25920" cy="19080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2C91009B-B138-D366-B461-0CC0035D0B08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1514134" y="1882085"/>
                  <a:ext cx="6156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95CBA6EC-6BFA-5848-6034-09FBE1512A29}"/>
                    </a:ext>
                  </a:extLst>
                </p14:cNvPr>
                <p14:cNvContentPartPr/>
                <p14:nvPr/>
              </p14:nvContentPartPr>
              <p14:xfrm>
                <a:off x="11708534" y="1785965"/>
                <a:ext cx="137160" cy="41184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95CBA6EC-6BFA-5848-6034-09FBE1512A29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1690894" y="1768325"/>
                  <a:ext cx="172800" cy="44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C7AF2B0F-C738-DAD4-45B0-4719BFB19661}"/>
                    </a:ext>
                  </a:extLst>
                </p14:cNvPr>
                <p14:cNvContentPartPr/>
                <p14:nvPr/>
              </p14:nvContentPartPr>
              <p14:xfrm>
                <a:off x="11769374" y="2153525"/>
                <a:ext cx="78120" cy="3600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C7AF2B0F-C738-DAD4-45B0-4719BFB19661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1751374" y="2135885"/>
                  <a:ext cx="11376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7ABF0B2E-C5F0-FBD9-42DE-AF58A2F5A1A2}"/>
                    </a:ext>
                  </a:extLst>
                </p14:cNvPr>
                <p14:cNvContentPartPr/>
                <p14:nvPr/>
              </p14:nvContentPartPr>
              <p14:xfrm>
                <a:off x="11928494" y="2068925"/>
                <a:ext cx="134640" cy="1224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7ABF0B2E-C5F0-FBD9-42DE-AF58A2F5A1A2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1910854" y="2051285"/>
                  <a:ext cx="17028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51CC8FE0-8A18-3901-4B47-4F60BB2F0201}"/>
                    </a:ext>
                  </a:extLst>
                </p14:cNvPr>
                <p14:cNvContentPartPr/>
                <p14:nvPr/>
              </p14:nvContentPartPr>
              <p14:xfrm>
                <a:off x="11935694" y="2103485"/>
                <a:ext cx="76680" cy="16164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51CC8FE0-8A18-3901-4B47-4F60BB2F0201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1918054" y="2085845"/>
                  <a:ext cx="112320" cy="197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16A05248-EFFA-CE56-BF8B-CCCADF3288B1}"/>
                  </a:ext>
                </a:extLst>
              </p14:cNvPr>
              <p14:cNvContentPartPr/>
              <p14:nvPr/>
            </p14:nvContentPartPr>
            <p14:xfrm>
              <a:off x="3488055" y="1589765"/>
              <a:ext cx="80280" cy="418680"/>
            </p14:xfrm>
          </p:contentPart>
        </mc:Choice>
        <mc:Fallback xmlns=""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16A05248-EFFA-CE56-BF8B-CCCADF3288B1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3470415" y="1572125"/>
                <a:ext cx="115920" cy="45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70CB76C2-1874-40F3-B859-A6E05531EE2D}"/>
                  </a:ext>
                </a:extLst>
              </p14:cNvPr>
              <p14:cNvContentPartPr/>
              <p14:nvPr/>
            </p14:nvContentPartPr>
            <p14:xfrm>
              <a:off x="3417855" y="1624325"/>
              <a:ext cx="172080" cy="5004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70CB76C2-1874-40F3-B859-A6E05531EE2D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3400215" y="1606325"/>
                <a:ext cx="207720" cy="8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87635DDD-6C8E-F8A9-CAF1-CE982B013CA8}"/>
                  </a:ext>
                </a:extLst>
              </p14:cNvPr>
              <p14:cNvContentPartPr/>
              <p14:nvPr/>
            </p14:nvContentPartPr>
            <p14:xfrm>
              <a:off x="3531615" y="1989005"/>
              <a:ext cx="81720" cy="5328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87635DDD-6C8E-F8A9-CAF1-CE982B013CA8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3513975" y="1971365"/>
                <a:ext cx="117360" cy="8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A87E4831-9A71-C942-C372-BE394587CD9C}"/>
                  </a:ext>
                </a:extLst>
              </p14:cNvPr>
              <p14:cNvContentPartPr/>
              <p14:nvPr/>
            </p14:nvContentPartPr>
            <p14:xfrm>
              <a:off x="3804495" y="1839245"/>
              <a:ext cx="36000" cy="159120"/>
            </p14:xfrm>
          </p:contentPart>
        </mc:Choice>
        <mc:Fallback xmlns=""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A87E4831-9A71-C942-C372-BE394587CD9C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3786855" y="1821605"/>
                <a:ext cx="71640" cy="19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2B69CB90-8862-0C1B-06BB-43341A3256A1}"/>
                  </a:ext>
                </a:extLst>
              </p14:cNvPr>
              <p14:cNvContentPartPr/>
              <p14:nvPr/>
            </p14:nvContentPartPr>
            <p14:xfrm>
              <a:off x="3978375" y="1513805"/>
              <a:ext cx="174960" cy="501480"/>
            </p14:xfrm>
          </p:contentPart>
        </mc:Choice>
        <mc:Fallback xmlns=""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2B69CB90-8862-0C1B-06BB-43341A3256A1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3960735" y="1496165"/>
                <a:ext cx="210600" cy="53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9FC9B3CB-D47E-6AC3-2D7A-831E607E3F49}"/>
                  </a:ext>
                </a:extLst>
              </p14:cNvPr>
              <p14:cNvContentPartPr/>
              <p14:nvPr/>
            </p14:nvContentPartPr>
            <p14:xfrm>
              <a:off x="4489575" y="1459085"/>
              <a:ext cx="162000" cy="392760"/>
            </p14:xfrm>
          </p:contentPart>
        </mc:Choice>
        <mc:Fallback xmlns=""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9FC9B3CB-D47E-6AC3-2D7A-831E607E3F49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4471575" y="1441085"/>
                <a:ext cx="197640" cy="42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E147FD59-7CE9-9B7F-845B-A7C765BA6AF1}"/>
                  </a:ext>
                </a:extLst>
              </p14:cNvPr>
              <p14:cNvContentPartPr/>
              <p14:nvPr/>
            </p14:nvContentPartPr>
            <p14:xfrm>
              <a:off x="4304175" y="2199965"/>
              <a:ext cx="129240" cy="406080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E147FD59-7CE9-9B7F-845B-A7C765BA6AF1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4286535" y="2181965"/>
                <a:ext cx="164880" cy="44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BC436452-919C-02B1-20CE-138F32144464}"/>
                  </a:ext>
                </a:extLst>
              </p14:cNvPr>
              <p14:cNvContentPartPr/>
              <p14:nvPr/>
            </p14:nvContentPartPr>
            <p14:xfrm>
              <a:off x="3666255" y="2557805"/>
              <a:ext cx="234000" cy="396720"/>
            </p14:xfrm>
          </p:contentPart>
        </mc:Choice>
        <mc:Fallback xmlns=""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BC436452-919C-02B1-20CE-138F32144464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3648615" y="2539805"/>
                <a:ext cx="269640" cy="43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D11EF066-9B91-ED9F-4473-A48A19BCFDD1}"/>
                  </a:ext>
                </a:extLst>
              </p14:cNvPr>
              <p14:cNvContentPartPr/>
              <p14:nvPr/>
            </p14:nvContentPartPr>
            <p14:xfrm>
              <a:off x="3162255" y="2749685"/>
              <a:ext cx="138960" cy="27396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D11EF066-9B91-ED9F-4473-A48A19BCFDD1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3144615" y="2732045"/>
                <a:ext cx="174600" cy="30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B8DD0B0D-1661-34DA-5726-EF3CD1B85C1F}"/>
                  </a:ext>
                </a:extLst>
              </p14:cNvPr>
              <p14:cNvContentPartPr/>
              <p14:nvPr/>
            </p14:nvContentPartPr>
            <p14:xfrm>
              <a:off x="3123015" y="2756525"/>
              <a:ext cx="136080" cy="111960"/>
            </p14:xfrm>
          </p:contentPart>
        </mc:Choice>
        <mc:Fallback xmlns=""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B8DD0B0D-1661-34DA-5726-EF3CD1B85C1F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3105015" y="2738885"/>
                <a:ext cx="171720" cy="14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0CE0272B-38B2-950F-10E5-A231946EA986}"/>
                  </a:ext>
                </a:extLst>
              </p14:cNvPr>
              <p14:cNvContentPartPr/>
              <p14:nvPr/>
            </p14:nvContentPartPr>
            <p14:xfrm>
              <a:off x="3238215" y="3011765"/>
              <a:ext cx="92520" cy="3924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0CE0272B-38B2-950F-10E5-A231946EA986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3220575" y="2994125"/>
                <a:ext cx="128160" cy="7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D7506052-0966-7A30-DB9C-3F452C180E3C}"/>
                  </a:ext>
                </a:extLst>
              </p14:cNvPr>
              <p14:cNvContentPartPr/>
              <p14:nvPr/>
            </p14:nvContentPartPr>
            <p14:xfrm>
              <a:off x="3444135" y="2865965"/>
              <a:ext cx="171360" cy="174960"/>
            </p14:xfrm>
          </p:contentPart>
        </mc:Choice>
        <mc:Fallback xmlns=""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D7506052-0966-7A30-DB9C-3F452C180E3C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3426495" y="2848325"/>
                <a:ext cx="207000" cy="21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4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028CBCAB-4174-FD9C-C3C1-48CBA1DECAF6}"/>
                  </a:ext>
                </a:extLst>
              </p14:cNvPr>
              <p14:cNvContentPartPr/>
              <p14:nvPr/>
            </p14:nvContentPartPr>
            <p14:xfrm>
              <a:off x="5700615" y="2519645"/>
              <a:ext cx="280080" cy="379440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028CBCAB-4174-FD9C-C3C1-48CBA1DECAF6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5682615" y="2502005"/>
                <a:ext cx="315720" cy="41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6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B68B7EFA-2A46-DCB2-72BD-8945EC645600}"/>
                  </a:ext>
                </a:extLst>
              </p14:cNvPr>
              <p14:cNvContentPartPr/>
              <p14:nvPr/>
            </p14:nvContentPartPr>
            <p14:xfrm>
              <a:off x="3268815" y="4345565"/>
              <a:ext cx="231480" cy="50796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B68B7EFA-2A46-DCB2-72BD-8945EC645600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3251175" y="4327565"/>
                <a:ext cx="267120" cy="54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8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8DCCA11C-BF6E-1868-3A10-3BBF760C0ECE}"/>
                  </a:ext>
                </a:extLst>
              </p14:cNvPr>
              <p14:cNvContentPartPr/>
              <p14:nvPr/>
            </p14:nvContentPartPr>
            <p14:xfrm>
              <a:off x="2493735" y="4481285"/>
              <a:ext cx="382680" cy="580680"/>
            </p14:xfrm>
          </p:contentPart>
        </mc:Choice>
        <mc:Fallback xmlns=""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8DCCA11C-BF6E-1868-3A10-3BBF760C0ECE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2475735" y="4463645"/>
                <a:ext cx="418320" cy="61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0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10653C28-F12E-FC6F-87A5-E06FFD25E231}"/>
                  </a:ext>
                </a:extLst>
              </p14:cNvPr>
              <p14:cNvContentPartPr/>
              <p14:nvPr/>
            </p14:nvContentPartPr>
            <p14:xfrm>
              <a:off x="1766535" y="4845245"/>
              <a:ext cx="119160" cy="33732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10653C28-F12E-FC6F-87A5-E06FFD25E231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1748895" y="4827245"/>
                <a:ext cx="154800" cy="37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2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96A2443B-D1FC-F3CC-3E86-F82DA2E38A32}"/>
                  </a:ext>
                </a:extLst>
              </p14:cNvPr>
              <p14:cNvContentPartPr/>
              <p14:nvPr/>
            </p14:nvContentPartPr>
            <p14:xfrm>
              <a:off x="1707135" y="4836605"/>
              <a:ext cx="151560" cy="4068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96A2443B-D1FC-F3CC-3E86-F82DA2E38A32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1689135" y="4818965"/>
                <a:ext cx="187200" cy="7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4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496653D1-8CA0-F11B-42FA-0F207EE2FC84}"/>
                  </a:ext>
                </a:extLst>
              </p14:cNvPr>
              <p14:cNvContentPartPr/>
              <p14:nvPr/>
            </p14:nvContentPartPr>
            <p14:xfrm>
              <a:off x="1858335" y="5131445"/>
              <a:ext cx="90000" cy="6048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496653D1-8CA0-F11B-42FA-0F207EE2FC84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1840335" y="5113805"/>
                <a:ext cx="125640" cy="9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6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D806BD51-7028-21B0-0B17-3A27D709739A}"/>
                  </a:ext>
                </a:extLst>
              </p14:cNvPr>
              <p14:cNvContentPartPr/>
              <p14:nvPr/>
            </p14:nvContentPartPr>
            <p14:xfrm>
              <a:off x="2086575" y="5048645"/>
              <a:ext cx="138600" cy="4644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D806BD51-7028-21B0-0B17-3A27D709739A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2068935" y="5030645"/>
                <a:ext cx="174240" cy="8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8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D7816974-C485-A209-9FE2-8E57C066ABCC}"/>
                  </a:ext>
                </a:extLst>
              </p14:cNvPr>
              <p14:cNvContentPartPr/>
              <p14:nvPr/>
            </p14:nvContentPartPr>
            <p14:xfrm>
              <a:off x="2238135" y="4965125"/>
              <a:ext cx="43920" cy="23616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D7816974-C485-A209-9FE2-8E57C066ABCC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2220495" y="4947125"/>
                <a:ext cx="79560" cy="27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0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6A45F1EA-E34A-B869-CEDE-E1E373C76BE7}"/>
                  </a:ext>
                </a:extLst>
              </p14:cNvPr>
              <p14:cNvContentPartPr/>
              <p14:nvPr/>
            </p14:nvContentPartPr>
            <p14:xfrm>
              <a:off x="4343775" y="3942005"/>
              <a:ext cx="158760" cy="437760"/>
            </p14:xfrm>
          </p:contentPart>
        </mc:Choice>
        <mc:Fallback xmlns=""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6A45F1EA-E34A-B869-CEDE-E1E373C76BE7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4326135" y="3924005"/>
                <a:ext cx="194400" cy="47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2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F9BC617F-9C6F-4D61-2F7F-6C4D58328788}"/>
                  </a:ext>
                </a:extLst>
              </p14:cNvPr>
              <p14:cNvContentPartPr/>
              <p14:nvPr/>
            </p14:nvContentPartPr>
            <p14:xfrm>
              <a:off x="4881255" y="3898085"/>
              <a:ext cx="119880" cy="323280"/>
            </p14:xfrm>
          </p:contentPart>
        </mc:Choice>
        <mc:Fallback xmlns=""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F9BC617F-9C6F-4D61-2F7F-6C4D58328788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4863255" y="3880445"/>
                <a:ext cx="155520" cy="35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4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4F35DF61-5A2C-3D1B-08B6-8BE162655C65}"/>
                  </a:ext>
                </a:extLst>
              </p14:cNvPr>
              <p14:cNvContentPartPr/>
              <p14:nvPr/>
            </p14:nvContentPartPr>
            <p14:xfrm>
              <a:off x="5351775" y="3729245"/>
              <a:ext cx="120960" cy="402120"/>
            </p14:xfrm>
          </p:contentPart>
        </mc:Choice>
        <mc:Fallback xmlns=""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4F35DF61-5A2C-3D1B-08B6-8BE162655C65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5333775" y="3711245"/>
                <a:ext cx="156600" cy="43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6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97050252-B987-B269-E997-5340E15D734E}"/>
                  </a:ext>
                </a:extLst>
              </p14:cNvPr>
              <p14:cNvContentPartPr/>
              <p14:nvPr/>
            </p14:nvContentPartPr>
            <p14:xfrm>
              <a:off x="5317575" y="3794765"/>
              <a:ext cx="111600" cy="41400"/>
            </p14:xfrm>
          </p:contentPart>
        </mc:Choice>
        <mc:Fallback xmlns=""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97050252-B987-B269-E997-5340E15D734E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5299575" y="3776765"/>
                <a:ext cx="147240" cy="7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8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F4981DC4-1F13-B790-D0B8-1F1EAC6C6390}"/>
                  </a:ext>
                </a:extLst>
              </p14:cNvPr>
              <p14:cNvContentPartPr/>
              <p14:nvPr/>
            </p14:nvContentPartPr>
            <p14:xfrm>
              <a:off x="5423415" y="4002125"/>
              <a:ext cx="105840" cy="81000"/>
            </p14:xfrm>
          </p:contentPart>
        </mc:Choice>
        <mc:Fallback xmlns=""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F4981DC4-1F13-B790-D0B8-1F1EAC6C6390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5405775" y="3984125"/>
                <a:ext cx="141480" cy="11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0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7E773470-B4E6-52EB-6456-D3C6D5ADDB73}"/>
                  </a:ext>
                </a:extLst>
              </p14:cNvPr>
              <p14:cNvContentPartPr/>
              <p14:nvPr/>
            </p14:nvContentPartPr>
            <p14:xfrm>
              <a:off x="5588655" y="3941645"/>
              <a:ext cx="97560" cy="75240"/>
            </p14:xfrm>
          </p:contentPart>
        </mc:Choice>
        <mc:Fallback xmlns=""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7E773470-B4E6-52EB-6456-D3C6D5ADDB73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5570655" y="3923645"/>
                <a:ext cx="133200" cy="11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2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4D93D7E1-44C3-C558-BEC3-288A56D564E9}"/>
                  </a:ext>
                </a:extLst>
              </p14:cNvPr>
              <p14:cNvContentPartPr/>
              <p14:nvPr/>
            </p14:nvContentPartPr>
            <p14:xfrm>
              <a:off x="5625015" y="3998885"/>
              <a:ext cx="89640" cy="156240"/>
            </p14:xfrm>
          </p:contentPart>
        </mc:Choice>
        <mc:Fallback xmlns=""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4D93D7E1-44C3-C558-BEC3-288A56D564E9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5607375" y="3981245"/>
                <a:ext cx="125280" cy="19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4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1351C3E6-6A0B-249A-B3E6-90B41F33A40B}"/>
                  </a:ext>
                </a:extLst>
              </p14:cNvPr>
              <p14:cNvContentPartPr/>
              <p14:nvPr/>
            </p14:nvContentPartPr>
            <p14:xfrm>
              <a:off x="6634455" y="4043885"/>
              <a:ext cx="322560" cy="588960"/>
            </p14:xfrm>
          </p:contentPart>
        </mc:Choice>
        <mc:Fallback xmlns=""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1351C3E6-6A0B-249A-B3E6-90B41F33A40B}"/>
                  </a:ext>
                </a:extLst>
              </p:cNvPr>
              <p:cNvPicPr/>
              <p:nvPr/>
            </p:nvPicPr>
            <p:blipFill>
              <a:blip r:embed="rId235"/>
              <a:stretch>
                <a:fillRect/>
              </a:stretch>
            </p:blipFill>
            <p:spPr>
              <a:xfrm>
                <a:off x="6616815" y="4025885"/>
                <a:ext cx="358200" cy="62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6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9AB811B9-E686-72A8-9D87-55F5E6184B75}"/>
                  </a:ext>
                </a:extLst>
              </p14:cNvPr>
              <p14:cNvContentPartPr/>
              <p14:nvPr/>
            </p14:nvContentPartPr>
            <p14:xfrm>
              <a:off x="7278135" y="4039925"/>
              <a:ext cx="138600" cy="576360"/>
            </p14:xfrm>
          </p:contentPart>
        </mc:Choice>
        <mc:Fallback xmlns=""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9AB811B9-E686-72A8-9D87-55F5E6184B75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7260495" y="4021925"/>
                <a:ext cx="174240" cy="61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8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1F9D9ACF-0E7D-E9D6-E9EF-583708D3F3A7}"/>
                  </a:ext>
                </a:extLst>
              </p14:cNvPr>
              <p14:cNvContentPartPr/>
              <p14:nvPr/>
            </p14:nvContentPartPr>
            <p14:xfrm>
              <a:off x="7678455" y="4168805"/>
              <a:ext cx="151560" cy="65520"/>
            </p14:xfrm>
          </p:contentPart>
        </mc:Choice>
        <mc:Fallback xmlns=""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1F9D9ACF-0E7D-E9D6-E9EF-583708D3F3A7}"/>
                  </a:ext>
                </a:extLst>
              </p:cNvPr>
              <p:cNvPicPr/>
              <p:nvPr/>
            </p:nvPicPr>
            <p:blipFill>
              <a:blip r:embed="rId239"/>
              <a:stretch>
                <a:fillRect/>
              </a:stretch>
            </p:blipFill>
            <p:spPr>
              <a:xfrm>
                <a:off x="7660815" y="4150805"/>
                <a:ext cx="187200" cy="10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0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EA83A592-DB66-91CC-519B-9DFA07C6AB3E}"/>
                  </a:ext>
                </a:extLst>
              </p14:cNvPr>
              <p14:cNvContentPartPr/>
              <p14:nvPr/>
            </p14:nvContentPartPr>
            <p14:xfrm>
              <a:off x="7776375" y="4172765"/>
              <a:ext cx="36720" cy="382680"/>
            </p14:xfrm>
          </p:contentPart>
        </mc:Choice>
        <mc:Fallback xmlns=""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EA83A592-DB66-91CC-519B-9DFA07C6AB3E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7758735" y="4154765"/>
                <a:ext cx="72360" cy="41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2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771585DE-0D08-7B90-D99F-B934B040ACC2}"/>
                  </a:ext>
                </a:extLst>
              </p14:cNvPr>
              <p14:cNvContentPartPr/>
              <p14:nvPr/>
            </p14:nvContentPartPr>
            <p14:xfrm>
              <a:off x="7758015" y="4448165"/>
              <a:ext cx="86760" cy="72720"/>
            </p14:xfrm>
          </p:contentPart>
        </mc:Choice>
        <mc:Fallback xmlns=""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771585DE-0D08-7B90-D99F-B934B040ACC2}"/>
                  </a:ext>
                </a:extLst>
              </p:cNvPr>
              <p:cNvPicPr/>
              <p:nvPr/>
            </p:nvPicPr>
            <p:blipFill>
              <a:blip r:embed="rId243"/>
              <a:stretch>
                <a:fillRect/>
              </a:stretch>
            </p:blipFill>
            <p:spPr>
              <a:xfrm>
                <a:off x="7740015" y="4430525"/>
                <a:ext cx="122400" cy="10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4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7C15BBB6-BBA6-B284-F253-BEFB42CB61B1}"/>
                  </a:ext>
                </a:extLst>
              </p14:cNvPr>
              <p14:cNvContentPartPr/>
              <p14:nvPr/>
            </p14:nvContentPartPr>
            <p14:xfrm>
              <a:off x="8016135" y="4427285"/>
              <a:ext cx="127800" cy="253080"/>
            </p14:xfrm>
          </p:contentPart>
        </mc:Choice>
        <mc:Fallback xmlns=""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7C15BBB6-BBA6-B284-F253-BEFB42CB61B1}"/>
                  </a:ext>
                </a:extLst>
              </p:cNvPr>
              <p:cNvPicPr/>
              <p:nvPr/>
            </p:nvPicPr>
            <p:blipFill>
              <a:blip r:embed="rId245"/>
              <a:stretch>
                <a:fillRect/>
              </a:stretch>
            </p:blipFill>
            <p:spPr>
              <a:xfrm>
                <a:off x="7998135" y="4409285"/>
                <a:ext cx="163440" cy="28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6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F53525E5-E42D-061D-2E39-5E48843B1E44}"/>
                  </a:ext>
                </a:extLst>
              </p14:cNvPr>
              <p14:cNvContentPartPr/>
              <p14:nvPr/>
            </p14:nvContentPartPr>
            <p14:xfrm>
              <a:off x="5444295" y="199445"/>
              <a:ext cx="78840" cy="353880"/>
            </p14:xfrm>
          </p:contentPart>
        </mc:Choice>
        <mc:Fallback xmlns=""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F53525E5-E42D-061D-2E39-5E48843B1E44}"/>
                  </a:ext>
                </a:extLst>
              </p:cNvPr>
              <p:cNvPicPr/>
              <p:nvPr/>
            </p:nvPicPr>
            <p:blipFill>
              <a:blip r:embed="rId247"/>
              <a:stretch>
                <a:fillRect/>
              </a:stretch>
            </p:blipFill>
            <p:spPr>
              <a:xfrm>
                <a:off x="5426655" y="181805"/>
                <a:ext cx="114480" cy="38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8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F7C3FD06-9CD4-BF27-4630-33C618571FD9}"/>
                  </a:ext>
                </a:extLst>
              </p14:cNvPr>
              <p14:cNvContentPartPr/>
              <p14:nvPr/>
            </p14:nvContentPartPr>
            <p14:xfrm>
              <a:off x="5377335" y="210245"/>
              <a:ext cx="150120" cy="91080"/>
            </p14:xfrm>
          </p:contentPart>
        </mc:Choice>
        <mc:Fallback xmlns=""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F7C3FD06-9CD4-BF27-4630-33C618571FD9}"/>
                  </a:ext>
                </a:extLst>
              </p:cNvPr>
              <p:cNvPicPr/>
              <p:nvPr/>
            </p:nvPicPr>
            <p:blipFill>
              <a:blip r:embed="rId249"/>
              <a:stretch>
                <a:fillRect/>
              </a:stretch>
            </p:blipFill>
            <p:spPr>
              <a:xfrm>
                <a:off x="5359335" y="192605"/>
                <a:ext cx="185760" cy="12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0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28BFE396-5801-86CB-CAC8-02F9130BB96B}"/>
                  </a:ext>
                </a:extLst>
              </p14:cNvPr>
              <p14:cNvContentPartPr/>
              <p14:nvPr/>
            </p14:nvContentPartPr>
            <p14:xfrm>
              <a:off x="5477775" y="590765"/>
              <a:ext cx="73440" cy="22680"/>
            </p14:xfrm>
          </p:contentPart>
        </mc:Choice>
        <mc:Fallback xmlns=""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28BFE396-5801-86CB-CAC8-02F9130BB96B}"/>
                  </a:ext>
                </a:extLst>
              </p:cNvPr>
              <p:cNvPicPr/>
              <p:nvPr/>
            </p:nvPicPr>
            <p:blipFill>
              <a:blip r:embed="rId251"/>
              <a:stretch>
                <a:fillRect/>
              </a:stretch>
            </p:blipFill>
            <p:spPr>
              <a:xfrm>
                <a:off x="5459775" y="572765"/>
                <a:ext cx="109080" cy="5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2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916FC1CD-C737-F8BE-F4E0-709B848F90AD}"/>
                  </a:ext>
                </a:extLst>
              </p14:cNvPr>
              <p14:cNvContentPartPr/>
              <p14:nvPr/>
            </p14:nvContentPartPr>
            <p14:xfrm>
              <a:off x="5725455" y="569885"/>
              <a:ext cx="40680" cy="172080"/>
            </p14:xfrm>
          </p:contentPart>
        </mc:Choice>
        <mc:Fallback xmlns=""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916FC1CD-C737-F8BE-F4E0-709B848F90AD}"/>
                  </a:ext>
                </a:extLst>
              </p:cNvPr>
              <p:cNvPicPr/>
              <p:nvPr/>
            </p:nvPicPr>
            <p:blipFill>
              <a:blip r:embed="rId253"/>
              <a:stretch>
                <a:fillRect/>
              </a:stretch>
            </p:blipFill>
            <p:spPr>
              <a:xfrm>
                <a:off x="5707815" y="551885"/>
                <a:ext cx="76320" cy="20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4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F43012B8-71A7-EBA9-BB84-83CDA750F78A}"/>
                  </a:ext>
                </a:extLst>
              </p14:cNvPr>
              <p14:cNvContentPartPr/>
              <p14:nvPr/>
            </p14:nvContentPartPr>
            <p14:xfrm>
              <a:off x="5700615" y="431767"/>
              <a:ext cx="21240" cy="43200"/>
            </p14:xfrm>
          </p:contentPart>
        </mc:Choice>
        <mc:Fallback xmlns=""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F43012B8-71A7-EBA9-BB84-83CDA750F78A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5682615" y="414127"/>
                <a:ext cx="56880" cy="7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6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102F6ECE-8265-4FBE-B7A3-0DFA35F08CB2}"/>
                  </a:ext>
                </a:extLst>
              </p14:cNvPr>
              <p14:cNvContentPartPr/>
              <p14:nvPr/>
            </p14:nvContentPartPr>
            <p14:xfrm>
              <a:off x="5814254" y="598325"/>
              <a:ext cx="41760" cy="7560"/>
            </p14:xfrm>
          </p:contentPart>
        </mc:Choice>
        <mc:Fallback xmlns=""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102F6ECE-8265-4FBE-B7A3-0DFA35F08CB2}"/>
                  </a:ext>
                </a:extLst>
              </p:cNvPr>
              <p:cNvPicPr/>
              <p:nvPr/>
            </p:nvPicPr>
            <p:blipFill>
              <a:blip r:embed="rId257"/>
              <a:stretch>
                <a:fillRect/>
              </a:stretch>
            </p:blipFill>
            <p:spPr>
              <a:xfrm>
                <a:off x="5796254" y="580325"/>
                <a:ext cx="77400" cy="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8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5693EB83-B0B3-B578-472D-6F67B81F37A2}"/>
                  </a:ext>
                </a:extLst>
              </p14:cNvPr>
              <p14:cNvContentPartPr/>
              <p14:nvPr/>
            </p14:nvContentPartPr>
            <p14:xfrm>
              <a:off x="5895974" y="518405"/>
              <a:ext cx="230760" cy="155520"/>
            </p14:xfrm>
          </p:contentPart>
        </mc:Choice>
        <mc:Fallback xmlns=""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5693EB83-B0B3-B578-472D-6F67B81F37A2}"/>
                  </a:ext>
                </a:extLst>
              </p:cNvPr>
              <p:cNvPicPr/>
              <p:nvPr/>
            </p:nvPicPr>
            <p:blipFill>
              <a:blip r:embed="rId259"/>
              <a:stretch>
                <a:fillRect/>
              </a:stretch>
            </p:blipFill>
            <p:spPr>
              <a:xfrm>
                <a:off x="5878334" y="500765"/>
                <a:ext cx="266400" cy="19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0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D27E7E0D-A4ED-809B-291F-12E3735C8FAC}"/>
                  </a:ext>
                </a:extLst>
              </p14:cNvPr>
              <p14:cNvContentPartPr/>
              <p14:nvPr/>
            </p14:nvContentPartPr>
            <p14:xfrm>
              <a:off x="7800374" y="608765"/>
              <a:ext cx="151560" cy="402840"/>
            </p14:xfrm>
          </p:contentPart>
        </mc:Choice>
        <mc:Fallback xmlns=""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D27E7E0D-A4ED-809B-291F-12E3735C8FAC}"/>
                  </a:ext>
                </a:extLst>
              </p:cNvPr>
              <p:cNvPicPr/>
              <p:nvPr/>
            </p:nvPicPr>
            <p:blipFill>
              <a:blip r:embed="rId261"/>
              <a:stretch>
                <a:fillRect/>
              </a:stretch>
            </p:blipFill>
            <p:spPr>
              <a:xfrm>
                <a:off x="7782374" y="591125"/>
                <a:ext cx="187200" cy="43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2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39DBAB41-7353-E70F-4D12-F58A9E3851ED}"/>
                  </a:ext>
                </a:extLst>
              </p14:cNvPr>
              <p14:cNvContentPartPr/>
              <p14:nvPr/>
            </p14:nvContentPartPr>
            <p14:xfrm>
              <a:off x="7830614" y="1046885"/>
              <a:ext cx="85680" cy="39600"/>
            </p14:xfrm>
          </p:contentPart>
        </mc:Choice>
        <mc:Fallback xmlns=""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39DBAB41-7353-E70F-4D12-F58A9E3851ED}"/>
                  </a:ext>
                </a:extLst>
              </p:cNvPr>
              <p:cNvPicPr/>
              <p:nvPr/>
            </p:nvPicPr>
            <p:blipFill>
              <a:blip r:embed="rId263"/>
              <a:stretch>
                <a:fillRect/>
              </a:stretch>
            </p:blipFill>
            <p:spPr>
              <a:xfrm>
                <a:off x="7812614" y="1028885"/>
                <a:ext cx="121320" cy="7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4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9383D706-7D87-0220-AF0E-123EFDE3287C}"/>
                  </a:ext>
                </a:extLst>
              </p14:cNvPr>
              <p14:cNvContentPartPr/>
              <p14:nvPr/>
            </p14:nvContentPartPr>
            <p14:xfrm>
              <a:off x="8070014" y="977045"/>
              <a:ext cx="36360" cy="88560"/>
            </p14:xfrm>
          </p:contentPart>
        </mc:Choice>
        <mc:Fallback xmlns=""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9383D706-7D87-0220-AF0E-123EFDE3287C}"/>
                  </a:ext>
                </a:extLst>
              </p:cNvPr>
              <p:cNvPicPr/>
              <p:nvPr/>
            </p:nvPicPr>
            <p:blipFill>
              <a:blip r:embed="rId265"/>
              <a:stretch>
                <a:fillRect/>
              </a:stretch>
            </p:blipFill>
            <p:spPr>
              <a:xfrm>
                <a:off x="8052374" y="959405"/>
                <a:ext cx="72000" cy="12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6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93369DC3-6D86-BD65-E506-942BDA5D5E34}"/>
                  </a:ext>
                </a:extLst>
              </p14:cNvPr>
              <p14:cNvContentPartPr/>
              <p14:nvPr/>
            </p14:nvContentPartPr>
            <p14:xfrm>
              <a:off x="8071814" y="838085"/>
              <a:ext cx="25560" cy="61200"/>
            </p14:xfrm>
          </p:contentPart>
        </mc:Choice>
        <mc:Fallback xmlns=""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93369DC3-6D86-BD65-E506-942BDA5D5E34}"/>
                  </a:ext>
                </a:extLst>
              </p:cNvPr>
              <p:cNvPicPr/>
              <p:nvPr/>
            </p:nvPicPr>
            <p:blipFill>
              <a:blip r:embed="rId267"/>
              <a:stretch>
                <a:fillRect/>
              </a:stretch>
            </p:blipFill>
            <p:spPr>
              <a:xfrm>
                <a:off x="8053814" y="820445"/>
                <a:ext cx="61200" cy="9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8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C53D8721-97EE-37F3-C53B-71AA06362BB2}"/>
                  </a:ext>
                </a:extLst>
              </p14:cNvPr>
              <p14:cNvContentPartPr/>
              <p14:nvPr/>
            </p14:nvContentPartPr>
            <p14:xfrm>
              <a:off x="8212934" y="929885"/>
              <a:ext cx="124920" cy="84960"/>
            </p14:xfrm>
          </p:contentPart>
        </mc:Choice>
        <mc:Fallback xmlns=""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C53D8721-97EE-37F3-C53B-71AA06362BB2}"/>
                  </a:ext>
                </a:extLst>
              </p:cNvPr>
              <p:cNvPicPr/>
              <p:nvPr/>
            </p:nvPicPr>
            <p:blipFill>
              <a:blip r:embed="rId269"/>
              <a:stretch>
                <a:fillRect/>
              </a:stretch>
            </p:blipFill>
            <p:spPr>
              <a:xfrm>
                <a:off x="8194934" y="912245"/>
                <a:ext cx="160560" cy="12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0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99CB96B3-3576-A6E3-6D36-09077E259BAA}"/>
                  </a:ext>
                </a:extLst>
              </p14:cNvPr>
              <p14:cNvContentPartPr/>
              <p14:nvPr/>
            </p14:nvContentPartPr>
            <p14:xfrm>
              <a:off x="8535134" y="801725"/>
              <a:ext cx="53280" cy="22320"/>
            </p14:xfrm>
          </p:contentPart>
        </mc:Choice>
        <mc:Fallback xmlns=""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99CB96B3-3576-A6E3-6D36-09077E259BAA}"/>
                  </a:ext>
                </a:extLst>
              </p:cNvPr>
              <p:cNvPicPr/>
              <p:nvPr/>
            </p:nvPicPr>
            <p:blipFill>
              <a:blip r:embed="rId271"/>
              <a:stretch>
                <a:fillRect/>
              </a:stretch>
            </p:blipFill>
            <p:spPr>
              <a:xfrm>
                <a:off x="8517134" y="784085"/>
                <a:ext cx="88920" cy="5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2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2B361C54-9E10-06D5-B973-EB571E6BB4A8}"/>
                  </a:ext>
                </a:extLst>
              </p14:cNvPr>
              <p14:cNvContentPartPr/>
              <p14:nvPr/>
            </p14:nvContentPartPr>
            <p14:xfrm>
              <a:off x="8582294" y="907565"/>
              <a:ext cx="102240" cy="39960"/>
            </p14:xfrm>
          </p:contentPart>
        </mc:Choice>
        <mc:Fallback xmlns=""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2B361C54-9E10-06D5-B973-EB571E6BB4A8}"/>
                  </a:ext>
                </a:extLst>
              </p:cNvPr>
              <p:cNvPicPr/>
              <p:nvPr/>
            </p:nvPicPr>
            <p:blipFill>
              <a:blip r:embed="rId273"/>
              <a:stretch>
                <a:fillRect/>
              </a:stretch>
            </p:blipFill>
            <p:spPr>
              <a:xfrm>
                <a:off x="8564654" y="889565"/>
                <a:ext cx="137880" cy="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4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F35FBF56-81E3-C381-8814-12FDAFD46265}"/>
                  </a:ext>
                </a:extLst>
              </p14:cNvPr>
              <p14:cNvContentPartPr/>
              <p14:nvPr/>
            </p14:nvContentPartPr>
            <p14:xfrm>
              <a:off x="8838614" y="672485"/>
              <a:ext cx="65880" cy="344880"/>
            </p14:xfrm>
          </p:contentPart>
        </mc:Choice>
        <mc:Fallback xmlns=""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F35FBF56-81E3-C381-8814-12FDAFD46265}"/>
                  </a:ext>
                </a:extLst>
              </p:cNvPr>
              <p:cNvPicPr/>
              <p:nvPr/>
            </p:nvPicPr>
            <p:blipFill>
              <a:blip r:embed="rId275"/>
              <a:stretch>
                <a:fillRect/>
              </a:stretch>
            </p:blipFill>
            <p:spPr>
              <a:xfrm>
                <a:off x="8820614" y="654845"/>
                <a:ext cx="101520" cy="38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6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01D76A12-E8F1-41BE-93FB-3A3A14CA2E3C}"/>
                  </a:ext>
                </a:extLst>
              </p14:cNvPr>
              <p14:cNvContentPartPr/>
              <p14:nvPr/>
            </p14:nvContentPartPr>
            <p14:xfrm>
              <a:off x="8814494" y="692645"/>
              <a:ext cx="139320" cy="50040"/>
            </p14:xfrm>
          </p:contentPart>
        </mc:Choice>
        <mc:Fallback xmlns=""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01D76A12-E8F1-41BE-93FB-3A3A14CA2E3C}"/>
                  </a:ext>
                </a:extLst>
              </p:cNvPr>
              <p:cNvPicPr/>
              <p:nvPr/>
            </p:nvPicPr>
            <p:blipFill>
              <a:blip r:embed="rId277"/>
              <a:stretch>
                <a:fillRect/>
              </a:stretch>
            </p:blipFill>
            <p:spPr>
              <a:xfrm>
                <a:off x="8796494" y="674645"/>
                <a:ext cx="174960" cy="8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8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569F45F4-22BD-CF73-7CD8-A39E836B7A38}"/>
                  </a:ext>
                </a:extLst>
              </p14:cNvPr>
              <p14:cNvContentPartPr/>
              <p14:nvPr/>
            </p14:nvContentPartPr>
            <p14:xfrm>
              <a:off x="8876774" y="984965"/>
              <a:ext cx="136440" cy="113760"/>
            </p14:xfrm>
          </p:contentPart>
        </mc:Choice>
        <mc:Fallback xmlns=""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569F45F4-22BD-CF73-7CD8-A39E836B7A38}"/>
                  </a:ext>
                </a:extLst>
              </p:cNvPr>
              <p:cNvPicPr/>
              <p:nvPr/>
            </p:nvPicPr>
            <p:blipFill>
              <a:blip r:embed="rId279"/>
              <a:stretch>
                <a:fillRect/>
              </a:stretch>
            </p:blipFill>
            <p:spPr>
              <a:xfrm>
                <a:off x="8858774" y="966965"/>
                <a:ext cx="172080" cy="14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0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214C9AEE-0A66-1084-3532-4A77CB428F66}"/>
                  </a:ext>
                </a:extLst>
              </p14:cNvPr>
              <p14:cNvContentPartPr/>
              <p14:nvPr/>
            </p14:nvContentPartPr>
            <p14:xfrm>
              <a:off x="9156134" y="981725"/>
              <a:ext cx="94680" cy="160200"/>
            </p14:xfrm>
          </p:contentPart>
        </mc:Choice>
        <mc:Fallback xmlns=""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214C9AEE-0A66-1084-3532-4A77CB428F66}"/>
                  </a:ext>
                </a:extLst>
              </p:cNvPr>
              <p:cNvPicPr/>
              <p:nvPr/>
            </p:nvPicPr>
            <p:blipFill>
              <a:blip r:embed="rId281"/>
              <a:stretch>
                <a:fillRect/>
              </a:stretch>
            </p:blipFill>
            <p:spPr>
              <a:xfrm>
                <a:off x="9138494" y="963725"/>
                <a:ext cx="130320" cy="19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2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096822A8-A500-3418-F715-23E155A14513}"/>
                  </a:ext>
                </a:extLst>
              </p14:cNvPr>
              <p14:cNvContentPartPr/>
              <p14:nvPr/>
            </p14:nvContentPartPr>
            <p14:xfrm>
              <a:off x="9390494" y="1026005"/>
              <a:ext cx="163440" cy="117720"/>
            </p14:xfrm>
          </p:contentPart>
        </mc:Choice>
        <mc:Fallback xmlns=""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096822A8-A500-3418-F715-23E155A14513}"/>
                  </a:ext>
                </a:extLst>
              </p:cNvPr>
              <p:cNvPicPr/>
              <p:nvPr/>
            </p:nvPicPr>
            <p:blipFill>
              <a:blip r:embed="rId283"/>
              <a:stretch>
                <a:fillRect/>
              </a:stretch>
            </p:blipFill>
            <p:spPr>
              <a:xfrm>
                <a:off x="9372854" y="1008365"/>
                <a:ext cx="199080" cy="15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4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DC9288A2-BA7F-FB0A-0EAB-9167E3E7FA84}"/>
                  </a:ext>
                </a:extLst>
              </p14:cNvPr>
              <p14:cNvContentPartPr/>
              <p14:nvPr/>
            </p14:nvContentPartPr>
            <p14:xfrm>
              <a:off x="9656174" y="874805"/>
              <a:ext cx="101880" cy="315000"/>
            </p14:xfrm>
          </p:contentPart>
        </mc:Choice>
        <mc:Fallback xmlns=""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DC9288A2-BA7F-FB0A-0EAB-9167E3E7FA84}"/>
                  </a:ext>
                </a:extLst>
              </p:cNvPr>
              <p:cNvPicPr/>
              <p:nvPr/>
            </p:nvPicPr>
            <p:blipFill>
              <a:blip r:embed="rId285"/>
              <a:stretch>
                <a:fillRect/>
              </a:stretch>
            </p:blipFill>
            <p:spPr>
              <a:xfrm>
                <a:off x="9638174" y="856805"/>
                <a:ext cx="137520" cy="35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6">
            <p14:nvContentPartPr>
              <p14:cNvPr id="168" name="Ink 167">
                <a:extLst>
                  <a:ext uri="{FF2B5EF4-FFF2-40B4-BE49-F238E27FC236}">
                    <a16:creationId xmlns:a16="http://schemas.microsoft.com/office/drawing/2014/main" id="{94FF7AE1-C9E5-75BB-168B-0FADEE60443D}"/>
                  </a:ext>
                </a:extLst>
              </p14:cNvPr>
              <p14:cNvContentPartPr/>
              <p14:nvPr/>
            </p14:nvContentPartPr>
            <p14:xfrm>
              <a:off x="9622334" y="995045"/>
              <a:ext cx="248760" cy="61560"/>
            </p14:xfrm>
          </p:contentPart>
        </mc:Choice>
        <mc:Fallback xmlns="">
          <p:pic>
            <p:nvPicPr>
              <p:cNvPr id="168" name="Ink 167">
                <a:extLst>
                  <a:ext uri="{FF2B5EF4-FFF2-40B4-BE49-F238E27FC236}">
                    <a16:creationId xmlns:a16="http://schemas.microsoft.com/office/drawing/2014/main" id="{94FF7AE1-C9E5-75BB-168B-0FADEE60443D}"/>
                  </a:ext>
                </a:extLst>
              </p:cNvPr>
              <p:cNvPicPr/>
              <p:nvPr/>
            </p:nvPicPr>
            <p:blipFill>
              <a:blip r:embed="rId287"/>
              <a:stretch>
                <a:fillRect/>
              </a:stretch>
            </p:blipFill>
            <p:spPr>
              <a:xfrm>
                <a:off x="9604334" y="977045"/>
                <a:ext cx="284400" cy="9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8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82289D0C-29E5-D084-8902-FD93F24CC85E}"/>
                  </a:ext>
                </a:extLst>
              </p14:cNvPr>
              <p14:cNvContentPartPr/>
              <p14:nvPr/>
            </p14:nvContentPartPr>
            <p14:xfrm>
              <a:off x="4687454" y="2548805"/>
              <a:ext cx="143280" cy="142920"/>
            </p14:xfrm>
          </p:contentPart>
        </mc:Choice>
        <mc:Fallback xmlns=""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82289D0C-29E5-D084-8902-FD93F24CC85E}"/>
                  </a:ext>
                </a:extLst>
              </p:cNvPr>
              <p:cNvPicPr/>
              <p:nvPr/>
            </p:nvPicPr>
            <p:blipFill>
              <a:blip r:embed="rId289"/>
              <a:stretch>
                <a:fillRect/>
              </a:stretch>
            </p:blipFill>
            <p:spPr>
              <a:xfrm>
                <a:off x="4669454" y="2530805"/>
                <a:ext cx="178920" cy="17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0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82000797-8771-0A90-B7D2-C4CBB6FD6057}"/>
                  </a:ext>
                </a:extLst>
              </p14:cNvPr>
              <p14:cNvContentPartPr/>
              <p14:nvPr/>
            </p14:nvContentPartPr>
            <p14:xfrm>
              <a:off x="4960694" y="2217965"/>
              <a:ext cx="310680" cy="251640"/>
            </p14:xfrm>
          </p:contentPart>
        </mc:Choice>
        <mc:Fallback xmlns=""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82000797-8771-0A90-B7D2-C4CBB6FD6057}"/>
                  </a:ext>
                </a:extLst>
              </p:cNvPr>
              <p:cNvPicPr/>
              <p:nvPr/>
            </p:nvPicPr>
            <p:blipFill>
              <a:blip r:embed="rId291"/>
              <a:stretch>
                <a:fillRect/>
              </a:stretch>
            </p:blipFill>
            <p:spPr>
              <a:xfrm>
                <a:off x="4943054" y="2199965"/>
                <a:ext cx="346320" cy="28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2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4B69C22C-EE35-10EA-98C6-D1D8331653AB}"/>
                  </a:ext>
                </a:extLst>
              </p14:cNvPr>
              <p14:cNvContentPartPr/>
              <p14:nvPr/>
            </p14:nvContentPartPr>
            <p14:xfrm>
              <a:off x="5108654" y="2174045"/>
              <a:ext cx="168840" cy="262440"/>
            </p14:xfrm>
          </p:contentPart>
        </mc:Choice>
        <mc:Fallback xmlns=""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4B69C22C-EE35-10EA-98C6-D1D8331653AB}"/>
                  </a:ext>
                </a:extLst>
              </p:cNvPr>
              <p:cNvPicPr/>
              <p:nvPr/>
            </p:nvPicPr>
            <p:blipFill>
              <a:blip r:embed="rId293"/>
              <a:stretch>
                <a:fillRect/>
              </a:stretch>
            </p:blipFill>
            <p:spPr>
              <a:xfrm>
                <a:off x="5091014" y="2156045"/>
                <a:ext cx="204480" cy="29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4">
            <p14:nvContentPartPr>
              <p14:cNvPr id="210" name="Ink 209">
                <a:extLst>
                  <a:ext uri="{FF2B5EF4-FFF2-40B4-BE49-F238E27FC236}">
                    <a16:creationId xmlns:a16="http://schemas.microsoft.com/office/drawing/2014/main" id="{D5BEE7B5-4AFC-16F6-96DA-FC3DCBE3AB76}"/>
                  </a:ext>
                </a:extLst>
              </p14:cNvPr>
              <p14:cNvContentPartPr/>
              <p14:nvPr/>
            </p14:nvContentPartPr>
            <p14:xfrm>
              <a:off x="4247894" y="2203205"/>
              <a:ext cx="1208520" cy="1187640"/>
            </p14:xfrm>
          </p:contentPart>
        </mc:Choice>
        <mc:Fallback xmlns="">
          <p:pic>
            <p:nvPicPr>
              <p:cNvPr id="210" name="Ink 209">
                <a:extLst>
                  <a:ext uri="{FF2B5EF4-FFF2-40B4-BE49-F238E27FC236}">
                    <a16:creationId xmlns:a16="http://schemas.microsoft.com/office/drawing/2014/main" id="{D5BEE7B5-4AFC-16F6-96DA-FC3DCBE3AB76}"/>
                  </a:ext>
                </a:extLst>
              </p:cNvPr>
              <p:cNvPicPr/>
              <p:nvPr/>
            </p:nvPicPr>
            <p:blipFill>
              <a:blip r:embed="rId295"/>
              <a:stretch>
                <a:fillRect/>
              </a:stretch>
            </p:blipFill>
            <p:spPr>
              <a:xfrm>
                <a:off x="4230254" y="2185205"/>
                <a:ext cx="1244160" cy="122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6">
            <p14:nvContentPartPr>
              <p14:cNvPr id="211" name="Ink 210">
                <a:extLst>
                  <a:ext uri="{FF2B5EF4-FFF2-40B4-BE49-F238E27FC236}">
                    <a16:creationId xmlns:a16="http://schemas.microsoft.com/office/drawing/2014/main" id="{E419F488-4996-FA55-9E26-D8016366CF6A}"/>
                  </a:ext>
                </a:extLst>
              </p14:cNvPr>
              <p14:cNvContentPartPr/>
              <p14:nvPr/>
            </p14:nvContentPartPr>
            <p14:xfrm>
              <a:off x="5131694" y="1609205"/>
              <a:ext cx="689400" cy="986400"/>
            </p14:xfrm>
          </p:contentPart>
        </mc:Choice>
        <mc:Fallback xmlns="">
          <p:pic>
            <p:nvPicPr>
              <p:cNvPr id="211" name="Ink 210">
                <a:extLst>
                  <a:ext uri="{FF2B5EF4-FFF2-40B4-BE49-F238E27FC236}">
                    <a16:creationId xmlns:a16="http://schemas.microsoft.com/office/drawing/2014/main" id="{E419F488-4996-FA55-9E26-D8016366CF6A}"/>
                  </a:ext>
                </a:extLst>
              </p:cNvPr>
              <p:cNvPicPr/>
              <p:nvPr/>
            </p:nvPicPr>
            <p:blipFill>
              <a:blip r:embed="rId297"/>
              <a:stretch>
                <a:fillRect/>
              </a:stretch>
            </p:blipFill>
            <p:spPr>
              <a:xfrm>
                <a:off x="5114054" y="1591565"/>
                <a:ext cx="725040" cy="102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8">
            <p14:nvContentPartPr>
              <p14:cNvPr id="212" name="Ink 211">
                <a:extLst>
                  <a:ext uri="{FF2B5EF4-FFF2-40B4-BE49-F238E27FC236}">
                    <a16:creationId xmlns:a16="http://schemas.microsoft.com/office/drawing/2014/main" id="{C855743D-F846-E9FF-C2C6-26B876B8394D}"/>
                  </a:ext>
                </a:extLst>
              </p14:cNvPr>
              <p14:cNvContentPartPr/>
              <p14:nvPr/>
            </p14:nvContentPartPr>
            <p14:xfrm>
              <a:off x="5604374" y="1541165"/>
              <a:ext cx="241200" cy="336960"/>
            </p14:xfrm>
          </p:contentPart>
        </mc:Choice>
        <mc:Fallback xmlns="">
          <p:pic>
            <p:nvPicPr>
              <p:cNvPr id="212" name="Ink 211">
                <a:extLst>
                  <a:ext uri="{FF2B5EF4-FFF2-40B4-BE49-F238E27FC236}">
                    <a16:creationId xmlns:a16="http://schemas.microsoft.com/office/drawing/2014/main" id="{C855743D-F846-E9FF-C2C6-26B876B8394D}"/>
                  </a:ext>
                </a:extLst>
              </p:cNvPr>
              <p:cNvPicPr/>
              <p:nvPr/>
            </p:nvPicPr>
            <p:blipFill>
              <a:blip r:embed="rId299"/>
              <a:stretch>
                <a:fillRect/>
              </a:stretch>
            </p:blipFill>
            <p:spPr>
              <a:xfrm>
                <a:off x="5586374" y="1523165"/>
                <a:ext cx="276840" cy="37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0">
            <p14:nvContentPartPr>
              <p14:cNvPr id="213" name="Ink 212">
                <a:extLst>
                  <a:ext uri="{FF2B5EF4-FFF2-40B4-BE49-F238E27FC236}">
                    <a16:creationId xmlns:a16="http://schemas.microsoft.com/office/drawing/2014/main" id="{129031B5-5691-AFE1-DC92-3010E9528D96}"/>
                  </a:ext>
                </a:extLst>
              </p14:cNvPr>
              <p14:cNvContentPartPr/>
              <p14:nvPr/>
            </p14:nvContentPartPr>
            <p14:xfrm>
              <a:off x="6114854" y="1380245"/>
              <a:ext cx="106560" cy="247680"/>
            </p14:xfrm>
          </p:contentPart>
        </mc:Choice>
        <mc:Fallback xmlns="">
          <p:pic>
            <p:nvPicPr>
              <p:cNvPr id="213" name="Ink 212">
                <a:extLst>
                  <a:ext uri="{FF2B5EF4-FFF2-40B4-BE49-F238E27FC236}">
                    <a16:creationId xmlns:a16="http://schemas.microsoft.com/office/drawing/2014/main" id="{129031B5-5691-AFE1-DC92-3010E9528D96}"/>
                  </a:ext>
                </a:extLst>
              </p:cNvPr>
              <p:cNvPicPr/>
              <p:nvPr/>
            </p:nvPicPr>
            <p:blipFill>
              <a:blip r:embed="rId301"/>
              <a:stretch>
                <a:fillRect/>
              </a:stretch>
            </p:blipFill>
            <p:spPr>
              <a:xfrm>
                <a:off x="6096854" y="1362245"/>
                <a:ext cx="142200" cy="28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2">
            <p14:nvContentPartPr>
              <p14:cNvPr id="214" name="Ink 213">
                <a:extLst>
                  <a:ext uri="{FF2B5EF4-FFF2-40B4-BE49-F238E27FC236}">
                    <a16:creationId xmlns:a16="http://schemas.microsoft.com/office/drawing/2014/main" id="{58C7EE24-BB08-3D75-62C8-2299D1795A28}"/>
                  </a:ext>
                </a:extLst>
              </p14:cNvPr>
              <p14:cNvContentPartPr/>
              <p14:nvPr/>
            </p14:nvContentPartPr>
            <p14:xfrm>
              <a:off x="5815694" y="1006565"/>
              <a:ext cx="654480" cy="843120"/>
            </p14:xfrm>
          </p:contentPart>
        </mc:Choice>
        <mc:Fallback xmlns="">
          <p:pic>
            <p:nvPicPr>
              <p:cNvPr id="214" name="Ink 213">
                <a:extLst>
                  <a:ext uri="{FF2B5EF4-FFF2-40B4-BE49-F238E27FC236}">
                    <a16:creationId xmlns:a16="http://schemas.microsoft.com/office/drawing/2014/main" id="{58C7EE24-BB08-3D75-62C8-2299D1795A28}"/>
                  </a:ext>
                </a:extLst>
              </p:cNvPr>
              <p:cNvPicPr/>
              <p:nvPr/>
            </p:nvPicPr>
            <p:blipFill>
              <a:blip r:embed="rId303"/>
              <a:stretch>
                <a:fillRect/>
              </a:stretch>
            </p:blipFill>
            <p:spPr>
              <a:xfrm>
                <a:off x="5797694" y="988925"/>
                <a:ext cx="690120" cy="87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4">
            <p14:nvContentPartPr>
              <p14:cNvPr id="215" name="Ink 214">
                <a:extLst>
                  <a:ext uri="{FF2B5EF4-FFF2-40B4-BE49-F238E27FC236}">
                    <a16:creationId xmlns:a16="http://schemas.microsoft.com/office/drawing/2014/main" id="{0BB49293-1B28-A59D-9190-0B67DA993DBB}"/>
                  </a:ext>
                </a:extLst>
              </p14:cNvPr>
              <p14:cNvContentPartPr/>
              <p14:nvPr/>
            </p14:nvContentPartPr>
            <p14:xfrm>
              <a:off x="3507374" y="3614405"/>
              <a:ext cx="39600" cy="44280"/>
            </p14:xfrm>
          </p:contentPart>
        </mc:Choice>
        <mc:Fallback xmlns="">
          <p:pic>
            <p:nvPicPr>
              <p:cNvPr id="215" name="Ink 214">
                <a:extLst>
                  <a:ext uri="{FF2B5EF4-FFF2-40B4-BE49-F238E27FC236}">
                    <a16:creationId xmlns:a16="http://schemas.microsoft.com/office/drawing/2014/main" id="{0BB49293-1B28-A59D-9190-0B67DA993DBB}"/>
                  </a:ext>
                </a:extLst>
              </p:cNvPr>
              <p:cNvPicPr/>
              <p:nvPr/>
            </p:nvPicPr>
            <p:blipFill>
              <a:blip r:embed="rId305"/>
              <a:stretch>
                <a:fillRect/>
              </a:stretch>
            </p:blipFill>
            <p:spPr>
              <a:xfrm>
                <a:off x="3489374" y="3596765"/>
                <a:ext cx="75240" cy="7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6">
            <p14:nvContentPartPr>
              <p14:cNvPr id="216" name="Ink 215">
                <a:extLst>
                  <a:ext uri="{FF2B5EF4-FFF2-40B4-BE49-F238E27FC236}">
                    <a16:creationId xmlns:a16="http://schemas.microsoft.com/office/drawing/2014/main" id="{76E8A816-A547-C6D4-011E-01B4032289CC}"/>
                  </a:ext>
                </a:extLst>
              </p14:cNvPr>
              <p14:cNvContentPartPr/>
              <p14:nvPr/>
            </p14:nvContentPartPr>
            <p14:xfrm>
              <a:off x="3064214" y="3236045"/>
              <a:ext cx="941040" cy="997560"/>
            </p14:xfrm>
          </p:contentPart>
        </mc:Choice>
        <mc:Fallback xmlns="">
          <p:pic>
            <p:nvPicPr>
              <p:cNvPr id="216" name="Ink 215">
                <a:extLst>
                  <a:ext uri="{FF2B5EF4-FFF2-40B4-BE49-F238E27FC236}">
                    <a16:creationId xmlns:a16="http://schemas.microsoft.com/office/drawing/2014/main" id="{76E8A816-A547-C6D4-011E-01B4032289CC}"/>
                  </a:ext>
                </a:extLst>
              </p:cNvPr>
              <p:cNvPicPr/>
              <p:nvPr/>
            </p:nvPicPr>
            <p:blipFill>
              <a:blip r:embed="rId307"/>
              <a:stretch>
                <a:fillRect/>
              </a:stretch>
            </p:blipFill>
            <p:spPr>
              <a:xfrm>
                <a:off x="3046574" y="3218405"/>
                <a:ext cx="976680" cy="1033200"/>
              </a:xfrm>
              <a:prstGeom prst="rect">
                <a:avLst/>
              </a:prstGeom>
            </p:spPr>
          </p:pic>
        </mc:Fallback>
      </mc:AlternateContent>
      <p:grpSp>
        <p:nvGrpSpPr>
          <p:cNvPr id="230" name="Group 229">
            <a:extLst>
              <a:ext uri="{FF2B5EF4-FFF2-40B4-BE49-F238E27FC236}">
                <a16:creationId xmlns:a16="http://schemas.microsoft.com/office/drawing/2014/main" id="{0388EB84-42EF-60C8-6988-DFE10D02EA64}"/>
              </a:ext>
            </a:extLst>
          </p:cNvPr>
          <p:cNvGrpSpPr/>
          <p:nvPr/>
        </p:nvGrpSpPr>
        <p:grpSpPr>
          <a:xfrm>
            <a:off x="1712054" y="3261245"/>
            <a:ext cx="767880" cy="825840"/>
            <a:chOff x="1712054" y="3261245"/>
            <a:chExt cx="767880" cy="825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07168CAB-83D4-E776-E334-54639D364619}"/>
                    </a:ext>
                  </a:extLst>
                </p14:cNvPr>
                <p14:cNvContentPartPr/>
                <p14:nvPr/>
              </p14:nvContentPartPr>
              <p14:xfrm>
                <a:off x="1977734" y="3506765"/>
                <a:ext cx="282600" cy="26280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07168CAB-83D4-E776-E334-54639D364619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1960094" y="3489125"/>
                  <a:ext cx="31824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B0E8FEB7-5EC0-AD09-CDFA-E17B57A08225}"/>
                    </a:ext>
                  </a:extLst>
                </p14:cNvPr>
                <p14:cNvContentPartPr/>
                <p14:nvPr/>
              </p14:nvContentPartPr>
              <p14:xfrm>
                <a:off x="1712054" y="3261245"/>
                <a:ext cx="767880" cy="82584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B0E8FEB7-5EC0-AD09-CDFA-E17B57A08225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1694414" y="3243605"/>
                  <a:ext cx="803520" cy="86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F6706CC5-D428-0043-6A3E-94B912573832}"/>
              </a:ext>
            </a:extLst>
          </p:cNvPr>
          <p:cNvGrpSpPr/>
          <p:nvPr/>
        </p:nvGrpSpPr>
        <p:grpSpPr>
          <a:xfrm>
            <a:off x="6282375" y="2317685"/>
            <a:ext cx="1778279" cy="1398600"/>
            <a:chOff x="6282375" y="2317685"/>
            <a:chExt cx="1778279" cy="1398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E8B0CF9C-46F7-FA7C-F679-9C1D0EBE1D51}"/>
                    </a:ext>
                  </a:extLst>
                </p14:cNvPr>
                <p14:cNvContentPartPr/>
                <p14:nvPr/>
              </p14:nvContentPartPr>
              <p14:xfrm>
                <a:off x="6282375" y="2317685"/>
                <a:ext cx="248760" cy="61272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E8B0CF9C-46F7-FA7C-F679-9C1D0EBE1D51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6264375" y="2299685"/>
                  <a:ext cx="284400" cy="64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62BFD15E-00DB-883A-A83C-1F5DDD07A585}"/>
                    </a:ext>
                  </a:extLst>
                </p14:cNvPr>
                <p14:cNvContentPartPr/>
                <p14:nvPr/>
              </p14:nvContentPartPr>
              <p14:xfrm>
                <a:off x="6651735" y="2396525"/>
                <a:ext cx="130320" cy="3027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62BFD15E-00DB-883A-A83C-1F5DDD07A585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6634095" y="2378885"/>
                  <a:ext cx="165960" cy="33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B66E7328-0AE8-E8A1-642A-B6D85C4C9664}"/>
                    </a:ext>
                  </a:extLst>
                </p14:cNvPr>
                <p14:cNvContentPartPr/>
                <p14:nvPr/>
              </p14:nvContentPartPr>
              <p14:xfrm>
                <a:off x="6633735" y="2378525"/>
                <a:ext cx="117000" cy="8208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B66E7328-0AE8-E8A1-642A-B6D85C4C9664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6616095" y="2360885"/>
                  <a:ext cx="15264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9182252C-CD82-58B3-5C35-6C633EB6B471}"/>
                    </a:ext>
                  </a:extLst>
                </p14:cNvPr>
                <p14:cNvContentPartPr/>
                <p14:nvPr/>
              </p14:nvContentPartPr>
              <p14:xfrm>
                <a:off x="6779175" y="2674085"/>
                <a:ext cx="112320" cy="7632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9182252C-CD82-58B3-5C35-6C633EB6B471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6761175" y="2656085"/>
                  <a:ext cx="14796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A650A164-2458-33A5-CDB5-E5DD4F82A009}"/>
                    </a:ext>
                  </a:extLst>
                </p14:cNvPr>
                <p14:cNvContentPartPr/>
                <p14:nvPr/>
              </p14:nvContentPartPr>
              <p14:xfrm>
                <a:off x="6953775" y="2598485"/>
                <a:ext cx="230040" cy="16956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A650A164-2458-33A5-CDB5-E5DD4F82A009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6936135" y="2580485"/>
                  <a:ext cx="26568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9DA70EC7-8903-0862-2078-198EE5747FBA}"/>
                    </a:ext>
                  </a:extLst>
                </p14:cNvPr>
                <p14:cNvContentPartPr/>
                <p14:nvPr/>
              </p14:nvContentPartPr>
              <p14:xfrm>
                <a:off x="6433814" y="3373565"/>
                <a:ext cx="641520" cy="25668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9DA70EC7-8903-0862-2078-198EE5747FBA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6416174" y="3355925"/>
                  <a:ext cx="67716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CBF20017-192F-2826-D48F-3777AA6C3D21}"/>
                    </a:ext>
                  </a:extLst>
                </p14:cNvPr>
                <p14:cNvContentPartPr/>
                <p14:nvPr/>
              </p14:nvContentPartPr>
              <p14:xfrm>
                <a:off x="6948614" y="3302645"/>
                <a:ext cx="123840" cy="23040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CBF20017-192F-2826-D48F-3777AA6C3D21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6930974" y="3285005"/>
                  <a:ext cx="15948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3A8311C3-7610-EDC8-FEBC-F6C0C8BC1CDF}"/>
                    </a:ext>
                  </a:extLst>
                </p14:cNvPr>
                <p14:cNvContentPartPr/>
                <p14:nvPr/>
              </p14:nvContentPartPr>
              <p14:xfrm>
                <a:off x="7416614" y="3180965"/>
                <a:ext cx="200520" cy="40248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3A8311C3-7610-EDC8-FEBC-F6C0C8BC1CDF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7398614" y="3162965"/>
                  <a:ext cx="236160" cy="43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815EA4AA-927B-AFC3-EF1A-D570769DECA7}"/>
                    </a:ext>
                  </a:extLst>
                </p14:cNvPr>
                <p14:cNvContentPartPr/>
                <p14:nvPr/>
              </p14:nvContentPartPr>
              <p14:xfrm>
                <a:off x="7135454" y="2867765"/>
                <a:ext cx="925200" cy="84852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815EA4AA-927B-AFC3-EF1A-D570769DECA7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7117814" y="2850125"/>
                  <a:ext cx="960840" cy="884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30">
            <p14:nvContentPartPr>
              <p14:cNvPr id="224" name="Ink 223">
                <a:extLst>
                  <a:ext uri="{FF2B5EF4-FFF2-40B4-BE49-F238E27FC236}">
                    <a16:creationId xmlns:a16="http://schemas.microsoft.com/office/drawing/2014/main" id="{BAE38970-8A7F-6A20-368D-E22D0F6BFBF4}"/>
                  </a:ext>
                </a:extLst>
              </p14:cNvPr>
              <p14:cNvContentPartPr/>
              <p14:nvPr/>
            </p14:nvContentPartPr>
            <p14:xfrm>
              <a:off x="5249054" y="5749565"/>
              <a:ext cx="123480" cy="83160"/>
            </p14:xfrm>
          </p:contentPart>
        </mc:Choice>
        <mc:Fallback xmlns="">
          <p:pic>
            <p:nvPicPr>
              <p:cNvPr id="224" name="Ink 223">
                <a:extLst>
                  <a:ext uri="{FF2B5EF4-FFF2-40B4-BE49-F238E27FC236}">
                    <a16:creationId xmlns:a16="http://schemas.microsoft.com/office/drawing/2014/main" id="{BAE38970-8A7F-6A20-368D-E22D0F6BFBF4}"/>
                  </a:ext>
                </a:extLst>
              </p:cNvPr>
              <p:cNvPicPr/>
              <p:nvPr/>
            </p:nvPicPr>
            <p:blipFill>
              <a:blip r:embed="rId331"/>
              <a:stretch>
                <a:fillRect/>
              </a:stretch>
            </p:blipFill>
            <p:spPr>
              <a:xfrm>
                <a:off x="5231054" y="5731565"/>
                <a:ext cx="159120" cy="118800"/>
              </a:xfrm>
              <a:prstGeom prst="rect">
                <a:avLst/>
              </a:prstGeom>
            </p:spPr>
          </p:pic>
        </mc:Fallback>
      </mc:AlternateContent>
      <p:grpSp>
        <p:nvGrpSpPr>
          <p:cNvPr id="228" name="Group 227">
            <a:extLst>
              <a:ext uri="{FF2B5EF4-FFF2-40B4-BE49-F238E27FC236}">
                <a16:creationId xmlns:a16="http://schemas.microsoft.com/office/drawing/2014/main" id="{8D1D311F-4183-18ED-BC10-E7EB8AAF2678}"/>
              </a:ext>
            </a:extLst>
          </p:cNvPr>
          <p:cNvGrpSpPr/>
          <p:nvPr/>
        </p:nvGrpSpPr>
        <p:grpSpPr>
          <a:xfrm>
            <a:off x="5764214" y="5345285"/>
            <a:ext cx="1908481" cy="863280"/>
            <a:chOff x="5764214" y="5345285"/>
            <a:chExt cx="1908481" cy="863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049C7644-0255-EE26-F76E-13FF412724A0}"/>
                    </a:ext>
                  </a:extLst>
                </p14:cNvPr>
                <p14:cNvContentPartPr/>
                <p14:nvPr/>
              </p14:nvContentPartPr>
              <p14:xfrm>
                <a:off x="6772695" y="5714285"/>
                <a:ext cx="123480" cy="39636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049C7644-0255-EE26-F76E-13FF412724A0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6754695" y="5696285"/>
                  <a:ext cx="159120" cy="43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8C39CC91-AF80-E561-41F1-E9ED62B685B7}"/>
                    </a:ext>
                  </a:extLst>
                </p14:cNvPr>
                <p14:cNvContentPartPr/>
                <p14:nvPr/>
              </p14:nvContentPartPr>
              <p14:xfrm>
                <a:off x="6841095" y="6068525"/>
                <a:ext cx="57600" cy="6372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8C39CC91-AF80-E561-41F1-E9ED62B685B7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6823455" y="6050885"/>
                  <a:ext cx="9324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EA45D984-3D12-D8B9-3CAA-B4B03B9DB84E}"/>
                    </a:ext>
                  </a:extLst>
                </p14:cNvPr>
                <p14:cNvContentPartPr/>
                <p14:nvPr/>
              </p14:nvContentPartPr>
              <p14:xfrm>
                <a:off x="7093455" y="5986805"/>
                <a:ext cx="23040" cy="720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EA45D984-3D12-D8B9-3CAA-B4B03B9DB84E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7075455" y="5968805"/>
                  <a:ext cx="5868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5F598338-3772-D9B3-5BFB-7DD96B30FDCB}"/>
                    </a:ext>
                  </a:extLst>
                </p14:cNvPr>
                <p14:cNvContentPartPr/>
                <p14:nvPr/>
              </p14:nvContentPartPr>
              <p14:xfrm>
                <a:off x="7055295" y="5963765"/>
                <a:ext cx="121680" cy="18828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5F598338-3772-D9B3-5BFB-7DD96B30FDCB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7037655" y="5945765"/>
                  <a:ext cx="15732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219D2D50-78E0-0491-6651-348935BDC0F9}"/>
                    </a:ext>
                  </a:extLst>
                </p14:cNvPr>
                <p14:cNvContentPartPr/>
                <p14:nvPr/>
              </p14:nvContentPartPr>
              <p14:xfrm>
                <a:off x="7294335" y="5938205"/>
                <a:ext cx="202680" cy="12672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219D2D50-78E0-0491-6651-348935BDC0F9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7276695" y="5920565"/>
                  <a:ext cx="23832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EE33011D-0C29-322E-DC82-5C7025220B1E}"/>
                    </a:ext>
                  </a:extLst>
                </p14:cNvPr>
                <p14:cNvContentPartPr/>
                <p14:nvPr/>
              </p14:nvContentPartPr>
              <p14:xfrm>
                <a:off x="7566855" y="5784845"/>
                <a:ext cx="61560" cy="31140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EE33011D-0C29-322E-DC82-5C7025220B1E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7549215" y="5767205"/>
                  <a:ext cx="97200" cy="34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875D1643-A3E4-2A67-996D-835E2EDD1521}"/>
                    </a:ext>
                  </a:extLst>
                </p14:cNvPr>
                <p14:cNvContentPartPr/>
                <p14:nvPr/>
              </p14:nvContentPartPr>
              <p14:xfrm>
                <a:off x="7538775" y="5905085"/>
                <a:ext cx="133920" cy="7560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875D1643-A3E4-2A67-996D-835E2EDD1521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7521135" y="5887445"/>
                  <a:ext cx="16956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465E2AD2-04F5-A2AA-E3D4-D81F8EB865C1}"/>
                    </a:ext>
                  </a:extLst>
                </p14:cNvPr>
                <p14:cNvContentPartPr/>
                <p14:nvPr/>
              </p14:nvContentPartPr>
              <p14:xfrm>
                <a:off x="5955374" y="5632925"/>
                <a:ext cx="237960" cy="23580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465E2AD2-04F5-A2AA-E3D4-D81F8EB865C1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5937374" y="5614925"/>
                  <a:ext cx="27360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B47BE908-580C-4554-83F8-B3F97C2B3E6B}"/>
                    </a:ext>
                  </a:extLst>
                </p14:cNvPr>
                <p14:cNvContentPartPr/>
                <p14:nvPr/>
              </p14:nvContentPartPr>
              <p14:xfrm>
                <a:off x="6140774" y="5646965"/>
                <a:ext cx="69840" cy="30348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B47BE908-580C-4554-83F8-B3F97C2B3E6B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6123134" y="5629325"/>
                  <a:ext cx="10548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ECD8415C-7359-C5E2-ECD2-2F08C3DA9855}"/>
                    </a:ext>
                  </a:extLst>
                </p14:cNvPr>
                <p14:cNvContentPartPr/>
                <p14:nvPr/>
              </p14:nvContentPartPr>
              <p14:xfrm>
                <a:off x="5764214" y="5345285"/>
                <a:ext cx="820440" cy="86328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ECD8415C-7359-C5E2-ECD2-2F08C3DA9855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5746214" y="5327285"/>
                  <a:ext cx="856080" cy="8989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7308529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0C508-B2DD-74FB-EA6C-1FC172585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 of circuit analysis - KVL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86FDBB-FB87-1C3B-57CD-C8C1BC4130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14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6" name="Picture 5" descr="A text on a page&#10;&#10;Description automatically generated">
            <a:extLst>
              <a:ext uri="{FF2B5EF4-FFF2-40B4-BE49-F238E27FC236}">
                <a16:creationId xmlns:a16="http://schemas.microsoft.com/office/drawing/2014/main" id="{A2015B41-6607-35FD-A55B-4FDCA91EE6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011" y="1248519"/>
            <a:ext cx="5616427" cy="4511431"/>
          </a:xfrm>
          <a:prstGeom prst="rect">
            <a:avLst/>
          </a:prstGeom>
        </p:spPr>
      </p:pic>
      <p:pic>
        <p:nvPicPr>
          <p:cNvPr id="8" name="Picture 7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6FA8F12A-6F6B-8CCE-D57D-D3C9343617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091" y="664319"/>
            <a:ext cx="3316747" cy="584200"/>
          </a:xfrm>
          <a:prstGeom prst="rect">
            <a:avLst/>
          </a:prstGeom>
        </p:spPr>
      </p:pic>
      <p:pic>
        <p:nvPicPr>
          <p:cNvPr id="10" name="Picture 9" descr="A diagram of a loop&#10;&#10;Description automatically generated">
            <a:extLst>
              <a:ext uri="{FF2B5EF4-FFF2-40B4-BE49-F238E27FC236}">
                <a16:creationId xmlns:a16="http://schemas.microsoft.com/office/drawing/2014/main" id="{6EBAE493-747D-D438-8478-B80658D20B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7678" y="1855809"/>
            <a:ext cx="4528080" cy="190017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7657A04F-2858-64A3-0FF3-6C6AA0F77953}"/>
                  </a:ext>
                </a:extLst>
              </p14:cNvPr>
              <p14:cNvContentPartPr/>
              <p14:nvPr/>
            </p14:nvContentPartPr>
            <p14:xfrm>
              <a:off x="9917212" y="3975430"/>
              <a:ext cx="129960" cy="17856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7657A04F-2858-64A3-0FF3-6C6AA0F7795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911092" y="3969310"/>
                <a:ext cx="142200" cy="19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88028D7-2ECC-05CE-79EA-FC1B6115E006}"/>
                  </a:ext>
                </a:extLst>
              </p14:cNvPr>
              <p14:cNvContentPartPr/>
              <p14:nvPr/>
            </p14:nvContentPartPr>
            <p14:xfrm>
              <a:off x="7745692" y="4379710"/>
              <a:ext cx="50400" cy="5050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88028D7-2ECC-05CE-79EA-FC1B6115E00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739572" y="4373590"/>
                <a:ext cx="62640" cy="51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BF2C0DC-E576-879C-9A75-F5910A8B02DC}"/>
                  </a:ext>
                </a:extLst>
              </p14:cNvPr>
              <p14:cNvContentPartPr/>
              <p14:nvPr/>
            </p14:nvContentPartPr>
            <p14:xfrm>
              <a:off x="7591972" y="4898830"/>
              <a:ext cx="404640" cy="129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BF2C0DC-E576-879C-9A75-F5910A8B02DC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585852" y="4892710"/>
                <a:ext cx="41688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3C2A727-F1A6-52B9-43B4-4876C92A8638}"/>
                  </a:ext>
                </a:extLst>
              </p14:cNvPr>
              <p14:cNvContentPartPr/>
              <p14:nvPr/>
            </p14:nvContentPartPr>
            <p14:xfrm>
              <a:off x="7676932" y="5014390"/>
              <a:ext cx="156600" cy="144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3C2A727-F1A6-52B9-43B4-4876C92A8638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670812" y="5008270"/>
                <a:ext cx="16884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E8C2E4AE-A6EA-2BEB-074C-06C903792E33}"/>
                  </a:ext>
                </a:extLst>
              </p14:cNvPr>
              <p14:cNvContentPartPr/>
              <p14:nvPr/>
            </p14:nvContentPartPr>
            <p14:xfrm>
              <a:off x="7778812" y="5017630"/>
              <a:ext cx="44280" cy="5684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E8C2E4AE-A6EA-2BEB-074C-06C903792E33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772692" y="5011510"/>
                <a:ext cx="56520" cy="58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94C70A10-88EC-B2C0-A7B6-9C34DA060934}"/>
                  </a:ext>
                </a:extLst>
              </p14:cNvPr>
              <p14:cNvContentPartPr/>
              <p14:nvPr/>
            </p14:nvContentPartPr>
            <p14:xfrm>
              <a:off x="7771612" y="4398790"/>
              <a:ext cx="837360" cy="586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94C70A10-88EC-B2C0-A7B6-9C34DA060934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765492" y="4392670"/>
                <a:ext cx="849600" cy="7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B9A981C2-1391-94CD-B5D7-83A1E09BB8FB}"/>
                  </a:ext>
                </a:extLst>
              </p14:cNvPr>
              <p14:cNvContentPartPr/>
              <p14:nvPr/>
            </p14:nvContentPartPr>
            <p14:xfrm>
              <a:off x="8606452" y="4300510"/>
              <a:ext cx="383400" cy="1677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B9A981C2-1391-94CD-B5D7-83A1E09BB8FB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600332" y="4294390"/>
                <a:ext cx="395640" cy="18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BEEE3437-6494-12B7-86EF-504CB85463D4}"/>
                  </a:ext>
                </a:extLst>
              </p14:cNvPr>
              <p14:cNvContentPartPr/>
              <p14:nvPr/>
            </p14:nvContentPartPr>
            <p14:xfrm>
              <a:off x="8994172" y="4377910"/>
              <a:ext cx="531720" cy="439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BEEE3437-6494-12B7-86EF-504CB85463D4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8988052" y="4371790"/>
                <a:ext cx="543960" cy="5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A455F687-86E9-5028-04FE-100685DB4F37}"/>
                  </a:ext>
                </a:extLst>
              </p14:cNvPr>
              <p14:cNvContentPartPr/>
              <p14:nvPr/>
            </p14:nvContentPartPr>
            <p14:xfrm>
              <a:off x="9531292" y="4378630"/>
              <a:ext cx="46800" cy="6282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A455F687-86E9-5028-04FE-100685DB4F37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9525172" y="4372510"/>
                <a:ext cx="59040" cy="64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0903633B-CA0D-FF6F-6CAB-141ADC7373F6}"/>
                  </a:ext>
                </a:extLst>
              </p14:cNvPr>
              <p14:cNvContentPartPr/>
              <p14:nvPr/>
            </p14:nvContentPartPr>
            <p14:xfrm>
              <a:off x="9501772" y="5023750"/>
              <a:ext cx="145440" cy="2246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0903633B-CA0D-FF6F-6CAB-141ADC7373F6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9495652" y="5017630"/>
                <a:ext cx="157680" cy="23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CDE5E8E9-0B12-E558-EB03-6190FEBA8EF7}"/>
                  </a:ext>
                </a:extLst>
              </p14:cNvPr>
              <p14:cNvContentPartPr/>
              <p14:nvPr/>
            </p14:nvContentPartPr>
            <p14:xfrm>
              <a:off x="9564772" y="5272150"/>
              <a:ext cx="73440" cy="45720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CDE5E8E9-0B12-E558-EB03-6190FEBA8EF7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9558652" y="5266030"/>
                <a:ext cx="85680" cy="46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1FD0CA07-2F60-8BBC-0016-C599C9246976}"/>
                  </a:ext>
                </a:extLst>
              </p14:cNvPr>
              <p14:cNvContentPartPr/>
              <p14:nvPr/>
            </p14:nvContentPartPr>
            <p14:xfrm>
              <a:off x="7786372" y="5587870"/>
              <a:ext cx="31680" cy="17460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1FD0CA07-2F60-8BBC-0016-C599C9246976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7780252" y="5581750"/>
                <a:ext cx="43920" cy="18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B109AC00-4743-28CF-C80C-DF0E55751A36}"/>
                  </a:ext>
                </a:extLst>
              </p14:cNvPr>
              <p14:cNvContentPartPr/>
              <p14:nvPr/>
            </p14:nvContentPartPr>
            <p14:xfrm>
              <a:off x="7779892" y="5707030"/>
              <a:ext cx="1895040" cy="11484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B109AC00-4743-28CF-C80C-DF0E55751A36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7773772" y="5700910"/>
                <a:ext cx="190728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0B096487-269D-2365-EBE7-3D0E4FCDF2D1}"/>
                  </a:ext>
                </a:extLst>
              </p14:cNvPr>
              <p14:cNvContentPartPr/>
              <p14:nvPr/>
            </p14:nvContentPartPr>
            <p14:xfrm>
              <a:off x="7244932" y="5068390"/>
              <a:ext cx="99000" cy="2055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0B096487-269D-2365-EBE7-3D0E4FCDF2D1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7238812" y="5062270"/>
                <a:ext cx="111240" cy="21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3E7BFE1C-103C-C64C-1044-1A8F3C9EDAC5}"/>
                  </a:ext>
                </a:extLst>
              </p14:cNvPr>
              <p14:cNvContentPartPr/>
              <p14:nvPr/>
            </p14:nvContentPartPr>
            <p14:xfrm>
              <a:off x="7419172" y="5193670"/>
              <a:ext cx="51480" cy="14220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3E7BFE1C-103C-C64C-1044-1A8F3C9EDAC5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7413052" y="5187550"/>
                <a:ext cx="63720" cy="15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9AA89371-5C82-E7AE-E79F-BEEF491E148C}"/>
                  </a:ext>
                </a:extLst>
              </p14:cNvPr>
              <p14:cNvContentPartPr/>
              <p14:nvPr/>
            </p14:nvContentPartPr>
            <p14:xfrm>
              <a:off x="7444732" y="5200870"/>
              <a:ext cx="114840" cy="5832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9AA89371-5C82-E7AE-E79F-BEEF491E148C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7438612" y="5194750"/>
                <a:ext cx="127080" cy="7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7035577A-B6D9-30D8-92A5-B4C309896AF2}"/>
                  </a:ext>
                </a:extLst>
              </p14:cNvPr>
              <p14:cNvContentPartPr/>
              <p14:nvPr/>
            </p14:nvContentPartPr>
            <p14:xfrm>
              <a:off x="7393972" y="5234710"/>
              <a:ext cx="125640" cy="525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7035577A-B6D9-30D8-92A5-B4C309896AF2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7387852" y="5228590"/>
                <a:ext cx="137880" cy="6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F827A0DF-4B7D-8808-66CC-7D0957073CF5}"/>
                  </a:ext>
                </a:extLst>
              </p14:cNvPr>
              <p14:cNvContentPartPr/>
              <p14:nvPr/>
            </p14:nvContentPartPr>
            <p14:xfrm>
              <a:off x="8710492" y="4658710"/>
              <a:ext cx="15480" cy="12528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F827A0DF-4B7D-8808-66CC-7D0957073CF5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8704372" y="4652590"/>
                <a:ext cx="27720" cy="13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8DEE439A-8FCF-9B07-7040-7E64052BA46C}"/>
                  </a:ext>
                </a:extLst>
              </p14:cNvPr>
              <p14:cNvContentPartPr/>
              <p14:nvPr/>
            </p14:nvContentPartPr>
            <p14:xfrm>
              <a:off x="8684932" y="4598230"/>
              <a:ext cx="95040" cy="10656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8DEE439A-8FCF-9B07-7040-7E64052BA46C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8678812" y="4592110"/>
                <a:ext cx="107280" cy="11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F41163CC-55B3-4B1F-22DE-D51FDC17140E}"/>
                  </a:ext>
                </a:extLst>
              </p14:cNvPr>
              <p14:cNvContentPartPr/>
              <p14:nvPr/>
            </p14:nvContentPartPr>
            <p14:xfrm>
              <a:off x="8862052" y="4673110"/>
              <a:ext cx="8280" cy="9648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F41163CC-55B3-4B1F-22DE-D51FDC17140E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8855932" y="4666990"/>
                <a:ext cx="20520" cy="10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B7AF538F-55D0-51DE-147E-C7CCDD8E30F1}"/>
                  </a:ext>
                </a:extLst>
              </p14:cNvPr>
              <p14:cNvContentPartPr/>
              <p14:nvPr/>
            </p14:nvContentPartPr>
            <p14:xfrm>
              <a:off x="8872492" y="4641790"/>
              <a:ext cx="47520" cy="1065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B7AF538F-55D0-51DE-147E-C7CCDD8E30F1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8866372" y="4635670"/>
                <a:ext cx="59760" cy="11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1B6DE532-4DD4-D8F5-0DC5-D9EDC47E39A1}"/>
                  </a:ext>
                </a:extLst>
              </p14:cNvPr>
              <p14:cNvContentPartPr/>
              <p14:nvPr/>
            </p14:nvContentPartPr>
            <p14:xfrm>
              <a:off x="8881132" y="4689670"/>
              <a:ext cx="23400" cy="11808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1B6DE532-4DD4-D8F5-0DC5-D9EDC47E39A1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8875012" y="4683550"/>
                <a:ext cx="35640" cy="13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B4672732-9D9E-B06B-0E91-3F0896931672}"/>
                  </a:ext>
                </a:extLst>
              </p14:cNvPr>
              <p14:cNvContentPartPr/>
              <p14:nvPr/>
            </p14:nvContentPartPr>
            <p14:xfrm>
              <a:off x="8864572" y="4661230"/>
              <a:ext cx="164520" cy="16056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B4672732-9D9E-B06B-0E91-3F0896931672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8858452" y="4655110"/>
                <a:ext cx="176760" cy="17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D0B59AC5-6AAC-9B22-3169-F67315CB6075}"/>
                  </a:ext>
                </a:extLst>
              </p14:cNvPr>
              <p14:cNvContentPartPr/>
              <p14:nvPr/>
            </p14:nvContentPartPr>
            <p14:xfrm>
              <a:off x="9850972" y="5185750"/>
              <a:ext cx="24840" cy="11952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D0B59AC5-6AAC-9B22-3169-F67315CB6075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9844852" y="5179630"/>
                <a:ext cx="37080" cy="13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387214BE-AB2D-7A04-38AF-8DBCB7F70389}"/>
                  </a:ext>
                </a:extLst>
              </p14:cNvPr>
              <p14:cNvContentPartPr/>
              <p14:nvPr/>
            </p14:nvContentPartPr>
            <p14:xfrm>
              <a:off x="9881572" y="5149030"/>
              <a:ext cx="76320" cy="10548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387214BE-AB2D-7A04-38AF-8DBCB7F70389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9875452" y="5142910"/>
                <a:ext cx="88560" cy="11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13EA467A-BD7A-4789-C55C-960E34AD3369}"/>
                  </a:ext>
                </a:extLst>
              </p14:cNvPr>
              <p14:cNvContentPartPr/>
              <p14:nvPr/>
            </p14:nvContentPartPr>
            <p14:xfrm>
              <a:off x="10007932" y="5214190"/>
              <a:ext cx="86040" cy="11700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13EA467A-BD7A-4789-C55C-960E34AD3369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10001812" y="5208070"/>
                <a:ext cx="98280" cy="12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5C8859F4-02F1-C1DB-C238-36B05E82FC4D}"/>
                  </a:ext>
                </a:extLst>
              </p14:cNvPr>
              <p14:cNvContentPartPr/>
              <p14:nvPr/>
            </p14:nvContentPartPr>
            <p14:xfrm>
              <a:off x="9809572" y="4735030"/>
              <a:ext cx="171000" cy="2088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5C8859F4-02F1-C1DB-C238-36B05E82FC4D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9803452" y="4728910"/>
                <a:ext cx="183240" cy="3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4B0839E2-A816-79AB-46A0-9783296669E4}"/>
                  </a:ext>
                </a:extLst>
              </p14:cNvPr>
              <p14:cNvContentPartPr/>
              <p14:nvPr/>
            </p14:nvContentPartPr>
            <p14:xfrm>
              <a:off x="9878692" y="4692910"/>
              <a:ext cx="42120" cy="8784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4B0839E2-A816-79AB-46A0-9783296669E4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9872572" y="4686790"/>
                <a:ext cx="54360" cy="10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13660B92-E59E-7203-1690-D659D6D0B690}"/>
                  </a:ext>
                </a:extLst>
              </p14:cNvPr>
              <p14:cNvContentPartPr/>
              <p14:nvPr/>
            </p14:nvContentPartPr>
            <p14:xfrm>
              <a:off x="9996772" y="5664910"/>
              <a:ext cx="136800" cy="576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13660B92-E59E-7203-1690-D659D6D0B690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9990652" y="5658790"/>
                <a:ext cx="14904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16BE7B3C-BE97-8566-4896-C2445DBC1A22}"/>
                  </a:ext>
                </a:extLst>
              </p14:cNvPr>
              <p14:cNvContentPartPr/>
              <p14:nvPr/>
            </p14:nvContentPartPr>
            <p14:xfrm>
              <a:off x="10319692" y="5170990"/>
              <a:ext cx="84240" cy="16596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16BE7B3C-BE97-8566-4896-C2445DBC1A22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10313572" y="5164870"/>
                <a:ext cx="96480" cy="17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AAF755EB-63ED-B76E-C8EA-05CC46E2BA95}"/>
                  </a:ext>
                </a:extLst>
              </p14:cNvPr>
              <p14:cNvContentPartPr/>
              <p14:nvPr/>
            </p14:nvContentPartPr>
            <p14:xfrm>
              <a:off x="10522012" y="5360350"/>
              <a:ext cx="103320" cy="11808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AAF755EB-63ED-B76E-C8EA-05CC46E2BA95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10515892" y="5354230"/>
                <a:ext cx="115560" cy="13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F9E418D2-862E-3DDA-0A5E-8E332C3A0994}"/>
                  </a:ext>
                </a:extLst>
              </p14:cNvPr>
              <p14:cNvContentPartPr/>
              <p14:nvPr/>
            </p14:nvContentPartPr>
            <p14:xfrm>
              <a:off x="8485132" y="3972910"/>
              <a:ext cx="191160" cy="18972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F9E418D2-862E-3DDA-0A5E-8E332C3A0994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8479012" y="3966790"/>
                <a:ext cx="203400" cy="20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2D78F6CD-5DE2-99F2-8AE8-B0EEB4B4E32A}"/>
                  </a:ext>
                </a:extLst>
              </p14:cNvPr>
              <p14:cNvContentPartPr/>
              <p14:nvPr/>
            </p14:nvContentPartPr>
            <p14:xfrm>
              <a:off x="8692132" y="4094950"/>
              <a:ext cx="19440" cy="10692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2D78F6CD-5DE2-99F2-8AE8-B0EEB4B4E32A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8686012" y="4088830"/>
                <a:ext cx="31680" cy="11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D4F05C0D-73B1-6995-C632-F04A58FB5C9E}"/>
                  </a:ext>
                </a:extLst>
              </p14:cNvPr>
              <p14:cNvContentPartPr/>
              <p14:nvPr/>
            </p14:nvContentPartPr>
            <p14:xfrm>
              <a:off x="8710132" y="4090990"/>
              <a:ext cx="111960" cy="12888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D4F05C0D-73B1-6995-C632-F04A58FB5C9E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8704012" y="4084870"/>
                <a:ext cx="124200" cy="14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3BD48E33-B123-E081-D38A-50E9FCB47269}"/>
                  </a:ext>
                </a:extLst>
              </p14:cNvPr>
              <p14:cNvContentPartPr/>
              <p14:nvPr/>
            </p14:nvContentPartPr>
            <p14:xfrm>
              <a:off x="8199652" y="4133110"/>
              <a:ext cx="144360" cy="2700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3BD48E33-B123-E081-D38A-50E9FCB47269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8193532" y="4126990"/>
                <a:ext cx="15660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2EA4367F-3B8A-9121-7FD7-F43658C10094}"/>
                  </a:ext>
                </a:extLst>
              </p14:cNvPr>
              <p14:cNvContentPartPr/>
              <p14:nvPr/>
            </p14:nvContentPartPr>
            <p14:xfrm>
              <a:off x="8245372" y="4095670"/>
              <a:ext cx="36720" cy="10152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2EA4367F-3B8A-9121-7FD7-F43658C10094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8239252" y="4089550"/>
                <a:ext cx="48960" cy="11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4EE96034-1687-2F5F-6187-36AE16BB1D1F}"/>
                  </a:ext>
                </a:extLst>
              </p14:cNvPr>
              <p14:cNvContentPartPr/>
              <p14:nvPr/>
            </p14:nvContentPartPr>
            <p14:xfrm>
              <a:off x="8963212" y="4094230"/>
              <a:ext cx="150480" cy="2196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4EE96034-1687-2F5F-6187-36AE16BB1D1F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8957092" y="4088110"/>
                <a:ext cx="162720" cy="3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D271F045-1B7C-5ACA-5418-BBAD099169FD}"/>
                  </a:ext>
                </a:extLst>
              </p14:cNvPr>
              <p14:cNvContentPartPr/>
              <p14:nvPr/>
            </p14:nvContentPartPr>
            <p14:xfrm>
              <a:off x="8726332" y="4089190"/>
              <a:ext cx="159480" cy="17892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D271F045-1B7C-5ACA-5418-BBAD099169FD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8720212" y="4083070"/>
                <a:ext cx="171720" cy="19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A9F9A832-F60D-7EE6-EAAA-AF00B34CDD8E}"/>
                  </a:ext>
                </a:extLst>
              </p14:cNvPr>
              <p14:cNvContentPartPr/>
              <p14:nvPr/>
            </p14:nvContentPartPr>
            <p14:xfrm>
              <a:off x="8742532" y="4159030"/>
              <a:ext cx="25560" cy="7200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A9F9A832-F60D-7EE6-EAAA-AF00B34CDD8E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8736412" y="4152910"/>
                <a:ext cx="37800" cy="8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08F3813A-A893-0FA3-8F3E-4ECCFD0CDB16}"/>
                  </a:ext>
                </a:extLst>
              </p14:cNvPr>
              <p14:cNvContentPartPr/>
              <p14:nvPr/>
            </p14:nvContentPartPr>
            <p14:xfrm>
              <a:off x="8039092" y="3855910"/>
              <a:ext cx="44280" cy="77112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08F3813A-A893-0FA3-8F3E-4ECCFD0CDB16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8032972" y="3849790"/>
                <a:ext cx="56520" cy="78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C52265A6-6752-6ADC-DB6B-05486AF0AE86}"/>
                  </a:ext>
                </a:extLst>
              </p14:cNvPr>
              <p14:cNvContentPartPr/>
              <p14:nvPr/>
            </p14:nvContentPartPr>
            <p14:xfrm>
              <a:off x="8083372" y="3824230"/>
              <a:ext cx="1182600" cy="9324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C52265A6-6752-6ADC-DB6B-05486AF0AE86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8077252" y="3818110"/>
                <a:ext cx="1194840" cy="10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C72D89E3-9431-273A-7DBF-4AAB54B8AA1F}"/>
                  </a:ext>
                </a:extLst>
              </p14:cNvPr>
              <p14:cNvContentPartPr/>
              <p14:nvPr/>
            </p14:nvContentPartPr>
            <p14:xfrm>
              <a:off x="9282172" y="3876070"/>
              <a:ext cx="39960" cy="79308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C72D89E3-9431-273A-7DBF-4AAB54B8AA1F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9276052" y="3869950"/>
                <a:ext cx="52200" cy="80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E34FF485-F3CA-F68B-C999-990CA69F82CC}"/>
                  </a:ext>
                </a:extLst>
              </p14:cNvPr>
              <p14:cNvContentPartPr/>
              <p14:nvPr/>
            </p14:nvContentPartPr>
            <p14:xfrm>
              <a:off x="8147452" y="4699030"/>
              <a:ext cx="555480" cy="7128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E34FF485-F3CA-F68B-C999-990CA69F82CC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8141332" y="4692910"/>
                <a:ext cx="567720" cy="8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324709D2-A375-F138-67F8-80E609DE3CAA}"/>
                  </a:ext>
                </a:extLst>
              </p14:cNvPr>
              <p14:cNvContentPartPr/>
              <p14:nvPr/>
            </p14:nvContentPartPr>
            <p14:xfrm>
              <a:off x="9323932" y="4772470"/>
              <a:ext cx="26640" cy="67104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324709D2-A375-F138-67F8-80E609DE3CAA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9317812" y="4766350"/>
                <a:ext cx="38880" cy="68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325131B6-4E01-6F30-FDCF-5E51D53AD102}"/>
                  </a:ext>
                </a:extLst>
              </p14:cNvPr>
              <p14:cNvContentPartPr/>
              <p14:nvPr/>
            </p14:nvContentPartPr>
            <p14:xfrm>
              <a:off x="9294412" y="4627390"/>
              <a:ext cx="874080" cy="9756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325131B6-4E01-6F30-FDCF-5E51D53AD102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9288292" y="4621270"/>
                <a:ext cx="886320" cy="10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ABE088B1-6901-EC30-83DE-FDA76DC1726A}"/>
                  </a:ext>
                </a:extLst>
              </p14:cNvPr>
              <p14:cNvContentPartPr/>
              <p14:nvPr/>
            </p14:nvContentPartPr>
            <p14:xfrm>
              <a:off x="9854572" y="4644670"/>
              <a:ext cx="477360" cy="104904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ABE088B1-6901-EC30-83DE-FDA76DC1726A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9848452" y="4638550"/>
                <a:ext cx="489600" cy="106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88E25B5A-DFBE-8954-E3CB-F795C26391CE}"/>
                  </a:ext>
                </a:extLst>
              </p14:cNvPr>
              <p14:cNvContentPartPr/>
              <p14:nvPr/>
            </p14:nvContentPartPr>
            <p14:xfrm>
              <a:off x="10018012" y="5497150"/>
              <a:ext cx="72360" cy="1584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88E25B5A-DFBE-8954-E3CB-F795C26391CE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10011892" y="5491030"/>
                <a:ext cx="84600" cy="28080"/>
              </a:xfrm>
              <a:prstGeom prst="rect">
                <a:avLst/>
              </a:prstGeom>
            </p:spPr>
          </p:pic>
        </mc:Fallback>
      </mc:AlternateContent>
      <p:grpSp>
        <p:nvGrpSpPr>
          <p:cNvPr id="83" name="Group 82">
            <a:extLst>
              <a:ext uri="{FF2B5EF4-FFF2-40B4-BE49-F238E27FC236}">
                <a16:creationId xmlns:a16="http://schemas.microsoft.com/office/drawing/2014/main" id="{A58D365A-D7C3-0C27-234D-6A687723940A}"/>
              </a:ext>
            </a:extLst>
          </p:cNvPr>
          <p:cNvGrpSpPr/>
          <p:nvPr/>
        </p:nvGrpSpPr>
        <p:grpSpPr>
          <a:xfrm>
            <a:off x="10115572" y="4005310"/>
            <a:ext cx="1448280" cy="360360"/>
            <a:chOff x="10115572" y="4005310"/>
            <a:chExt cx="1448280" cy="360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282A068F-FCC8-D1A3-89C8-3F9359AF1F12}"/>
                    </a:ext>
                  </a:extLst>
                </p14:cNvPr>
                <p14:cNvContentPartPr/>
                <p14:nvPr/>
              </p14:nvContentPartPr>
              <p14:xfrm>
                <a:off x="10115572" y="4153630"/>
                <a:ext cx="5400" cy="1530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282A068F-FCC8-D1A3-89C8-3F9359AF1F12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0109452" y="4147510"/>
                  <a:ext cx="1764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25FC6828-3432-2548-2860-60DBBF21281A}"/>
                    </a:ext>
                  </a:extLst>
                </p14:cNvPr>
                <p14:cNvContentPartPr/>
                <p14:nvPr/>
              </p14:nvContentPartPr>
              <p14:xfrm>
                <a:off x="10139692" y="4137070"/>
                <a:ext cx="34200" cy="201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25FC6828-3432-2548-2860-60DBBF21281A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0133572" y="4130950"/>
                  <a:ext cx="4644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77CA7F1E-51AD-42B2-2887-6F4FBF9866CB}"/>
                    </a:ext>
                  </a:extLst>
                </p14:cNvPr>
                <p14:cNvContentPartPr/>
                <p14:nvPr/>
              </p14:nvContentPartPr>
              <p14:xfrm>
                <a:off x="10146892" y="4134910"/>
                <a:ext cx="84600" cy="1483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77CA7F1E-51AD-42B2-2887-6F4FBF9866CB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0140772" y="4128790"/>
                  <a:ext cx="9684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8254C217-C8FF-0755-4030-BE34EDDF2AD9}"/>
                    </a:ext>
                  </a:extLst>
                </p14:cNvPr>
                <p14:cNvContentPartPr/>
                <p14:nvPr/>
              </p14:nvContentPartPr>
              <p14:xfrm>
                <a:off x="10124932" y="4217710"/>
                <a:ext cx="87480" cy="158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8254C217-C8FF-0755-4030-BE34EDDF2AD9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0118812" y="4211590"/>
                  <a:ext cx="9972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7A0281E6-92D1-A033-850C-992E934972E9}"/>
                    </a:ext>
                  </a:extLst>
                </p14:cNvPr>
                <p14:cNvContentPartPr/>
                <p14:nvPr/>
              </p14:nvContentPartPr>
              <p14:xfrm>
                <a:off x="10367572" y="4102510"/>
                <a:ext cx="63000" cy="93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7A0281E6-92D1-A033-850C-992E934972E9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0361452" y="4096390"/>
                  <a:ext cx="7524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C915D367-5B41-8D4D-3419-A5116DCA3F25}"/>
                    </a:ext>
                  </a:extLst>
                </p14:cNvPr>
                <p14:cNvContentPartPr/>
                <p14:nvPr/>
              </p14:nvContentPartPr>
              <p14:xfrm>
                <a:off x="10380172" y="4136350"/>
                <a:ext cx="81720" cy="82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C915D367-5B41-8D4D-3419-A5116DCA3F25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0374052" y="4130230"/>
                  <a:ext cx="9396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21F3CDC9-A0F5-F3A2-3B75-561199A6562D}"/>
                    </a:ext>
                  </a:extLst>
                </p14:cNvPr>
                <p14:cNvContentPartPr/>
                <p14:nvPr/>
              </p14:nvContentPartPr>
              <p14:xfrm>
                <a:off x="10611292" y="4005310"/>
                <a:ext cx="109800" cy="2073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21F3CDC9-A0F5-F3A2-3B75-561199A6562D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0605172" y="3999190"/>
                  <a:ext cx="12204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916E7304-F730-1C52-AD4F-4B68219BB1B2}"/>
                    </a:ext>
                  </a:extLst>
                </p14:cNvPr>
                <p14:cNvContentPartPr/>
                <p14:nvPr/>
              </p14:nvContentPartPr>
              <p14:xfrm>
                <a:off x="10765372" y="4185310"/>
                <a:ext cx="7200" cy="1407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916E7304-F730-1C52-AD4F-4B68219BB1B2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0759252" y="4179190"/>
                  <a:ext cx="1944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D616A137-8776-1A04-4E68-647DC1ED882E}"/>
                    </a:ext>
                  </a:extLst>
                </p14:cNvPr>
                <p14:cNvContentPartPr/>
                <p14:nvPr/>
              </p14:nvContentPartPr>
              <p14:xfrm>
                <a:off x="10738012" y="4205470"/>
                <a:ext cx="157680" cy="1602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D616A137-8776-1A04-4E68-647DC1ED882E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0731892" y="4199350"/>
                  <a:ext cx="16992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F18731AE-FAB5-B4C7-436B-B77969B9ACCD}"/>
                    </a:ext>
                  </a:extLst>
                </p14:cNvPr>
                <p14:cNvContentPartPr/>
                <p14:nvPr/>
              </p14:nvContentPartPr>
              <p14:xfrm>
                <a:off x="10975252" y="4177390"/>
                <a:ext cx="181080" cy="126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F18731AE-FAB5-B4C7-436B-B77969B9ACCD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10969132" y="4171270"/>
                  <a:ext cx="19332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40C13EF1-DF76-1C69-117B-FFA82468A577}"/>
                    </a:ext>
                  </a:extLst>
                </p14:cNvPr>
                <p14:cNvContentPartPr/>
                <p14:nvPr/>
              </p14:nvContentPartPr>
              <p14:xfrm>
                <a:off x="11060212" y="4112590"/>
                <a:ext cx="42840" cy="1504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40C13EF1-DF76-1C69-117B-FFA82468A577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1054092" y="4106470"/>
                  <a:ext cx="5508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EDDC9ADD-0D87-7A90-59EB-CA1F6EFCE9D0}"/>
                    </a:ext>
                  </a:extLst>
                </p14:cNvPr>
                <p14:cNvContentPartPr/>
                <p14:nvPr/>
              </p14:nvContentPartPr>
              <p14:xfrm>
                <a:off x="11238772" y="4051030"/>
                <a:ext cx="117000" cy="16128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EDDC9ADD-0D87-7A90-59EB-CA1F6EFCE9D0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1232652" y="4044910"/>
                  <a:ext cx="12924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F48D79AB-EBD9-8596-38BA-08B7372DCA7D}"/>
                    </a:ext>
                  </a:extLst>
                </p14:cNvPr>
                <p14:cNvContentPartPr/>
                <p14:nvPr/>
              </p14:nvContentPartPr>
              <p14:xfrm>
                <a:off x="11428852" y="4198630"/>
                <a:ext cx="135000" cy="1465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F48D79AB-EBD9-8596-38BA-08B7372DCA7D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1422732" y="4192510"/>
                  <a:ext cx="147240" cy="158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60FFE7AE-3B5B-D773-D96B-3D7ABA83B479}"/>
              </a:ext>
            </a:extLst>
          </p:cNvPr>
          <p:cNvGrpSpPr/>
          <p:nvPr/>
        </p:nvGrpSpPr>
        <p:grpSpPr>
          <a:xfrm>
            <a:off x="7088692" y="524110"/>
            <a:ext cx="2313000" cy="1256760"/>
            <a:chOff x="7088692" y="524110"/>
            <a:chExt cx="2313000" cy="1256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E0DA2248-A0DD-171B-1845-F8707F4175F5}"/>
                    </a:ext>
                  </a:extLst>
                </p14:cNvPr>
                <p14:cNvContentPartPr/>
                <p14:nvPr/>
              </p14:nvContentPartPr>
              <p14:xfrm>
                <a:off x="7523212" y="1190470"/>
                <a:ext cx="135360" cy="972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E0DA2248-A0DD-171B-1845-F8707F4175F5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7517092" y="1184350"/>
                  <a:ext cx="14760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70E0D040-2CFE-3ACE-3A3C-B8F619C9D9FA}"/>
                    </a:ext>
                  </a:extLst>
                </p14:cNvPr>
                <p14:cNvContentPartPr/>
                <p14:nvPr/>
              </p14:nvContentPartPr>
              <p14:xfrm>
                <a:off x="7617172" y="1193350"/>
                <a:ext cx="10440" cy="2973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70E0D040-2CFE-3ACE-3A3C-B8F619C9D9FA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7611052" y="1187230"/>
                  <a:ext cx="22680" cy="3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FDB73A0C-E610-A50E-40D6-5942BA3E603E}"/>
                    </a:ext>
                  </a:extLst>
                </p14:cNvPr>
                <p14:cNvContentPartPr/>
                <p14:nvPr/>
              </p14:nvContentPartPr>
              <p14:xfrm>
                <a:off x="7543012" y="542110"/>
                <a:ext cx="42480" cy="50904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FDB73A0C-E610-A50E-40D6-5942BA3E603E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7536892" y="535990"/>
                  <a:ext cx="54720" cy="52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133458BF-A569-047F-D069-2CA3A219E67C}"/>
                    </a:ext>
                  </a:extLst>
                </p14:cNvPr>
                <p14:cNvContentPartPr/>
                <p14:nvPr/>
              </p14:nvContentPartPr>
              <p14:xfrm>
                <a:off x="7396852" y="1070230"/>
                <a:ext cx="398880" cy="1044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133458BF-A569-047F-D069-2CA3A219E67C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7390732" y="1064110"/>
                  <a:ext cx="41112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CCC14644-B2D5-37A4-A496-711CA640EC30}"/>
                    </a:ext>
                  </a:extLst>
                </p14:cNvPr>
                <p14:cNvContentPartPr/>
                <p14:nvPr/>
              </p14:nvContentPartPr>
              <p14:xfrm>
                <a:off x="7490812" y="524110"/>
                <a:ext cx="1203480" cy="4752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CCC14644-B2D5-37A4-A496-711CA640EC30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7484692" y="517990"/>
                  <a:ext cx="121572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8DC37848-C4F3-0A76-47C2-77D41B1044F8}"/>
                    </a:ext>
                  </a:extLst>
                </p14:cNvPr>
                <p14:cNvContentPartPr/>
                <p14:nvPr/>
              </p14:nvContentPartPr>
              <p14:xfrm>
                <a:off x="8689252" y="562990"/>
                <a:ext cx="19800" cy="140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8DC37848-C4F3-0A76-47C2-77D41B1044F8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8683132" y="556870"/>
                  <a:ext cx="3204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C1606F5E-B92E-020C-D80E-0E735A43D21B}"/>
                    </a:ext>
                  </a:extLst>
                </p14:cNvPr>
                <p14:cNvContentPartPr/>
                <p14:nvPr/>
              </p14:nvContentPartPr>
              <p14:xfrm>
                <a:off x="8698612" y="546070"/>
                <a:ext cx="21960" cy="20988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C1606F5E-B92E-020C-D80E-0E735A43D21B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8692492" y="539950"/>
                  <a:ext cx="3420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943B6925-BAD1-7ED6-C11B-41258B2F4763}"/>
                    </a:ext>
                  </a:extLst>
                </p14:cNvPr>
                <p14:cNvContentPartPr/>
                <p14:nvPr/>
              </p14:nvContentPartPr>
              <p14:xfrm>
                <a:off x="8662972" y="770710"/>
                <a:ext cx="148680" cy="1580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943B6925-BAD1-7ED6-C11B-41258B2F4763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8656852" y="764590"/>
                  <a:ext cx="16092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FFED336A-5600-30E0-20F1-7561AB8ADA5A}"/>
                    </a:ext>
                  </a:extLst>
                </p14:cNvPr>
                <p14:cNvContentPartPr/>
                <p14:nvPr/>
              </p14:nvContentPartPr>
              <p14:xfrm>
                <a:off x="8788972" y="952510"/>
                <a:ext cx="19800" cy="20916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FFED336A-5600-30E0-20F1-7561AB8ADA5A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8782852" y="946390"/>
                  <a:ext cx="3204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3E94560A-4578-D92F-8B49-B451922706B4}"/>
                    </a:ext>
                  </a:extLst>
                </p14:cNvPr>
                <p14:cNvContentPartPr/>
                <p14:nvPr/>
              </p14:nvContentPartPr>
              <p14:xfrm>
                <a:off x="8770972" y="1172470"/>
                <a:ext cx="90720" cy="975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3E94560A-4578-D92F-8B49-B451922706B4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8764852" y="1166350"/>
                  <a:ext cx="10296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D6303C79-FD46-F10D-7E43-1A49D3574A0C}"/>
                    </a:ext>
                  </a:extLst>
                </p14:cNvPr>
                <p14:cNvContentPartPr/>
                <p14:nvPr/>
              </p14:nvContentPartPr>
              <p14:xfrm>
                <a:off x="8797252" y="1319710"/>
                <a:ext cx="16200" cy="1368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D6303C79-FD46-F10D-7E43-1A49D3574A0C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8791132" y="1313590"/>
                  <a:ext cx="2844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515F0551-C57B-832D-0240-6AD8E0184611}"/>
                    </a:ext>
                  </a:extLst>
                </p14:cNvPr>
                <p14:cNvContentPartPr/>
                <p14:nvPr/>
              </p14:nvContentPartPr>
              <p14:xfrm>
                <a:off x="8766652" y="1501510"/>
                <a:ext cx="113400" cy="1206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515F0551-C57B-832D-0240-6AD8E0184611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8760532" y="1495390"/>
                  <a:ext cx="12564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802C96F6-B25E-CC55-47D9-347A7C66E04B}"/>
                    </a:ext>
                  </a:extLst>
                </p14:cNvPr>
                <p14:cNvContentPartPr/>
                <p14:nvPr/>
              </p14:nvContentPartPr>
              <p14:xfrm>
                <a:off x="7585492" y="1514830"/>
                <a:ext cx="1203840" cy="26604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802C96F6-B25E-CC55-47D9-347A7C66E04B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7579372" y="1508710"/>
                  <a:ext cx="121608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E5D77D4F-44C9-DF96-BBB5-AA130D0E32E0}"/>
                    </a:ext>
                  </a:extLst>
                </p14:cNvPr>
                <p14:cNvContentPartPr/>
                <p14:nvPr/>
              </p14:nvContentPartPr>
              <p14:xfrm>
                <a:off x="7088692" y="1056910"/>
                <a:ext cx="111960" cy="1756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E5D77D4F-44C9-DF96-BBB5-AA130D0E32E0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7082572" y="1050790"/>
                  <a:ext cx="12420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3A6A5C43-7EB6-3BF9-F094-19C644D2490F}"/>
                    </a:ext>
                  </a:extLst>
                </p14:cNvPr>
                <p14:cNvContentPartPr/>
                <p14:nvPr/>
              </p14:nvContentPartPr>
              <p14:xfrm>
                <a:off x="7251772" y="1145470"/>
                <a:ext cx="40680" cy="12744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3A6A5C43-7EB6-3BF9-F094-19C644D2490F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7245652" y="1139350"/>
                  <a:ext cx="5292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C550A09F-9622-FDEE-0D18-082EE34942CD}"/>
                    </a:ext>
                  </a:extLst>
                </p14:cNvPr>
                <p14:cNvContentPartPr/>
                <p14:nvPr/>
              </p14:nvContentPartPr>
              <p14:xfrm>
                <a:off x="7271932" y="1129630"/>
                <a:ext cx="94320" cy="5724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C550A09F-9622-FDEE-0D18-082EE34942CD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7265812" y="1123510"/>
                  <a:ext cx="10656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2A6EBB81-941D-AE57-5435-CEE2DCC05B36}"/>
                    </a:ext>
                  </a:extLst>
                </p14:cNvPr>
                <p14:cNvContentPartPr/>
                <p14:nvPr/>
              </p14:nvContentPartPr>
              <p14:xfrm>
                <a:off x="7265812" y="1151230"/>
                <a:ext cx="93240" cy="716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2A6EBB81-941D-AE57-5435-CEE2DCC05B36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7259692" y="1145110"/>
                  <a:ext cx="10548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2DBCEA51-1FD2-6824-B59A-CE1EE9A3802B}"/>
                    </a:ext>
                  </a:extLst>
                </p14:cNvPr>
                <p14:cNvContentPartPr/>
                <p14:nvPr/>
              </p14:nvContentPartPr>
              <p14:xfrm>
                <a:off x="8914612" y="729310"/>
                <a:ext cx="123480" cy="1656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2DBCEA51-1FD2-6824-B59A-CE1EE9A3802B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8908492" y="723190"/>
                  <a:ext cx="13572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618B085E-499A-E171-03EE-D0D5BB2507DC}"/>
                    </a:ext>
                  </a:extLst>
                </p14:cNvPr>
                <p14:cNvContentPartPr/>
                <p14:nvPr/>
              </p14:nvContentPartPr>
              <p14:xfrm>
                <a:off x="9107212" y="827950"/>
                <a:ext cx="75600" cy="7560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618B085E-499A-E171-03EE-D0D5BB2507DC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9101092" y="821830"/>
                  <a:ext cx="8784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EFB39FCD-94F0-0569-230B-6DF2B6E3BB22}"/>
                    </a:ext>
                  </a:extLst>
                </p14:cNvPr>
                <p14:cNvContentPartPr/>
                <p14:nvPr/>
              </p14:nvContentPartPr>
              <p14:xfrm>
                <a:off x="9111892" y="771430"/>
                <a:ext cx="129960" cy="1119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EFB39FCD-94F0-0569-230B-6DF2B6E3BB22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9105772" y="765310"/>
                  <a:ext cx="14220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284EE9F9-F898-804C-EF95-3C72E975A640}"/>
                    </a:ext>
                  </a:extLst>
                </p14:cNvPr>
                <p14:cNvContentPartPr/>
                <p14:nvPr/>
              </p14:nvContentPartPr>
              <p14:xfrm>
                <a:off x="8981212" y="1160230"/>
                <a:ext cx="111600" cy="10080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284EE9F9-F898-804C-EF95-3C72E975A640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8975092" y="1154110"/>
                  <a:ext cx="12384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FE9F200B-DF4F-40EB-365E-B61FA519CE56}"/>
                    </a:ext>
                  </a:extLst>
                </p14:cNvPr>
                <p14:cNvContentPartPr/>
                <p14:nvPr/>
              </p14:nvContentPartPr>
              <p14:xfrm>
                <a:off x="9222052" y="1267150"/>
                <a:ext cx="2520" cy="252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FE9F200B-DF4F-40EB-365E-B61FA519CE56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9215932" y="1261030"/>
                  <a:ext cx="14760" cy="1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E8914F18-47D9-93DA-09DF-D3D2FC94D415}"/>
                    </a:ext>
                  </a:extLst>
                </p14:cNvPr>
                <p14:cNvContentPartPr/>
                <p14:nvPr/>
              </p14:nvContentPartPr>
              <p14:xfrm>
                <a:off x="9181732" y="1211350"/>
                <a:ext cx="60120" cy="6444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E8914F18-47D9-93DA-09DF-D3D2FC94D415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9175612" y="1205230"/>
                  <a:ext cx="7236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9CA4176D-BB28-4147-85E7-6658A5AFDD94}"/>
                    </a:ext>
                  </a:extLst>
                </p14:cNvPr>
                <p14:cNvContentPartPr/>
                <p14:nvPr/>
              </p14:nvContentPartPr>
              <p14:xfrm>
                <a:off x="9101092" y="1502590"/>
                <a:ext cx="108000" cy="13680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9CA4176D-BB28-4147-85E7-6658A5AFDD94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9094972" y="1496470"/>
                  <a:ext cx="12024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8BC19C10-8F6A-DDEB-66FF-7F1EAC00A878}"/>
                    </a:ext>
                  </a:extLst>
                </p14:cNvPr>
                <p14:cNvContentPartPr/>
                <p14:nvPr/>
              </p14:nvContentPartPr>
              <p14:xfrm>
                <a:off x="9287932" y="1604470"/>
                <a:ext cx="82440" cy="10188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8BC19C10-8F6A-DDEB-66FF-7F1EAC00A878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9281812" y="1598350"/>
                  <a:ext cx="9468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75BDE6BE-07E4-D6BA-26F9-8697E82767FF}"/>
                    </a:ext>
                  </a:extLst>
                </p14:cNvPr>
                <p14:cNvContentPartPr/>
                <p14:nvPr/>
              </p14:nvContentPartPr>
              <p14:xfrm>
                <a:off x="9274252" y="1601230"/>
                <a:ext cx="127440" cy="16236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75BDE6BE-07E4-D6BA-26F9-8697E82767FF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9268132" y="1595110"/>
                  <a:ext cx="13968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D5178AF1-50B1-BD2F-0AA6-63B87F2D7E21}"/>
                    </a:ext>
                  </a:extLst>
                </p14:cNvPr>
                <p14:cNvContentPartPr/>
                <p14:nvPr/>
              </p14:nvContentPartPr>
              <p14:xfrm>
                <a:off x="8334652" y="889870"/>
                <a:ext cx="102240" cy="13320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D5178AF1-50B1-BD2F-0AA6-63B87F2D7E21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8328532" y="883750"/>
                  <a:ext cx="11448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3A46C128-405E-841E-126B-F9A8717A080D}"/>
                    </a:ext>
                  </a:extLst>
                </p14:cNvPr>
                <p14:cNvContentPartPr/>
                <p14:nvPr/>
              </p14:nvContentPartPr>
              <p14:xfrm>
                <a:off x="8307292" y="830470"/>
                <a:ext cx="177840" cy="9216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3A46C128-405E-841E-126B-F9A8717A080D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8301172" y="824350"/>
                  <a:ext cx="19008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061836E6-A161-733E-5894-88B4A49AE22B}"/>
                    </a:ext>
                  </a:extLst>
                </p14:cNvPr>
                <p14:cNvContentPartPr/>
                <p14:nvPr/>
              </p14:nvContentPartPr>
              <p14:xfrm>
                <a:off x="8509252" y="880870"/>
                <a:ext cx="51120" cy="5436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061836E6-A161-733E-5894-88B4A49AE22B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8503132" y="874750"/>
                  <a:ext cx="6336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BDC0DD55-B113-DAA7-49A8-BD8A270E736A}"/>
                    </a:ext>
                  </a:extLst>
                </p14:cNvPr>
                <p14:cNvContentPartPr/>
                <p14:nvPr/>
              </p14:nvContentPartPr>
              <p14:xfrm>
                <a:off x="8510692" y="833710"/>
                <a:ext cx="82440" cy="11376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BDC0DD55-B113-DAA7-49A8-BD8A270E736A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8504572" y="827590"/>
                  <a:ext cx="9468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89BB1791-0068-11BC-3FA6-296B5C6FCDFF}"/>
                    </a:ext>
                  </a:extLst>
                </p14:cNvPr>
                <p14:cNvContentPartPr/>
                <p14:nvPr/>
              </p14:nvContentPartPr>
              <p14:xfrm>
                <a:off x="8452732" y="1189750"/>
                <a:ext cx="74880" cy="12240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89BB1791-0068-11BC-3FA6-296B5C6FCDFF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8446612" y="1183630"/>
                  <a:ext cx="8712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72F4B91A-2E3A-B4CE-67B4-1F763E93E88B}"/>
                    </a:ext>
                  </a:extLst>
                </p14:cNvPr>
                <p14:cNvContentPartPr/>
                <p14:nvPr/>
              </p14:nvContentPartPr>
              <p14:xfrm>
                <a:off x="8432572" y="1159870"/>
                <a:ext cx="112320" cy="972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72F4B91A-2E3A-B4CE-67B4-1F763E93E88B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8426452" y="1153750"/>
                  <a:ext cx="12456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0EFB1B89-5C20-2300-5EA5-9C1469397AA5}"/>
                    </a:ext>
                  </a:extLst>
                </p14:cNvPr>
                <p14:cNvContentPartPr/>
                <p14:nvPr/>
              </p14:nvContentPartPr>
              <p14:xfrm>
                <a:off x="8599612" y="1212430"/>
                <a:ext cx="76320" cy="7092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0EFB1B89-5C20-2300-5EA5-9C1469397AA5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8593492" y="1206310"/>
                  <a:ext cx="8856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5BFBCFF9-BC69-D70A-CB07-E126B17641D0}"/>
                    </a:ext>
                  </a:extLst>
                </p14:cNvPr>
                <p14:cNvContentPartPr/>
                <p14:nvPr/>
              </p14:nvContentPartPr>
              <p14:xfrm>
                <a:off x="8497012" y="1565590"/>
                <a:ext cx="74880" cy="9036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5BFBCFF9-BC69-D70A-CB07-E126B17641D0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8490892" y="1559470"/>
                  <a:ext cx="8712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EA76A6F1-2970-F2D6-EF82-1C2FC0694EED}"/>
                    </a:ext>
                  </a:extLst>
                </p14:cNvPr>
                <p14:cNvContentPartPr/>
                <p14:nvPr/>
              </p14:nvContentPartPr>
              <p14:xfrm>
                <a:off x="8493412" y="1512310"/>
                <a:ext cx="117720" cy="10980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EA76A6F1-2970-F2D6-EF82-1C2FC0694EED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8487292" y="1506190"/>
                  <a:ext cx="12996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F8D45927-062C-1BE3-B738-EC243F0DCDA5}"/>
                    </a:ext>
                  </a:extLst>
                </p14:cNvPr>
                <p14:cNvContentPartPr/>
                <p14:nvPr/>
              </p14:nvContentPartPr>
              <p14:xfrm>
                <a:off x="8648932" y="1567390"/>
                <a:ext cx="43560" cy="6192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F8D45927-062C-1BE3-B738-EC243F0DCDA5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8642812" y="1561270"/>
                  <a:ext cx="5580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FD91DE90-BF6E-FCC0-C965-67E2B9A8B852}"/>
                    </a:ext>
                  </a:extLst>
                </p14:cNvPr>
                <p14:cNvContentPartPr/>
                <p14:nvPr/>
              </p14:nvContentPartPr>
              <p14:xfrm>
                <a:off x="8643892" y="1540390"/>
                <a:ext cx="61560" cy="9000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FD91DE90-BF6E-FCC0-C965-67E2B9A8B852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8637772" y="1534270"/>
                  <a:ext cx="73800" cy="102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950ACF14-B515-B402-B354-9B80FA199F1F}"/>
              </a:ext>
            </a:extLst>
          </p:cNvPr>
          <p:cNvGrpSpPr/>
          <p:nvPr/>
        </p:nvGrpSpPr>
        <p:grpSpPr>
          <a:xfrm>
            <a:off x="9562252" y="1017310"/>
            <a:ext cx="1998000" cy="463320"/>
            <a:chOff x="9562252" y="1017310"/>
            <a:chExt cx="1998000" cy="463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2879C4A7-0A7E-4710-C5FE-8DD82DC1F062}"/>
                    </a:ext>
                  </a:extLst>
                </p14:cNvPr>
                <p14:cNvContentPartPr/>
                <p14:nvPr/>
              </p14:nvContentPartPr>
              <p14:xfrm>
                <a:off x="9562252" y="1171750"/>
                <a:ext cx="133560" cy="19368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2879C4A7-0A7E-4710-C5FE-8DD82DC1F062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9556132" y="1165630"/>
                  <a:ext cx="14580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EABAEFA8-8519-6452-7FD1-D58072CF9CA8}"/>
                    </a:ext>
                  </a:extLst>
                </p14:cNvPr>
                <p14:cNvContentPartPr/>
                <p14:nvPr/>
              </p14:nvContentPartPr>
              <p14:xfrm>
                <a:off x="9786172" y="1306030"/>
                <a:ext cx="14400" cy="17460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EABAEFA8-8519-6452-7FD1-D58072CF9CA8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9780052" y="1299910"/>
                  <a:ext cx="2664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0828C426-7256-9AE6-7D5E-66F6F954E3C1}"/>
                    </a:ext>
                  </a:extLst>
                </p14:cNvPr>
                <p14:cNvContentPartPr/>
                <p14:nvPr/>
              </p14:nvContentPartPr>
              <p14:xfrm>
                <a:off x="9823612" y="1338430"/>
                <a:ext cx="71640" cy="7272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0828C426-7256-9AE6-7D5E-66F6F954E3C1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9817492" y="1332310"/>
                  <a:ext cx="8388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8ABF69B6-DD1B-B2F1-4AB7-2406F3CF7C54}"/>
                    </a:ext>
                  </a:extLst>
                </p14:cNvPr>
                <p14:cNvContentPartPr/>
                <p14:nvPr/>
              </p14:nvContentPartPr>
              <p14:xfrm>
                <a:off x="9810652" y="1356790"/>
                <a:ext cx="85320" cy="4788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8ABF69B6-DD1B-B2F1-4AB7-2406F3CF7C54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9804532" y="1350670"/>
                  <a:ext cx="9756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56D504DC-5ADA-FA06-D437-717A79E931EF}"/>
                    </a:ext>
                  </a:extLst>
                </p14:cNvPr>
                <p14:cNvContentPartPr/>
                <p14:nvPr/>
              </p14:nvContentPartPr>
              <p14:xfrm>
                <a:off x="9973012" y="1250950"/>
                <a:ext cx="115200" cy="8100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56D504DC-5ADA-FA06-D437-717A79E931EF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9966892" y="1244830"/>
                  <a:ext cx="12744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D1DFDAC2-DAC8-C3D1-3260-48359725458B}"/>
                    </a:ext>
                  </a:extLst>
                </p14:cNvPr>
                <p14:cNvContentPartPr/>
                <p14:nvPr/>
              </p14:nvContentPartPr>
              <p14:xfrm>
                <a:off x="10208812" y="1141150"/>
                <a:ext cx="134280" cy="14508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D1DFDAC2-DAC8-C3D1-3260-48359725458B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10202692" y="1135030"/>
                  <a:ext cx="14652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447B5205-FD35-DDCF-251A-2EFEFA1BD61B}"/>
                    </a:ext>
                  </a:extLst>
                </p14:cNvPr>
                <p14:cNvContentPartPr/>
                <p14:nvPr/>
              </p14:nvContentPartPr>
              <p14:xfrm>
                <a:off x="10414732" y="1260310"/>
                <a:ext cx="64800" cy="13716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447B5205-FD35-DDCF-251A-2EFEFA1BD61B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10408612" y="1254190"/>
                  <a:ext cx="7704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92833164-ABEA-137B-3EB3-391D827B95AA}"/>
                    </a:ext>
                  </a:extLst>
                </p14:cNvPr>
                <p14:cNvContentPartPr/>
                <p14:nvPr/>
              </p14:nvContentPartPr>
              <p14:xfrm>
                <a:off x="10427332" y="1241590"/>
                <a:ext cx="97920" cy="16128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92833164-ABEA-137B-3EB3-391D827B95AA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10420852" y="1235470"/>
                  <a:ext cx="11016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A66107D7-3F7E-34A4-8FF9-7D7EBCFE31C8}"/>
                    </a:ext>
                  </a:extLst>
                </p14:cNvPr>
                <p14:cNvContentPartPr/>
                <p14:nvPr/>
              </p14:nvContentPartPr>
              <p14:xfrm>
                <a:off x="10558372" y="1206310"/>
                <a:ext cx="119520" cy="3348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A66107D7-3F7E-34A4-8FF9-7D7EBCFE31C8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10552252" y="1200190"/>
                  <a:ext cx="13176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49848AA5-3550-953C-65B0-332557E630CE}"/>
                    </a:ext>
                  </a:extLst>
                </p14:cNvPr>
                <p14:cNvContentPartPr/>
                <p14:nvPr/>
              </p14:nvContentPartPr>
              <p14:xfrm>
                <a:off x="10621732" y="1138270"/>
                <a:ext cx="56520" cy="14832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49848AA5-3550-953C-65B0-332557E630CE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10615612" y="1132150"/>
                  <a:ext cx="6876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B0FD0F3E-1BDA-59EB-8B22-300AC94D3BCD}"/>
                    </a:ext>
                  </a:extLst>
                </p14:cNvPr>
                <p14:cNvContentPartPr/>
                <p14:nvPr/>
              </p14:nvContentPartPr>
              <p14:xfrm>
                <a:off x="10702732" y="1126030"/>
                <a:ext cx="126000" cy="11196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B0FD0F3E-1BDA-59EB-8B22-300AC94D3BCD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10696612" y="1119910"/>
                  <a:ext cx="13824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16250AC6-484A-2585-7457-3A789CA79A8D}"/>
                    </a:ext>
                  </a:extLst>
                </p14:cNvPr>
                <p14:cNvContentPartPr/>
                <p14:nvPr/>
              </p14:nvContentPartPr>
              <p14:xfrm>
                <a:off x="10867972" y="1144390"/>
                <a:ext cx="327600" cy="14868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16250AC6-484A-2585-7457-3A789CA79A8D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10861852" y="1138270"/>
                  <a:ext cx="33984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36225D78-DEA7-5AA7-8403-4AEC59F14DE6}"/>
                    </a:ext>
                  </a:extLst>
                </p14:cNvPr>
                <p14:cNvContentPartPr/>
                <p14:nvPr/>
              </p14:nvContentPartPr>
              <p14:xfrm>
                <a:off x="11090812" y="1110550"/>
                <a:ext cx="72360" cy="15732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36225D78-DEA7-5AA7-8403-4AEC59F14DE6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11084692" y="1104430"/>
                  <a:ext cx="8460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8FEE33A4-5142-BC8B-BE04-0F92566E96B5}"/>
                    </a:ext>
                  </a:extLst>
                </p14:cNvPr>
                <p14:cNvContentPartPr/>
                <p14:nvPr/>
              </p14:nvContentPartPr>
              <p14:xfrm>
                <a:off x="11208892" y="1017310"/>
                <a:ext cx="188640" cy="15408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8FEE33A4-5142-BC8B-BE04-0F92566E96B5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11202772" y="1011190"/>
                  <a:ext cx="20088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EC8519CD-E147-60F6-D624-97CD70D6A60E}"/>
                    </a:ext>
                  </a:extLst>
                </p14:cNvPr>
                <p14:cNvContentPartPr/>
                <p14:nvPr/>
              </p14:nvContentPartPr>
              <p14:xfrm>
                <a:off x="11473852" y="1125310"/>
                <a:ext cx="27360" cy="14976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EC8519CD-E147-60F6-D624-97CD70D6A60E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11467732" y="1119190"/>
                  <a:ext cx="3960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E5318E94-1805-142F-37D0-5FDCBF3CE633}"/>
                    </a:ext>
                  </a:extLst>
                </p14:cNvPr>
                <p14:cNvContentPartPr/>
                <p14:nvPr/>
              </p14:nvContentPartPr>
              <p14:xfrm>
                <a:off x="11445412" y="1183990"/>
                <a:ext cx="114840" cy="10116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E5318E94-1805-142F-37D0-5FDCBF3CE633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11439292" y="1177870"/>
                  <a:ext cx="127080" cy="113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29891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820B0-591A-19F6-0787-53795FCD7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ECC89-0D20-03CF-BC62-55F8BE8E6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 of circuit analysis - KVL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E1F944-F979-F5CE-D72B-287C855943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15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6" name="Picture 5" descr="A text on a page&#10;&#10;Description automatically generated">
            <a:extLst>
              <a:ext uri="{FF2B5EF4-FFF2-40B4-BE49-F238E27FC236}">
                <a16:creationId xmlns:a16="http://schemas.microsoft.com/office/drawing/2014/main" id="{A6BE491E-6335-E8A1-341B-91F7CC1830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011" y="1248519"/>
            <a:ext cx="5616427" cy="4511431"/>
          </a:xfrm>
          <a:prstGeom prst="rect">
            <a:avLst/>
          </a:prstGeom>
        </p:spPr>
      </p:pic>
      <p:pic>
        <p:nvPicPr>
          <p:cNvPr id="8" name="Picture 7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854EA37A-8CA8-A02B-389E-DC67B9E94A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091" y="664319"/>
            <a:ext cx="3316747" cy="584200"/>
          </a:xfrm>
          <a:prstGeom prst="rect">
            <a:avLst/>
          </a:prstGeom>
        </p:spPr>
      </p:pic>
      <p:pic>
        <p:nvPicPr>
          <p:cNvPr id="10" name="Picture 9" descr="A diagram of a loop&#10;&#10;Description automatically generated">
            <a:extLst>
              <a:ext uri="{FF2B5EF4-FFF2-40B4-BE49-F238E27FC236}">
                <a16:creationId xmlns:a16="http://schemas.microsoft.com/office/drawing/2014/main" id="{79D96C33-D169-988E-FC57-26A894AE4B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7678" y="1855809"/>
            <a:ext cx="4528080" cy="190017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3C9A29EA-E0E2-C7AA-C4A2-4C15A678E639}"/>
                  </a:ext>
                </a:extLst>
              </p14:cNvPr>
              <p14:cNvContentPartPr/>
              <p14:nvPr/>
            </p14:nvContentPartPr>
            <p14:xfrm>
              <a:off x="9917212" y="3975430"/>
              <a:ext cx="129960" cy="17856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3C9A29EA-E0E2-C7AA-C4A2-4C15A678E63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911109" y="3969310"/>
                <a:ext cx="142166" cy="190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64" name="Group 163">
            <a:extLst>
              <a:ext uri="{FF2B5EF4-FFF2-40B4-BE49-F238E27FC236}">
                <a16:creationId xmlns:a16="http://schemas.microsoft.com/office/drawing/2014/main" id="{A0D87A96-1617-4C0A-03FC-C71D1FB87066}"/>
              </a:ext>
            </a:extLst>
          </p:cNvPr>
          <p:cNvGrpSpPr/>
          <p:nvPr/>
        </p:nvGrpSpPr>
        <p:grpSpPr>
          <a:xfrm>
            <a:off x="5662095" y="4033805"/>
            <a:ext cx="4833000" cy="2701800"/>
            <a:chOff x="5662095" y="4033805"/>
            <a:chExt cx="4833000" cy="2701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2BACA4B-C51B-5750-2CB9-B0AFB852D963}"/>
                    </a:ext>
                  </a:extLst>
                </p14:cNvPr>
                <p14:cNvContentPartPr/>
                <p14:nvPr/>
              </p14:nvContentPartPr>
              <p14:xfrm>
                <a:off x="8362095" y="4492805"/>
                <a:ext cx="42120" cy="4892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2BACA4B-C51B-5750-2CB9-B0AFB852D963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344095" y="4475165"/>
                  <a:ext cx="77760" cy="52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2921CD5-3377-8C71-B4E1-57F510FD039F}"/>
                    </a:ext>
                  </a:extLst>
                </p14:cNvPr>
                <p14:cNvContentPartPr/>
                <p14:nvPr/>
              </p14:nvContentPartPr>
              <p14:xfrm>
                <a:off x="8359215" y="5007245"/>
                <a:ext cx="156960" cy="7869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2921CD5-3377-8C71-B4E1-57F510FD039F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341575" y="4989605"/>
                  <a:ext cx="192600" cy="82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428CF75-BB69-3DA8-C814-3700E23BA4C2}"/>
                    </a:ext>
                  </a:extLst>
                </p14:cNvPr>
                <p14:cNvContentPartPr/>
                <p14:nvPr/>
              </p14:nvContentPartPr>
              <p14:xfrm>
                <a:off x="8315655" y="4527365"/>
                <a:ext cx="486000" cy="259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E428CF75-BB69-3DA8-C814-3700E23BA4C2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297655" y="4509365"/>
                  <a:ext cx="52164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0D89984B-EDF0-6369-50AF-A195F7A9366F}"/>
                    </a:ext>
                  </a:extLst>
                </p14:cNvPr>
                <p14:cNvContentPartPr/>
                <p14:nvPr/>
              </p14:nvContentPartPr>
              <p14:xfrm>
                <a:off x="8850615" y="4431965"/>
                <a:ext cx="369360" cy="1771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0D89984B-EDF0-6369-50AF-A195F7A9366F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832975" y="4414325"/>
                  <a:ext cx="40500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CF17C7D5-8256-EE27-994C-6E1E33030DBF}"/>
                    </a:ext>
                  </a:extLst>
                </p14:cNvPr>
                <p14:cNvContentPartPr/>
                <p14:nvPr/>
              </p14:nvContentPartPr>
              <p14:xfrm>
                <a:off x="9211695" y="4539245"/>
                <a:ext cx="573840" cy="806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CF17C7D5-8256-EE27-994C-6E1E33030DBF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193695" y="4521605"/>
                  <a:ext cx="60948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F5F1F6B-8728-F12F-D716-69744D60AAFB}"/>
                    </a:ext>
                  </a:extLst>
                </p14:cNvPr>
                <p14:cNvContentPartPr/>
                <p14:nvPr/>
              </p14:nvContentPartPr>
              <p14:xfrm>
                <a:off x="9810015" y="4543925"/>
                <a:ext cx="101880" cy="5223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F5F1F6B-8728-F12F-D716-69744D60AAFB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792375" y="4526285"/>
                  <a:ext cx="137520" cy="55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7D3C02F6-26CE-3D64-DC89-8BAD3FF4ADE0}"/>
                    </a:ext>
                  </a:extLst>
                </p14:cNvPr>
                <p14:cNvContentPartPr/>
                <p14:nvPr/>
              </p14:nvContentPartPr>
              <p14:xfrm>
                <a:off x="9865455" y="5068085"/>
                <a:ext cx="123480" cy="2941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7D3C02F6-26CE-3D64-DC89-8BAD3FF4ADE0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9847815" y="5050445"/>
                  <a:ext cx="159120" cy="32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77054BF6-E9D4-4D8C-4FC4-EADF061A48F5}"/>
                    </a:ext>
                  </a:extLst>
                </p14:cNvPr>
                <p14:cNvContentPartPr/>
                <p14:nvPr/>
              </p14:nvContentPartPr>
              <p14:xfrm>
                <a:off x="9971295" y="5365445"/>
                <a:ext cx="53280" cy="3783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77054BF6-E9D4-4D8C-4FC4-EADF061A48F5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9953655" y="5347445"/>
                  <a:ext cx="88920" cy="41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6CE5FB43-FD48-2253-79CD-08318A2D00C8}"/>
                    </a:ext>
                  </a:extLst>
                </p14:cNvPr>
                <p14:cNvContentPartPr/>
                <p14:nvPr/>
              </p14:nvContentPartPr>
              <p14:xfrm>
                <a:off x="8480175" y="5765765"/>
                <a:ext cx="1551600" cy="756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6CE5FB43-FD48-2253-79CD-08318A2D00C8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462175" y="5747765"/>
                  <a:ext cx="158724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2F8D33C3-762B-D973-DACA-1C38F79D5F6D}"/>
                    </a:ext>
                  </a:extLst>
                </p14:cNvPr>
                <p14:cNvContentPartPr/>
                <p14:nvPr/>
              </p14:nvContentPartPr>
              <p14:xfrm>
                <a:off x="7827135" y="4995725"/>
                <a:ext cx="208440" cy="2624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2F8D33C3-762B-D973-DACA-1C38F79D5F6D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809135" y="4978085"/>
                  <a:ext cx="24408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7DB2D74E-1056-EF31-23E1-0E641BDDA742}"/>
                    </a:ext>
                  </a:extLst>
                </p14:cNvPr>
                <p14:cNvContentPartPr/>
                <p14:nvPr/>
              </p14:nvContentPartPr>
              <p14:xfrm>
                <a:off x="8135655" y="5173925"/>
                <a:ext cx="15480" cy="2538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7DB2D74E-1056-EF31-23E1-0E641BDDA742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8118015" y="5155925"/>
                  <a:ext cx="5112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4C60D920-C13F-95B4-CBA4-76026BA3D781}"/>
                    </a:ext>
                  </a:extLst>
                </p14:cNvPr>
                <p14:cNvContentPartPr/>
                <p14:nvPr/>
              </p14:nvContentPartPr>
              <p14:xfrm>
                <a:off x="8138175" y="5165285"/>
                <a:ext cx="118080" cy="1296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4C60D920-C13F-95B4-CBA4-76026BA3D781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120535" y="5147645"/>
                  <a:ext cx="15372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396F3BA0-EF51-5F43-E9B4-5599AC1DDFA5}"/>
                    </a:ext>
                  </a:extLst>
                </p14:cNvPr>
                <p14:cNvContentPartPr/>
                <p14:nvPr/>
              </p14:nvContentPartPr>
              <p14:xfrm>
                <a:off x="8169495" y="5220365"/>
                <a:ext cx="76680" cy="601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396F3BA0-EF51-5F43-E9B4-5599AC1DDFA5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151495" y="5202365"/>
                  <a:ext cx="11232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A6B8A361-024E-858E-F781-9D4E23BDF7D1}"/>
                    </a:ext>
                  </a:extLst>
                </p14:cNvPr>
                <p14:cNvContentPartPr/>
                <p14:nvPr/>
              </p14:nvContentPartPr>
              <p14:xfrm>
                <a:off x="8798415" y="4033805"/>
                <a:ext cx="177480" cy="2530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A6B8A361-024E-858E-F781-9D4E23BDF7D1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780415" y="4015805"/>
                  <a:ext cx="21312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14BA6F81-9770-FD09-BEE7-8A6C06AA1543}"/>
                    </a:ext>
                  </a:extLst>
                </p14:cNvPr>
                <p14:cNvContentPartPr/>
                <p14:nvPr/>
              </p14:nvContentPartPr>
              <p14:xfrm>
                <a:off x="9060135" y="4215605"/>
                <a:ext cx="37440" cy="1591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14BA6F81-9770-FD09-BEE7-8A6C06AA1543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042135" y="4197605"/>
                  <a:ext cx="7308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FD9C5D39-16B8-B400-CF18-9E6FBE9977B2}"/>
                    </a:ext>
                  </a:extLst>
                </p14:cNvPr>
                <p14:cNvContentPartPr/>
                <p14:nvPr/>
              </p14:nvContentPartPr>
              <p14:xfrm>
                <a:off x="9064095" y="4177085"/>
                <a:ext cx="142200" cy="1656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FD9C5D39-16B8-B400-CF18-9E6FBE9977B2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046455" y="4159085"/>
                  <a:ext cx="17784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BE3B4D2F-A121-A250-3D73-6D719881C26E}"/>
                    </a:ext>
                  </a:extLst>
                </p14:cNvPr>
                <p14:cNvContentPartPr/>
                <p14:nvPr/>
              </p14:nvContentPartPr>
              <p14:xfrm>
                <a:off x="10143375" y="5004365"/>
                <a:ext cx="186120" cy="2361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BE3B4D2F-A121-A250-3D73-6D719881C26E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0125375" y="4986725"/>
                  <a:ext cx="22176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1B2F9C28-EFD4-762D-48CC-3830D59D26CC}"/>
                    </a:ext>
                  </a:extLst>
                </p14:cNvPr>
                <p14:cNvContentPartPr/>
                <p14:nvPr/>
              </p14:nvContentPartPr>
              <p14:xfrm>
                <a:off x="10369095" y="5215685"/>
                <a:ext cx="126000" cy="1580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1B2F9C28-EFD4-762D-48CC-3830D59D26CC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0351095" y="5197685"/>
                  <a:ext cx="16164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06914A5F-67BF-EF6D-DBE1-9BB909EE2E6C}"/>
                    </a:ext>
                  </a:extLst>
                </p14:cNvPr>
                <p14:cNvContentPartPr/>
                <p14:nvPr/>
              </p14:nvContentPartPr>
              <p14:xfrm>
                <a:off x="6297855" y="5491805"/>
                <a:ext cx="129600" cy="60300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06914A5F-67BF-EF6D-DBE1-9BB909EE2E6C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6280215" y="5473805"/>
                  <a:ext cx="165240" cy="63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C0A58FA3-AE66-ABC5-0AC6-DD7F90292B5A}"/>
                    </a:ext>
                  </a:extLst>
                </p14:cNvPr>
                <p14:cNvContentPartPr/>
                <p14:nvPr/>
              </p14:nvContentPartPr>
              <p14:xfrm>
                <a:off x="6150975" y="6051965"/>
                <a:ext cx="459000" cy="918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C0A58FA3-AE66-ABC5-0AC6-DD7F90292B5A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6133335" y="6033965"/>
                  <a:ext cx="49464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8B8474F5-91F7-5754-40D4-3631F40DE5B4}"/>
                    </a:ext>
                  </a:extLst>
                </p14:cNvPr>
                <p14:cNvContentPartPr/>
                <p14:nvPr/>
              </p14:nvContentPartPr>
              <p14:xfrm>
                <a:off x="6378495" y="6223325"/>
                <a:ext cx="142560" cy="3204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8B8474F5-91F7-5754-40D4-3631F40DE5B4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6360495" y="6205685"/>
                  <a:ext cx="17820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A4E1FC7B-52FD-51DE-063C-B46F9B0DD772}"/>
                    </a:ext>
                  </a:extLst>
                </p14:cNvPr>
                <p14:cNvContentPartPr/>
                <p14:nvPr/>
              </p14:nvContentPartPr>
              <p14:xfrm>
                <a:off x="6470295" y="6262565"/>
                <a:ext cx="46800" cy="34812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A4E1FC7B-52FD-51DE-063C-B46F9B0DD772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6452295" y="6244925"/>
                  <a:ext cx="82440" cy="38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97DD2C1B-C63D-0154-61D0-350EBEB648AD}"/>
                    </a:ext>
                  </a:extLst>
                </p14:cNvPr>
                <p14:cNvContentPartPr/>
                <p14:nvPr/>
              </p14:nvContentPartPr>
              <p14:xfrm>
                <a:off x="6281295" y="5524565"/>
                <a:ext cx="427320" cy="4788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97DD2C1B-C63D-0154-61D0-350EBEB648AD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6263655" y="5506565"/>
                  <a:ext cx="46296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6FA73295-F852-E407-3402-1E9DCBC713AF}"/>
                    </a:ext>
                  </a:extLst>
                </p14:cNvPr>
                <p14:cNvContentPartPr/>
                <p14:nvPr/>
              </p14:nvContentPartPr>
              <p14:xfrm>
                <a:off x="6691695" y="5367965"/>
                <a:ext cx="396000" cy="16596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6FA73295-F852-E407-3402-1E9DCBC713AF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6673695" y="5350325"/>
                  <a:ext cx="43164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261961D9-9F2B-00F8-C195-1AB22C9975F2}"/>
                    </a:ext>
                  </a:extLst>
                </p14:cNvPr>
                <p14:cNvContentPartPr/>
                <p14:nvPr/>
              </p14:nvContentPartPr>
              <p14:xfrm>
                <a:off x="7099935" y="5470925"/>
                <a:ext cx="446760" cy="4428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261961D9-9F2B-00F8-C195-1AB22C9975F2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7082295" y="5452925"/>
                  <a:ext cx="48240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82B798D6-9824-5D18-5D32-A70428FC477F}"/>
                    </a:ext>
                  </a:extLst>
                </p14:cNvPr>
                <p14:cNvContentPartPr/>
                <p14:nvPr/>
              </p14:nvContentPartPr>
              <p14:xfrm>
                <a:off x="7521135" y="5473445"/>
                <a:ext cx="129240" cy="54180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82B798D6-9824-5D18-5D32-A70428FC477F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7503135" y="5455445"/>
                  <a:ext cx="164880" cy="57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2713137B-63C9-D173-BBDB-276781F34F9B}"/>
                    </a:ext>
                  </a:extLst>
                </p14:cNvPr>
                <p14:cNvContentPartPr/>
                <p14:nvPr/>
              </p14:nvContentPartPr>
              <p14:xfrm>
                <a:off x="7606095" y="6014165"/>
                <a:ext cx="183600" cy="30420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2713137B-63C9-D173-BBDB-276781F34F9B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7588455" y="5996165"/>
                  <a:ext cx="21924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BCA69FCB-179D-55FB-A011-909C6D7A6576}"/>
                    </a:ext>
                  </a:extLst>
                </p14:cNvPr>
                <p14:cNvContentPartPr/>
                <p14:nvPr/>
              </p14:nvContentPartPr>
              <p14:xfrm>
                <a:off x="6561015" y="6306485"/>
                <a:ext cx="1335960" cy="42912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BCA69FCB-179D-55FB-A011-909C6D7A6576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6543015" y="6288485"/>
                  <a:ext cx="1371600" cy="46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6A281679-C27F-4ECC-4DC2-1C02593B941B}"/>
                    </a:ext>
                  </a:extLst>
                </p14:cNvPr>
                <p14:cNvContentPartPr/>
                <p14:nvPr/>
              </p14:nvContentPartPr>
              <p14:xfrm>
                <a:off x="6522135" y="6609965"/>
                <a:ext cx="18000" cy="11736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6A281679-C27F-4ECC-4DC2-1C02593B941B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6504495" y="6591965"/>
                  <a:ext cx="5364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37B90155-4992-00B2-E02C-ABDF7F7AD500}"/>
                    </a:ext>
                  </a:extLst>
                </p14:cNvPr>
                <p14:cNvContentPartPr/>
                <p14:nvPr/>
              </p14:nvContentPartPr>
              <p14:xfrm>
                <a:off x="5662095" y="6074645"/>
                <a:ext cx="193680" cy="25848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37B90155-4992-00B2-E02C-ABDF7F7AD500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5644455" y="6057005"/>
                  <a:ext cx="22932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7C0D493C-8EB8-0CA0-742E-F538EFE47525}"/>
                    </a:ext>
                  </a:extLst>
                </p14:cNvPr>
                <p14:cNvContentPartPr/>
                <p14:nvPr/>
              </p14:nvContentPartPr>
              <p14:xfrm>
                <a:off x="5936775" y="6279845"/>
                <a:ext cx="19800" cy="24480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7C0D493C-8EB8-0CA0-742E-F538EFE47525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5918775" y="6261845"/>
                  <a:ext cx="5544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94643F58-B5AA-6328-E107-29D5CD8160A1}"/>
                    </a:ext>
                  </a:extLst>
                </p14:cNvPr>
                <p14:cNvContentPartPr/>
                <p14:nvPr/>
              </p14:nvContentPartPr>
              <p14:xfrm>
                <a:off x="5945415" y="6339965"/>
                <a:ext cx="125280" cy="12132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94643F58-B5AA-6328-E107-29D5CD8160A1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5927775" y="6321965"/>
                  <a:ext cx="16092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607CD729-5B42-20AA-FA0B-82A64075A52F}"/>
                    </a:ext>
                  </a:extLst>
                </p14:cNvPr>
                <p14:cNvContentPartPr/>
                <p14:nvPr/>
              </p14:nvContentPartPr>
              <p14:xfrm>
                <a:off x="5986815" y="6394685"/>
                <a:ext cx="43560" cy="3492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607CD729-5B42-20AA-FA0B-82A64075A52F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5968815" y="6376685"/>
                  <a:ext cx="7920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8946D61F-D867-A589-844C-A3488B595440}"/>
                    </a:ext>
                  </a:extLst>
                </p14:cNvPr>
                <p14:cNvContentPartPr/>
                <p14:nvPr/>
              </p14:nvContentPartPr>
              <p14:xfrm>
                <a:off x="6618255" y="4992125"/>
                <a:ext cx="180720" cy="23076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8946D61F-D867-A589-844C-A3488B595440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6600255" y="4974125"/>
                  <a:ext cx="21636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032DDC7D-B5C9-1569-F5C9-992EE4092903}"/>
                    </a:ext>
                  </a:extLst>
                </p14:cNvPr>
                <p14:cNvContentPartPr/>
                <p14:nvPr/>
              </p14:nvContentPartPr>
              <p14:xfrm>
                <a:off x="6853335" y="5082845"/>
                <a:ext cx="66600" cy="15624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032DDC7D-B5C9-1569-F5C9-992EE4092903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6835695" y="5064845"/>
                  <a:ext cx="10224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AFA3CE7F-0FF5-3F1C-832E-AB6CC282B3F1}"/>
                    </a:ext>
                  </a:extLst>
                </p14:cNvPr>
                <p14:cNvContentPartPr/>
                <p14:nvPr/>
              </p14:nvContentPartPr>
              <p14:xfrm>
                <a:off x="6894375" y="5032085"/>
                <a:ext cx="166680" cy="27864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AFA3CE7F-0FF5-3F1C-832E-AB6CC282B3F1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6876735" y="5014085"/>
                  <a:ext cx="20232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2DF33D86-0695-EFB6-6FD1-D3010359D877}"/>
                    </a:ext>
                  </a:extLst>
                </p14:cNvPr>
                <p14:cNvContentPartPr/>
                <p14:nvPr/>
              </p14:nvContentPartPr>
              <p14:xfrm>
                <a:off x="7896975" y="5955485"/>
                <a:ext cx="146880" cy="20988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2DF33D86-0695-EFB6-6FD1-D3010359D877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7879335" y="5937485"/>
                  <a:ext cx="18252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338FFB9F-2D7F-5AE1-9104-1CCB43892AA2}"/>
                    </a:ext>
                  </a:extLst>
                </p14:cNvPr>
                <p14:cNvContentPartPr/>
                <p14:nvPr/>
              </p14:nvContentPartPr>
              <p14:xfrm>
                <a:off x="8146455" y="6178685"/>
                <a:ext cx="136440" cy="12600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338FFB9F-2D7F-5AE1-9104-1CCB43892AA2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8128815" y="6160685"/>
                  <a:ext cx="172080" cy="161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FE6BD78D-9415-C14A-39B2-6F4541A04CF8}"/>
                  </a:ext>
                </a:extLst>
              </p14:cNvPr>
              <p14:cNvContentPartPr/>
              <p14:nvPr/>
            </p14:nvContentPartPr>
            <p14:xfrm>
              <a:off x="6539415" y="4854245"/>
              <a:ext cx="698040" cy="562320"/>
            </p14:xfrm>
          </p:contentPart>
        </mc:Choice>
        <mc:Fallback xmlns=""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FE6BD78D-9415-C14A-39B2-6F4541A04CF8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6485775" y="4746245"/>
                <a:ext cx="805680" cy="77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175" name="Ink 174">
                <a:extLst>
                  <a:ext uri="{FF2B5EF4-FFF2-40B4-BE49-F238E27FC236}">
                    <a16:creationId xmlns:a16="http://schemas.microsoft.com/office/drawing/2014/main" id="{71394E17-9D72-67B2-5A0D-07B69A386549}"/>
                  </a:ext>
                </a:extLst>
              </p14:cNvPr>
              <p14:cNvContentPartPr/>
              <p14:nvPr/>
            </p14:nvContentPartPr>
            <p14:xfrm>
              <a:off x="7799775" y="5879525"/>
              <a:ext cx="522720" cy="493920"/>
            </p14:xfrm>
          </p:contentPart>
        </mc:Choice>
        <mc:Fallback xmlns="">
          <p:pic>
            <p:nvPicPr>
              <p:cNvPr id="175" name="Ink 174">
                <a:extLst>
                  <a:ext uri="{FF2B5EF4-FFF2-40B4-BE49-F238E27FC236}">
                    <a16:creationId xmlns:a16="http://schemas.microsoft.com/office/drawing/2014/main" id="{71394E17-9D72-67B2-5A0D-07B69A386549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7746135" y="5771525"/>
                <a:ext cx="630360" cy="709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83" name="Group 182">
            <a:extLst>
              <a:ext uri="{FF2B5EF4-FFF2-40B4-BE49-F238E27FC236}">
                <a16:creationId xmlns:a16="http://schemas.microsoft.com/office/drawing/2014/main" id="{16B83D33-8C96-418B-913E-0F7BE7852730}"/>
              </a:ext>
            </a:extLst>
          </p:cNvPr>
          <p:cNvGrpSpPr/>
          <p:nvPr/>
        </p:nvGrpSpPr>
        <p:grpSpPr>
          <a:xfrm>
            <a:off x="2796495" y="5828405"/>
            <a:ext cx="2232360" cy="792360"/>
            <a:chOff x="2796495" y="5828405"/>
            <a:chExt cx="2232360" cy="792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DBA1A9C4-7E62-E2E6-D6F3-24255541F780}"/>
                    </a:ext>
                  </a:extLst>
                </p14:cNvPr>
                <p14:cNvContentPartPr/>
                <p14:nvPr/>
              </p14:nvContentPartPr>
              <p14:xfrm>
                <a:off x="2796495" y="6096245"/>
                <a:ext cx="227520" cy="30924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DBA1A9C4-7E62-E2E6-D6F3-24255541F780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2778495" y="6078605"/>
                  <a:ext cx="263160" cy="34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ACD1EC08-6181-0C6D-961B-1AAEF777B15D}"/>
                    </a:ext>
                  </a:extLst>
                </p14:cNvPr>
                <p14:cNvContentPartPr/>
                <p14:nvPr/>
              </p14:nvContentPartPr>
              <p14:xfrm>
                <a:off x="3112215" y="6270125"/>
                <a:ext cx="10440" cy="35064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ACD1EC08-6181-0C6D-961B-1AAEF777B15D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3094215" y="6252485"/>
                  <a:ext cx="46080" cy="38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2BEED90D-73F7-E1C1-2B49-C6EFD4FCFA02}"/>
                    </a:ext>
                  </a:extLst>
                </p14:cNvPr>
                <p14:cNvContentPartPr/>
                <p14:nvPr/>
              </p14:nvContentPartPr>
              <p14:xfrm>
                <a:off x="3112215" y="6332405"/>
                <a:ext cx="165600" cy="15984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2BEED90D-73F7-E1C1-2B49-C6EFD4FCFA02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3094215" y="6314405"/>
                  <a:ext cx="20124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D46CF052-ABD2-D3EB-72F0-B55F5F6BA0D6}"/>
                    </a:ext>
                  </a:extLst>
                </p14:cNvPr>
                <p14:cNvContentPartPr/>
                <p14:nvPr/>
              </p14:nvContentPartPr>
              <p14:xfrm>
                <a:off x="3097815" y="6436805"/>
                <a:ext cx="214920" cy="5580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D46CF052-ABD2-D3EB-72F0-B55F5F6BA0D6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3079815" y="6419165"/>
                  <a:ext cx="25056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1BD78B16-51F5-1B11-D21E-A2AFF5AA361D}"/>
                    </a:ext>
                  </a:extLst>
                </p14:cNvPr>
                <p14:cNvContentPartPr/>
                <p14:nvPr/>
              </p14:nvContentPartPr>
              <p14:xfrm>
                <a:off x="3287175" y="6409445"/>
                <a:ext cx="73800" cy="18936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1BD78B16-51F5-1B11-D21E-A2AFF5AA361D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3269175" y="6391445"/>
                  <a:ext cx="10944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3CFE3955-F025-7A40-B547-74A64C0CADE9}"/>
                    </a:ext>
                  </a:extLst>
                </p14:cNvPr>
                <p14:cNvContentPartPr/>
                <p14:nvPr/>
              </p14:nvContentPartPr>
              <p14:xfrm>
                <a:off x="3442695" y="6279485"/>
                <a:ext cx="92520" cy="4464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3CFE3955-F025-7A40-B547-74A64C0CADE9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3424695" y="6261485"/>
                  <a:ext cx="12816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143FF50E-60A8-8B23-46DF-D38CA2E1E230}"/>
                    </a:ext>
                  </a:extLst>
                </p14:cNvPr>
                <p14:cNvContentPartPr/>
                <p14:nvPr/>
              </p14:nvContentPartPr>
              <p14:xfrm>
                <a:off x="3500655" y="6345725"/>
                <a:ext cx="144000" cy="4464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143FF50E-60A8-8B23-46DF-D38CA2E1E230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3482655" y="6327725"/>
                  <a:ext cx="17964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F2E974B1-1442-726C-EA94-35E3F88C57F5}"/>
                    </a:ext>
                  </a:extLst>
                </p14:cNvPr>
                <p14:cNvContentPartPr/>
                <p14:nvPr/>
              </p14:nvContentPartPr>
              <p14:xfrm>
                <a:off x="3715215" y="5898605"/>
                <a:ext cx="217080" cy="38412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F2E974B1-1442-726C-EA94-35E3F88C57F5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3697215" y="5880965"/>
                  <a:ext cx="252720" cy="41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7293ECF4-9E8C-6696-C7A8-417B665E5F79}"/>
                    </a:ext>
                  </a:extLst>
                </p14:cNvPr>
                <p14:cNvContentPartPr/>
                <p14:nvPr/>
              </p14:nvContentPartPr>
              <p14:xfrm>
                <a:off x="4056135" y="6169325"/>
                <a:ext cx="56160" cy="24804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7293ECF4-9E8C-6696-C7A8-417B665E5F79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4038135" y="6151685"/>
                  <a:ext cx="9180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8F2A7EAF-A7EF-691C-5509-0DF9373560EE}"/>
                    </a:ext>
                  </a:extLst>
                </p14:cNvPr>
                <p14:cNvContentPartPr/>
                <p14:nvPr/>
              </p14:nvContentPartPr>
              <p14:xfrm>
                <a:off x="4052535" y="6120005"/>
                <a:ext cx="195480" cy="26280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8F2A7EAF-A7EF-691C-5509-0DF9373560EE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4034535" y="6102365"/>
                  <a:ext cx="23112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DE62EB99-91A9-B437-E26B-DDDB142A3233}"/>
                    </a:ext>
                  </a:extLst>
                </p14:cNvPr>
                <p14:cNvContentPartPr/>
                <p14:nvPr/>
              </p14:nvContentPartPr>
              <p14:xfrm>
                <a:off x="4312815" y="6099125"/>
                <a:ext cx="168480" cy="6444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DE62EB99-91A9-B437-E26B-DDDB142A3233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4295175" y="6081485"/>
                  <a:ext cx="20412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62CB9C4F-021B-6F7E-2310-C3856BD08F34}"/>
                    </a:ext>
                  </a:extLst>
                </p14:cNvPr>
                <p14:cNvContentPartPr/>
                <p14:nvPr/>
              </p14:nvContentPartPr>
              <p14:xfrm>
                <a:off x="4376535" y="6042965"/>
                <a:ext cx="48600" cy="22248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62CB9C4F-021B-6F7E-2310-C3856BD08F34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4358895" y="6024965"/>
                  <a:ext cx="8424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4155F8D2-8C06-2210-701F-7D0F1149ADB2}"/>
                    </a:ext>
                  </a:extLst>
                </p14:cNvPr>
                <p14:cNvContentPartPr/>
                <p14:nvPr/>
              </p14:nvContentPartPr>
              <p14:xfrm>
                <a:off x="4533495" y="5828405"/>
                <a:ext cx="208440" cy="30096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4155F8D2-8C06-2210-701F-7D0F1149ADB2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4515855" y="5810405"/>
                  <a:ext cx="244080" cy="33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BC2E33FE-FACD-3D7A-3341-0E3C6D50DE40}"/>
                    </a:ext>
                  </a:extLst>
                </p14:cNvPr>
                <p14:cNvContentPartPr/>
                <p14:nvPr/>
              </p14:nvContentPartPr>
              <p14:xfrm>
                <a:off x="4847055" y="6087245"/>
                <a:ext cx="181800" cy="19692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BC2E33FE-FACD-3D7A-3341-0E3C6D50DE40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4829055" y="6069245"/>
                  <a:ext cx="217440" cy="23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7" name="Group 196">
            <a:extLst>
              <a:ext uri="{FF2B5EF4-FFF2-40B4-BE49-F238E27FC236}">
                <a16:creationId xmlns:a16="http://schemas.microsoft.com/office/drawing/2014/main" id="{FE35B783-5D8C-BB94-2B7B-7D40D4FBDDC3}"/>
              </a:ext>
            </a:extLst>
          </p:cNvPr>
          <p:cNvGrpSpPr/>
          <p:nvPr/>
        </p:nvGrpSpPr>
        <p:grpSpPr>
          <a:xfrm>
            <a:off x="8272095" y="3807725"/>
            <a:ext cx="2484720" cy="2561040"/>
            <a:chOff x="8272095" y="3807725"/>
            <a:chExt cx="2484720" cy="2561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12857D2A-2D2B-DC44-9E89-540B2853C97A}"/>
                    </a:ext>
                  </a:extLst>
                </p14:cNvPr>
                <p14:cNvContentPartPr/>
                <p14:nvPr/>
              </p14:nvContentPartPr>
              <p14:xfrm>
                <a:off x="8543895" y="4825805"/>
                <a:ext cx="201240" cy="6048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12857D2A-2D2B-DC44-9E89-540B2853C97A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8525895" y="4807805"/>
                  <a:ext cx="23688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352D2E5D-2F62-69E8-07FA-6A14420EC830}"/>
                    </a:ext>
                  </a:extLst>
                </p14:cNvPr>
                <p14:cNvContentPartPr/>
                <p14:nvPr/>
              </p14:nvContentPartPr>
              <p14:xfrm>
                <a:off x="8639295" y="4739405"/>
                <a:ext cx="53640" cy="21852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352D2E5D-2F62-69E8-07FA-6A14420EC830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8621295" y="4721765"/>
                  <a:ext cx="8928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15EBCB67-876E-E070-D17D-02A61E8214D7}"/>
                    </a:ext>
                  </a:extLst>
                </p14:cNvPr>
                <p14:cNvContentPartPr/>
                <p14:nvPr/>
              </p14:nvContentPartPr>
              <p14:xfrm>
                <a:off x="8621655" y="5434205"/>
                <a:ext cx="149400" cy="4536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15EBCB67-876E-E070-D17D-02A61E8214D7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8604015" y="5416205"/>
                  <a:ext cx="18504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1607C3EA-EE75-7200-1892-AA9CDADFC74E}"/>
                    </a:ext>
                  </a:extLst>
                </p14:cNvPr>
                <p14:cNvContentPartPr/>
                <p14:nvPr/>
              </p14:nvContentPartPr>
              <p14:xfrm>
                <a:off x="8272095" y="3807725"/>
                <a:ext cx="2484720" cy="253764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1607C3EA-EE75-7200-1892-AA9CDADFC74E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8254455" y="3790085"/>
                  <a:ext cx="2520360" cy="257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A92FD7A8-D894-0CC5-8433-647C90FF8B75}"/>
                    </a:ext>
                  </a:extLst>
                </p14:cNvPr>
                <p14:cNvContentPartPr/>
                <p14:nvPr/>
              </p14:nvContentPartPr>
              <p14:xfrm>
                <a:off x="9306015" y="6205685"/>
                <a:ext cx="178920" cy="16308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A92FD7A8-D894-0CC5-8433-647C90FF8B75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9288015" y="6187685"/>
                  <a:ext cx="21456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389CA9CA-F1A4-C44A-2E41-E220FCBF8800}"/>
                    </a:ext>
                  </a:extLst>
                </p14:cNvPr>
                <p14:cNvContentPartPr/>
                <p14:nvPr/>
              </p14:nvContentPartPr>
              <p14:xfrm>
                <a:off x="8560455" y="4210925"/>
                <a:ext cx="155880" cy="2520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389CA9CA-F1A4-C44A-2E41-E220FCBF8800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8542815" y="4193285"/>
                  <a:ext cx="19152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EC9E268E-F0A1-3A30-9670-472E6F96DB06}"/>
                    </a:ext>
                  </a:extLst>
                </p14:cNvPr>
                <p14:cNvContentPartPr/>
                <p14:nvPr/>
              </p14:nvContentPartPr>
              <p14:xfrm>
                <a:off x="8648295" y="4126685"/>
                <a:ext cx="52920" cy="21384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EC9E268E-F0A1-3A30-9670-472E6F96DB06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8630655" y="4109045"/>
                  <a:ext cx="8856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16F8F1B3-5754-F3E5-36E1-EB37B4DA1490}"/>
                    </a:ext>
                  </a:extLst>
                </p14:cNvPr>
                <p14:cNvContentPartPr/>
                <p14:nvPr/>
              </p14:nvContentPartPr>
              <p14:xfrm>
                <a:off x="9314295" y="4154405"/>
                <a:ext cx="169200" cy="4212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16F8F1B3-5754-F3E5-36E1-EB37B4DA1490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9296295" y="4136765"/>
                  <a:ext cx="20484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5BF5E66C-66A3-D060-9112-E0EF59D456F0}"/>
                    </a:ext>
                  </a:extLst>
                </p14:cNvPr>
                <p14:cNvContentPartPr/>
                <p14:nvPr/>
              </p14:nvContentPartPr>
              <p14:xfrm>
                <a:off x="10041135" y="4695845"/>
                <a:ext cx="159120" cy="5544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5BF5E66C-66A3-D060-9112-E0EF59D456F0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10023135" y="4677845"/>
                  <a:ext cx="19476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8C8CD86B-8707-3F6E-F851-C0F54CB8E9AD}"/>
                    </a:ext>
                  </a:extLst>
                </p14:cNvPr>
                <p14:cNvContentPartPr/>
                <p14:nvPr/>
              </p14:nvContentPartPr>
              <p14:xfrm>
                <a:off x="10089015" y="4649405"/>
                <a:ext cx="38160" cy="14796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8C8CD86B-8707-3F6E-F851-C0F54CB8E9AD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10071375" y="4631405"/>
                  <a:ext cx="7380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87CF02F8-B2E0-B696-2F18-4C224B91F8B3}"/>
                    </a:ext>
                  </a:extLst>
                </p14:cNvPr>
                <p14:cNvContentPartPr/>
                <p14:nvPr/>
              </p14:nvContentPartPr>
              <p14:xfrm>
                <a:off x="10132575" y="5453645"/>
                <a:ext cx="118080" cy="3456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87CF02F8-B2E0-B696-2F18-4C224B91F8B3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10114575" y="5435645"/>
                  <a:ext cx="153720" cy="70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7" name="Group 206">
            <a:extLst>
              <a:ext uri="{FF2B5EF4-FFF2-40B4-BE49-F238E27FC236}">
                <a16:creationId xmlns:a16="http://schemas.microsoft.com/office/drawing/2014/main" id="{4E9F3627-2C93-378A-6704-79A240B31F66}"/>
              </a:ext>
            </a:extLst>
          </p:cNvPr>
          <p:cNvGrpSpPr/>
          <p:nvPr/>
        </p:nvGrpSpPr>
        <p:grpSpPr>
          <a:xfrm>
            <a:off x="6928575" y="737645"/>
            <a:ext cx="1694160" cy="711000"/>
            <a:chOff x="6928575" y="737645"/>
            <a:chExt cx="1694160" cy="711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F05A321A-74DC-DEEE-05CF-BB26564C31BC}"/>
                    </a:ext>
                  </a:extLst>
                </p14:cNvPr>
                <p14:cNvContentPartPr/>
                <p14:nvPr/>
              </p14:nvContentPartPr>
              <p14:xfrm>
                <a:off x="6928575" y="879125"/>
                <a:ext cx="282240" cy="30816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F05A321A-74DC-DEEE-05CF-BB26564C31BC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6910575" y="861485"/>
                  <a:ext cx="31788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AB3A0CEE-891F-DBB2-4621-5CBBA753B743}"/>
                    </a:ext>
                  </a:extLst>
                </p14:cNvPr>
                <p14:cNvContentPartPr/>
                <p14:nvPr/>
              </p14:nvContentPartPr>
              <p14:xfrm>
                <a:off x="7279935" y="1119965"/>
                <a:ext cx="26280" cy="32868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AB3A0CEE-891F-DBB2-4621-5CBBA753B743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7261935" y="1102325"/>
                  <a:ext cx="61920" cy="36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6E056CA1-78DF-C475-CC2C-6CC0F224FBA7}"/>
                    </a:ext>
                  </a:extLst>
                </p14:cNvPr>
                <p14:cNvContentPartPr/>
                <p14:nvPr/>
              </p14:nvContentPartPr>
              <p14:xfrm>
                <a:off x="7276695" y="1152365"/>
                <a:ext cx="183240" cy="22068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6E056CA1-78DF-C475-CC2C-6CC0F224FBA7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7259055" y="1134725"/>
                  <a:ext cx="21888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056F2F3E-D308-F95A-C52D-D80D9FDD50A5}"/>
                    </a:ext>
                  </a:extLst>
                </p14:cNvPr>
                <p14:cNvContentPartPr/>
                <p14:nvPr/>
              </p14:nvContentPartPr>
              <p14:xfrm>
                <a:off x="7315215" y="1270445"/>
                <a:ext cx="77400" cy="6624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056F2F3E-D308-F95A-C52D-D80D9FDD50A5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7297575" y="1252805"/>
                  <a:ext cx="11304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CA03B35C-5855-FDD7-43E3-2C8243F66491}"/>
                    </a:ext>
                  </a:extLst>
                </p14:cNvPr>
                <p14:cNvContentPartPr/>
                <p14:nvPr/>
              </p14:nvContentPartPr>
              <p14:xfrm>
                <a:off x="7587735" y="1060205"/>
                <a:ext cx="174960" cy="2700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CA03B35C-5855-FDD7-43E3-2C8243F66491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7570095" y="1042205"/>
                  <a:ext cx="21060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754FA493-44C6-EED5-BDD0-7FF717D1EA5A}"/>
                    </a:ext>
                  </a:extLst>
                </p14:cNvPr>
                <p14:cNvContentPartPr/>
                <p14:nvPr/>
              </p14:nvContentPartPr>
              <p14:xfrm>
                <a:off x="7870335" y="737645"/>
                <a:ext cx="334440" cy="30456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754FA493-44C6-EED5-BDD0-7FF717D1EA5A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7852695" y="719645"/>
                  <a:ext cx="370080" cy="34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FC72FA14-CCED-5A2A-4382-242936EAC4E3}"/>
                    </a:ext>
                  </a:extLst>
                </p14:cNvPr>
                <p14:cNvContentPartPr/>
                <p14:nvPr/>
              </p14:nvContentPartPr>
              <p14:xfrm>
                <a:off x="8330055" y="1017365"/>
                <a:ext cx="61200" cy="23652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FC72FA14-CCED-5A2A-4382-242936EAC4E3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8312055" y="999725"/>
                  <a:ext cx="9684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C39B79E3-925E-D6F6-5FD1-D6CCC0F78E6C}"/>
                    </a:ext>
                  </a:extLst>
                </p14:cNvPr>
                <p14:cNvContentPartPr/>
                <p14:nvPr/>
              </p14:nvContentPartPr>
              <p14:xfrm>
                <a:off x="8370015" y="1011605"/>
                <a:ext cx="252720" cy="27792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C39B79E3-925E-D6F6-5FD1-D6CCC0F78E6C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8352375" y="993605"/>
                  <a:ext cx="288360" cy="313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3">
            <p14:nvContentPartPr>
              <p14:cNvPr id="208" name="Ink 207">
                <a:extLst>
                  <a:ext uri="{FF2B5EF4-FFF2-40B4-BE49-F238E27FC236}">
                    <a16:creationId xmlns:a16="http://schemas.microsoft.com/office/drawing/2014/main" id="{A0FCA667-E935-55B8-4521-8B247BC82569}"/>
                  </a:ext>
                </a:extLst>
              </p14:cNvPr>
              <p14:cNvContentPartPr/>
              <p14:nvPr/>
            </p14:nvContentPartPr>
            <p14:xfrm>
              <a:off x="9262095" y="4402805"/>
              <a:ext cx="1800" cy="7560"/>
            </p14:xfrm>
          </p:contentPart>
        </mc:Choice>
        <mc:Fallback xmlns="">
          <p:pic>
            <p:nvPicPr>
              <p:cNvPr id="208" name="Ink 207">
                <a:extLst>
                  <a:ext uri="{FF2B5EF4-FFF2-40B4-BE49-F238E27FC236}">
                    <a16:creationId xmlns:a16="http://schemas.microsoft.com/office/drawing/2014/main" id="{A0FCA667-E935-55B8-4521-8B247BC82569}"/>
                  </a:ext>
                </a:extLst>
              </p:cNvPr>
              <p:cNvPicPr/>
              <p:nvPr/>
            </p:nvPicPr>
            <p:blipFill>
              <a:blip r:embed="rId154"/>
              <a:stretch>
                <a:fillRect/>
              </a:stretch>
            </p:blipFill>
            <p:spPr>
              <a:xfrm>
                <a:off x="9208455" y="4295165"/>
                <a:ext cx="109440" cy="22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5">
            <p14:nvContentPartPr>
              <p14:cNvPr id="209" name="Ink 208">
                <a:extLst>
                  <a:ext uri="{FF2B5EF4-FFF2-40B4-BE49-F238E27FC236}">
                    <a16:creationId xmlns:a16="http://schemas.microsoft.com/office/drawing/2014/main" id="{117615B9-0F4A-78E4-F2E3-449A3B080FD5}"/>
                  </a:ext>
                </a:extLst>
              </p14:cNvPr>
              <p14:cNvContentPartPr/>
              <p14:nvPr/>
            </p14:nvContentPartPr>
            <p14:xfrm>
              <a:off x="8733975" y="4032725"/>
              <a:ext cx="556200" cy="712440"/>
            </p14:xfrm>
          </p:contentPart>
        </mc:Choice>
        <mc:Fallback xmlns="">
          <p:pic>
            <p:nvPicPr>
              <p:cNvPr id="209" name="Ink 208">
                <a:extLst>
                  <a:ext uri="{FF2B5EF4-FFF2-40B4-BE49-F238E27FC236}">
                    <a16:creationId xmlns:a16="http://schemas.microsoft.com/office/drawing/2014/main" id="{117615B9-0F4A-78E4-F2E3-449A3B080FD5}"/>
                  </a:ext>
                </a:extLst>
              </p:cNvPr>
              <p:cNvPicPr/>
              <p:nvPr/>
            </p:nvPicPr>
            <p:blipFill>
              <a:blip r:embed="rId156"/>
              <a:stretch>
                <a:fillRect/>
              </a:stretch>
            </p:blipFill>
            <p:spPr>
              <a:xfrm>
                <a:off x="8680335" y="3924725"/>
                <a:ext cx="663840" cy="92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7">
            <p14:nvContentPartPr>
              <p14:cNvPr id="210" name="Ink 209">
                <a:extLst>
                  <a:ext uri="{FF2B5EF4-FFF2-40B4-BE49-F238E27FC236}">
                    <a16:creationId xmlns:a16="http://schemas.microsoft.com/office/drawing/2014/main" id="{49315FB1-803D-F64D-560C-65AD55FCF096}"/>
                  </a:ext>
                </a:extLst>
              </p14:cNvPr>
              <p14:cNvContentPartPr/>
              <p14:nvPr/>
            </p14:nvContentPartPr>
            <p14:xfrm>
              <a:off x="7857015" y="618845"/>
              <a:ext cx="753120" cy="824040"/>
            </p14:xfrm>
          </p:contentPart>
        </mc:Choice>
        <mc:Fallback xmlns="">
          <p:pic>
            <p:nvPicPr>
              <p:cNvPr id="210" name="Ink 209">
                <a:extLst>
                  <a:ext uri="{FF2B5EF4-FFF2-40B4-BE49-F238E27FC236}">
                    <a16:creationId xmlns:a16="http://schemas.microsoft.com/office/drawing/2014/main" id="{49315FB1-803D-F64D-560C-65AD55FCF096}"/>
                  </a:ext>
                </a:extLst>
              </p:cNvPr>
              <p:cNvPicPr/>
              <p:nvPr/>
            </p:nvPicPr>
            <p:blipFill>
              <a:blip r:embed="rId158"/>
              <a:stretch>
                <a:fillRect/>
              </a:stretch>
            </p:blipFill>
            <p:spPr>
              <a:xfrm>
                <a:off x="7803375" y="510845"/>
                <a:ext cx="860760" cy="103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9">
            <p14:nvContentPartPr>
              <p14:cNvPr id="211" name="Ink 210">
                <a:extLst>
                  <a:ext uri="{FF2B5EF4-FFF2-40B4-BE49-F238E27FC236}">
                    <a16:creationId xmlns:a16="http://schemas.microsoft.com/office/drawing/2014/main" id="{3CD248F5-9037-3996-C139-601D7974805F}"/>
                  </a:ext>
                </a:extLst>
              </p14:cNvPr>
              <p14:cNvContentPartPr/>
              <p14:nvPr/>
            </p14:nvContentPartPr>
            <p14:xfrm>
              <a:off x="9604815" y="4772525"/>
              <a:ext cx="603000" cy="878040"/>
            </p14:xfrm>
          </p:contentPart>
        </mc:Choice>
        <mc:Fallback xmlns="">
          <p:pic>
            <p:nvPicPr>
              <p:cNvPr id="211" name="Ink 210">
                <a:extLst>
                  <a:ext uri="{FF2B5EF4-FFF2-40B4-BE49-F238E27FC236}">
                    <a16:creationId xmlns:a16="http://schemas.microsoft.com/office/drawing/2014/main" id="{3CD248F5-9037-3996-C139-601D7974805F}"/>
                  </a:ext>
                </a:extLst>
              </p:cNvPr>
              <p:cNvPicPr/>
              <p:nvPr/>
            </p:nvPicPr>
            <p:blipFill>
              <a:blip r:embed="rId160"/>
              <a:stretch>
                <a:fillRect/>
              </a:stretch>
            </p:blipFill>
            <p:spPr>
              <a:xfrm>
                <a:off x="9550815" y="4664885"/>
                <a:ext cx="710640" cy="109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1">
            <p14:nvContentPartPr>
              <p14:cNvPr id="212" name="Ink 211">
                <a:extLst>
                  <a:ext uri="{FF2B5EF4-FFF2-40B4-BE49-F238E27FC236}">
                    <a16:creationId xmlns:a16="http://schemas.microsoft.com/office/drawing/2014/main" id="{AB55C82F-CCCA-49FA-1976-377A4059B5D4}"/>
                  </a:ext>
                </a:extLst>
              </p14:cNvPr>
              <p14:cNvContentPartPr/>
              <p14:nvPr/>
            </p14:nvContentPartPr>
            <p14:xfrm>
              <a:off x="10040415" y="5716805"/>
              <a:ext cx="10080" cy="11160"/>
            </p14:xfrm>
          </p:contentPart>
        </mc:Choice>
        <mc:Fallback xmlns="">
          <p:pic>
            <p:nvPicPr>
              <p:cNvPr id="212" name="Ink 211">
                <a:extLst>
                  <a:ext uri="{FF2B5EF4-FFF2-40B4-BE49-F238E27FC236}">
                    <a16:creationId xmlns:a16="http://schemas.microsoft.com/office/drawing/2014/main" id="{AB55C82F-CCCA-49FA-1976-377A4059B5D4}"/>
                  </a:ext>
                </a:extLst>
              </p:cNvPr>
              <p:cNvPicPr/>
              <p:nvPr/>
            </p:nvPicPr>
            <p:blipFill>
              <a:blip r:embed="rId162"/>
              <a:stretch>
                <a:fillRect/>
              </a:stretch>
            </p:blipFill>
            <p:spPr>
              <a:xfrm>
                <a:off x="9986415" y="5608805"/>
                <a:ext cx="117720" cy="226800"/>
              </a:xfrm>
              <a:prstGeom prst="rect">
                <a:avLst/>
              </a:prstGeom>
            </p:spPr>
          </p:pic>
        </mc:Fallback>
      </mc:AlternateContent>
      <p:grpSp>
        <p:nvGrpSpPr>
          <p:cNvPr id="219" name="Group 218">
            <a:extLst>
              <a:ext uri="{FF2B5EF4-FFF2-40B4-BE49-F238E27FC236}">
                <a16:creationId xmlns:a16="http://schemas.microsoft.com/office/drawing/2014/main" id="{3D4D249F-A6A6-9E6F-1147-2ACB1729D097}"/>
              </a:ext>
            </a:extLst>
          </p:cNvPr>
          <p:cNvGrpSpPr/>
          <p:nvPr/>
        </p:nvGrpSpPr>
        <p:grpSpPr>
          <a:xfrm>
            <a:off x="8728575" y="672845"/>
            <a:ext cx="1393920" cy="527400"/>
            <a:chOff x="8728575" y="672845"/>
            <a:chExt cx="1393920" cy="527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9DAC7A1E-53B6-384B-3326-BF5B8B0F9075}"/>
                    </a:ext>
                  </a:extLst>
                </p14:cNvPr>
                <p14:cNvContentPartPr/>
                <p14:nvPr/>
              </p14:nvContentPartPr>
              <p14:xfrm>
                <a:off x="8728575" y="994325"/>
                <a:ext cx="156600" cy="1728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9DAC7A1E-53B6-384B-3326-BF5B8B0F9075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8710575" y="976685"/>
                  <a:ext cx="19224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A8883953-5F91-E169-0BB8-970E25D196AB}"/>
                    </a:ext>
                  </a:extLst>
                </p14:cNvPr>
                <p14:cNvContentPartPr/>
                <p14:nvPr/>
              </p14:nvContentPartPr>
              <p14:xfrm>
                <a:off x="9029175" y="672845"/>
                <a:ext cx="239400" cy="34488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A8883953-5F91-E169-0BB8-970E25D196AB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9011175" y="654845"/>
                  <a:ext cx="275040" cy="38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A7CE44FB-3FCC-8B51-30C7-901A850E57B2}"/>
                    </a:ext>
                  </a:extLst>
                </p14:cNvPr>
                <p14:cNvContentPartPr/>
                <p14:nvPr/>
              </p14:nvContentPartPr>
              <p14:xfrm>
                <a:off x="9371895" y="975245"/>
                <a:ext cx="149400" cy="22500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A7CE44FB-3FCC-8B51-30C7-901A850E57B2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9354255" y="957605"/>
                  <a:ext cx="18504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96645FFE-A04F-0F80-C502-5581BD249DCA}"/>
                    </a:ext>
                  </a:extLst>
                </p14:cNvPr>
                <p14:cNvContentPartPr/>
                <p14:nvPr/>
              </p14:nvContentPartPr>
              <p14:xfrm>
                <a:off x="9666015" y="902525"/>
                <a:ext cx="58320" cy="3348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96645FFE-A04F-0F80-C502-5581BD249DCA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9648375" y="884525"/>
                  <a:ext cx="9396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4366DCB4-B3BC-2728-81E5-FA2AB96F92C0}"/>
                    </a:ext>
                  </a:extLst>
                </p14:cNvPr>
                <p14:cNvContentPartPr/>
                <p14:nvPr/>
              </p14:nvContentPartPr>
              <p14:xfrm>
                <a:off x="9669615" y="978125"/>
                <a:ext cx="78840" cy="3096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4366DCB4-B3BC-2728-81E5-FA2AB96F92C0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9651975" y="960485"/>
                  <a:ext cx="11448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00262947-5245-8D26-EB7E-A3B2F4B474DB}"/>
                    </a:ext>
                  </a:extLst>
                </p14:cNvPr>
                <p14:cNvContentPartPr/>
                <p14:nvPr/>
              </p14:nvContentPartPr>
              <p14:xfrm>
                <a:off x="9948615" y="812885"/>
                <a:ext cx="173880" cy="26856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00262947-5245-8D26-EB7E-A3B2F4B474DB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9930615" y="794885"/>
                  <a:ext cx="209520" cy="304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5">
            <p14:nvContentPartPr>
              <p14:cNvPr id="220" name="Ink 219">
                <a:extLst>
                  <a:ext uri="{FF2B5EF4-FFF2-40B4-BE49-F238E27FC236}">
                    <a16:creationId xmlns:a16="http://schemas.microsoft.com/office/drawing/2014/main" id="{493C8989-FC9F-DA08-DF90-F7790B3E95E9}"/>
                  </a:ext>
                </a:extLst>
              </p14:cNvPr>
              <p14:cNvContentPartPr/>
              <p14:nvPr/>
            </p14:nvContentPartPr>
            <p14:xfrm>
              <a:off x="8975535" y="640805"/>
              <a:ext cx="637560" cy="623880"/>
            </p14:xfrm>
          </p:contentPart>
        </mc:Choice>
        <mc:Fallback xmlns="">
          <p:pic>
            <p:nvPicPr>
              <p:cNvPr id="220" name="Ink 219">
                <a:extLst>
                  <a:ext uri="{FF2B5EF4-FFF2-40B4-BE49-F238E27FC236}">
                    <a16:creationId xmlns:a16="http://schemas.microsoft.com/office/drawing/2014/main" id="{493C8989-FC9F-DA08-DF90-F7790B3E95E9}"/>
                  </a:ext>
                </a:extLst>
              </p:cNvPr>
              <p:cNvPicPr/>
              <p:nvPr/>
            </p:nvPicPr>
            <p:blipFill>
              <a:blip r:embed="rId176"/>
              <a:stretch>
                <a:fillRect/>
              </a:stretch>
            </p:blipFill>
            <p:spPr>
              <a:xfrm>
                <a:off x="8921895" y="532805"/>
                <a:ext cx="745200" cy="839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978880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FF7687-F50E-4FBE-DD68-5011673D59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16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87973FA-06BE-F969-834A-E6DAD69AE201}"/>
              </a:ext>
            </a:extLst>
          </p:cNvPr>
          <p:cNvGrpSpPr/>
          <p:nvPr/>
        </p:nvGrpSpPr>
        <p:grpSpPr>
          <a:xfrm>
            <a:off x="1248374" y="1030325"/>
            <a:ext cx="3728160" cy="314280"/>
            <a:chOff x="1248374" y="1030325"/>
            <a:chExt cx="3728160" cy="314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EA2FEA29-A1C6-266B-64E7-AC2DA24F6185}"/>
                    </a:ext>
                  </a:extLst>
                </p14:cNvPr>
                <p14:cNvContentPartPr/>
                <p14:nvPr/>
              </p14:nvContentPartPr>
              <p14:xfrm>
                <a:off x="1248374" y="1036445"/>
                <a:ext cx="1263240" cy="3081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EA2FEA29-A1C6-266B-64E7-AC2DA24F6185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230374" y="1018445"/>
                  <a:ext cx="129888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85707C43-DC76-9B86-AC26-8C74631F21F1}"/>
                    </a:ext>
                  </a:extLst>
                </p14:cNvPr>
                <p14:cNvContentPartPr/>
                <p14:nvPr/>
              </p14:nvContentPartPr>
              <p14:xfrm>
                <a:off x="2562014" y="1030325"/>
                <a:ext cx="1216440" cy="2106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85707C43-DC76-9B86-AC26-8C74631F21F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544374" y="1012325"/>
                  <a:ext cx="125208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D620720-259F-50A1-E1F8-3951CB76D5A3}"/>
                    </a:ext>
                  </a:extLst>
                </p14:cNvPr>
                <p14:cNvContentPartPr/>
                <p14:nvPr/>
              </p14:nvContentPartPr>
              <p14:xfrm>
                <a:off x="3857654" y="1070285"/>
                <a:ext cx="1118880" cy="1000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D620720-259F-50A1-E1F8-3951CB76D5A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839654" y="1052645"/>
                  <a:ext cx="1154520" cy="13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4AE9B0-E8B0-8DB2-0285-73B9E28C5FB6}"/>
              </a:ext>
            </a:extLst>
          </p:cNvPr>
          <p:cNvGrpSpPr/>
          <p:nvPr/>
        </p:nvGrpSpPr>
        <p:grpSpPr>
          <a:xfrm>
            <a:off x="366374" y="2238125"/>
            <a:ext cx="4836960" cy="1187280"/>
            <a:chOff x="366374" y="2238125"/>
            <a:chExt cx="4836960" cy="1187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58B0302-672F-A8C4-D865-71D6DC84D8D4}"/>
                    </a:ext>
                  </a:extLst>
                </p14:cNvPr>
                <p14:cNvContentPartPr/>
                <p14:nvPr/>
              </p14:nvContentPartPr>
              <p14:xfrm>
                <a:off x="1240454" y="2238125"/>
                <a:ext cx="1517760" cy="3607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58B0302-672F-A8C4-D865-71D6DC84D8D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222814" y="2220485"/>
                  <a:ext cx="1553400" cy="39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40B53EA-ACB0-7E31-DAA0-1CF083752330}"/>
                    </a:ext>
                  </a:extLst>
                </p14:cNvPr>
                <p14:cNvContentPartPr/>
                <p14:nvPr/>
              </p14:nvContentPartPr>
              <p14:xfrm>
                <a:off x="2759294" y="2300405"/>
                <a:ext cx="1348200" cy="1389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40B53EA-ACB0-7E31-DAA0-1CF08375233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741654" y="2282765"/>
                  <a:ext cx="138384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6032645-3AC4-B3FD-A85A-970573B69BDF}"/>
                    </a:ext>
                  </a:extLst>
                </p14:cNvPr>
                <p14:cNvContentPartPr/>
                <p14:nvPr/>
              </p14:nvContentPartPr>
              <p14:xfrm>
                <a:off x="1366454" y="2592005"/>
                <a:ext cx="182160" cy="8334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6032645-3AC4-B3FD-A85A-970573B69BD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348814" y="2574365"/>
                  <a:ext cx="217800" cy="86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0DB7C48-2E24-B504-58F4-6ADA0C455519}"/>
                    </a:ext>
                  </a:extLst>
                </p14:cNvPr>
                <p14:cNvContentPartPr/>
                <p14:nvPr/>
              </p14:nvContentPartPr>
              <p14:xfrm>
                <a:off x="1543214" y="3327125"/>
                <a:ext cx="846360" cy="957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0DB7C48-2E24-B504-58F4-6ADA0C45551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525214" y="3309125"/>
                  <a:ext cx="88200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4824B87-FB5D-C4E7-51AA-E6E93B0D8091}"/>
                    </a:ext>
                  </a:extLst>
                </p14:cNvPr>
                <p14:cNvContentPartPr/>
                <p14:nvPr/>
              </p14:nvContentPartPr>
              <p14:xfrm>
                <a:off x="2421614" y="3137765"/>
                <a:ext cx="459360" cy="2458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4824B87-FB5D-C4E7-51AA-E6E93B0D809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403614" y="3120125"/>
                  <a:ext cx="49500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19F4ED4-CF5F-64FA-5CB0-91AA4699E773}"/>
                    </a:ext>
                  </a:extLst>
                </p14:cNvPr>
                <p14:cNvContentPartPr/>
                <p14:nvPr/>
              </p14:nvContentPartPr>
              <p14:xfrm>
                <a:off x="2860814" y="3171965"/>
                <a:ext cx="1161000" cy="1191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19F4ED4-CF5F-64FA-5CB0-91AA4699E77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843174" y="3153965"/>
                  <a:ext cx="119664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6CDBFB1-1435-F03D-952D-98EA23F5840B}"/>
                    </a:ext>
                  </a:extLst>
                </p14:cNvPr>
                <p14:cNvContentPartPr/>
                <p14:nvPr/>
              </p14:nvContentPartPr>
              <p14:xfrm>
                <a:off x="3954494" y="2265125"/>
                <a:ext cx="155160" cy="9975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6CDBFB1-1435-F03D-952D-98EA23F5840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936494" y="2247125"/>
                  <a:ext cx="190800" cy="10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2E639EC-ED89-437D-EC16-61D7AAED288D}"/>
                    </a:ext>
                  </a:extLst>
                </p14:cNvPr>
                <p14:cNvContentPartPr/>
                <p14:nvPr/>
              </p14:nvContentPartPr>
              <p14:xfrm>
                <a:off x="4049894" y="2700725"/>
                <a:ext cx="1153440" cy="676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2E639EC-ED89-437D-EC16-61D7AAED288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032254" y="2683085"/>
                  <a:ext cx="118908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9A82139-8FA0-420E-D235-0E3A9C4AD98F}"/>
                    </a:ext>
                  </a:extLst>
                </p14:cNvPr>
                <p14:cNvContentPartPr/>
                <p14:nvPr/>
              </p14:nvContentPartPr>
              <p14:xfrm>
                <a:off x="366374" y="3006005"/>
                <a:ext cx="1092960" cy="1587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9A82139-8FA0-420E-D235-0E3A9C4AD98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48734" y="2988365"/>
                  <a:ext cx="1128600" cy="194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8BF7F99D-773E-B119-1246-3DBBDBE69EA8}"/>
                  </a:ext>
                </a:extLst>
              </p14:cNvPr>
              <p14:cNvContentPartPr/>
              <p14:nvPr/>
            </p14:nvContentPartPr>
            <p14:xfrm>
              <a:off x="832934" y="1307165"/>
              <a:ext cx="436320" cy="975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8BF7F99D-773E-B119-1246-3DBBDBE69EA8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814934" y="1289525"/>
                <a:ext cx="471960" cy="13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34AD4DBA-8603-E667-C6FC-010864156401}"/>
                  </a:ext>
                </a:extLst>
              </p14:cNvPr>
              <p14:cNvContentPartPr/>
              <p14:nvPr/>
            </p14:nvContentPartPr>
            <p14:xfrm>
              <a:off x="4837574" y="973085"/>
              <a:ext cx="99360" cy="1119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34AD4DBA-8603-E667-C6FC-010864156401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4819574" y="955085"/>
                <a:ext cx="135000" cy="14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E4B8649B-4DFD-455E-7099-56D121FB522A}"/>
                  </a:ext>
                </a:extLst>
              </p14:cNvPr>
              <p14:cNvContentPartPr/>
              <p14:nvPr/>
            </p14:nvContentPartPr>
            <p14:xfrm>
              <a:off x="5044214" y="2633405"/>
              <a:ext cx="96120" cy="14148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E4B8649B-4DFD-455E-7099-56D121FB522A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026214" y="2615405"/>
                <a:ext cx="131760" cy="177120"/>
              </a:xfrm>
              <a:prstGeom prst="rect">
                <a:avLst/>
              </a:prstGeom>
            </p:spPr>
          </p:pic>
        </mc:Fallback>
      </mc:AlternateContent>
      <p:grpSp>
        <p:nvGrpSpPr>
          <p:cNvPr id="34" name="Group 33">
            <a:extLst>
              <a:ext uri="{FF2B5EF4-FFF2-40B4-BE49-F238E27FC236}">
                <a16:creationId xmlns:a16="http://schemas.microsoft.com/office/drawing/2014/main" id="{99B8A69C-038B-7007-EBA3-961449D3B819}"/>
              </a:ext>
            </a:extLst>
          </p:cNvPr>
          <p:cNvGrpSpPr/>
          <p:nvPr/>
        </p:nvGrpSpPr>
        <p:grpSpPr>
          <a:xfrm>
            <a:off x="783614" y="231845"/>
            <a:ext cx="966960" cy="343800"/>
            <a:chOff x="783614" y="231845"/>
            <a:chExt cx="966960" cy="343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EF96CF1-CDB4-17AC-1B41-9B576D8E6F33}"/>
                    </a:ext>
                  </a:extLst>
                </p14:cNvPr>
                <p14:cNvContentPartPr/>
                <p14:nvPr/>
              </p14:nvContentPartPr>
              <p14:xfrm>
                <a:off x="783614" y="231845"/>
                <a:ext cx="141840" cy="3438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EF96CF1-CDB4-17AC-1B41-9B576D8E6F3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65974" y="214205"/>
                  <a:ext cx="177480" cy="37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A27E696-8384-88D0-2B94-3F4E8EF40B25}"/>
                    </a:ext>
                  </a:extLst>
                </p14:cNvPr>
                <p14:cNvContentPartPr/>
                <p14:nvPr/>
              </p14:nvContentPartPr>
              <p14:xfrm>
                <a:off x="955694" y="362885"/>
                <a:ext cx="184680" cy="1839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A27E696-8384-88D0-2B94-3F4E8EF40B2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38054" y="344885"/>
                  <a:ext cx="22032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5CC275B7-1924-CFF5-11F9-D4A605F8F4C8}"/>
                    </a:ext>
                  </a:extLst>
                </p14:cNvPr>
                <p14:cNvContentPartPr/>
                <p14:nvPr/>
              </p14:nvContentPartPr>
              <p14:xfrm>
                <a:off x="1186094" y="392765"/>
                <a:ext cx="77760" cy="712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5CC275B7-1924-CFF5-11F9-D4A605F8F4C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168094" y="374765"/>
                  <a:ext cx="11340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F4A7DACD-EC6F-1E0C-4AAB-C52259BEAE86}"/>
                    </a:ext>
                  </a:extLst>
                </p14:cNvPr>
                <p14:cNvContentPartPr/>
                <p14:nvPr/>
              </p14:nvContentPartPr>
              <p14:xfrm>
                <a:off x="1388054" y="397085"/>
                <a:ext cx="23760" cy="975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F4A7DACD-EC6F-1E0C-4AAB-C52259BEAE8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370414" y="379445"/>
                  <a:ext cx="5940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8BCE5F3-DF90-2642-B5A3-65B9E3566DC6}"/>
                    </a:ext>
                  </a:extLst>
                </p14:cNvPr>
                <p14:cNvContentPartPr/>
                <p14:nvPr/>
              </p14:nvContentPartPr>
              <p14:xfrm>
                <a:off x="1362854" y="274325"/>
                <a:ext cx="38520" cy="658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8BCE5F3-DF90-2642-B5A3-65B9E3566DC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345214" y="256325"/>
                  <a:ext cx="7416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FC0710E-AABE-40CA-6A1E-581DC6528104}"/>
                    </a:ext>
                  </a:extLst>
                </p14:cNvPr>
                <p14:cNvContentPartPr/>
                <p14:nvPr/>
              </p14:nvContentPartPr>
              <p14:xfrm>
                <a:off x="1505414" y="344165"/>
                <a:ext cx="59760" cy="1530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FC0710E-AABE-40CA-6A1E-581DC652810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487414" y="326525"/>
                  <a:ext cx="9540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ED449F4-97EB-EC2B-7127-9CB95F4263A8}"/>
                    </a:ext>
                  </a:extLst>
                </p14:cNvPr>
                <p14:cNvContentPartPr/>
                <p14:nvPr/>
              </p14:nvContentPartPr>
              <p14:xfrm>
                <a:off x="1667414" y="318245"/>
                <a:ext cx="83160" cy="2070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ED449F4-97EB-EC2B-7127-9CB95F4263A8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649774" y="300245"/>
                  <a:ext cx="118800" cy="242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BCD8D0B3-DE4A-0668-D57F-5BA7063A43A6}"/>
              </a:ext>
            </a:extLst>
          </p:cNvPr>
          <p:cNvGrpSpPr/>
          <p:nvPr/>
        </p:nvGrpSpPr>
        <p:grpSpPr>
          <a:xfrm>
            <a:off x="246494" y="1870565"/>
            <a:ext cx="1350000" cy="462600"/>
            <a:chOff x="246494" y="1870565"/>
            <a:chExt cx="1350000" cy="462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19D8BAD-D4EC-C3F3-C9FF-D59C4D592880}"/>
                    </a:ext>
                  </a:extLst>
                </p14:cNvPr>
                <p14:cNvContentPartPr/>
                <p14:nvPr/>
              </p14:nvContentPartPr>
              <p14:xfrm>
                <a:off x="306974" y="2062085"/>
                <a:ext cx="87840" cy="2710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19D8BAD-D4EC-C3F3-C9FF-D59C4D59288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89334" y="2044445"/>
                  <a:ext cx="12348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F7939A5F-B0D3-E184-709F-C3988B0658EE}"/>
                    </a:ext>
                  </a:extLst>
                </p14:cNvPr>
                <p14:cNvContentPartPr/>
                <p14:nvPr/>
              </p14:nvContentPartPr>
              <p14:xfrm>
                <a:off x="246494" y="2004845"/>
                <a:ext cx="154800" cy="1461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F7939A5F-B0D3-E184-709F-C3988B0658E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28494" y="1986845"/>
                  <a:ext cx="19044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97B2993-A406-3A29-5589-9C2DA76E4C59}"/>
                    </a:ext>
                  </a:extLst>
                </p14:cNvPr>
                <p14:cNvContentPartPr/>
                <p14:nvPr/>
              </p14:nvContentPartPr>
              <p14:xfrm>
                <a:off x="494174" y="2098805"/>
                <a:ext cx="143280" cy="1116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97B2993-A406-3A29-5589-9C2DA76E4C5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76534" y="2080805"/>
                  <a:ext cx="17892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780502FA-FF5A-FF56-F005-D1D3AAD2699E}"/>
                    </a:ext>
                  </a:extLst>
                </p14:cNvPr>
                <p14:cNvContentPartPr/>
                <p14:nvPr/>
              </p14:nvContentPartPr>
              <p14:xfrm>
                <a:off x="657614" y="2048045"/>
                <a:ext cx="95760" cy="950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780502FA-FF5A-FF56-F005-D1D3AAD2699E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39614" y="2030405"/>
                  <a:ext cx="13140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2D07ECF8-5EAD-FFCC-B633-3539E0C2AF4A}"/>
                    </a:ext>
                  </a:extLst>
                </p14:cNvPr>
                <p14:cNvContentPartPr/>
                <p14:nvPr/>
              </p14:nvContentPartPr>
              <p14:xfrm>
                <a:off x="873974" y="2032205"/>
                <a:ext cx="97920" cy="1216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2D07ECF8-5EAD-FFCC-B633-3539E0C2AF4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56334" y="2014205"/>
                  <a:ext cx="13356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DD17D39C-4894-485D-2E9D-94914E19CF13}"/>
                    </a:ext>
                  </a:extLst>
                </p14:cNvPr>
                <p14:cNvContentPartPr/>
                <p14:nvPr/>
              </p14:nvContentPartPr>
              <p14:xfrm>
                <a:off x="1048934" y="1935005"/>
                <a:ext cx="41760" cy="1713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DD17D39C-4894-485D-2E9D-94914E19CF1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31294" y="1917365"/>
                  <a:ext cx="7740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A6887CB6-7EE6-0A52-6801-F0365F84A40A}"/>
                    </a:ext>
                  </a:extLst>
                </p14:cNvPr>
                <p14:cNvContentPartPr/>
                <p14:nvPr/>
              </p14:nvContentPartPr>
              <p14:xfrm>
                <a:off x="1151174" y="1913405"/>
                <a:ext cx="32760" cy="1638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A6887CB6-7EE6-0A52-6801-F0365F84A40A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133174" y="1895765"/>
                  <a:ext cx="6840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31D6DF7E-8CCB-3A81-92DA-DCE10694F626}"/>
                    </a:ext>
                  </a:extLst>
                </p14:cNvPr>
                <p14:cNvContentPartPr/>
                <p14:nvPr/>
              </p14:nvContentPartPr>
              <p14:xfrm>
                <a:off x="1258454" y="2009165"/>
                <a:ext cx="99360" cy="1252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31D6DF7E-8CCB-3A81-92DA-DCE10694F62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240454" y="1991165"/>
                  <a:ext cx="13500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D2DD5413-71F4-FFEA-BF85-26E031BE8447}"/>
                    </a:ext>
                  </a:extLst>
                </p14:cNvPr>
                <p14:cNvContentPartPr/>
                <p14:nvPr/>
              </p14:nvContentPartPr>
              <p14:xfrm>
                <a:off x="1464014" y="1870565"/>
                <a:ext cx="20880" cy="2044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D2DD5413-71F4-FFEA-BF85-26E031BE844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446014" y="1852925"/>
                  <a:ext cx="5652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708EF36D-10AF-1131-3323-14C601776E7F}"/>
                    </a:ext>
                  </a:extLst>
                </p14:cNvPr>
                <p14:cNvContentPartPr/>
                <p14:nvPr/>
              </p14:nvContentPartPr>
              <p14:xfrm>
                <a:off x="1596134" y="2099885"/>
                <a:ext cx="360" cy="32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708EF36D-10AF-1131-3323-14C601776E7F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578134" y="2082245"/>
                  <a:ext cx="36000" cy="3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EEBA60C2-34F4-ECB7-8455-C143D16290A0}"/>
              </a:ext>
            </a:extLst>
          </p:cNvPr>
          <p:cNvGrpSpPr/>
          <p:nvPr/>
        </p:nvGrpSpPr>
        <p:grpSpPr>
          <a:xfrm>
            <a:off x="2117414" y="372245"/>
            <a:ext cx="357480" cy="369000"/>
            <a:chOff x="2117414" y="372245"/>
            <a:chExt cx="357480" cy="369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8FBC9496-E650-C3FE-41E8-56B3F2CB6D34}"/>
                    </a:ext>
                  </a:extLst>
                </p14:cNvPr>
                <p14:cNvContentPartPr/>
                <p14:nvPr/>
              </p14:nvContentPartPr>
              <p14:xfrm>
                <a:off x="2143334" y="493565"/>
                <a:ext cx="27720" cy="2476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8FBC9496-E650-C3FE-41E8-56B3F2CB6D34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125694" y="475565"/>
                  <a:ext cx="6336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B52A50A8-FD1C-1E43-60AE-0B4520FB5E54}"/>
                    </a:ext>
                  </a:extLst>
                </p14:cNvPr>
                <p14:cNvContentPartPr/>
                <p14:nvPr/>
              </p14:nvContentPartPr>
              <p14:xfrm>
                <a:off x="2117414" y="372245"/>
                <a:ext cx="203760" cy="2102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B52A50A8-FD1C-1E43-60AE-0B4520FB5E54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099774" y="354245"/>
                  <a:ext cx="23940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37C7C950-BBB1-DDB5-1DE8-1FA53BF6C718}"/>
                    </a:ext>
                  </a:extLst>
                </p14:cNvPr>
                <p14:cNvContentPartPr/>
                <p14:nvPr/>
              </p14:nvContentPartPr>
              <p14:xfrm>
                <a:off x="2430254" y="507605"/>
                <a:ext cx="44640" cy="2224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37C7C950-BBB1-DDB5-1DE8-1FA53BF6C718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412254" y="489605"/>
                  <a:ext cx="80280" cy="258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0BD6D0F4-03B9-3369-10BA-E5F6EB86EB2C}"/>
              </a:ext>
            </a:extLst>
          </p:cNvPr>
          <p:cNvGrpSpPr/>
          <p:nvPr/>
        </p:nvGrpSpPr>
        <p:grpSpPr>
          <a:xfrm>
            <a:off x="3347174" y="443885"/>
            <a:ext cx="523080" cy="342360"/>
            <a:chOff x="3347174" y="443885"/>
            <a:chExt cx="523080" cy="342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80DC542-6528-C617-8059-4E75EECCFCFB}"/>
                    </a:ext>
                  </a:extLst>
                </p14:cNvPr>
                <p14:cNvContentPartPr/>
                <p14:nvPr/>
              </p14:nvContentPartPr>
              <p14:xfrm>
                <a:off x="3357974" y="560525"/>
                <a:ext cx="44640" cy="2257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80DC542-6528-C617-8059-4E75EECCFCF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340334" y="542885"/>
                  <a:ext cx="8028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3C49222-4219-CE32-4D77-8B551BCE3154}"/>
                    </a:ext>
                  </a:extLst>
                </p14:cNvPr>
                <p14:cNvContentPartPr/>
                <p14:nvPr/>
              </p14:nvContentPartPr>
              <p14:xfrm>
                <a:off x="3347174" y="443885"/>
                <a:ext cx="205920" cy="2390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3C49222-4219-CE32-4D77-8B551BCE3154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329534" y="426245"/>
                  <a:ext cx="24156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A69259CD-2C3D-07C2-C169-8E33FD73122A}"/>
                    </a:ext>
                  </a:extLst>
                </p14:cNvPr>
                <p14:cNvContentPartPr/>
                <p14:nvPr/>
              </p14:nvContentPartPr>
              <p14:xfrm>
                <a:off x="3629774" y="567725"/>
                <a:ext cx="240480" cy="1501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A69259CD-2C3D-07C2-C169-8E33FD73122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611774" y="549725"/>
                  <a:ext cx="276120" cy="185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19A63585-06B2-40FF-D386-54DC87405755}"/>
              </a:ext>
            </a:extLst>
          </p:cNvPr>
          <p:cNvGrpSpPr/>
          <p:nvPr/>
        </p:nvGrpSpPr>
        <p:grpSpPr>
          <a:xfrm>
            <a:off x="1996814" y="3699365"/>
            <a:ext cx="4027320" cy="2436120"/>
            <a:chOff x="1996814" y="3699365"/>
            <a:chExt cx="4027320" cy="2436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B1C4D0AB-0286-EC38-142D-5FC548C249D9}"/>
                    </a:ext>
                  </a:extLst>
                </p14:cNvPr>
                <p14:cNvContentPartPr/>
                <p14:nvPr/>
              </p14:nvContentPartPr>
              <p14:xfrm>
                <a:off x="2330174" y="4517285"/>
                <a:ext cx="128520" cy="8110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B1C4D0AB-0286-EC38-142D-5FC548C249D9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312534" y="4499645"/>
                  <a:ext cx="164160" cy="84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2815FE85-8E19-BC01-04C3-4D44308E5FA7}"/>
                    </a:ext>
                  </a:extLst>
                </p14:cNvPr>
                <p14:cNvContentPartPr/>
                <p14:nvPr/>
              </p14:nvContentPartPr>
              <p14:xfrm>
                <a:off x="2365814" y="4480925"/>
                <a:ext cx="266400" cy="4104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2815FE85-8E19-BC01-04C3-4D44308E5FA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347814" y="4463285"/>
                  <a:ext cx="302040" cy="44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A111356C-B297-9580-EB3E-FCA7DC7EFD41}"/>
                    </a:ext>
                  </a:extLst>
                </p14:cNvPr>
                <p14:cNvContentPartPr/>
                <p14:nvPr/>
              </p14:nvContentPartPr>
              <p14:xfrm>
                <a:off x="2915174" y="4829045"/>
                <a:ext cx="124560" cy="651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A111356C-B297-9580-EB3E-FCA7DC7EFD41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897174" y="4811405"/>
                  <a:ext cx="16020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69DF9ABB-885E-4CC0-8DA3-205B65777258}"/>
                    </a:ext>
                  </a:extLst>
                </p14:cNvPr>
                <p14:cNvContentPartPr/>
                <p14:nvPr/>
              </p14:nvContentPartPr>
              <p14:xfrm>
                <a:off x="3044774" y="4955045"/>
                <a:ext cx="126720" cy="4572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69DF9ABB-885E-4CC0-8DA3-205B65777258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027134" y="4937045"/>
                  <a:ext cx="16236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BC10AA51-566A-4B85-8169-7F9D366C24D0}"/>
                    </a:ext>
                  </a:extLst>
                </p14:cNvPr>
                <p14:cNvContentPartPr/>
                <p14:nvPr/>
              </p14:nvContentPartPr>
              <p14:xfrm>
                <a:off x="3364094" y="4579565"/>
                <a:ext cx="218520" cy="7167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BC10AA51-566A-4B85-8169-7F9D366C24D0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346454" y="4561925"/>
                  <a:ext cx="254160" cy="75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2E8DA131-970E-CFD5-05D6-5254B7E8DC9F}"/>
                    </a:ext>
                  </a:extLst>
                </p14:cNvPr>
                <p14:cNvContentPartPr/>
                <p14:nvPr/>
              </p14:nvContentPartPr>
              <p14:xfrm>
                <a:off x="3486494" y="4543925"/>
                <a:ext cx="304920" cy="34560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2E8DA131-970E-CFD5-05D6-5254B7E8DC9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468494" y="4525925"/>
                  <a:ext cx="340560" cy="38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7D746C7A-2D7B-7C2F-B2F5-BCFACB861CCF}"/>
                    </a:ext>
                  </a:extLst>
                </p14:cNvPr>
                <p14:cNvContentPartPr/>
                <p14:nvPr/>
              </p14:nvContentPartPr>
              <p14:xfrm>
                <a:off x="4058894" y="4168085"/>
                <a:ext cx="336960" cy="4514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7D746C7A-2D7B-7C2F-B2F5-BCFACB861CCF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040894" y="4150445"/>
                  <a:ext cx="372600" cy="48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1F7D233D-F28B-DB74-7381-0FF288DD11A4}"/>
                    </a:ext>
                  </a:extLst>
                </p14:cNvPr>
                <p14:cNvContentPartPr/>
                <p14:nvPr/>
              </p14:nvContentPartPr>
              <p14:xfrm>
                <a:off x="3882854" y="4768565"/>
                <a:ext cx="823680" cy="1382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1F7D233D-F28B-DB74-7381-0FF288DD11A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864854" y="4750565"/>
                  <a:ext cx="85932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03754449-4276-F9AE-5242-848D0C735AB0}"/>
                    </a:ext>
                  </a:extLst>
                </p14:cNvPr>
                <p14:cNvContentPartPr/>
                <p14:nvPr/>
              </p14:nvContentPartPr>
              <p14:xfrm>
                <a:off x="4101374" y="5100125"/>
                <a:ext cx="93960" cy="7081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03754449-4276-F9AE-5242-848D0C735AB0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083734" y="5082125"/>
                  <a:ext cx="129600" cy="74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03C9B77F-8CA9-4989-4D39-537F7096CD96}"/>
                    </a:ext>
                  </a:extLst>
                </p14:cNvPr>
                <p14:cNvContentPartPr/>
                <p14:nvPr/>
              </p14:nvContentPartPr>
              <p14:xfrm>
                <a:off x="4173734" y="5144405"/>
                <a:ext cx="298080" cy="4726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03C9B77F-8CA9-4989-4D39-537F7096CD96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156094" y="5126405"/>
                  <a:ext cx="333720" cy="50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16FE735B-9DB5-6D76-3929-3300030E60EC}"/>
                    </a:ext>
                  </a:extLst>
                </p14:cNvPr>
                <p14:cNvContentPartPr/>
                <p14:nvPr/>
              </p14:nvContentPartPr>
              <p14:xfrm>
                <a:off x="4081214" y="5430965"/>
                <a:ext cx="447840" cy="788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16FE735B-9DB5-6D76-3929-3300030E60EC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063574" y="5413325"/>
                  <a:ext cx="48348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28E2A0BF-2D7C-D735-4FCD-D8E31338CFAA}"/>
                    </a:ext>
                  </a:extLst>
                </p14:cNvPr>
                <p14:cNvContentPartPr/>
                <p14:nvPr/>
              </p14:nvContentPartPr>
              <p14:xfrm>
                <a:off x="3736334" y="4885925"/>
                <a:ext cx="1164240" cy="10800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28E2A0BF-2D7C-D735-4FCD-D8E31338CFAA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718334" y="4867925"/>
                  <a:ext cx="1199880" cy="11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B0DAF453-9EC3-392B-34B3-41169065C7C8}"/>
                    </a:ext>
                  </a:extLst>
                </p14:cNvPr>
                <p14:cNvContentPartPr/>
                <p14:nvPr/>
              </p14:nvContentPartPr>
              <p14:xfrm>
                <a:off x="4535894" y="4919405"/>
                <a:ext cx="341640" cy="1936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B0DAF453-9EC3-392B-34B3-41169065C7C8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518254" y="4901765"/>
                  <a:ext cx="37728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8A99363F-FFBA-D710-8E10-2DDE6D23D554}"/>
                    </a:ext>
                  </a:extLst>
                </p14:cNvPr>
                <p14:cNvContentPartPr/>
                <p14:nvPr/>
              </p14:nvContentPartPr>
              <p14:xfrm>
                <a:off x="5168774" y="5088965"/>
                <a:ext cx="502200" cy="4086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8A99363F-FFBA-D710-8E10-2DDE6D23D554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151134" y="5071325"/>
                  <a:ext cx="537840" cy="44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F5391DF3-6191-255A-3382-BC2939845D4D}"/>
                    </a:ext>
                  </a:extLst>
                </p14:cNvPr>
                <p14:cNvContentPartPr/>
                <p14:nvPr/>
              </p14:nvContentPartPr>
              <p14:xfrm>
                <a:off x="5694014" y="5030285"/>
                <a:ext cx="69480" cy="6325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F5391DF3-6191-255A-3382-BC2939845D4D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676014" y="5012645"/>
                  <a:ext cx="105120" cy="66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4D578E9C-639D-2823-38FF-66AC52320955}"/>
                    </a:ext>
                  </a:extLst>
                </p14:cNvPr>
                <p14:cNvContentPartPr/>
                <p14:nvPr/>
              </p14:nvContentPartPr>
              <p14:xfrm>
                <a:off x="5699414" y="5014445"/>
                <a:ext cx="284400" cy="4428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4D578E9C-639D-2823-38FF-66AC52320955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681774" y="4996805"/>
                  <a:ext cx="320040" cy="47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19A9FB79-D404-E51A-51DC-D85CE2E61E41}"/>
                    </a:ext>
                  </a:extLst>
                </p14:cNvPr>
                <p14:cNvContentPartPr/>
                <p14:nvPr/>
              </p14:nvContentPartPr>
              <p14:xfrm>
                <a:off x="5791214" y="5265005"/>
                <a:ext cx="232920" cy="961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19A9FB79-D404-E51A-51DC-D85CE2E61E41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773214" y="5247365"/>
                  <a:ext cx="26856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827167AA-8F7B-622B-04AF-352C9AE98244}"/>
                    </a:ext>
                  </a:extLst>
                </p14:cNvPr>
                <p14:cNvContentPartPr/>
                <p14:nvPr/>
              </p14:nvContentPartPr>
              <p14:xfrm>
                <a:off x="1996814" y="4259885"/>
                <a:ext cx="1192320" cy="13575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827167AA-8F7B-622B-04AF-352C9AE98244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979174" y="4241885"/>
                  <a:ext cx="1227960" cy="139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9A5A3871-EEFA-CA43-DDB7-77F9EB2F855E}"/>
                    </a:ext>
                  </a:extLst>
                </p14:cNvPr>
                <p14:cNvContentPartPr/>
                <p14:nvPr/>
              </p14:nvContentPartPr>
              <p14:xfrm>
                <a:off x="2305334" y="3699365"/>
                <a:ext cx="631080" cy="242064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9A5A3871-EEFA-CA43-DDB7-77F9EB2F855E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2287694" y="3681725"/>
                  <a:ext cx="666720" cy="245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50A35AAC-CA54-0322-90F1-DF552A1A0B0F}"/>
                    </a:ext>
                  </a:extLst>
                </p14:cNvPr>
                <p14:cNvContentPartPr/>
                <p14:nvPr/>
              </p14:nvContentPartPr>
              <p14:xfrm>
                <a:off x="2125694" y="5877725"/>
                <a:ext cx="370080" cy="2577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50A35AAC-CA54-0322-90F1-DF552A1A0B0F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2107694" y="5859725"/>
                  <a:ext cx="405720" cy="293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BF2ED9C9-3F90-2C8C-1ADD-971E0DD3BCA8}"/>
                  </a:ext>
                </a:extLst>
              </p14:cNvPr>
              <p14:cNvContentPartPr/>
              <p14:nvPr/>
            </p14:nvContentPartPr>
            <p14:xfrm>
              <a:off x="8305094" y="529205"/>
              <a:ext cx="159840" cy="401400"/>
            </p14:xfrm>
          </p:contentPart>
        </mc:Choice>
        <mc:Fallback xmlns=""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BF2ED9C9-3F90-2C8C-1ADD-971E0DD3BCA8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8251454" y="421205"/>
                <a:ext cx="267480" cy="61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426F1653-B5AF-63F1-F18F-E0785F541AD7}"/>
                  </a:ext>
                </a:extLst>
              </p14:cNvPr>
              <p14:cNvContentPartPr/>
              <p14:nvPr/>
            </p14:nvContentPartPr>
            <p14:xfrm>
              <a:off x="8410214" y="1017725"/>
              <a:ext cx="206640" cy="1059120"/>
            </p14:xfrm>
          </p:contentPart>
        </mc:Choice>
        <mc:Fallback xmlns=""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426F1653-B5AF-63F1-F18F-E0785F541AD7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8356574" y="910085"/>
                <a:ext cx="314280" cy="127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5490DE8F-907E-377D-209E-977CBD7800A8}"/>
                  </a:ext>
                </a:extLst>
              </p14:cNvPr>
              <p14:cNvContentPartPr/>
              <p14:nvPr/>
            </p14:nvContentPartPr>
            <p14:xfrm>
              <a:off x="8286374" y="1359725"/>
              <a:ext cx="234000" cy="144720"/>
            </p14:xfrm>
          </p:contentPart>
        </mc:Choice>
        <mc:Fallback xmlns=""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5490DE8F-907E-377D-209E-977CBD7800A8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8232734" y="1251725"/>
                <a:ext cx="341640" cy="36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559BF431-B6A0-C146-A9DB-98A3A871B738}"/>
                  </a:ext>
                </a:extLst>
              </p14:cNvPr>
              <p14:cNvContentPartPr/>
              <p14:nvPr/>
            </p14:nvContentPartPr>
            <p14:xfrm>
              <a:off x="8441894" y="924125"/>
              <a:ext cx="199080" cy="77040"/>
            </p14:xfrm>
          </p:contentPart>
        </mc:Choice>
        <mc:Fallback xmlns=""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559BF431-B6A0-C146-A9DB-98A3A871B738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8387894" y="816485"/>
                <a:ext cx="306720" cy="29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FFCE9D7E-E409-63F7-55A0-27B696A6E0AF}"/>
                  </a:ext>
                </a:extLst>
              </p14:cNvPr>
              <p14:cNvContentPartPr/>
              <p14:nvPr/>
            </p14:nvContentPartPr>
            <p14:xfrm>
              <a:off x="8096294" y="414365"/>
              <a:ext cx="353160" cy="179280"/>
            </p14:xfrm>
          </p:contentPart>
        </mc:Choice>
        <mc:Fallback xmlns=""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FFCE9D7E-E409-63F7-55A0-27B696A6E0AF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8042294" y="306365"/>
                <a:ext cx="460800" cy="39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91A61A37-D527-6C31-4ABB-A32856DD58B0}"/>
                  </a:ext>
                </a:extLst>
              </p14:cNvPr>
              <p14:cNvContentPartPr/>
              <p14:nvPr/>
            </p14:nvContentPartPr>
            <p14:xfrm>
              <a:off x="8243534" y="1414445"/>
              <a:ext cx="216720" cy="31320"/>
            </p14:xfrm>
          </p:contentPart>
        </mc:Choice>
        <mc:Fallback xmlns=""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91A61A37-D527-6C31-4ABB-A32856DD58B0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8189894" y="1306805"/>
                <a:ext cx="324360" cy="246960"/>
              </a:xfrm>
              <a:prstGeom prst="rect">
                <a:avLst/>
              </a:prstGeom>
            </p:spPr>
          </p:pic>
        </mc:Fallback>
      </mc:AlternateContent>
      <p:grpSp>
        <p:nvGrpSpPr>
          <p:cNvPr id="219" name="Group 218">
            <a:extLst>
              <a:ext uri="{FF2B5EF4-FFF2-40B4-BE49-F238E27FC236}">
                <a16:creationId xmlns:a16="http://schemas.microsoft.com/office/drawing/2014/main" id="{6FFE573D-98A5-B54E-DF92-083D2DDA6F66}"/>
              </a:ext>
            </a:extLst>
          </p:cNvPr>
          <p:cNvGrpSpPr/>
          <p:nvPr/>
        </p:nvGrpSpPr>
        <p:grpSpPr>
          <a:xfrm>
            <a:off x="6333014" y="4203725"/>
            <a:ext cx="910800" cy="468720"/>
            <a:chOff x="6333014" y="4203725"/>
            <a:chExt cx="910800" cy="468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C7BC2ACD-5D76-1932-12BE-A3A2C52D2997}"/>
                    </a:ext>
                  </a:extLst>
                </p14:cNvPr>
                <p14:cNvContentPartPr/>
                <p14:nvPr/>
              </p14:nvContentPartPr>
              <p14:xfrm>
                <a:off x="6358574" y="4303805"/>
                <a:ext cx="18720" cy="31896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C7BC2ACD-5D76-1932-12BE-A3A2C52D2997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340574" y="4285805"/>
                  <a:ext cx="54360" cy="35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96FB34F6-E14B-FBD3-731F-F68879B2FB76}"/>
                    </a:ext>
                  </a:extLst>
                </p14:cNvPr>
                <p14:cNvContentPartPr/>
                <p14:nvPr/>
              </p14:nvContentPartPr>
              <p14:xfrm>
                <a:off x="6333014" y="4203725"/>
                <a:ext cx="172800" cy="27900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96FB34F6-E14B-FBD3-731F-F68879B2FB76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315374" y="4185725"/>
                  <a:ext cx="20844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45D92DA5-F45C-D03B-CBDF-B4AC9D3E12B8}"/>
                    </a:ext>
                  </a:extLst>
                </p14:cNvPr>
                <p14:cNvContentPartPr/>
                <p14:nvPr/>
              </p14:nvContentPartPr>
              <p14:xfrm>
                <a:off x="6582134" y="4404245"/>
                <a:ext cx="34920" cy="26820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45D92DA5-F45C-D03B-CBDF-B4AC9D3E12B8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564494" y="4386605"/>
                  <a:ext cx="7056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1DAADA4D-8450-DD6B-8085-AFB6AEA0ADD1}"/>
                    </a:ext>
                  </a:extLst>
                </p14:cNvPr>
                <p14:cNvContentPartPr/>
                <p14:nvPr/>
              </p14:nvContentPartPr>
              <p14:xfrm>
                <a:off x="6582494" y="4414685"/>
                <a:ext cx="140040" cy="16128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1DAADA4D-8450-DD6B-8085-AFB6AEA0ADD1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564854" y="4397045"/>
                  <a:ext cx="17568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DBF83DA6-FE7E-144B-3B88-149C0EC54CAC}"/>
                    </a:ext>
                  </a:extLst>
                </p14:cNvPr>
                <p14:cNvContentPartPr/>
                <p14:nvPr/>
              </p14:nvContentPartPr>
              <p14:xfrm>
                <a:off x="6626774" y="4520885"/>
                <a:ext cx="85320" cy="3744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DBF83DA6-FE7E-144B-3B88-149C0EC54CAC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609134" y="4503245"/>
                  <a:ext cx="12096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050EDC49-1FA6-E06E-1C30-F61CB0A0319E}"/>
                    </a:ext>
                  </a:extLst>
                </p14:cNvPr>
                <p14:cNvContentPartPr/>
                <p14:nvPr/>
              </p14:nvContentPartPr>
              <p14:xfrm>
                <a:off x="6830534" y="4404245"/>
                <a:ext cx="24480" cy="14616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050EDC49-1FA6-E06E-1C30-F61CB0A0319E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6812894" y="4386605"/>
                  <a:ext cx="6012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3693D7F7-BD54-3834-04B3-B900EFB4F01F}"/>
                    </a:ext>
                  </a:extLst>
                </p14:cNvPr>
                <p14:cNvContentPartPr/>
                <p14:nvPr/>
              </p14:nvContentPartPr>
              <p14:xfrm>
                <a:off x="6803174" y="4389125"/>
                <a:ext cx="201960" cy="21780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3693D7F7-BD54-3834-04B3-B900EFB4F01F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6785174" y="4371485"/>
                  <a:ext cx="23760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354580AB-6312-3DC2-CE61-B24196C9CA27}"/>
                    </a:ext>
                  </a:extLst>
                </p14:cNvPr>
                <p14:cNvContentPartPr/>
                <p14:nvPr/>
              </p14:nvContentPartPr>
              <p14:xfrm>
                <a:off x="7149134" y="4392005"/>
                <a:ext cx="55080" cy="1296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354580AB-6312-3DC2-CE61-B24196C9CA27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7131134" y="4374005"/>
                  <a:ext cx="9072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DC47A688-153C-BF65-4839-CCD2B35C7F91}"/>
                    </a:ext>
                  </a:extLst>
                </p14:cNvPr>
                <p14:cNvContentPartPr/>
                <p14:nvPr/>
              </p14:nvContentPartPr>
              <p14:xfrm>
                <a:off x="7162094" y="4464005"/>
                <a:ext cx="81720" cy="4644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DC47A688-153C-BF65-4839-CCD2B35C7F91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7144094" y="4446005"/>
                  <a:ext cx="117360" cy="82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220" name="Ink 219">
                <a:extLst>
                  <a:ext uri="{FF2B5EF4-FFF2-40B4-BE49-F238E27FC236}">
                    <a16:creationId xmlns:a16="http://schemas.microsoft.com/office/drawing/2014/main" id="{82A09EC3-19F9-A215-F51E-4151369A366E}"/>
                  </a:ext>
                </a:extLst>
              </p14:cNvPr>
              <p14:cNvContentPartPr/>
              <p14:nvPr/>
            </p14:nvContentPartPr>
            <p14:xfrm>
              <a:off x="6185774" y="2286005"/>
              <a:ext cx="680040" cy="542880"/>
            </p14:xfrm>
          </p:contentPart>
        </mc:Choice>
        <mc:Fallback xmlns="">
          <p:pic>
            <p:nvPicPr>
              <p:cNvPr id="220" name="Ink 219">
                <a:extLst>
                  <a:ext uri="{FF2B5EF4-FFF2-40B4-BE49-F238E27FC236}">
                    <a16:creationId xmlns:a16="http://schemas.microsoft.com/office/drawing/2014/main" id="{82A09EC3-19F9-A215-F51E-4151369A366E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6132134" y="2178365"/>
                <a:ext cx="787680" cy="75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225" name="Ink 224">
                <a:extLst>
                  <a:ext uri="{FF2B5EF4-FFF2-40B4-BE49-F238E27FC236}">
                    <a16:creationId xmlns:a16="http://schemas.microsoft.com/office/drawing/2014/main" id="{F221C599-379A-00CE-3243-8B46D72CAC5F}"/>
                  </a:ext>
                </a:extLst>
              </p14:cNvPr>
              <p14:cNvContentPartPr/>
              <p14:nvPr/>
            </p14:nvContentPartPr>
            <p14:xfrm>
              <a:off x="7484294" y="2226605"/>
              <a:ext cx="1008000" cy="1385280"/>
            </p14:xfrm>
          </p:contentPart>
        </mc:Choice>
        <mc:Fallback xmlns="">
          <p:pic>
            <p:nvPicPr>
              <p:cNvPr id="225" name="Ink 224">
                <a:extLst>
                  <a:ext uri="{FF2B5EF4-FFF2-40B4-BE49-F238E27FC236}">
                    <a16:creationId xmlns:a16="http://schemas.microsoft.com/office/drawing/2014/main" id="{F221C599-379A-00CE-3243-8B46D72CAC5F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7430294" y="2118605"/>
                <a:ext cx="1115640" cy="160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226" name="Ink 225">
                <a:extLst>
                  <a:ext uri="{FF2B5EF4-FFF2-40B4-BE49-F238E27FC236}">
                    <a16:creationId xmlns:a16="http://schemas.microsoft.com/office/drawing/2014/main" id="{DAFECA7C-BA11-4746-D0CC-3A8B10595F39}"/>
                  </a:ext>
                </a:extLst>
              </p14:cNvPr>
              <p14:cNvContentPartPr/>
              <p14:nvPr/>
            </p14:nvContentPartPr>
            <p14:xfrm>
              <a:off x="8026094" y="3503885"/>
              <a:ext cx="403560" cy="245880"/>
            </p14:xfrm>
          </p:contentPart>
        </mc:Choice>
        <mc:Fallback xmlns="">
          <p:pic>
            <p:nvPicPr>
              <p:cNvPr id="226" name="Ink 225">
                <a:extLst>
                  <a:ext uri="{FF2B5EF4-FFF2-40B4-BE49-F238E27FC236}">
                    <a16:creationId xmlns:a16="http://schemas.microsoft.com/office/drawing/2014/main" id="{DAFECA7C-BA11-4746-D0CC-3A8B10595F39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7972094" y="3396245"/>
                <a:ext cx="511200" cy="461520"/>
              </a:xfrm>
              <a:prstGeom prst="rect">
                <a:avLst/>
              </a:prstGeom>
            </p:spPr>
          </p:pic>
        </mc:Fallback>
      </mc:AlternateContent>
      <p:grpSp>
        <p:nvGrpSpPr>
          <p:cNvPr id="232" name="Group 231">
            <a:extLst>
              <a:ext uri="{FF2B5EF4-FFF2-40B4-BE49-F238E27FC236}">
                <a16:creationId xmlns:a16="http://schemas.microsoft.com/office/drawing/2014/main" id="{9F638FD7-11C5-7BA9-8DB2-3DE260BAEBFC}"/>
              </a:ext>
            </a:extLst>
          </p:cNvPr>
          <p:cNvGrpSpPr/>
          <p:nvPr/>
        </p:nvGrpSpPr>
        <p:grpSpPr>
          <a:xfrm>
            <a:off x="7770854" y="4277885"/>
            <a:ext cx="796680" cy="446760"/>
            <a:chOff x="7770854" y="4277885"/>
            <a:chExt cx="796680" cy="446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5FFADF10-C232-6D0E-B192-8E67DE6B414B}"/>
                    </a:ext>
                  </a:extLst>
                </p14:cNvPr>
                <p14:cNvContentPartPr/>
                <p14:nvPr/>
              </p14:nvContentPartPr>
              <p14:xfrm>
                <a:off x="7773734" y="4289765"/>
                <a:ext cx="31320" cy="36432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5FFADF10-C232-6D0E-B192-8E67DE6B414B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756094" y="4272125"/>
                  <a:ext cx="66960" cy="39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B64E0A0B-493F-1F16-B383-292D0D294B79}"/>
                    </a:ext>
                  </a:extLst>
                </p14:cNvPr>
                <p14:cNvContentPartPr/>
                <p14:nvPr/>
              </p14:nvContentPartPr>
              <p14:xfrm>
                <a:off x="7770854" y="4277885"/>
                <a:ext cx="270720" cy="30204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B64E0A0B-493F-1F16-B383-292D0D294B79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752854" y="4259885"/>
                  <a:ext cx="306360" cy="33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2D4CED63-EA87-3B40-62E0-BB1051136582}"/>
                    </a:ext>
                  </a:extLst>
                </p14:cNvPr>
                <p14:cNvContentPartPr/>
                <p14:nvPr/>
              </p14:nvContentPartPr>
              <p14:xfrm>
                <a:off x="8144534" y="4425125"/>
                <a:ext cx="82800" cy="29952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2D4CED63-EA87-3B40-62E0-BB1051136582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8126534" y="4407125"/>
                  <a:ext cx="11844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55BC59CF-DCC2-831E-72C2-6A0F054561DF}"/>
                    </a:ext>
                  </a:extLst>
                </p14:cNvPr>
                <p14:cNvContentPartPr/>
                <p14:nvPr/>
              </p14:nvContentPartPr>
              <p14:xfrm>
                <a:off x="8312654" y="4429805"/>
                <a:ext cx="254880" cy="4248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55BC59CF-DCC2-831E-72C2-6A0F054561DF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8294654" y="4412165"/>
                  <a:ext cx="29052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849D0EDC-CCDC-FF89-33D5-A82AFECCD9C0}"/>
                    </a:ext>
                  </a:extLst>
                </p14:cNvPr>
                <p14:cNvContentPartPr/>
                <p14:nvPr/>
              </p14:nvContentPartPr>
              <p14:xfrm>
                <a:off x="8469974" y="4349525"/>
                <a:ext cx="46800" cy="22608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849D0EDC-CCDC-FF89-33D5-A82AFECCD9C0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8452334" y="4331525"/>
                  <a:ext cx="82440" cy="261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9C004826-7D0B-A45A-9CE1-79879AFDF06C}"/>
              </a:ext>
            </a:extLst>
          </p:cNvPr>
          <p:cNvGrpSpPr/>
          <p:nvPr/>
        </p:nvGrpSpPr>
        <p:grpSpPr>
          <a:xfrm>
            <a:off x="8750774" y="4185005"/>
            <a:ext cx="1318680" cy="479520"/>
            <a:chOff x="8750774" y="4185005"/>
            <a:chExt cx="1318680" cy="479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0CFD4798-1D06-5608-8399-D4DC05EE733D}"/>
                    </a:ext>
                  </a:extLst>
                </p14:cNvPr>
                <p14:cNvContentPartPr/>
                <p14:nvPr/>
              </p14:nvContentPartPr>
              <p14:xfrm>
                <a:off x="8764094" y="4245485"/>
                <a:ext cx="32400" cy="29916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0CFD4798-1D06-5608-8399-D4DC05EE733D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8746454" y="4227845"/>
                  <a:ext cx="68040" cy="33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322FE4D3-5D68-D81B-5FA9-25B7BC72C731}"/>
                    </a:ext>
                  </a:extLst>
                </p14:cNvPr>
                <p14:cNvContentPartPr/>
                <p14:nvPr/>
              </p14:nvContentPartPr>
              <p14:xfrm>
                <a:off x="8750774" y="4185005"/>
                <a:ext cx="194400" cy="22680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322FE4D3-5D68-D81B-5FA9-25B7BC72C731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733134" y="4167365"/>
                  <a:ext cx="23004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2C3A8D54-945F-6D50-ECF6-1A5C721B6254}"/>
                    </a:ext>
                  </a:extLst>
                </p14:cNvPr>
                <p14:cNvContentPartPr/>
                <p14:nvPr/>
              </p14:nvContentPartPr>
              <p14:xfrm>
                <a:off x="8989094" y="4353125"/>
                <a:ext cx="160560" cy="21636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2C3A8D54-945F-6D50-ECF6-1A5C721B6254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971094" y="4335125"/>
                  <a:ext cx="19620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1BB763F7-875C-A563-D768-858417AF2194}"/>
                    </a:ext>
                  </a:extLst>
                </p14:cNvPr>
                <p14:cNvContentPartPr/>
                <p14:nvPr/>
              </p14:nvContentPartPr>
              <p14:xfrm>
                <a:off x="9270974" y="4261325"/>
                <a:ext cx="37800" cy="27828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1BB763F7-875C-A563-D768-858417AF2194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9253334" y="4243685"/>
                  <a:ext cx="7344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6FF8B676-7226-3127-6A45-78B7F8903040}"/>
                    </a:ext>
                  </a:extLst>
                </p14:cNvPr>
                <p14:cNvContentPartPr/>
                <p14:nvPr/>
              </p14:nvContentPartPr>
              <p14:xfrm>
                <a:off x="9405254" y="4249805"/>
                <a:ext cx="73080" cy="33624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6FF8B676-7226-3127-6A45-78B7F8903040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9387614" y="4231805"/>
                  <a:ext cx="108720" cy="37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3945867D-5755-24DA-09BD-665BCFDADE5A}"/>
                    </a:ext>
                  </a:extLst>
                </p14:cNvPr>
                <p14:cNvContentPartPr/>
                <p14:nvPr/>
              </p14:nvContentPartPr>
              <p14:xfrm>
                <a:off x="9590294" y="4224605"/>
                <a:ext cx="54000" cy="32580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3945867D-5755-24DA-09BD-665BCFDADE5A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9572294" y="4206965"/>
                  <a:ext cx="89640" cy="36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85849C18-70A4-FDD3-B0F1-E8B170F910C1}"/>
                    </a:ext>
                  </a:extLst>
                </p14:cNvPr>
                <p14:cNvContentPartPr/>
                <p14:nvPr/>
              </p14:nvContentPartPr>
              <p14:xfrm>
                <a:off x="9629894" y="4213805"/>
                <a:ext cx="176760" cy="19260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85849C18-70A4-FDD3-B0F1-E8B170F910C1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9611894" y="4195805"/>
                  <a:ext cx="21240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F2F1C22E-4435-FDB5-00BC-0BC91B2EBAA6}"/>
                    </a:ext>
                  </a:extLst>
                </p14:cNvPr>
                <p14:cNvContentPartPr/>
                <p14:nvPr/>
              </p14:nvContentPartPr>
              <p14:xfrm>
                <a:off x="9938414" y="4407845"/>
                <a:ext cx="131040" cy="25668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F2F1C22E-4435-FDB5-00BC-0BC91B2EBAA6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9920774" y="4389845"/>
                  <a:ext cx="166680" cy="292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0" name="Group 259">
            <a:extLst>
              <a:ext uri="{FF2B5EF4-FFF2-40B4-BE49-F238E27FC236}">
                <a16:creationId xmlns:a16="http://schemas.microsoft.com/office/drawing/2014/main" id="{94506ED8-41B6-709E-C19C-2EFC08D8EB7D}"/>
              </a:ext>
            </a:extLst>
          </p:cNvPr>
          <p:cNvGrpSpPr/>
          <p:nvPr/>
        </p:nvGrpSpPr>
        <p:grpSpPr>
          <a:xfrm>
            <a:off x="322814" y="3713765"/>
            <a:ext cx="2274120" cy="698760"/>
            <a:chOff x="322814" y="3713765"/>
            <a:chExt cx="2274120" cy="698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47FEAD57-306C-24F9-BE43-B4F0CE174DDD}"/>
                    </a:ext>
                  </a:extLst>
                </p14:cNvPr>
                <p14:cNvContentPartPr/>
                <p14:nvPr/>
              </p14:nvContentPartPr>
              <p14:xfrm>
                <a:off x="371414" y="4021925"/>
                <a:ext cx="87120" cy="37296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47FEAD57-306C-24F9-BE43-B4F0CE174DDD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353774" y="4004285"/>
                  <a:ext cx="122760" cy="40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019B8A17-BC63-AD2C-EF81-8682E1ED8D4B}"/>
                    </a:ext>
                  </a:extLst>
                </p14:cNvPr>
                <p14:cNvContentPartPr/>
                <p14:nvPr/>
              </p14:nvContentPartPr>
              <p14:xfrm>
                <a:off x="322814" y="4010405"/>
                <a:ext cx="194760" cy="27288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019B8A17-BC63-AD2C-EF81-8682E1ED8D4B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305174" y="3992405"/>
                  <a:ext cx="23040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B2F787D9-6D84-16FC-9CED-F4248843086B}"/>
                    </a:ext>
                  </a:extLst>
                </p14:cNvPr>
                <p14:cNvContentPartPr/>
                <p14:nvPr/>
              </p14:nvContentPartPr>
              <p14:xfrm>
                <a:off x="656174" y="4129565"/>
                <a:ext cx="52560" cy="28296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B2F787D9-6D84-16FC-9CED-F4248843086B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638174" y="4111565"/>
                  <a:ext cx="8820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B689438F-3561-BE8F-CB8F-4A61585FF9A7}"/>
                    </a:ext>
                  </a:extLst>
                </p14:cNvPr>
                <p14:cNvContentPartPr/>
                <p14:nvPr/>
              </p14:nvContentPartPr>
              <p14:xfrm>
                <a:off x="616214" y="4287965"/>
                <a:ext cx="144000" cy="7020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B689438F-3561-BE8F-CB8F-4A61585FF9A7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598574" y="4269965"/>
                  <a:ext cx="17964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BB4FBB19-11DF-949D-D49F-3F39A5CF25EF}"/>
                    </a:ext>
                  </a:extLst>
                </p14:cNvPr>
                <p14:cNvContentPartPr/>
                <p14:nvPr/>
              </p14:nvContentPartPr>
              <p14:xfrm>
                <a:off x="805574" y="4275725"/>
                <a:ext cx="82080" cy="11412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BB4FBB19-11DF-949D-D49F-3F39A5CF25EF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787934" y="4257725"/>
                  <a:ext cx="11772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107AEFE0-89C2-3249-6A56-8DA066E0ABF0}"/>
                    </a:ext>
                  </a:extLst>
                </p14:cNvPr>
                <p14:cNvContentPartPr/>
                <p14:nvPr/>
              </p14:nvContentPartPr>
              <p14:xfrm>
                <a:off x="997094" y="4089605"/>
                <a:ext cx="52200" cy="28908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107AEFE0-89C2-3249-6A56-8DA066E0ABF0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979454" y="4071965"/>
                  <a:ext cx="87840" cy="32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570368FF-E726-3396-8BA3-A70763DF6E80}"/>
                    </a:ext>
                  </a:extLst>
                </p14:cNvPr>
                <p14:cNvContentPartPr/>
                <p14:nvPr/>
              </p14:nvContentPartPr>
              <p14:xfrm>
                <a:off x="921494" y="4166645"/>
                <a:ext cx="111960" cy="6336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570368FF-E726-3396-8BA3-A70763DF6E80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903854" y="4148645"/>
                  <a:ext cx="14760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FE07CF95-613C-FE97-2B03-61BD57E8381A}"/>
                    </a:ext>
                  </a:extLst>
                </p14:cNvPr>
                <p14:cNvContentPartPr/>
                <p14:nvPr/>
              </p14:nvContentPartPr>
              <p14:xfrm>
                <a:off x="1240454" y="4110485"/>
                <a:ext cx="33480" cy="3024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FE07CF95-613C-FE97-2B03-61BD57E8381A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222454" y="4092845"/>
                  <a:ext cx="6912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EFEE9E1B-FF48-5518-E221-2275CC2EF3BF}"/>
                    </a:ext>
                  </a:extLst>
                </p14:cNvPr>
                <p14:cNvContentPartPr/>
                <p14:nvPr/>
              </p14:nvContentPartPr>
              <p14:xfrm>
                <a:off x="1269614" y="4159085"/>
                <a:ext cx="51840" cy="3600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EFEE9E1B-FF48-5518-E221-2275CC2EF3BF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251614" y="4141085"/>
                  <a:ext cx="8748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75E46FE0-FA97-8222-2657-18ABA3F95A35}"/>
                    </a:ext>
                  </a:extLst>
                </p14:cNvPr>
                <p14:cNvContentPartPr/>
                <p14:nvPr/>
              </p14:nvContentPartPr>
              <p14:xfrm>
                <a:off x="1412174" y="3909245"/>
                <a:ext cx="54720" cy="39528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75E46FE0-FA97-8222-2657-18ABA3F95A35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394534" y="3891605"/>
                  <a:ext cx="90360" cy="43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CD0C6434-36A0-B29F-98BB-06BC81C4271C}"/>
                    </a:ext>
                  </a:extLst>
                </p14:cNvPr>
                <p14:cNvContentPartPr/>
                <p14:nvPr/>
              </p14:nvContentPartPr>
              <p14:xfrm>
                <a:off x="1332254" y="3891965"/>
                <a:ext cx="166320" cy="28260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CD0C6434-36A0-B29F-98BB-06BC81C4271C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314254" y="3874325"/>
                  <a:ext cx="20196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E3A02665-4DD5-8D48-223D-362191E3905E}"/>
                    </a:ext>
                  </a:extLst>
                </p14:cNvPr>
                <p14:cNvContentPartPr/>
                <p14:nvPr/>
              </p14:nvContentPartPr>
              <p14:xfrm>
                <a:off x="1667054" y="4068365"/>
                <a:ext cx="39600" cy="19404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E3A02665-4DD5-8D48-223D-362191E3905E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649414" y="4050365"/>
                  <a:ext cx="7524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640AEB14-4EB0-A7EA-11D3-51B34097613B}"/>
                    </a:ext>
                  </a:extLst>
                </p14:cNvPr>
                <p14:cNvContentPartPr/>
                <p14:nvPr/>
              </p14:nvContentPartPr>
              <p14:xfrm>
                <a:off x="1885574" y="3907085"/>
                <a:ext cx="57600" cy="23508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640AEB14-4EB0-A7EA-11D3-51B34097613B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867574" y="3889085"/>
                  <a:ext cx="9324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D64FE2BC-9AE0-E521-E955-6B137401078F}"/>
                    </a:ext>
                  </a:extLst>
                </p14:cNvPr>
                <p14:cNvContentPartPr/>
                <p14:nvPr/>
              </p14:nvContentPartPr>
              <p14:xfrm>
                <a:off x="1997894" y="3859205"/>
                <a:ext cx="48600" cy="27000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D64FE2BC-9AE0-E521-E955-6B137401078F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979894" y="3841565"/>
                  <a:ext cx="8424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F8535C34-756C-08A0-42DB-7411317C77CB}"/>
                    </a:ext>
                  </a:extLst>
                </p14:cNvPr>
                <p14:cNvContentPartPr/>
                <p14:nvPr/>
              </p14:nvContentPartPr>
              <p14:xfrm>
                <a:off x="2131454" y="3786125"/>
                <a:ext cx="59760" cy="25200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F8535C34-756C-08A0-42DB-7411317C77CB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2113454" y="3768485"/>
                  <a:ext cx="9540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B3C466EE-BE56-3539-00CB-93D4331DEFFA}"/>
                    </a:ext>
                  </a:extLst>
                </p14:cNvPr>
                <p14:cNvContentPartPr/>
                <p14:nvPr/>
              </p14:nvContentPartPr>
              <p14:xfrm>
                <a:off x="2142974" y="3713765"/>
                <a:ext cx="193320" cy="23976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B3C466EE-BE56-3539-00CB-93D4331DEFFA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2124974" y="3696125"/>
                  <a:ext cx="22896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5A336CB7-B7B2-339B-7817-19D374D564ED}"/>
                    </a:ext>
                  </a:extLst>
                </p14:cNvPr>
                <p14:cNvContentPartPr/>
                <p14:nvPr/>
              </p14:nvContentPartPr>
              <p14:xfrm>
                <a:off x="2409014" y="3878285"/>
                <a:ext cx="187920" cy="15264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5A336CB7-B7B2-339B-7817-19D374D564ED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2391374" y="3860645"/>
                  <a:ext cx="223560" cy="188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4">
            <p14:nvContentPartPr>
              <p14:cNvPr id="261" name="Ink 260">
                <a:extLst>
                  <a:ext uri="{FF2B5EF4-FFF2-40B4-BE49-F238E27FC236}">
                    <a16:creationId xmlns:a16="http://schemas.microsoft.com/office/drawing/2014/main" id="{8123E0CC-4BBF-00BE-4B96-16B208CB9302}"/>
                  </a:ext>
                </a:extLst>
              </p14:cNvPr>
              <p14:cNvContentPartPr/>
              <p14:nvPr/>
            </p14:nvContentPartPr>
            <p14:xfrm>
              <a:off x="9873974" y="2102045"/>
              <a:ext cx="208800" cy="90000"/>
            </p14:xfrm>
          </p:contentPart>
        </mc:Choice>
        <mc:Fallback xmlns="">
          <p:pic>
            <p:nvPicPr>
              <p:cNvPr id="261" name="Ink 260">
                <a:extLst>
                  <a:ext uri="{FF2B5EF4-FFF2-40B4-BE49-F238E27FC236}">
                    <a16:creationId xmlns:a16="http://schemas.microsoft.com/office/drawing/2014/main" id="{8123E0CC-4BBF-00BE-4B96-16B208CB9302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9819974" y="1994405"/>
                <a:ext cx="316440" cy="30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6">
            <p14:nvContentPartPr>
              <p14:cNvPr id="262" name="Ink 261">
                <a:extLst>
                  <a:ext uri="{FF2B5EF4-FFF2-40B4-BE49-F238E27FC236}">
                    <a16:creationId xmlns:a16="http://schemas.microsoft.com/office/drawing/2014/main" id="{E0C3DF95-50E7-2B87-74B2-0C2B5B9D4AA7}"/>
                  </a:ext>
                </a:extLst>
              </p14:cNvPr>
              <p14:cNvContentPartPr/>
              <p14:nvPr/>
            </p14:nvContentPartPr>
            <p14:xfrm>
              <a:off x="9444854" y="2220845"/>
              <a:ext cx="762120" cy="1424160"/>
            </p14:xfrm>
          </p:contentPart>
        </mc:Choice>
        <mc:Fallback xmlns="">
          <p:pic>
            <p:nvPicPr>
              <p:cNvPr id="262" name="Ink 261">
                <a:extLst>
                  <a:ext uri="{FF2B5EF4-FFF2-40B4-BE49-F238E27FC236}">
                    <a16:creationId xmlns:a16="http://schemas.microsoft.com/office/drawing/2014/main" id="{E0C3DF95-50E7-2B87-74B2-0C2B5B9D4AA7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9390854" y="2113205"/>
                <a:ext cx="869760" cy="1639800"/>
              </a:xfrm>
              <a:prstGeom prst="rect">
                <a:avLst/>
              </a:prstGeom>
            </p:spPr>
          </p:pic>
        </mc:Fallback>
      </mc:AlternateContent>
      <p:grpSp>
        <p:nvGrpSpPr>
          <p:cNvPr id="266" name="Group 265">
            <a:extLst>
              <a:ext uri="{FF2B5EF4-FFF2-40B4-BE49-F238E27FC236}">
                <a16:creationId xmlns:a16="http://schemas.microsoft.com/office/drawing/2014/main" id="{6752997B-0923-F82D-D2B3-D463137F28D3}"/>
              </a:ext>
            </a:extLst>
          </p:cNvPr>
          <p:cNvGrpSpPr/>
          <p:nvPr/>
        </p:nvGrpSpPr>
        <p:grpSpPr>
          <a:xfrm>
            <a:off x="5497186" y="-12775"/>
            <a:ext cx="5906068" cy="3727620"/>
            <a:chOff x="5497186" y="-12775"/>
            <a:chExt cx="5906068" cy="37276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DC761215-1143-D7B7-CF98-5B83B42ABD65}"/>
                    </a:ext>
                  </a:extLst>
                </p14:cNvPr>
                <p14:cNvContentPartPr/>
                <p14:nvPr/>
              </p14:nvContentPartPr>
              <p14:xfrm>
                <a:off x="5792654" y="2822045"/>
                <a:ext cx="961920" cy="26028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DC761215-1143-D7B7-CF98-5B83B42ABD65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5775014" y="2804405"/>
                  <a:ext cx="99756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6B921A36-C81B-F5C6-F9D1-2D910D21D201}"/>
                    </a:ext>
                  </a:extLst>
                </p14:cNvPr>
                <p14:cNvContentPartPr/>
                <p14:nvPr/>
              </p14:nvContentPartPr>
              <p14:xfrm>
                <a:off x="6769694" y="2998085"/>
                <a:ext cx="614880" cy="3240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6B921A36-C81B-F5C6-F9D1-2D910D21D201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6751694" y="2980085"/>
                  <a:ext cx="65052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53C77A0B-8B0D-360B-106C-9CB4AEB091CD}"/>
                    </a:ext>
                  </a:extLst>
                </p14:cNvPr>
                <p14:cNvContentPartPr/>
                <p14:nvPr/>
              </p14:nvContentPartPr>
              <p14:xfrm>
                <a:off x="7360814" y="2696045"/>
                <a:ext cx="218160" cy="101880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53C77A0B-8B0D-360B-106C-9CB4AEB091CD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7342814" y="2678405"/>
                  <a:ext cx="253800" cy="10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296ED348-7D8C-A199-2310-F373CBD01BB4}"/>
                    </a:ext>
                  </a:extLst>
                </p14:cNvPr>
                <p14:cNvContentPartPr/>
                <p14:nvPr/>
              </p14:nvContentPartPr>
              <p14:xfrm>
                <a:off x="7245254" y="2545925"/>
                <a:ext cx="975600" cy="22680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296ED348-7D8C-A199-2310-F373CBD01BB4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7227254" y="2528285"/>
                  <a:ext cx="101124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D725AA57-73EE-6A12-CB1C-EE09301CC17D}"/>
                    </a:ext>
                  </a:extLst>
                </p14:cNvPr>
                <p14:cNvContentPartPr/>
                <p14:nvPr/>
              </p14:nvContentPartPr>
              <p14:xfrm>
                <a:off x="8206454" y="2700005"/>
                <a:ext cx="553320" cy="2484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D725AA57-73EE-6A12-CB1C-EE09301CC17D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8188454" y="2682365"/>
                  <a:ext cx="58896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4A376439-C2FD-A4EA-E77C-0CC7F22BCB21}"/>
                    </a:ext>
                  </a:extLst>
                </p14:cNvPr>
                <p14:cNvContentPartPr/>
                <p14:nvPr/>
              </p14:nvContentPartPr>
              <p14:xfrm>
                <a:off x="7545494" y="3470405"/>
                <a:ext cx="863640" cy="21708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4A376439-C2FD-A4EA-E77C-0CC7F22BCB21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7527854" y="3452765"/>
                  <a:ext cx="89928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A177EEE0-C527-9FF6-D8A3-C52CC5D7E4FE}"/>
                    </a:ext>
                  </a:extLst>
                </p14:cNvPr>
                <p14:cNvContentPartPr/>
                <p14:nvPr/>
              </p14:nvContentPartPr>
              <p14:xfrm>
                <a:off x="8415614" y="3566885"/>
                <a:ext cx="437760" cy="7056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A177EEE0-C527-9FF6-D8A3-C52CC5D7E4FE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8397974" y="3548885"/>
                  <a:ext cx="47340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BB503A17-43CB-8D3A-1461-122CA8423DC7}"/>
                    </a:ext>
                  </a:extLst>
                </p14:cNvPr>
                <p14:cNvContentPartPr/>
                <p14:nvPr/>
              </p14:nvContentPartPr>
              <p14:xfrm>
                <a:off x="8689934" y="2693525"/>
                <a:ext cx="101160" cy="90108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BB503A17-43CB-8D3A-1461-122CA8423DC7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8671934" y="2675525"/>
                  <a:ext cx="136800" cy="9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FB867D21-4C57-7C33-3BE5-F9526C7E2BD6}"/>
                    </a:ext>
                  </a:extLst>
                </p14:cNvPr>
                <p14:cNvContentPartPr/>
                <p14:nvPr/>
              </p14:nvContentPartPr>
              <p14:xfrm>
                <a:off x="8723414" y="3041285"/>
                <a:ext cx="505080" cy="3168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FB867D21-4C57-7C33-3BE5-F9526C7E2BD6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8705774" y="3023285"/>
                  <a:ext cx="54072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2411148D-0756-D900-89C3-E872AE79C061}"/>
                    </a:ext>
                  </a:extLst>
                </p14:cNvPr>
                <p14:cNvContentPartPr/>
                <p14:nvPr/>
              </p14:nvContentPartPr>
              <p14:xfrm>
                <a:off x="9203294" y="2673725"/>
                <a:ext cx="105120" cy="38556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2411148D-0756-D900-89C3-E872AE79C061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9185294" y="2655725"/>
                  <a:ext cx="140760" cy="42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469FC196-C963-200E-9D76-417BD3DD9DB4}"/>
                    </a:ext>
                  </a:extLst>
                </p14:cNvPr>
                <p14:cNvContentPartPr/>
                <p14:nvPr/>
              </p14:nvContentPartPr>
              <p14:xfrm>
                <a:off x="9213734" y="2567525"/>
                <a:ext cx="895680" cy="18576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469FC196-C963-200E-9D76-417BD3DD9DB4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9195734" y="2549885"/>
                  <a:ext cx="93132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508CA292-5584-2D44-A39C-2850E0E688FE}"/>
                    </a:ext>
                  </a:extLst>
                </p14:cNvPr>
                <p14:cNvContentPartPr/>
                <p14:nvPr/>
              </p14:nvContentPartPr>
              <p14:xfrm>
                <a:off x="10070534" y="2667605"/>
                <a:ext cx="455040" cy="4968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508CA292-5584-2D44-A39C-2850E0E688FE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0052534" y="2649605"/>
                  <a:ext cx="49068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77B664D9-B5D5-0AC5-E918-22DBC055E263}"/>
                    </a:ext>
                  </a:extLst>
                </p14:cNvPr>
                <p14:cNvContentPartPr/>
                <p14:nvPr/>
              </p14:nvContentPartPr>
              <p14:xfrm>
                <a:off x="9170174" y="3051725"/>
                <a:ext cx="141480" cy="55512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77B664D9-B5D5-0AC5-E918-22DBC055E263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9152534" y="3033725"/>
                  <a:ext cx="177120" cy="59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CD164AE3-AA86-2175-6539-DDE060CF5E26}"/>
                    </a:ext>
                  </a:extLst>
                </p14:cNvPr>
                <p14:cNvContentPartPr/>
                <p14:nvPr/>
              </p14:nvContentPartPr>
              <p14:xfrm>
                <a:off x="9331454" y="3359525"/>
                <a:ext cx="917280" cy="21456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CD164AE3-AA86-2175-6539-DDE060CF5E26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9313814" y="3341525"/>
                  <a:ext cx="95292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3C55F87F-50D6-65B4-96F1-E8A2FA337516}"/>
                    </a:ext>
                  </a:extLst>
                </p14:cNvPr>
                <p14:cNvContentPartPr/>
                <p14:nvPr/>
              </p14:nvContentPartPr>
              <p14:xfrm>
                <a:off x="10205174" y="3456365"/>
                <a:ext cx="396720" cy="2520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3C55F87F-50D6-65B4-96F1-E8A2FA337516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0187174" y="3438365"/>
                  <a:ext cx="43236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553035D5-4AB6-D6D5-B79F-586BCB7510F3}"/>
                    </a:ext>
                  </a:extLst>
                </p14:cNvPr>
                <p14:cNvContentPartPr/>
                <p14:nvPr/>
              </p14:nvContentPartPr>
              <p14:xfrm>
                <a:off x="10500014" y="2705405"/>
                <a:ext cx="109440" cy="77652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553035D5-4AB6-D6D5-B79F-586BCB7510F3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0482374" y="2687405"/>
                  <a:ext cx="145080" cy="81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DD191AEA-B094-057D-CB57-A05DB2570861}"/>
                    </a:ext>
                  </a:extLst>
                </p14:cNvPr>
                <p14:cNvContentPartPr/>
                <p14:nvPr/>
              </p14:nvContentPartPr>
              <p14:xfrm>
                <a:off x="10548614" y="3043445"/>
                <a:ext cx="838440" cy="7632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DD191AEA-B094-057D-CB57-A05DB2570861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0530974" y="3025445"/>
                  <a:ext cx="87408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F2A74CE3-A57D-D44B-6F25-E04148CC11E9}"/>
                    </a:ext>
                  </a:extLst>
                </p14:cNvPr>
                <p14:cNvContentPartPr/>
                <p14:nvPr/>
              </p14:nvContentPartPr>
              <p14:xfrm>
                <a:off x="5851066" y="932225"/>
                <a:ext cx="793080" cy="25920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F2A74CE3-A57D-D44B-6F25-E04148CC11E9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5833426" y="914585"/>
                  <a:ext cx="82872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9547E96C-ADC3-0FD9-42F6-655E83ECA781}"/>
                    </a:ext>
                  </a:extLst>
                </p14:cNvPr>
                <p14:cNvContentPartPr/>
                <p14:nvPr/>
              </p14:nvContentPartPr>
              <p14:xfrm>
                <a:off x="6668266" y="1051745"/>
                <a:ext cx="406080" cy="4536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9547E96C-ADC3-0FD9-42F6-655E83ECA781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6650626" y="1034105"/>
                  <a:ext cx="44172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9E5D97CE-8F64-F34A-A144-8C910BCBC758}"/>
                    </a:ext>
                  </a:extLst>
                </p14:cNvPr>
                <p14:cNvContentPartPr/>
                <p14:nvPr/>
              </p14:nvContentPartPr>
              <p14:xfrm>
                <a:off x="7012066" y="361265"/>
                <a:ext cx="864720" cy="68904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9E5D97CE-8F64-F34A-A144-8C910BCBC758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6994426" y="343265"/>
                  <a:ext cx="900360" cy="72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0B159015-5AB5-14A9-3043-9165C43C1243}"/>
                    </a:ext>
                  </a:extLst>
                </p14:cNvPr>
                <p14:cNvContentPartPr/>
                <p14:nvPr/>
              </p14:nvContentPartPr>
              <p14:xfrm>
                <a:off x="7857346" y="492665"/>
                <a:ext cx="445680" cy="9288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0B159015-5AB5-14A9-3043-9165C43C1243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7839346" y="475025"/>
                  <a:ext cx="48132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D42D7710-D944-4A18-DE0D-904BA930B725}"/>
                    </a:ext>
                  </a:extLst>
                </p14:cNvPr>
                <p14:cNvContentPartPr/>
                <p14:nvPr/>
              </p14:nvContentPartPr>
              <p14:xfrm>
                <a:off x="7063906" y="1058225"/>
                <a:ext cx="941400" cy="56736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D42D7710-D944-4A18-DE0D-904BA930B725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7045906" y="1040585"/>
                  <a:ext cx="977040" cy="60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EA42D051-C46B-2954-1735-C9BC10715AD8}"/>
                    </a:ext>
                  </a:extLst>
                </p14:cNvPr>
                <p14:cNvContentPartPr/>
                <p14:nvPr/>
              </p14:nvContentPartPr>
              <p14:xfrm>
                <a:off x="7997386" y="1463945"/>
                <a:ext cx="387720" cy="5688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EA42D051-C46B-2954-1735-C9BC10715AD8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7979746" y="1446305"/>
                  <a:ext cx="42336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34155174-97D9-C756-2673-2E59C55ED1D9}"/>
                    </a:ext>
                  </a:extLst>
                </p14:cNvPr>
                <p14:cNvContentPartPr/>
                <p14:nvPr/>
              </p14:nvContentPartPr>
              <p14:xfrm>
                <a:off x="8396986" y="459185"/>
                <a:ext cx="45000" cy="3924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34155174-97D9-C756-2673-2E59C55ED1D9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8378986" y="441185"/>
                  <a:ext cx="8064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05A52D7D-5FEB-C322-4F30-96FBD93969D6}"/>
                    </a:ext>
                  </a:extLst>
                </p14:cNvPr>
                <p14:cNvContentPartPr/>
                <p14:nvPr/>
              </p14:nvContentPartPr>
              <p14:xfrm>
                <a:off x="8359546" y="475385"/>
                <a:ext cx="126720" cy="102384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05A52D7D-5FEB-C322-4F30-96FBD93969D6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8341906" y="457385"/>
                  <a:ext cx="162360" cy="10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B806B37C-9ECA-FF85-06FC-49B5FDB84AC7}"/>
                    </a:ext>
                  </a:extLst>
                </p14:cNvPr>
                <p14:cNvContentPartPr/>
                <p14:nvPr/>
              </p14:nvContentPartPr>
              <p14:xfrm>
                <a:off x="8463946" y="765545"/>
                <a:ext cx="779760" cy="20304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B806B37C-9ECA-FF85-06FC-49B5FDB84AC7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8446306" y="747905"/>
                  <a:ext cx="81540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E5B6E7C5-D43F-3BCA-3A55-A17CA90C1E9B}"/>
                    </a:ext>
                  </a:extLst>
                </p14:cNvPr>
                <p14:cNvContentPartPr/>
                <p14:nvPr/>
              </p14:nvContentPartPr>
              <p14:xfrm>
                <a:off x="9228226" y="829265"/>
                <a:ext cx="494640" cy="10116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E5B6E7C5-D43F-3BCA-3A55-A17CA90C1E9B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9210586" y="811265"/>
                  <a:ext cx="53028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56B3BB1A-4C57-5FF4-7E9F-53C6AB78475C}"/>
                    </a:ext>
                  </a:extLst>
                </p14:cNvPr>
                <p14:cNvContentPartPr/>
                <p14:nvPr/>
              </p14:nvContentPartPr>
              <p14:xfrm>
                <a:off x="8498506" y="1463585"/>
                <a:ext cx="113760" cy="57384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56B3BB1A-4C57-5FF4-7E9F-53C6AB78475C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8480866" y="1445945"/>
                  <a:ext cx="149400" cy="60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2DDC988B-4B28-9062-6784-82DB1C7D8E0C}"/>
                    </a:ext>
                  </a:extLst>
                </p14:cNvPr>
                <p14:cNvContentPartPr/>
                <p14:nvPr/>
              </p14:nvContentPartPr>
              <p14:xfrm>
                <a:off x="8606146" y="1836185"/>
                <a:ext cx="1192320" cy="21672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2DDC988B-4B28-9062-6784-82DB1C7D8E0C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8588146" y="1818185"/>
                  <a:ext cx="122796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8243D78A-697A-975A-A437-206B1D03C46E}"/>
                    </a:ext>
                  </a:extLst>
                </p14:cNvPr>
                <p14:cNvContentPartPr/>
                <p14:nvPr/>
              </p14:nvContentPartPr>
              <p14:xfrm>
                <a:off x="9689746" y="819185"/>
                <a:ext cx="175680" cy="106092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8243D78A-697A-975A-A437-206B1D03C46E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9672106" y="801185"/>
                  <a:ext cx="211320" cy="10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34A87B90-9EA8-2CB0-309E-3840711B4F7A}"/>
                    </a:ext>
                  </a:extLst>
                </p14:cNvPr>
                <p14:cNvContentPartPr/>
                <p14:nvPr/>
              </p14:nvContentPartPr>
              <p14:xfrm>
                <a:off x="9883426" y="1524785"/>
                <a:ext cx="360" cy="36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34A87B90-9EA8-2CB0-309E-3840711B4F7A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9865426" y="150714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4665F55D-4158-5744-E9C7-DD115D45A3FF}"/>
                    </a:ext>
                  </a:extLst>
                </p14:cNvPr>
                <p14:cNvContentPartPr/>
                <p14:nvPr/>
              </p14:nvContentPartPr>
              <p14:xfrm>
                <a:off x="9912946" y="1876865"/>
                <a:ext cx="28800" cy="1656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4665F55D-4158-5744-E9C7-DD115D45A3FF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9894946" y="1858865"/>
                  <a:ext cx="6444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07C668E7-F570-1CB6-9C83-0CCB32519AEA}"/>
                    </a:ext>
                  </a:extLst>
                </p14:cNvPr>
                <p14:cNvContentPartPr/>
                <p14:nvPr/>
              </p14:nvContentPartPr>
              <p14:xfrm>
                <a:off x="9851746" y="1812065"/>
                <a:ext cx="818640" cy="882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07C668E7-F570-1CB6-9C83-0CCB32519AEA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9834106" y="1794425"/>
                  <a:ext cx="85428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AC1F7D49-5DA2-9F7D-AE8A-2C25A87652DD}"/>
                    </a:ext>
                  </a:extLst>
                </p14:cNvPr>
                <p14:cNvContentPartPr/>
                <p14:nvPr/>
              </p14:nvContentPartPr>
              <p14:xfrm>
                <a:off x="10625026" y="1791185"/>
                <a:ext cx="73080" cy="7632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AC1F7D49-5DA2-9F7D-AE8A-2C25A87652DD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0607026" y="1773185"/>
                  <a:ext cx="10872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01F6EE8D-A500-DFB8-EDCF-B3A1A9A97A16}"/>
                    </a:ext>
                  </a:extLst>
                </p14:cNvPr>
                <p14:cNvContentPartPr/>
                <p14:nvPr/>
              </p14:nvContentPartPr>
              <p14:xfrm>
                <a:off x="5800666" y="1074785"/>
                <a:ext cx="131040" cy="9612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01F6EE8D-A500-DFB8-EDCF-B3A1A9A97A16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5782666" y="1056785"/>
                  <a:ext cx="16668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FACB7464-5F21-93FD-133E-7D240E80C8C0}"/>
                    </a:ext>
                  </a:extLst>
                </p14:cNvPr>
                <p14:cNvContentPartPr/>
                <p14:nvPr/>
              </p14:nvContentPartPr>
              <p14:xfrm>
                <a:off x="5533546" y="572225"/>
                <a:ext cx="28080" cy="28152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FACB7464-5F21-93FD-133E-7D240E80C8C0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5515546" y="554225"/>
                  <a:ext cx="6372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7A03143F-81DF-4043-26B6-735CA8D70945}"/>
                    </a:ext>
                  </a:extLst>
                </p14:cNvPr>
                <p14:cNvContentPartPr/>
                <p14:nvPr/>
              </p14:nvContentPartPr>
              <p14:xfrm>
                <a:off x="5497186" y="546305"/>
                <a:ext cx="227160" cy="19332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7A03143F-81DF-4043-26B6-735CA8D70945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5479186" y="528305"/>
                  <a:ext cx="26280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FC2A7B39-26D4-B77D-5078-4DDA17A4D28C}"/>
                    </a:ext>
                  </a:extLst>
                </p14:cNvPr>
                <p14:cNvContentPartPr/>
                <p14:nvPr/>
              </p14:nvContentPartPr>
              <p14:xfrm>
                <a:off x="5522746" y="655385"/>
                <a:ext cx="159120" cy="5364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FC2A7B39-26D4-B77D-5078-4DDA17A4D28C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5505106" y="637745"/>
                  <a:ext cx="19476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B91668C1-840A-BBDA-086E-1173DE767028}"/>
                    </a:ext>
                  </a:extLst>
                </p14:cNvPr>
                <p14:cNvContentPartPr/>
                <p14:nvPr/>
              </p14:nvContentPartPr>
              <p14:xfrm>
                <a:off x="10710706" y="1458545"/>
                <a:ext cx="34920" cy="21996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B91668C1-840A-BBDA-086E-1173DE767028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10693066" y="1440545"/>
                  <a:ext cx="7056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261544F9-BB36-B0CE-62D4-85B3C1081DA9}"/>
                    </a:ext>
                  </a:extLst>
                </p14:cNvPr>
                <p14:cNvContentPartPr/>
                <p14:nvPr/>
              </p14:nvContentPartPr>
              <p14:xfrm>
                <a:off x="10745626" y="1391945"/>
                <a:ext cx="198000" cy="27144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261544F9-BB36-B0CE-62D4-85B3C1081DA9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0727626" y="1374305"/>
                  <a:ext cx="23364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C2C39D4E-7E6C-EACF-B34B-E2817A8B7BC8}"/>
                    </a:ext>
                  </a:extLst>
                </p14:cNvPr>
                <p14:cNvContentPartPr/>
                <p14:nvPr/>
              </p14:nvContentPartPr>
              <p14:xfrm>
                <a:off x="6213226" y="464225"/>
                <a:ext cx="81000" cy="36144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C2C39D4E-7E6C-EACF-B34B-E2817A8B7BC8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6195586" y="446225"/>
                  <a:ext cx="116640" cy="39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E02B38C0-40EF-E336-6482-01F0DC88097B}"/>
                    </a:ext>
                  </a:extLst>
                </p14:cNvPr>
                <p14:cNvContentPartPr/>
                <p14:nvPr/>
              </p14:nvContentPartPr>
              <p14:xfrm>
                <a:off x="6155986" y="402305"/>
                <a:ext cx="259200" cy="22824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E02B38C0-40EF-E336-6482-01F0DC88097B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6138346" y="384665"/>
                  <a:ext cx="29484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DA5C4301-D4DB-CC7F-73C7-AD931D7E8D7C}"/>
                    </a:ext>
                  </a:extLst>
                </p14:cNvPr>
                <p14:cNvContentPartPr/>
                <p14:nvPr/>
              </p14:nvContentPartPr>
              <p14:xfrm>
                <a:off x="6506626" y="518585"/>
                <a:ext cx="22680" cy="17352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DA5C4301-D4DB-CC7F-73C7-AD931D7E8D7C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6488626" y="500585"/>
                  <a:ext cx="5832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C83AF5D2-846D-DA90-84EC-1C6C8BC12919}"/>
                    </a:ext>
                  </a:extLst>
                </p14:cNvPr>
                <p14:cNvContentPartPr/>
                <p14:nvPr/>
              </p14:nvContentPartPr>
              <p14:xfrm>
                <a:off x="7377466" y="24665"/>
                <a:ext cx="60120" cy="24480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C83AF5D2-846D-DA90-84EC-1C6C8BC12919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7359466" y="6665"/>
                  <a:ext cx="9576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F05422A9-632C-22AD-1E8E-535C1B4D9F0A}"/>
                    </a:ext>
                  </a:extLst>
                </p14:cNvPr>
                <p14:cNvContentPartPr/>
                <p14:nvPr/>
              </p14:nvContentPartPr>
              <p14:xfrm>
                <a:off x="7370266" y="-12775"/>
                <a:ext cx="155520" cy="15552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F05422A9-632C-22AD-1E8E-535C1B4D9F0A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7352266" y="-30415"/>
                  <a:ext cx="19116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5F312949-2898-6C94-DF02-5E8B6D2A341E}"/>
                    </a:ext>
                  </a:extLst>
                </p14:cNvPr>
                <p14:cNvContentPartPr/>
                <p14:nvPr/>
              </p14:nvContentPartPr>
              <p14:xfrm>
                <a:off x="7652506" y="43025"/>
                <a:ext cx="171360" cy="9108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5F312949-2898-6C94-DF02-5E8B6D2A341E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7634506" y="25025"/>
                  <a:ext cx="20700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8278124B-FE20-4BB3-C471-9E75B18DBD05}"/>
                    </a:ext>
                  </a:extLst>
                </p14:cNvPr>
                <p14:cNvContentPartPr/>
                <p14:nvPr/>
              </p14:nvContentPartPr>
              <p14:xfrm>
                <a:off x="7665466" y="1776785"/>
                <a:ext cx="60120" cy="27396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8278124B-FE20-4BB3-C471-9E75B18DBD05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7647466" y="1759145"/>
                  <a:ext cx="95760" cy="3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D025EED9-B48B-EA21-DEB6-3A5D4C879E52}"/>
                    </a:ext>
                  </a:extLst>
                </p14:cNvPr>
                <p14:cNvContentPartPr/>
                <p14:nvPr/>
              </p14:nvContentPartPr>
              <p14:xfrm>
                <a:off x="7683826" y="1743665"/>
                <a:ext cx="188640" cy="21996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D025EED9-B48B-EA21-DEB6-3A5D4C879E52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7666186" y="1726025"/>
                  <a:ext cx="22428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A4E4E69E-0001-ED1B-958A-F300E5E18C58}"/>
                    </a:ext>
                  </a:extLst>
                </p14:cNvPr>
                <p14:cNvContentPartPr/>
                <p14:nvPr/>
              </p14:nvContentPartPr>
              <p14:xfrm>
                <a:off x="7984426" y="1912145"/>
                <a:ext cx="97560" cy="24120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A4E4E69E-0001-ED1B-958A-F300E5E18C58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7966786" y="1894505"/>
                  <a:ext cx="13320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C6A86C1F-5564-9DAD-272C-C32E93D702D3}"/>
                    </a:ext>
                  </a:extLst>
                </p14:cNvPr>
                <p14:cNvContentPartPr/>
                <p14:nvPr/>
              </p14:nvContentPartPr>
              <p14:xfrm>
                <a:off x="8915386" y="226265"/>
                <a:ext cx="64800" cy="24444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C6A86C1F-5564-9DAD-272C-C32E93D702D3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8897386" y="208265"/>
                  <a:ext cx="10044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F4D2B6D0-498E-1060-CF54-646DBDF9AD27}"/>
                    </a:ext>
                  </a:extLst>
                </p14:cNvPr>
                <p14:cNvContentPartPr/>
                <p14:nvPr/>
              </p14:nvContentPartPr>
              <p14:xfrm>
                <a:off x="8890906" y="265505"/>
                <a:ext cx="213480" cy="16452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F4D2B6D0-498E-1060-CF54-646DBDF9AD27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8873266" y="247505"/>
                  <a:ext cx="24912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2611BCBB-E807-D1F3-774C-46C9E5CC1637}"/>
                    </a:ext>
                  </a:extLst>
                </p14:cNvPr>
                <p14:cNvContentPartPr/>
                <p14:nvPr/>
              </p14:nvContentPartPr>
              <p14:xfrm>
                <a:off x="9248386" y="293945"/>
                <a:ext cx="199080" cy="15552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2611BCBB-E807-D1F3-774C-46C9E5CC1637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9230746" y="276305"/>
                  <a:ext cx="23472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A75BA51F-251F-3308-176D-18EBB5873DE6}"/>
                    </a:ext>
                  </a:extLst>
                </p14:cNvPr>
                <p14:cNvContentPartPr/>
                <p14:nvPr/>
              </p14:nvContentPartPr>
              <p14:xfrm>
                <a:off x="9023026" y="1539545"/>
                <a:ext cx="61560" cy="13248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A75BA51F-251F-3308-176D-18EBB5873DE6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9005386" y="1521905"/>
                  <a:ext cx="9720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78E724B1-6806-572A-ED75-54E34AFEC09C}"/>
                    </a:ext>
                  </a:extLst>
                </p14:cNvPr>
                <p14:cNvContentPartPr/>
                <p14:nvPr/>
              </p14:nvContentPartPr>
              <p14:xfrm>
                <a:off x="9006106" y="1422185"/>
                <a:ext cx="196200" cy="16920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78E724B1-6806-572A-ED75-54E34AFEC09C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8988466" y="1404185"/>
                  <a:ext cx="23184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6212ADCA-6501-B4B5-B334-5F8DA2A75483}"/>
                    </a:ext>
                  </a:extLst>
                </p14:cNvPr>
                <p14:cNvContentPartPr/>
                <p14:nvPr/>
              </p14:nvContentPartPr>
              <p14:xfrm>
                <a:off x="9320746" y="1496705"/>
                <a:ext cx="157680" cy="21348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6212ADCA-6501-B4B5-B334-5F8DA2A75483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9302746" y="1479065"/>
                  <a:ext cx="19332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35DCE736-FC7C-511A-EBC7-4C14FAE352EC}"/>
                    </a:ext>
                  </a:extLst>
                </p14:cNvPr>
                <p14:cNvContentPartPr/>
                <p14:nvPr/>
              </p14:nvContentPartPr>
              <p14:xfrm>
                <a:off x="9372134" y="1402925"/>
                <a:ext cx="186120" cy="17568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35DCE736-FC7C-511A-EBC7-4C14FAE352EC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9354494" y="1385285"/>
                  <a:ext cx="22176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F6538F27-E81B-6EDD-45B5-7098B726D9AA}"/>
                    </a:ext>
                  </a:extLst>
                </p14:cNvPr>
                <p14:cNvContentPartPr/>
                <p14:nvPr/>
              </p14:nvContentPartPr>
              <p14:xfrm>
                <a:off x="9404174" y="1524965"/>
                <a:ext cx="227880" cy="25992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F6538F27-E81B-6EDD-45B5-7098B726D9AA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9386534" y="1507325"/>
                  <a:ext cx="26352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0A7A5518-0F04-A703-3AE8-FF3CD4B2AEE6}"/>
                    </a:ext>
                  </a:extLst>
                </p14:cNvPr>
                <p14:cNvContentPartPr/>
                <p14:nvPr/>
              </p14:nvContentPartPr>
              <p14:xfrm>
                <a:off x="6443534" y="2499485"/>
                <a:ext cx="26280" cy="21492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0A7A5518-0F04-A703-3AE8-FF3CD4B2AEE6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6425534" y="2481845"/>
                  <a:ext cx="6192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2FDD1BD0-D8D6-5FD4-EA21-DCDA191D04DF}"/>
                    </a:ext>
                  </a:extLst>
                </p14:cNvPr>
                <p14:cNvContentPartPr/>
                <p14:nvPr/>
              </p14:nvContentPartPr>
              <p14:xfrm>
                <a:off x="6436334" y="2421365"/>
                <a:ext cx="191880" cy="21924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2FDD1BD0-D8D6-5FD4-EA21-DCDA191D04DF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6418694" y="2403725"/>
                  <a:ext cx="22752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08EA6D7C-63E9-6E1E-0354-4B60135D212B}"/>
                    </a:ext>
                  </a:extLst>
                </p14:cNvPr>
                <p14:cNvContentPartPr/>
                <p14:nvPr/>
              </p14:nvContentPartPr>
              <p14:xfrm>
                <a:off x="6714614" y="2573285"/>
                <a:ext cx="23400" cy="12564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08EA6D7C-63E9-6E1E-0354-4B60135D212B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6696614" y="2555285"/>
                  <a:ext cx="5904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0961924A-BB5E-A0DA-C937-2AE3478F5110}"/>
                    </a:ext>
                  </a:extLst>
                </p14:cNvPr>
                <p14:cNvContentPartPr/>
                <p14:nvPr/>
              </p14:nvContentPartPr>
              <p14:xfrm>
                <a:off x="7752854" y="2335685"/>
                <a:ext cx="53280" cy="14868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0961924A-BB5E-A0DA-C937-2AE3478F5110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7734854" y="2317685"/>
                  <a:ext cx="8892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656032D2-41BE-CB17-A5CE-50C25769FA76}"/>
                    </a:ext>
                  </a:extLst>
                </p14:cNvPr>
                <p14:cNvContentPartPr/>
                <p14:nvPr/>
              </p14:nvContentPartPr>
              <p14:xfrm>
                <a:off x="7766174" y="2266565"/>
                <a:ext cx="145440" cy="14112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656032D2-41BE-CB17-A5CE-50C25769FA76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7748174" y="2248925"/>
                  <a:ext cx="18108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778C1F11-EE83-4225-B050-515D83465F2C}"/>
                    </a:ext>
                  </a:extLst>
                </p14:cNvPr>
                <p14:cNvContentPartPr/>
                <p14:nvPr/>
              </p14:nvContentPartPr>
              <p14:xfrm>
                <a:off x="8025374" y="2320205"/>
                <a:ext cx="138960" cy="8316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778C1F11-EE83-4225-B050-515D83465F2C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8007374" y="2302205"/>
                  <a:ext cx="17460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22F40F0B-BA51-D410-F632-AD9C5DFD447D}"/>
                    </a:ext>
                  </a:extLst>
                </p14:cNvPr>
                <p14:cNvContentPartPr/>
                <p14:nvPr/>
              </p14:nvContentPartPr>
              <p14:xfrm>
                <a:off x="8012414" y="3142445"/>
                <a:ext cx="38160" cy="17640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22F40F0B-BA51-D410-F632-AD9C5DFD447D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7994414" y="3124805"/>
                  <a:ext cx="7380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2695DF24-7F6B-C54D-9ABF-45E54F4EF2A5}"/>
                    </a:ext>
                  </a:extLst>
                </p14:cNvPr>
                <p14:cNvContentPartPr/>
                <p14:nvPr/>
              </p14:nvContentPartPr>
              <p14:xfrm>
                <a:off x="8023214" y="3098885"/>
                <a:ext cx="129600" cy="15588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2695DF24-7F6B-C54D-9ABF-45E54F4EF2A5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8005214" y="3081245"/>
                  <a:ext cx="16524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55857FAE-46C3-63B6-97F1-59B45C75BE86}"/>
                    </a:ext>
                  </a:extLst>
                </p14:cNvPr>
                <p14:cNvContentPartPr/>
                <p14:nvPr/>
              </p14:nvContentPartPr>
              <p14:xfrm>
                <a:off x="8353334" y="3191045"/>
                <a:ext cx="65520" cy="16884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55857FAE-46C3-63B6-97F1-59B45C75BE86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8335334" y="3173045"/>
                  <a:ext cx="10116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4F5818C3-07FF-FB87-E57D-8949AACF4760}"/>
                    </a:ext>
                  </a:extLst>
                </p14:cNvPr>
                <p14:cNvContentPartPr/>
                <p14:nvPr/>
              </p14:nvContentPartPr>
              <p14:xfrm>
                <a:off x="9608654" y="2234165"/>
                <a:ext cx="37080" cy="16164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4F5818C3-07FF-FB87-E57D-8949AACF4760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9591014" y="2216525"/>
                  <a:ext cx="7272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3DD2E19D-8C73-D67A-7D2C-50E9BA2255AF}"/>
                    </a:ext>
                  </a:extLst>
                </p14:cNvPr>
                <p14:cNvContentPartPr/>
                <p14:nvPr/>
              </p14:nvContentPartPr>
              <p14:xfrm>
                <a:off x="9625934" y="2184485"/>
                <a:ext cx="136080" cy="14508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3DD2E19D-8C73-D67A-7D2C-50E9BA2255AF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9608294" y="2166485"/>
                  <a:ext cx="17172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A19924FD-0379-26BE-EB1E-863B7AF74184}"/>
                    </a:ext>
                  </a:extLst>
                </p14:cNvPr>
                <p14:cNvContentPartPr/>
                <p14:nvPr/>
              </p14:nvContentPartPr>
              <p14:xfrm>
                <a:off x="9903854" y="2219405"/>
                <a:ext cx="110520" cy="14652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A19924FD-0379-26BE-EB1E-863B7AF74184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9885854" y="2201405"/>
                  <a:ext cx="14616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15807A0C-1942-661B-4545-ED8008858ED1}"/>
                    </a:ext>
                  </a:extLst>
                </p14:cNvPr>
                <p14:cNvContentPartPr/>
                <p14:nvPr/>
              </p14:nvContentPartPr>
              <p14:xfrm>
                <a:off x="9709814" y="3051725"/>
                <a:ext cx="48600" cy="16524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15807A0C-1942-661B-4545-ED8008858ED1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9692174" y="3034085"/>
                  <a:ext cx="8424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48ABD570-8CEC-07EE-0C2F-C7AA0EC4E276}"/>
                    </a:ext>
                  </a:extLst>
                </p14:cNvPr>
                <p14:cNvContentPartPr/>
                <p14:nvPr/>
              </p14:nvContentPartPr>
              <p14:xfrm>
                <a:off x="9742934" y="3011045"/>
                <a:ext cx="92160" cy="12636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48ABD570-8CEC-07EE-0C2F-C7AA0EC4E276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9724934" y="2993405"/>
                  <a:ext cx="12780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42AADBD7-681A-AC6A-4A32-8246BAF0D458}"/>
                    </a:ext>
                  </a:extLst>
                </p14:cNvPr>
                <p14:cNvContentPartPr/>
                <p14:nvPr/>
              </p14:nvContentPartPr>
              <p14:xfrm>
                <a:off x="9967214" y="3036245"/>
                <a:ext cx="129240" cy="17892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42AADBD7-681A-AC6A-4A32-8246BAF0D458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9949574" y="3018245"/>
                  <a:ext cx="16488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05ECA10D-209E-62A0-8CD9-7B8821355D3A}"/>
                    </a:ext>
                  </a:extLst>
                </p14:cNvPr>
                <p14:cNvContentPartPr/>
                <p14:nvPr/>
              </p14:nvContentPartPr>
              <p14:xfrm>
                <a:off x="5733974" y="2993765"/>
                <a:ext cx="82800" cy="12024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05ECA10D-209E-62A0-8CD9-7B8821355D3A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5716334" y="2975765"/>
                  <a:ext cx="11844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B044FBC6-D728-B3DB-48EA-F33BEBC17AC6}"/>
                    </a:ext>
                  </a:extLst>
                </p14:cNvPr>
                <p14:cNvContentPartPr/>
                <p14:nvPr/>
              </p14:nvContentPartPr>
              <p14:xfrm>
                <a:off x="11308214" y="2951645"/>
                <a:ext cx="95040" cy="9936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B044FBC6-D728-B3DB-48EA-F33BEBC17AC6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11290574" y="2934005"/>
                  <a:ext cx="13068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0B3A253B-B960-54E7-5D5D-A5773DE6B3B5}"/>
                    </a:ext>
                  </a:extLst>
                </p14:cNvPr>
                <p14:cNvContentPartPr/>
                <p14:nvPr/>
              </p14:nvContentPartPr>
              <p14:xfrm>
                <a:off x="10066934" y="3070085"/>
                <a:ext cx="42120" cy="17244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0B3A253B-B960-54E7-5D5D-A5773DE6B3B5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10048934" y="3052445"/>
                  <a:ext cx="7776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E23CFEE2-EFD3-4E98-855C-B646F87B0FE9}"/>
                    </a:ext>
                  </a:extLst>
                </p14:cNvPr>
                <p14:cNvContentPartPr/>
                <p14:nvPr/>
              </p14:nvContentPartPr>
              <p14:xfrm>
                <a:off x="10028774" y="3000965"/>
                <a:ext cx="153720" cy="9000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E23CFEE2-EFD3-4E98-855C-B646F87B0FE9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10010774" y="2982965"/>
                  <a:ext cx="18936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597C0C1C-72D4-ED8B-13C2-7039D0B8F80E}"/>
                    </a:ext>
                  </a:extLst>
                </p14:cNvPr>
                <p14:cNvContentPartPr/>
                <p14:nvPr/>
              </p14:nvContentPartPr>
              <p14:xfrm>
                <a:off x="10067294" y="3126245"/>
                <a:ext cx="178200" cy="15120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597C0C1C-72D4-ED8B-13C2-7039D0B8F80E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10049654" y="3108245"/>
                  <a:ext cx="213840" cy="186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9" name="Group 268">
            <a:extLst>
              <a:ext uri="{FF2B5EF4-FFF2-40B4-BE49-F238E27FC236}">
                <a16:creationId xmlns:a16="http://schemas.microsoft.com/office/drawing/2014/main" id="{2AB7CBA4-0AD1-41E7-FD94-1E353603DC2B}"/>
              </a:ext>
            </a:extLst>
          </p:cNvPr>
          <p:cNvGrpSpPr/>
          <p:nvPr/>
        </p:nvGrpSpPr>
        <p:grpSpPr>
          <a:xfrm>
            <a:off x="10261694" y="4268525"/>
            <a:ext cx="235800" cy="293760"/>
            <a:chOff x="10261694" y="4268525"/>
            <a:chExt cx="235800" cy="29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37B998A4-8520-6D30-010B-E69CE9A569B5}"/>
                    </a:ext>
                  </a:extLst>
                </p14:cNvPr>
                <p14:cNvContentPartPr/>
                <p14:nvPr/>
              </p14:nvContentPartPr>
              <p14:xfrm>
                <a:off x="10261694" y="4374365"/>
                <a:ext cx="235800" cy="8136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37B998A4-8520-6D30-010B-E69CE9A569B5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10243694" y="4356725"/>
                  <a:ext cx="27144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82225F50-2B8D-AE2D-5EBD-19A84FA8443C}"/>
                    </a:ext>
                  </a:extLst>
                </p14:cNvPr>
                <p14:cNvContentPartPr/>
                <p14:nvPr/>
              </p14:nvContentPartPr>
              <p14:xfrm>
                <a:off x="10381574" y="4268525"/>
                <a:ext cx="70200" cy="29376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82225F50-2B8D-AE2D-5EBD-19A84FA8443C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10363934" y="4250885"/>
                  <a:ext cx="105840" cy="329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0" name="Group 279">
            <a:extLst>
              <a:ext uri="{FF2B5EF4-FFF2-40B4-BE49-F238E27FC236}">
                <a16:creationId xmlns:a16="http://schemas.microsoft.com/office/drawing/2014/main" id="{5F3CB185-FA17-964C-4C25-A7674E594A83}"/>
              </a:ext>
            </a:extLst>
          </p:cNvPr>
          <p:cNvGrpSpPr/>
          <p:nvPr/>
        </p:nvGrpSpPr>
        <p:grpSpPr>
          <a:xfrm>
            <a:off x="10788014" y="4146485"/>
            <a:ext cx="1277640" cy="453960"/>
            <a:chOff x="10788014" y="4146485"/>
            <a:chExt cx="1277640" cy="453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C9CFDD6C-4D87-6854-4F07-1486E698524A}"/>
                    </a:ext>
                  </a:extLst>
                </p14:cNvPr>
                <p14:cNvContentPartPr/>
                <p14:nvPr/>
              </p14:nvContentPartPr>
              <p14:xfrm>
                <a:off x="10788014" y="4217765"/>
                <a:ext cx="23760" cy="28980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C9CFDD6C-4D87-6854-4F07-1486E698524A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10770014" y="4199765"/>
                  <a:ext cx="59400" cy="32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FEAB92C4-D5D5-903E-9FA9-6046FAB415F9}"/>
                    </a:ext>
                  </a:extLst>
                </p14:cNvPr>
                <p14:cNvContentPartPr/>
                <p14:nvPr/>
              </p14:nvContentPartPr>
              <p14:xfrm>
                <a:off x="10825094" y="4146485"/>
                <a:ext cx="201240" cy="24768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FEAB92C4-D5D5-903E-9FA9-6046FAB415F9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10807454" y="4128485"/>
                  <a:ext cx="23688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6177B325-4A2E-67ED-9AE7-28EBB0CDAB95}"/>
                    </a:ext>
                  </a:extLst>
                </p14:cNvPr>
                <p14:cNvContentPartPr/>
                <p14:nvPr/>
              </p14:nvContentPartPr>
              <p14:xfrm>
                <a:off x="11113454" y="4325045"/>
                <a:ext cx="145440" cy="18504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6177B325-4A2E-67ED-9AE7-28EBB0CDAB95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11095814" y="4307045"/>
                  <a:ext cx="18108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B7EB3245-59B6-7705-5FF7-F2B57E88B21F}"/>
                    </a:ext>
                  </a:extLst>
                </p14:cNvPr>
                <p14:cNvContentPartPr/>
                <p14:nvPr/>
              </p14:nvContentPartPr>
              <p14:xfrm>
                <a:off x="11200574" y="4409645"/>
                <a:ext cx="10800" cy="19080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B7EB3245-59B6-7705-5FF7-F2B57E88B21F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11182934" y="4391645"/>
                  <a:ext cx="4644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B78B61D6-75C3-4390-DD1C-1DB43AC1C014}"/>
                    </a:ext>
                  </a:extLst>
                </p14:cNvPr>
                <p14:cNvContentPartPr/>
                <p14:nvPr/>
              </p14:nvContentPartPr>
              <p14:xfrm>
                <a:off x="11285894" y="4289405"/>
                <a:ext cx="60120" cy="23436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B78B61D6-75C3-4390-DD1C-1DB43AC1C014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11268254" y="4271765"/>
                  <a:ext cx="9576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276D628F-50EB-B51D-DF4C-54658A4E4293}"/>
                    </a:ext>
                  </a:extLst>
                </p14:cNvPr>
                <p14:cNvContentPartPr/>
                <p14:nvPr/>
              </p14:nvContentPartPr>
              <p14:xfrm>
                <a:off x="11460134" y="4248725"/>
                <a:ext cx="63360" cy="27936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276D628F-50EB-B51D-DF4C-54658A4E4293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11442134" y="4231085"/>
                  <a:ext cx="9900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3769D991-8958-7305-B674-06610441D1AA}"/>
                    </a:ext>
                  </a:extLst>
                </p14:cNvPr>
                <p14:cNvContentPartPr/>
                <p14:nvPr/>
              </p14:nvContentPartPr>
              <p14:xfrm>
                <a:off x="11623574" y="4246565"/>
                <a:ext cx="48960" cy="28332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3769D991-8958-7305-B674-06610441D1AA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11605934" y="4228565"/>
                  <a:ext cx="84600" cy="3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CEB21178-8833-53EF-88F4-7AE2F63891DC}"/>
                    </a:ext>
                  </a:extLst>
                </p14:cNvPr>
                <p14:cNvContentPartPr/>
                <p14:nvPr/>
              </p14:nvContentPartPr>
              <p14:xfrm>
                <a:off x="11645894" y="4196525"/>
                <a:ext cx="170640" cy="19260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CEB21178-8833-53EF-88F4-7AE2F63891DC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11627894" y="4178885"/>
                  <a:ext cx="20628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88F60F11-A4E7-3AF4-A002-EC442303E539}"/>
                    </a:ext>
                  </a:extLst>
                </p14:cNvPr>
                <p14:cNvContentPartPr/>
                <p14:nvPr/>
              </p14:nvContentPartPr>
              <p14:xfrm>
                <a:off x="11897174" y="4357085"/>
                <a:ext cx="168480" cy="2700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88F60F11-A4E7-3AF4-A002-EC442303E539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11879174" y="4339085"/>
                  <a:ext cx="20412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BD23622B-4735-A2EA-8C22-B91603CA73BF}"/>
                    </a:ext>
                  </a:extLst>
                </p14:cNvPr>
                <p14:cNvContentPartPr/>
                <p14:nvPr/>
              </p14:nvContentPartPr>
              <p14:xfrm>
                <a:off x="11893574" y="4348805"/>
                <a:ext cx="73440" cy="21708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BD23622B-4735-A2EA-8C22-B91603CA73BF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11875934" y="4331165"/>
                  <a:ext cx="109080" cy="252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9760469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FD730-4BE6-DC1F-2977-CB0EEA417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Resistors in series</a:t>
            </a:r>
          </a:p>
        </p:txBody>
      </p:sp>
      <p:pic>
        <p:nvPicPr>
          <p:cNvPr id="6" name="Content Placeholder 5" descr="A diagram of electrical circuits&#10;&#10;Description automatically generated">
            <a:extLst>
              <a:ext uri="{FF2B5EF4-FFF2-40B4-BE49-F238E27FC236}">
                <a16:creationId xmlns:a16="http://schemas.microsoft.com/office/drawing/2014/main" id="{689817DD-B2E3-5450-8E46-71DAC11139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467"/>
          <a:stretch/>
        </p:blipFill>
        <p:spPr>
          <a:xfrm>
            <a:off x="1546854" y="847793"/>
            <a:ext cx="4309935" cy="545239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E05FB1-9B4C-FA18-1372-8FCBD35014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17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6FA976A6-807E-2FC5-A83A-727B9E3FC456}"/>
              </a:ext>
            </a:extLst>
          </p:cNvPr>
          <p:cNvGrpSpPr/>
          <p:nvPr/>
        </p:nvGrpSpPr>
        <p:grpSpPr>
          <a:xfrm>
            <a:off x="6472732" y="773230"/>
            <a:ext cx="2977560" cy="1612080"/>
            <a:chOff x="6472732" y="773230"/>
            <a:chExt cx="2977560" cy="1612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97CDBFF7-C50F-1E2F-3F49-99CE1F253400}"/>
                    </a:ext>
                  </a:extLst>
                </p14:cNvPr>
                <p14:cNvContentPartPr/>
                <p14:nvPr/>
              </p14:nvContentPartPr>
              <p14:xfrm>
                <a:off x="7128292" y="1206310"/>
                <a:ext cx="50760" cy="4654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97CDBFF7-C50F-1E2F-3F49-99CE1F253400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122172" y="1200190"/>
                  <a:ext cx="63000" cy="47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9A983F4E-37AE-773A-A538-516564736E1C}"/>
                    </a:ext>
                  </a:extLst>
                </p14:cNvPr>
                <p14:cNvContentPartPr/>
                <p14:nvPr/>
              </p14:nvContentPartPr>
              <p14:xfrm>
                <a:off x="6941452" y="1648390"/>
                <a:ext cx="523440" cy="511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9A983F4E-37AE-773A-A538-516564736E1C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935332" y="1642270"/>
                  <a:ext cx="53568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8288C9D-810E-E8C9-EE10-138C11E712FF}"/>
                    </a:ext>
                  </a:extLst>
                </p14:cNvPr>
                <p14:cNvContentPartPr/>
                <p14:nvPr/>
              </p14:nvContentPartPr>
              <p14:xfrm>
                <a:off x="7104532" y="1823710"/>
                <a:ext cx="155520" cy="219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8288C9D-810E-E8C9-EE10-138C11E712F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098412" y="1817590"/>
                  <a:ext cx="16776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9F9052B-0110-1FF9-6DEB-356B7DA032D7}"/>
                    </a:ext>
                  </a:extLst>
                </p14:cNvPr>
                <p14:cNvContentPartPr/>
                <p14:nvPr/>
              </p14:nvContentPartPr>
              <p14:xfrm>
                <a:off x="7224412" y="1826950"/>
                <a:ext cx="31680" cy="3870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09F9052B-0110-1FF9-6DEB-356B7DA032D7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218292" y="1820830"/>
                  <a:ext cx="43920" cy="39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60784D7-17BC-8F8D-C816-05DD1E896EDB}"/>
                    </a:ext>
                  </a:extLst>
                </p14:cNvPr>
                <p14:cNvContentPartPr/>
                <p14:nvPr/>
              </p14:nvContentPartPr>
              <p14:xfrm>
                <a:off x="7154212" y="1185430"/>
                <a:ext cx="613080" cy="489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60784D7-17BC-8F8D-C816-05DD1E896EDB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148092" y="1179310"/>
                  <a:ext cx="62532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283716E-607B-C0EE-3FCD-7011F62E9960}"/>
                    </a:ext>
                  </a:extLst>
                </p14:cNvPr>
                <p14:cNvContentPartPr/>
                <p14:nvPr/>
              </p14:nvContentPartPr>
              <p14:xfrm>
                <a:off x="7782772" y="1114510"/>
                <a:ext cx="343440" cy="1152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283716E-607B-C0EE-3FCD-7011F62E9960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776652" y="1108390"/>
                  <a:ext cx="35568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5A2F4F4-BA01-6175-3F62-97AE25AECABB}"/>
                    </a:ext>
                  </a:extLst>
                </p14:cNvPr>
                <p14:cNvContentPartPr/>
                <p14:nvPr/>
              </p14:nvContentPartPr>
              <p14:xfrm>
                <a:off x="8154652" y="1179310"/>
                <a:ext cx="495720" cy="291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5A2F4F4-BA01-6175-3F62-97AE25AECABB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148532" y="1173190"/>
                  <a:ext cx="50796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CFD8D6A-2BF5-4952-C1DE-4211ED49AF18}"/>
                    </a:ext>
                  </a:extLst>
                </p14:cNvPr>
                <p14:cNvContentPartPr/>
                <p14:nvPr/>
              </p14:nvContentPartPr>
              <p14:xfrm>
                <a:off x="8678452" y="1113070"/>
                <a:ext cx="277200" cy="1296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CFD8D6A-2BF5-4952-C1DE-4211ED49AF18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672332" y="1106950"/>
                  <a:ext cx="28944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C34DC9B5-E507-B620-A4EE-C7B1FD5096FC}"/>
                    </a:ext>
                  </a:extLst>
                </p14:cNvPr>
                <p14:cNvContentPartPr/>
                <p14:nvPr/>
              </p14:nvContentPartPr>
              <p14:xfrm>
                <a:off x="8939092" y="1176430"/>
                <a:ext cx="429840" cy="154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C34DC9B5-E507-B620-A4EE-C7B1FD5096FC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932972" y="1170310"/>
                  <a:ext cx="44208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E9DF33E-40D9-2123-DE52-8B9AA92E04CE}"/>
                    </a:ext>
                  </a:extLst>
                </p14:cNvPr>
                <p14:cNvContentPartPr/>
                <p14:nvPr/>
              </p14:nvContentPartPr>
              <p14:xfrm>
                <a:off x="9339772" y="1156270"/>
                <a:ext cx="50040" cy="11570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E9DF33E-40D9-2123-DE52-8B9AA92E04CE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9333652" y="1150150"/>
                  <a:ext cx="62280" cy="11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411894D-2CE9-5078-DD52-B8BB7FE8F1BF}"/>
                    </a:ext>
                  </a:extLst>
                </p14:cNvPr>
                <p14:cNvContentPartPr/>
                <p14:nvPr/>
              </p14:nvContentPartPr>
              <p14:xfrm>
                <a:off x="7266532" y="2213590"/>
                <a:ext cx="11880" cy="1551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411894D-2CE9-5078-DD52-B8BB7FE8F1BF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260412" y="2207470"/>
                  <a:ext cx="2412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FAE3595-CD15-95C4-80AA-FFF3A604CB8C}"/>
                    </a:ext>
                  </a:extLst>
                </p14:cNvPr>
                <p14:cNvContentPartPr/>
                <p14:nvPr/>
              </p14:nvContentPartPr>
              <p14:xfrm>
                <a:off x="7254652" y="2299990"/>
                <a:ext cx="2195640" cy="853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FAE3595-CD15-95C4-80AA-FFF3A604CB8C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248532" y="2293870"/>
                  <a:ext cx="220788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107677C-9450-0141-40C9-508D585F7027}"/>
                    </a:ext>
                  </a:extLst>
                </p14:cNvPr>
                <p14:cNvContentPartPr/>
                <p14:nvPr/>
              </p14:nvContentPartPr>
              <p14:xfrm>
                <a:off x="6472732" y="1854310"/>
                <a:ext cx="155160" cy="1706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107677C-9450-0141-40C9-508D585F7027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466612" y="1848190"/>
                  <a:ext cx="16740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363C19D-3604-8905-B36B-A0A8DE913DC9}"/>
                    </a:ext>
                  </a:extLst>
                </p14:cNvPr>
                <p14:cNvContentPartPr/>
                <p14:nvPr/>
              </p14:nvContentPartPr>
              <p14:xfrm>
                <a:off x="6722572" y="1946830"/>
                <a:ext cx="18360" cy="1573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363C19D-3604-8905-B36B-A0A8DE913DC9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716452" y="1940710"/>
                  <a:ext cx="3060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EEDDFC05-0BD4-C068-3FB9-DCF9E1DCB108}"/>
                    </a:ext>
                  </a:extLst>
                </p14:cNvPr>
                <p14:cNvContentPartPr/>
                <p14:nvPr/>
              </p14:nvContentPartPr>
              <p14:xfrm>
                <a:off x="6707452" y="1974190"/>
                <a:ext cx="105120" cy="910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EEDDFC05-0BD4-C068-3FB9-DCF9E1DCB108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701332" y="1968070"/>
                  <a:ext cx="11736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A82E3BB-F680-4EA0-7B37-0C6FDD1CE61A}"/>
                    </a:ext>
                  </a:extLst>
                </p14:cNvPr>
                <p14:cNvContentPartPr/>
                <p14:nvPr/>
              </p14:nvContentPartPr>
              <p14:xfrm>
                <a:off x="7825612" y="851350"/>
                <a:ext cx="71640" cy="2073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A82E3BB-F680-4EA0-7B37-0C6FDD1CE61A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7819492" y="845230"/>
                  <a:ext cx="8388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65C28AD5-E685-EB36-1691-6903594B7935}"/>
                    </a:ext>
                  </a:extLst>
                </p14:cNvPr>
                <p14:cNvContentPartPr/>
                <p14:nvPr/>
              </p14:nvContentPartPr>
              <p14:xfrm>
                <a:off x="7800052" y="838030"/>
                <a:ext cx="161280" cy="1069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65C28AD5-E685-EB36-1691-6903594B7935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7793932" y="831910"/>
                  <a:ext cx="17352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67C4D73-E69C-FA05-7E7F-BA054840BD6F}"/>
                    </a:ext>
                  </a:extLst>
                </p14:cNvPr>
                <p14:cNvContentPartPr/>
                <p14:nvPr/>
              </p14:nvContentPartPr>
              <p14:xfrm>
                <a:off x="8002012" y="913990"/>
                <a:ext cx="60840" cy="1123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67C4D73-E69C-FA05-7E7F-BA054840BD6F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7995892" y="907870"/>
                  <a:ext cx="7308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9CF2807-1F42-CBC9-F63C-1DAF32DFFC00}"/>
                    </a:ext>
                  </a:extLst>
                </p14:cNvPr>
                <p14:cNvContentPartPr/>
                <p14:nvPr/>
              </p14:nvContentPartPr>
              <p14:xfrm>
                <a:off x="8002732" y="910030"/>
                <a:ext cx="118440" cy="1065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9CF2807-1F42-CBC9-F63C-1DAF32DFFC00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7996612" y="903910"/>
                  <a:ext cx="13068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FBAB3884-633D-6105-DF72-F060CE038585}"/>
                    </a:ext>
                  </a:extLst>
                </p14:cNvPr>
                <p14:cNvContentPartPr/>
                <p14:nvPr/>
              </p14:nvContentPartPr>
              <p14:xfrm>
                <a:off x="8685652" y="782590"/>
                <a:ext cx="75960" cy="1648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FBAB3884-633D-6105-DF72-F060CE038585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8679532" y="776470"/>
                  <a:ext cx="8820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466EEBC0-1DD9-B827-F256-97A8B76F9625}"/>
                    </a:ext>
                  </a:extLst>
                </p14:cNvPr>
                <p14:cNvContentPartPr/>
                <p14:nvPr/>
              </p14:nvContentPartPr>
              <p14:xfrm>
                <a:off x="8668012" y="773230"/>
                <a:ext cx="155880" cy="882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466EEBC0-1DD9-B827-F256-97A8B76F9625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8661892" y="767110"/>
                  <a:ext cx="16812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AACD038A-16E7-AA90-3EC3-7B7EA7A87A6E}"/>
                    </a:ext>
                  </a:extLst>
                </p14:cNvPr>
                <p14:cNvContentPartPr/>
                <p14:nvPr/>
              </p14:nvContentPartPr>
              <p14:xfrm>
                <a:off x="8888332" y="830470"/>
                <a:ext cx="109080" cy="1011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AACD038A-16E7-AA90-3EC3-7B7EA7A87A6E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882212" y="824350"/>
                  <a:ext cx="12132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284AB03-2CAB-D593-340D-549CFFDBA1AB}"/>
                    </a:ext>
                  </a:extLst>
                </p14:cNvPr>
                <p14:cNvContentPartPr/>
                <p14:nvPr/>
              </p14:nvContentPartPr>
              <p14:xfrm>
                <a:off x="7478212" y="1172470"/>
                <a:ext cx="75600" cy="547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284AB03-2CAB-D593-340D-549CFFDBA1AB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7472092" y="1166350"/>
                  <a:ext cx="8784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0871A5D-D021-C8DF-4F5E-35E2817FE050}"/>
                    </a:ext>
                  </a:extLst>
                </p14:cNvPr>
                <p14:cNvContentPartPr/>
                <p14:nvPr/>
              </p14:nvContentPartPr>
              <p14:xfrm>
                <a:off x="8344372" y="1165270"/>
                <a:ext cx="48240" cy="511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0871A5D-D021-C8DF-4F5E-35E2817FE050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8338252" y="1159150"/>
                  <a:ext cx="6048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C2A3DA54-048B-F1F2-A60D-838B4B026C77}"/>
                    </a:ext>
                  </a:extLst>
                </p14:cNvPr>
                <p14:cNvContentPartPr/>
                <p14:nvPr/>
              </p14:nvContentPartPr>
              <p14:xfrm>
                <a:off x="9165892" y="1152670"/>
                <a:ext cx="60840" cy="511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C2A3DA54-048B-F1F2-A60D-838B4B026C77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9159772" y="1146550"/>
                  <a:ext cx="7308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2391E59-710B-E519-9B6C-ADF037E808B9}"/>
                    </a:ext>
                  </a:extLst>
                </p14:cNvPr>
                <p14:cNvContentPartPr/>
                <p14:nvPr/>
              </p14:nvContentPartPr>
              <p14:xfrm>
                <a:off x="8345812" y="1180390"/>
                <a:ext cx="44640" cy="730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2391E59-710B-E519-9B6C-ADF037E808B9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8339692" y="1174270"/>
                  <a:ext cx="5688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04C38358-2449-44CF-25C1-9B543AE4207B}"/>
                    </a:ext>
                  </a:extLst>
                </p14:cNvPr>
                <p14:cNvContentPartPr/>
                <p14:nvPr/>
              </p14:nvContentPartPr>
              <p14:xfrm>
                <a:off x="8427532" y="1231510"/>
                <a:ext cx="2520" cy="75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04C38358-2449-44CF-25C1-9B543AE4207B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421412" y="1225390"/>
                  <a:ext cx="14760" cy="19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7EBA2197-F30E-FB42-1F73-2B84B5267B30}"/>
              </a:ext>
            </a:extLst>
          </p:cNvPr>
          <p:cNvGrpSpPr/>
          <p:nvPr/>
        </p:nvGrpSpPr>
        <p:grpSpPr>
          <a:xfrm>
            <a:off x="8287132" y="685030"/>
            <a:ext cx="221760" cy="608040"/>
            <a:chOff x="8287132" y="685030"/>
            <a:chExt cx="221760" cy="608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F6081949-19B2-8162-1A1A-E2D8D5494CFF}"/>
                    </a:ext>
                  </a:extLst>
                </p14:cNvPr>
                <p14:cNvContentPartPr/>
                <p14:nvPr/>
              </p14:nvContentPartPr>
              <p14:xfrm>
                <a:off x="8287132" y="1042870"/>
                <a:ext cx="221760" cy="2502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F6081949-19B2-8162-1A1A-E2D8D5494CFF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8281012" y="1036750"/>
                  <a:ext cx="23400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CEECBAD8-3B18-6AC5-5FAC-26B2E500AA04}"/>
                    </a:ext>
                  </a:extLst>
                </p14:cNvPr>
                <p14:cNvContentPartPr/>
                <p14:nvPr/>
              </p14:nvContentPartPr>
              <p14:xfrm>
                <a:off x="8311252" y="685030"/>
                <a:ext cx="172800" cy="2199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CEECBAD8-3B18-6AC5-5FAC-26B2E500AA04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8305132" y="678910"/>
                  <a:ext cx="18504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C3AE0758-10DF-2374-6775-77030B1E5C00}"/>
                    </a:ext>
                  </a:extLst>
                </p14:cNvPr>
                <p14:cNvContentPartPr/>
                <p14:nvPr/>
              </p14:nvContentPartPr>
              <p14:xfrm>
                <a:off x="8326372" y="695470"/>
                <a:ext cx="132120" cy="2574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C3AE0758-10DF-2374-6775-77030B1E5C00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8320252" y="689350"/>
                  <a:ext cx="144360" cy="269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B8EB9A1F-489A-E6E5-65B2-DE6C05587520}"/>
              </a:ext>
            </a:extLst>
          </p:cNvPr>
          <p:cNvGrpSpPr/>
          <p:nvPr/>
        </p:nvGrpSpPr>
        <p:grpSpPr>
          <a:xfrm>
            <a:off x="7845772" y="1371190"/>
            <a:ext cx="288360" cy="194760"/>
            <a:chOff x="7845772" y="1371190"/>
            <a:chExt cx="288360" cy="194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7BA90D4-1F70-9DAE-5127-279DE04C9B01}"/>
                    </a:ext>
                  </a:extLst>
                </p14:cNvPr>
                <p14:cNvContentPartPr/>
                <p14:nvPr/>
              </p14:nvContentPartPr>
              <p14:xfrm>
                <a:off x="7845772" y="1371190"/>
                <a:ext cx="68400" cy="1947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7BA90D4-1F70-9DAE-5127-279DE04C9B01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7839652" y="1365070"/>
                  <a:ext cx="8064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7A656BC-6C26-A239-BA97-F6D1D201E611}"/>
                    </a:ext>
                  </a:extLst>
                </p14:cNvPr>
                <p14:cNvContentPartPr/>
                <p14:nvPr/>
              </p14:nvContentPartPr>
              <p14:xfrm>
                <a:off x="7967092" y="1397470"/>
                <a:ext cx="41040" cy="1137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7A656BC-6C26-A239-BA97-F6D1D201E611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7960972" y="1391350"/>
                  <a:ext cx="5328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90BD0F0-51BB-9D6E-B7E0-EEE24124849C}"/>
                    </a:ext>
                  </a:extLst>
                </p14:cNvPr>
                <p14:cNvContentPartPr/>
                <p14:nvPr/>
              </p14:nvContentPartPr>
              <p14:xfrm>
                <a:off x="8000572" y="1399630"/>
                <a:ext cx="133560" cy="705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90BD0F0-51BB-9D6E-B7E0-EEE24124849C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7994452" y="1393510"/>
                  <a:ext cx="145800" cy="8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83A521DC-287F-E774-3066-B2E2ACD40351}"/>
              </a:ext>
            </a:extLst>
          </p:cNvPr>
          <p:cNvGrpSpPr/>
          <p:nvPr/>
        </p:nvGrpSpPr>
        <p:grpSpPr>
          <a:xfrm>
            <a:off x="10034932" y="1042510"/>
            <a:ext cx="985680" cy="1203480"/>
            <a:chOff x="10034932" y="1042510"/>
            <a:chExt cx="985680" cy="1203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23F17440-E7BD-1525-FE29-44EC4BDFAAFF}"/>
                    </a:ext>
                  </a:extLst>
                </p14:cNvPr>
                <p14:cNvContentPartPr/>
                <p14:nvPr/>
              </p14:nvContentPartPr>
              <p14:xfrm>
                <a:off x="10034932" y="1218550"/>
                <a:ext cx="56520" cy="1962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23F17440-E7BD-1525-FE29-44EC4BDFAAFF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0028812" y="1212430"/>
                  <a:ext cx="6876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E00625CB-A751-195E-310F-1D21D44E2B0C}"/>
                    </a:ext>
                  </a:extLst>
                </p14:cNvPr>
                <p14:cNvContentPartPr/>
                <p14:nvPr/>
              </p14:nvContentPartPr>
              <p14:xfrm>
                <a:off x="10100092" y="1230430"/>
                <a:ext cx="74160" cy="1371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E00625CB-A751-195E-310F-1D21D44E2B0C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0093972" y="1224310"/>
                  <a:ext cx="8640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11844A1C-D0A6-5C19-95D3-64BEB03BEF26}"/>
                    </a:ext>
                  </a:extLst>
                </p14:cNvPr>
                <p14:cNvContentPartPr/>
                <p14:nvPr/>
              </p14:nvContentPartPr>
              <p14:xfrm>
                <a:off x="10309612" y="1271470"/>
                <a:ext cx="37440" cy="244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11844A1C-D0A6-5C19-95D3-64BEB03BEF26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0303492" y="1265350"/>
                  <a:ext cx="4968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80C26D49-0C54-F19A-6B3F-4E0FC2D28169}"/>
                    </a:ext>
                  </a:extLst>
                </p14:cNvPr>
                <p14:cNvContentPartPr/>
                <p14:nvPr/>
              </p14:nvContentPartPr>
              <p14:xfrm>
                <a:off x="10352092" y="1238350"/>
                <a:ext cx="192600" cy="1792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80C26D49-0C54-F19A-6B3F-4E0FC2D28169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0345972" y="1232230"/>
                  <a:ext cx="20484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0C78B664-5A44-5C66-4CFA-C9A0FF54AED1}"/>
                    </a:ext>
                  </a:extLst>
                </p14:cNvPr>
                <p14:cNvContentPartPr/>
                <p14:nvPr/>
              </p14:nvContentPartPr>
              <p14:xfrm>
                <a:off x="10618852" y="1232590"/>
                <a:ext cx="93240" cy="1303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0C78B664-5A44-5C66-4CFA-C9A0FF54AED1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0612732" y="1226470"/>
                  <a:ext cx="10548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D6BF2B3-320E-2949-AD47-B67363B0C287}"/>
                    </a:ext>
                  </a:extLst>
                </p14:cNvPr>
                <p14:cNvContentPartPr/>
                <p14:nvPr/>
              </p14:nvContentPartPr>
              <p14:xfrm>
                <a:off x="10698772" y="1042510"/>
                <a:ext cx="113760" cy="1508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D6BF2B3-320E-2949-AD47-B67363B0C287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0692652" y="1036390"/>
                  <a:ext cx="12600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7DCC8B42-8B0B-06BF-4617-2C48AD516893}"/>
                    </a:ext>
                  </a:extLst>
                </p14:cNvPr>
                <p14:cNvContentPartPr/>
                <p14:nvPr/>
              </p14:nvContentPartPr>
              <p14:xfrm>
                <a:off x="10134652" y="1673230"/>
                <a:ext cx="9720" cy="1735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7DCC8B42-8B0B-06BF-4617-2C48AD516893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0128532" y="1667110"/>
                  <a:ext cx="2196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A0AF8FD3-4DA3-7E58-B626-9387B1465671}"/>
                    </a:ext>
                  </a:extLst>
                </p14:cNvPr>
                <p14:cNvContentPartPr/>
                <p14:nvPr/>
              </p14:nvContentPartPr>
              <p14:xfrm>
                <a:off x="10138972" y="1662070"/>
                <a:ext cx="146160" cy="1105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A0AF8FD3-4DA3-7E58-B626-9387B1465671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0132852" y="1655950"/>
                  <a:ext cx="15840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15843874-5CBE-AE5A-4AE6-DA486DFBDF9F}"/>
                    </a:ext>
                  </a:extLst>
                </p14:cNvPr>
                <p14:cNvContentPartPr/>
                <p14:nvPr/>
              </p14:nvContentPartPr>
              <p14:xfrm>
                <a:off x="10412932" y="1720750"/>
                <a:ext cx="57240" cy="302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15843874-5CBE-AE5A-4AE6-DA486DFBDF9F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0406812" y="1714630"/>
                  <a:ext cx="6948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E2F80ECB-9189-0269-8930-30F8B92A1E9C}"/>
                    </a:ext>
                  </a:extLst>
                </p14:cNvPr>
                <p14:cNvContentPartPr/>
                <p14:nvPr/>
              </p14:nvContentPartPr>
              <p14:xfrm>
                <a:off x="10486372" y="1668910"/>
                <a:ext cx="174240" cy="1479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E2F80ECB-9189-0269-8930-30F8B92A1E9C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0480252" y="1662790"/>
                  <a:ext cx="18648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3D9A1ABD-E609-8C27-06DD-103640423B19}"/>
                    </a:ext>
                  </a:extLst>
                </p14:cNvPr>
                <p14:cNvContentPartPr/>
                <p14:nvPr/>
              </p14:nvContentPartPr>
              <p14:xfrm>
                <a:off x="10718932" y="1654510"/>
                <a:ext cx="97920" cy="1292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3D9A1ABD-E609-8C27-06DD-103640423B19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0712812" y="1648390"/>
                  <a:ext cx="11016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3E731E04-8B42-AF11-869F-4F82411AF496}"/>
                    </a:ext>
                  </a:extLst>
                </p14:cNvPr>
                <p14:cNvContentPartPr/>
                <p14:nvPr/>
              </p14:nvContentPartPr>
              <p14:xfrm>
                <a:off x="10844572" y="1464430"/>
                <a:ext cx="70920" cy="1296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3E731E04-8B42-AF11-869F-4F82411AF496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0838452" y="1458310"/>
                  <a:ext cx="8316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DEDD5984-F30E-3A8C-2918-C161C412F315}"/>
                    </a:ext>
                  </a:extLst>
                </p14:cNvPr>
                <p14:cNvContentPartPr/>
                <p14:nvPr/>
              </p14:nvContentPartPr>
              <p14:xfrm>
                <a:off x="10222132" y="2041510"/>
                <a:ext cx="168480" cy="2044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DEDD5984-F30E-3A8C-2918-C161C412F315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0216012" y="2035390"/>
                  <a:ext cx="18072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FAF549FC-79DD-BE16-51B7-1FD923431497}"/>
                    </a:ext>
                  </a:extLst>
                </p14:cNvPr>
                <p14:cNvContentPartPr/>
                <p14:nvPr/>
              </p14:nvContentPartPr>
              <p14:xfrm>
                <a:off x="10470532" y="2133310"/>
                <a:ext cx="17640" cy="918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FAF549FC-79DD-BE16-51B7-1FD923431497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0464412" y="2127190"/>
                  <a:ext cx="2988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7E707A4F-42A3-9E0F-D7C5-6A711A154BBD}"/>
                    </a:ext>
                  </a:extLst>
                </p14:cNvPr>
                <p14:cNvContentPartPr/>
                <p14:nvPr/>
              </p14:nvContentPartPr>
              <p14:xfrm>
                <a:off x="10478092" y="2134750"/>
                <a:ext cx="30240" cy="6912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7E707A4F-42A3-9E0F-D7C5-6A711A154BBD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0471972" y="2128630"/>
                  <a:ext cx="4248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9338933F-58D4-628B-8B5F-4E37D230E1CA}"/>
                    </a:ext>
                  </a:extLst>
                </p14:cNvPr>
                <p14:cNvContentPartPr/>
                <p14:nvPr/>
              </p14:nvContentPartPr>
              <p14:xfrm>
                <a:off x="10570252" y="2085790"/>
                <a:ext cx="64800" cy="226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9338933F-58D4-628B-8B5F-4E37D230E1CA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0564132" y="2079670"/>
                  <a:ext cx="7704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DDBD2EE1-5053-7F64-A295-EC74963DD144}"/>
                    </a:ext>
                  </a:extLst>
                </p14:cNvPr>
                <p14:cNvContentPartPr/>
                <p14:nvPr/>
              </p14:nvContentPartPr>
              <p14:xfrm>
                <a:off x="10624612" y="2105950"/>
                <a:ext cx="54000" cy="259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DDBD2EE1-5053-7F64-A295-EC74963DD144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0618492" y="2099830"/>
                  <a:ext cx="6624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4B750351-DDDB-85D5-D0DC-677F27D47B86}"/>
                    </a:ext>
                  </a:extLst>
                </p14:cNvPr>
                <p14:cNvContentPartPr/>
                <p14:nvPr/>
              </p14:nvContentPartPr>
              <p14:xfrm>
                <a:off x="10734412" y="2053390"/>
                <a:ext cx="213840" cy="1828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4B750351-DDDB-85D5-D0DC-677F27D47B86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0728292" y="2047270"/>
                  <a:ext cx="22608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B50D1991-09CC-071E-130F-B76B4A215297}"/>
                    </a:ext>
                  </a:extLst>
                </p14:cNvPr>
                <p14:cNvContentPartPr/>
                <p14:nvPr/>
              </p14:nvContentPartPr>
              <p14:xfrm>
                <a:off x="10929172" y="1888870"/>
                <a:ext cx="91440" cy="1162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B50D1991-09CC-071E-130F-B76B4A215297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0923052" y="1882750"/>
                  <a:ext cx="103680" cy="12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6A2A29BA-9D07-322A-8193-5C401EE1E59A}"/>
              </a:ext>
            </a:extLst>
          </p:cNvPr>
          <p:cNvGrpSpPr/>
          <p:nvPr/>
        </p:nvGrpSpPr>
        <p:grpSpPr>
          <a:xfrm>
            <a:off x="8665132" y="1304950"/>
            <a:ext cx="344520" cy="176760"/>
            <a:chOff x="8665132" y="1304950"/>
            <a:chExt cx="344520" cy="176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C4E437A4-7379-BDE9-C793-CF2CA6BFA7F5}"/>
                    </a:ext>
                  </a:extLst>
                </p14:cNvPr>
                <p14:cNvContentPartPr/>
                <p14:nvPr/>
              </p14:nvContentPartPr>
              <p14:xfrm>
                <a:off x="8665132" y="1340950"/>
                <a:ext cx="163800" cy="1407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C4E437A4-7379-BDE9-C793-CF2CA6BFA7F5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8659012" y="1334830"/>
                  <a:ext cx="17604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D345D726-A4AC-9D29-0D8D-B94862A673D1}"/>
                    </a:ext>
                  </a:extLst>
                </p14:cNvPr>
                <p14:cNvContentPartPr/>
                <p14:nvPr/>
              </p14:nvContentPartPr>
              <p14:xfrm>
                <a:off x="8859532" y="1313230"/>
                <a:ext cx="57240" cy="14076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D345D726-A4AC-9D29-0D8D-B94862A673D1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8853412" y="1307110"/>
                  <a:ext cx="6948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351FD8E3-06C8-2A10-9E5A-D6DD683C62C3}"/>
                    </a:ext>
                  </a:extLst>
                </p14:cNvPr>
                <p14:cNvContentPartPr/>
                <p14:nvPr/>
              </p14:nvContentPartPr>
              <p14:xfrm>
                <a:off x="8912092" y="1304950"/>
                <a:ext cx="97560" cy="727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351FD8E3-06C8-2A10-9E5A-D6DD683C62C3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8905972" y="1298830"/>
                  <a:ext cx="109800" cy="84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DCCADC7C-F99B-E4DC-D3A8-A9B544FE4C77}"/>
              </a:ext>
            </a:extLst>
          </p:cNvPr>
          <p:cNvGrpSpPr/>
          <p:nvPr/>
        </p:nvGrpSpPr>
        <p:grpSpPr>
          <a:xfrm>
            <a:off x="6994372" y="2591230"/>
            <a:ext cx="1994040" cy="1188000"/>
            <a:chOff x="6994372" y="2591230"/>
            <a:chExt cx="1994040" cy="1188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6DE5CB49-83BD-8BDB-9526-23753417DC01}"/>
                    </a:ext>
                  </a:extLst>
                </p14:cNvPr>
                <p14:cNvContentPartPr/>
                <p14:nvPr/>
              </p14:nvContentPartPr>
              <p14:xfrm>
                <a:off x="7365172" y="2880310"/>
                <a:ext cx="13680" cy="39708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6DE5CB49-83BD-8BDB-9526-23753417DC01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7359052" y="2874190"/>
                  <a:ext cx="25920" cy="40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B3BCE76A-8DC1-0AEA-33BB-A67E91648A43}"/>
                    </a:ext>
                  </a:extLst>
                </p14:cNvPr>
                <p14:cNvContentPartPr/>
                <p14:nvPr/>
              </p14:nvContentPartPr>
              <p14:xfrm>
                <a:off x="7202452" y="3268030"/>
                <a:ext cx="289800" cy="237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B3BCE76A-8DC1-0AEA-33BB-A67E91648A43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7196332" y="3261910"/>
                  <a:ext cx="3020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45BEDB38-33C3-A59E-3574-05DC56CFB088}"/>
                    </a:ext>
                  </a:extLst>
                </p14:cNvPr>
                <p14:cNvContentPartPr/>
                <p14:nvPr/>
              </p14:nvContentPartPr>
              <p14:xfrm>
                <a:off x="7323052" y="3357310"/>
                <a:ext cx="88560" cy="2124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45BEDB38-33C3-A59E-3574-05DC56CFB088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7316932" y="3351190"/>
                  <a:ext cx="10080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84788326-03BB-D25D-3EEC-1DB49611A3E3}"/>
                    </a:ext>
                  </a:extLst>
                </p14:cNvPr>
                <p14:cNvContentPartPr/>
                <p14:nvPr/>
              </p14:nvContentPartPr>
              <p14:xfrm>
                <a:off x="7370932" y="3362710"/>
                <a:ext cx="39240" cy="4064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84788326-03BB-D25D-3EEC-1DB49611A3E3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7364812" y="3356590"/>
                  <a:ext cx="51480" cy="41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336AD8A4-E207-2755-25B3-4A0A16F6932C}"/>
                    </a:ext>
                  </a:extLst>
                </p14:cNvPr>
                <p14:cNvContentPartPr/>
                <p14:nvPr/>
              </p14:nvContentPartPr>
              <p14:xfrm>
                <a:off x="7376692" y="2914870"/>
                <a:ext cx="604440" cy="4644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336AD8A4-E207-2755-25B3-4A0A16F6932C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7370572" y="2908750"/>
                  <a:ext cx="61668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967EAB46-C912-0E63-507A-947F79AEEBFE}"/>
                    </a:ext>
                  </a:extLst>
                </p14:cNvPr>
                <p14:cNvContentPartPr/>
                <p14:nvPr/>
              </p14:nvContentPartPr>
              <p14:xfrm>
                <a:off x="8021452" y="2860870"/>
                <a:ext cx="300960" cy="13860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967EAB46-C912-0E63-507A-947F79AEEBFE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8015332" y="2854750"/>
                  <a:ext cx="31320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2247C1BA-B962-F1B4-DDCD-D2BEC17AFD1E}"/>
                    </a:ext>
                  </a:extLst>
                </p14:cNvPr>
                <p14:cNvContentPartPr/>
                <p14:nvPr/>
              </p14:nvContentPartPr>
              <p14:xfrm>
                <a:off x="8334652" y="2889670"/>
                <a:ext cx="525240" cy="496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2247C1BA-B962-F1B4-DDCD-D2BEC17AFD1E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8328532" y="2883550"/>
                  <a:ext cx="53748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904837B5-DF66-6BE6-6DE3-7F7322A6896C}"/>
                    </a:ext>
                  </a:extLst>
                </p14:cNvPr>
                <p14:cNvContentPartPr/>
                <p14:nvPr/>
              </p14:nvContentPartPr>
              <p14:xfrm>
                <a:off x="8863852" y="2884630"/>
                <a:ext cx="45000" cy="63000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904837B5-DF66-6BE6-6DE3-7F7322A6896C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8857732" y="2878510"/>
                  <a:ext cx="57240" cy="64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664FFD6C-6F97-BADA-5302-7734133655E7}"/>
                    </a:ext>
                  </a:extLst>
                </p14:cNvPr>
                <p14:cNvContentPartPr/>
                <p14:nvPr/>
              </p14:nvContentPartPr>
              <p14:xfrm>
                <a:off x="7372372" y="3632710"/>
                <a:ext cx="1616040" cy="14652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664FFD6C-6F97-BADA-5302-7734133655E7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7366252" y="3626590"/>
                  <a:ext cx="162828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17BF75C3-B7FC-6A75-A5DF-D06945BBC944}"/>
                    </a:ext>
                  </a:extLst>
                </p14:cNvPr>
                <p14:cNvContentPartPr/>
                <p14:nvPr/>
              </p14:nvContentPartPr>
              <p14:xfrm>
                <a:off x="8936212" y="3468910"/>
                <a:ext cx="28080" cy="14328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17BF75C3-B7FC-6A75-A5DF-D06945BBC944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8930092" y="3462790"/>
                  <a:ext cx="4032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4E6D9DEB-42C2-09F6-3650-163E66D30A60}"/>
                    </a:ext>
                  </a:extLst>
                </p14:cNvPr>
                <p14:cNvContentPartPr/>
                <p14:nvPr/>
              </p14:nvContentPartPr>
              <p14:xfrm>
                <a:off x="8015692" y="2627590"/>
                <a:ext cx="137160" cy="1191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4E6D9DEB-42C2-09F6-3650-163E66D30A60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8009572" y="2621470"/>
                  <a:ext cx="14940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F9BD4DD6-48B2-D104-5E3B-0B26F684CB0E}"/>
                    </a:ext>
                  </a:extLst>
                </p14:cNvPr>
                <p14:cNvContentPartPr/>
                <p14:nvPr/>
              </p14:nvContentPartPr>
              <p14:xfrm>
                <a:off x="8081572" y="2731270"/>
                <a:ext cx="80280" cy="716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F9BD4DD6-48B2-D104-5E3B-0B26F684CB0E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8075452" y="2725150"/>
                  <a:ext cx="9252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465B56E2-4C24-9E4F-6E11-1D6238C0AA04}"/>
                    </a:ext>
                  </a:extLst>
                </p14:cNvPr>
                <p14:cNvContentPartPr/>
                <p14:nvPr/>
              </p14:nvContentPartPr>
              <p14:xfrm>
                <a:off x="8198212" y="2650270"/>
                <a:ext cx="54000" cy="13788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465B56E2-4C24-9E4F-6E11-1D6238C0AA04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8192092" y="2644150"/>
                  <a:ext cx="6624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9B99A9B6-30B6-8F88-B490-AFF05E755C57}"/>
                    </a:ext>
                  </a:extLst>
                </p14:cNvPr>
                <p14:cNvContentPartPr/>
                <p14:nvPr/>
              </p14:nvContentPartPr>
              <p14:xfrm>
                <a:off x="8241052" y="2671870"/>
                <a:ext cx="84960" cy="313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9B99A9B6-30B6-8F88-B490-AFF05E755C57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8234932" y="2665750"/>
                  <a:ext cx="9720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B5F6D370-8FDD-A19E-7030-B2056848600C}"/>
                    </a:ext>
                  </a:extLst>
                </p14:cNvPr>
                <p14:cNvContentPartPr/>
                <p14:nvPr/>
              </p14:nvContentPartPr>
              <p14:xfrm>
                <a:off x="6994372" y="3065710"/>
                <a:ext cx="110880" cy="1083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B5F6D370-8FDD-A19E-7030-B2056848600C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6988252" y="3059590"/>
                  <a:ext cx="12312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434D089E-C09F-E7B8-AE39-5BFAF0334122}"/>
                    </a:ext>
                  </a:extLst>
                </p14:cNvPr>
                <p14:cNvContentPartPr/>
                <p14:nvPr/>
              </p14:nvContentPartPr>
              <p14:xfrm>
                <a:off x="7170412" y="3072910"/>
                <a:ext cx="56520" cy="13536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434D089E-C09F-E7B8-AE39-5BFAF0334122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7164292" y="3066790"/>
                  <a:ext cx="6876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21E19530-2198-84D9-4E06-71637D885CD2}"/>
                    </a:ext>
                  </a:extLst>
                </p14:cNvPr>
                <p14:cNvContentPartPr/>
                <p14:nvPr/>
              </p14:nvContentPartPr>
              <p14:xfrm>
                <a:off x="7184452" y="3068590"/>
                <a:ext cx="73080" cy="561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21E19530-2198-84D9-4E06-71637D885CD2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7178332" y="3062470"/>
                  <a:ext cx="8532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3220F595-9DC6-1D30-C786-29BCA829801A}"/>
                    </a:ext>
                  </a:extLst>
                </p14:cNvPr>
                <p14:cNvContentPartPr/>
                <p14:nvPr/>
              </p14:nvContentPartPr>
              <p14:xfrm>
                <a:off x="7226572" y="3094150"/>
                <a:ext cx="35280" cy="2952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3220F595-9DC6-1D30-C786-29BCA829801A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7220452" y="3088030"/>
                  <a:ext cx="4752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CCD56A1B-F394-7313-853B-CCA0A7EA380D}"/>
                    </a:ext>
                  </a:extLst>
                </p14:cNvPr>
                <p14:cNvContentPartPr/>
                <p14:nvPr/>
              </p14:nvContentPartPr>
              <p14:xfrm>
                <a:off x="8261572" y="2591230"/>
                <a:ext cx="32040" cy="13068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CCD56A1B-F394-7313-853B-CCA0A7EA380D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8255452" y="2585110"/>
                  <a:ext cx="44280" cy="1429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0162815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0CD4B-7E53-C78B-7E0D-CD874A20D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36052-3C4C-CC9E-24D5-FC79699B6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Resistors in series</a:t>
            </a:r>
          </a:p>
        </p:txBody>
      </p:sp>
      <p:pic>
        <p:nvPicPr>
          <p:cNvPr id="6" name="Content Placeholder 5" descr="A diagram of electrical circuits&#10;&#10;Description automatically generated">
            <a:extLst>
              <a:ext uri="{FF2B5EF4-FFF2-40B4-BE49-F238E27FC236}">
                <a16:creationId xmlns:a16="http://schemas.microsoft.com/office/drawing/2014/main" id="{134A00AE-BBB0-5BF2-AA51-AB3F975D4F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467"/>
          <a:stretch/>
        </p:blipFill>
        <p:spPr>
          <a:xfrm>
            <a:off x="1546854" y="847793"/>
            <a:ext cx="4309935" cy="545239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E06422-F673-A73E-78BF-84028F9A0E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18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47AA305D-B52F-BAF5-721E-3F784AA70BA7}"/>
              </a:ext>
            </a:extLst>
          </p:cNvPr>
          <p:cNvGrpSpPr/>
          <p:nvPr/>
        </p:nvGrpSpPr>
        <p:grpSpPr>
          <a:xfrm>
            <a:off x="6098775" y="906485"/>
            <a:ext cx="3262320" cy="2050920"/>
            <a:chOff x="6098775" y="906485"/>
            <a:chExt cx="3262320" cy="2050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7B8541E3-48D8-C830-B419-AB4541E4848B}"/>
                    </a:ext>
                  </a:extLst>
                </p14:cNvPr>
                <p14:cNvContentPartPr/>
                <p14:nvPr/>
              </p14:nvContentPartPr>
              <p14:xfrm>
                <a:off x="7039095" y="906485"/>
                <a:ext cx="47880" cy="8236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7B8541E3-48D8-C830-B419-AB4541E4848B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021455" y="888845"/>
                  <a:ext cx="83520" cy="85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1ED7F16-20A2-08D8-B224-A46C477B9F96}"/>
                    </a:ext>
                  </a:extLst>
                </p14:cNvPr>
                <p14:cNvContentPartPr/>
                <p14:nvPr/>
              </p14:nvContentPartPr>
              <p14:xfrm>
                <a:off x="6640935" y="1643765"/>
                <a:ext cx="875520" cy="759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1ED7F16-20A2-08D8-B224-A46C477B9F96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622935" y="1625765"/>
                  <a:ext cx="91116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5AE46BCE-A595-509F-3198-A3EDF79165FB}"/>
                    </a:ext>
                  </a:extLst>
                </p14:cNvPr>
                <p14:cNvContentPartPr/>
                <p14:nvPr/>
              </p14:nvContentPartPr>
              <p14:xfrm>
                <a:off x="6961335" y="1879565"/>
                <a:ext cx="233640" cy="295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5AE46BCE-A595-509F-3198-A3EDF79165FB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943335" y="1861565"/>
                  <a:ext cx="26928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B692273-F101-7252-69CE-7F800B74893C}"/>
                    </a:ext>
                  </a:extLst>
                </p14:cNvPr>
                <p14:cNvContentPartPr/>
                <p14:nvPr/>
              </p14:nvContentPartPr>
              <p14:xfrm>
                <a:off x="7082295" y="1869125"/>
                <a:ext cx="87480" cy="8686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B692273-F101-7252-69CE-7F800B74893C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064295" y="1851485"/>
                  <a:ext cx="123120" cy="90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E9C9C0A-FBAA-E55A-C1EB-E2D8BBFA90B9}"/>
                    </a:ext>
                  </a:extLst>
                </p14:cNvPr>
                <p14:cNvContentPartPr/>
                <p14:nvPr/>
              </p14:nvContentPartPr>
              <p14:xfrm>
                <a:off x="6995895" y="939965"/>
                <a:ext cx="1261440" cy="615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E9C9C0A-FBAA-E55A-C1EB-E2D8BBFA90B9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978255" y="922325"/>
                  <a:ext cx="129708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49D846C-BFEF-AAF9-3996-B21FACDBA91C}"/>
                    </a:ext>
                  </a:extLst>
                </p14:cNvPr>
                <p14:cNvContentPartPr/>
                <p14:nvPr/>
              </p14:nvContentPartPr>
              <p14:xfrm>
                <a:off x="8245815" y="969845"/>
                <a:ext cx="146520" cy="6390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49D846C-BFEF-AAF9-3996-B21FACDBA91C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227815" y="951845"/>
                  <a:ext cx="182160" cy="67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E0DB09D-838A-09FF-DEA3-7BA2A3833EC8}"/>
                    </a:ext>
                  </a:extLst>
                </p14:cNvPr>
                <p14:cNvContentPartPr/>
                <p14:nvPr/>
              </p14:nvContentPartPr>
              <p14:xfrm>
                <a:off x="8317815" y="1543325"/>
                <a:ext cx="166320" cy="2541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E0DB09D-838A-09FF-DEA3-7BA2A3833EC8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299815" y="1525685"/>
                  <a:ext cx="20196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9083EC1-811A-EBFB-61BA-76DAB7E0A247}"/>
                    </a:ext>
                  </a:extLst>
                </p14:cNvPr>
                <p14:cNvContentPartPr/>
                <p14:nvPr/>
              </p14:nvContentPartPr>
              <p14:xfrm>
                <a:off x="8425455" y="1813325"/>
                <a:ext cx="90000" cy="5187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9083EC1-811A-EBFB-61BA-76DAB7E0A247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407815" y="1795685"/>
                  <a:ext cx="125640" cy="55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F50C8A1C-C77F-317C-A599-2AA3E6E6EB84}"/>
                    </a:ext>
                  </a:extLst>
                </p14:cNvPr>
                <p14:cNvContentPartPr/>
                <p14:nvPr/>
              </p14:nvContentPartPr>
              <p14:xfrm>
                <a:off x="8478015" y="2358725"/>
                <a:ext cx="119880" cy="2188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F50C8A1C-C77F-317C-A599-2AA3E6E6EB84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460375" y="2341085"/>
                  <a:ext cx="15552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864CC58A-95C9-3085-E502-8395E4652F8C}"/>
                    </a:ext>
                  </a:extLst>
                </p14:cNvPr>
                <p14:cNvContentPartPr/>
                <p14:nvPr/>
              </p14:nvContentPartPr>
              <p14:xfrm>
                <a:off x="7182015" y="2557445"/>
                <a:ext cx="1508400" cy="3999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864CC58A-95C9-3085-E502-8395E4652F8C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164015" y="2539445"/>
                  <a:ext cx="1544040" cy="43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5A76A501-7981-7738-9CAF-E30C5B45A669}"/>
                    </a:ext>
                  </a:extLst>
                </p14:cNvPr>
                <p14:cNvContentPartPr/>
                <p14:nvPr/>
              </p14:nvContentPartPr>
              <p14:xfrm>
                <a:off x="7127295" y="2719805"/>
                <a:ext cx="24120" cy="2264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5A76A501-7981-7738-9CAF-E30C5B45A669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109655" y="2702165"/>
                  <a:ext cx="5976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D087F80F-552E-93EA-37B9-F5708C4632B1}"/>
                    </a:ext>
                  </a:extLst>
                </p14:cNvPr>
                <p14:cNvContentPartPr/>
                <p14:nvPr/>
              </p14:nvContentPartPr>
              <p14:xfrm>
                <a:off x="6118575" y="1528205"/>
                <a:ext cx="151560" cy="5868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D087F80F-552E-93EA-37B9-F5708C4632B1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100935" y="1510205"/>
                  <a:ext cx="18720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E90F8747-85C4-6D89-D5D5-B8D04506090A}"/>
                    </a:ext>
                  </a:extLst>
                </p14:cNvPr>
                <p14:cNvContentPartPr/>
                <p14:nvPr/>
              </p14:nvContentPartPr>
              <p14:xfrm>
                <a:off x="6098775" y="1594805"/>
                <a:ext cx="142200" cy="23652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E90F8747-85C4-6D89-D5D5-B8D04506090A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081135" y="1577165"/>
                  <a:ext cx="17784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2C0AA5D8-C8A5-F0C4-2679-52465BD1EF50}"/>
                    </a:ext>
                  </a:extLst>
                </p14:cNvPr>
                <p14:cNvContentPartPr/>
                <p14:nvPr/>
              </p14:nvContentPartPr>
              <p14:xfrm>
                <a:off x="6305415" y="1473845"/>
                <a:ext cx="164160" cy="27864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2C0AA5D8-C8A5-F0C4-2679-52465BD1EF50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287775" y="1455845"/>
                  <a:ext cx="19980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7223F229-079C-FF14-59D4-33F1DDE60076}"/>
                    </a:ext>
                  </a:extLst>
                </p14:cNvPr>
                <p14:cNvContentPartPr/>
                <p14:nvPr/>
              </p14:nvContentPartPr>
              <p14:xfrm>
                <a:off x="8777535" y="1377005"/>
                <a:ext cx="110880" cy="25236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7223F229-079C-FF14-59D4-33F1DDE60076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759535" y="1359005"/>
                  <a:ext cx="14652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66B68D19-5BBC-EE46-06CE-AD42CD9692DC}"/>
                    </a:ext>
                  </a:extLst>
                </p14:cNvPr>
                <p14:cNvContentPartPr/>
                <p14:nvPr/>
              </p14:nvContentPartPr>
              <p14:xfrm>
                <a:off x="8785095" y="1310045"/>
                <a:ext cx="219240" cy="21420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66B68D19-5BBC-EE46-06CE-AD42CD9692DC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767095" y="1292405"/>
                  <a:ext cx="25488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05204232-DC01-F744-5F26-DB1C120DB213}"/>
                    </a:ext>
                  </a:extLst>
                </p14:cNvPr>
                <p14:cNvContentPartPr/>
                <p14:nvPr/>
              </p14:nvContentPartPr>
              <p14:xfrm>
                <a:off x="9091815" y="1473485"/>
                <a:ext cx="76680" cy="18900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05204232-DC01-F744-5F26-DB1C120DB213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073815" y="1455845"/>
                  <a:ext cx="11232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04DA22DB-DC23-A4F1-98C3-8F68B366EE6E}"/>
                    </a:ext>
                  </a:extLst>
                </p14:cNvPr>
                <p14:cNvContentPartPr/>
                <p14:nvPr/>
              </p14:nvContentPartPr>
              <p14:xfrm>
                <a:off x="8922615" y="2341805"/>
                <a:ext cx="63360" cy="23796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04DA22DB-DC23-A4F1-98C3-8F68B366EE6E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8904615" y="2323805"/>
                  <a:ext cx="9900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1157CA94-084A-7EF6-1F53-7D4E81F2559B}"/>
                    </a:ext>
                  </a:extLst>
                </p14:cNvPr>
                <p14:cNvContentPartPr/>
                <p14:nvPr/>
              </p14:nvContentPartPr>
              <p14:xfrm>
                <a:off x="8935935" y="2299685"/>
                <a:ext cx="205560" cy="18936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1157CA94-084A-7EF6-1F53-7D4E81F2559B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918295" y="2282045"/>
                  <a:ext cx="24120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62CFFD8E-6A37-478F-8849-EB8ABC2EB7CD}"/>
                    </a:ext>
                  </a:extLst>
                </p14:cNvPr>
                <p14:cNvContentPartPr/>
                <p14:nvPr/>
              </p14:nvContentPartPr>
              <p14:xfrm>
                <a:off x="9233295" y="2450525"/>
                <a:ext cx="127800" cy="11700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62CFFD8E-6A37-478F-8849-EB8ABC2EB7CD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9215295" y="2432525"/>
                  <a:ext cx="163440" cy="152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93145C97-16E9-8ADD-F275-D38F4BBD231C}"/>
              </a:ext>
            </a:extLst>
          </p:cNvPr>
          <p:cNvGrpSpPr/>
          <p:nvPr/>
        </p:nvGrpSpPr>
        <p:grpSpPr>
          <a:xfrm>
            <a:off x="7201455" y="3402365"/>
            <a:ext cx="309960" cy="409680"/>
            <a:chOff x="7201455" y="3402365"/>
            <a:chExt cx="309960" cy="409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E4493688-FC01-C73B-87FB-920ED8847A2C}"/>
                    </a:ext>
                  </a:extLst>
                </p14:cNvPr>
                <p14:cNvContentPartPr/>
                <p14:nvPr/>
              </p14:nvContentPartPr>
              <p14:xfrm>
                <a:off x="7201455" y="3590645"/>
                <a:ext cx="10800" cy="2163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E4493688-FC01-C73B-87FB-920ED8847A2C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7183815" y="3572645"/>
                  <a:ext cx="4644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B70FDF15-C722-BE37-4AA8-E8E5BB1914F4}"/>
                    </a:ext>
                  </a:extLst>
                </p14:cNvPr>
                <p14:cNvContentPartPr/>
                <p14:nvPr/>
              </p14:nvContentPartPr>
              <p14:xfrm>
                <a:off x="7236015" y="3402365"/>
                <a:ext cx="7920" cy="1908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B70FDF15-C722-BE37-4AA8-E8E5BB1914F4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7218015" y="3384365"/>
                  <a:ext cx="4356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FD744A56-E190-2C06-ADEC-3E1EB46182BD}"/>
                    </a:ext>
                  </a:extLst>
                </p14:cNvPr>
                <p14:cNvContentPartPr/>
                <p14:nvPr/>
              </p14:nvContentPartPr>
              <p14:xfrm>
                <a:off x="7392615" y="3416765"/>
                <a:ext cx="62280" cy="3952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FD744A56-E190-2C06-ADEC-3E1EB46182BD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7374975" y="3399125"/>
                  <a:ext cx="97920" cy="43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20466104-DC96-B5EB-EE73-685FC3251EC3}"/>
                    </a:ext>
                  </a:extLst>
                </p14:cNvPr>
                <p14:cNvContentPartPr/>
                <p14:nvPr/>
              </p14:nvContentPartPr>
              <p14:xfrm>
                <a:off x="7357695" y="3611165"/>
                <a:ext cx="153720" cy="10980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20466104-DC96-B5EB-EE73-685FC3251EC3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7339695" y="3593165"/>
                  <a:ext cx="189360" cy="14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1A83B0D2-3B3F-192A-0DBF-881184F70564}"/>
              </a:ext>
            </a:extLst>
          </p:cNvPr>
          <p:cNvGrpSpPr/>
          <p:nvPr/>
        </p:nvGrpSpPr>
        <p:grpSpPr>
          <a:xfrm>
            <a:off x="8039175" y="3443045"/>
            <a:ext cx="1368720" cy="362520"/>
            <a:chOff x="8039175" y="3443045"/>
            <a:chExt cx="1368720" cy="362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D55D8D42-D975-5908-BC5C-F44E05770614}"/>
                    </a:ext>
                  </a:extLst>
                </p14:cNvPr>
                <p14:cNvContentPartPr/>
                <p14:nvPr/>
              </p14:nvContentPartPr>
              <p14:xfrm>
                <a:off x="8039175" y="3476525"/>
                <a:ext cx="59760" cy="31104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D55D8D42-D975-5908-BC5C-F44E05770614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8021175" y="3458525"/>
                  <a:ext cx="95400" cy="34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A56ABA3F-4EDC-253D-31D0-C95B80ECC294}"/>
                    </a:ext>
                  </a:extLst>
                </p14:cNvPr>
                <p14:cNvContentPartPr/>
                <p14:nvPr/>
              </p14:nvContentPartPr>
              <p14:xfrm>
                <a:off x="8057895" y="3443045"/>
                <a:ext cx="201600" cy="16164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A56ABA3F-4EDC-253D-31D0-C95B80ECC294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8039895" y="3425045"/>
                  <a:ext cx="23724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5D80D4B7-D80A-08F4-1B86-B2CBAE02F903}"/>
                    </a:ext>
                  </a:extLst>
                </p14:cNvPr>
                <p14:cNvContentPartPr/>
                <p14:nvPr/>
              </p14:nvContentPartPr>
              <p14:xfrm>
                <a:off x="8352735" y="3618725"/>
                <a:ext cx="48960" cy="18684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5D80D4B7-D80A-08F4-1B86-B2CBAE02F903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335095" y="3601085"/>
                  <a:ext cx="8460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4504E036-C432-29DD-2BA8-0B25591637B3}"/>
                    </a:ext>
                  </a:extLst>
                </p14:cNvPr>
                <p14:cNvContentPartPr/>
                <p14:nvPr/>
              </p14:nvContentPartPr>
              <p14:xfrm>
                <a:off x="8556855" y="3625205"/>
                <a:ext cx="91800" cy="2412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4504E036-C432-29DD-2BA8-0B25591637B3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8539215" y="3607565"/>
                  <a:ext cx="12744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DA21EC0C-6B14-36BC-C8EC-192F1B1F76B0}"/>
                    </a:ext>
                  </a:extLst>
                </p14:cNvPr>
                <p14:cNvContentPartPr/>
                <p14:nvPr/>
              </p14:nvContentPartPr>
              <p14:xfrm>
                <a:off x="8594655" y="3696845"/>
                <a:ext cx="109440" cy="3456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DA21EC0C-6B14-36BC-C8EC-192F1B1F76B0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8576655" y="3679205"/>
                  <a:ext cx="14508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A4741ABC-860C-1306-0DE2-610C67B58457}"/>
                    </a:ext>
                  </a:extLst>
                </p14:cNvPr>
                <p14:cNvContentPartPr/>
                <p14:nvPr/>
              </p14:nvContentPartPr>
              <p14:xfrm>
                <a:off x="8872575" y="3549605"/>
                <a:ext cx="72000" cy="2340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A4741ABC-860C-1306-0DE2-610C67B58457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8854935" y="3531605"/>
                  <a:ext cx="10764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68AEBA22-1D67-F6F2-6E0A-7E27E625B948}"/>
                    </a:ext>
                  </a:extLst>
                </p14:cNvPr>
                <p14:cNvContentPartPr/>
                <p14:nvPr/>
              </p14:nvContentPartPr>
              <p14:xfrm>
                <a:off x="8885535" y="3465725"/>
                <a:ext cx="206280" cy="17064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68AEBA22-1D67-F6F2-6E0A-7E27E625B948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8867895" y="3447725"/>
                  <a:ext cx="24192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0D9FC9B9-29EF-79EB-7DB3-861F08E7FFB0}"/>
                    </a:ext>
                  </a:extLst>
                </p14:cNvPr>
                <p14:cNvContentPartPr/>
                <p14:nvPr/>
              </p14:nvContentPartPr>
              <p14:xfrm>
                <a:off x="9205575" y="3573725"/>
                <a:ext cx="202320" cy="16128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0D9FC9B9-29EF-79EB-7DB3-861F08E7FFB0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9187575" y="3555725"/>
                  <a:ext cx="237960" cy="196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0C6732EF-4B2F-2F2B-766F-EFD516E89B6C}"/>
              </a:ext>
            </a:extLst>
          </p:cNvPr>
          <p:cNvGrpSpPr/>
          <p:nvPr/>
        </p:nvGrpSpPr>
        <p:grpSpPr>
          <a:xfrm>
            <a:off x="8661975" y="1958765"/>
            <a:ext cx="2499120" cy="1048680"/>
            <a:chOff x="8661975" y="1958765"/>
            <a:chExt cx="2499120" cy="1048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F95B44DC-584C-9850-4867-D499AC731ECC}"/>
                    </a:ext>
                  </a:extLst>
                </p14:cNvPr>
                <p14:cNvContentPartPr/>
                <p14:nvPr/>
              </p14:nvContentPartPr>
              <p14:xfrm>
                <a:off x="8661975" y="2887565"/>
                <a:ext cx="875520" cy="11988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F95B44DC-584C-9850-4867-D499AC731ECC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8643975" y="2869925"/>
                  <a:ext cx="91116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AABFF4E5-7394-013D-2A2A-0B868966A0EA}"/>
                    </a:ext>
                  </a:extLst>
                </p14:cNvPr>
                <p14:cNvContentPartPr/>
                <p14:nvPr/>
              </p14:nvContentPartPr>
              <p14:xfrm>
                <a:off x="9665655" y="2210765"/>
                <a:ext cx="207000" cy="22788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AABFF4E5-7394-013D-2A2A-0B868966A0EA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9647655" y="2192765"/>
                  <a:ext cx="24264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B85EA7DA-1DE6-2A0A-4430-18951FB5F2A2}"/>
                    </a:ext>
                  </a:extLst>
                </p14:cNvPr>
                <p14:cNvContentPartPr/>
                <p14:nvPr/>
              </p14:nvContentPartPr>
              <p14:xfrm>
                <a:off x="9962655" y="2368085"/>
                <a:ext cx="134280" cy="16128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B85EA7DA-1DE6-2A0A-4430-18951FB5F2A2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9944655" y="2350085"/>
                  <a:ext cx="16992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B309BE8E-9754-2AB7-6D75-AF92B68CF1EC}"/>
                    </a:ext>
                  </a:extLst>
                </p14:cNvPr>
                <p14:cNvContentPartPr/>
                <p14:nvPr/>
              </p14:nvContentPartPr>
              <p14:xfrm>
                <a:off x="9734415" y="1987565"/>
                <a:ext cx="69480" cy="22608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B309BE8E-9754-2AB7-6D75-AF92B68CF1EC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9716415" y="1969565"/>
                  <a:ext cx="10512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1141E7DA-16AE-9AB9-75EC-C7C6D0494052}"/>
                    </a:ext>
                  </a:extLst>
                </p14:cNvPr>
                <p14:cNvContentPartPr/>
                <p14:nvPr/>
              </p14:nvContentPartPr>
              <p14:xfrm>
                <a:off x="9700575" y="1958765"/>
                <a:ext cx="123120" cy="12960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1141E7DA-16AE-9AB9-75EC-C7C6D0494052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9682935" y="1940765"/>
                  <a:ext cx="15876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AB2D3EE3-62F9-A19F-3BEA-4BF0092D836F}"/>
                    </a:ext>
                  </a:extLst>
                </p14:cNvPr>
                <p14:cNvContentPartPr/>
                <p14:nvPr/>
              </p14:nvContentPartPr>
              <p14:xfrm>
                <a:off x="9831255" y="2596325"/>
                <a:ext cx="80640" cy="36540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AB2D3EE3-62F9-A19F-3BEA-4BF0092D836F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9813255" y="2578325"/>
                  <a:ext cx="116280" cy="40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EADC7DED-272F-DA3C-D454-02FC569D0A16}"/>
                    </a:ext>
                  </a:extLst>
                </p14:cNvPr>
                <p14:cNvContentPartPr/>
                <p14:nvPr/>
              </p14:nvContentPartPr>
              <p14:xfrm>
                <a:off x="9803175" y="2844005"/>
                <a:ext cx="176040" cy="8532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EADC7DED-272F-DA3C-D454-02FC569D0A16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9785175" y="2826365"/>
                  <a:ext cx="21168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FB735A1D-DE2B-4916-6FF9-7980E4245D53}"/>
                    </a:ext>
                  </a:extLst>
                </p14:cNvPr>
                <p14:cNvContentPartPr/>
                <p14:nvPr/>
              </p14:nvContentPartPr>
              <p14:xfrm>
                <a:off x="10253895" y="2277725"/>
                <a:ext cx="67680" cy="3204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FB735A1D-DE2B-4916-6FF9-7980E4245D53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0235895" y="2260085"/>
                  <a:ext cx="10332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E7448E35-6FDC-60A4-C9BB-2604DA901DB0}"/>
                    </a:ext>
                  </a:extLst>
                </p14:cNvPr>
                <p14:cNvContentPartPr/>
                <p14:nvPr/>
              </p14:nvContentPartPr>
              <p14:xfrm>
                <a:off x="10319055" y="2315525"/>
                <a:ext cx="29520" cy="2844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E7448E35-6FDC-60A4-C9BB-2604DA901DB0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0301055" y="2297525"/>
                  <a:ext cx="6516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368F93E5-54C6-1B28-29AB-13347C96A6D2}"/>
                    </a:ext>
                  </a:extLst>
                </p14:cNvPr>
                <p14:cNvContentPartPr/>
                <p14:nvPr/>
              </p14:nvContentPartPr>
              <p14:xfrm>
                <a:off x="10475655" y="2195285"/>
                <a:ext cx="168480" cy="19476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368F93E5-54C6-1B28-29AB-13347C96A6D2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0457655" y="2177645"/>
                  <a:ext cx="20412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D0800EC1-6EC2-F2FC-5B82-D382ABB6BDDD}"/>
                    </a:ext>
                  </a:extLst>
                </p14:cNvPr>
                <p14:cNvContentPartPr/>
                <p14:nvPr/>
              </p14:nvContentPartPr>
              <p14:xfrm>
                <a:off x="10701735" y="2232365"/>
                <a:ext cx="12960" cy="324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D0800EC1-6EC2-F2FC-5B82-D382ABB6BDDD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0684095" y="2214725"/>
                  <a:ext cx="4860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6586270E-02E6-2598-DD14-E1843A3768D1}"/>
                    </a:ext>
                  </a:extLst>
                </p14:cNvPr>
                <p14:cNvContentPartPr/>
                <p14:nvPr/>
              </p14:nvContentPartPr>
              <p14:xfrm>
                <a:off x="10869135" y="2171885"/>
                <a:ext cx="111600" cy="2232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6586270E-02E6-2598-DD14-E1843A3768D1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0851135" y="2153885"/>
                  <a:ext cx="14724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67D5B8C7-3386-6407-2B5A-320714095E20}"/>
                    </a:ext>
                  </a:extLst>
                </p14:cNvPr>
                <p14:cNvContentPartPr/>
                <p14:nvPr/>
              </p14:nvContentPartPr>
              <p14:xfrm>
                <a:off x="10874175" y="2188805"/>
                <a:ext cx="46080" cy="16992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67D5B8C7-3386-6407-2B5A-320714095E20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0856175" y="2170805"/>
                  <a:ext cx="8172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CFB0B988-2CB3-545D-7392-A2B3B8158237}"/>
                    </a:ext>
                  </a:extLst>
                </p14:cNvPr>
                <p14:cNvContentPartPr/>
                <p14:nvPr/>
              </p14:nvContentPartPr>
              <p14:xfrm>
                <a:off x="11054175" y="2100965"/>
                <a:ext cx="106920" cy="17928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CFB0B988-2CB3-545D-7392-A2B3B8158237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1036175" y="2083325"/>
                  <a:ext cx="142560" cy="21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E151E402-F541-BE52-CACE-8F56F5DD357C}"/>
              </a:ext>
            </a:extLst>
          </p:cNvPr>
          <p:cNvGrpSpPr/>
          <p:nvPr/>
        </p:nvGrpSpPr>
        <p:grpSpPr>
          <a:xfrm>
            <a:off x="8307375" y="899285"/>
            <a:ext cx="2704680" cy="1155600"/>
            <a:chOff x="8307375" y="899285"/>
            <a:chExt cx="2704680" cy="1155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432C02EC-74C4-4A51-E6AE-BCC744D1FC2C}"/>
                    </a:ext>
                  </a:extLst>
                </p14:cNvPr>
                <p14:cNvContentPartPr/>
                <p14:nvPr/>
              </p14:nvContentPartPr>
              <p14:xfrm>
                <a:off x="8307375" y="899285"/>
                <a:ext cx="952200" cy="19512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432C02EC-74C4-4A51-E6AE-BCC744D1FC2C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8289375" y="881285"/>
                  <a:ext cx="98784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C94D288C-9433-EFBC-EB02-7299C9DF54B2}"/>
                    </a:ext>
                  </a:extLst>
                </p14:cNvPr>
                <p14:cNvContentPartPr/>
                <p14:nvPr/>
              </p14:nvContentPartPr>
              <p14:xfrm>
                <a:off x="8487735" y="2019605"/>
                <a:ext cx="912960" cy="3528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C94D288C-9433-EFBC-EB02-7299C9DF54B2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8470095" y="2001965"/>
                  <a:ext cx="94860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01160C4C-2A68-B34F-B756-157633A511B1}"/>
                    </a:ext>
                  </a:extLst>
                </p14:cNvPr>
                <p14:cNvContentPartPr/>
                <p14:nvPr/>
              </p14:nvContentPartPr>
              <p14:xfrm>
                <a:off x="9389895" y="1366205"/>
                <a:ext cx="221400" cy="18900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01160C4C-2A68-B34F-B756-157633A511B1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9371895" y="1348565"/>
                  <a:ext cx="25704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06BC4C94-30A1-93AD-52CB-50C281337F8F}"/>
                    </a:ext>
                  </a:extLst>
                </p14:cNvPr>
                <p14:cNvContentPartPr/>
                <p14:nvPr/>
              </p14:nvContentPartPr>
              <p14:xfrm>
                <a:off x="9702735" y="1488965"/>
                <a:ext cx="59400" cy="19404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06BC4C94-30A1-93AD-52CB-50C281337F8F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9685095" y="1471325"/>
                  <a:ext cx="9504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B8B2D19E-1E99-5FE8-52D3-820152A55B39}"/>
                    </a:ext>
                  </a:extLst>
                </p14:cNvPr>
                <p14:cNvContentPartPr/>
                <p14:nvPr/>
              </p14:nvContentPartPr>
              <p14:xfrm>
                <a:off x="9941415" y="1441445"/>
                <a:ext cx="102240" cy="2736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B8B2D19E-1E99-5FE8-52D3-820152A55B39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9923775" y="1423445"/>
                  <a:ext cx="13788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AA992643-7DB2-B6A1-9874-3FB7447C7751}"/>
                    </a:ext>
                  </a:extLst>
                </p14:cNvPr>
                <p14:cNvContentPartPr/>
                <p14:nvPr/>
              </p14:nvContentPartPr>
              <p14:xfrm>
                <a:off x="10025655" y="1521725"/>
                <a:ext cx="82800" cy="3492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AA992643-7DB2-B6A1-9874-3FB7447C7751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0007655" y="1503725"/>
                  <a:ext cx="11844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3A3FBFAC-D142-06C5-7167-6221DFEC3F47}"/>
                    </a:ext>
                  </a:extLst>
                </p14:cNvPr>
                <p14:cNvContentPartPr/>
                <p14:nvPr/>
              </p14:nvContentPartPr>
              <p14:xfrm>
                <a:off x="10198815" y="1367645"/>
                <a:ext cx="191160" cy="16344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3A3FBFAC-D142-06C5-7167-6221DFEC3F47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0180815" y="1350005"/>
                  <a:ext cx="22680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4955BC55-DFED-9C86-3500-E89914287F19}"/>
                    </a:ext>
                  </a:extLst>
                </p14:cNvPr>
                <p14:cNvContentPartPr/>
                <p14:nvPr/>
              </p14:nvContentPartPr>
              <p14:xfrm>
                <a:off x="10495815" y="1419845"/>
                <a:ext cx="10080" cy="1116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4955BC55-DFED-9C86-3500-E89914287F19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0477815" y="1401845"/>
                  <a:ext cx="4572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4C69B31A-00F8-40F7-4135-21843DC5484E}"/>
                    </a:ext>
                  </a:extLst>
                </p14:cNvPr>
                <p14:cNvContentPartPr/>
                <p14:nvPr/>
              </p14:nvContentPartPr>
              <p14:xfrm>
                <a:off x="10626135" y="1319405"/>
                <a:ext cx="146520" cy="3852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4C69B31A-00F8-40F7-4135-21843DC5484E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0608135" y="1301405"/>
                  <a:ext cx="18216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C5875599-9FD5-9AAC-D702-0A84962F05B2}"/>
                    </a:ext>
                  </a:extLst>
                </p14:cNvPr>
                <p14:cNvContentPartPr/>
                <p14:nvPr/>
              </p14:nvContentPartPr>
              <p14:xfrm>
                <a:off x="10643775" y="1342445"/>
                <a:ext cx="83160" cy="21096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C5875599-9FD5-9AAC-D702-0A84962F05B2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0625775" y="1324445"/>
                  <a:ext cx="11880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E0ABA779-447E-7B71-DAD7-CEEDE58043FC}"/>
                    </a:ext>
                  </a:extLst>
                </p14:cNvPr>
                <p14:cNvContentPartPr/>
                <p14:nvPr/>
              </p14:nvContentPartPr>
              <p14:xfrm>
                <a:off x="10853655" y="1243085"/>
                <a:ext cx="158400" cy="22032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E0ABA779-447E-7B71-DAD7-CEEDE58043FC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0835655" y="1225445"/>
                  <a:ext cx="19404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188B2E7C-44AF-96EF-79C1-99541C9D12D2}"/>
                    </a:ext>
                  </a:extLst>
                </p14:cNvPr>
                <p14:cNvContentPartPr/>
                <p14:nvPr/>
              </p14:nvContentPartPr>
              <p14:xfrm>
                <a:off x="9473055" y="949325"/>
                <a:ext cx="46800" cy="24012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188B2E7C-44AF-96EF-79C1-99541C9D12D2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9455055" y="931325"/>
                  <a:ext cx="8244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542CDE1D-5293-AB92-1DB2-B574B8AFCC60}"/>
                    </a:ext>
                  </a:extLst>
                </p14:cNvPr>
                <p14:cNvContentPartPr/>
                <p14:nvPr/>
              </p14:nvContentPartPr>
              <p14:xfrm>
                <a:off x="9423735" y="925925"/>
                <a:ext cx="133920" cy="16200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542CDE1D-5293-AB92-1DB2-B574B8AFCC60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9405735" y="907925"/>
                  <a:ext cx="16956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739F687A-0507-3ECC-841A-3E437BB70A6B}"/>
                    </a:ext>
                  </a:extLst>
                </p14:cNvPr>
                <p14:cNvContentPartPr/>
                <p14:nvPr/>
              </p14:nvContentPartPr>
              <p14:xfrm>
                <a:off x="9575295" y="1625765"/>
                <a:ext cx="47880" cy="28620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739F687A-0507-3ECC-841A-3E437BB70A6B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9557295" y="1608125"/>
                  <a:ext cx="8352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9DA90BE6-52AA-440E-44B5-038F5695B93F}"/>
                    </a:ext>
                  </a:extLst>
                </p14:cNvPr>
                <p14:cNvContentPartPr/>
                <p14:nvPr/>
              </p14:nvContentPartPr>
              <p14:xfrm>
                <a:off x="9529575" y="1824485"/>
                <a:ext cx="171720" cy="9360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9DA90BE6-52AA-440E-44B5-038F5695B93F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9511575" y="1806845"/>
                  <a:ext cx="207360" cy="12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AB1A2D5F-8112-9DC1-8B53-87CBBEFB4BA2}"/>
              </a:ext>
            </a:extLst>
          </p:cNvPr>
          <p:cNvGrpSpPr/>
          <p:nvPr/>
        </p:nvGrpSpPr>
        <p:grpSpPr>
          <a:xfrm>
            <a:off x="6472455" y="4537085"/>
            <a:ext cx="1657440" cy="560880"/>
            <a:chOff x="6472455" y="4537085"/>
            <a:chExt cx="1657440" cy="56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53106007-B362-1D71-290C-D957C27A855D}"/>
                    </a:ext>
                  </a:extLst>
                </p14:cNvPr>
                <p14:cNvContentPartPr/>
                <p14:nvPr/>
              </p14:nvContentPartPr>
              <p14:xfrm>
                <a:off x="6476775" y="4719605"/>
                <a:ext cx="54000" cy="1836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53106007-B362-1D71-290C-D957C27A855D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6458775" y="4701965"/>
                  <a:ext cx="8964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F5ACAA20-A3D6-E8D4-0875-DB8F8F9C6745}"/>
                    </a:ext>
                  </a:extLst>
                </p14:cNvPr>
                <p14:cNvContentPartPr/>
                <p14:nvPr/>
              </p14:nvContentPartPr>
              <p14:xfrm>
                <a:off x="6472455" y="4596845"/>
                <a:ext cx="347400" cy="35028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F5ACAA20-A3D6-E8D4-0875-DB8F8F9C6745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6454455" y="4578845"/>
                  <a:ext cx="383040" cy="38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D405AE11-9752-F010-90FE-3632D1312EFE}"/>
                    </a:ext>
                  </a:extLst>
                </p14:cNvPr>
                <p14:cNvContentPartPr/>
                <p14:nvPr/>
              </p14:nvContentPartPr>
              <p14:xfrm>
                <a:off x="6975375" y="4843445"/>
                <a:ext cx="58320" cy="25452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D405AE11-9752-F010-90FE-3632D1312EFE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6957375" y="4825445"/>
                  <a:ext cx="9396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07DDF225-4DC0-D89F-0777-800B1986DF5E}"/>
                    </a:ext>
                  </a:extLst>
                </p14:cNvPr>
                <p14:cNvContentPartPr/>
                <p14:nvPr/>
              </p14:nvContentPartPr>
              <p14:xfrm>
                <a:off x="7266255" y="4813925"/>
                <a:ext cx="128880" cy="3996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07DDF225-4DC0-D89F-0777-800B1986DF5E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7248615" y="4795925"/>
                  <a:ext cx="16452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24154092-D2C3-E6E1-DFAA-0D87DDA04372}"/>
                    </a:ext>
                  </a:extLst>
                </p14:cNvPr>
                <p14:cNvContentPartPr/>
                <p14:nvPr/>
              </p14:nvContentPartPr>
              <p14:xfrm>
                <a:off x="7349055" y="4861805"/>
                <a:ext cx="145080" cy="6768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24154092-D2C3-E6E1-DFAA-0D87DDA04372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7331055" y="4843805"/>
                  <a:ext cx="18072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91C22D29-011A-397E-6796-7DD656AF403D}"/>
                    </a:ext>
                  </a:extLst>
                </p14:cNvPr>
                <p14:cNvContentPartPr/>
                <p14:nvPr/>
              </p14:nvContentPartPr>
              <p14:xfrm>
                <a:off x="7649655" y="4537085"/>
                <a:ext cx="275760" cy="30924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91C22D29-011A-397E-6796-7DD656AF403D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7631655" y="4519445"/>
                  <a:ext cx="311400" cy="34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7ED384B6-7CF2-2FC5-DCCA-DC3DD7E04369}"/>
                    </a:ext>
                  </a:extLst>
                </p14:cNvPr>
                <p14:cNvContentPartPr/>
                <p14:nvPr/>
              </p14:nvContentPartPr>
              <p14:xfrm>
                <a:off x="7970775" y="4778645"/>
                <a:ext cx="159120" cy="28944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7ED384B6-7CF2-2FC5-DCCA-DC3DD7E04369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7953135" y="4761005"/>
                  <a:ext cx="194760" cy="32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E7A097A4-92E5-6CD3-4081-CE394C8C9415}"/>
              </a:ext>
            </a:extLst>
          </p:cNvPr>
          <p:cNvGrpSpPr/>
          <p:nvPr/>
        </p:nvGrpSpPr>
        <p:grpSpPr>
          <a:xfrm>
            <a:off x="8725695" y="4064765"/>
            <a:ext cx="388440" cy="375120"/>
            <a:chOff x="8725695" y="4064765"/>
            <a:chExt cx="388440" cy="375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74BF6CB5-AC4D-62D1-E19C-7E999034D271}"/>
                    </a:ext>
                  </a:extLst>
                </p14:cNvPr>
                <p14:cNvContentPartPr/>
                <p14:nvPr/>
              </p14:nvContentPartPr>
              <p14:xfrm>
                <a:off x="8725695" y="4121645"/>
                <a:ext cx="139320" cy="31824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74BF6CB5-AC4D-62D1-E19C-7E999034D271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8707695" y="4104005"/>
                  <a:ext cx="174960" cy="35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54C51A6F-965F-FC61-EF2C-84073564112D}"/>
                    </a:ext>
                  </a:extLst>
                </p14:cNvPr>
                <p14:cNvContentPartPr/>
                <p14:nvPr/>
              </p14:nvContentPartPr>
              <p14:xfrm>
                <a:off x="8758095" y="4064765"/>
                <a:ext cx="224280" cy="15804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54C51A6F-965F-FC61-EF2C-84073564112D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8740095" y="4046765"/>
                  <a:ext cx="25992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42B9FCF6-7AE5-20E6-E84B-2898623A1528}"/>
                    </a:ext>
                  </a:extLst>
                </p14:cNvPr>
                <p14:cNvContentPartPr/>
                <p14:nvPr/>
              </p14:nvContentPartPr>
              <p14:xfrm>
                <a:off x="9076335" y="4153325"/>
                <a:ext cx="37800" cy="17316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42B9FCF6-7AE5-20E6-E84B-2898623A1528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9058335" y="4135685"/>
                  <a:ext cx="73440" cy="20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F33C9015-EAE5-6B37-44C8-24BC20D5CB69}"/>
              </a:ext>
            </a:extLst>
          </p:cNvPr>
          <p:cNvGrpSpPr/>
          <p:nvPr/>
        </p:nvGrpSpPr>
        <p:grpSpPr>
          <a:xfrm>
            <a:off x="8405655" y="4602605"/>
            <a:ext cx="1824120" cy="620280"/>
            <a:chOff x="8405655" y="4602605"/>
            <a:chExt cx="1824120" cy="620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B6897253-B84E-0C6A-55B9-3ACFC5CCACF7}"/>
                    </a:ext>
                  </a:extLst>
                </p14:cNvPr>
                <p14:cNvContentPartPr/>
                <p14:nvPr/>
              </p14:nvContentPartPr>
              <p14:xfrm>
                <a:off x="8405655" y="4602605"/>
                <a:ext cx="1612080" cy="18576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B6897253-B84E-0C6A-55B9-3ACFC5CCACF7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8388015" y="4584605"/>
                  <a:ext cx="164772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83E464CD-447D-4229-53CB-E2EF9DE92F5B}"/>
                    </a:ext>
                  </a:extLst>
                </p14:cNvPr>
                <p14:cNvContentPartPr/>
                <p14:nvPr/>
              </p14:nvContentPartPr>
              <p14:xfrm>
                <a:off x="8922975" y="4917605"/>
                <a:ext cx="43200" cy="30528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83E464CD-447D-4229-53CB-E2EF9DE92F5B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8904975" y="4899605"/>
                  <a:ext cx="78840" cy="34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E011906C-D1BC-3BD4-0546-C4D9DD369331}"/>
                    </a:ext>
                  </a:extLst>
                </p14:cNvPr>
                <p14:cNvContentPartPr/>
                <p14:nvPr/>
              </p14:nvContentPartPr>
              <p14:xfrm>
                <a:off x="8947455" y="4872245"/>
                <a:ext cx="200880" cy="17316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E011906C-D1BC-3BD4-0546-C4D9DD369331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8929815" y="4854245"/>
                  <a:ext cx="23652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7683B881-848B-B75A-9609-E420DA1BD389}"/>
                    </a:ext>
                  </a:extLst>
                </p14:cNvPr>
                <p14:cNvContentPartPr/>
                <p14:nvPr/>
              </p14:nvContentPartPr>
              <p14:xfrm>
                <a:off x="9289815" y="4985645"/>
                <a:ext cx="28080" cy="15372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7683B881-848B-B75A-9609-E420DA1BD389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9272175" y="4967645"/>
                  <a:ext cx="6372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AB0E3A5F-B77B-696E-C11C-9C284794DA59}"/>
                    </a:ext>
                  </a:extLst>
                </p14:cNvPr>
                <p14:cNvContentPartPr/>
                <p14:nvPr/>
              </p14:nvContentPartPr>
              <p14:xfrm>
                <a:off x="9455415" y="4955405"/>
                <a:ext cx="181080" cy="3996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AB0E3A5F-B77B-696E-C11C-9C284794DA59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9437415" y="4937765"/>
                  <a:ext cx="21672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0CAA57EB-6CA3-F266-5702-EA2F0B96CDE1}"/>
                    </a:ext>
                  </a:extLst>
                </p14:cNvPr>
                <p14:cNvContentPartPr/>
                <p14:nvPr/>
              </p14:nvContentPartPr>
              <p14:xfrm>
                <a:off x="9514455" y="4881245"/>
                <a:ext cx="54360" cy="17244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0CAA57EB-6CA3-F266-5702-EA2F0B96CDE1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9496455" y="4863245"/>
                  <a:ext cx="9000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10EDADC9-20FF-F782-6C2A-EAA7B800E0BF}"/>
                    </a:ext>
                  </a:extLst>
                </p14:cNvPr>
                <p14:cNvContentPartPr/>
                <p14:nvPr/>
              </p14:nvContentPartPr>
              <p14:xfrm>
                <a:off x="9735855" y="4868285"/>
                <a:ext cx="27360" cy="24228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10EDADC9-20FF-F782-6C2A-EAA7B800E0BF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9718215" y="4850645"/>
                  <a:ext cx="6300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593D3C12-1709-0988-3635-5EED589F295E}"/>
                    </a:ext>
                  </a:extLst>
                </p14:cNvPr>
                <p14:cNvContentPartPr/>
                <p14:nvPr/>
              </p14:nvContentPartPr>
              <p14:xfrm>
                <a:off x="9750975" y="4815725"/>
                <a:ext cx="142920" cy="18072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593D3C12-1709-0988-3635-5EED589F295E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9733335" y="4797725"/>
                  <a:ext cx="17856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FF654CEE-4F2B-710C-BBA6-239DDE774DEB}"/>
                    </a:ext>
                  </a:extLst>
                </p14:cNvPr>
                <p14:cNvContentPartPr/>
                <p14:nvPr/>
              </p14:nvContentPartPr>
              <p14:xfrm>
                <a:off x="10058775" y="4985645"/>
                <a:ext cx="171000" cy="21600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FF654CEE-4F2B-710C-BBA6-239DDE774DEB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10040775" y="4967645"/>
                  <a:ext cx="206640" cy="251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3">
            <p14:nvContentPartPr>
              <p14:cNvPr id="178" name="Ink 177">
                <a:extLst>
                  <a:ext uri="{FF2B5EF4-FFF2-40B4-BE49-F238E27FC236}">
                    <a16:creationId xmlns:a16="http://schemas.microsoft.com/office/drawing/2014/main" id="{45284481-04F1-F193-C0CB-846518EF4606}"/>
                  </a:ext>
                </a:extLst>
              </p14:cNvPr>
              <p14:cNvContentPartPr/>
              <p14:nvPr/>
            </p14:nvContentPartPr>
            <p14:xfrm>
              <a:off x="8154735" y="1174325"/>
              <a:ext cx="1008720" cy="717480"/>
            </p14:xfrm>
          </p:contentPart>
        </mc:Choice>
        <mc:Fallback xmlns="">
          <p:pic>
            <p:nvPicPr>
              <p:cNvPr id="178" name="Ink 177">
                <a:extLst>
                  <a:ext uri="{FF2B5EF4-FFF2-40B4-BE49-F238E27FC236}">
                    <a16:creationId xmlns:a16="http://schemas.microsoft.com/office/drawing/2014/main" id="{45284481-04F1-F193-C0CB-846518EF4606}"/>
                  </a:ext>
                </a:extLst>
              </p:cNvPr>
              <p:cNvPicPr/>
              <p:nvPr/>
            </p:nvPicPr>
            <p:blipFill>
              <a:blip r:embed="rId164"/>
              <a:stretch>
                <a:fillRect/>
              </a:stretch>
            </p:blipFill>
            <p:spPr>
              <a:xfrm>
                <a:off x="8101095" y="1066325"/>
                <a:ext cx="1116360" cy="93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5">
            <p14:nvContentPartPr>
              <p14:cNvPr id="179" name="Ink 178">
                <a:extLst>
                  <a:ext uri="{FF2B5EF4-FFF2-40B4-BE49-F238E27FC236}">
                    <a16:creationId xmlns:a16="http://schemas.microsoft.com/office/drawing/2014/main" id="{7AC4B014-486A-9AD3-F350-7BCB44660405}"/>
                  </a:ext>
                </a:extLst>
              </p14:cNvPr>
              <p14:cNvContentPartPr/>
              <p14:nvPr/>
            </p14:nvContentPartPr>
            <p14:xfrm>
              <a:off x="8491335" y="3898085"/>
              <a:ext cx="843480" cy="534960"/>
            </p14:xfrm>
          </p:contentPart>
        </mc:Choice>
        <mc:Fallback xmlns="">
          <p:pic>
            <p:nvPicPr>
              <p:cNvPr id="179" name="Ink 178">
                <a:extLst>
                  <a:ext uri="{FF2B5EF4-FFF2-40B4-BE49-F238E27FC236}">
                    <a16:creationId xmlns:a16="http://schemas.microsoft.com/office/drawing/2014/main" id="{7AC4B014-486A-9AD3-F350-7BCB44660405}"/>
                  </a:ext>
                </a:extLst>
              </p:cNvPr>
              <p:cNvPicPr/>
              <p:nvPr/>
            </p:nvPicPr>
            <p:blipFill>
              <a:blip r:embed="rId166"/>
              <a:stretch>
                <a:fillRect/>
              </a:stretch>
            </p:blipFill>
            <p:spPr>
              <a:xfrm>
                <a:off x="8437695" y="3790085"/>
                <a:ext cx="951120" cy="75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7">
            <p14:nvContentPartPr>
              <p14:cNvPr id="180" name="Ink 179">
                <a:extLst>
                  <a:ext uri="{FF2B5EF4-FFF2-40B4-BE49-F238E27FC236}">
                    <a16:creationId xmlns:a16="http://schemas.microsoft.com/office/drawing/2014/main" id="{20BE4628-D74A-1217-A7FB-05EA736CBA7B}"/>
                  </a:ext>
                </a:extLst>
              </p14:cNvPr>
              <p14:cNvContentPartPr/>
              <p14:nvPr/>
            </p14:nvContentPartPr>
            <p14:xfrm>
              <a:off x="8764215" y="1322285"/>
              <a:ext cx="345600" cy="102240"/>
            </p14:xfrm>
          </p:contentPart>
        </mc:Choice>
        <mc:Fallback xmlns="">
          <p:pic>
            <p:nvPicPr>
              <p:cNvPr id="180" name="Ink 179">
                <a:extLst>
                  <a:ext uri="{FF2B5EF4-FFF2-40B4-BE49-F238E27FC236}">
                    <a16:creationId xmlns:a16="http://schemas.microsoft.com/office/drawing/2014/main" id="{20BE4628-D74A-1217-A7FB-05EA736CBA7B}"/>
                  </a:ext>
                </a:extLst>
              </p:cNvPr>
              <p:cNvPicPr/>
              <p:nvPr/>
            </p:nvPicPr>
            <p:blipFill>
              <a:blip r:embed="rId168"/>
              <a:stretch>
                <a:fillRect/>
              </a:stretch>
            </p:blipFill>
            <p:spPr>
              <a:xfrm>
                <a:off x="8710215" y="1214645"/>
                <a:ext cx="453240" cy="31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9">
            <p14:nvContentPartPr>
              <p14:cNvPr id="181" name="Ink 180">
                <a:extLst>
                  <a:ext uri="{FF2B5EF4-FFF2-40B4-BE49-F238E27FC236}">
                    <a16:creationId xmlns:a16="http://schemas.microsoft.com/office/drawing/2014/main" id="{08BDF50F-09BF-65DC-D184-359342BE23B3}"/>
                  </a:ext>
                </a:extLst>
              </p14:cNvPr>
              <p14:cNvContentPartPr/>
              <p14:nvPr/>
            </p14:nvContentPartPr>
            <p14:xfrm>
              <a:off x="8760255" y="1406165"/>
              <a:ext cx="429120" cy="111600"/>
            </p14:xfrm>
          </p:contentPart>
        </mc:Choice>
        <mc:Fallback xmlns="">
          <p:pic>
            <p:nvPicPr>
              <p:cNvPr id="181" name="Ink 180">
                <a:extLst>
                  <a:ext uri="{FF2B5EF4-FFF2-40B4-BE49-F238E27FC236}">
                    <a16:creationId xmlns:a16="http://schemas.microsoft.com/office/drawing/2014/main" id="{08BDF50F-09BF-65DC-D184-359342BE23B3}"/>
                  </a:ext>
                </a:extLst>
              </p:cNvPr>
              <p:cNvPicPr/>
              <p:nvPr/>
            </p:nvPicPr>
            <p:blipFill>
              <a:blip r:embed="rId170"/>
              <a:stretch>
                <a:fillRect/>
              </a:stretch>
            </p:blipFill>
            <p:spPr>
              <a:xfrm>
                <a:off x="8706255" y="1298165"/>
                <a:ext cx="536760" cy="32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1">
            <p14:nvContentPartPr>
              <p14:cNvPr id="182" name="Ink 181">
                <a:extLst>
                  <a:ext uri="{FF2B5EF4-FFF2-40B4-BE49-F238E27FC236}">
                    <a16:creationId xmlns:a16="http://schemas.microsoft.com/office/drawing/2014/main" id="{A6C68EA1-B73F-5518-7EB1-F4D76872B0B6}"/>
                  </a:ext>
                </a:extLst>
              </p14:cNvPr>
              <p14:cNvContentPartPr/>
              <p14:nvPr/>
            </p14:nvContentPartPr>
            <p14:xfrm>
              <a:off x="8814975" y="1551245"/>
              <a:ext cx="375840" cy="68040"/>
            </p14:xfrm>
          </p:contentPart>
        </mc:Choice>
        <mc:Fallback xmlns="">
          <p:pic>
            <p:nvPicPr>
              <p:cNvPr id="182" name="Ink 181">
                <a:extLst>
                  <a:ext uri="{FF2B5EF4-FFF2-40B4-BE49-F238E27FC236}">
                    <a16:creationId xmlns:a16="http://schemas.microsoft.com/office/drawing/2014/main" id="{A6C68EA1-B73F-5518-7EB1-F4D76872B0B6}"/>
                  </a:ext>
                </a:extLst>
              </p:cNvPr>
              <p:cNvPicPr/>
              <p:nvPr/>
            </p:nvPicPr>
            <p:blipFill>
              <a:blip r:embed="rId172"/>
              <a:stretch>
                <a:fillRect/>
              </a:stretch>
            </p:blipFill>
            <p:spPr>
              <a:xfrm>
                <a:off x="8761335" y="1443245"/>
                <a:ext cx="483480" cy="28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3">
            <p14:nvContentPartPr>
              <p14:cNvPr id="183" name="Ink 182">
                <a:extLst>
                  <a:ext uri="{FF2B5EF4-FFF2-40B4-BE49-F238E27FC236}">
                    <a16:creationId xmlns:a16="http://schemas.microsoft.com/office/drawing/2014/main" id="{AECD3A1E-50DF-F3F3-3BCA-2F1DCF08B3BF}"/>
                  </a:ext>
                </a:extLst>
              </p14:cNvPr>
              <p14:cNvContentPartPr/>
              <p14:nvPr/>
            </p14:nvContentPartPr>
            <p14:xfrm>
              <a:off x="8775375" y="1607765"/>
              <a:ext cx="428040" cy="101160"/>
            </p14:xfrm>
          </p:contentPart>
        </mc:Choice>
        <mc:Fallback xmlns="">
          <p:pic>
            <p:nvPicPr>
              <p:cNvPr id="183" name="Ink 182">
                <a:extLst>
                  <a:ext uri="{FF2B5EF4-FFF2-40B4-BE49-F238E27FC236}">
                    <a16:creationId xmlns:a16="http://schemas.microsoft.com/office/drawing/2014/main" id="{AECD3A1E-50DF-F3F3-3BCA-2F1DCF08B3BF}"/>
                  </a:ext>
                </a:extLst>
              </p:cNvPr>
              <p:cNvPicPr/>
              <p:nvPr/>
            </p:nvPicPr>
            <p:blipFill>
              <a:blip r:embed="rId174"/>
              <a:stretch>
                <a:fillRect/>
              </a:stretch>
            </p:blipFill>
            <p:spPr>
              <a:xfrm>
                <a:off x="8721735" y="1499765"/>
                <a:ext cx="535680" cy="31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5">
            <p14:nvContentPartPr>
              <p14:cNvPr id="184" name="Ink 183">
                <a:extLst>
                  <a:ext uri="{FF2B5EF4-FFF2-40B4-BE49-F238E27FC236}">
                    <a16:creationId xmlns:a16="http://schemas.microsoft.com/office/drawing/2014/main" id="{EF475D9E-1184-FA84-EC63-D6F3AEF79FC6}"/>
                  </a:ext>
                </a:extLst>
              </p14:cNvPr>
              <p14:cNvContentPartPr/>
              <p14:nvPr/>
            </p14:nvContentPartPr>
            <p14:xfrm>
              <a:off x="8898495" y="2307245"/>
              <a:ext cx="430920" cy="51840"/>
            </p14:xfrm>
          </p:contentPart>
        </mc:Choice>
        <mc:Fallback xmlns="">
          <p:pic>
            <p:nvPicPr>
              <p:cNvPr id="184" name="Ink 183">
                <a:extLst>
                  <a:ext uri="{FF2B5EF4-FFF2-40B4-BE49-F238E27FC236}">
                    <a16:creationId xmlns:a16="http://schemas.microsoft.com/office/drawing/2014/main" id="{EF475D9E-1184-FA84-EC63-D6F3AEF79FC6}"/>
                  </a:ext>
                </a:extLst>
              </p:cNvPr>
              <p:cNvPicPr/>
              <p:nvPr/>
            </p:nvPicPr>
            <p:blipFill>
              <a:blip r:embed="rId176"/>
              <a:stretch>
                <a:fillRect/>
              </a:stretch>
            </p:blipFill>
            <p:spPr>
              <a:xfrm>
                <a:off x="8844495" y="2199245"/>
                <a:ext cx="538560" cy="26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7">
            <p14:nvContentPartPr>
              <p14:cNvPr id="185" name="Ink 184">
                <a:extLst>
                  <a:ext uri="{FF2B5EF4-FFF2-40B4-BE49-F238E27FC236}">
                    <a16:creationId xmlns:a16="http://schemas.microsoft.com/office/drawing/2014/main" id="{656CBA2D-8CF2-8CA5-E7EC-D389E1860176}"/>
                  </a:ext>
                </a:extLst>
              </p14:cNvPr>
              <p14:cNvContentPartPr/>
              <p14:nvPr/>
            </p14:nvContentPartPr>
            <p14:xfrm>
              <a:off x="8806335" y="2401925"/>
              <a:ext cx="541440" cy="91800"/>
            </p14:xfrm>
          </p:contentPart>
        </mc:Choice>
        <mc:Fallback xmlns="">
          <p:pic>
            <p:nvPicPr>
              <p:cNvPr id="185" name="Ink 184">
                <a:extLst>
                  <a:ext uri="{FF2B5EF4-FFF2-40B4-BE49-F238E27FC236}">
                    <a16:creationId xmlns:a16="http://schemas.microsoft.com/office/drawing/2014/main" id="{656CBA2D-8CF2-8CA5-E7EC-D389E1860176}"/>
                  </a:ext>
                </a:extLst>
              </p:cNvPr>
              <p:cNvPicPr/>
              <p:nvPr/>
            </p:nvPicPr>
            <p:blipFill>
              <a:blip r:embed="rId178"/>
              <a:stretch>
                <a:fillRect/>
              </a:stretch>
            </p:blipFill>
            <p:spPr>
              <a:xfrm>
                <a:off x="8752695" y="2293925"/>
                <a:ext cx="649080" cy="30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9">
            <p14:nvContentPartPr>
              <p14:cNvPr id="186" name="Ink 185">
                <a:extLst>
                  <a:ext uri="{FF2B5EF4-FFF2-40B4-BE49-F238E27FC236}">
                    <a16:creationId xmlns:a16="http://schemas.microsoft.com/office/drawing/2014/main" id="{8A4DD272-6191-C9B7-120E-9ABA2A024BA4}"/>
                  </a:ext>
                </a:extLst>
              </p14:cNvPr>
              <p14:cNvContentPartPr/>
              <p14:nvPr/>
            </p14:nvContentPartPr>
            <p14:xfrm>
              <a:off x="8958615" y="2536565"/>
              <a:ext cx="487080" cy="74160"/>
            </p14:xfrm>
          </p:contentPart>
        </mc:Choice>
        <mc:Fallback xmlns="">
          <p:pic>
            <p:nvPicPr>
              <p:cNvPr id="186" name="Ink 185">
                <a:extLst>
                  <a:ext uri="{FF2B5EF4-FFF2-40B4-BE49-F238E27FC236}">
                    <a16:creationId xmlns:a16="http://schemas.microsoft.com/office/drawing/2014/main" id="{8A4DD272-6191-C9B7-120E-9ABA2A024BA4}"/>
                  </a:ext>
                </a:extLst>
              </p:cNvPr>
              <p:cNvPicPr/>
              <p:nvPr/>
            </p:nvPicPr>
            <p:blipFill>
              <a:blip r:embed="rId180"/>
              <a:stretch>
                <a:fillRect/>
              </a:stretch>
            </p:blipFill>
            <p:spPr>
              <a:xfrm>
                <a:off x="8904975" y="2428565"/>
                <a:ext cx="594720" cy="28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1">
            <p14:nvContentPartPr>
              <p14:cNvPr id="187" name="Ink 186">
                <a:extLst>
                  <a:ext uri="{FF2B5EF4-FFF2-40B4-BE49-F238E27FC236}">
                    <a16:creationId xmlns:a16="http://schemas.microsoft.com/office/drawing/2014/main" id="{60FD6F67-6AF5-725C-24E7-F68D7E5E6157}"/>
                  </a:ext>
                </a:extLst>
              </p14:cNvPr>
              <p14:cNvContentPartPr/>
              <p14:nvPr/>
            </p14:nvContentPartPr>
            <p14:xfrm>
              <a:off x="8545695" y="4857485"/>
              <a:ext cx="1803600" cy="393120"/>
            </p14:xfrm>
          </p:contentPart>
        </mc:Choice>
        <mc:Fallback xmlns="">
          <p:pic>
            <p:nvPicPr>
              <p:cNvPr id="187" name="Ink 186">
                <a:extLst>
                  <a:ext uri="{FF2B5EF4-FFF2-40B4-BE49-F238E27FC236}">
                    <a16:creationId xmlns:a16="http://schemas.microsoft.com/office/drawing/2014/main" id="{60FD6F67-6AF5-725C-24E7-F68D7E5E6157}"/>
                  </a:ext>
                </a:extLst>
              </p:cNvPr>
              <p:cNvPicPr/>
              <p:nvPr/>
            </p:nvPicPr>
            <p:blipFill>
              <a:blip r:embed="rId182"/>
              <a:stretch>
                <a:fillRect/>
              </a:stretch>
            </p:blipFill>
            <p:spPr>
              <a:xfrm>
                <a:off x="8491695" y="4749485"/>
                <a:ext cx="1911240" cy="608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96" name="Group 195">
            <a:extLst>
              <a:ext uri="{FF2B5EF4-FFF2-40B4-BE49-F238E27FC236}">
                <a16:creationId xmlns:a16="http://schemas.microsoft.com/office/drawing/2014/main" id="{F6DF6B06-9CF1-E8C7-4449-5AF22A7C390C}"/>
              </a:ext>
            </a:extLst>
          </p:cNvPr>
          <p:cNvGrpSpPr/>
          <p:nvPr/>
        </p:nvGrpSpPr>
        <p:grpSpPr>
          <a:xfrm>
            <a:off x="6919935" y="5788445"/>
            <a:ext cx="3574800" cy="456840"/>
            <a:chOff x="6919935" y="5788445"/>
            <a:chExt cx="3574800" cy="456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ABF1192E-8E0D-0D7D-64BC-51869EFB62CD}"/>
                    </a:ext>
                  </a:extLst>
                </p14:cNvPr>
                <p14:cNvContentPartPr/>
                <p14:nvPr/>
              </p14:nvContentPartPr>
              <p14:xfrm>
                <a:off x="6919935" y="5956565"/>
                <a:ext cx="249840" cy="27432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ABF1192E-8E0D-0D7D-64BC-51869EFB62CD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6901935" y="5938565"/>
                  <a:ext cx="28548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FF2A33F3-EE9A-F89C-44B0-231771D35B09}"/>
                    </a:ext>
                  </a:extLst>
                </p14:cNvPr>
                <p14:cNvContentPartPr/>
                <p14:nvPr/>
              </p14:nvContentPartPr>
              <p14:xfrm>
                <a:off x="7238535" y="6065285"/>
                <a:ext cx="206640" cy="15156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FF2A33F3-EE9A-F89C-44B0-231771D35B09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7220535" y="6047285"/>
                  <a:ext cx="24228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3D89E826-65F6-AC3F-6470-CEB46EBA6752}"/>
                    </a:ext>
                  </a:extLst>
                </p14:cNvPr>
                <p14:cNvContentPartPr/>
                <p14:nvPr/>
              </p14:nvContentPartPr>
              <p14:xfrm>
                <a:off x="7610775" y="6039005"/>
                <a:ext cx="90360" cy="1908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3D89E826-65F6-AC3F-6470-CEB46EBA6752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7593135" y="6021365"/>
                  <a:ext cx="12600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F8DF657C-AC57-F6B7-04ED-668CD7926B29}"/>
                    </a:ext>
                  </a:extLst>
                </p14:cNvPr>
                <p14:cNvContentPartPr/>
                <p14:nvPr/>
              </p14:nvContentPartPr>
              <p14:xfrm>
                <a:off x="7659735" y="6109205"/>
                <a:ext cx="102240" cy="6480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F8DF657C-AC57-F6B7-04ED-668CD7926B29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7641735" y="6091565"/>
                  <a:ext cx="13788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884DB7CA-7710-420E-0BF7-C07AD40D2031}"/>
                    </a:ext>
                  </a:extLst>
                </p14:cNvPr>
                <p14:cNvContentPartPr/>
                <p14:nvPr/>
              </p14:nvContentPartPr>
              <p14:xfrm>
                <a:off x="8012535" y="5810045"/>
                <a:ext cx="189720" cy="26388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884DB7CA-7710-420E-0BF7-C07AD40D2031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7994895" y="5792405"/>
                  <a:ext cx="22536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D2EE7883-AED8-88B4-DB6F-0391C373437D}"/>
                    </a:ext>
                  </a:extLst>
                </p14:cNvPr>
                <p14:cNvContentPartPr/>
                <p14:nvPr/>
              </p14:nvContentPartPr>
              <p14:xfrm>
                <a:off x="8276415" y="6015245"/>
                <a:ext cx="117000" cy="23004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D2EE7883-AED8-88B4-DB6F-0391C373437D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8258415" y="5997245"/>
                  <a:ext cx="15264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40C8828A-4A6E-2002-E365-9BFD092276CA}"/>
                    </a:ext>
                  </a:extLst>
                </p14:cNvPr>
                <p14:cNvContentPartPr/>
                <p14:nvPr/>
              </p14:nvContentPartPr>
              <p14:xfrm>
                <a:off x="8529855" y="5788445"/>
                <a:ext cx="1964880" cy="24948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40C8828A-4A6E-2002-E365-9BFD092276CA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8512215" y="5770445"/>
                  <a:ext cx="2000520" cy="285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852021D1-1514-DA6A-7C59-26CB88C2EA7E}"/>
              </a:ext>
            </a:extLst>
          </p:cNvPr>
          <p:cNvGrpSpPr/>
          <p:nvPr/>
        </p:nvGrpSpPr>
        <p:grpSpPr>
          <a:xfrm>
            <a:off x="9137895" y="5515925"/>
            <a:ext cx="518760" cy="319680"/>
            <a:chOff x="9137895" y="5515925"/>
            <a:chExt cx="518760" cy="319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A3F760DB-1B90-A3F2-4BDB-6D247A6E1D14}"/>
                    </a:ext>
                  </a:extLst>
                </p14:cNvPr>
                <p14:cNvContentPartPr/>
                <p14:nvPr/>
              </p14:nvContentPartPr>
              <p14:xfrm>
                <a:off x="9137895" y="5543645"/>
                <a:ext cx="96120" cy="29196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A3F760DB-1B90-A3F2-4BDB-6D247A6E1D14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9119895" y="5526005"/>
                  <a:ext cx="13176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A26D5842-6F00-5656-B840-8C010E35BDB1}"/>
                    </a:ext>
                  </a:extLst>
                </p14:cNvPr>
                <p14:cNvContentPartPr/>
                <p14:nvPr/>
              </p14:nvContentPartPr>
              <p14:xfrm>
                <a:off x="9148335" y="5515925"/>
                <a:ext cx="200880" cy="18108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A26D5842-6F00-5656-B840-8C010E35BDB1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9130695" y="5497925"/>
                  <a:ext cx="23652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EA556B1B-F2D1-621B-BCF7-EEFA1135430C}"/>
                    </a:ext>
                  </a:extLst>
                </p14:cNvPr>
                <p14:cNvContentPartPr/>
                <p14:nvPr/>
              </p14:nvContentPartPr>
              <p14:xfrm>
                <a:off x="9414735" y="5614205"/>
                <a:ext cx="241920" cy="18216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EA556B1B-F2D1-621B-BCF7-EEFA1135430C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9397095" y="5596205"/>
                  <a:ext cx="277560" cy="21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8" name="Group 207">
            <a:extLst>
              <a:ext uri="{FF2B5EF4-FFF2-40B4-BE49-F238E27FC236}">
                <a16:creationId xmlns:a16="http://schemas.microsoft.com/office/drawing/2014/main" id="{6B75B7ED-74BF-FDA8-C41B-FE9064ADC9D8}"/>
              </a:ext>
            </a:extLst>
          </p:cNvPr>
          <p:cNvGrpSpPr/>
          <p:nvPr/>
        </p:nvGrpSpPr>
        <p:grpSpPr>
          <a:xfrm>
            <a:off x="8953575" y="6102005"/>
            <a:ext cx="1127160" cy="415080"/>
            <a:chOff x="8953575" y="6102005"/>
            <a:chExt cx="1127160" cy="415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508E7BB7-A7FB-361A-02CA-4D5B8859693A}"/>
                    </a:ext>
                  </a:extLst>
                </p14:cNvPr>
                <p14:cNvContentPartPr/>
                <p14:nvPr/>
              </p14:nvContentPartPr>
              <p14:xfrm>
                <a:off x="8953575" y="6204245"/>
                <a:ext cx="70200" cy="31284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508E7BB7-A7FB-361A-02CA-4D5B8859693A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8935935" y="6186245"/>
                  <a:ext cx="105840" cy="34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33CDF8D9-ECCF-E1BF-90EB-2A00FB4AB033}"/>
                    </a:ext>
                  </a:extLst>
                </p14:cNvPr>
                <p14:cNvContentPartPr/>
                <p14:nvPr/>
              </p14:nvContentPartPr>
              <p14:xfrm>
                <a:off x="8970135" y="6186605"/>
                <a:ext cx="241560" cy="21528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33CDF8D9-ECCF-E1BF-90EB-2A00FB4AB033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8952135" y="6168965"/>
                  <a:ext cx="27720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4F40FC4C-1610-7E86-E9CB-81E2852BBF0F}"/>
                    </a:ext>
                  </a:extLst>
                </p14:cNvPr>
                <p14:cNvContentPartPr/>
                <p14:nvPr/>
              </p14:nvContentPartPr>
              <p14:xfrm>
                <a:off x="9329775" y="6329525"/>
                <a:ext cx="18360" cy="16272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4F40FC4C-1610-7E86-E9CB-81E2852BBF0F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9311775" y="6311525"/>
                  <a:ext cx="5400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048ED709-8EF4-D765-9F83-9786EA678751}"/>
                    </a:ext>
                  </a:extLst>
                </p14:cNvPr>
                <p14:cNvContentPartPr/>
                <p14:nvPr/>
              </p14:nvContentPartPr>
              <p14:xfrm>
                <a:off x="9472695" y="6278405"/>
                <a:ext cx="152280" cy="3636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048ED709-8EF4-D765-9F83-9786EA678751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9454695" y="6260765"/>
                  <a:ext cx="18792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416F7A73-CD4E-DA7F-9DC3-FC88380306D7}"/>
                    </a:ext>
                  </a:extLst>
                </p14:cNvPr>
                <p14:cNvContentPartPr/>
                <p14:nvPr/>
              </p14:nvContentPartPr>
              <p14:xfrm>
                <a:off x="9526695" y="6195965"/>
                <a:ext cx="42120" cy="23760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416F7A73-CD4E-DA7F-9DC3-FC88380306D7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9508695" y="6177965"/>
                  <a:ext cx="7776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6D9030EE-807E-4BE1-A651-BDAA7F9CE89D}"/>
                    </a:ext>
                  </a:extLst>
                </p14:cNvPr>
                <p14:cNvContentPartPr/>
                <p14:nvPr/>
              </p14:nvContentPartPr>
              <p14:xfrm>
                <a:off x="9721095" y="6143405"/>
                <a:ext cx="42120" cy="24804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6D9030EE-807E-4BE1-A651-BDAA7F9CE89D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9703095" y="6125765"/>
                  <a:ext cx="7776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466F63BA-4B4E-3E85-4D7A-BD23F89CE0C5}"/>
                    </a:ext>
                  </a:extLst>
                </p14:cNvPr>
                <p14:cNvContentPartPr/>
                <p14:nvPr/>
              </p14:nvContentPartPr>
              <p14:xfrm>
                <a:off x="9707055" y="6102005"/>
                <a:ext cx="149400" cy="15768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466F63BA-4B4E-3E85-4D7A-BD23F89CE0C5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9689415" y="6084365"/>
                  <a:ext cx="18504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75988F60-C3A0-F8F9-5467-513A279B9E2A}"/>
                    </a:ext>
                  </a:extLst>
                </p14:cNvPr>
                <p14:cNvContentPartPr/>
                <p14:nvPr/>
              </p14:nvContentPartPr>
              <p14:xfrm>
                <a:off x="9941055" y="6230525"/>
                <a:ext cx="139680" cy="13356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75988F60-C3A0-F8F9-5467-513A279B9E2A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9923415" y="6212885"/>
                  <a:ext cx="175320" cy="169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6" name="Group 215">
            <a:extLst>
              <a:ext uri="{FF2B5EF4-FFF2-40B4-BE49-F238E27FC236}">
                <a16:creationId xmlns:a16="http://schemas.microsoft.com/office/drawing/2014/main" id="{47154023-72A0-EFAC-9A11-98014342DA8B}"/>
              </a:ext>
            </a:extLst>
          </p:cNvPr>
          <p:cNvGrpSpPr/>
          <p:nvPr/>
        </p:nvGrpSpPr>
        <p:grpSpPr>
          <a:xfrm>
            <a:off x="7774215" y="1353965"/>
            <a:ext cx="532800" cy="387720"/>
            <a:chOff x="7774215" y="1353965"/>
            <a:chExt cx="532800" cy="387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D19ACBF1-E80A-492D-AD03-5C74B716C338}"/>
                    </a:ext>
                  </a:extLst>
                </p14:cNvPr>
                <p14:cNvContentPartPr/>
                <p14:nvPr/>
              </p14:nvContentPartPr>
              <p14:xfrm>
                <a:off x="7774215" y="1377365"/>
                <a:ext cx="103680" cy="36432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D19ACBF1-E80A-492D-AD03-5C74B716C338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7756215" y="1359725"/>
                  <a:ext cx="139320" cy="39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0429D4ED-78B0-28FF-5C81-C1BC8B89B1A3}"/>
                    </a:ext>
                  </a:extLst>
                </p14:cNvPr>
                <p14:cNvContentPartPr/>
                <p14:nvPr/>
              </p14:nvContentPartPr>
              <p14:xfrm>
                <a:off x="8017575" y="1353965"/>
                <a:ext cx="289440" cy="25560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0429D4ED-78B0-28FF-5C81-C1BC8B89B1A3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7999935" y="1335965"/>
                  <a:ext cx="325080" cy="29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5" name="Group 214">
            <a:extLst>
              <a:ext uri="{FF2B5EF4-FFF2-40B4-BE49-F238E27FC236}">
                <a16:creationId xmlns:a16="http://schemas.microsoft.com/office/drawing/2014/main" id="{3B772382-924E-41BC-0F00-55E38DF2F566}"/>
              </a:ext>
            </a:extLst>
          </p:cNvPr>
          <p:cNvGrpSpPr/>
          <p:nvPr/>
        </p:nvGrpSpPr>
        <p:grpSpPr>
          <a:xfrm>
            <a:off x="7870695" y="2265125"/>
            <a:ext cx="530640" cy="290880"/>
            <a:chOff x="7870695" y="2265125"/>
            <a:chExt cx="530640" cy="29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7880AA88-7A30-BE43-0EE6-9BC16A00703E}"/>
                    </a:ext>
                  </a:extLst>
                </p14:cNvPr>
                <p14:cNvContentPartPr/>
                <p14:nvPr/>
              </p14:nvContentPartPr>
              <p14:xfrm>
                <a:off x="7870695" y="2265125"/>
                <a:ext cx="198000" cy="14508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7880AA88-7A30-BE43-0EE6-9BC16A00703E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7853055" y="2247125"/>
                  <a:ext cx="23364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9ACEEE79-D700-6156-D816-C7D95BCA8882}"/>
                    </a:ext>
                  </a:extLst>
                </p14:cNvPr>
                <p14:cNvContentPartPr/>
                <p14:nvPr/>
              </p14:nvContentPartPr>
              <p14:xfrm>
                <a:off x="8021175" y="2266565"/>
                <a:ext cx="14400" cy="28944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9ACEEE79-D700-6156-D816-C7D95BCA8882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8003175" y="2248925"/>
                  <a:ext cx="5004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4F59F763-864D-A65F-8ACB-B80BE4F76B83}"/>
                    </a:ext>
                  </a:extLst>
                </p14:cNvPr>
                <p14:cNvContentPartPr/>
                <p14:nvPr/>
              </p14:nvContentPartPr>
              <p14:xfrm>
                <a:off x="8173815" y="2269445"/>
                <a:ext cx="227520" cy="18540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4F59F763-864D-A65F-8ACB-B80BE4F76B83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8155815" y="2251445"/>
                  <a:ext cx="263160" cy="22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0" name="Group 229">
            <a:extLst>
              <a:ext uri="{FF2B5EF4-FFF2-40B4-BE49-F238E27FC236}">
                <a16:creationId xmlns:a16="http://schemas.microsoft.com/office/drawing/2014/main" id="{C45D3359-C3CB-064C-CFE9-AE2A49DA3A1F}"/>
              </a:ext>
            </a:extLst>
          </p:cNvPr>
          <p:cNvGrpSpPr/>
          <p:nvPr/>
        </p:nvGrpSpPr>
        <p:grpSpPr>
          <a:xfrm>
            <a:off x="10207815" y="4188245"/>
            <a:ext cx="1019160" cy="372600"/>
            <a:chOff x="10207815" y="4188245"/>
            <a:chExt cx="1019160" cy="372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49B80789-136A-8E86-D5CA-224FEE56CEC5}"/>
                    </a:ext>
                  </a:extLst>
                </p14:cNvPr>
                <p14:cNvContentPartPr/>
                <p14:nvPr/>
              </p14:nvContentPartPr>
              <p14:xfrm>
                <a:off x="10207815" y="4188245"/>
                <a:ext cx="266760" cy="25128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49B80789-136A-8E86-D5CA-224FEE56CEC5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10190175" y="4170245"/>
                  <a:ext cx="30240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E50E7754-90C0-0FBA-3DD7-1D629F665BD1}"/>
                    </a:ext>
                  </a:extLst>
                </p14:cNvPr>
                <p14:cNvContentPartPr/>
                <p14:nvPr/>
              </p14:nvContentPartPr>
              <p14:xfrm>
                <a:off x="10567095" y="4339085"/>
                <a:ext cx="40680" cy="22176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E50E7754-90C0-0FBA-3DD7-1D629F665BD1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10549455" y="4321445"/>
                  <a:ext cx="7632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C0B5352E-4490-27AB-B27B-DBB730CBF7BA}"/>
                    </a:ext>
                  </a:extLst>
                </p14:cNvPr>
                <p14:cNvContentPartPr/>
                <p14:nvPr/>
              </p14:nvContentPartPr>
              <p14:xfrm>
                <a:off x="10766895" y="4301285"/>
                <a:ext cx="108720" cy="4644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C0B5352E-4490-27AB-B27B-DBB730CBF7BA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10748895" y="4283285"/>
                  <a:ext cx="14436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D5B41663-B5A1-4CE4-AC52-AC5C66084DBD}"/>
                    </a:ext>
                  </a:extLst>
                </p14:cNvPr>
                <p14:cNvContentPartPr/>
                <p14:nvPr/>
              </p14:nvContentPartPr>
              <p14:xfrm>
                <a:off x="10779135" y="4377965"/>
                <a:ext cx="128160" cy="3636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D5B41663-B5A1-4CE4-AC52-AC5C66084DBD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10761495" y="4359965"/>
                  <a:ext cx="1638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EA013CF2-BE2D-B4CB-026E-50E5309532BC}"/>
                    </a:ext>
                  </a:extLst>
                </p14:cNvPr>
                <p14:cNvContentPartPr/>
                <p14:nvPr/>
              </p14:nvContentPartPr>
              <p14:xfrm>
                <a:off x="11094855" y="4210205"/>
                <a:ext cx="95400" cy="19080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EA013CF2-BE2D-B4CB-026E-50E5309532BC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11077215" y="4192205"/>
                  <a:ext cx="13104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46505412-587B-2ABF-EAE5-FDFD824E4BFB}"/>
                    </a:ext>
                  </a:extLst>
                </p14:cNvPr>
                <p14:cNvContentPartPr/>
                <p14:nvPr/>
              </p14:nvContentPartPr>
              <p14:xfrm>
                <a:off x="11208975" y="4511525"/>
                <a:ext cx="18000" cy="2124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46505412-587B-2ABF-EAE5-FDFD824E4BFB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11191335" y="4493525"/>
                  <a:ext cx="53640" cy="56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55F42C00-0E44-8B9D-E862-4864292B98F0}"/>
              </a:ext>
            </a:extLst>
          </p:cNvPr>
          <p:cNvGrpSpPr/>
          <p:nvPr/>
        </p:nvGrpSpPr>
        <p:grpSpPr>
          <a:xfrm>
            <a:off x="10640535" y="5544725"/>
            <a:ext cx="837720" cy="347040"/>
            <a:chOff x="10640535" y="5544725"/>
            <a:chExt cx="837720" cy="347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1CADD8FE-7202-9087-F611-2D51FC6A9CDE}"/>
                    </a:ext>
                  </a:extLst>
                </p14:cNvPr>
                <p14:cNvContentPartPr/>
                <p14:nvPr/>
              </p14:nvContentPartPr>
              <p14:xfrm>
                <a:off x="10640535" y="5544725"/>
                <a:ext cx="190440" cy="23904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1CADD8FE-7202-9087-F611-2D51FC6A9CDE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10622535" y="5526725"/>
                  <a:ext cx="22608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30820AA7-CEC7-E7F3-F4D6-B72DA36B8C71}"/>
                    </a:ext>
                  </a:extLst>
                </p14:cNvPr>
                <p14:cNvContentPartPr/>
                <p14:nvPr/>
              </p14:nvContentPartPr>
              <p14:xfrm>
                <a:off x="10900095" y="5739485"/>
                <a:ext cx="140040" cy="15228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30820AA7-CEC7-E7F3-F4D6-B72DA36B8C71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10882095" y="5721845"/>
                  <a:ext cx="17568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70CF242F-1A38-EB6F-D78E-1DBBB73EDEDE}"/>
                    </a:ext>
                  </a:extLst>
                </p14:cNvPr>
                <p14:cNvContentPartPr/>
                <p14:nvPr/>
              </p14:nvContentPartPr>
              <p14:xfrm>
                <a:off x="11156775" y="5667485"/>
                <a:ext cx="47160" cy="2592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70CF242F-1A38-EB6F-D78E-1DBBB73EDEDE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11138775" y="5649845"/>
                  <a:ext cx="8280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7071DCDA-FD40-8322-3327-D38AAC464F5C}"/>
                    </a:ext>
                  </a:extLst>
                </p14:cNvPr>
                <p14:cNvContentPartPr/>
                <p14:nvPr/>
              </p14:nvContentPartPr>
              <p14:xfrm>
                <a:off x="11170815" y="5727965"/>
                <a:ext cx="91440" cy="2376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7071DCDA-FD40-8322-3327-D38AAC464F5C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11153175" y="5709965"/>
                  <a:ext cx="12708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2B6BC53D-7A94-4341-2C27-CC3E0AC3DD14}"/>
                    </a:ext>
                  </a:extLst>
                </p14:cNvPr>
                <p14:cNvContentPartPr/>
                <p14:nvPr/>
              </p14:nvContentPartPr>
              <p14:xfrm>
                <a:off x="11364495" y="5571005"/>
                <a:ext cx="74880" cy="17820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2B6BC53D-7A94-4341-2C27-CC3E0AC3DD14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11346495" y="5553005"/>
                  <a:ext cx="11052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D8F2AA66-899B-D088-E6CF-03C575188C76}"/>
                    </a:ext>
                  </a:extLst>
                </p14:cNvPr>
                <p14:cNvContentPartPr/>
                <p14:nvPr/>
              </p14:nvContentPartPr>
              <p14:xfrm>
                <a:off x="11466735" y="5821565"/>
                <a:ext cx="11520" cy="2016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D8F2AA66-899B-D088-E6CF-03C575188C76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11449095" y="5803925"/>
                  <a:ext cx="47160" cy="5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6" name="Group 265">
            <a:extLst>
              <a:ext uri="{FF2B5EF4-FFF2-40B4-BE49-F238E27FC236}">
                <a16:creationId xmlns:a16="http://schemas.microsoft.com/office/drawing/2014/main" id="{045C6C2D-D6F8-5227-F587-2E867E5D4D4C}"/>
              </a:ext>
            </a:extLst>
          </p:cNvPr>
          <p:cNvGrpSpPr/>
          <p:nvPr/>
        </p:nvGrpSpPr>
        <p:grpSpPr>
          <a:xfrm>
            <a:off x="140055" y="3746165"/>
            <a:ext cx="2462760" cy="2253240"/>
            <a:chOff x="140055" y="3746165"/>
            <a:chExt cx="2462760" cy="2253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C551D30C-3DE0-C339-A338-76C9BAD28315}"/>
                    </a:ext>
                  </a:extLst>
                </p14:cNvPr>
                <p14:cNvContentPartPr/>
                <p14:nvPr/>
              </p14:nvContentPartPr>
              <p14:xfrm>
                <a:off x="239415" y="4073765"/>
                <a:ext cx="117000" cy="58068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C551D30C-3DE0-C339-A338-76C9BAD28315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221415" y="4055765"/>
                  <a:ext cx="152640" cy="61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76D1E897-0590-F8F5-12E8-BEEEDF5DEA4F}"/>
                    </a:ext>
                  </a:extLst>
                </p14:cNvPr>
                <p14:cNvContentPartPr/>
                <p14:nvPr/>
              </p14:nvContentPartPr>
              <p14:xfrm>
                <a:off x="140055" y="4630685"/>
                <a:ext cx="423000" cy="6192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76D1E897-0590-F8F5-12E8-BEEEDF5DEA4F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122415" y="4612685"/>
                  <a:ext cx="45864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D2F94482-6B0A-74EA-7CB0-8880B1FB4808}"/>
                    </a:ext>
                  </a:extLst>
                </p14:cNvPr>
                <p14:cNvContentPartPr/>
                <p14:nvPr/>
              </p14:nvContentPartPr>
              <p14:xfrm>
                <a:off x="334095" y="4754525"/>
                <a:ext cx="126720" cy="7920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D2F94482-6B0A-74EA-7CB0-8880B1FB4808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316455" y="4736885"/>
                  <a:ext cx="16236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903E14D8-AA96-94C1-4A68-6905A51B823F}"/>
                    </a:ext>
                  </a:extLst>
                </p14:cNvPr>
                <p14:cNvContentPartPr/>
                <p14:nvPr/>
              </p14:nvContentPartPr>
              <p14:xfrm>
                <a:off x="434895" y="4789445"/>
                <a:ext cx="65880" cy="41544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903E14D8-AA96-94C1-4A68-6905A51B823F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417255" y="4771445"/>
                  <a:ext cx="101520" cy="45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9315CF69-F9A0-3FCB-E860-A1EAFEB35307}"/>
                    </a:ext>
                  </a:extLst>
                </p14:cNvPr>
                <p14:cNvContentPartPr/>
                <p14:nvPr/>
              </p14:nvContentPartPr>
              <p14:xfrm>
                <a:off x="288735" y="3932645"/>
                <a:ext cx="851040" cy="35820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9315CF69-F9A0-3FCB-E860-A1EAFEB35307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270735" y="3914645"/>
                  <a:ext cx="886680" cy="39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82BC92C6-46A4-683E-1701-5396B2E73A27}"/>
                    </a:ext>
                  </a:extLst>
                </p14:cNvPr>
                <p14:cNvContentPartPr/>
                <p14:nvPr/>
              </p14:nvContentPartPr>
              <p14:xfrm>
                <a:off x="664575" y="4517645"/>
                <a:ext cx="107280" cy="6840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82BC92C6-46A4-683E-1701-5396B2E73A27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646935" y="4499645"/>
                  <a:ext cx="14292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E9A84500-C09C-97AD-7237-7CFB45BCE2E0}"/>
                    </a:ext>
                  </a:extLst>
                </p14:cNvPr>
                <p14:cNvContentPartPr/>
                <p14:nvPr/>
              </p14:nvContentPartPr>
              <p14:xfrm>
                <a:off x="655215" y="4545005"/>
                <a:ext cx="106920" cy="26352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E9A84500-C09C-97AD-7237-7CFB45BCE2E0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637215" y="4527005"/>
                  <a:ext cx="14256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F964A2B5-5D38-E190-D662-529AA9E363FC}"/>
                    </a:ext>
                  </a:extLst>
                </p14:cNvPr>
                <p14:cNvContentPartPr/>
                <p14:nvPr/>
              </p14:nvContentPartPr>
              <p14:xfrm>
                <a:off x="1110615" y="3917885"/>
                <a:ext cx="118800" cy="25776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F964A2B5-5D38-E190-D662-529AA9E363FC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1092615" y="3899885"/>
                  <a:ext cx="15444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DC3BEAA8-E2FB-3F8F-41FF-698F917DCFCF}"/>
                    </a:ext>
                  </a:extLst>
                </p14:cNvPr>
                <p14:cNvContentPartPr/>
                <p14:nvPr/>
              </p14:nvContentPartPr>
              <p14:xfrm>
                <a:off x="1207095" y="4183925"/>
                <a:ext cx="92160" cy="23616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DC3BEAA8-E2FB-3F8F-41FF-698F917DCFCF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1189095" y="4165925"/>
                  <a:ext cx="12780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B57C2762-4ECA-EDA7-43AE-E04D5339F4BD}"/>
                    </a:ext>
                  </a:extLst>
                </p14:cNvPr>
                <p14:cNvContentPartPr/>
                <p14:nvPr/>
              </p14:nvContentPartPr>
              <p14:xfrm>
                <a:off x="1324095" y="4401365"/>
                <a:ext cx="205200" cy="57960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B57C2762-4ECA-EDA7-43AE-E04D5339F4BD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1306455" y="4383365"/>
                  <a:ext cx="240840" cy="61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ECEE0CC3-EFB0-6399-C4D1-7C907F562994}"/>
                    </a:ext>
                  </a:extLst>
                </p14:cNvPr>
                <p14:cNvContentPartPr/>
                <p14:nvPr/>
              </p14:nvContentPartPr>
              <p14:xfrm>
                <a:off x="1520295" y="4961885"/>
                <a:ext cx="126360" cy="18864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ECEE0CC3-EFB0-6399-C4D1-7C907F562994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1502655" y="4944245"/>
                  <a:ext cx="16200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B7F5D748-DFF9-739E-3225-3FA92D07595F}"/>
                    </a:ext>
                  </a:extLst>
                </p14:cNvPr>
                <p14:cNvContentPartPr/>
                <p14:nvPr/>
              </p14:nvContentPartPr>
              <p14:xfrm>
                <a:off x="828015" y="5154125"/>
                <a:ext cx="999000" cy="73620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B7F5D748-DFF9-739E-3225-3FA92D07595F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810375" y="5136125"/>
                  <a:ext cx="1034640" cy="77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ACEF63CC-1600-DE75-261D-17C57AD77936}"/>
                    </a:ext>
                  </a:extLst>
                </p14:cNvPr>
                <p14:cNvContentPartPr/>
                <p14:nvPr/>
              </p14:nvContentPartPr>
              <p14:xfrm>
                <a:off x="495375" y="5217485"/>
                <a:ext cx="278640" cy="78192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ACEF63CC-1600-DE75-261D-17C57AD77936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477735" y="5199485"/>
                  <a:ext cx="314280" cy="81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5B778A94-E9AE-3092-DB9E-67AC47E617F2}"/>
                    </a:ext>
                  </a:extLst>
                </p14:cNvPr>
                <p14:cNvContentPartPr/>
                <p14:nvPr/>
              </p14:nvContentPartPr>
              <p14:xfrm>
                <a:off x="1463055" y="4161605"/>
                <a:ext cx="81720" cy="19332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5B778A94-E9AE-3092-DB9E-67AC47E617F2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1445415" y="4143605"/>
                  <a:ext cx="11736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CBCA271A-CBCF-6DBF-5218-E66B70ACE702}"/>
                    </a:ext>
                  </a:extLst>
                </p14:cNvPr>
                <p14:cNvContentPartPr/>
                <p14:nvPr/>
              </p14:nvContentPartPr>
              <p14:xfrm>
                <a:off x="1737735" y="4779365"/>
                <a:ext cx="151560" cy="13752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CBCA271A-CBCF-6DBF-5218-E66B70ACE702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1719735" y="4761365"/>
                  <a:ext cx="18720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BBF3614B-7C95-3595-D61B-5B5A8CEB1EF6}"/>
                    </a:ext>
                  </a:extLst>
                </p14:cNvPr>
                <p14:cNvContentPartPr/>
                <p14:nvPr/>
              </p14:nvContentPartPr>
              <p14:xfrm>
                <a:off x="1880295" y="4801685"/>
                <a:ext cx="61920" cy="15840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BBF3614B-7C95-3595-D61B-5B5A8CEB1EF6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1862295" y="4783685"/>
                  <a:ext cx="9756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BFC655C1-56E3-627B-B3CD-F65D7924DA9B}"/>
                    </a:ext>
                  </a:extLst>
                </p14:cNvPr>
                <p14:cNvContentPartPr/>
                <p14:nvPr/>
              </p14:nvContentPartPr>
              <p14:xfrm>
                <a:off x="1677975" y="4122005"/>
                <a:ext cx="197280" cy="20268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BFC655C1-56E3-627B-B3CD-F65D7924DA9B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1660335" y="4104005"/>
                  <a:ext cx="23292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C2DFEF79-E894-9968-A204-548AA0DC9D76}"/>
                    </a:ext>
                  </a:extLst>
                </p14:cNvPr>
                <p14:cNvContentPartPr/>
                <p14:nvPr/>
              </p14:nvContentPartPr>
              <p14:xfrm>
                <a:off x="2066055" y="4581365"/>
                <a:ext cx="187200" cy="18360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C2DFEF79-E894-9968-A204-548AA0DC9D76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2048415" y="4563725"/>
                  <a:ext cx="22284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12EA7E9F-F0B5-E030-BC7A-89C376D2D272}"/>
                    </a:ext>
                  </a:extLst>
                </p14:cNvPr>
                <p14:cNvContentPartPr/>
                <p14:nvPr/>
              </p14:nvContentPartPr>
              <p14:xfrm>
                <a:off x="1105575" y="3843365"/>
                <a:ext cx="196920" cy="12276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12EA7E9F-F0B5-E030-BC7A-89C376D2D272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1087935" y="3825725"/>
                  <a:ext cx="23256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4F8D4DA2-639B-A816-C9E2-98752B2DB863}"/>
                    </a:ext>
                  </a:extLst>
                </p14:cNvPr>
                <p14:cNvContentPartPr/>
                <p14:nvPr/>
              </p14:nvContentPartPr>
              <p14:xfrm>
                <a:off x="1400775" y="4606205"/>
                <a:ext cx="286200" cy="12924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4F8D4DA2-639B-A816-C9E2-98752B2DB863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1382775" y="4588205"/>
                  <a:ext cx="32184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A3614250-E754-196E-890D-7C14D278BADB}"/>
                    </a:ext>
                  </a:extLst>
                </p14:cNvPr>
                <p14:cNvContentPartPr/>
                <p14:nvPr/>
              </p14:nvContentPartPr>
              <p14:xfrm>
                <a:off x="1874535" y="3926885"/>
                <a:ext cx="149040" cy="11196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A3614250-E754-196E-890D-7C14D278BADB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1856895" y="3908885"/>
                  <a:ext cx="18468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5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1D39F37B-C08E-BBA8-879A-9F5B22C67DF7}"/>
                    </a:ext>
                  </a:extLst>
                </p14:cNvPr>
                <p14:cNvContentPartPr/>
                <p14:nvPr/>
              </p14:nvContentPartPr>
              <p14:xfrm>
                <a:off x="2144895" y="3883325"/>
                <a:ext cx="38520" cy="12420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1D39F37B-C08E-BBA8-879A-9F5B22C67DF7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2127255" y="3865685"/>
                  <a:ext cx="7416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7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B737D1E9-CC93-5996-7FE8-2D91200461B0}"/>
                    </a:ext>
                  </a:extLst>
                </p14:cNvPr>
                <p14:cNvContentPartPr/>
                <p14:nvPr/>
              </p14:nvContentPartPr>
              <p14:xfrm>
                <a:off x="2317695" y="3785045"/>
                <a:ext cx="46080" cy="1296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B737D1E9-CC93-5996-7FE8-2D91200461B0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2299695" y="3767405"/>
                  <a:ext cx="8172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9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2C96E5CB-76B5-116A-097F-51ACB221C32B}"/>
                    </a:ext>
                  </a:extLst>
                </p14:cNvPr>
                <p14:cNvContentPartPr/>
                <p14:nvPr/>
              </p14:nvContentPartPr>
              <p14:xfrm>
                <a:off x="2359815" y="3854885"/>
                <a:ext cx="42120" cy="5112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2C96E5CB-76B5-116A-097F-51ACB221C32B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2342175" y="3837245"/>
                  <a:ext cx="7776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1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5234301F-7664-7DD3-9989-CF481A99F756}"/>
                    </a:ext>
                  </a:extLst>
                </p14:cNvPr>
                <p14:cNvContentPartPr/>
                <p14:nvPr/>
              </p14:nvContentPartPr>
              <p14:xfrm>
                <a:off x="2466735" y="3746165"/>
                <a:ext cx="58680" cy="12636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5234301F-7664-7DD3-9989-CF481A99F756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2449095" y="3728525"/>
                  <a:ext cx="9432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3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0848FF14-D301-D4B7-F2C2-679993F68B1E}"/>
                    </a:ext>
                  </a:extLst>
                </p14:cNvPr>
                <p14:cNvContentPartPr/>
                <p14:nvPr/>
              </p14:nvContentPartPr>
              <p14:xfrm>
                <a:off x="2600295" y="3902765"/>
                <a:ext cx="2520" cy="5544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0848FF14-D301-D4B7-F2C2-679993F68B1E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2582295" y="3885125"/>
                  <a:ext cx="3816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5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D52DAE00-8783-14DB-0F89-4EE95DD79B9A}"/>
                    </a:ext>
                  </a:extLst>
                </p14:cNvPr>
                <p14:cNvContentPartPr/>
                <p14:nvPr/>
              </p14:nvContentPartPr>
              <p14:xfrm>
                <a:off x="1050855" y="5224685"/>
                <a:ext cx="161280" cy="15300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D52DAE00-8783-14DB-0F89-4EE95DD79B9A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1032855" y="5207045"/>
                  <a:ext cx="19692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7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45C6953F-0CFA-D15F-64CC-BF95A30E9842}"/>
                    </a:ext>
                  </a:extLst>
                </p14:cNvPr>
                <p14:cNvContentPartPr/>
                <p14:nvPr/>
              </p14:nvContentPartPr>
              <p14:xfrm>
                <a:off x="1312935" y="5248805"/>
                <a:ext cx="130680" cy="11304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45C6953F-0CFA-D15F-64CC-BF95A30E9842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1294935" y="5230805"/>
                  <a:ext cx="16632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9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17250954-A498-BFE2-B77A-5067E9396DB1}"/>
                    </a:ext>
                  </a:extLst>
                </p14:cNvPr>
                <p14:cNvContentPartPr/>
                <p14:nvPr/>
              </p14:nvContentPartPr>
              <p14:xfrm>
                <a:off x="1033935" y="5008325"/>
                <a:ext cx="84240" cy="12096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17250954-A498-BFE2-B77A-5067E9396DB1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1016295" y="4990325"/>
                  <a:ext cx="11988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1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5ACCD5AD-B17E-517E-B6E5-338F7D2959C0}"/>
                    </a:ext>
                  </a:extLst>
                </p14:cNvPr>
                <p14:cNvContentPartPr/>
                <p14:nvPr/>
              </p14:nvContentPartPr>
              <p14:xfrm>
                <a:off x="1009815" y="4960085"/>
                <a:ext cx="90360" cy="10008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5ACCD5AD-B17E-517E-B6E5-338F7D2959C0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992175" y="4942445"/>
                  <a:ext cx="12600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3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6DF60950-9F0F-3038-454D-5C622C06A51D}"/>
                    </a:ext>
                  </a:extLst>
                </p14:cNvPr>
                <p14:cNvContentPartPr/>
                <p14:nvPr/>
              </p14:nvContentPartPr>
              <p14:xfrm>
                <a:off x="1292055" y="5458685"/>
                <a:ext cx="108000" cy="19692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6DF60950-9F0F-3038-454D-5C622C06A51D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1274055" y="5440685"/>
                  <a:ext cx="14364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5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B5C2A550-CA26-349E-E84F-71AC531EACDE}"/>
                    </a:ext>
                  </a:extLst>
                </p14:cNvPr>
                <p14:cNvContentPartPr/>
                <p14:nvPr/>
              </p14:nvContentPartPr>
              <p14:xfrm>
                <a:off x="1327695" y="5570645"/>
                <a:ext cx="109800" cy="7128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B5C2A550-CA26-349E-E84F-71AC531EACDE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1309695" y="5552645"/>
                  <a:ext cx="14544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7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565B7678-58C5-8F5A-5FE0-E1A353160F6D}"/>
                    </a:ext>
                  </a:extLst>
                </p14:cNvPr>
                <p14:cNvContentPartPr/>
                <p14:nvPr/>
              </p14:nvContentPartPr>
              <p14:xfrm>
                <a:off x="893535" y="4742645"/>
                <a:ext cx="424080" cy="18144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565B7678-58C5-8F5A-5FE0-E1A353160F6D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875535" y="4724645"/>
                  <a:ext cx="459720" cy="2170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2471257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371029-6C86-AD1A-6430-0210503908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19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AF2E5CA9-321F-9204-1F21-E36479A1C80D}"/>
              </a:ext>
            </a:extLst>
          </p:cNvPr>
          <p:cNvGrpSpPr/>
          <p:nvPr/>
        </p:nvGrpSpPr>
        <p:grpSpPr>
          <a:xfrm>
            <a:off x="1176495" y="914405"/>
            <a:ext cx="4382640" cy="2759760"/>
            <a:chOff x="1176495" y="914405"/>
            <a:chExt cx="4382640" cy="2759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FB5D5A3-141A-9BD0-00C0-033A9258A164}"/>
                    </a:ext>
                  </a:extLst>
                </p14:cNvPr>
                <p14:cNvContentPartPr/>
                <p14:nvPr/>
              </p14:nvContentPartPr>
              <p14:xfrm>
                <a:off x="2138775" y="1152365"/>
                <a:ext cx="64440" cy="7876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FB5D5A3-141A-9BD0-00C0-033A9258A164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121135" y="1134365"/>
                  <a:ext cx="100080" cy="82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610A5A8C-BB43-D680-CB15-C27791B30D99}"/>
                    </a:ext>
                  </a:extLst>
                </p14:cNvPr>
                <p14:cNvContentPartPr/>
                <p14:nvPr/>
              </p14:nvContentPartPr>
              <p14:xfrm>
                <a:off x="1637655" y="1973165"/>
                <a:ext cx="949320" cy="568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610A5A8C-BB43-D680-CB15-C27791B30D9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620015" y="1955525"/>
                  <a:ext cx="98496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A4971F2-7238-8C4C-6C3E-CF7D672E459C}"/>
                    </a:ext>
                  </a:extLst>
                </p14:cNvPr>
                <p14:cNvContentPartPr/>
                <p14:nvPr/>
              </p14:nvContentPartPr>
              <p14:xfrm>
                <a:off x="2173695" y="2185925"/>
                <a:ext cx="162720" cy="165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A4971F2-7238-8C4C-6C3E-CF7D672E459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155695" y="2167925"/>
                  <a:ext cx="19836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5DD4D30B-74B5-44AA-9CD3-DE3901D054AB}"/>
                    </a:ext>
                  </a:extLst>
                </p14:cNvPr>
                <p14:cNvContentPartPr/>
                <p14:nvPr/>
              </p14:nvContentPartPr>
              <p14:xfrm>
                <a:off x="2275575" y="2208605"/>
                <a:ext cx="84960" cy="8006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5DD4D30B-74B5-44AA-9CD3-DE3901D054A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257575" y="2190965"/>
                  <a:ext cx="120600" cy="83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8F48999-1319-3373-DCA0-6BF5707FD780}"/>
                    </a:ext>
                  </a:extLst>
                </p14:cNvPr>
                <p14:cNvContentPartPr/>
                <p14:nvPr/>
              </p14:nvContentPartPr>
              <p14:xfrm>
                <a:off x="2181975" y="1100525"/>
                <a:ext cx="1706400" cy="5374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8F48999-1319-3373-DCA0-6BF5707FD78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164335" y="1082525"/>
                  <a:ext cx="1742040" cy="57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197D1E0-D784-D65A-B851-70BB47E347ED}"/>
                    </a:ext>
                  </a:extLst>
                </p14:cNvPr>
                <p14:cNvContentPartPr/>
                <p14:nvPr/>
              </p14:nvContentPartPr>
              <p14:xfrm>
                <a:off x="3801975" y="1629005"/>
                <a:ext cx="146520" cy="3344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197D1E0-D784-D65A-B851-70BB47E347E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784335" y="1611365"/>
                  <a:ext cx="182160" cy="37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54C3CA6-ABAC-8AE9-7D8D-F9E230E9A25E}"/>
                    </a:ext>
                  </a:extLst>
                </p14:cNvPr>
                <p14:cNvContentPartPr/>
                <p14:nvPr/>
              </p14:nvContentPartPr>
              <p14:xfrm>
                <a:off x="3932295" y="1966685"/>
                <a:ext cx="98640" cy="6249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54C3CA6-ABAC-8AE9-7D8D-F9E230E9A25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914655" y="1948685"/>
                  <a:ext cx="134280" cy="66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04AABE0-029C-3968-4224-B5B470F77540}"/>
                    </a:ext>
                  </a:extLst>
                </p14:cNvPr>
                <p14:cNvContentPartPr/>
                <p14:nvPr/>
              </p14:nvContentPartPr>
              <p14:xfrm>
                <a:off x="2487615" y="2592005"/>
                <a:ext cx="1739160" cy="10191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04AABE0-029C-3968-4224-B5B470F7754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469975" y="2574005"/>
                  <a:ext cx="1774800" cy="10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48DBA0C-3E23-FE83-9FF5-8C6B42339276}"/>
                    </a:ext>
                  </a:extLst>
                </p14:cNvPr>
                <p14:cNvContentPartPr/>
                <p14:nvPr/>
              </p14:nvContentPartPr>
              <p14:xfrm>
                <a:off x="2317695" y="2958485"/>
                <a:ext cx="145440" cy="7156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48DBA0C-3E23-FE83-9FF5-8C6B4233927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300055" y="2940845"/>
                  <a:ext cx="181080" cy="75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F633296-1838-E4C5-FE46-5C17924CF895}"/>
                    </a:ext>
                  </a:extLst>
                </p14:cNvPr>
                <p14:cNvContentPartPr/>
                <p14:nvPr/>
              </p14:nvContentPartPr>
              <p14:xfrm>
                <a:off x="1176495" y="2226965"/>
                <a:ext cx="167040" cy="727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F633296-1838-E4C5-FE46-5C17924CF89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158495" y="2208965"/>
                  <a:ext cx="20268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A310A02-4EA9-BB0C-2279-E3E0467006D1}"/>
                    </a:ext>
                  </a:extLst>
                </p14:cNvPr>
                <p14:cNvContentPartPr/>
                <p14:nvPr/>
              </p14:nvContentPartPr>
              <p14:xfrm>
                <a:off x="1236255" y="2255405"/>
                <a:ext cx="92880" cy="3211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A310A02-4EA9-BB0C-2279-E3E0467006D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218255" y="2237405"/>
                  <a:ext cx="128520" cy="35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E7F2CE8-9012-97EF-90EE-B4707B6F4868}"/>
                    </a:ext>
                  </a:extLst>
                </p14:cNvPr>
                <p14:cNvContentPartPr/>
                <p14:nvPr/>
              </p14:nvContentPartPr>
              <p14:xfrm>
                <a:off x="1450815" y="2282765"/>
                <a:ext cx="153000" cy="1846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E7F2CE8-9012-97EF-90EE-B4707B6F486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433175" y="2265125"/>
                  <a:ext cx="18864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6AB99C3-00EF-8F8A-78F3-DEA2F0251660}"/>
                    </a:ext>
                  </a:extLst>
                </p14:cNvPr>
                <p14:cNvContentPartPr/>
                <p14:nvPr/>
              </p14:nvContentPartPr>
              <p14:xfrm>
                <a:off x="4104015" y="1632605"/>
                <a:ext cx="73080" cy="2829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6AB99C3-00EF-8F8A-78F3-DEA2F0251660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086375" y="1614605"/>
                  <a:ext cx="10872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B28E180-5D02-A3A2-B063-E6C076FD9510}"/>
                    </a:ext>
                  </a:extLst>
                </p14:cNvPr>
                <p14:cNvContentPartPr/>
                <p14:nvPr/>
              </p14:nvContentPartPr>
              <p14:xfrm>
                <a:off x="4299495" y="1609925"/>
                <a:ext cx="309960" cy="1753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B28E180-5D02-A3A2-B063-E6C076FD951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281855" y="1592285"/>
                  <a:ext cx="34560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15F2609-14E6-F315-EDEC-DBD21AFB7EF0}"/>
                    </a:ext>
                  </a:extLst>
                </p14:cNvPr>
                <p14:cNvContentPartPr/>
                <p14:nvPr/>
              </p14:nvContentPartPr>
              <p14:xfrm>
                <a:off x="4379415" y="2541965"/>
                <a:ext cx="222840" cy="1857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15F2609-14E6-F315-EDEC-DBD21AFB7EF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361775" y="2523965"/>
                  <a:ext cx="25848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956CD8D1-FF5A-FC68-6780-0A2741A688D3}"/>
                    </a:ext>
                  </a:extLst>
                </p14:cNvPr>
                <p14:cNvContentPartPr/>
                <p14:nvPr/>
              </p14:nvContentPartPr>
              <p14:xfrm>
                <a:off x="4542495" y="2584445"/>
                <a:ext cx="37080" cy="2469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956CD8D1-FF5A-FC68-6780-0A2741A688D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524855" y="2566445"/>
                  <a:ext cx="7272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E84AF56-2F76-554B-CF70-93BDE8E46136}"/>
                    </a:ext>
                  </a:extLst>
                </p14:cNvPr>
                <p14:cNvContentPartPr/>
                <p14:nvPr/>
              </p14:nvContentPartPr>
              <p14:xfrm>
                <a:off x="4715295" y="2544845"/>
                <a:ext cx="255960" cy="2091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E84AF56-2F76-554B-CF70-93BDE8E4613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697295" y="2526845"/>
                  <a:ext cx="29160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879234C-C764-A100-B166-1A0CC3CB848A}"/>
                    </a:ext>
                  </a:extLst>
                </p14:cNvPr>
                <p14:cNvContentPartPr/>
                <p14:nvPr/>
              </p14:nvContentPartPr>
              <p14:xfrm>
                <a:off x="3748695" y="998645"/>
                <a:ext cx="531360" cy="795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879234C-C764-A100-B166-1A0CC3CB848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731055" y="981005"/>
                  <a:ext cx="56700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33949F3-BC1C-3B30-F394-378B95930289}"/>
                    </a:ext>
                  </a:extLst>
                </p14:cNvPr>
                <p14:cNvContentPartPr/>
                <p14:nvPr/>
              </p14:nvContentPartPr>
              <p14:xfrm>
                <a:off x="4053255" y="2218685"/>
                <a:ext cx="318600" cy="540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33949F3-BC1C-3B30-F394-378B9593028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035615" y="2200685"/>
                  <a:ext cx="35424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A6EAF03-FCC5-D418-B76C-427FF6C7DF5B}"/>
                    </a:ext>
                  </a:extLst>
                </p14:cNvPr>
                <p14:cNvContentPartPr/>
                <p14:nvPr/>
              </p14:nvContentPartPr>
              <p14:xfrm>
                <a:off x="4741575" y="1389245"/>
                <a:ext cx="177840" cy="1796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0A6EAF03-FCC5-D418-B76C-427FF6C7DF5B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723935" y="1371245"/>
                  <a:ext cx="21348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4E0B41B-91DC-C844-F679-E65D920E1598}"/>
                    </a:ext>
                  </a:extLst>
                </p14:cNvPr>
                <p14:cNvContentPartPr/>
                <p14:nvPr/>
              </p14:nvContentPartPr>
              <p14:xfrm>
                <a:off x="5068455" y="1549805"/>
                <a:ext cx="39960" cy="1400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4E0B41B-91DC-C844-F679-E65D920E159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050815" y="1531805"/>
                  <a:ext cx="7560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1E65A8C1-589F-F218-5028-9955A107BA78}"/>
                    </a:ext>
                  </a:extLst>
                </p14:cNvPr>
                <p14:cNvContentPartPr/>
                <p14:nvPr/>
              </p14:nvContentPartPr>
              <p14:xfrm>
                <a:off x="4719255" y="914405"/>
                <a:ext cx="96480" cy="3067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1E65A8C1-589F-F218-5028-9955A107BA78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701255" y="896765"/>
                  <a:ext cx="132120" cy="34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D08882BA-EC3D-1F6B-B5D5-88580A79D013}"/>
                    </a:ext>
                  </a:extLst>
                </p14:cNvPr>
                <p14:cNvContentPartPr/>
                <p14:nvPr/>
              </p14:nvContentPartPr>
              <p14:xfrm>
                <a:off x="4709895" y="920165"/>
                <a:ext cx="127440" cy="1432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D08882BA-EC3D-1F6B-B5D5-88580A79D01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691895" y="902525"/>
                  <a:ext cx="16308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95EF6FD6-13F5-07E0-5CDE-E9E1F7048A6C}"/>
                    </a:ext>
                  </a:extLst>
                </p14:cNvPr>
                <p14:cNvContentPartPr/>
                <p14:nvPr/>
              </p14:nvContentPartPr>
              <p14:xfrm>
                <a:off x="4886655" y="1713965"/>
                <a:ext cx="116640" cy="3312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95EF6FD6-13F5-07E0-5CDE-E9E1F7048A6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869015" y="1696325"/>
                  <a:ext cx="152280" cy="36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E4AA87BC-9ED0-38C6-FED8-E12FC6EF1B8A}"/>
                    </a:ext>
                  </a:extLst>
                </p14:cNvPr>
                <p14:cNvContentPartPr/>
                <p14:nvPr/>
              </p14:nvContentPartPr>
              <p14:xfrm>
                <a:off x="4912575" y="1908365"/>
                <a:ext cx="140040" cy="792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E4AA87BC-9ED0-38C6-FED8-E12FC6EF1B8A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894575" y="1890365"/>
                  <a:ext cx="17568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7273D57-2E1F-89D5-DF21-6407358137F8}"/>
                    </a:ext>
                  </a:extLst>
                </p14:cNvPr>
                <p14:cNvContentPartPr/>
                <p14:nvPr/>
              </p14:nvContentPartPr>
              <p14:xfrm>
                <a:off x="5007615" y="2163245"/>
                <a:ext cx="125640" cy="1108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7273D57-2E1F-89D5-DF21-6407358137F8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989975" y="2145245"/>
                  <a:ext cx="16128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3D116C19-F75D-01EF-AE71-006FE27E334E}"/>
                    </a:ext>
                  </a:extLst>
                </p14:cNvPr>
                <p14:cNvContentPartPr/>
                <p14:nvPr/>
              </p14:nvContentPartPr>
              <p14:xfrm>
                <a:off x="5268255" y="2994485"/>
                <a:ext cx="85680" cy="2674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3D116C19-F75D-01EF-AE71-006FE27E334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250615" y="2976845"/>
                  <a:ext cx="12132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A0553802-2BCD-9C13-A768-CE3738B9AB15}"/>
                    </a:ext>
                  </a:extLst>
                </p14:cNvPr>
                <p14:cNvContentPartPr/>
                <p14:nvPr/>
              </p14:nvContentPartPr>
              <p14:xfrm>
                <a:off x="5257095" y="3180245"/>
                <a:ext cx="175680" cy="586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A0553802-2BCD-9C13-A768-CE3738B9AB15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239095" y="3162245"/>
                  <a:ext cx="21132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9B750BA-288C-2639-E83B-469B65B4497F}"/>
                    </a:ext>
                  </a:extLst>
                </p14:cNvPr>
                <p14:cNvContentPartPr/>
                <p14:nvPr/>
              </p14:nvContentPartPr>
              <p14:xfrm>
                <a:off x="4750935" y="3216965"/>
                <a:ext cx="778320" cy="1688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9B750BA-288C-2639-E83B-469B65B4497F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732935" y="3198965"/>
                  <a:ext cx="81396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0668A05D-CCAF-3C2E-E0FA-2259D59DC4EF}"/>
                    </a:ext>
                  </a:extLst>
                </p14:cNvPr>
                <p14:cNvContentPartPr/>
                <p14:nvPr/>
              </p14:nvContentPartPr>
              <p14:xfrm>
                <a:off x="4673175" y="1986485"/>
                <a:ext cx="715680" cy="1702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0668A05D-CCAF-3C2E-E0FA-2259D59DC4EF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655175" y="1968845"/>
                  <a:ext cx="75132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2C39A1E2-48AE-EA90-9C04-760C928D758D}"/>
                    </a:ext>
                  </a:extLst>
                </p14:cNvPr>
                <p14:cNvContentPartPr/>
                <p14:nvPr/>
              </p14:nvContentPartPr>
              <p14:xfrm>
                <a:off x="5150175" y="2616845"/>
                <a:ext cx="190440" cy="2102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2C39A1E2-48AE-EA90-9C04-760C928D758D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132175" y="2599205"/>
                  <a:ext cx="22608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88B23D19-9143-D5F7-1CC7-CA9AE0BA8DCF}"/>
                    </a:ext>
                  </a:extLst>
                </p14:cNvPr>
                <p14:cNvContentPartPr/>
                <p14:nvPr/>
              </p14:nvContentPartPr>
              <p14:xfrm>
                <a:off x="5433135" y="2702165"/>
                <a:ext cx="126000" cy="1072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88B23D19-9143-D5F7-1CC7-CA9AE0BA8DCF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415495" y="2684525"/>
                  <a:ext cx="16164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266A9861-22EE-CCC4-A148-DB58B32C3811}"/>
                    </a:ext>
                  </a:extLst>
                </p14:cNvPr>
                <p14:cNvContentPartPr/>
                <p14:nvPr/>
              </p14:nvContentPartPr>
              <p14:xfrm>
                <a:off x="5097255" y="2164325"/>
                <a:ext cx="141120" cy="3902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266A9861-22EE-CCC4-A148-DB58B32C3811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079615" y="2146325"/>
                  <a:ext cx="176760" cy="42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A75FC5F4-8916-B408-38F9-33A3874D0474}"/>
              </a:ext>
            </a:extLst>
          </p:cNvPr>
          <p:cNvGrpSpPr/>
          <p:nvPr/>
        </p:nvGrpSpPr>
        <p:grpSpPr>
          <a:xfrm>
            <a:off x="6293535" y="954725"/>
            <a:ext cx="672480" cy="332280"/>
            <a:chOff x="6293535" y="954725"/>
            <a:chExt cx="672480" cy="332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F1D93554-883B-9BBD-7D17-4A11D6883DCF}"/>
                    </a:ext>
                  </a:extLst>
                </p14:cNvPr>
                <p14:cNvContentPartPr/>
                <p14:nvPr/>
              </p14:nvContentPartPr>
              <p14:xfrm>
                <a:off x="6293535" y="954725"/>
                <a:ext cx="240480" cy="2628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F1D93554-883B-9BBD-7D17-4A11D6883DCF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275535" y="937085"/>
                  <a:ext cx="27612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CFE08A6F-E057-0D42-65A6-BD574C9A9A68}"/>
                    </a:ext>
                  </a:extLst>
                </p14:cNvPr>
                <p14:cNvContentPartPr/>
                <p14:nvPr/>
              </p14:nvContentPartPr>
              <p14:xfrm>
                <a:off x="6656775" y="1152365"/>
                <a:ext cx="23760" cy="1346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CFE08A6F-E057-0D42-65A6-BD574C9A9A68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639135" y="1134365"/>
                  <a:ext cx="5940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0FB110B3-F053-0B82-07DB-830A4A57E00A}"/>
                    </a:ext>
                  </a:extLst>
                </p14:cNvPr>
                <p14:cNvContentPartPr/>
                <p14:nvPr/>
              </p14:nvContentPartPr>
              <p14:xfrm>
                <a:off x="6851175" y="1077125"/>
                <a:ext cx="60840" cy="428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0FB110B3-F053-0B82-07DB-830A4A57E00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833175" y="1059485"/>
                  <a:ext cx="9648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89D075A9-5ECC-581D-272A-5F4E1A9472F8}"/>
                    </a:ext>
                  </a:extLst>
                </p14:cNvPr>
                <p14:cNvContentPartPr/>
                <p14:nvPr/>
              </p14:nvContentPartPr>
              <p14:xfrm>
                <a:off x="6861615" y="1162085"/>
                <a:ext cx="104400" cy="241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89D075A9-5ECC-581D-272A-5F4E1A9472F8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843975" y="1144085"/>
                  <a:ext cx="140040" cy="59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5506FD5D-A191-831A-9116-F39C9AB5EF15}"/>
                  </a:ext>
                </a:extLst>
              </p14:cNvPr>
              <p14:cNvContentPartPr/>
              <p14:nvPr/>
            </p14:nvContentPartPr>
            <p14:xfrm>
              <a:off x="7245015" y="1001885"/>
              <a:ext cx="82440" cy="24768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5506FD5D-A191-831A-9116-F39C9AB5EF15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7227375" y="983885"/>
                <a:ext cx="118080" cy="28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34A67045-71DE-27DA-CF70-1C2BD3BD2C81}"/>
                  </a:ext>
                </a:extLst>
              </p14:cNvPr>
              <p14:cNvContentPartPr/>
              <p14:nvPr/>
            </p14:nvContentPartPr>
            <p14:xfrm>
              <a:off x="7335735" y="1384565"/>
              <a:ext cx="2880" cy="2520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34A67045-71DE-27DA-CF70-1C2BD3BD2C81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7318095" y="1366925"/>
                <a:ext cx="38520" cy="60840"/>
              </a:xfrm>
              <a:prstGeom prst="rect">
                <a:avLst/>
              </a:prstGeom>
            </p:spPr>
          </p:pic>
        </mc:Fallback>
      </mc:AlternateContent>
      <p:grpSp>
        <p:nvGrpSpPr>
          <p:cNvPr id="62" name="Group 61">
            <a:extLst>
              <a:ext uri="{FF2B5EF4-FFF2-40B4-BE49-F238E27FC236}">
                <a16:creationId xmlns:a16="http://schemas.microsoft.com/office/drawing/2014/main" id="{59C4D2C3-5E62-B3CC-ECE6-93AC93D7378D}"/>
              </a:ext>
            </a:extLst>
          </p:cNvPr>
          <p:cNvGrpSpPr/>
          <p:nvPr/>
        </p:nvGrpSpPr>
        <p:grpSpPr>
          <a:xfrm>
            <a:off x="6498375" y="1712165"/>
            <a:ext cx="991440" cy="502200"/>
            <a:chOff x="6498375" y="1712165"/>
            <a:chExt cx="991440" cy="502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8A8D513B-CDB4-CB0B-87D1-32554D22AFB8}"/>
                    </a:ext>
                  </a:extLst>
                </p14:cNvPr>
                <p14:cNvContentPartPr/>
                <p14:nvPr/>
              </p14:nvContentPartPr>
              <p14:xfrm>
                <a:off x="6498375" y="1712165"/>
                <a:ext cx="258480" cy="2581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8A8D513B-CDB4-CB0B-87D1-32554D22AFB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480735" y="1694165"/>
                  <a:ext cx="29412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348DAC6D-FEBF-3FAD-420A-D15E40351312}"/>
                    </a:ext>
                  </a:extLst>
                </p14:cNvPr>
                <p14:cNvContentPartPr/>
                <p14:nvPr/>
              </p14:nvContentPartPr>
              <p14:xfrm>
                <a:off x="6809055" y="1936085"/>
                <a:ext cx="133560" cy="1490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348DAC6D-FEBF-3FAD-420A-D15E40351312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791415" y="1918085"/>
                  <a:ext cx="16920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45914DE3-EE0F-54FB-3000-E2F86559F200}"/>
                    </a:ext>
                  </a:extLst>
                </p14:cNvPr>
                <p14:cNvContentPartPr/>
                <p14:nvPr/>
              </p14:nvContentPartPr>
              <p14:xfrm>
                <a:off x="7095975" y="1882085"/>
                <a:ext cx="36000" cy="277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45914DE3-EE0F-54FB-3000-E2F86559F200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077975" y="1864445"/>
                  <a:ext cx="7164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045C5271-0341-6B34-1280-AC4E57D2E8A4}"/>
                    </a:ext>
                  </a:extLst>
                </p14:cNvPr>
                <p14:cNvContentPartPr/>
                <p14:nvPr/>
              </p14:nvContentPartPr>
              <p14:xfrm>
                <a:off x="7124775" y="1946165"/>
                <a:ext cx="47880" cy="302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045C5271-0341-6B34-1280-AC4E57D2E8A4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107135" y="1928525"/>
                  <a:ext cx="8352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0B68CBC6-675F-9CA4-7D66-9E80A10ED720}"/>
                    </a:ext>
                  </a:extLst>
                </p14:cNvPr>
                <p14:cNvContentPartPr/>
                <p14:nvPr/>
              </p14:nvContentPartPr>
              <p14:xfrm>
                <a:off x="7349775" y="1801085"/>
                <a:ext cx="102960" cy="2581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0B68CBC6-675F-9CA4-7D66-9E80A10ED720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332135" y="1783085"/>
                  <a:ext cx="13860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C84EE14D-5EFE-D69C-9107-2D62FEFEA944}"/>
                    </a:ext>
                  </a:extLst>
                </p14:cNvPr>
                <p14:cNvContentPartPr/>
                <p14:nvPr/>
              </p14:nvContentPartPr>
              <p14:xfrm>
                <a:off x="7480455" y="2187005"/>
                <a:ext cx="9360" cy="273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C84EE14D-5EFE-D69C-9107-2D62FEFEA944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462455" y="2169365"/>
                  <a:ext cx="45000" cy="63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6BB41061-05B1-DB93-D59A-837B396F6427}"/>
              </a:ext>
            </a:extLst>
          </p:cNvPr>
          <p:cNvGrpSpPr/>
          <p:nvPr/>
        </p:nvGrpSpPr>
        <p:grpSpPr>
          <a:xfrm>
            <a:off x="1286446" y="4422531"/>
            <a:ext cx="1428480" cy="541800"/>
            <a:chOff x="1286446" y="4422531"/>
            <a:chExt cx="1428480" cy="541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3FC26F64-789B-9933-288E-C16856BE91A5}"/>
                    </a:ext>
                  </a:extLst>
                </p14:cNvPr>
                <p14:cNvContentPartPr/>
                <p14:nvPr/>
              </p14:nvContentPartPr>
              <p14:xfrm>
                <a:off x="1286446" y="4566171"/>
                <a:ext cx="207360" cy="2451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3FC26F64-789B-9933-288E-C16856BE91A5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268446" y="4548171"/>
                  <a:ext cx="24300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E16A01CF-C40A-7526-718C-3D8D5C598563}"/>
                    </a:ext>
                  </a:extLst>
                </p14:cNvPr>
                <p14:cNvContentPartPr/>
                <p14:nvPr/>
              </p14:nvContentPartPr>
              <p14:xfrm>
                <a:off x="1623766" y="4746531"/>
                <a:ext cx="35640" cy="2178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E16A01CF-C40A-7526-718C-3D8D5C598563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605766" y="4728891"/>
                  <a:ext cx="7128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42E6628C-2ACD-B822-B662-6081C839AB66}"/>
                    </a:ext>
                  </a:extLst>
                </p14:cNvPr>
                <p14:cNvContentPartPr/>
                <p14:nvPr/>
              </p14:nvContentPartPr>
              <p14:xfrm>
                <a:off x="1890886" y="4616931"/>
                <a:ext cx="47880" cy="187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42E6628C-2ACD-B822-B662-6081C839AB66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873246" y="4599291"/>
                  <a:ext cx="8352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EA8C2350-916E-F7C1-B8BC-2A0BD266C8BF}"/>
                    </a:ext>
                  </a:extLst>
                </p14:cNvPr>
                <p14:cNvContentPartPr/>
                <p14:nvPr/>
              </p14:nvContentPartPr>
              <p14:xfrm>
                <a:off x="1936606" y="4712691"/>
                <a:ext cx="94680" cy="414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EA8C2350-916E-F7C1-B8BC-2A0BD266C8BF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918606" y="4695051"/>
                  <a:ext cx="13032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9B680DDA-77C6-9189-F721-D727473478C8}"/>
                    </a:ext>
                  </a:extLst>
                </p14:cNvPr>
                <p14:cNvContentPartPr/>
                <p14:nvPr/>
              </p14:nvContentPartPr>
              <p14:xfrm>
                <a:off x="2251966" y="4422531"/>
                <a:ext cx="211320" cy="2358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9B680DDA-77C6-9189-F721-D727473478C8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234326" y="4404531"/>
                  <a:ext cx="24696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64CD94CE-BFAC-0E4F-A728-5D70ECCD4F3A}"/>
                    </a:ext>
                  </a:extLst>
                </p14:cNvPr>
                <p14:cNvContentPartPr/>
                <p14:nvPr/>
              </p14:nvContentPartPr>
              <p14:xfrm>
                <a:off x="2619886" y="4563291"/>
                <a:ext cx="95040" cy="2707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64CD94CE-BFAC-0E4F-A728-5D70ECCD4F3A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601886" y="4545651"/>
                  <a:ext cx="130680" cy="30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D229CEC6-3477-6447-774D-E1B6477A02DF}"/>
              </a:ext>
            </a:extLst>
          </p:cNvPr>
          <p:cNvGrpSpPr/>
          <p:nvPr/>
        </p:nvGrpSpPr>
        <p:grpSpPr>
          <a:xfrm>
            <a:off x="3010126" y="4027971"/>
            <a:ext cx="1018080" cy="482040"/>
            <a:chOff x="3010126" y="4027971"/>
            <a:chExt cx="1018080" cy="48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C1ED6342-CF74-CF6E-FDC3-EED7F7D40301}"/>
                    </a:ext>
                  </a:extLst>
                </p14:cNvPr>
                <p14:cNvContentPartPr/>
                <p14:nvPr/>
              </p14:nvContentPartPr>
              <p14:xfrm>
                <a:off x="3147286" y="4075131"/>
                <a:ext cx="105120" cy="3877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C1ED6342-CF74-CF6E-FDC3-EED7F7D40301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129286" y="4057131"/>
                  <a:ext cx="140760" cy="42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4C5E6416-0E8D-1976-20F9-3902E0ACB881}"/>
                    </a:ext>
                  </a:extLst>
                </p14:cNvPr>
                <p14:cNvContentPartPr/>
                <p14:nvPr/>
              </p14:nvContentPartPr>
              <p14:xfrm>
                <a:off x="3163486" y="4027971"/>
                <a:ext cx="167040" cy="2113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4C5E6416-0E8D-1976-20F9-3902E0ACB881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145846" y="4010331"/>
                  <a:ext cx="20268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24FA40D0-9C66-F704-CCB6-5CCF0F6CFF2A}"/>
                    </a:ext>
                  </a:extLst>
                </p14:cNvPr>
                <p14:cNvContentPartPr/>
                <p14:nvPr/>
              </p14:nvContentPartPr>
              <p14:xfrm>
                <a:off x="3444286" y="4139211"/>
                <a:ext cx="46440" cy="2282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24FA40D0-9C66-F704-CCB6-5CCF0F6CFF2A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426646" y="4121211"/>
                  <a:ext cx="8208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09E01D41-EE58-95F7-8133-811212D4DB45}"/>
                    </a:ext>
                  </a:extLst>
                </p14:cNvPr>
                <p14:cNvContentPartPr/>
                <p14:nvPr/>
              </p14:nvContentPartPr>
              <p14:xfrm>
                <a:off x="3010126" y="4389771"/>
                <a:ext cx="1018080" cy="1202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09E01D41-EE58-95F7-8133-811212D4DB45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2992486" y="4372131"/>
                  <a:ext cx="1053720" cy="15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237D2FE0-CF3E-94C2-33EA-0CC34839D5D1}"/>
              </a:ext>
            </a:extLst>
          </p:cNvPr>
          <p:cNvGrpSpPr/>
          <p:nvPr/>
        </p:nvGrpSpPr>
        <p:grpSpPr>
          <a:xfrm>
            <a:off x="3264286" y="4650411"/>
            <a:ext cx="1126440" cy="482400"/>
            <a:chOff x="3264286" y="4650411"/>
            <a:chExt cx="1126440" cy="482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05F5AA9A-2C86-D82F-8753-789A6CEA4044}"/>
                    </a:ext>
                  </a:extLst>
                </p14:cNvPr>
                <p14:cNvContentPartPr/>
                <p14:nvPr/>
              </p14:nvContentPartPr>
              <p14:xfrm>
                <a:off x="3264286" y="4771371"/>
                <a:ext cx="122040" cy="3614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05F5AA9A-2C86-D82F-8753-789A6CEA4044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246286" y="4753371"/>
                  <a:ext cx="157680" cy="39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BA51B3E8-93D7-2BC0-266F-6B01B9E86C3C}"/>
                    </a:ext>
                  </a:extLst>
                </p14:cNvPr>
                <p14:cNvContentPartPr/>
                <p14:nvPr/>
              </p14:nvContentPartPr>
              <p14:xfrm>
                <a:off x="3312526" y="4772811"/>
                <a:ext cx="188280" cy="2131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BA51B3E8-93D7-2BC0-266F-6B01B9E86C3C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294526" y="4755171"/>
                  <a:ext cx="22392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D8B372E4-3092-5066-F103-6C106E123362}"/>
                    </a:ext>
                  </a:extLst>
                </p14:cNvPr>
                <p14:cNvContentPartPr/>
                <p14:nvPr/>
              </p14:nvContentPartPr>
              <p14:xfrm>
                <a:off x="3661006" y="4889091"/>
                <a:ext cx="55800" cy="16344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D8B372E4-3092-5066-F103-6C106E123362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643006" y="4871451"/>
                  <a:ext cx="9144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BDCC58C9-9DBD-9C51-7820-923A852C292B}"/>
                    </a:ext>
                  </a:extLst>
                </p14:cNvPr>
                <p14:cNvContentPartPr/>
                <p14:nvPr/>
              </p14:nvContentPartPr>
              <p14:xfrm>
                <a:off x="3757486" y="4745091"/>
                <a:ext cx="180720" cy="720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BDCC58C9-9DBD-9C51-7820-923A852C292B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739846" y="4727451"/>
                  <a:ext cx="21636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B7C71FC2-C1CE-3B87-D7E7-2F4C86084450}"/>
                    </a:ext>
                  </a:extLst>
                </p14:cNvPr>
                <p14:cNvContentPartPr/>
                <p14:nvPr/>
              </p14:nvContentPartPr>
              <p14:xfrm>
                <a:off x="3823006" y="4679931"/>
                <a:ext cx="67320" cy="2311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B7C71FC2-C1CE-3B87-D7E7-2F4C86084450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805006" y="4662291"/>
                  <a:ext cx="10296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32EFCE1B-B053-49E2-8A90-5A731513DE6E}"/>
                    </a:ext>
                  </a:extLst>
                </p14:cNvPr>
                <p14:cNvContentPartPr/>
                <p14:nvPr/>
              </p14:nvContentPartPr>
              <p14:xfrm>
                <a:off x="4023886" y="4721331"/>
                <a:ext cx="51120" cy="20268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32EFCE1B-B053-49E2-8A90-5A731513DE6E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006246" y="4703331"/>
                  <a:ext cx="8676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9C45A726-6E7F-FF6D-679B-AD685EAF1D61}"/>
                    </a:ext>
                  </a:extLst>
                </p14:cNvPr>
                <p14:cNvContentPartPr/>
                <p14:nvPr/>
              </p14:nvContentPartPr>
              <p14:xfrm>
                <a:off x="4035046" y="4650411"/>
                <a:ext cx="137160" cy="1724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9C45A726-6E7F-FF6D-679B-AD685EAF1D61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017406" y="4632411"/>
                  <a:ext cx="17280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90933906-464B-F65B-F230-757FBFAA5655}"/>
                    </a:ext>
                  </a:extLst>
                </p14:cNvPr>
                <p14:cNvContentPartPr/>
                <p14:nvPr/>
              </p14:nvContentPartPr>
              <p14:xfrm>
                <a:off x="4249966" y="4777851"/>
                <a:ext cx="140760" cy="1609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90933906-464B-F65B-F230-757FBFAA5655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4232326" y="4759851"/>
                  <a:ext cx="176400" cy="196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7E9BB670-C3B2-13FB-6F29-FBC865B7C440}"/>
              </a:ext>
            </a:extLst>
          </p:cNvPr>
          <p:cNvGrpSpPr/>
          <p:nvPr/>
        </p:nvGrpSpPr>
        <p:grpSpPr>
          <a:xfrm>
            <a:off x="4431046" y="4381131"/>
            <a:ext cx="125280" cy="101160"/>
            <a:chOff x="4431046" y="4381131"/>
            <a:chExt cx="125280" cy="101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50B44163-058E-C79E-E177-3093B943C589}"/>
                    </a:ext>
                  </a:extLst>
                </p14:cNvPr>
                <p14:cNvContentPartPr/>
                <p14:nvPr/>
              </p14:nvContentPartPr>
              <p14:xfrm>
                <a:off x="4431046" y="4381131"/>
                <a:ext cx="63000" cy="3096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50B44163-058E-C79E-E177-3093B943C589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413406" y="4363131"/>
                  <a:ext cx="9864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EE60EE05-E213-928C-1DB3-8663EB1279E1}"/>
                    </a:ext>
                  </a:extLst>
                </p14:cNvPr>
                <p14:cNvContentPartPr/>
                <p14:nvPr/>
              </p14:nvContentPartPr>
              <p14:xfrm>
                <a:off x="4478206" y="4418931"/>
                <a:ext cx="78120" cy="633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EE60EE05-E213-928C-1DB3-8663EB1279E1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460206" y="4401291"/>
                  <a:ext cx="113760" cy="9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CA956CDE-6E5F-4732-81E2-3A334D7E87EA}"/>
              </a:ext>
            </a:extLst>
          </p:cNvPr>
          <p:cNvGrpSpPr/>
          <p:nvPr/>
        </p:nvGrpSpPr>
        <p:grpSpPr>
          <a:xfrm>
            <a:off x="4894726" y="3792891"/>
            <a:ext cx="1791360" cy="1049040"/>
            <a:chOff x="4894726" y="3792891"/>
            <a:chExt cx="1791360" cy="104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2DE88E97-AF19-2037-29D5-8D9953EC3F76}"/>
                    </a:ext>
                  </a:extLst>
                </p14:cNvPr>
                <p14:cNvContentPartPr/>
                <p14:nvPr/>
              </p14:nvContentPartPr>
              <p14:xfrm>
                <a:off x="4894726" y="4103571"/>
                <a:ext cx="201600" cy="669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2DE88E97-AF19-2037-29D5-8D9953EC3F76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877086" y="4085931"/>
                  <a:ext cx="23724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C49700CF-47C3-F738-E621-E9DC011CA804}"/>
                    </a:ext>
                  </a:extLst>
                </p14:cNvPr>
                <p14:cNvContentPartPr/>
                <p14:nvPr/>
              </p14:nvContentPartPr>
              <p14:xfrm>
                <a:off x="4910206" y="4174131"/>
                <a:ext cx="111960" cy="2710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C49700CF-47C3-F738-E621-E9DC011CA804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892566" y="4156491"/>
                  <a:ext cx="14760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FC6C3B7B-C008-3FBF-ABC0-AE4925AFE9D0}"/>
                    </a:ext>
                  </a:extLst>
                </p14:cNvPr>
                <p14:cNvContentPartPr/>
                <p14:nvPr/>
              </p14:nvContentPartPr>
              <p14:xfrm>
                <a:off x="5113606" y="4227051"/>
                <a:ext cx="204480" cy="18540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FC6C3B7B-C008-3FBF-ABC0-AE4925AFE9D0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5095966" y="4209411"/>
                  <a:ext cx="24012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B841FB1F-426B-6760-E6D5-B855974D0038}"/>
                    </a:ext>
                  </a:extLst>
                </p14:cNvPr>
                <p14:cNvContentPartPr/>
                <p14:nvPr/>
              </p14:nvContentPartPr>
              <p14:xfrm>
                <a:off x="5940526" y="3792891"/>
                <a:ext cx="53280" cy="25200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B841FB1F-426B-6760-E6D5-B855974D0038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5922526" y="3774891"/>
                  <a:ext cx="8892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2DBBD33C-2C06-3979-36E3-3692536F79E3}"/>
                    </a:ext>
                  </a:extLst>
                </p14:cNvPr>
                <p14:cNvContentPartPr/>
                <p14:nvPr/>
              </p14:nvContentPartPr>
              <p14:xfrm>
                <a:off x="5545966" y="4155051"/>
                <a:ext cx="1140120" cy="1119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2DBBD33C-2C06-3979-36E3-3692536F79E3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5528326" y="4137411"/>
                  <a:ext cx="117576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242344F4-AFCC-1AF9-52B5-24B566642CB6}"/>
                    </a:ext>
                  </a:extLst>
                </p14:cNvPr>
                <p14:cNvContentPartPr/>
                <p14:nvPr/>
              </p14:nvContentPartPr>
              <p14:xfrm>
                <a:off x="5725606" y="4553931"/>
                <a:ext cx="132120" cy="28800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242344F4-AFCC-1AF9-52B5-24B566642CB6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707606" y="4535931"/>
                  <a:ext cx="167760" cy="32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ABCA7BBA-0A77-E128-9B76-EDCE32B9E089}"/>
                    </a:ext>
                  </a:extLst>
                </p14:cNvPr>
                <p14:cNvContentPartPr/>
                <p14:nvPr/>
              </p14:nvContentPartPr>
              <p14:xfrm>
                <a:off x="5929006" y="4612251"/>
                <a:ext cx="268560" cy="885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ABCA7BBA-0A77-E128-9B76-EDCE32B9E089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911366" y="4594611"/>
                  <a:ext cx="30420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BC8BD4A7-D052-8998-ACF6-9553D7952288}"/>
                    </a:ext>
                  </a:extLst>
                </p14:cNvPr>
                <p14:cNvContentPartPr/>
                <p14:nvPr/>
              </p14:nvContentPartPr>
              <p14:xfrm>
                <a:off x="6082006" y="4525131"/>
                <a:ext cx="83520" cy="18144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BC8BD4A7-D052-8998-ACF6-9553D7952288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064006" y="4507131"/>
                  <a:ext cx="11916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74659A81-11E8-D51E-ABCC-12EE64E93919}"/>
                    </a:ext>
                  </a:extLst>
                </p14:cNvPr>
                <p14:cNvContentPartPr/>
                <p14:nvPr/>
              </p14:nvContentPartPr>
              <p14:xfrm>
                <a:off x="6427246" y="4482651"/>
                <a:ext cx="212760" cy="2070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74659A81-11E8-D51E-ABCC-12EE64E93919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409246" y="4464651"/>
                  <a:ext cx="24840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485E3BA1-F7E3-F86A-1733-B61988CFE342}"/>
                    </a:ext>
                  </a:extLst>
                </p14:cNvPr>
                <p14:cNvContentPartPr/>
                <p14:nvPr/>
              </p14:nvContentPartPr>
              <p14:xfrm>
                <a:off x="6573046" y="4525491"/>
                <a:ext cx="51840" cy="2685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485E3BA1-F7E3-F86A-1733-B61988CFE342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555406" y="4507851"/>
                  <a:ext cx="87480" cy="30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2FE052D6-8BA8-10AA-0B4A-82A6050ADCAB}"/>
              </a:ext>
            </a:extLst>
          </p:cNvPr>
          <p:cNvGrpSpPr/>
          <p:nvPr/>
        </p:nvGrpSpPr>
        <p:grpSpPr>
          <a:xfrm>
            <a:off x="7091446" y="4138851"/>
            <a:ext cx="137160" cy="110880"/>
            <a:chOff x="7091446" y="4138851"/>
            <a:chExt cx="137160" cy="11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2D42312F-44CC-70F4-EDFC-1FE7957C402D}"/>
                    </a:ext>
                  </a:extLst>
                </p14:cNvPr>
                <p14:cNvContentPartPr/>
                <p14:nvPr/>
              </p14:nvContentPartPr>
              <p14:xfrm>
                <a:off x="7091446" y="4138851"/>
                <a:ext cx="110160" cy="1512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2D42312F-44CC-70F4-EDFC-1FE7957C402D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7073446" y="4121211"/>
                  <a:ext cx="14580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EBB04A70-2030-6831-032A-E25F5F0D038D}"/>
                    </a:ext>
                  </a:extLst>
                </p14:cNvPr>
                <p14:cNvContentPartPr/>
                <p14:nvPr/>
              </p14:nvContentPartPr>
              <p14:xfrm>
                <a:off x="7111966" y="4205091"/>
                <a:ext cx="116640" cy="4464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EBB04A70-2030-6831-032A-E25F5F0D038D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093966" y="4187091"/>
                  <a:ext cx="152280" cy="80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F592BE85-347C-3E78-076F-DE7F650EDFD5}"/>
              </a:ext>
            </a:extLst>
          </p:cNvPr>
          <p:cNvGrpSpPr/>
          <p:nvPr/>
        </p:nvGrpSpPr>
        <p:grpSpPr>
          <a:xfrm>
            <a:off x="7594726" y="3941571"/>
            <a:ext cx="310680" cy="367560"/>
            <a:chOff x="7594726" y="3941571"/>
            <a:chExt cx="310680" cy="367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8FE1E94D-C191-059C-38E1-28A6FFCEAD48}"/>
                    </a:ext>
                  </a:extLst>
                </p14:cNvPr>
                <p14:cNvContentPartPr/>
                <p14:nvPr/>
              </p14:nvContentPartPr>
              <p14:xfrm>
                <a:off x="7594726" y="3997731"/>
                <a:ext cx="60480" cy="31140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8FE1E94D-C191-059C-38E1-28A6FFCEAD48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576726" y="3979731"/>
                  <a:ext cx="96120" cy="34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BB749F05-FD9A-4B42-A277-B32DC889B1E9}"/>
                    </a:ext>
                  </a:extLst>
                </p14:cNvPr>
                <p14:cNvContentPartPr/>
                <p14:nvPr/>
              </p14:nvContentPartPr>
              <p14:xfrm>
                <a:off x="7734406" y="3941571"/>
                <a:ext cx="171000" cy="26676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BB749F05-FD9A-4B42-A277-B32DC889B1E9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716766" y="3923571"/>
                  <a:ext cx="206640" cy="30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CA9A62D3-D2B0-FFD4-F2D7-2346DD1464C8}"/>
              </a:ext>
            </a:extLst>
          </p:cNvPr>
          <p:cNvGrpSpPr/>
          <p:nvPr/>
        </p:nvGrpSpPr>
        <p:grpSpPr>
          <a:xfrm>
            <a:off x="1690006" y="5874411"/>
            <a:ext cx="1360440" cy="401040"/>
            <a:chOff x="1690006" y="5874411"/>
            <a:chExt cx="1360440" cy="401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CB5A0505-0D77-1B40-AA45-CDD9BBA0838A}"/>
                    </a:ext>
                  </a:extLst>
                </p14:cNvPr>
                <p14:cNvContentPartPr/>
                <p14:nvPr/>
              </p14:nvContentPartPr>
              <p14:xfrm>
                <a:off x="1690006" y="5986371"/>
                <a:ext cx="144720" cy="20124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CB5A0505-0D77-1B40-AA45-CDD9BBA0838A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672366" y="5968371"/>
                  <a:ext cx="18036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3DEE2235-12D7-0D77-0FF9-7ADBA5B0CE6D}"/>
                    </a:ext>
                  </a:extLst>
                </p14:cNvPr>
                <p14:cNvContentPartPr/>
                <p14:nvPr/>
              </p14:nvContentPartPr>
              <p14:xfrm>
                <a:off x="1970086" y="6157371"/>
                <a:ext cx="103320" cy="11808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3DEE2235-12D7-0D77-0FF9-7ADBA5B0CE6D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952446" y="6139371"/>
                  <a:ext cx="13896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BA5122AF-F5D8-EB3E-0158-880A70996D77}"/>
                    </a:ext>
                  </a:extLst>
                </p14:cNvPr>
                <p14:cNvContentPartPr/>
                <p14:nvPr/>
              </p14:nvContentPartPr>
              <p14:xfrm>
                <a:off x="2299486" y="6079971"/>
                <a:ext cx="74880" cy="5580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BA5122AF-F5D8-EB3E-0158-880A70996D77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2281846" y="6062331"/>
                  <a:ext cx="11052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4B50A4B5-8BCB-0961-2FB3-1271C0BB77E5}"/>
                    </a:ext>
                  </a:extLst>
                </p14:cNvPr>
                <p14:cNvContentPartPr/>
                <p14:nvPr/>
              </p14:nvContentPartPr>
              <p14:xfrm>
                <a:off x="2392366" y="6119931"/>
                <a:ext cx="45000" cy="460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4B50A4B5-8BCB-0961-2FB3-1271C0BB77E5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2374726" y="6102291"/>
                  <a:ext cx="8064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C8FFE286-E9C7-CF51-8925-2E3B483D9966}"/>
                    </a:ext>
                  </a:extLst>
                </p14:cNvPr>
                <p14:cNvContentPartPr/>
                <p14:nvPr/>
              </p14:nvContentPartPr>
              <p14:xfrm>
                <a:off x="2564446" y="5874411"/>
                <a:ext cx="180000" cy="22248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C8FFE286-E9C7-CF51-8925-2E3B483D9966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2546806" y="5856771"/>
                  <a:ext cx="21564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7B05AD40-4AD9-CD32-A058-34975D085892}"/>
                    </a:ext>
                  </a:extLst>
                </p14:cNvPr>
                <p14:cNvContentPartPr/>
                <p14:nvPr/>
              </p14:nvContentPartPr>
              <p14:xfrm>
                <a:off x="2938486" y="5988531"/>
                <a:ext cx="111960" cy="22428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7B05AD40-4AD9-CD32-A058-34975D085892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2920486" y="5970531"/>
                  <a:ext cx="147600" cy="259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435EEF49-3BF4-A894-D4F2-3CA6AA682E37}"/>
              </a:ext>
            </a:extLst>
          </p:cNvPr>
          <p:cNvGrpSpPr/>
          <p:nvPr/>
        </p:nvGrpSpPr>
        <p:grpSpPr>
          <a:xfrm>
            <a:off x="3355366" y="5422251"/>
            <a:ext cx="2232000" cy="1034640"/>
            <a:chOff x="3355366" y="5422251"/>
            <a:chExt cx="2232000" cy="1034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4970B7A9-EB98-A37A-EB69-C245C447EC70}"/>
                    </a:ext>
                  </a:extLst>
                </p14:cNvPr>
                <p14:cNvContentPartPr/>
                <p14:nvPr/>
              </p14:nvContentPartPr>
              <p14:xfrm>
                <a:off x="3663166" y="5498211"/>
                <a:ext cx="83880" cy="20952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4970B7A9-EB98-A37A-EB69-C245C447EC70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3645166" y="5480571"/>
                  <a:ext cx="11952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E5C09C90-9EF4-CAB6-7018-BEBBE2BF3EF1}"/>
                    </a:ext>
                  </a:extLst>
                </p14:cNvPr>
                <p14:cNvContentPartPr/>
                <p14:nvPr/>
              </p14:nvContentPartPr>
              <p14:xfrm>
                <a:off x="3696286" y="5422251"/>
                <a:ext cx="100800" cy="18684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E5C09C90-9EF4-CAB6-7018-BEBBE2BF3EF1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3678286" y="5404611"/>
                  <a:ext cx="13644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1202AEBA-D374-C82A-3D37-7AFCA8CF937E}"/>
                    </a:ext>
                  </a:extLst>
                </p14:cNvPr>
                <p14:cNvContentPartPr/>
                <p14:nvPr/>
              </p14:nvContentPartPr>
              <p14:xfrm>
                <a:off x="3900046" y="5548611"/>
                <a:ext cx="151560" cy="9108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1202AEBA-D374-C82A-3D37-7AFCA8CF937E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3882046" y="5530971"/>
                  <a:ext cx="18720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3358199C-C834-11CE-4418-9173BA6ADF35}"/>
                    </a:ext>
                  </a:extLst>
                </p14:cNvPr>
                <p14:cNvContentPartPr/>
                <p14:nvPr/>
              </p14:nvContentPartPr>
              <p14:xfrm>
                <a:off x="3355366" y="5707371"/>
                <a:ext cx="1253160" cy="27468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3358199C-C834-11CE-4418-9173BA6ADF35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3337366" y="5689371"/>
                  <a:ext cx="128880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234B9C3B-1D5A-2B8E-D7BD-55BEAA6FDC78}"/>
                    </a:ext>
                  </a:extLst>
                </p14:cNvPr>
                <p14:cNvContentPartPr/>
                <p14:nvPr/>
              </p14:nvContentPartPr>
              <p14:xfrm>
                <a:off x="3735526" y="6141171"/>
                <a:ext cx="83520" cy="31572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234B9C3B-1D5A-2B8E-D7BD-55BEAA6FDC78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3717886" y="6123171"/>
                  <a:ext cx="119160" cy="3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A8805CA5-4446-A657-B069-79EB7A3A1DD5}"/>
                    </a:ext>
                  </a:extLst>
                </p14:cNvPr>
                <p14:cNvContentPartPr/>
                <p14:nvPr/>
              </p14:nvContentPartPr>
              <p14:xfrm>
                <a:off x="3780886" y="6125331"/>
                <a:ext cx="180720" cy="18540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A8805CA5-4446-A657-B069-79EB7A3A1DD5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3762886" y="6107691"/>
                  <a:ext cx="21636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5D5A5AE3-BFAF-A516-73F9-92DAF949DD98}"/>
                    </a:ext>
                  </a:extLst>
                </p14:cNvPr>
                <p14:cNvContentPartPr/>
                <p14:nvPr/>
              </p14:nvContentPartPr>
              <p14:xfrm>
                <a:off x="4106326" y="6226851"/>
                <a:ext cx="29520" cy="14760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5D5A5AE3-BFAF-A516-73F9-92DAF949DD98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4088686" y="6208851"/>
                  <a:ext cx="6516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71F2FF53-BB80-8CBD-369C-02F72DE239A6}"/>
                    </a:ext>
                  </a:extLst>
                </p14:cNvPr>
                <p14:cNvContentPartPr/>
                <p14:nvPr/>
              </p14:nvContentPartPr>
              <p14:xfrm>
                <a:off x="4214686" y="6083211"/>
                <a:ext cx="162360" cy="9360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71F2FF53-BB80-8CBD-369C-02F72DE239A6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4196686" y="6065211"/>
                  <a:ext cx="19800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95D70276-5BF6-6267-D8EF-728667D33ED8}"/>
                    </a:ext>
                  </a:extLst>
                </p14:cNvPr>
                <p14:cNvContentPartPr/>
                <p14:nvPr/>
              </p14:nvContentPartPr>
              <p14:xfrm>
                <a:off x="4255006" y="6031731"/>
                <a:ext cx="39960" cy="19224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95D70276-5BF6-6267-D8EF-728667D33ED8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4237006" y="6014091"/>
                  <a:ext cx="7560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6B3942D7-6805-7472-51BF-6B154742021E}"/>
                    </a:ext>
                  </a:extLst>
                </p14:cNvPr>
                <p14:cNvContentPartPr/>
                <p14:nvPr/>
              </p14:nvContentPartPr>
              <p14:xfrm>
                <a:off x="4479646" y="6053331"/>
                <a:ext cx="62640" cy="23652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6B3942D7-6805-7472-51BF-6B154742021E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4462006" y="6035691"/>
                  <a:ext cx="9828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6BC270B3-9C7B-5781-8D90-FA281C0DC276}"/>
                    </a:ext>
                  </a:extLst>
                </p14:cNvPr>
                <p14:cNvContentPartPr/>
                <p14:nvPr/>
              </p14:nvContentPartPr>
              <p14:xfrm>
                <a:off x="4473166" y="6034611"/>
                <a:ext cx="161280" cy="17568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6BC270B3-9C7B-5781-8D90-FA281C0DC276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4455166" y="6016971"/>
                  <a:ext cx="19692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C737C1FF-0E2A-946A-5940-BEEB2CB947ED}"/>
                    </a:ext>
                  </a:extLst>
                </p14:cNvPr>
                <p14:cNvContentPartPr/>
                <p14:nvPr/>
              </p14:nvContentPartPr>
              <p14:xfrm>
                <a:off x="4709686" y="6132891"/>
                <a:ext cx="135720" cy="13212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C737C1FF-0E2A-946A-5940-BEEB2CB947ED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4691686" y="6115251"/>
                  <a:ext cx="17136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C6DF148C-A3D7-D78C-D59D-6D9BAE69D394}"/>
                    </a:ext>
                  </a:extLst>
                </p14:cNvPr>
                <p14:cNvContentPartPr/>
                <p14:nvPr/>
              </p14:nvContentPartPr>
              <p14:xfrm>
                <a:off x="4884646" y="5723931"/>
                <a:ext cx="57960" cy="1872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C6DF148C-A3D7-D78C-D59D-6D9BAE69D394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4867006" y="5705931"/>
                  <a:ext cx="9360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9FC7BDEC-9F40-64EA-B6B7-EDAB841C4F85}"/>
                    </a:ext>
                  </a:extLst>
                </p14:cNvPr>
                <p14:cNvContentPartPr/>
                <p14:nvPr/>
              </p14:nvContentPartPr>
              <p14:xfrm>
                <a:off x="4974286" y="5805291"/>
                <a:ext cx="61920" cy="2196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9FC7BDEC-9F40-64EA-B6B7-EDAB841C4F85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4956286" y="5787291"/>
                  <a:ext cx="9756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6D764490-71B3-B1D6-E9BF-D359F8866F14}"/>
                    </a:ext>
                  </a:extLst>
                </p14:cNvPr>
                <p14:cNvContentPartPr/>
                <p14:nvPr/>
              </p14:nvContentPartPr>
              <p14:xfrm>
                <a:off x="5278846" y="5570211"/>
                <a:ext cx="117360" cy="2088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6D764490-71B3-B1D6-E9BF-D359F8866F14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5261206" y="5552571"/>
                  <a:ext cx="15300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7A2C2292-A4F4-4858-3ADC-8A439B58FEC1}"/>
                    </a:ext>
                  </a:extLst>
                </p14:cNvPr>
                <p14:cNvContentPartPr/>
                <p14:nvPr/>
              </p14:nvContentPartPr>
              <p14:xfrm>
                <a:off x="5302606" y="5578131"/>
                <a:ext cx="106560" cy="27000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7A2C2292-A4F4-4858-3ADC-8A439B58FEC1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5284606" y="5560131"/>
                  <a:ext cx="14220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F185965A-5692-9A90-F980-B3CB978A6421}"/>
                    </a:ext>
                  </a:extLst>
                </p14:cNvPr>
                <p14:cNvContentPartPr/>
                <p14:nvPr/>
              </p14:nvContentPartPr>
              <p14:xfrm>
                <a:off x="5475766" y="5604771"/>
                <a:ext cx="111600" cy="16776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F185965A-5692-9A90-F980-B3CB978A6421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5458126" y="5586771"/>
                  <a:ext cx="147240" cy="20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7FBD4CAE-928F-4A45-2E3F-3DA7C44E6D26}"/>
              </a:ext>
            </a:extLst>
          </p:cNvPr>
          <p:cNvGrpSpPr/>
          <p:nvPr/>
        </p:nvGrpSpPr>
        <p:grpSpPr>
          <a:xfrm>
            <a:off x="6315646" y="5853891"/>
            <a:ext cx="206280" cy="306000"/>
            <a:chOff x="6315646" y="5853891"/>
            <a:chExt cx="206280" cy="30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B1AA4C89-C625-F775-4BC2-6572747E5AE4}"/>
                    </a:ext>
                  </a:extLst>
                </p14:cNvPr>
                <p14:cNvContentPartPr/>
                <p14:nvPr/>
              </p14:nvContentPartPr>
              <p14:xfrm>
                <a:off x="6315646" y="5853891"/>
                <a:ext cx="206280" cy="8316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B1AA4C89-C625-F775-4BC2-6572747E5AE4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6297646" y="5836251"/>
                  <a:ext cx="24192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D169DEC7-BC3A-1335-0075-1B02CBA53F9B}"/>
                    </a:ext>
                  </a:extLst>
                </p14:cNvPr>
                <p14:cNvContentPartPr/>
                <p14:nvPr/>
              </p14:nvContentPartPr>
              <p14:xfrm>
                <a:off x="6370366" y="5904291"/>
                <a:ext cx="95040" cy="25560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D169DEC7-BC3A-1335-0075-1B02CBA53F9B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6352726" y="5886291"/>
                  <a:ext cx="130680" cy="29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67357EA4-5B5C-A2B5-EF18-9E348D39ADCB}"/>
              </a:ext>
            </a:extLst>
          </p:cNvPr>
          <p:cNvGrpSpPr/>
          <p:nvPr/>
        </p:nvGrpSpPr>
        <p:grpSpPr>
          <a:xfrm>
            <a:off x="5893726" y="5155131"/>
            <a:ext cx="2152800" cy="537840"/>
            <a:chOff x="5893726" y="5155131"/>
            <a:chExt cx="2152800" cy="537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B2FE35C3-014C-6325-2456-44052C318AC1}"/>
                    </a:ext>
                  </a:extLst>
                </p14:cNvPr>
                <p14:cNvContentPartPr/>
                <p14:nvPr/>
              </p14:nvContentPartPr>
              <p14:xfrm>
                <a:off x="5893726" y="5483811"/>
                <a:ext cx="1153440" cy="20916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B2FE35C3-014C-6325-2456-44052C318AC1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5875726" y="5465811"/>
                  <a:ext cx="118908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793FD9D8-5904-6585-9050-99F71571F93C}"/>
                    </a:ext>
                  </a:extLst>
                </p14:cNvPr>
                <p14:cNvContentPartPr/>
                <p14:nvPr/>
              </p14:nvContentPartPr>
              <p14:xfrm>
                <a:off x="6293326" y="5155131"/>
                <a:ext cx="190800" cy="2160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793FD9D8-5904-6585-9050-99F71571F93C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6275326" y="5137131"/>
                  <a:ext cx="22644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D1825C9C-E222-6DD4-6A98-9CD964762ED3}"/>
                    </a:ext>
                  </a:extLst>
                </p14:cNvPr>
                <p14:cNvContentPartPr/>
                <p14:nvPr/>
              </p14:nvContentPartPr>
              <p14:xfrm>
                <a:off x="6437326" y="5223171"/>
                <a:ext cx="54720" cy="27756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D1825C9C-E222-6DD4-6A98-9CD964762ED3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6419686" y="5205531"/>
                  <a:ext cx="9036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CA9C26AC-0B07-9EE0-BE69-E15F286499C1}"/>
                    </a:ext>
                  </a:extLst>
                </p14:cNvPr>
                <p14:cNvContentPartPr/>
                <p14:nvPr/>
              </p14:nvContentPartPr>
              <p14:xfrm>
                <a:off x="7235446" y="5424771"/>
                <a:ext cx="78840" cy="1980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CA9C26AC-0B07-9EE0-BE69-E15F286499C1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7217446" y="5406771"/>
                  <a:ext cx="11448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AE438C25-3284-F0B2-47AC-239BBD716EE4}"/>
                    </a:ext>
                  </a:extLst>
                </p14:cNvPr>
                <p14:cNvContentPartPr/>
                <p14:nvPr/>
              </p14:nvContentPartPr>
              <p14:xfrm>
                <a:off x="7311406" y="5512971"/>
                <a:ext cx="55080" cy="2124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AE438C25-3284-F0B2-47AC-239BBD716EE4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7293406" y="5494971"/>
                  <a:ext cx="9072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98750A27-2B33-1AC1-8DB8-A0DB26C61C3F}"/>
                    </a:ext>
                  </a:extLst>
                </p14:cNvPr>
                <p14:cNvContentPartPr/>
                <p14:nvPr/>
              </p14:nvContentPartPr>
              <p14:xfrm>
                <a:off x="7624606" y="5236491"/>
                <a:ext cx="15480" cy="1728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98750A27-2B33-1AC1-8DB8-A0DB26C61C3F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7606606" y="5218851"/>
                  <a:ext cx="5112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3E3B9787-9B90-DCF5-E97F-1916D453A944}"/>
                    </a:ext>
                  </a:extLst>
                </p14:cNvPr>
                <p14:cNvContentPartPr/>
                <p14:nvPr/>
              </p14:nvContentPartPr>
              <p14:xfrm>
                <a:off x="7568086" y="5209851"/>
                <a:ext cx="197640" cy="21636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3E3B9787-9B90-DCF5-E97F-1916D453A944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7550086" y="5191851"/>
                  <a:ext cx="23328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B6C359D9-DD2A-5DC3-398B-067593762C1C}"/>
                    </a:ext>
                  </a:extLst>
                </p14:cNvPr>
                <p14:cNvContentPartPr/>
                <p14:nvPr/>
              </p14:nvContentPartPr>
              <p14:xfrm>
                <a:off x="7722886" y="5209491"/>
                <a:ext cx="91440" cy="34776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B6C359D9-DD2A-5DC3-398B-067593762C1C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7705246" y="5191851"/>
                  <a:ext cx="127080" cy="38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AB34836E-AEAA-D7EA-2599-C2FCB9951728}"/>
                    </a:ext>
                  </a:extLst>
                </p14:cNvPr>
                <p14:cNvContentPartPr/>
                <p14:nvPr/>
              </p14:nvContentPartPr>
              <p14:xfrm>
                <a:off x="7855726" y="5224611"/>
                <a:ext cx="190800" cy="21672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AB34836E-AEAA-D7EA-2599-C2FCB9951728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7837726" y="5206971"/>
                  <a:ext cx="226440" cy="25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86A6D627-C662-57CB-6D59-A14A4385130A}"/>
              </a:ext>
            </a:extLst>
          </p:cNvPr>
          <p:cNvGrpSpPr/>
          <p:nvPr/>
        </p:nvGrpSpPr>
        <p:grpSpPr>
          <a:xfrm>
            <a:off x="3920206" y="433371"/>
            <a:ext cx="2381400" cy="1781280"/>
            <a:chOff x="3920206" y="433371"/>
            <a:chExt cx="2381400" cy="1781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33F85CB0-A0E1-566F-73C6-58AE0A194368}"/>
                    </a:ext>
                  </a:extLst>
                </p14:cNvPr>
                <p14:cNvContentPartPr/>
                <p14:nvPr/>
              </p14:nvContentPartPr>
              <p14:xfrm>
                <a:off x="3920206" y="1252371"/>
                <a:ext cx="953280" cy="96228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33F85CB0-A0E1-566F-73C6-58AE0A194368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3902566" y="1234371"/>
                  <a:ext cx="988920" cy="9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078FE626-6913-2F47-850B-1336B4761AA4}"/>
                    </a:ext>
                  </a:extLst>
                </p14:cNvPr>
                <p14:cNvContentPartPr/>
                <p14:nvPr/>
              </p14:nvContentPartPr>
              <p14:xfrm>
                <a:off x="4661086" y="685731"/>
                <a:ext cx="700920" cy="78876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078FE626-6913-2F47-850B-1336B4761AA4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4643086" y="667731"/>
                  <a:ext cx="736560" cy="82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A5F2BB26-9CC4-4C9D-2090-21167F770736}"/>
                    </a:ext>
                  </a:extLst>
                </p14:cNvPr>
                <p14:cNvContentPartPr/>
                <p14:nvPr/>
              </p14:nvContentPartPr>
              <p14:xfrm>
                <a:off x="5156446" y="606531"/>
                <a:ext cx="304560" cy="36036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A5F2BB26-9CC4-4C9D-2090-21167F770736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5138446" y="588891"/>
                  <a:ext cx="340200" cy="39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AE65AE11-75C2-37C9-EEEB-D788ED63565D}"/>
                    </a:ext>
                  </a:extLst>
                </p14:cNvPr>
                <p14:cNvContentPartPr/>
                <p14:nvPr/>
              </p14:nvContentPartPr>
              <p14:xfrm>
                <a:off x="5632726" y="517611"/>
                <a:ext cx="156240" cy="19260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AE65AE11-75C2-37C9-EEEB-D788ED63565D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5614726" y="499971"/>
                  <a:ext cx="19188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1C31A2B5-6D41-9ECA-913B-1591C5CF6A49}"/>
                    </a:ext>
                  </a:extLst>
                </p14:cNvPr>
                <p14:cNvContentPartPr/>
                <p14:nvPr/>
              </p14:nvContentPartPr>
              <p14:xfrm>
                <a:off x="5953486" y="433371"/>
                <a:ext cx="348120" cy="22752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1C31A2B5-6D41-9ECA-913B-1591C5CF6A49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5935846" y="415731"/>
                  <a:ext cx="383760" cy="263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2DCF7260-D56C-85CB-EC0A-6E62E9FFE005}"/>
              </a:ext>
            </a:extLst>
          </p:cNvPr>
          <p:cNvGrpSpPr/>
          <p:nvPr/>
        </p:nvGrpSpPr>
        <p:grpSpPr>
          <a:xfrm>
            <a:off x="3803926" y="2418771"/>
            <a:ext cx="3047760" cy="709920"/>
            <a:chOff x="3803926" y="2418771"/>
            <a:chExt cx="3047760" cy="709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6C5ED231-75BC-6CA9-566A-9314EF3BDECD}"/>
                    </a:ext>
                  </a:extLst>
                </p14:cNvPr>
                <p14:cNvContentPartPr/>
                <p14:nvPr/>
              </p14:nvContentPartPr>
              <p14:xfrm>
                <a:off x="3803926" y="2418771"/>
                <a:ext cx="740520" cy="70992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6C5ED231-75BC-6CA9-566A-9314EF3BDECD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3786286" y="2401131"/>
                  <a:ext cx="776160" cy="74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4AC58D4F-C6E1-902A-C749-202D7CC750B4}"/>
                    </a:ext>
                  </a:extLst>
                </p14:cNvPr>
                <p14:cNvContentPartPr/>
                <p14:nvPr/>
              </p14:nvContentPartPr>
              <p14:xfrm>
                <a:off x="4309006" y="2833851"/>
                <a:ext cx="1583280" cy="26352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4AC58D4F-C6E1-902A-C749-202D7CC750B4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4291366" y="2816211"/>
                  <a:ext cx="161892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1F53A43A-3DBE-73F0-A9AA-4D5F6AD788D0}"/>
                    </a:ext>
                  </a:extLst>
                </p14:cNvPr>
                <p14:cNvContentPartPr/>
                <p14:nvPr/>
              </p14:nvContentPartPr>
              <p14:xfrm>
                <a:off x="5753686" y="2711811"/>
                <a:ext cx="178560" cy="24480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1F53A43A-3DBE-73F0-A9AA-4D5F6AD788D0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5736046" y="2693811"/>
                  <a:ext cx="21420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CF2DE7B6-E5F2-8CC4-92F9-703D5918E544}"/>
                    </a:ext>
                  </a:extLst>
                </p14:cNvPr>
                <p14:cNvContentPartPr/>
                <p14:nvPr/>
              </p14:nvContentPartPr>
              <p14:xfrm>
                <a:off x="6132766" y="2569611"/>
                <a:ext cx="183240" cy="25776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CF2DE7B6-E5F2-8CC4-92F9-703D5918E544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6114766" y="2551971"/>
                  <a:ext cx="21888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EA757B1C-8E9C-AC24-D2C7-A6C31387AE27}"/>
                    </a:ext>
                  </a:extLst>
                </p14:cNvPr>
                <p14:cNvContentPartPr/>
                <p14:nvPr/>
              </p14:nvContentPartPr>
              <p14:xfrm>
                <a:off x="6121246" y="2545851"/>
                <a:ext cx="241920" cy="44784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EA757B1C-8E9C-AC24-D2C7-A6C31387AE27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6103246" y="2528211"/>
                  <a:ext cx="277560" cy="48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EA8742C8-0D3C-7610-0CC7-8D9B7D87F0F4}"/>
                    </a:ext>
                  </a:extLst>
                </p14:cNvPr>
                <p14:cNvContentPartPr/>
                <p14:nvPr/>
              </p14:nvContentPartPr>
              <p14:xfrm>
                <a:off x="6520846" y="2595891"/>
                <a:ext cx="330840" cy="25344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EA8742C8-0D3C-7610-0CC7-8D9B7D87F0F4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6502846" y="2577891"/>
                  <a:ext cx="366480" cy="28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141ADC7C-0905-A762-5A49-FFB0D05F1DC0}"/>
              </a:ext>
            </a:extLst>
          </p:cNvPr>
          <p:cNvGrpSpPr/>
          <p:nvPr/>
        </p:nvGrpSpPr>
        <p:grpSpPr>
          <a:xfrm>
            <a:off x="6597886" y="425091"/>
            <a:ext cx="431280" cy="187920"/>
            <a:chOff x="6597886" y="425091"/>
            <a:chExt cx="431280" cy="187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5B3495BA-F4DF-0E44-B469-23E342581BFC}"/>
                    </a:ext>
                  </a:extLst>
                </p14:cNvPr>
                <p14:cNvContentPartPr/>
                <p14:nvPr/>
              </p14:nvContentPartPr>
              <p14:xfrm>
                <a:off x="6597886" y="503571"/>
                <a:ext cx="415080" cy="3708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5B3495BA-F4DF-0E44-B469-23E342581BFC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6580246" y="485571"/>
                  <a:ext cx="45072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488A0233-0C5D-A1F3-19D1-281CE3630119}"/>
                    </a:ext>
                  </a:extLst>
                </p14:cNvPr>
                <p14:cNvContentPartPr/>
                <p14:nvPr/>
              </p14:nvContentPartPr>
              <p14:xfrm>
                <a:off x="6936646" y="425091"/>
                <a:ext cx="92520" cy="18792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488A0233-0C5D-A1F3-19D1-281CE3630119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6918646" y="407451"/>
                  <a:ext cx="128160" cy="223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4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FFA9DB6C-2ADB-14EA-A8C6-233126500A30}"/>
                  </a:ext>
                </a:extLst>
              </p14:cNvPr>
              <p14:cNvContentPartPr/>
              <p14:nvPr/>
            </p14:nvContentPartPr>
            <p14:xfrm>
              <a:off x="7621047" y="415011"/>
              <a:ext cx="13320" cy="11160"/>
            </p14:xfrm>
          </p:contentPart>
        </mc:Choice>
        <mc:Fallback xmlns=""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FFA9DB6C-2ADB-14EA-A8C6-233126500A30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7603047" y="397011"/>
                <a:ext cx="48960" cy="46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70" name="Group 169">
            <a:extLst>
              <a:ext uri="{FF2B5EF4-FFF2-40B4-BE49-F238E27FC236}">
                <a16:creationId xmlns:a16="http://schemas.microsoft.com/office/drawing/2014/main" id="{4BAF7097-4FF8-55CD-5A40-BB41AED5CF81}"/>
              </a:ext>
            </a:extLst>
          </p:cNvPr>
          <p:cNvGrpSpPr/>
          <p:nvPr/>
        </p:nvGrpSpPr>
        <p:grpSpPr>
          <a:xfrm>
            <a:off x="7582167" y="324291"/>
            <a:ext cx="892080" cy="444960"/>
            <a:chOff x="7582167" y="324291"/>
            <a:chExt cx="892080" cy="444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B231F61E-FB7D-724D-999E-2517DB0A5F11}"/>
                    </a:ext>
                  </a:extLst>
                </p14:cNvPr>
                <p14:cNvContentPartPr/>
                <p14:nvPr/>
              </p14:nvContentPartPr>
              <p14:xfrm>
                <a:off x="7582167" y="324291"/>
                <a:ext cx="104040" cy="44496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B231F61E-FB7D-724D-999E-2517DB0A5F11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7564527" y="306291"/>
                  <a:ext cx="139680" cy="48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B0090E8D-68C6-4057-CA9A-1BAC6605757A}"/>
                    </a:ext>
                  </a:extLst>
                </p14:cNvPr>
                <p14:cNvContentPartPr/>
                <p14:nvPr/>
              </p14:nvContentPartPr>
              <p14:xfrm>
                <a:off x="7824807" y="371451"/>
                <a:ext cx="61920" cy="31644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B0090E8D-68C6-4057-CA9A-1BAC6605757A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7807167" y="353811"/>
                  <a:ext cx="97560" cy="35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A92854EF-C9B3-24CE-643B-AB95506C3C83}"/>
                    </a:ext>
                  </a:extLst>
                </p14:cNvPr>
                <p14:cNvContentPartPr/>
                <p14:nvPr/>
              </p14:nvContentPartPr>
              <p14:xfrm>
                <a:off x="7829127" y="400251"/>
                <a:ext cx="170280" cy="22464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A92854EF-C9B3-24CE-643B-AB95506C3C83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7811487" y="382611"/>
                  <a:ext cx="20592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ACC43C82-C739-920D-910C-92ACE20342B5}"/>
                    </a:ext>
                  </a:extLst>
                </p14:cNvPr>
                <p14:cNvContentPartPr/>
                <p14:nvPr/>
              </p14:nvContentPartPr>
              <p14:xfrm>
                <a:off x="8185167" y="466851"/>
                <a:ext cx="289080" cy="18360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ACC43C82-C739-920D-910C-92ACE20342B5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8167527" y="448851"/>
                  <a:ext cx="324720" cy="21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30DFF055-E33F-9E55-8162-1BBCBC1B7EF7}"/>
              </a:ext>
            </a:extLst>
          </p:cNvPr>
          <p:cNvGrpSpPr/>
          <p:nvPr/>
        </p:nvGrpSpPr>
        <p:grpSpPr>
          <a:xfrm>
            <a:off x="7154127" y="2553411"/>
            <a:ext cx="1640880" cy="380880"/>
            <a:chOff x="7154127" y="2553411"/>
            <a:chExt cx="1640880" cy="38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DECCA17C-44F7-E20F-896D-76DDA03BB03F}"/>
                    </a:ext>
                  </a:extLst>
                </p14:cNvPr>
                <p14:cNvContentPartPr/>
                <p14:nvPr/>
              </p14:nvContentPartPr>
              <p14:xfrm>
                <a:off x="7154127" y="2683011"/>
                <a:ext cx="523080" cy="7200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DECCA17C-44F7-E20F-896D-76DDA03BB03F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7136127" y="2665011"/>
                  <a:ext cx="55872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7AEFC8A6-F46D-BB27-CC14-4B7728EDAC57}"/>
                    </a:ext>
                  </a:extLst>
                </p14:cNvPr>
                <p14:cNvContentPartPr/>
                <p14:nvPr/>
              </p14:nvContentPartPr>
              <p14:xfrm>
                <a:off x="7581087" y="2617131"/>
                <a:ext cx="127800" cy="22788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7AEFC8A6-F46D-BB27-CC14-4B7728EDAC57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7563447" y="2599491"/>
                  <a:ext cx="16344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25250C39-9186-7A69-7231-526EE84BCA44}"/>
                    </a:ext>
                  </a:extLst>
                </p14:cNvPr>
                <p14:cNvContentPartPr/>
                <p14:nvPr/>
              </p14:nvContentPartPr>
              <p14:xfrm>
                <a:off x="7881327" y="2553411"/>
                <a:ext cx="90000" cy="38088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25250C39-9186-7A69-7231-526EE84BCA44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7863327" y="2535411"/>
                  <a:ext cx="125640" cy="41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ADC00616-53C4-6A7D-9E6F-F50D2265CB11}"/>
                    </a:ext>
                  </a:extLst>
                </p14:cNvPr>
                <p14:cNvContentPartPr/>
                <p14:nvPr/>
              </p14:nvContentPartPr>
              <p14:xfrm>
                <a:off x="7778727" y="2594091"/>
                <a:ext cx="257400" cy="16272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ADC00616-53C4-6A7D-9E6F-F50D2265CB11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7760727" y="2576091"/>
                  <a:ext cx="29304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4B50B850-AFDB-28FE-9073-D5D706322B31}"/>
                    </a:ext>
                  </a:extLst>
                </p14:cNvPr>
                <p14:cNvContentPartPr/>
                <p14:nvPr/>
              </p14:nvContentPartPr>
              <p14:xfrm>
                <a:off x="8130447" y="2567091"/>
                <a:ext cx="63360" cy="28044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4B50B850-AFDB-28FE-9073-D5D706322B31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8112447" y="2549091"/>
                  <a:ext cx="9900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854B0B82-7821-5DA2-AD0E-EF2F068A0896}"/>
                    </a:ext>
                  </a:extLst>
                </p14:cNvPr>
                <p14:cNvContentPartPr/>
                <p14:nvPr/>
              </p14:nvContentPartPr>
              <p14:xfrm>
                <a:off x="8212887" y="2625411"/>
                <a:ext cx="104400" cy="13176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854B0B82-7821-5DA2-AD0E-EF2F068A0896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8195247" y="2607771"/>
                  <a:ext cx="14004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C53F4A49-C1E7-AC9B-7ABC-BE3B48DE2F20}"/>
                    </a:ext>
                  </a:extLst>
                </p14:cNvPr>
                <p14:cNvContentPartPr/>
                <p14:nvPr/>
              </p14:nvContentPartPr>
              <p14:xfrm>
                <a:off x="8503407" y="2561691"/>
                <a:ext cx="291600" cy="22644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C53F4A49-C1E7-AC9B-7ABC-BE3B48DE2F20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8485407" y="2544051"/>
                  <a:ext cx="327240" cy="2620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5721964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FD730-4BE6-DC1F-2977-CB0EEA417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Voltage divider</a:t>
            </a:r>
          </a:p>
        </p:txBody>
      </p:sp>
      <p:pic>
        <p:nvPicPr>
          <p:cNvPr id="6" name="Content Placeholder 5" descr="A diagram of electrical circuits&#10;&#10;Description automatically generated">
            <a:extLst>
              <a:ext uri="{FF2B5EF4-FFF2-40B4-BE49-F238E27FC236}">
                <a16:creationId xmlns:a16="http://schemas.microsoft.com/office/drawing/2014/main" id="{689817DD-B2E3-5450-8E46-71DAC11139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467"/>
          <a:stretch/>
        </p:blipFill>
        <p:spPr>
          <a:xfrm>
            <a:off x="690328" y="1027201"/>
            <a:ext cx="3797086" cy="480359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E05FB1-9B4C-FA18-1372-8FCBD35014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20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3" name="Content Placeholder 5" descr="A diagram of electrical circuits&#10;&#10;Description automatically generated">
            <a:extLst>
              <a:ext uri="{FF2B5EF4-FFF2-40B4-BE49-F238E27FC236}">
                <a16:creationId xmlns:a16="http://schemas.microsoft.com/office/drawing/2014/main" id="{9C1E1633-F8F8-67C5-FFC8-60D6510F56C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732"/>
          <a:stretch/>
        </p:blipFill>
        <p:spPr>
          <a:xfrm>
            <a:off x="6201136" y="95491"/>
            <a:ext cx="4139128" cy="3541853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464E36F3-696C-CCD6-3321-2E8D1F93D326}"/>
              </a:ext>
            </a:extLst>
          </p:cNvPr>
          <p:cNvGrpSpPr/>
          <p:nvPr/>
        </p:nvGrpSpPr>
        <p:grpSpPr>
          <a:xfrm>
            <a:off x="9825412" y="1994710"/>
            <a:ext cx="214200" cy="218520"/>
            <a:chOff x="9825412" y="1994710"/>
            <a:chExt cx="214200" cy="21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BE3577F-F35F-9609-E052-772FA4D74A68}"/>
                    </a:ext>
                  </a:extLst>
                </p14:cNvPr>
                <p14:cNvContentPartPr/>
                <p14:nvPr/>
              </p14:nvContentPartPr>
              <p14:xfrm>
                <a:off x="9825412" y="1994710"/>
                <a:ext cx="68040" cy="1386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BE3577F-F35F-9609-E052-772FA4D74A68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9819292" y="1988590"/>
                  <a:ext cx="8028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6283170-FFDF-AC58-AC52-02DD25FAFA95}"/>
                    </a:ext>
                  </a:extLst>
                </p14:cNvPr>
                <p14:cNvContentPartPr/>
                <p14:nvPr/>
              </p14:nvContentPartPr>
              <p14:xfrm>
                <a:off x="9927292" y="2097670"/>
                <a:ext cx="112320" cy="1155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6283170-FFDF-AC58-AC52-02DD25FAFA95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921172" y="2091550"/>
                  <a:ext cx="124560" cy="127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5243761-DEF3-2BF1-6728-BFD8EAFCACA8}"/>
                  </a:ext>
                </a:extLst>
              </p14:cNvPr>
              <p14:cNvContentPartPr/>
              <p14:nvPr/>
            </p14:nvContentPartPr>
            <p14:xfrm>
              <a:off x="6573532" y="1729390"/>
              <a:ext cx="98280" cy="252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5243761-DEF3-2BF1-6728-BFD8EAFCACA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567412" y="1723270"/>
                <a:ext cx="110520" cy="264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0E04DD52-A6F8-0469-99C9-AB444136CB86}"/>
              </a:ext>
            </a:extLst>
          </p:cNvPr>
          <p:cNvGrpSpPr/>
          <p:nvPr/>
        </p:nvGrpSpPr>
        <p:grpSpPr>
          <a:xfrm>
            <a:off x="6721132" y="1633270"/>
            <a:ext cx="309960" cy="254520"/>
            <a:chOff x="6721132" y="1633270"/>
            <a:chExt cx="309960" cy="254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2978FEF-ED62-C701-B72D-51461C16F5A4}"/>
                    </a:ext>
                  </a:extLst>
                </p14:cNvPr>
                <p14:cNvContentPartPr/>
                <p14:nvPr/>
              </p14:nvContentPartPr>
              <p14:xfrm>
                <a:off x="6721132" y="1710670"/>
                <a:ext cx="129240" cy="1771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2978FEF-ED62-C701-B72D-51461C16F5A4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715012" y="1704550"/>
                  <a:ext cx="14148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52C1D89-50FB-9ECC-A617-E74CFCF49F90}"/>
                    </a:ext>
                  </a:extLst>
                </p14:cNvPr>
                <p14:cNvContentPartPr/>
                <p14:nvPr/>
              </p14:nvContentPartPr>
              <p14:xfrm>
                <a:off x="6902572" y="1633270"/>
                <a:ext cx="128520" cy="1443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52C1D89-50FB-9ECC-A617-E74CFCF49F9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896452" y="1627150"/>
                  <a:ext cx="140760" cy="156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1E283873-E934-CAC6-3B60-6E064B69D8EB}"/>
              </a:ext>
            </a:extLst>
          </p:cNvPr>
          <p:cNvGrpSpPr/>
          <p:nvPr/>
        </p:nvGrpSpPr>
        <p:grpSpPr>
          <a:xfrm>
            <a:off x="9240772" y="1208470"/>
            <a:ext cx="771840" cy="258120"/>
            <a:chOff x="9240772" y="1208470"/>
            <a:chExt cx="771840" cy="258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7942DBE-8E97-FBC7-25B8-29A0A8D622D2}"/>
                    </a:ext>
                  </a:extLst>
                </p14:cNvPr>
                <p14:cNvContentPartPr/>
                <p14:nvPr/>
              </p14:nvContentPartPr>
              <p14:xfrm>
                <a:off x="9240772" y="1252390"/>
                <a:ext cx="110880" cy="1490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7942DBE-8E97-FBC7-25B8-29A0A8D622D2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9234652" y="1246270"/>
                  <a:ext cx="12312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9A2FA4A0-68C9-6183-9793-A930C62163AC}"/>
                    </a:ext>
                  </a:extLst>
                </p14:cNvPr>
                <p14:cNvContentPartPr/>
                <p14:nvPr/>
              </p14:nvContentPartPr>
              <p14:xfrm>
                <a:off x="9424732" y="1336630"/>
                <a:ext cx="69480" cy="183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9A2FA4A0-68C9-6183-9793-A930C62163AC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418612" y="1330510"/>
                  <a:ext cx="8172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582ED87F-13CE-6EAB-B8D4-91AB44C66C45}"/>
                    </a:ext>
                  </a:extLst>
                </p14:cNvPr>
                <p14:cNvContentPartPr/>
                <p14:nvPr/>
              </p14:nvContentPartPr>
              <p14:xfrm>
                <a:off x="9420052" y="1307470"/>
                <a:ext cx="74880" cy="1591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582ED87F-13CE-6EAB-B8D4-91AB44C66C45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413932" y="1301350"/>
                  <a:ext cx="8712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6E62EC8-35BE-6344-12D5-148BB07CCD27}"/>
                    </a:ext>
                  </a:extLst>
                </p14:cNvPr>
                <p14:cNvContentPartPr/>
                <p14:nvPr/>
              </p14:nvContentPartPr>
              <p14:xfrm>
                <a:off x="9471892" y="1425550"/>
                <a:ext cx="51480" cy="385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6E62EC8-35BE-6344-12D5-148BB07CCD27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9465772" y="1419430"/>
                  <a:ext cx="6372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DFD06A73-E2A7-34EB-05FD-44F206DE88CA}"/>
                    </a:ext>
                  </a:extLst>
                </p14:cNvPr>
                <p14:cNvContentPartPr/>
                <p14:nvPr/>
              </p14:nvContentPartPr>
              <p14:xfrm>
                <a:off x="9739732" y="1208470"/>
                <a:ext cx="124920" cy="666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DFD06A73-E2A7-34EB-05FD-44F206DE88CA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9733612" y="1202350"/>
                  <a:ext cx="13716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AC2FCD5-3AC9-91FB-3431-58B61168C03F}"/>
                    </a:ext>
                  </a:extLst>
                </p14:cNvPr>
                <p14:cNvContentPartPr/>
                <p14:nvPr/>
              </p14:nvContentPartPr>
              <p14:xfrm>
                <a:off x="9736132" y="1253830"/>
                <a:ext cx="115920" cy="1742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AC2FCD5-3AC9-91FB-3431-58B61168C03F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9730012" y="1247710"/>
                  <a:ext cx="12816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3AE1980-3C16-E994-7207-AEF039F310CE}"/>
                    </a:ext>
                  </a:extLst>
                </p14:cNvPr>
                <p14:cNvContentPartPr/>
                <p14:nvPr/>
              </p14:nvContentPartPr>
              <p14:xfrm>
                <a:off x="9903532" y="1211350"/>
                <a:ext cx="109080" cy="1227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3AE1980-3C16-E994-7207-AEF039F310CE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9897412" y="1205230"/>
                  <a:ext cx="12132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4C1E59E8-B397-03CC-DE51-45B258580D10}"/>
                    </a:ext>
                  </a:extLst>
                </p14:cNvPr>
                <p14:cNvContentPartPr/>
                <p14:nvPr/>
              </p14:nvContentPartPr>
              <p14:xfrm>
                <a:off x="9559732" y="1333390"/>
                <a:ext cx="41400" cy="244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4C1E59E8-B397-03CC-DE51-45B258580D10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9553612" y="1327270"/>
                  <a:ext cx="5364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31989D6-1AE7-C1AB-DB8F-67E0546D4F7B}"/>
                    </a:ext>
                  </a:extLst>
                </p14:cNvPr>
                <p14:cNvContentPartPr/>
                <p14:nvPr/>
              </p14:nvContentPartPr>
              <p14:xfrm>
                <a:off x="9572692" y="1364710"/>
                <a:ext cx="68400" cy="417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31989D6-1AE7-C1AB-DB8F-67E0546D4F7B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566572" y="1358590"/>
                  <a:ext cx="80640" cy="54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BA833B56-6398-D0E6-EE56-20ECB110C17C}"/>
              </a:ext>
            </a:extLst>
          </p:cNvPr>
          <p:cNvGrpSpPr/>
          <p:nvPr/>
        </p:nvGrpSpPr>
        <p:grpSpPr>
          <a:xfrm>
            <a:off x="10067332" y="1913350"/>
            <a:ext cx="418680" cy="187560"/>
            <a:chOff x="10067332" y="1913350"/>
            <a:chExt cx="418680" cy="187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E083DA3-301D-4FE5-B321-FDC5862E2C49}"/>
                    </a:ext>
                  </a:extLst>
                </p14:cNvPr>
                <p14:cNvContentPartPr/>
                <p14:nvPr/>
              </p14:nvContentPartPr>
              <p14:xfrm>
                <a:off x="10201612" y="1913350"/>
                <a:ext cx="113760" cy="478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E083DA3-301D-4FE5-B321-FDC5862E2C49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0195492" y="1907230"/>
                  <a:ext cx="12600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716093F-CB4A-2A16-5C4E-E7DC7387060E}"/>
                    </a:ext>
                  </a:extLst>
                </p14:cNvPr>
                <p14:cNvContentPartPr/>
                <p14:nvPr/>
              </p14:nvContentPartPr>
              <p14:xfrm>
                <a:off x="10191532" y="1954750"/>
                <a:ext cx="99720" cy="1461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716093F-CB4A-2A16-5C4E-E7DC7387060E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0185412" y="1948630"/>
                  <a:ext cx="11196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95A196E-E183-101B-461F-9B2BE1CAA98C}"/>
                    </a:ext>
                  </a:extLst>
                </p14:cNvPr>
                <p14:cNvContentPartPr/>
                <p14:nvPr/>
              </p14:nvContentPartPr>
              <p14:xfrm>
                <a:off x="10358572" y="1924870"/>
                <a:ext cx="127440" cy="1029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95A196E-E183-101B-461F-9B2BE1CAA98C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0352452" y="1918750"/>
                  <a:ext cx="13968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8E37D328-6ECE-21E8-3386-1CC617FDF801}"/>
                    </a:ext>
                  </a:extLst>
                </p14:cNvPr>
                <p14:cNvContentPartPr/>
                <p14:nvPr/>
              </p14:nvContentPartPr>
              <p14:xfrm>
                <a:off x="10067332" y="2022070"/>
                <a:ext cx="51120" cy="169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8E37D328-6ECE-21E8-3386-1CC617FDF801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0061212" y="2015950"/>
                  <a:ext cx="633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AEAF0C8-EC9C-5761-9F01-DC93FF02CF3F}"/>
                    </a:ext>
                  </a:extLst>
                </p14:cNvPr>
                <p14:cNvContentPartPr/>
                <p14:nvPr/>
              </p14:nvContentPartPr>
              <p14:xfrm>
                <a:off x="10097572" y="2066710"/>
                <a:ext cx="64080" cy="144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AEAF0C8-EC9C-5761-9F01-DC93FF02CF3F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0091452" y="2060590"/>
                  <a:ext cx="76320" cy="26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6BEBB04F-8AA8-9AFC-EDCF-EB6A48545571}"/>
              </a:ext>
            </a:extLst>
          </p:cNvPr>
          <p:cNvGrpSpPr/>
          <p:nvPr/>
        </p:nvGrpSpPr>
        <p:grpSpPr>
          <a:xfrm>
            <a:off x="10669252" y="1223590"/>
            <a:ext cx="465480" cy="263160"/>
            <a:chOff x="10669252" y="1223590"/>
            <a:chExt cx="465480" cy="263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A33ABF28-C466-C944-6474-9C2427397EA0}"/>
                    </a:ext>
                  </a:extLst>
                </p14:cNvPr>
                <p14:cNvContentPartPr/>
                <p14:nvPr/>
              </p14:nvContentPartPr>
              <p14:xfrm>
                <a:off x="10678972" y="1223590"/>
                <a:ext cx="75240" cy="2631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A33ABF28-C466-C944-6474-9C2427397EA0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0672852" y="1217470"/>
                  <a:ext cx="8748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42E070FF-5C6A-6059-16B9-9F8E3A5C6889}"/>
                    </a:ext>
                  </a:extLst>
                </p14:cNvPr>
                <p14:cNvContentPartPr/>
                <p14:nvPr/>
              </p14:nvContentPartPr>
              <p14:xfrm>
                <a:off x="10669252" y="1241590"/>
                <a:ext cx="140760" cy="1540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42E070FF-5C6A-6059-16B9-9F8E3A5C6889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0663132" y="1235470"/>
                  <a:ext cx="15300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1D7E194-B29C-E148-830A-8190EB88A3E8}"/>
                    </a:ext>
                  </a:extLst>
                </p14:cNvPr>
                <p14:cNvContentPartPr/>
                <p14:nvPr/>
              </p14:nvContentPartPr>
              <p14:xfrm>
                <a:off x="10854292" y="1357870"/>
                <a:ext cx="37440" cy="1224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1D7E194-B29C-E148-830A-8190EB88A3E8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0848172" y="1351750"/>
                  <a:ext cx="4968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1DEB876-0831-4BE8-4A25-C378C75EFFD7}"/>
                    </a:ext>
                  </a:extLst>
                </p14:cNvPr>
                <p14:cNvContentPartPr/>
                <p14:nvPr/>
              </p14:nvContentPartPr>
              <p14:xfrm>
                <a:off x="11010892" y="1309630"/>
                <a:ext cx="39600" cy="403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1DEB876-0831-4BE8-4A25-C378C75EFFD7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1004772" y="1303510"/>
                  <a:ext cx="5184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71FED29-C9AD-F59E-B7B8-20C4CD5AF73A}"/>
                    </a:ext>
                  </a:extLst>
                </p14:cNvPr>
                <p14:cNvContentPartPr/>
                <p14:nvPr/>
              </p14:nvContentPartPr>
              <p14:xfrm>
                <a:off x="11039692" y="1349950"/>
                <a:ext cx="95040" cy="496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71FED29-C9AD-F59E-B7B8-20C4CD5AF73A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1033572" y="1343830"/>
                  <a:ext cx="107280" cy="61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79D521C3-4AE0-AA19-139E-DCF322C0735F}"/>
              </a:ext>
            </a:extLst>
          </p:cNvPr>
          <p:cNvGrpSpPr/>
          <p:nvPr/>
        </p:nvGrpSpPr>
        <p:grpSpPr>
          <a:xfrm>
            <a:off x="10765372" y="1716070"/>
            <a:ext cx="477360" cy="216720"/>
            <a:chOff x="10765372" y="1716070"/>
            <a:chExt cx="477360" cy="216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4E9F60A-A0C5-8568-9D61-A9C02E8E4802}"/>
                    </a:ext>
                  </a:extLst>
                </p14:cNvPr>
                <p14:cNvContentPartPr/>
                <p14:nvPr/>
              </p14:nvContentPartPr>
              <p14:xfrm>
                <a:off x="10771492" y="1741630"/>
                <a:ext cx="64440" cy="1911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4E9F60A-A0C5-8568-9D61-A9C02E8E4802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0765372" y="1735510"/>
                  <a:ext cx="7668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646EB53-392A-6627-F5F5-90A38E8A08CD}"/>
                    </a:ext>
                  </a:extLst>
                </p14:cNvPr>
                <p14:cNvContentPartPr/>
                <p14:nvPr/>
              </p14:nvContentPartPr>
              <p14:xfrm>
                <a:off x="10765372" y="1728310"/>
                <a:ext cx="178200" cy="1310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646EB53-392A-6627-F5F5-90A38E8A08CD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0759252" y="1722190"/>
                  <a:ext cx="19044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FF5A05F-1B16-E457-48CA-564F01693090}"/>
                    </a:ext>
                  </a:extLst>
                </p14:cNvPr>
                <p14:cNvContentPartPr/>
                <p14:nvPr/>
              </p14:nvContentPartPr>
              <p14:xfrm>
                <a:off x="10957252" y="1789150"/>
                <a:ext cx="163800" cy="1083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FF5A05F-1B16-E457-48CA-564F01693090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0951132" y="1783030"/>
                  <a:ext cx="17604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58DDA922-1140-9DC8-360E-4DFA71CD7828}"/>
                    </a:ext>
                  </a:extLst>
                </p14:cNvPr>
                <p14:cNvContentPartPr/>
                <p14:nvPr/>
              </p14:nvContentPartPr>
              <p14:xfrm>
                <a:off x="11157052" y="1716070"/>
                <a:ext cx="76680" cy="457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58DDA922-1140-9DC8-360E-4DFA71CD7828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1150932" y="1709950"/>
                  <a:ext cx="8892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7000862-F767-C71F-5469-CFFC29970F29}"/>
                    </a:ext>
                  </a:extLst>
                </p14:cNvPr>
                <p14:cNvContentPartPr/>
                <p14:nvPr/>
              </p14:nvContentPartPr>
              <p14:xfrm>
                <a:off x="11194852" y="1758190"/>
                <a:ext cx="47880" cy="165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7000862-F767-C71F-5469-CFFC29970F29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1188732" y="1752070"/>
                  <a:ext cx="60120" cy="2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E141F6D1-B906-311E-552A-AD577EFC3AC2}"/>
              </a:ext>
            </a:extLst>
          </p:cNvPr>
          <p:cNvGrpSpPr/>
          <p:nvPr/>
        </p:nvGrpSpPr>
        <p:grpSpPr>
          <a:xfrm>
            <a:off x="11224012" y="1201270"/>
            <a:ext cx="285840" cy="193320"/>
            <a:chOff x="11224012" y="1201270"/>
            <a:chExt cx="285840" cy="193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9F030E54-069D-7767-B418-171D091DCBC1}"/>
                    </a:ext>
                  </a:extLst>
                </p14:cNvPr>
                <p14:cNvContentPartPr/>
                <p14:nvPr/>
              </p14:nvContentPartPr>
              <p14:xfrm>
                <a:off x="11224012" y="1201270"/>
                <a:ext cx="92520" cy="1933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9F030E54-069D-7767-B418-171D091DCBC1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1217892" y="1195150"/>
                  <a:ext cx="10476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773B410-32C1-06D1-24CB-B16A7F7A6864}"/>
                    </a:ext>
                  </a:extLst>
                </p14:cNvPr>
                <p14:cNvContentPartPr/>
                <p14:nvPr/>
              </p14:nvContentPartPr>
              <p14:xfrm>
                <a:off x="11388532" y="1217110"/>
                <a:ext cx="33120" cy="1767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773B410-32C1-06D1-24CB-B16A7F7A6864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1382412" y="1210990"/>
                  <a:ext cx="4536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FEB9925B-9A6B-BFBD-BDC5-CBD8A5ADCF83}"/>
                    </a:ext>
                  </a:extLst>
                </p14:cNvPr>
                <p14:cNvContentPartPr/>
                <p14:nvPr/>
              </p14:nvContentPartPr>
              <p14:xfrm>
                <a:off x="11411572" y="1273270"/>
                <a:ext cx="98280" cy="666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FEB9925B-9A6B-BFBD-BDC5-CBD8A5ADCF83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1405452" y="1267150"/>
                  <a:ext cx="110520" cy="78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A306389E-A753-2A32-B8DA-3A85B5537EB8}"/>
              </a:ext>
            </a:extLst>
          </p:cNvPr>
          <p:cNvGrpSpPr/>
          <p:nvPr/>
        </p:nvGrpSpPr>
        <p:grpSpPr>
          <a:xfrm>
            <a:off x="11387812" y="1643350"/>
            <a:ext cx="273240" cy="233640"/>
            <a:chOff x="11387812" y="1643350"/>
            <a:chExt cx="273240" cy="233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2763F404-06FE-CFB2-933B-3C042A54D10A}"/>
                    </a:ext>
                  </a:extLst>
                </p14:cNvPr>
                <p14:cNvContentPartPr/>
                <p14:nvPr/>
              </p14:nvContentPartPr>
              <p14:xfrm>
                <a:off x="11387812" y="1643350"/>
                <a:ext cx="51480" cy="2210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2763F404-06FE-CFB2-933B-3C042A54D10A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1381692" y="1637230"/>
                  <a:ext cx="6372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13215D1A-6F11-B0F3-92A0-633FAC4FC4ED}"/>
                    </a:ext>
                  </a:extLst>
                </p14:cNvPr>
                <p14:cNvContentPartPr/>
                <p14:nvPr/>
              </p14:nvContentPartPr>
              <p14:xfrm>
                <a:off x="11522812" y="1675030"/>
                <a:ext cx="49680" cy="2019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13215D1A-6F11-B0F3-92A0-633FAC4FC4ED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1516692" y="1668910"/>
                  <a:ext cx="6192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6474F87-CE3C-6B41-B332-81D15DAA445B}"/>
                    </a:ext>
                  </a:extLst>
                </p14:cNvPr>
                <p14:cNvContentPartPr/>
                <p14:nvPr/>
              </p14:nvContentPartPr>
              <p14:xfrm>
                <a:off x="11560612" y="1693390"/>
                <a:ext cx="100440" cy="1173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6474F87-CE3C-6B41-B332-81D15DAA445B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1554492" y="1687270"/>
                  <a:ext cx="112680" cy="12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1DFF9D31-E737-346F-E05E-F0F4A47132AD}"/>
              </a:ext>
            </a:extLst>
          </p:cNvPr>
          <p:cNvGrpSpPr/>
          <p:nvPr/>
        </p:nvGrpSpPr>
        <p:grpSpPr>
          <a:xfrm>
            <a:off x="6353212" y="2618590"/>
            <a:ext cx="4018680" cy="1312560"/>
            <a:chOff x="6353212" y="2618590"/>
            <a:chExt cx="4018680" cy="131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7002BE8-59BE-A154-12E4-44B69535D1FE}"/>
                    </a:ext>
                  </a:extLst>
                </p14:cNvPr>
                <p14:cNvContentPartPr/>
                <p14:nvPr/>
              </p14:nvContentPartPr>
              <p14:xfrm>
                <a:off x="6370852" y="2618590"/>
                <a:ext cx="1751040" cy="741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7002BE8-59BE-A154-12E4-44B69535D1FE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6364732" y="2612470"/>
                  <a:ext cx="176328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FC229841-6845-D9D7-BC8D-455AA5FD1C20}"/>
                    </a:ext>
                  </a:extLst>
                </p14:cNvPr>
                <p14:cNvContentPartPr/>
                <p14:nvPr/>
              </p14:nvContentPartPr>
              <p14:xfrm>
                <a:off x="6499732" y="2621830"/>
                <a:ext cx="1752120" cy="12135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FC229841-6845-D9D7-BC8D-455AA5FD1C20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6493612" y="2615710"/>
                  <a:ext cx="1764360" cy="12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3D6C47CD-B76C-61AB-4399-86F58EE6EDB9}"/>
                    </a:ext>
                  </a:extLst>
                </p14:cNvPr>
                <p14:cNvContentPartPr/>
                <p14:nvPr/>
              </p14:nvContentPartPr>
              <p14:xfrm>
                <a:off x="6353212" y="2686270"/>
                <a:ext cx="155160" cy="12448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3D6C47CD-B76C-61AB-4399-86F58EE6EDB9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6347092" y="2680150"/>
                  <a:ext cx="167400" cy="125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E65CA59C-DCCE-83F1-9D84-3F0B1EA40729}"/>
                    </a:ext>
                  </a:extLst>
                </p14:cNvPr>
                <p14:cNvContentPartPr/>
                <p14:nvPr/>
              </p14:nvContentPartPr>
              <p14:xfrm>
                <a:off x="8328172" y="2719030"/>
                <a:ext cx="98640" cy="10011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E65CA59C-DCCE-83F1-9D84-3F0B1EA40729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8322052" y="2712910"/>
                  <a:ext cx="110880" cy="10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2A4FEE9C-A950-8E02-0C4E-498003F08577}"/>
                    </a:ext>
                  </a:extLst>
                </p14:cNvPr>
                <p14:cNvContentPartPr/>
                <p14:nvPr/>
              </p14:nvContentPartPr>
              <p14:xfrm>
                <a:off x="8353732" y="2719750"/>
                <a:ext cx="1858680" cy="882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2A4FEE9C-A950-8E02-0C4E-498003F08577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8347612" y="2713630"/>
                  <a:ext cx="187092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50DB5D46-3A18-2500-279E-3AB86D4FD232}"/>
                    </a:ext>
                  </a:extLst>
                </p14:cNvPr>
                <p14:cNvContentPartPr/>
                <p14:nvPr/>
              </p14:nvContentPartPr>
              <p14:xfrm>
                <a:off x="10261012" y="2761510"/>
                <a:ext cx="74520" cy="10429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50DB5D46-3A18-2500-279E-3AB86D4FD232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0254892" y="2755390"/>
                  <a:ext cx="86760" cy="10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95CC1784-F956-984C-C045-E585568951B9}"/>
                    </a:ext>
                  </a:extLst>
                </p14:cNvPr>
                <p14:cNvContentPartPr/>
                <p14:nvPr/>
              </p14:nvContentPartPr>
              <p14:xfrm>
                <a:off x="8530852" y="3755110"/>
                <a:ext cx="1841040" cy="626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95CC1784-F956-984C-C045-E585568951B9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8524732" y="3748990"/>
                  <a:ext cx="1853280" cy="74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F7789B40-682F-52DA-F324-7A25281EC9EA}"/>
                  </a:ext>
                </a:extLst>
              </p14:cNvPr>
              <p14:cNvContentPartPr/>
              <p14:nvPr/>
            </p14:nvContentPartPr>
            <p14:xfrm>
              <a:off x="5826172" y="5163430"/>
              <a:ext cx="56160" cy="40536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F7789B40-682F-52DA-F324-7A25281EC9EA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5820052" y="5157310"/>
                <a:ext cx="68400" cy="41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397A0132-22D1-057F-97B3-D4EF02902549}"/>
                  </a:ext>
                </a:extLst>
              </p14:cNvPr>
              <p14:cNvContentPartPr/>
              <p14:nvPr/>
            </p14:nvContentPartPr>
            <p14:xfrm>
              <a:off x="5694772" y="5558710"/>
              <a:ext cx="350640" cy="720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397A0132-22D1-057F-97B3-D4EF02902549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5688652" y="5552590"/>
                <a:ext cx="362880" cy="1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0E0E6087-4AE9-67C3-7126-3210376B3CB2}"/>
                  </a:ext>
                </a:extLst>
              </p14:cNvPr>
              <p14:cNvContentPartPr/>
              <p14:nvPr/>
            </p14:nvContentPartPr>
            <p14:xfrm>
              <a:off x="5829772" y="5653030"/>
              <a:ext cx="117360" cy="35640"/>
            </p14:xfrm>
          </p:contentPart>
        </mc:Choice>
        <mc:Fallback xmlns=""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0E0E6087-4AE9-67C3-7126-3210376B3CB2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5823652" y="5646910"/>
                <a:ext cx="129600" cy="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36916E40-CD7D-739D-8104-AA3D8775EC39}"/>
                  </a:ext>
                </a:extLst>
              </p14:cNvPr>
              <p14:cNvContentPartPr/>
              <p14:nvPr/>
            </p14:nvContentPartPr>
            <p14:xfrm>
              <a:off x="5887012" y="5675350"/>
              <a:ext cx="29520" cy="40068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36916E40-CD7D-739D-8104-AA3D8775EC39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5880892" y="5669230"/>
                <a:ext cx="41760" cy="41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E4BB6ACA-A899-265F-B73D-A129EB20A67A}"/>
                  </a:ext>
                </a:extLst>
              </p14:cNvPr>
              <p14:cNvContentPartPr/>
              <p14:nvPr/>
            </p14:nvContentPartPr>
            <p14:xfrm>
              <a:off x="5812132" y="5168110"/>
              <a:ext cx="961200" cy="3348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E4BB6ACA-A899-265F-B73D-A129EB20A67A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5806012" y="5161990"/>
                <a:ext cx="97344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588B53FC-57ED-BBCD-6A04-F9D9A2372ADD}"/>
                  </a:ext>
                </a:extLst>
              </p14:cNvPr>
              <p14:cNvContentPartPr/>
              <p14:nvPr/>
            </p14:nvContentPartPr>
            <p14:xfrm>
              <a:off x="6748852" y="5166670"/>
              <a:ext cx="8280" cy="173520"/>
            </p14:xfrm>
          </p:contentPart>
        </mc:Choice>
        <mc:Fallback xmlns=""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588B53FC-57ED-BBCD-6A04-F9D9A2372ADD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6742732" y="5160550"/>
                <a:ext cx="20520" cy="18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F2D07C4A-7C3E-85C1-E27B-11F860B5A152}"/>
                  </a:ext>
                </a:extLst>
              </p14:cNvPr>
              <p14:cNvContentPartPr/>
              <p14:nvPr/>
            </p14:nvContentPartPr>
            <p14:xfrm>
              <a:off x="6738772" y="5353510"/>
              <a:ext cx="99000" cy="158400"/>
            </p14:xfrm>
          </p:contentPart>
        </mc:Choice>
        <mc:Fallback xmlns=""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F2D07C4A-7C3E-85C1-E27B-11F860B5A152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6732652" y="5347390"/>
                <a:ext cx="111240" cy="17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FDAC4B55-2693-2000-6622-4015FEBC0075}"/>
                  </a:ext>
                </a:extLst>
              </p14:cNvPr>
              <p14:cNvContentPartPr/>
              <p14:nvPr/>
            </p14:nvContentPartPr>
            <p14:xfrm>
              <a:off x="6799612" y="5550430"/>
              <a:ext cx="38160" cy="280080"/>
            </p14:xfrm>
          </p:contentPart>
        </mc:Choice>
        <mc:Fallback xmlns=""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FDAC4B55-2693-2000-6622-4015FEBC0075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6793492" y="5544310"/>
                <a:ext cx="50400" cy="29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243D009D-2D26-9C39-8D04-8959260D9327}"/>
                  </a:ext>
                </a:extLst>
              </p14:cNvPr>
              <p14:cNvContentPartPr/>
              <p14:nvPr/>
            </p14:nvContentPartPr>
            <p14:xfrm>
              <a:off x="6797452" y="5847790"/>
              <a:ext cx="111240" cy="123840"/>
            </p14:xfrm>
          </p:contentPart>
        </mc:Choice>
        <mc:Fallback xmlns=""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243D009D-2D26-9C39-8D04-8959260D9327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6791332" y="5841670"/>
                <a:ext cx="123480" cy="13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D0305F8B-D356-1C6E-FC5D-3CE18F25C0C9}"/>
                  </a:ext>
                </a:extLst>
              </p14:cNvPr>
              <p14:cNvContentPartPr/>
              <p14:nvPr/>
            </p14:nvContentPartPr>
            <p14:xfrm>
              <a:off x="6878092" y="5992150"/>
              <a:ext cx="36000" cy="287280"/>
            </p14:xfrm>
          </p:contentPart>
        </mc:Choice>
        <mc:Fallback xmlns=""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D0305F8B-D356-1C6E-FC5D-3CE18F25C0C9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6871972" y="5986030"/>
                <a:ext cx="48240" cy="29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60339AE4-C46D-2BA1-536E-74B5E9768079}"/>
                  </a:ext>
                </a:extLst>
              </p14:cNvPr>
              <p14:cNvContentPartPr/>
              <p14:nvPr/>
            </p14:nvContentPartPr>
            <p14:xfrm>
              <a:off x="5911852" y="6108790"/>
              <a:ext cx="34560" cy="233280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60339AE4-C46D-2BA1-536E-74B5E9768079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5905732" y="6102670"/>
                <a:ext cx="46800" cy="24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9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27087B6E-F578-3980-A337-71A923D7EDBD}"/>
                  </a:ext>
                </a:extLst>
              </p14:cNvPr>
              <p14:cNvContentPartPr/>
              <p14:nvPr/>
            </p14:nvContentPartPr>
            <p14:xfrm>
              <a:off x="5950732" y="6288430"/>
              <a:ext cx="980280" cy="2376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27087B6E-F578-3980-A337-71A923D7EDBD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5944612" y="6282310"/>
                <a:ext cx="99252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02F0C4F6-1259-679E-FA4D-3A827384D4CC}"/>
                  </a:ext>
                </a:extLst>
              </p14:cNvPr>
              <p14:cNvContentPartPr/>
              <p14:nvPr/>
            </p14:nvContentPartPr>
            <p14:xfrm>
              <a:off x="5251612" y="5531710"/>
              <a:ext cx="196920" cy="8100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02F0C4F6-1259-679E-FA4D-3A827384D4CC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5245492" y="5525590"/>
                <a:ext cx="209160" cy="9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153A8A0B-1165-B34A-2868-6FF1B117A16B}"/>
                  </a:ext>
                </a:extLst>
              </p14:cNvPr>
              <p14:cNvContentPartPr/>
              <p14:nvPr/>
            </p14:nvContentPartPr>
            <p14:xfrm>
              <a:off x="5297692" y="5595430"/>
              <a:ext cx="141120" cy="134280"/>
            </p14:xfrm>
          </p:contentPart>
        </mc:Choice>
        <mc:Fallback xmlns=""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153A8A0B-1165-B34A-2868-6FF1B117A16B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5291572" y="5589310"/>
                <a:ext cx="153360" cy="14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5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C17C650C-3113-8166-686E-01B1984977B6}"/>
                  </a:ext>
                </a:extLst>
              </p14:cNvPr>
              <p14:cNvContentPartPr/>
              <p14:nvPr/>
            </p14:nvContentPartPr>
            <p14:xfrm>
              <a:off x="5501812" y="5568790"/>
              <a:ext cx="108360" cy="123120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C17C650C-3113-8166-686E-01B1984977B6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5495692" y="5562670"/>
                <a:ext cx="120600" cy="13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7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F674096F-DD31-77A3-AC1D-61008F6AF9BD}"/>
                  </a:ext>
                </a:extLst>
              </p14:cNvPr>
              <p14:cNvContentPartPr/>
              <p14:nvPr/>
            </p14:nvContentPartPr>
            <p14:xfrm>
              <a:off x="6979612" y="5398150"/>
              <a:ext cx="74160" cy="122040"/>
            </p14:xfrm>
          </p:contentPart>
        </mc:Choice>
        <mc:Fallback xmlns=""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F674096F-DD31-77A3-AC1D-61008F6AF9BD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6973492" y="5392030"/>
                <a:ext cx="86400" cy="13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9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C5695A8B-2F4E-7CB5-C902-3D9D9C15BDE0}"/>
                  </a:ext>
                </a:extLst>
              </p14:cNvPr>
              <p14:cNvContentPartPr/>
              <p14:nvPr/>
            </p14:nvContentPartPr>
            <p14:xfrm>
              <a:off x="7108132" y="5391670"/>
              <a:ext cx="44280" cy="9900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C5695A8B-2F4E-7CB5-C902-3D9D9C15BDE0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7102012" y="5385550"/>
                <a:ext cx="56520" cy="11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1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07F22AAE-986F-73C4-E25C-3A3EE6A957DF}"/>
                  </a:ext>
                </a:extLst>
              </p14:cNvPr>
              <p14:cNvContentPartPr/>
              <p14:nvPr/>
            </p14:nvContentPartPr>
            <p14:xfrm>
              <a:off x="7147372" y="5398870"/>
              <a:ext cx="89640" cy="7416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07F22AAE-986F-73C4-E25C-3A3EE6A957DF}"/>
                  </a:ext>
                </a:extLst>
              </p:cNvPr>
              <p:cNvPicPr/>
              <p:nvPr/>
            </p:nvPicPr>
            <p:blipFill>
              <a:blip r:embed="rId122"/>
              <a:stretch>
                <a:fillRect/>
              </a:stretch>
            </p:blipFill>
            <p:spPr>
              <a:xfrm>
                <a:off x="7141252" y="5392750"/>
                <a:ext cx="101880" cy="8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3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89C003BB-CC9A-F93A-35EF-9DC672EEEF7A}"/>
                  </a:ext>
                </a:extLst>
              </p14:cNvPr>
              <p14:cNvContentPartPr/>
              <p14:nvPr/>
            </p14:nvContentPartPr>
            <p14:xfrm>
              <a:off x="7046932" y="5821510"/>
              <a:ext cx="110880" cy="12852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89C003BB-CC9A-F93A-35EF-9DC672EEEF7A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7040812" y="5815390"/>
                <a:ext cx="123120" cy="14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5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897861E1-85A8-3B4E-9A58-0E2BAE301A07}"/>
                  </a:ext>
                </a:extLst>
              </p14:cNvPr>
              <p14:cNvContentPartPr/>
              <p14:nvPr/>
            </p14:nvContentPartPr>
            <p14:xfrm>
              <a:off x="7240252" y="5839150"/>
              <a:ext cx="13320" cy="131760"/>
            </p14:xfrm>
          </p:contentPart>
        </mc:Choice>
        <mc:Fallback xmlns=""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897861E1-85A8-3B4E-9A58-0E2BAE301A07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7234132" y="5833030"/>
                <a:ext cx="2556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7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23BDDD81-C68E-BF43-2B28-CC448EE8A8FD}"/>
                  </a:ext>
                </a:extLst>
              </p14:cNvPr>
              <p14:cNvContentPartPr/>
              <p14:nvPr/>
            </p14:nvContentPartPr>
            <p14:xfrm>
              <a:off x="7288132" y="5851030"/>
              <a:ext cx="60480" cy="67320"/>
            </p14:xfrm>
          </p:contentPart>
        </mc:Choice>
        <mc:Fallback xmlns=""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23BDDD81-C68E-BF43-2B28-CC448EE8A8FD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7282012" y="5844910"/>
                <a:ext cx="72720" cy="7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9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3DFA8C98-DDF8-FC3F-8519-868DC9B7D9D6}"/>
                  </a:ext>
                </a:extLst>
              </p14:cNvPr>
              <p14:cNvContentPartPr/>
              <p14:nvPr/>
            </p14:nvContentPartPr>
            <p14:xfrm>
              <a:off x="7402252" y="5359270"/>
              <a:ext cx="75240" cy="11484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3DFA8C98-DDF8-FC3F-8519-868DC9B7D9D6}"/>
                  </a:ext>
                </a:extLst>
              </p:cNvPr>
              <p:cNvPicPr/>
              <p:nvPr/>
            </p:nvPicPr>
            <p:blipFill>
              <a:blip r:embed="rId130"/>
              <a:stretch>
                <a:fillRect/>
              </a:stretch>
            </p:blipFill>
            <p:spPr>
              <a:xfrm>
                <a:off x="7396132" y="5353150"/>
                <a:ext cx="8748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1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54D6DA69-B976-49CD-F970-0F1EBDD85781}"/>
                  </a:ext>
                </a:extLst>
              </p14:cNvPr>
              <p14:cNvContentPartPr/>
              <p14:nvPr/>
            </p14:nvContentPartPr>
            <p14:xfrm>
              <a:off x="7571092" y="5452510"/>
              <a:ext cx="37440" cy="8820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54D6DA69-B976-49CD-F970-0F1EBDD85781}"/>
                  </a:ext>
                </a:extLst>
              </p:cNvPr>
              <p:cNvPicPr/>
              <p:nvPr/>
            </p:nvPicPr>
            <p:blipFill>
              <a:blip r:embed="rId132"/>
              <a:stretch>
                <a:fillRect/>
              </a:stretch>
            </p:blipFill>
            <p:spPr>
              <a:xfrm>
                <a:off x="7564972" y="5446390"/>
                <a:ext cx="49680" cy="10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3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D57A15FE-F803-0BA9-C2B7-EE6A6A2FEB5E}"/>
                  </a:ext>
                </a:extLst>
              </p14:cNvPr>
              <p14:cNvContentPartPr/>
              <p14:nvPr/>
            </p14:nvContentPartPr>
            <p14:xfrm>
              <a:off x="7486852" y="5174950"/>
              <a:ext cx="23040" cy="10872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D57A15FE-F803-0BA9-C2B7-EE6A6A2FEB5E}"/>
                  </a:ext>
                </a:extLst>
              </p:cNvPr>
              <p:cNvPicPr/>
              <p:nvPr/>
            </p:nvPicPr>
            <p:blipFill>
              <a:blip r:embed="rId134"/>
              <a:stretch>
                <a:fillRect/>
              </a:stretch>
            </p:blipFill>
            <p:spPr>
              <a:xfrm>
                <a:off x="7480732" y="5168830"/>
                <a:ext cx="35280" cy="12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5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85CBAD6F-C55C-478A-EFC3-DA598D74B042}"/>
                  </a:ext>
                </a:extLst>
              </p14:cNvPr>
              <p14:cNvContentPartPr/>
              <p14:nvPr/>
            </p14:nvContentPartPr>
            <p14:xfrm>
              <a:off x="7471012" y="5151550"/>
              <a:ext cx="49680" cy="7920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85CBAD6F-C55C-478A-EFC3-DA598D74B042}"/>
                  </a:ext>
                </a:extLst>
              </p:cNvPr>
              <p:cNvPicPr/>
              <p:nvPr/>
            </p:nvPicPr>
            <p:blipFill>
              <a:blip r:embed="rId136"/>
              <a:stretch>
                <a:fillRect/>
              </a:stretch>
            </p:blipFill>
            <p:spPr>
              <a:xfrm>
                <a:off x="7464892" y="5145430"/>
                <a:ext cx="61920" cy="9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7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0463718B-9A42-3ED7-C31F-25152E6C7E5C}"/>
                  </a:ext>
                </a:extLst>
              </p14:cNvPr>
              <p14:cNvContentPartPr/>
              <p14:nvPr/>
            </p14:nvContentPartPr>
            <p14:xfrm>
              <a:off x="7534732" y="5520550"/>
              <a:ext cx="20160" cy="10332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0463718B-9A42-3ED7-C31F-25152E6C7E5C}"/>
                  </a:ext>
                </a:extLst>
              </p:cNvPr>
              <p:cNvPicPr/>
              <p:nvPr/>
            </p:nvPicPr>
            <p:blipFill>
              <a:blip r:embed="rId138"/>
              <a:stretch>
                <a:fillRect/>
              </a:stretch>
            </p:blipFill>
            <p:spPr>
              <a:xfrm>
                <a:off x="7528612" y="5514430"/>
                <a:ext cx="32400" cy="11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9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A04028AF-E49C-57A8-E142-25E469154364}"/>
                  </a:ext>
                </a:extLst>
              </p14:cNvPr>
              <p14:cNvContentPartPr/>
              <p14:nvPr/>
            </p14:nvContentPartPr>
            <p14:xfrm>
              <a:off x="7513852" y="5601910"/>
              <a:ext cx="68400" cy="20880"/>
            </p14:xfrm>
          </p:contentPart>
        </mc:Choice>
        <mc:Fallback xmlns=""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A04028AF-E49C-57A8-E142-25E469154364}"/>
                  </a:ext>
                </a:extLst>
              </p:cNvPr>
              <p:cNvPicPr/>
              <p:nvPr/>
            </p:nvPicPr>
            <p:blipFill>
              <a:blip r:embed="rId140"/>
              <a:stretch>
                <a:fillRect/>
              </a:stretch>
            </p:blipFill>
            <p:spPr>
              <a:xfrm>
                <a:off x="7507732" y="5595790"/>
                <a:ext cx="80640" cy="3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1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7B1F1C37-2C40-0161-EC7E-B459BE0B3316}"/>
                  </a:ext>
                </a:extLst>
              </p14:cNvPr>
              <p14:cNvContentPartPr/>
              <p14:nvPr/>
            </p14:nvContentPartPr>
            <p14:xfrm>
              <a:off x="7523212" y="5830150"/>
              <a:ext cx="3960" cy="5760"/>
            </p14:xfrm>
          </p:contentPart>
        </mc:Choice>
        <mc:Fallback xmlns=""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7B1F1C37-2C40-0161-EC7E-B459BE0B3316}"/>
                  </a:ext>
                </a:extLst>
              </p:cNvPr>
              <p:cNvPicPr/>
              <p:nvPr/>
            </p:nvPicPr>
            <p:blipFill>
              <a:blip r:embed="rId142"/>
              <a:stretch>
                <a:fillRect/>
              </a:stretch>
            </p:blipFill>
            <p:spPr>
              <a:xfrm>
                <a:off x="7517092" y="5824030"/>
                <a:ext cx="162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3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9B532B53-16B5-37E5-EBA6-59577C0A3BEA}"/>
                  </a:ext>
                </a:extLst>
              </p14:cNvPr>
              <p14:cNvContentPartPr/>
              <p14:nvPr/>
            </p14:nvContentPartPr>
            <p14:xfrm>
              <a:off x="7526812" y="5869030"/>
              <a:ext cx="136800" cy="142920"/>
            </p14:xfrm>
          </p:contentPart>
        </mc:Choice>
        <mc:Fallback xmlns=""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9B532B53-16B5-37E5-EBA6-59577C0A3BEA}"/>
                  </a:ext>
                </a:extLst>
              </p:cNvPr>
              <p:cNvPicPr/>
              <p:nvPr/>
            </p:nvPicPr>
            <p:blipFill>
              <a:blip r:embed="rId144"/>
              <a:stretch>
                <a:fillRect/>
              </a:stretch>
            </p:blipFill>
            <p:spPr>
              <a:xfrm>
                <a:off x="7520692" y="5862910"/>
                <a:ext cx="149040" cy="15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5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F9F43A91-E3DE-6081-6733-01700D8ADB3F}"/>
                  </a:ext>
                </a:extLst>
              </p14:cNvPr>
              <p14:cNvContentPartPr/>
              <p14:nvPr/>
            </p14:nvContentPartPr>
            <p14:xfrm>
              <a:off x="7678372" y="5984590"/>
              <a:ext cx="109800" cy="88920"/>
            </p14:xfrm>
          </p:contentPart>
        </mc:Choice>
        <mc:Fallback xmlns=""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F9F43A91-E3DE-6081-6733-01700D8ADB3F}"/>
                  </a:ext>
                </a:extLst>
              </p:cNvPr>
              <p:cNvPicPr/>
              <p:nvPr/>
            </p:nvPicPr>
            <p:blipFill>
              <a:blip r:embed="rId146"/>
              <a:stretch>
                <a:fillRect/>
              </a:stretch>
            </p:blipFill>
            <p:spPr>
              <a:xfrm>
                <a:off x="7672252" y="5978470"/>
                <a:ext cx="122040" cy="10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7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10052EF3-29EE-3382-01E5-547DC72D4406}"/>
                  </a:ext>
                </a:extLst>
              </p14:cNvPr>
              <p14:cNvContentPartPr/>
              <p14:nvPr/>
            </p14:nvContentPartPr>
            <p14:xfrm>
              <a:off x="7622932" y="5716750"/>
              <a:ext cx="10080" cy="123480"/>
            </p14:xfrm>
          </p:contentPart>
        </mc:Choice>
        <mc:Fallback xmlns=""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10052EF3-29EE-3382-01E5-547DC72D4406}"/>
                  </a:ext>
                </a:extLst>
              </p:cNvPr>
              <p:cNvPicPr/>
              <p:nvPr/>
            </p:nvPicPr>
            <p:blipFill>
              <a:blip r:embed="rId148"/>
              <a:stretch>
                <a:fillRect/>
              </a:stretch>
            </p:blipFill>
            <p:spPr>
              <a:xfrm>
                <a:off x="7616812" y="5710630"/>
                <a:ext cx="22320" cy="13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9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72BFC145-FF29-9D41-78BE-6225D9361DC1}"/>
                  </a:ext>
                </a:extLst>
              </p14:cNvPr>
              <p14:cNvContentPartPr/>
              <p14:nvPr/>
            </p14:nvContentPartPr>
            <p14:xfrm>
              <a:off x="7609612" y="5677870"/>
              <a:ext cx="62640" cy="72720"/>
            </p14:xfrm>
          </p:contentPart>
        </mc:Choice>
        <mc:Fallback xmlns=""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72BFC145-FF29-9D41-78BE-6225D9361DC1}"/>
                  </a:ext>
                </a:extLst>
              </p:cNvPr>
              <p:cNvPicPr/>
              <p:nvPr/>
            </p:nvPicPr>
            <p:blipFill>
              <a:blip r:embed="rId150"/>
              <a:stretch>
                <a:fillRect/>
              </a:stretch>
            </p:blipFill>
            <p:spPr>
              <a:xfrm>
                <a:off x="7603492" y="5671750"/>
                <a:ext cx="74880" cy="8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1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6094C24C-8BAC-5741-6A30-570C86A89112}"/>
                  </a:ext>
                </a:extLst>
              </p14:cNvPr>
              <p14:cNvContentPartPr/>
              <p14:nvPr/>
            </p14:nvContentPartPr>
            <p14:xfrm>
              <a:off x="7654252" y="6124990"/>
              <a:ext cx="6120" cy="88560"/>
            </p14:xfrm>
          </p:contentPart>
        </mc:Choice>
        <mc:Fallback xmlns=""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6094C24C-8BAC-5741-6A30-570C86A89112}"/>
                  </a:ext>
                </a:extLst>
              </p:cNvPr>
              <p:cNvPicPr/>
              <p:nvPr/>
            </p:nvPicPr>
            <p:blipFill>
              <a:blip r:embed="rId152"/>
              <a:stretch>
                <a:fillRect/>
              </a:stretch>
            </p:blipFill>
            <p:spPr>
              <a:xfrm>
                <a:off x="7648132" y="6118870"/>
                <a:ext cx="18360" cy="10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3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131DCC6C-7153-153F-6BB6-55A3C2F70C9E}"/>
                  </a:ext>
                </a:extLst>
              </p14:cNvPr>
              <p14:cNvContentPartPr/>
              <p14:nvPr/>
            </p14:nvContentPartPr>
            <p14:xfrm>
              <a:off x="7611052" y="6192670"/>
              <a:ext cx="104760" cy="83160"/>
            </p14:xfrm>
          </p:contentPart>
        </mc:Choice>
        <mc:Fallback xmlns=""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131DCC6C-7153-153F-6BB6-55A3C2F70C9E}"/>
                  </a:ext>
                </a:extLst>
              </p:cNvPr>
              <p:cNvPicPr/>
              <p:nvPr/>
            </p:nvPicPr>
            <p:blipFill>
              <a:blip r:embed="rId154"/>
              <a:stretch>
                <a:fillRect/>
              </a:stretch>
            </p:blipFill>
            <p:spPr>
              <a:xfrm>
                <a:off x="7604932" y="6186550"/>
                <a:ext cx="117000" cy="9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5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7EA95E12-7204-0F18-5104-9365F2B163DE}"/>
                  </a:ext>
                </a:extLst>
              </p14:cNvPr>
              <p14:cNvContentPartPr/>
              <p14:nvPr/>
            </p14:nvContentPartPr>
            <p14:xfrm>
              <a:off x="6785932" y="5107990"/>
              <a:ext cx="1109880" cy="28800"/>
            </p14:xfrm>
          </p:contentPart>
        </mc:Choice>
        <mc:Fallback xmlns=""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7EA95E12-7204-0F18-5104-9365F2B163DE}"/>
                  </a:ext>
                </a:extLst>
              </p:cNvPr>
              <p:cNvPicPr/>
              <p:nvPr/>
            </p:nvPicPr>
            <p:blipFill>
              <a:blip r:embed="rId156"/>
              <a:stretch>
                <a:fillRect/>
              </a:stretch>
            </p:blipFill>
            <p:spPr>
              <a:xfrm>
                <a:off x="6779812" y="5101870"/>
                <a:ext cx="112212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7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601E9D1C-62D2-6BD4-E313-18071F29354A}"/>
                  </a:ext>
                </a:extLst>
              </p14:cNvPr>
              <p14:cNvContentPartPr/>
              <p14:nvPr/>
            </p14:nvContentPartPr>
            <p14:xfrm>
              <a:off x="6940732" y="5735830"/>
              <a:ext cx="12240" cy="3960"/>
            </p14:xfrm>
          </p:contentPart>
        </mc:Choice>
        <mc:Fallback xmlns=""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601E9D1C-62D2-6BD4-E313-18071F29354A}"/>
                  </a:ext>
                </a:extLst>
              </p:cNvPr>
              <p:cNvPicPr/>
              <p:nvPr/>
            </p:nvPicPr>
            <p:blipFill>
              <a:blip r:embed="rId158"/>
              <a:stretch>
                <a:fillRect/>
              </a:stretch>
            </p:blipFill>
            <p:spPr>
              <a:xfrm>
                <a:off x="6934612" y="5729710"/>
                <a:ext cx="24480" cy="1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9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0ED60B8F-CDCB-62A2-CE7B-E5021F7AFCE3}"/>
                  </a:ext>
                </a:extLst>
              </p14:cNvPr>
              <p14:cNvContentPartPr/>
              <p14:nvPr/>
            </p14:nvContentPartPr>
            <p14:xfrm>
              <a:off x="6923452" y="5659150"/>
              <a:ext cx="1053000" cy="65880"/>
            </p14:xfrm>
          </p:contentPart>
        </mc:Choice>
        <mc:Fallback xmlns=""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0ED60B8F-CDCB-62A2-CE7B-E5021F7AFCE3}"/>
                  </a:ext>
                </a:extLst>
              </p:cNvPr>
              <p:cNvPicPr/>
              <p:nvPr/>
            </p:nvPicPr>
            <p:blipFill>
              <a:blip r:embed="rId160"/>
              <a:stretch>
                <a:fillRect/>
              </a:stretch>
            </p:blipFill>
            <p:spPr>
              <a:xfrm>
                <a:off x="6917332" y="5653030"/>
                <a:ext cx="1065240" cy="7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1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142511E3-C3F7-6718-C25B-FD9B30F68243}"/>
                  </a:ext>
                </a:extLst>
              </p14:cNvPr>
              <p14:cNvContentPartPr/>
              <p14:nvPr/>
            </p14:nvContentPartPr>
            <p14:xfrm>
              <a:off x="7000132" y="6263230"/>
              <a:ext cx="1066680" cy="63360"/>
            </p14:xfrm>
          </p:contentPart>
        </mc:Choice>
        <mc:Fallback xmlns=""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142511E3-C3F7-6718-C25B-FD9B30F68243}"/>
                  </a:ext>
                </a:extLst>
              </p:cNvPr>
              <p:cNvPicPr/>
              <p:nvPr/>
            </p:nvPicPr>
            <p:blipFill>
              <a:blip r:embed="rId162"/>
              <a:stretch>
                <a:fillRect/>
              </a:stretch>
            </p:blipFill>
            <p:spPr>
              <a:xfrm>
                <a:off x="6994012" y="6257110"/>
                <a:ext cx="1078920" cy="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3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3DC46F0A-E280-218E-26CD-C016A354F019}"/>
                  </a:ext>
                </a:extLst>
              </p14:cNvPr>
              <p14:cNvContentPartPr/>
              <p14:nvPr/>
            </p14:nvContentPartPr>
            <p14:xfrm>
              <a:off x="6961612" y="4558990"/>
              <a:ext cx="21240" cy="1656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3DC46F0A-E280-218E-26CD-C016A354F019}"/>
                  </a:ext>
                </a:extLst>
              </p:cNvPr>
              <p:cNvPicPr/>
              <p:nvPr/>
            </p:nvPicPr>
            <p:blipFill>
              <a:blip r:embed="rId164"/>
              <a:stretch>
                <a:fillRect/>
              </a:stretch>
            </p:blipFill>
            <p:spPr>
              <a:xfrm>
                <a:off x="6955492" y="4552870"/>
                <a:ext cx="33480" cy="2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5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5910A51F-0D85-8715-99D5-628E0B413D4A}"/>
                  </a:ext>
                </a:extLst>
              </p14:cNvPr>
              <p14:cNvContentPartPr/>
              <p14:nvPr/>
            </p14:nvContentPartPr>
            <p14:xfrm>
              <a:off x="6973132" y="4557910"/>
              <a:ext cx="1800" cy="720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5910A51F-0D85-8715-99D5-628E0B413D4A}"/>
                  </a:ext>
                </a:extLst>
              </p:cNvPr>
              <p:cNvPicPr/>
              <p:nvPr/>
            </p:nvPicPr>
            <p:blipFill>
              <a:blip r:embed="rId166"/>
              <a:stretch>
                <a:fillRect/>
              </a:stretch>
            </p:blipFill>
            <p:spPr>
              <a:xfrm>
                <a:off x="6967012" y="4551790"/>
                <a:ext cx="14040" cy="1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7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2B4C3B5A-3BB6-64F6-36F4-6044A3AB1848}"/>
                  </a:ext>
                </a:extLst>
              </p14:cNvPr>
              <p14:cNvContentPartPr/>
              <p14:nvPr/>
            </p14:nvContentPartPr>
            <p14:xfrm>
              <a:off x="6971332" y="4497430"/>
              <a:ext cx="227160" cy="21744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2B4C3B5A-3BB6-64F6-36F4-6044A3AB1848}"/>
                  </a:ext>
                </a:extLst>
              </p:cNvPr>
              <p:cNvPicPr/>
              <p:nvPr/>
            </p:nvPicPr>
            <p:blipFill>
              <a:blip r:embed="rId168"/>
              <a:stretch>
                <a:fillRect/>
              </a:stretch>
            </p:blipFill>
            <p:spPr>
              <a:xfrm>
                <a:off x="6965212" y="4491310"/>
                <a:ext cx="239400" cy="22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9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5C10A4C3-72D5-4D71-A0F8-937EC9EE1447}"/>
                  </a:ext>
                </a:extLst>
              </p14:cNvPr>
              <p14:cNvContentPartPr/>
              <p14:nvPr/>
            </p14:nvContentPartPr>
            <p14:xfrm>
              <a:off x="7260772" y="4692910"/>
              <a:ext cx="32400" cy="14796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5C10A4C3-72D5-4D71-A0F8-937EC9EE1447}"/>
                  </a:ext>
                </a:extLst>
              </p:cNvPr>
              <p:cNvPicPr/>
              <p:nvPr/>
            </p:nvPicPr>
            <p:blipFill>
              <a:blip r:embed="rId170"/>
              <a:stretch>
                <a:fillRect/>
              </a:stretch>
            </p:blipFill>
            <p:spPr>
              <a:xfrm>
                <a:off x="7254652" y="4686790"/>
                <a:ext cx="44640" cy="16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1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D8D90A1C-DDE8-4B8F-24A5-108CEF6DBC19}"/>
                  </a:ext>
                </a:extLst>
              </p14:cNvPr>
              <p14:cNvContentPartPr/>
              <p14:nvPr/>
            </p14:nvContentPartPr>
            <p14:xfrm>
              <a:off x="7413772" y="4618750"/>
              <a:ext cx="55440" cy="2628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D8D90A1C-DDE8-4B8F-24A5-108CEF6DBC19}"/>
                  </a:ext>
                </a:extLst>
              </p:cNvPr>
              <p:cNvPicPr/>
              <p:nvPr/>
            </p:nvPicPr>
            <p:blipFill>
              <a:blip r:embed="rId172"/>
              <a:stretch>
                <a:fillRect/>
              </a:stretch>
            </p:blipFill>
            <p:spPr>
              <a:xfrm>
                <a:off x="7407652" y="4612630"/>
                <a:ext cx="6768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3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9D955B13-04D9-26F6-6B25-7B94887AEB8B}"/>
                  </a:ext>
                </a:extLst>
              </p14:cNvPr>
              <p14:cNvContentPartPr/>
              <p14:nvPr/>
            </p14:nvContentPartPr>
            <p14:xfrm>
              <a:off x="7418812" y="4657630"/>
              <a:ext cx="97920" cy="3240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9D955B13-04D9-26F6-6B25-7B94887AEB8B}"/>
                  </a:ext>
                </a:extLst>
              </p:cNvPr>
              <p:cNvPicPr/>
              <p:nvPr/>
            </p:nvPicPr>
            <p:blipFill>
              <a:blip r:embed="rId174"/>
              <a:stretch>
                <a:fillRect/>
              </a:stretch>
            </p:blipFill>
            <p:spPr>
              <a:xfrm>
                <a:off x="7412692" y="4651510"/>
                <a:ext cx="110160" cy="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5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C7F95D8F-1FB8-53F3-7B8B-6DD939949F51}"/>
                  </a:ext>
                </a:extLst>
              </p14:cNvPr>
              <p14:cNvContentPartPr/>
              <p14:nvPr/>
            </p14:nvContentPartPr>
            <p14:xfrm>
              <a:off x="7663252" y="4555750"/>
              <a:ext cx="1517400" cy="9720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C7F95D8F-1FB8-53F3-7B8B-6DD939949F51}"/>
                  </a:ext>
                </a:extLst>
              </p:cNvPr>
              <p:cNvPicPr/>
              <p:nvPr/>
            </p:nvPicPr>
            <p:blipFill>
              <a:blip r:embed="rId176"/>
              <a:stretch>
                <a:fillRect/>
              </a:stretch>
            </p:blipFill>
            <p:spPr>
              <a:xfrm>
                <a:off x="7657132" y="4549630"/>
                <a:ext cx="1529640" cy="10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7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4D2CF35B-F550-0351-8470-D804EA969940}"/>
                  </a:ext>
                </a:extLst>
              </p14:cNvPr>
              <p14:cNvContentPartPr/>
              <p14:nvPr/>
            </p14:nvContentPartPr>
            <p14:xfrm>
              <a:off x="8119012" y="4746910"/>
              <a:ext cx="37080" cy="26388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4D2CF35B-F550-0351-8470-D804EA969940}"/>
                  </a:ext>
                </a:extLst>
              </p:cNvPr>
              <p:cNvPicPr/>
              <p:nvPr/>
            </p:nvPicPr>
            <p:blipFill>
              <a:blip r:embed="rId178"/>
              <a:stretch>
                <a:fillRect/>
              </a:stretch>
            </p:blipFill>
            <p:spPr>
              <a:xfrm>
                <a:off x="8112892" y="4740790"/>
                <a:ext cx="49320" cy="27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9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61B825F4-A367-E407-4A6B-BC03E640386E}"/>
                  </a:ext>
                </a:extLst>
              </p14:cNvPr>
              <p14:cNvContentPartPr/>
              <p14:nvPr/>
            </p14:nvContentPartPr>
            <p14:xfrm>
              <a:off x="8114332" y="4720990"/>
              <a:ext cx="148320" cy="17352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61B825F4-A367-E407-4A6B-BC03E640386E}"/>
                  </a:ext>
                </a:extLst>
              </p:cNvPr>
              <p:cNvPicPr/>
              <p:nvPr/>
            </p:nvPicPr>
            <p:blipFill>
              <a:blip r:embed="rId180"/>
              <a:stretch>
                <a:fillRect/>
              </a:stretch>
            </p:blipFill>
            <p:spPr>
              <a:xfrm>
                <a:off x="8108212" y="4714870"/>
                <a:ext cx="160560" cy="18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1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C6CB1156-AFAB-1B1C-9EB5-7BEFA2DA32C5}"/>
                  </a:ext>
                </a:extLst>
              </p14:cNvPr>
              <p14:cNvContentPartPr/>
              <p14:nvPr/>
            </p14:nvContentPartPr>
            <p14:xfrm>
              <a:off x="8305492" y="4858870"/>
              <a:ext cx="40320" cy="12492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C6CB1156-AFAB-1B1C-9EB5-7BEFA2DA32C5}"/>
                  </a:ext>
                </a:extLst>
              </p:cNvPr>
              <p:cNvPicPr/>
              <p:nvPr/>
            </p:nvPicPr>
            <p:blipFill>
              <a:blip r:embed="rId182"/>
              <a:stretch>
                <a:fillRect/>
              </a:stretch>
            </p:blipFill>
            <p:spPr>
              <a:xfrm>
                <a:off x="8299372" y="4852750"/>
                <a:ext cx="52560" cy="13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3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1F1A48FE-75C6-5D8C-701F-AE216F91F98C}"/>
                  </a:ext>
                </a:extLst>
              </p14:cNvPr>
              <p14:cNvContentPartPr/>
              <p14:nvPr/>
            </p14:nvContentPartPr>
            <p14:xfrm>
              <a:off x="8439412" y="4826470"/>
              <a:ext cx="99000" cy="1404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1F1A48FE-75C6-5D8C-701F-AE216F91F98C}"/>
                  </a:ext>
                </a:extLst>
              </p:cNvPr>
              <p:cNvPicPr/>
              <p:nvPr/>
            </p:nvPicPr>
            <p:blipFill>
              <a:blip r:embed="rId184"/>
              <a:stretch>
                <a:fillRect/>
              </a:stretch>
            </p:blipFill>
            <p:spPr>
              <a:xfrm>
                <a:off x="8433292" y="4820350"/>
                <a:ext cx="111240" cy="2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5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53CA6D36-19D5-E672-CD85-470B951B49E3}"/>
                  </a:ext>
                </a:extLst>
              </p14:cNvPr>
              <p14:cNvContentPartPr/>
              <p14:nvPr/>
            </p14:nvContentPartPr>
            <p14:xfrm>
              <a:off x="8505292" y="4755550"/>
              <a:ext cx="36360" cy="14652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53CA6D36-19D5-E672-CD85-470B951B49E3}"/>
                  </a:ext>
                </a:extLst>
              </p:cNvPr>
              <p:cNvPicPr/>
              <p:nvPr/>
            </p:nvPicPr>
            <p:blipFill>
              <a:blip r:embed="rId186"/>
              <a:stretch>
                <a:fillRect/>
              </a:stretch>
            </p:blipFill>
            <p:spPr>
              <a:xfrm>
                <a:off x="8499172" y="4749430"/>
                <a:ext cx="48600" cy="15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7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ACBD8328-2176-5CE3-E140-DE17F3B07DC5}"/>
                  </a:ext>
                </a:extLst>
              </p14:cNvPr>
              <p14:cNvContentPartPr/>
              <p14:nvPr/>
            </p14:nvContentPartPr>
            <p14:xfrm>
              <a:off x="8657212" y="4733590"/>
              <a:ext cx="11880" cy="18756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ACBD8328-2176-5CE3-E140-DE17F3B07DC5}"/>
                  </a:ext>
                </a:extLst>
              </p:cNvPr>
              <p:cNvPicPr/>
              <p:nvPr/>
            </p:nvPicPr>
            <p:blipFill>
              <a:blip r:embed="rId188"/>
              <a:stretch>
                <a:fillRect/>
              </a:stretch>
            </p:blipFill>
            <p:spPr>
              <a:xfrm>
                <a:off x="8651092" y="4727470"/>
                <a:ext cx="24120" cy="19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9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BE13ED7C-0E83-6ECD-955D-A42EC0D6DEFE}"/>
                  </a:ext>
                </a:extLst>
              </p14:cNvPr>
              <p14:cNvContentPartPr/>
              <p14:nvPr/>
            </p14:nvContentPartPr>
            <p14:xfrm>
              <a:off x="8647852" y="4708030"/>
              <a:ext cx="115200" cy="13788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BE13ED7C-0E83-6ECD-955D-A42EC0D6DEFE}"/>
                  </a:ext>
                </a:extLst>
              </p:cNvPr>
              <p:cNvPicPr/>
              <p:nvPr/>
            </p:nvPicPr>
            <p:blipFill>
              <a:blip r:embed="rId190"/>
              <a:stretch>
                <a:fillRect/>
              </a:stretch>
            </p:blipFill>
            <p:spPr>
              <a:xfrm>
                <a:off x="8641732" y="4701910"/>
                <a:ext cx="127440" cy="15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1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DCE2A1F2-98DF-D38D-9268-8F46B657C6BE}"/>
                  </a:ext>
                </a:extLst>
              </p14:cNvPr>
              <p14:cNvContentPartPr/>
              <p14:nvPr/>
            </p14:nvContentPartPr>
            <p14:xfrm>
              <a:off x="8827492" y="4813870"/>
              <a:ext cx="129240" cy="12420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DCE2A1F2-98DF-D38D-9268-8F46B657C6BE}"/>
                  </a:ext>
                </a:extLst>
              </p:cNvPr>
              <p:cNvPicPr/>
              <p:nvPr/>
            </p:nvPicPr>
            <p:blipFill>
              <a:blip r:embed="rId192"/>
              <a:stretch>
                <a:fillRect/>
              </a:stretch>
            </p:blipFill>
            <p:spPr>
              <a:xfrm>
                <a:off x="8821372" y="4807750"/>
                <a:ext cx="141480" cy="13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3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56EC8194-6D18-A9DA-7312-BC31E1BC2FA5}"/>
                  </a:ext>
                </a:extLst>
              </p14:cNvPr>
              <p14:cNvContentPartPr/>
              <p14:nvPr/>
            </p14:nvContentPartPr>
            <p14:xfrm>
              <a:off x="7852612" y="4270630"/>
              <a:ext cx="64440" cy="21528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56EC8194-6D18-A9DA-7312-BC31E1BC2FA5}"/>
                  </a:ext>
                </a:extLst>
              </p:cNvPr>
              <p:cNvPicPr/>
              <p:nvPr/>
            </p:nvPicPr>
            <p:blipFill>
              <a:blip r:embed="rId194"/>
              <a:stretch>
                <a:fillRect/>
              </a:stretch>
            </p:blipFill>
            <p:spPr>
              <a:xfrm>
                <a:off x="7846492" y="4264510"/>
                <a:ext cx="76680" cy="22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5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9FB2D3E5-362F-F375-5119-63B301359AEE}"/>
                  </a:ext>
                </a:extLst>
              </p14:cNvPr>
              <p14:cNvContentPartPr/>
              <p14:nvPr/>
            </p14:nvContentPartPr>
            <p14:xfrm>
              <a:off x="7860172" y="4258750"/>
              <a:ext cx="167760" cy="11268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9FB2D3E5-362F-F375-5119-63B301359AEE}"/>
                  </a:ext>
                </a:extLst>
              </p:cNvPr>
              <p:cNvPicPr/>
              <p:nvPr/>
            </p:nvPicPr>
            <p:blipFill>
              <a:blip r:embed="rId196"/>
              <a:stretch>
                <a:fillRect/>
              </a:stretch>
            </p:blipFill>
            <p:spPr>
              <a:xfrm>
                <a:off x="7854052" y="4252630"/>
                <a:ext cx="180000" cy="12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7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1204E0C0-17FB-4102-0FE0-541433F3B731}"/>
                  </a:ext>
                </a:extLst>
              </p14:cNvPr>
              <p14:cNvContentPartPr/>
              <p14:nvPr/>
            </p14:nvContentPartPr>
            <p14:xfrm>
              <a:off x="8087692" y="4346590"/>
              <a:ext cx="48240" cy="14292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1204E0C0-17FB-4102-0FE0-541433F3B731}"/>
                  </a:ext>
                </a:extLst>
              </p:cNvPr>
              <p:cNvPicPr/>
              <p:nvPr/>
            </p:nvPicPr>
            <p:blipFill>
              <a:blip r:embed="rId198"/>
              <a:stretch>
                <a:fillRect/>
              </a:stretch>
            </p:blipFill>
            <p:spPr>
              <a:xfrm>
                <a:off x="8081572" y="4340470"/>
                <a:ext cx="60480" cy="15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9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C5504E09-BAF3-C07C-16F4-9C3B7E60D609}"/>
                  </a:ext>
                </a:extLst>
              </p14:cNvPr>
              <p14:cNvContentPartPr/>
              <p14:nvPr/>
            </p14:nvContentPartPr>
            <p14:xfrm>
              <a:off x="9205132" y="4445230"/>
              <a:ext cx="127440" cy="13104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C5504E09-BAF3-C07C-16F4-9C3B7E60D609}"/>
                  </a:ext>
                </a:extLst>
              </p:cNvPr>
              <p:cNvPicPr/>
              <p:nvPr/>
            </p:nvPicPr>
            <p:blipFill>
              <a:blip r:embed="rId200"/>
              <a:stretch>
                <a:fillRect/>
              </a:stretch>
            </p:blipFill>
            <p:spPr>
              <a:xfrm>
                <a:off x="9199012" y="4439110"/>
                <a:ext cx="139680" cy="14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1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CC643A4F-09B1-F763-BC32-E965BF7A62EB}"/>
                  </a:ext>
                </a:extLst>
              </p14:cNvPr>
              <p14:cNvContentPartPr/>
              <p14:nvPr/>
            </p14:nvContentPartPr>
            <p14:xfrm>
              <a:off x="9273532" y="4453870"/>
              <a:ext cx="28080" cy="14112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CC643A4F-09B1-F763-BC32-E965BF7A62EB}"/>
                  </a:ext>
                </a:extLst>
              </p:cNvPr>
              <p:cNvPicPr/>
              <p:nvPr/>
            </p:nvPicPr>
            <p:blipFill>
              <a:blip r:embed="rId202"/>
              <a:stretch>
                <a:fillRect/>
              </a:stretch>
            </p:blipFill>
            <p:spPr>
              <a:xfrm>
                <a:off x="9267412" y="4447750"/>
                <a:ext cx="40320" cy="15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3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0EAB071E-817D-AB00-97BA-EF1011E90095}"/>
                  </a:ext>
                </a:extLst>
              </p14:cNvPr>
              <p14:cNvContentPartPr/>
              <p14:nvPr/>
            </p14:nvContentPartPr>
            <p14:xfrm>
              <a:off x="9452452" y="4282150"/>
              <a:ext cx="156240" cy="24012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0EAB071E-817D-AB00-97BA-EF1011E90095}"/>
                  </a:ext>
                </a:extLst>
              </p:cNvPr>
              <p:cNvPicPr/>
              <p:nvPr/>
            </p:nvPicPr>
            <p:blipFill>
              <a:blip r:embed="rId204"/>
              <a:stretch>
                <a:fillRect/>
              </a:stretch>
            </p:blipFill>
            <p:spPr>
              <a:xfrm>
                <a:off x="9446332" y="4276030"/>
                <a:ext cx="168480" cy="25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5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948EEA1E-FA20-D1F9-9525-78050AEA8620}"/>
                  </a:ext>
                </a:extLst>
              </p14:cNvPr>
              <p14:cNvContentPartPr/>
              <p14:nvPr/>
            </p14:nvContentPartPr>
            <p14:xfrm>
              <a:off x="9670612" y="4447030"/>
              <a:ext cx="47520" cy="11844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948EEA1E-FA20-D1F9-9525-78050AEA8620}"/>
                  </a:ext>
                </a:extLst>
              </p:cNvPr>
              <p:cNvPicPr/>
              <p:nvPr/>
            </p:nvPicPr>
            <p:blipFill>
              <a:blip r:embed="rId206"/>
              <a:stretch>
                <a:fillRect/>
              </a:stretch>
            </p:blipFill>
            <p:spPr>
              <a:xfrm>
                <a:off x="9664492" y="4440910"/>
                <a:ext cx="59760" cy="13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7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27CEFC4F-E827-8303-9ACA-5472194194EE}"/>
                  </a:ext>
                </a:extLst>
              </p14:cNvPr>
              <p14:cNvContentPartPr/>
              <p14:nvPr/>
            </p14:nvContentPartPr>
            <p14:xfrm>
              <a:off x="9678892" y="4358830"/>
              <a:ext cx="57960" cy="2016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27CEFC4F-E827-8303-9ACA-5472194194EE}"/>
                  </a:ext>
                </a:extLst>
              </p:cNvPr>
              <p:cNvPicPr/>
              <p:nvPr/>
            </p:nvPicPr>
            <p:blipFill>
              <a:blip r:embed="rId208"/>
              <a:stretch>
                <a:fillRect/>
              </a:stretch>
            </p:blipFill>
            <p:spPr>
              <a:xfrm>
                <a:off x="9672772" y="4352710"/>
                <a:ext cx="70200" cy="3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9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61C0922A-8B74-7E9C-EB6C-32668D137749}"/>
                  </a:ext>
                </a:extLst>
              </p14:cNvPr>
              <p14:cNvContentPartPr/>
              <p14:nvPr/>
            </p14:nvContentPartPr>
            <p14:xfrm>
              <a:off x="9790852" y="4441630"/>
              <a:ext cx="126720" cy="10620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61C0922A-8B74-7E9C-EB6C-32668D137749}"/>
                  </a:ext>
                </a:extLst>
              </p:cNvPr>
              <p:cNvPicPr/>
              <p:nvPr/>
            </p:nvPicPr>
            <p:blipFill>
              <a:blip r:embed="rId210"/>
              <a:stretch>
                <a:fillRect/>
              </a:stretch>
            </p:blipFill>
            <p:spPr>
              <a:xfrm>
                <a:off x="9784732" y="4435510"/>
                <a:ext cx="138960" cy="11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1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4C4C3AFF-8B84-7346-D9A1-B781056A847A}"/>
                  </a:ext>
                </a:extLst>
              </p14:cNvPr>
              <p14:cNvContentPartPr/>
              <p14:nvPr/>
            </p14:nvContentPartPr>
            <p14:xfrm>
              <a:off x="4646812" y="4947790"/>
              <a:ext cx="7339320" cy="113760"/>
            </p14:xfrm>
          </p:contentPart>
        </mc:Choice>
        <mc:Fallback xmlns=""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4C4C3AFF-8B84-7346-D9A1-B781056A847A}"/>
                  </a:ext>
                </a:extLst>
              </p:cNvPr>
              <p:cNvPicPr/>
              <p:nvPr/>
            </p:nvPicPr>
            <p:blipFill>
              <a:blip r:embed="rId212"/>
              <a:stretch>
                <a:fillRect/>
              </a:stretch>
            </p:blipFill>
            <p:spPr>
              <a:xfrm>
                <a:off x="4640692" y="4941670"/>
                <a:ext cx="735156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3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F930E8DC-979A-AC21-5CB4-2B1482FFCE60}"/>
                  </a:ext>
                </a:extLst>
              </p14:cNvPr>
              <p14:cNvContentPartPr/>
              <p14:nvPr/>
            </p14:nvContentPartPr>
            <p14:xfrm>
              <a:off x="4760212" y="5069830"/>
              <a:ext cx="27000" cy="1526760"/>
            </p14:xfrm>
          </p:contentPart>
        </mc:Choice>
        <mc:Fallback xmlns=""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F930E8DC-979A-AC21-5CB4-2B1482FFCE60}"/>
                  </a:ext>
                </a:extLst>
              </p:cNvPr>
              <p:cNvPicPr/>
              <p:nvPr/>
            </p:nvPicPr>
            <p:blipFill>
              <a:blip r:embed="rId214"/>
              <a:stretch>
                <a:fillRect/>
              </a:stretch>
            </p:blipFill>
            <p:spPr>
              <a:xfrm>
                <a:off x="4754092" y="5063710"/>
                <a:ext cx="39240" cy="1539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50" name="Group 149">
            <a:extLst>
              <a:ext uri="{FF2B5EF4-FFF2-40B4-BE49-F238E27FC236}">
                <a16:creationId xmlns:a16="http://schemas.microsoft.com/office/drawing/2014/main" id="{EADB6E7B-C725-3AC0-921F-2C6FC29733E7}"/>
              </a:ext>
            </a:extLst>
          </p:cNvPr>
          <p:cNvGrpSpPr/>
          <p:nvPr/>
        </p:nvGrpSpPr>
        <p:grpSpPr>
          <a:xfrm>
            <a:off x="8529772" y="5222110"/>
            <a:ext cx="1125720" cy="328680"/>
            <a:chOff x="8529772" y="5222110"/>
            <a:chExt cx="1125720" cy="328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2600FBC1-2B4E-9FB5-1446-129176B5A73A}"/>
                    </a:ext>
                  </a:extLst>
                </p14:cNvPr>
                <p14:cNvContentPartPr/>
                <p14:nvPr/>
              </p14:nvContentPartPr>
              <p14:xfrm>
                <a:off x="8529772" y="5295190"/>
                <a:ext cx="223200" cy="16776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2600FBC1-2B4E-9FB5-1446-129176B5A73A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8523652" y="5289070"/>
                  <a:ext cx="23544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10565EC0-F19D-C193-89D8-53477E687EF0}"/>
                    </a:ext>
                  </a:extLst>
                </p14:cNvPr>
                <p14:cNvContentPartPr/>
                <p14:nvPr/>
              </p14:nvContentPartPr>
              <p14:xfrm>
                <a:off x="8879692" y="5425870"/>
                <a:ext cx="29160" cy="12492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10565EC0-F19D-C193-89D8-53477E687EF0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8873572" y="5419750"/>
                  <a:ext cx="4140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00C7A674-AEAB-DE81-A843-20F112B2B0BC}"/>
                    </a:ext>
                  </a:extLst>
                </p14:cNvPr>
                <p14:cNvContentPartPr/>
                <p14:nvPr/>
              </p14:nvContentPartPr>
              <p14:xfrm>
                <a:off x="9003892" y="5399230"/>
                <a:ext cx="47520" cy="1620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00C7A674-AEAB-DE81-A843-20F112B2B0BC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8997772" y="5393110"/>
                  <a:ext cx="5976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7471A599-1514-B89C-CD9D-BCCD5B0708B1}"/>
                    </a:ext>
                  </a:extLst>
                </p14:cNvPr>
                <p14:cNvContentPartPr/>
                <p14:nvPr/>
              </p14:nvContentPartPr>
              <p14:xfrm>
                <a:off x="9012892" y="5445310"/>
                <a:ext cx="46080" cy="2196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7471A599-1514-B89C-CD9D-BCCD5B0708B1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9006772" y="5439190"/>
                  <a:ext cx="583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EB1E0C02-2880-E1FB-21CF-65F15B4684B2}"/>
                    </a:ext>
                  </a:extLst>
                </p14:cNvPr>
                <p14:cNvContentPartPr/>
                <p14:nvPr/>
              </p14:nvContentPartPr>
              <p14:xfrm>
                <a:off x="9321052" y="5383750"/>
                <a:ext cx="11520" cy="1584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EB1E0C02-2880-E1FB-21CF-65F15B4684B2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9314932" y="5377630"/>
                  <a:ext cx="2376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5F00EAD0-BAA3-AF22-AC4A-5A0FFA884E47}"/>
                    </a:ext>
                  </a:extLst>
                </p14:cNvPr>
                <p14:cNvContentPartPr/>
                <p14:nvPr/>
              </p14:nvContentPartPr>
              <p14:xfrm>
                <a:off x="9297652" y="5289430"/>
                <a:ext cx="187560" cy="15372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5F00EAD0-BAA3-AF22-AC4A-5A0FFA884E47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9291532" y="5283310"/>
                  <a:ext cx="19980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653B87F8-EDD7-5DC8-8232-3253DCC5E77F}"/>
                    </a:ext>
                  </a:extLst>
                </p14:cNvPr>
                <p14:cNvContentPartPr/>
                <p14:nvPr/>
              </p14:nvContentPartPr>
              <p14:xfrm>
                <a:off x="9528412" y="5222110"/>
                <a:ext cx="127080" cy="18216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653B87F8-EDD7-5DC8-8232-3253DCC5E77F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9522292" y="5215990"/>
                  <a:ext cx="139320" cy="194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9902FD1F-4C73-7B6E-AF5E-8400E19E5DFA}"/>
              </a:ext>
            </a:extLst>
          </p:cNvPr>
          <p:cNvGrpSpPr/>
          <p:nvPr/>
        </p:nvGrpSpPr>
        <p:grpSpPr>
          <a:xfrm>
            <a:off x="8677012" y="5784790"/>
            <a:ext cx="1065240" cy="277560"/>
            <a:chOff x="8677012" y="5784790"/>
            <a:chExt cx="1065240" cy="277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C45AE970-ED22-7A82-4855-F2A57A65A767}"/>
                    </a:ext>
                  </a:extLst>
                </p14:cNvPr>
                <p14:cNvContentPartPr/>
                <p14:nvPr/>
              </p14:nvContentPartPr>
              <p14:xfrm>
                <a:off x="8677012" y="5855350"/>
                <a:ext cx="152280" cy="13248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C45AE970-ED22-7A82-4855-F2A57A65A767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8670892" y="5849230"/>
                  <a:ext cx="16452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68DCE14D-E60B-54C4-E33C-A79503DD802C}"/>
                    </a:ext>
                  </a:extLst>
                </p14:cNvPr>
                <p14:cNvContentPartPr/>
                <p14:nvPr/>
              </p14:nvContentPartPr>
              <p14:xfrm>
                <a:off x="8912452" y="5970910"/>
                <a:ext cx="114840" cy="9144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68DCE14D-E60B-54C4-E33C-A79503DD802C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8906332" y="5964790"/>
                  <a:ext cx="12708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87B282B5-68A8-0507-900D-7B5FDA4CCEBA}"/>
                    </a:ext>
                  </a:extLst>
                </p14:cNvPr>
                <p14:cNvContentPartPr/>
                <p14:nvPr/>
              </p14:nvContentPartPr>
              <p14:xfrm>
                <a:off x="9110812" y="5909710"/>
                <a:ext cx="93600" cy="756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87B282B5-68A8-0507-900D-7B5FDA4CCEBA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9104692" y="5903590"/>
                  <a:ext cx="10584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BF0D6E99-71EA-52B7-F602-9C25AAE8209E}"/>
                    </a:ext>
                  </a:extLst>
                </p14:cNvPr>
                <p14:cNvContentPartPr/>
                <p14:nvPr/>
              </p14:nvContentPartPr>
              <p14:xfrm>
                <a:off x="9132772" y="5942110"/>
                <a:ext cx="75240" cy="2628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BF0D6E99-71EA-52B7-F602-9C25AAE8209E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9126652" y="5935990"/>
                  <a:ext cx="8748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B58F1C9F-D1DB-36DB-6101-7BC469BB0D8F}"/>
                    </a:ext>
                  </a:extLst>
                </p14:cNvPr>
                <p14:cNvContentPartPr/>
                <p14:nvPr/>
              </p14:nvContentPartPr>
              <p14:xfrm>
                <a:off x="9411412" y="5784790"/>
                <a:ext cx="111240" cy="27144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B58F1C9F-D1DB-36DB-6101-7BC469BB0D8F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9405292" y="5778670"/>
                  <a:ext cx="12348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A1856848-4A48-DE5C-F6B7-1CDEDC9A7E4D}"/>
                    </a:ext>
                  </a:extLst>
                </p14:cNvPr>
                <p14:cNvContentPartPr/>
                <p14:nvPr/>
              </p14:nvContentPartPr>
              <p14:xfrm>
                <a:off x="9618412" y="5794510"/>
                <a:ext cx="123840" cy="14004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A1856848-4A48-DE5C-F6B7-1CDEDC9A7E4D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9612292" y="5788390"/>
                  <a:ext cx="136080" cy="152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B6589E64-A134-9BF0-FB3E-239D6B3D50FF}"/>
              </a:ext>
            </a:extLst>
          </p:cNvPr>
          <p:cNvGrpSpPr/>
          <p:nvPr/>
        </p:nvGrpSpPr>
        <p:grpSpPr>
          <a:xfrm>
            <a:off x="8131972" y="1651990"/>
            <a:ext cx="155880" cy="152640"/>
            <a:chOff x="8131972" y="1651990"/>
            <a:chExt cx="155880" cy="15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C94AFA6B-39B8-1FC6-CCEC-10559A8493CC}"/>
                    </a:ext>
                  </a:extLst>
                </p14:cNvPr>
                <p14:cNvContentPartPr/>
                <p14:nvPr/>
              </p14:nvContentPartPr>
              <p14:xfrm>
                <a:off x="8131972" y="1705630"/>
                <a:ext cx="90000" cy="9396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C94AFA6B-39B8-1FC6-CCEC-10559A8493CC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8125852" y="1699510"/>
                  <a:ext cx="10224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22849A37-5AF4-737B-13BD-58856C5FD98A}"/>
                    </a:ext>
                  </a:extLst>
                </p14:cNvPr>
                <p14:cNvContentPartPr/>
                <p14:nvPr/>
              </p14:nvContentPartPr>
              <p14:xfrm>
                <a:off x="8201452" y="1651990"/>
                <a:ext cx="86400" cy="15264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22849A37-5AF4-737B-13BD-58856C5FD98A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8195332" y="1645870"/>
                  <a:ext cx="98640" cy="1648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510251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A3599-3D43-82D2-FC24-D5C13871D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Resistors in parallel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22CB8D-5C56-66F0-D4E1-B2480C8497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21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8" name="Picture 7" descr="A diagram of a circuit&#10;&#10;Description automatically generated">
            <a:extLst>
              <a:ext uri="{FF2B5EF4-FFF2-40B4-BE49-F238E27FC236}">
                <a16:creationId xmlns:a16="http://schemas.microsoft.com/office/drawing/2014/main" id="{F2BED427-FF86-F101-F9F6-0CA9815A02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299" y="837178"/>
            <a:ext cx="6331314" cy="5183644"/>
          </a:xfrm>
          <a:prstGeom prst="rect">
            <a:avLst/>
          </a:prstGeom>
        </p:spPr>
      </p:pic>
      <p:grpSp>
        <p:nvGrpSpPr>
          <p:cNvPr id="57" name="Group 56">
            <a:extLst>
              <a:ext uri="{FF2B5EF4-FFF2-40B4-BE49-F238E27FC236}">
                <a16:creationId xmlns:a16="http://schemas.microsoft.com/office/drawing/2014/main" id="{B12D5D27-B1D2-334C-80C2-364B1C9855E0}"/>
              </a:ext>
            </a:extLst>
          </p:cNvPr>
          <p:cNvGrpSpPr/>
          <p:nvPr/>
        </p:nvGrpSpPr>
        <p:grpSpPr>
          <a:xfrm>
            <a:off x="7975372" y="1133950"/>
            <a:ext cx="2944440" cy="1450080"/>
            <a:chOff x="7975372" y="1133950"/>
            <a:chExt cx="2944440" cy="1450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8A7C68D4-6E91-08FE-35BE-04DE07F22276}"/>
                    </a:ext>
                  </a:extLst>
                </p14:cNvPr>
                <p14:cNvContentPartPr/>
                <p14:nvPr/>
              </p14:nvContentPartPr>
              <p14:xfrm>
                <a:off x="8298292" y="1545790"/>
                <a:ext cx="45360" cy="4543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8A7C68D4-6E91-08FE-35BE-04DE07F22276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292172" y="1539670"/>
                  <a:ext cx="57600" cy="46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8B2546E0-1E66-44B2-8394-2F2BD8A143C6}"/>
                    </a:ext>
                  </a:extLst>
                </p14:cNvPr>
                <p14:cNvContentPartPr/>
                <p14:nvPr/>
              </p14:nvContentPartPr>
              <p14:xfrm>
                <a:off x="8141332" y="2004070"/>
                <a:ext cx="343080" cy="205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8B2546E0-1E66-44B2-8394-2F2BD8A143C6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135212" y="1997950"/>
                  <a:ext cx="35532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AC4049A-CEAC-1B46-9F9D-6B91B62CABED}"/>
                    </a:ext>
                  </a:extLst>
                </p14:cNvPr>
                <p14:cNvContentPartPr/>
                <p14:nvPr/>
              </p14:nvContentPartPr>
              <p14:xfrm>
                <a:off x="8294692" y="2095150"/>
                <a:ext cx="100800" cy="212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AAC4049A-CEAC-1B46-9F9D-6B91B62CABE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288572" y="2089030"/>
                  <a:ext cx="11304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BFF3976-887C-CFAC-E10A-1B8DB5ECBEF1}"/>
                    </a:ext>
                  </a:extLst>
                </p14:cNvPr>
                <p14:cNvContentPartPr/>
                <p14:nvPr/>
              </p14:nvContentPartPr>
              <p14:xfrm>
                <a:off x="8361652" y="2105950"/>
                <a:ext cx="51480" cy="4780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BFF3976-887C-CFAC-E10A-1B8DB5ECBEF1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355532" y="2099830"/>
                  <a:ext cx="63720" cy="49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DCE976D-4181-B080-5B05-918E8D1AAA78}"/>
                    </a:ext>
                  </a:extLst>
                </p14:cNvPr>
                <p14:cNvContentPartPr/>
                <p14:nvPr/>
              </p14:nvContentPartPr>
              <p14:xfrm>
                <a:off x="8349052" y="1558030"/>
                <a:ext cx="657000" cy="226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DCE976D-4181-B080-5B05-918E8D1AAA78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342932" y="1551910"/>
                  <a:ext cx="66924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92BCF64D-CF11-DEFE-2287-697C46F388A4}"/>
                    </a:ext>
                  </a:extLst>
                </p14:cNvPr>
                <p14:cNvContentPartPr/>
                <p14:nvPr/>
              </p14:nvContentPartPr>
              <p14:xfrm>
                <a:off x="9019012" y="1543990"/>
                <a:ext cx="26640" cy="1404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92BCF64D-CF11-DEFE-2287-697C46F388A4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9012892" y="1537870"/>
                  <a:ext cx="3888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7608D6E-0D82-98DF-602E-3EB7CE8B502B}"/>
                    </a:ext>
                  </a:extLst>
                </p14:cNvPr>
                <p14:cNvContentPartPr/>
                <p14:nvPr/>
              </p14:nvContentPartPr>
              <p14:xfrm>
                <a:off x="9033412" y="1688710"/>
                <a:ext cx="54360" cy="1555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7608D6E-0D82-98DF-602E-3EB7CE8B502B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027292" y="1682590"/>
                  <a:ext cx="6660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3271025-B343-456D-40AA-95D1843B8D34}"/>
                    </a:ext>
                  </a:extLst>
                </p14:cNvPr>
                <p14:cNvContentPartPr/>
                <p14:nvPr/>
              </p14:nvContentPartPr>
              <p14:xfrm>
                <a:off x="9043492" y="1852870"/>
                <a:ext cx="138960" cy="2700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3271025-B343-456D-40AA-95D1843B8D34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037372" y="1846750"/>
                  <a:ext cx="15120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8605308-CA61-82F5-DCFE-014C34B770DB}"/>
                    </a:ext>
                  </a:extLst>
                </p14:cNvPr>
                <p14:cNvContentPartPr/>
                <p14:nvPr/>
              </p14:nvContentPartPr>
              <p14:xfrm>
                <a:off x="9113692" y="2116030"/>
                <a:ext cx="13320" cy="3038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8605308-CA61-82F5-DCFE-014C34B770DB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9107572" y="2109910"/>
                  <a:ext cx="2556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E0CE230-86A6-D30B-CA8F-241BE2CDC19B}"/>
                    </a:ext>
                  </a:extLst>
                </p14:cNvPr>
                <p14:cNvContentPartPr/>
                <p14:nvPr/>
              </p14:nvContentPartPr>
              <p14:xfrm>
                <a:off x="9119812" y="1561630"/>
                <a:ext cx="704880" cy="126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E0CE230-86A6-D30B-CA8F-241BE2CDC19B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9113692" y="1555510"/>
                  <a:ext cx="71712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763FD72-70A3-D5AE-0581-C9120597A1D7}"/>
                    </a:ext>
                  </a:extLst>
                </p14:cNvPr>
                <p14:cNvContentPartPr/>
                <p14:nvPr/>
              </p14:nvContentPartPr>
              <p14:xfrm>
                <a:off x="9805252" y="1557310"/>
                <a:ext cx="39600" cy="2343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763FD72-70A3-D5AE-0581-C9120597A1D7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9799132" y="1551190"/>
                  <a:ext cx="5184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08DA2C8-5791-B4C9-A1C7-8E4EEFEC1643}"/>
                    </a:ext>
                  </a:extLst>
                </p14:cNvPr>
                <p14:cNvContentPartPr/>
                <p14:nvPr/>
              </p14:nvContentPartPr>
              <p14:xfrm>
                <a:off x="9802372" y="1848190"/>
                <a:ext cx="65520" cy="1756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08DA2C8-5791-B4C9-A1C7-8E4EEFEC1643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9796252" y="1842070"/>
                  <a:ext cx="7776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92CBA6B-B795-7FFE-F89C-F826D5E97E2C}"/>
                    </a:ext>
                  </a:extLst>
                </p14:cNvPr>
                <p14:cNvContentPartPr/>
                <p14:nvPr/>
              </p14:nvContentPartPr>
              <p14:xfrm>
                <a:off x="9839452" y="2053030"/>
                <a:ext cx="21960" cy="3456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92CBA6B-B795-7FFE-F89C-F826D5E97E2C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9833332" y="2046910"/>
                  <a:ext cx="34200" cy="35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C9709E82-C0E8-4F61-4698-F522B105F3D4}"/>
                    </a:ext>
                  </a:extLst>
                </p14:cNvPr>
                <p14:cNvContentPartPr/>
                <p14:nvPr/>
              </p14:nvContentPartPr>
              <p14:xfrm>
                <a:off x="9780052" y="1577470"/>
                <a:ext cx="533520" cy="331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C9709E82-C0E8-4F61-4698-F522B105F3D4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773932" y="1571350"/>
                  <a:ext cx="54576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B03A759-7EF6-ECEB-E8A8-4B558A6F8A1B}"/>
                    </a:ext>
                  </a:extLst>
                </p14:cNvPr>
                <p14:cNvContentPartPr/>
                <p14:nvPr/>
              </p14:nvContentPartPr>
              <p14:xfrm>
                <a:off x="10326892" y="1585030"/>
                <a:ext cx="50760" cy="2664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B03A759-7EF6-ECEB-E8A8-4B558A6F8A1B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0320772" y="1578910"/>
                  <a:ext cx="6300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77FD11E-6EF9-6A2A-994C-DD39CF9C933A}"/>
                    </a:ext>
                  </a:extLst>
                </p14:cNvPr>
                <p14:cNvContentPartPr/>
                <p14:nvPr/>
              </p14:nvContentPartPr>
              <p14:xfrm>
                <a:off x="10295212" y="1878790"/>
                <a:ext cx="141480" cy="2102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77FD11E-6EF9-6A2A-994C-DD39CF9C933A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0289092" y="1872670"/>
                  <a:ext cx="15372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46654D78-5E7A-1C2A-3C15-9F7881F1E2C9}"/>
                    </a:ext>
                  </a:extLst>
                </p14:cNvPr>
                <p14:cNvContentPartPr/>
                <p14:nvPr/>
              </p14:nvContentPartPr>
              <p14:xfrm>
                <a:off x="10370452" y="2111710"/>
                <a:ext cx="25560" cy="4662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46654D78-5E7A-1C2A-3C15-9F7881F1E2C9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0364332" y="2105590"/>
                  <a:ext cx="37800" cy="47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422FBF0-F823-45D9-D003-CFAF0FA2D70F}"/>
                    </a:ext>
                  </a:extLst>
                </p14:cNvPr>
                <p14:cNvContentPartPr/>
                <p14:nvPr/>
              </p14:nvContentPartPr>
              <p14:xfrm>
                <a:off x="8374612" y="2491870"/>
                <a:ext cx="2045880" cy="756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422FBF0-F823-45D9-D003-CFAF0FA2D70F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8368492" y="2485750"/>
                  <a:ext cx="205812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AC4D32E-F39A-299A-34A9-55052373E078}"/>
                    </a:ext>
                  </a:extLst>
                </p14:cNvPr>
                <p14:cNvContentPartPr/>
                <p14:nvPr/>
              </p14:nvContentPartPr>
              <p14:xfrm>
                <a:off x="9292972" y="2010550"/>
                <a:ext cx="38160" cy="1418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AC4D32E-F39A-299A-34A9-55052373E078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9286852" y="2004430"/>
                  <a:ext cx="5040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3615523-3CCF-F7B1-31C2-55F1478A791B}"/>
                    </a:ext>
                  </a:extLst>
                </p14:cNvPr>
                <p14:cNvContentPartPr/>
                <p14:nvPr/>
              </p14:nvContentPartPr>
              <p14:xfrm>
                <a:off x="9294412" y="2012350"/>
                <a:ext cx="135720" cy="734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3615523-3CCF-F7B1-31C2-55F1478A791B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9288292" y="2006230"/>
                  <a:ext cx="14796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D48F41E-C41C-426F-4278-9DFA49C1D8F0}"/>
                    </a:ext>
                  </a:extLst>
                </p14:cNvPr>
                <p14:cNvContentPartPr/>
                <p14:nvPr/>
              </p14:nvContentPartPr>
              <p14:xfrm>
                <a:off x="9940612" y="2063830"/>
                <a:ext cx="30240" cy="882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D48F41E-C41C-426F-4278-9DFA49C1D8F0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9934492" y="2057710"/>
                  <a:ext cx="4248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EC71F5F-F3E4-E27A-908C-D6A6EA01005C}"/>
                    </a:ext>
                  </a:extLst>
                </p14:cNvPr>
                <p14:cNvContentPartPr/>
                <p14:nvPr/>
              </p14:nvContentPartPr>
              <p14:xfrm>
                <a:off x="9942772" y="2044030"/>
                <a:ext cx="72720" cy="572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EC71F5F-F3E4-E27A-908C-D6A6EA01005C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9936652" y="2037910"/>
                  <a:ext cx="8496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1E9A35B8-1E1A-E1AE-9741-2AD9FEB7C4EE}"/>
                    </a:ext>
                  </a:extLst>
                </p14:cNvPr>
                <p14:cNvContentPartPr/>
                <p14:nvPr/>
              </p14:nvContentPartPr>
              <p14:xfrm>
                <a:off x="10554412" y="2063110"/>
                <a:ext cx="74880" cy="1191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1E9A35B8-1E1A-E1AE-9741-2AD9FEB7C4EE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0548292" y="2056990"/>
                  <a:ext cx="8712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7B1922C8-A11B-B0EE-41E1-883B96CAF4BE}"/>
                    </a:ext>
                  </a:extLst>
                </p14:cNvPr>
                <p14:cNvContentPartPr/>
                <p14:nvPr/>
              </p14:nvContentPartPr>
              <p14:xfrm>
                <a:off x="10567732" y="2026750"/>
                <a:ext cx="160920" cy="756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7B1922C8-A11B-B0EE-41E1-883B96CAF4BE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0561612" y="2020630"/>
                  <a:ext cx="17316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7910AA57-238D-2E8F-5EB0-513EC3D7D9BA}"/>
                    </a:ext>
                  </a:extLst>
                </p14:cNvPr>
                <p14:cNvContentPartPr/>
                <p14:nvPr/>
              </p14:nvContentPartPr>
              <p14:xfrm>
                <a:off x="7975372" y="2154910"/>
                <a:ext cx="143280" cy="1245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7910AA57-238D-2E8F-5EB0-513EC3D7D9BA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7969252" y="2148790"/>
                  <a:ext cx="15552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143D961-1A2B-860E-7EBF-7AD039631032}"/>
                    </a:ext>
                  </a:extLst>
                </p14:cNvPr>
                <p14:cNvContentPartPr/>
                <p14:nvPr/>
              </p14:nvContentPartPr>
              <p14:xfrm>
                <a:off x="8165812" y="2259670"/>
                <a:ext cx="27360" cy="1213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143D961-1A2B-860E-7EBF-7AD039631032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8159692" y="2253550"/>
                  <a:ext cx="3960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7D9932D-09A2-ABD1-18F1-39C4F04DDBB0}"/>
                    </a:ext>
                  </a:extLst>
                </p14:cNvPr>
                <p14:cNvContentPartPr/>
                <p14:nvPr/>
              </p14:nvContentPartPr>
              <p14:xfrm>
                <a:off x="8167252" y="2262910"/>
                <a:ext cx="92520" cy="734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7D9932D-09A2-ABD1-18F1-39C4F04DDBB0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161132" y="2256790"/>
                  <a:ext cx="10476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BB00EAD-0DD0-F586-E7DD-1066889BBAA6}"/>
                    </a:ext>
                  </a:extLst>
                </p14:cNvPr>
                <p14:cNvContentPartPr/>
                <p14:nvPr/>
              </p14:nvContentPartPr>
              <p14:xfrm>
                <a:off x="9438052" y="2179750"/>
                <a:ext cx="76320" cy="1245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BB00EAD-0DD0-F586-E7DD-1066889BBAA6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9431932" y="2173630"/>
                  <a:ext cx="8856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B1F3799F-D130-29C7-2E6F-88247E7CE62E}"/>
                    </a:ext>
                  </a:extLst>
                </p14:cNvPr>
                <p14:cNvContentPartPr/>
                <p14:nvPr/>
              </p14:nvContentPartPr>
              <p14:xfrm>
                <a:off x="9469012" y="2159950"/>
                <a:ext cx="93600" cy="1353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B1F3799F-D130-29C7-2E6F-88247E7CE62E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9462892" y="2153830"/>
                  <a:ext cx="10584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648E01D-838F-6A0E-EF76-AD0B503439CE}"/>
                    </a:ext>
                  </a:extLst>
                </p14:cNvPr>
                <p14:cNvContentPartPr/>
                <p14:nvPr/>
              </p14:nvContentPartPr>
              <p14:xfrm>
                <a:off x="10024492" y="2230870"/>
                <a:ext cx="90720" cy="680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648E01D-838F-6A0E-EF76-AD0B503439CE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0018372" y="2224750"/>
                  <a:ext cx="10296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576314F5-2365-EAC3-259A-366624C798D4}"/>
                    </a:ext>
                  </a:extLst>
                </p14:cNvPr>
                <p14:cNvContentPartPr/>
                <p14:nvPr/>
              </p14:nvContentPartPr>
              <p14:xfrm>
                <a:off x="10788772" y="2205310"/>
                <a:ext cx="68400" cy="1342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576314F5-2365-EAC3-259A-366624C798D4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0782652" y="2199190"/>
                  <a:ext cx="8064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F6C3AE59-62FD-F827-4AB3-6DE24A4390F8}"/>
                    </a:ext>
                  </a:extLst>
                </p14:cNvPr>
                <p14:cNvContentPartPr/>
                <p14:nvPr/>
              </p14:nvContentPartPr>
              <p14:xfrm>
                <a:off x="10810372" y="2222950"/>
                <a:ext cx="109440" cy="1173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F6C3AE59-62FD-F827-4AB3-6DE24A4390F8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0804252" y="2216830"/>
                  <a:ext cx="12168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C2A65ABB-35E2-2968-6D01-C4F8DE21E283}"/>
                    </a:ext>
                  </a:extLst>
                </p14:cNvPr>
                <p14:cNvContentPartPr/>
                <p14:nvPr/>
              </p14:nvContentPartPr>
              <p14:xfrm>
                <a:off x="8980852" y="1521310"/>
                <a:ext cx="110880" cy="975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C2A65ABB-35E2-2968-6D01-C4F8DE21E283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8974732" y="1515190"/>
                  <a:ext cx="12312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F17A34D5-002F-8FB8-75F7-866874C5B4A0}"/>
                    </a:ext>
                  </a:extLst>
                </p14:cNvPr>
                <p14:cNvContentPartPr/>
                <p14:nvPr/>
              </p14:nvContentPartPr>
              <p14:xfrm>
                <a:off x="9743692" y="1520950"/>
                <a:ext cx="97920" cy="903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F17A34D5-002F-8FB8-75F7-866874C5B4A0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9737572" y="1514830"/>
                  <a:ext cx="11016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DAC7A935-7BE7-EC96-23D4-8FC74DFAE54D}"/>
                    </a:ext>
                  </a:extLst>
                </p14:cNvPr>
                <p14:cNvContentPartPr/>
                <p14:nvPr/>
              </p14:nvContentPartPr>
              <p14:xfrm>
                <a:off x="10299172" y="1553350"/>
                <a:ext cx="83880" cy="874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AC7A935-7BE7-EC96-23D4-8FC74DFAE54D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0293052" y="1547230"/>
                  <a:ext cx="9612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CC761786-32ED-08E4-5494-B3799FCC0D68}"/>
                    </a:ext>
                  </a:extLst>
                </p14:cNvPr>
                <p14:cNvContentPartPr/>
                <p14:nvPr/>
              </p14:nvContentPartPr>
              <p14:xfrm>
                <a:off x="9094612" y="2446150"/>
                <a:ext cx="100080" cy="1062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CC761786-32ED-08E4-5494-B3799FCC0D68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9088492" y="2440030"/>
                  <a:ext cx="11232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BE305A8D-5554-A06C-F52E-624B6FDBF9A5}"/>
                    </a:ext>
                  </a:extLst>
                </p14:cNvPr>
                <p14:cNvContentPartPr/>
                <p14:nvPr/>
              </p14:nvContentPartPr>
              <p14:xfrm>
                <a:off x="9826852" y="2435350"/>
                <a:ext cx="92160" cy="986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BE305A8D-5554-A06C-F52E-624B6FDBF9A5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9820732" y="2429230"/>
                  <a:ext cx="10440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9058946-0945-7AC2-D1FD-403A77D91A04}"/>
                    </a:ext>
                  </a:extLst>
                </p14:cNvPr>
                <p14:cNvContentPartPr/>
                <p14:nvPr/>
              </p14:nvContentPartPr>
              <p14:xfrm>
                <a:off x="10346692" y="2448310"/>
                <a:ext cx="121320" cy="1036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9058946-0945-7AC2-D1FD-403A77D91A04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0340572" y="2442190"/>
                  <a:ext cx="13356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7995DE89-1300-650F-31A2-F08244C612A0}"/>
                    </a:ext>
                  </a:extLst>
                </p14:cNvPr>
                <p14:cNvContentPartPr/>
                <p14:nvPr/>
              </p14:nvContentPartPr>
              <p14:xfrm>
                <a:off x="9105052" y="1209550"/>
                <a:ext cx="31680" cy="2347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7995DE89-1300-650F-31A2-F08244C612A0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9098932" y="1203430"/>
                  <a:ext cx="4392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CC9269B5-4E9B-AEB7-6397-13421F0B7C60}"/>
                    </a:ext>
                  </a:extLst>
                </p14:cNvPr>
                <p14:cNvContentPartPr/>
                <p14:nvPr/>
              </p14:nvContentPartPr>
              <p14:xfrm>
                <a:off x="9105772" y="1366510"/>
                <a:ext cx="19440" cy="381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CC9269B5-4E9B-AEB7-6397-13421F0B7C60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9099652" y="1360390"/>
                  <a:ext cx="3168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D5D4B321-B58B-E7ED-BC82-353AB85BA5BD}"/>
                    </a:ext>
                  </a:extLst>
                </p14:cNvPr>
                <p14:cNvContentPartPr/>
                <p14:nvPr/>
              </p14:nvContentPartPr>
              <p14:xfrm>
                <a:off x="9081652" y="1377310"/>
                <a:ext cx="14760" cy="154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D5D4B321-B58B-E7ED-BC82-353AB85BA5BD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9075532" y="1371190"/>
                  <a:ext cx="2700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378658EC-9240-371B-7350-DD9C7642F04A}"/>
                    </a:ext>
                  </a:extLst>
                </p14:cNvPr>
                <p14:cNvContentPartPr/>
                <p14:nvPr/>
              </p14:nvContentPartPr>
              <p14:xfrm>
                <a:off x="9041692" y="1315030"/>
                <a:ext cx="169560" cy="1533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378658EC-9240-371B-7350-DD9C7642F04A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9035572" y="1308910"/>
                  <a:ext cx="18180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11CF4CE-661B-B5DB-513D-1CCF442CA373}"/>
                    </a:ext>
                  </a:extLst>
                </p14:cNvPr>
                <p14:cNvContentPartPr/>
                <p14:nvPr/>
              </p14:nvContentPartPr>
              <p14:xfrm>
                <a:off x="9840532" y="1133950"/>
                <a:ext cx="38880" cy="2700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F11CF4CE-661B-B5DB-513D-1CCF442CA373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9834412" y="1127830"/>
                  <a:ext cx="5112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3E34D52C-679C-DC3D-D703-9073CC47C72D}"/>
                    </a:ext>
                  </a:extLst>
                </p14:cNvPr>
                <p14:cNvContentPartPr/>
                <p14:nvPr/>
              </p14:nvContentPartPr>
              <p14:xfrm>
                <a:off x="9812092" y="1351750"/>
                <a:ext cx="104400" cy="817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3E34D52C-679C-DC3D-D703-9073CC47C72D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9805972" y="1345630"/>
                  <a:ext cx="116640" cy="93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A6934215-7D07-82D1-6697-1C044C870C11}"/>
              </a:ext>
            </a:extLst>
          </p:cNvPr>
          <p:cNvGrpSpPr/>
          <p:nvPr/>
        </p:nvGrpSpPr>
        <p:grpSpPr>
          <a:xfrm>
            <a:off x="10337692" y="1158430"/>
            <a:ext cx="84960" cy="321480"/>
            <a:chOff x="10337692" y="1158430"/>
            <a:chExt cx="84960" cy="32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ACA43FB6-5145-43E0-43D8-250F107352D4}"/>
                    </a:ext>
                  </a:extLst>
                </p14:cNvPr>
                <p14:cNvContentPartPr/>
                <p14:nvPr/>
              </p14:nvContentPartPr>
              <p14:xfrm>
                <a:off x="10368292" y="1158430"/>
                <a:ext cx="33120" cy="3078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ACA43FB6-5145-43E0-43D8-250F107352D4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0362172" y="1152310"/>
                  <a:ext cx="4536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965462F2-CC69-265E-3C42-682206D9C945}"/>
                    </a:ext>
                  </a:extLst>
                </p14:cNvPr>
                <p14:cNvContentPartPr/>
                <p14:nvPr/>
              </p14:nvContentPartPr>
              <p14:xfrm>
                <a:off x="10337692" y="1412230"/>
                <a:ext cx="84960" cy="676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965462F2-CC69-265E-3C42-682206D9C945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0331572" y="1406110"/>
                  <a:ext cx="97200" cy="79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9CEE2657-3B8F-FA3F-2858-6BDB6A64912A}"/>
              </a:ext>
            </a:extLst>
          </p:cNvPr>
          <p:cNvGrpSpPr/>
          <p:nvPr/>
        </p:nvGrpSpPr>
        <p:grpSpPr>
          <a:xfrm>
            <a:off x="9066172" y="2664310"/>
            <a:ext cx="154080" cy="367920"/>
            <a:chOff x="9066172" y="2664310"/>
            <a:chExt cx="154080" cy="367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CFC10E7A-A4EB-2563-6F41-C3E09525EB56}"/>
                    </a:ext>
                  </a:extLst>
                </p14:cNvPr>
                <p14:cNvContentPartPr/>
                <p14:nvPr/>
              </p14:nvContentPartPr>
              <p14:xfrm>
                <a:off x="9131332" y="2683030"/>
                <a:ext cx="11520" cy="3492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CFC10E7A-A4EB-2563-6F41-C3E09525EB56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9125212" y="2676910"/>
                  <a:ext cx="23760" cy="36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11CB677F-5AD5-EA23-B2D9-108727455D0F}"/>
                    </a:ext>
                  </a:extLst>
                </p14:cNvPr>
                <p14:cNvContentPartPr/>
                <p14:nvPr/>
              </p14:nvContentPartPr>
              <p14:xfrm>
                <a:off x="9066172" y="2664310"/>
                <a:ext cx="154080" cy="774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11CB677F-5AD5-EA23-B2D9-108727455D0F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9060052" y="2658190"/>
                  <a:ext cx="166320" cy="89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D0E7C0BD-288D-51A9-5FCE-BAF75A65ABC4}"/>
              </a:ext>
            </a:extLst>
          </p:cNvPr>
          <p:cNvGrpSpPr/>
          <p:nvPr/>
        </p:nvGrpSpPr>
        <p:grpSpPr>
          <a:xfrm>
            <a:off x="9748732" y="2684830"/>
            <a:ext cx="190080" cy="294840"/>
            <a:chOff x="9748732" y="2684830"/>
            <a:chExt cx="190080" cy="294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C7E7EC95-7C59-8970-EFC2-C32AA2523B39}"/>
                    </a:ext>
                  </a:extLst>
                </p14:cNvPr>
                <p14:cNvContentPartPr/>
                <p14:nvPr/>
              </p14:nvContentPartPr>
              <p14:xfrm>
                <a:off x="9814612" y="2685550"/>
                <a:ext cx="48600" cy="2941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C7E7EC95-7C59-8970-EFC2-C32AA2523B39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9808492" y="2679430"/>
                  <a:ext cx="6084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4F20ECA2-6AA3-E32A-96F6-F779A6FCF497}"/>
                    </a:ext>
                  </a:extLst>
                </p14:cNvPr>
                <p14:cNvContentPartPr/>
                <p14:nvPr/>
              </p14:nvContentPartPr>
              <p14:xfrm>
                <a:off x="9748732" y="2684830"/>
                <a:ext cx="190080" cy="907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4F20ECA2-6AA3-E32A-96F6-F779A6FCF497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9742612" y="2678710"/>
                  <a:ext cx="202320" cy="102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365D275F-A5C0-466C-05A5-79AAE9F7377C}"/>
              </a:ext>
            </a:extLst>
          </p:cNvPr>
          <p:cNvGrpSpPr/>
          <p:nvPr/>
        </p:nvGrpSpPr>
        <p:grpSpPr>
          <a:xfrm>
            <a:off x="10375852" y="2664310"/>
            <a:ext cx="167760" cy="365760"/>
            <a:chOff x="10375852" y="2664310"/>
            <a:chExt cx="167760" cy="365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D4B07DF1-6F52-0A35-F87D-967E5C51D306}"/>
                    </a:ext>
                  </a:extLst>
                </p14:cNvPr>
                <p14:cNvContentPartPr/>
                <p14:nvPr/>
              </p14:nvContentPartPr>
              <p14:xfrm>
                <a:off x="10433092" y="2664310"/>
                <a:ext cx="23760" cy="3657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D4B07DF1-6F52-0A35-F87D-967E5C51D306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0426972" y="2658190"/>
                  <a:ext cx="36000" cy="37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EEF3507E-D973-A131-3BC9-D2816DA5E098}"/>
                    </a:ext>
                  </a:extLst>
                </p14:cNvPr>
                <p14:cNvContentPartPr/>
                <p14:nvPr/>
              </p14:nvContentPartPr>
              <p14:xfrm>
                <a:off x="10375852" y="2675470"/>
                <a:ext cx="167760" cy="1537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EEF3507E-D973-A131-3BC9-D2816DA5E098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0369732" y="2669350"/>
                  <a:ext cx="180000" cy="165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133B4B80-782E-FF48-432A-A45495FADB38}"/>
              </a:ext>
            </a:extLst>
          </p:cNvPr>
          <p:cNvGrpSpPr/>
          <p:nvPr/>
        </p:nvGrpSpPr>
        <p:grpSpPr>
          <a:xfrm>
            <a:off x="7648492" y="3261550"/>
            <a:ext cx="3294720" cy="878400"/>
            <a:chOff x="7648492" y="3261550"/>
            <a:chExt cx="3294720" cy="878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B58E199E-5966-3D21-AEFB-5D1663D2CA2E}"/>
                    </a:ext>
                  </a:extLst>
                </p14:cNvPr>
                <p14:cNvContentPartPr/>
                <p14:nvPr/>
              </p14:nvContentPartPr>
              <p14:xfrm>
                <a:off x="7844692" y="3272710"/>
                <a:ext cx="39240" cy="3592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B58E199E-5966-3D21-AEFB-5D1663D2CA2E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7838572" y="3266590"/>
                  <a:ext cx="51480" cy="37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A90D9AC5-87D7-C553-12B6-6C1341A569A7}"/>
                    </a:ext>
                  </a:extLst>
                </p14:cNvPr>
                <p14:cNvContentPartPr/>
                <p14:nvPr/>
              </p14:nvContentPartPr>
              <p14:xfrm>
                <a:off x="7648492" y="3673030"/>
                <a:ext cx="502200" cy="392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A90D9AC5-87D7-C553-12B6-6C1341A569A7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7642372" y="3666910"/>
                  <a:ext cx="51444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1DAFBA05-A8E9-BF7D-592F-BC34BEFFB45A}"/>
                    </a:ext>
                  </a:extLst>
                </p14:cNvPr>
                <p14:cNvContentPartPr/>
                <p14:nvPr/>
              </p14:nvContentPartPr>
              <p14:xfrm>
                <a:off x="7777372" y="3837190"/>
                <a:ext cx="41400" cy="3027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1DAFBA05-A8E9-BF7D-592F-BC34BEFFB45A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7771252" y="3831070"/>
                  <a:ext cx="5364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8E6AD1FB-7C9F-FCD2-44A5-E3C39D854676}"/>
                    </a:ext>
                  </a:extLst>
                </p14:cNvPr>
                <p14:cNvContentPartPr/>
                <p14:nvPr/>
              </p14:nvContentPartPr>
              <p14:xfrm>
                <a:off x="7787812" y="3834310"/>
                <a:ext cx="109440" cy="14760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8E6AD1FB-7C9F-FCD2-44A5-E3C39D854676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7781692" y="3828190"/>
                  <a:ext cx="12168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A7425AC7-16BA-8F7A-1E71-22AE8007C1CD}"/>
                    </a:ext>
                  </a:extLst>
                </p14:cNvPr>
                <p14:cNvContentPartPr/>
                <p14:nvPr/>
              </p14:nvContentPartPr>
              <p14:xfrm>
                <a:off x="7978252" y="3937990"/>
                <a:ext cx="51120" cy="18972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A7425AC7-16BA-8F7A-1E71-22AE8007C1CD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7972132" y="3931870"/>
                  <a:ext cx="6336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43C6A5D7-8FF8-1B0E-B424-EB8A51A47322}"/>
                    </a:ext>
                  </a:extLst>
                </p14:cNvPr>
                <p14:cNvContentPartPr/>
                <p14:nvPr/>
              </p14:nvContentPartPr>
              <p14:xfrm>
                <a:off x="7957732" y="3994870"/>
                <a:ext cx="97920" cy="669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43C6A5D7-8FF8-1B0E-B424-EB8A51A47322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7951612" y="3988750"/>
                  <a:ext cx="11016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DA62E2F5-C5D6-B056-9E21-C6DC61B61F31}"/>
                    </a:ext>
                  </a:extLst>
                </p14:cNvPr>
                <p14:cNvContentPartPr/>
                <p14:nvPr/>
              </p14:nvContentPartPr>
              <p14:xfrm>
                <a:off x="8139532" y="3891190"/>
                <a:ext cx="191160" cy="2001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DA62E2F5-C5D6-B056-9E21-C6DC61B61F31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8133412" y="3885070"/>
                  <a:ext cx="20340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7BBEDF82-728F-F398-BADF-E87A146AA785}"/>
                    </a:ext>
                  </a:extLst>
                </p14:cNvPr>
                <p14:cNvContentPartPr/>
                <p14:nvPr/>
              </p14:nvContentPartPr>
              <p14:xfrm>
                <a:off x="8256532" y="3935470"/>
                <a:ext cx="41040" cy="288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7BBEDF82-728F-F398-BADF-E87A146AA785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8250412" y="3929350"/>
                  <a:ext cx="5328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35BDDCA0-BA2E-ACDA-8107-BD347400CAF0}"/>
                    </a:ext>
                  </a:extLst>
                </p14:cNvPr>
                <p14:cNvContentPartPr/>
                <p14:nvPr/>
              </p14:nvContentPartPr>
              <p14:xfrm>
                <a:off x="8502772" y="3594550"/>
                <a:ext cx="85320" cy="6984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35BDDCA0-BA2E-ACDA-8107-BD347400CAF0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8496652" y="3588430"/>
                  <a:ext cx="9756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42A132C0-350D-5EBB-8EED-29B5A13855B5}"/>
                    </a:ext>
                  </a:extLst>
                </p14:cNvPr>
                <p14:cNvContentPartPr/>
                <p14:nvPr/>
              </p14:nvContentPartPr>
              <p14:xfrm>
                <a:off x="8879692" y="3261550"/>
                <a:ext cx="46080" cy="3463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42A132C0-350D-5EBB-8EED-29B5A13855B5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8873572" y="3255430"/>
                  <a:ext cx="58320" cy="35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397B67B4-5EED-4945-BDA9-866EB896D429}"/>
                    </a:ext>
                  </a:extLst>
                </p14:cNvPr>
                <p14:cNvContentPartPr/>
                <p14:nvPr/>
              </p14:nvContentPartPr>
              <p14:xfrm>
                <a:off x="8716972" y="3628750"/>
                <a:ext cx="570960" cy="126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397B67B4-5EED-4945-BDA9-866EB896D429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8710852" y="3622630"/>
                  <a:ext cx="58320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9F067567-CE7B-B3EA-7520-29E87C7DE1E4}"/>
                    </a:ext>
                  </a:extLst>
                </p14:cNvPr>
                <p14:cNvContentPartPr/>
                <p14:nvPr/>
              </p14:nvContentPartPr>
              <p14:xfrm>
                <a:off x="8904172" y="3809830"/>
                <a:ext cx="31320" cy="2671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9F067567-CE7B-B3EA-7520-29E87C7DE1E4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8898052" y="3803710"/>
                  <a:ext cx="4356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7FD9AC7D-B999-4703-DDD0-61A05FAC281A}"/>
                    </a:ext>
                  </a:extLst>
                </p14:cNvPr>
                <p14:cNvContentPartPr/>
                <p14:nvPr/>
              </p14:nvContentPartPr>
              <p14:xfrm>
                <a:off x="8904532" y="3782470"/>
                <a:ext cx="95400" cy="1594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7FD9AC7D-B999-4703-DDD0-61A05FAC281A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8898412" y="3776350"/>
                  <a:ext cx="10764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A5AD89F8-67C5-DC8B-4E08-3983C6C39668}"/>
                    </a:ext>
                  </a:extLst>
                </p14:cNvPr>
                <p14:cNvContentPartPr/>
                <p14:nvPr/>
              </p14:nvContentPartPr>
              <p14:xfrm>
                <a:off x="9100012" y="3941590"/>
                <a:ext cx="38520" cy="1173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A5AD89F8-67C5-DC8B-4E08-3983C6C39668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9093892" y="3935470"/>
                  <a:ext cx="5076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63506E3D-2126-54A3-58CE-F33571B3FCCC}"/>
                    </a:ext>
                  </a:extLst>
                </p14:cNvPr>
                <p14:cNvContentPartPr/>
                <p14:nvPr/>
              </p14:nvContentPartPr>
              <p14:xfrm>
                <a:off x="9109012" y="3907390"/>
                <a:ext cx="123120" cy="1440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63506E3D-2126-54A3-58CE-F33571B3FCCC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9102892" y="3901270"/>
                  <a:ext cx="13536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C79CFF63-063F-0674-DC44-C7E6A569E855}"/>
                    </a:ext>
                  </a:extLst>
                </p14:cNvPr>
                <p14:cNvContentPartPr/>
                <p14:nvPr/>
              </p14:nvContentPartPr>
              <p14:xfrm>
                <a:off x="9404572" y="3649990"/>
                <a:ext cx="187560" cy="4644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C79CFF63-063F-0674-DC44-C7E6A569E855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9398452" y="3643870"/>
                  <a:ext cx="19980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027C390A-14FA-8784-A52E-742D0B4ACFF3}"/>
                    </a:ext>
                  </a:extLst>
                </p14:cNvPr>
                <p14:cNvContentPartPr/>
                <p14:nvPr/>
              </p14:nvContentPartPr>
              <p14:xfrm>
                <a:off x="9512572" y="3594190"/>
                <a:ext cx="13320" cy="1522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027C390A-14FA-8784-A52E-742D0B4ACFF3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9506452" y="3588070"/>
                  <a:ext cx="2556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1022357E-396A-33AA-7331-425C1B0B6344}"/>
                    </a:ext>
                  </a:extLst>
                </p14:cNvPr>
                <p14:cNvContentPartPr/>
                <p14:nvPr/>
              </p14:nvContentPartPr>
              <p14:xfrm>
                <a:off x="9818932" y="3323470"/>
                <a:ext cx="35280" cy="28908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1022357E-396A-33AA-7331-425C1B0B6344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9812812" y="3317350"/>
                  <a:ext cx="4752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8198A5B8-E5EB-6EFA-95FB-606EA0947EF8}"/>
                    </a:ext>
                  </a:extLst>
                </p14:cNvPr>
                <p14:cNvContentPartPr/>
                <p14:nvPr/>
              </p14:nvContentPartPr>
              <p14:xfrm>
                <a:off x="9727492" y="3579790"/>
                <a:ext cx="343440" cy="424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8198A5B8-E5EB-6EFA-95FB-606EA0947EF8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9721372" y="3573670"/>
                  <a:ext cx="35568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17BBB534-87BC-559B-5C63-D5264C34FD1D}"/>
                    </a:ext>
                  </a:extLst>
                </p14:cNvPr>
                <p14:cNvContentPartPr/>
                <p14:nvPr/>
              </p14:nvContentPartPr>
              <p14:xfrm>
                <a:off x="9777532" y="3769870"/>
                <a:ext cx="47880" cy="25020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17BBB534-87BC-559B-5C63-D5264C34FD1D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9771412" y="3763750"/>
                  <a:ext cx="6012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C8C6B337-C533-4A57-5630-47F99231B42D}"/>
                    </a:ext>
                  </a:extLst>
                </p14:cNvPr>
                <p14:cNvContentPartPr/>
                <p14:nvPr/>
              </p14:nvContentPartPr>
              <p14:xfrm>
                <a:off x="9773572" y="3769870"/>
                <a:ext cx="133920" cy="15804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C8C6B337-C533-4A57-5630-47F99231B42D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9767452" y="3763750"/>
                  <a:ext cx="14616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52005310-06E7-6B4B-383C-D55EB27B4708}"/>
                    </a:ext>
                  </a:extLst>
                </p14:cNvPr>
                <p14:cNvContentPartPr/>
                <p14:nvPr/>
              </p14:nvContentPartPr>
              <p14:xfrm>
                <a:off x="9976252" y="3934750"/>
                <a:ext cx="119880" cy="1494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52005310-06E7-6B4B-383C-D55EB27B4708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9970132" y="3928630"/>
                  <a:ext cx="13212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BB3939DC-5452-D9B1-436E-85D1B444C37A}"/>
                    </a:ext>
                  </a:extLst>
                </p14:cNvPr>
                <p14:cNvContentPartPr/>
                <p14:nvPr/>
              </p14:nvContentPartPr>
              <p14:xfrm>
                <a:off x="10267852" y="3558550"/>
                <a:ext cx="75960" cy="50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BB3939DC-5452-D9B1-436E-85D1B444C37A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10261732" y="3552430"/>
                  <a:ext cx="88200" cy="1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1B9E6958-8BFE-98FF-2348-BB4D5EB77722}"/>
                    </a:ext>
                  </a:extLst>
                </p14:cNvPr>
                <p14:cNvContentPartPr/>
                <p14:nvPr/>
              </p14:nvContentPartPr>
              <p14:xfrm>
                <a:off x="10290172" y="3541990"/>
                <a:ext cx="23400" cy="13536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1B9E6958-8BFE-98FF-2348-BB4D5EB77722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10284052" y="3535870"/>
                  <a:ext cx="3564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160A4C1F-E7D3-1915-6FC8-5B2508C06DCF}"/>
                    </a:ext>
                  </a:extLst>
                </p14:cNvPr>
                <p14:cNvContentPartPr/>
                <p14:nvPr/>
              </p14:nvContentPartPr>
              <p14:xfrm>
                <a:off x="10568092" y="3342910"/>
                <a:ext cx="63000" cy="2394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160A4C1F-E7D3-1915-6FC8-5B2508C06DCF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10561972" y="3336790"/>
                  <a:ext cx="7524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35F0E0E0-A301-5FD7-8384-107CE22E0BE7}"/>
                    </a:ext>
                  </a:extLst>
                </p14:cNvPr>
                <p14:cNvContentPartPr/>
                <p14:nvPr/>
              </p14:nvContentPartPr>
              <p14:xfrm>
                <a:off x="10513372" y="3617590"/>
                <a:ext cx="382680" cy="4068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35F0E0E0-A301-5FD7-8384-107CE22E0BE7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10507252" y="3611470"/>
                  <a:ext cx="39492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F65052FE-4E0A-00B3-DFCA-A30206A6CEB7}"/>
                    </a:ext>
                  </a:extLst>
                </p14:cNvPr>
                <p14:cNvContentPartPr/>
                <p14:nvPr/>
              </p14:nvContentPartPr>
              <p14:xfrm>
                <a:off x="10646572" y="3737470"/>
                <a:ext cx="70200" cy="28296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F65052FE-4E0A-00B3-DFCA-A30206A6CEB7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10640452" y="3731350"/>
                  <a:ext cx="8244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1F8F6ED9-8B16-8176-1081-685AB4CCE270}"/>
                    </a:ext>
                  </a:extLst>
                </p14:cNvPr>
                <p14:cNvContentPartPr/>
                <p14:nvPr/>
              </p14:nvContentPartPr>
              <p14:xfrm>
                <a:off x="10655212" y="3766630"/>
                <a:ext cx="162000" cy="1411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1F8F6ED9-8B16-8176-1081-685AB4CCE270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10649092" y="3760510"/>
                  <a:ext cx="17424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27FC66E7-388F-84CC-B132-3E35224BB9BF}"/>
                    </a:ext>
                  </a:extLst>
                </p14:cNvPr>
                <p14:cNvContentPartPr/>
                <p14:nvPr/>
              </p14:nvContentPartPr>
              <p14:xfrm>
                <a:off x="10841692" y="3887230"/>
                <a:ext cx="33840" cy="1605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27FC66E7-388F-84CC-B132-3E35224BB9BF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10835572" y="3881110"/>
                  <a:ext cx="4608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EB0FD298-1A9B-568E-FED6-45AB643D3908}"/>
                    </a:ext>
                  </a:extLst>
                </p14:cNvPr>
                <p14:cNvContentPartPr/>
                <p14:nvPr/>
              </p14:nvContentPartPr>
              <p14:xfrm>
                <a:off x="10832692" y="3913870"/>
                <a:ext cx="110520" cy="13752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EB0FD298-1A9B-568E-FED6-45AB643D3908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10826572" y="3907750"/>
                  <a:ext cx="122760" cy="149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3028044F-D72E-59A8-35F7-09CC1D70B3D4}"/>
              </a:ext>
            </a:extLst>
          </p:cNvPr>
          <p:cNvGrpSpPr/>
          <p:nvPr/>
        </p:nvGrpSpPr>
        <p:grpSpPr>
          <a:xfrm>
            <a:off x="7801852" y="4472950"/>
            <a:ext cx="2282400" cy="1170720"/>
            <a:chOff x="7801852" y="4472950"/>
            <a:chExt cx="2282400" cy="1170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1CCD8BBD-E2DB-0F68-F17C-DE0081EB6C54}"/>
                    </a:ext>
                  </a:extLst>
                </p14:cNvPr>
                <p14:cNvContentPartPr/>
                <p14:nvPr/>
              </p14:nvContentPartPr>
              <p14:xfrm>
                <a:off x="8359852" y="4472950"/>
                <a:ext cx="27360" cy="29052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1CCD8BBD-E2DB-0F68-F17C-DE0081EB6C54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8353732" y="4466830"/>
                  <a:ext cx="3960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405910C8-53E0-2181-0526-B814A3F780BC}"/>
                    </a:ext>
                  </a:extLst>
                </p14:cNvPr>
                <p14:cNvContentPartPr/>
                <p14:nvPr/>
              </p14:nvContentPartPr>
              <p14:xfrm>
                <a:off x="8375332" y="4764910"/>
                <a:ext cx="77400" cy="1339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405910C8-53E0-2181-0526-B814A3F780BC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8369212" y="4758790"/>
                  <a:ext cx="8964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DF86EA94-A501-876A-8A39-18A38045A8EB}"/>
                    </a:ext>
                  </a:extLst>
                </p14:cNvPr>
                <p14:cNvContentPartPr/>
                <p14:nvPr/>
              </p14:nvContentPartPr>
              <p14:xfrm>
                <a:off x="8302252" y="4931230"/>
                <a:ext cx="272520" cy="2340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DF86EA94-A501-876A-8A39-18A38045A8EB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8296132" y="4925110"/>
                  <a:ext cx="28476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9AF62CD5-EE89-0371-EBA1-D340E1524AC0}"/>
                    </a:ext>
                  </a:extLst>
                </p14:cNvPr>
                <p14:cNvContentPartPr/>
                <p14:nvPr/>
              </p14:nvContentPartPr>
              <p14:xfrm>
                <a:off x="8142412" y="4933390"/>
                <a:ext cx="223200" cy="306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9AF62CD5-EE89-0371-EBA1-D340E1524AC0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8136292" y="4927270"/>
                  <a:ext cx="23544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C90A63AF-F984-88AA-47F5-3E17E379066A}"/>
                    </a:ext>
                  </a:extLst>
                </p14:cNvPr>
                <p14:cNvContentPartPr/>
                <p14:nvPr/>
              </p14:nvContentPartPr>
              <p14:xfrm>
                <a:off x="8361652" y="4530910"/>
                <a:ext cx="675720" cy="4788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C90A63AF-F984-88AA-47F5-3E17E379066A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8355532" y="4524790"/>
                  <a:ext cx="68796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99C45DA3-3B18-DA92-2056-D4265EFD039B}"/>
                    </a:ext>
                  </a:extLst>
                </p14:cNvPr>
                <p14:cNvContentPartPr/>
                <p14:nvPr/>
              </p14:nvContentPartPr>
              <p14:xfrm>
                <a:off x="9049612" y="4558630"/>
                <a:ext cx="159840" cy="1944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99C45DA3-3B18-DA92-2056-D4265EFD039B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9043492" y="4552510"/>
                  <a:ext cx="17208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C60EFD88-A1AE-909D-4036-D52C8E57220E}"/>
                    </a:ext>
                  </a:extLst>
                </p14:cNvPr>
                <p14:cNvContentPartPr/>
                <p14:nvPr/>
              </p14:nvContentPartPr>
              <p14:xfrm>
                <a:off x="9241492" y="4564750"/>
                <a:ext cx="16560" cy="31824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C60EFD88-A1AE-909D-4036-D52C8E57220E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9235372" y="4558630"/>
                  <a:ext cx="2880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FBFC7D55-5B3B-806E-297F-13FB369FC948}"/>
                    </a:ext>
                  </a:extLst>
                </p14:cNvPr>
                <p14:cNvContentPartPr/>
                <p14:nvPr/>
              </p14:nvContentPartPr>
              <p14:xfrm>
                <a:off x="9177052" y="4872190"/>
                <a:ext cx="182520" cy="31896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FBFC7D55-5B3B-806E-297F-13FB369FC948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9170932" y="4866070"/>
                  <a:ext cx="194760" cy="3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51A88E44-1214-23DF-E087-9A34DA272CE7}"/>
                    </a:ext>
                  </a:extLst>
                </p14:cNvPr>
                <p14:cNvContentPartPr/>
                <p14:nvPr/>
              </p14:nvContentPartPr>
              <p14:xfrm>
                <a:off x="9316732" y="5186470"/>
                <a:ext cx="11160" cy="39708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51A88E44-1214-23DF-E087-9A34DA272CE7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9310612" y="5180350"/>
                  <a:ext cx="23400" cy="40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AF316DA6-47E7-9A69-F088-631562E05094}"/>
                    </a:ext>
                  </a:extLst>
                </p14:cNvPr>
                <p14:cNvContentPartPr/>
                <p14:nvPr/>
              </p14:nvContentPartPr>
              <p14:xfrm>
                <a:off x="8418892" y="5592190"/>
                <a:ext cx="1013760" cy="5148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AF316DA6-47E7-9A69-F088-631562E05094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8412772" y="5586070"/>
                  <a:ext cx="102600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CAEC41F8-0C37-6757-BEE9-B495980302AE}"/>
                    </a:ext>
                  </a:extLst>
                </p14:cNvPr>
                <p14:cNvContentPartPr/>
                <p14:nvPr/>
              </p14:nvContentPartPr>
              <p14:xfrm>
                <a:off x="8620132" y="4939150"/>
                <a:ext cx="3960" cy="144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CAEC41F8-0C37-6757-BEE9-B495980302AE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8614012" y="4933030"/>
                  <a:ext cx="16200" cy="1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2F73F5C5-3582-5580-8581-35D0F1322230}"/>
                    </a:ext>
                  </a:extLst>
                </p14:cNvPr>
                <p14:cNvContentPartPr/>
                <p14:nvPr/>
              </p14:nvContentPartPr>
              <p14:xfrm>
                <a:off x="8566492" y="4938070"/>
                <a:ext cx="109440" cy="2016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2F73F5C5-3582-5580-8581-35D0F1322230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8560372" y="4931950"/>
                  <a:ext cx="12168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6963A4F2-283B-A049-3956-212EA4912E67}"/>
                    </a:ext>
                  </a:extLst>
                </p14:cNvPr>
                <p14:cNvContentPartPr/>
                <p14:nvPr/>
              </p14:nvContentPartPr>
              <p14:xfrm>
                <a:off x="8368132" y="5083510"/>
                <a:ext cx="100080" cy="684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6963A4F2-283B-A049-3956-212EA4912E67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8362012" y="5077390"/>
                  <a:ext cx="11232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F6239157-2094-1ED3-D74E-E6AED1F6FE86}"/>
                    </a:ext>
                  </a:extLst>
                </p14:cNvPr>
                <p14:cNvContentPartPr/>
                <p14:nvPr/>
              </p14:nvContentPartPr>
              <p14:xfrm>
                <a:off x="8420332" y="5082070"/>
                <a:ext cx="33480" cy="5500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F6239157-2094-1ED3-D74E-E6AED1F6FE86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8414212" y="5075950"/>
                  <a:ext cx="45720" cy="56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54C11515-0734-3A70-5587-81FCCAC1E95B}"/>
                    </a:ext>
                  </a:extLst>
                </p14:cNvPr>
                <p14:cNvContentPartPr/>
                <p14:nvPr/>
              </p14:nvContentPartPr>
              <p14:xfrm>
                <a:off x="7801852" y="5174230"/>
                <a:ext cx="14400" cy="756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54C11515-0734-3A70-5587-81FCCAC1E95B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7795732" y="5168110"/>
                  <a:ext cx="2664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D4E82C1F-A051-1873-7498-78114F0631CE}"/>
                    </a:ext>
                  </a:extLst>
                </p14:cNvPr>
                <p14:cNvContentPartPr/>
                <p14:nvPr/>
              </p14:nvContentPartPr>
              <p14:xfrm>
                <a:off x="7856212" y="5088550"/>
                <a:ext cx="236160" cy="19116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D4E82C1F-A051-1873-7498-78114F0631CE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7850092" y="5082430"/>
                  <a:ext cx="24840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EC4AFBB5-38D1-AA46-B6B3-480A84BBD7F2}"/>
                    </a:ext>
                  </a:extLst>
                </p14:cNvPr>
                <p14:cNvContentPartPr/>
                <p14:nvPr/>
              </p14:nvContentPartPr>
              <p14:xfrm>
                <a:off x="8173012" y="5228590"/>
                <a:ext cx="21960" cy="18900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EC4AFBB5-38D1-AA46-B6B3-480A84BBD7F2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8166892" y="5222470"/>
                  <a:ext cx="3420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FC39B4EF-BF89-4ADA-D352-DF7274B34E3D}"/>
                    </a:ext>
                  </a:extLst>
                </p14:cNvPr>
                <p14:cNvContentPartPr/>
                <p14:nvPr/>
              </p14:nvContentPartPr>
              <p14:xfrm>
                <a:off x="8186692" y="5277550"/>
                <a:ext cx="101160" cy="10008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FC39B4EF-BF89-4ADA-D352-DF7274B34E3D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8180572" y="5271430"/>
                  <a:ext cx="11340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945FB3E1-17A0-52A1-E923-D31C56F5DD9D}"/>
                    </a:ext>
                  </a:extLst>
                </p14:cNvPr>
                <p14:cNvContentPartPr/>
                <p14:nvPr/>
              </p14:nvContentPartPr>
              <p14:xfrm>
                <a:off x="8195692" y="5312830"/>
                <a:ext cx="69480" cy="4104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945FB3E1-17A0-52A1-E923-D31C56F5DD9D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8189572" y="5306710"/>
                  <a:ext cx="8172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6595BEBA-F6F8-139E-C70B-D24A4E1CD3CA}"/>
                    </a:ext>
                  </a:extLst>
                </p14:cNvPr>
                <p14:cNvContentPartPr/>
                <p14:nvPr/>
              </p14:nvContentPartPr>
              <p14:xfrm>
                <a:off x="9505732" y="4869310"/>
                <a:ext cx="102240" cy="26928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6595BEBA-F6F8-139E-C70B-D24A4E1CD3CA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9499612" y="4863190"/>
                  <a:ext cx="11448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59FE592A-363D-AB8A-8998-8AD82D7E9F8F}"/>
                    </a:ext>
                  </a:extLst>
                </p14:cNvPr>
                <p14:cNvContentPartPr/>
                <p14:nvPr/>
              </p14:nvContentPartPr>
              <p14:xfrm>
                <a:off x="9506452" y="4866430"/>
                <a:ext cx="173880" cy="13320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59FE592A-363D-AB8A-8998-8AD82D7E9F8F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9500332" y="4860310"/>
                  <a:ext cx="18612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CBBCBEAB-44C5-4C60-7870-301451E8C372}"/>
                    </a:ext>
                  </a:extLst>
                </p14:cNvPr>
                <p14:cNvContentPartPr/>
                <p14:nvPr/>
              </p14:nvContentPartPr>
              <p14:xfrm>
                <a:off x="9766732" y="4960750"/>
                <a:ext cx="106920" cy="16308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CBBCBEAB-44C5-4C60-7870-301451E8C372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9760612" y="4954630"/>
                  <a:ext cx="11916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1FB36588-85ED-B7C6-E1D1-137DF4A009BF}"/>
                    </a:ext>
                  </a:extLst>
                </p14:cNvPr>
                <p14:cNvContentPartPr/>
                <p14:nvPr/>
              </p14:nvContentPartPr>
              <p14:xfrm>
                <a:off x="9788692" y="5001070"/>
                <a:ext cx="76680" cy="7632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1FB36588-85ED-B7C6-E1D1-137DF4A009BF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9782572" y="4994950"/>
                  <a:ext cx="8892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55677A3A-454A-348F-603A-E8ACCA921998}"/>
                    </a:ext>
                  </a:extLst>
                </p14:cNvPr>
                <p14:cNvContentPartPr/>
                <p14:nvPr/>
              </p14:nvContentPartPr>
              <p14:xfrm>
                <a:off x="9896332" y="4984150"/>
                <a:ext cx="102240" cy="8640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55677A3A-454A-348F-603A-E8ACCA921998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9890212" y="4978030"/>
                  <a:ext cx="11448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8538CFAC-8574-2A6C-8B79-65749375A9F3}"/>
                    </a:ext>
                  </a:extLst>
                </p14:cNvPr>
                <p14:cNvContentPartPr/>
                <p14:nvPr/>
              </p14:nvContentPartPr>
              <p14:xfrm>
                <a:off x="9951052" y="4883710"/>
                <a:ext cx="133200" cy="14076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8538CFAC-8574-2A6C-8B79-65749375A9F3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9944932" y="4877590"/>
                  <a:ext cx="145440" cy="153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B3A6CD68-16C0-FC03-BED0-E3268625D9E8}"/>
              </a:ext>
            </a:extLst>
          </p:cNvPr>
          <p:cNvGrpSpPr/>
          <p:nvPr/>
        </p:nvGrpSpPr>
        <p:grpSpPr>
          <a:xfrm>
            <a:off x="8849092" y="1717510"/>
            <a:ext cx="154440" cy="339840"/>
            <a:chOff x="8849092" y="1717510"/>
            <a:chExt cx="154440" cy="339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72DC4A14-803C-4F9F-942B-C40B02CEB8E2}"/>
                    </a:ext>
                  </a:extLst>
                </p14:cNvPr>
                <p14:cNvContentPartPr/>
                <p14:nvPr/>
              </p14:nvContentPartPr>
              <p14:xfrm>
                <a:off x="8877892" y="1717510"/>
                <a:ext cx="62280" cy="28944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72DC4A14-803C-4F9F-942B-C40B02CEB8E2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8860252" y="1699510"/>
                  <a:ext cx="9792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3FE8536E-66F4-147C-D6DD-593DEE6BA153}"/>
                    </a:ext>
                  </a:extLst>
                </p14:cNvPr>
                <p14:cNvContentPartPr/>
                <p14:nvPr/>
              </p14:nvContentPartPr>
              <p14:xfrm>
                <a:off x="8849092" y="1927030"/>
                <a:ext cx="154440" cy="13032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3FE8536E-66F4-147C-D6DD-593DEE6BA153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8831452" y="1909390"/>
                  <a:ext cx="190080" cy="165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690684BC-8A0B-757B-6000-0F02DA4D2C00}"/>
              </a:ext>
            </a:extLst>
          </p:cNvPr>
          <p:cNvGrpSpPr/>
          <p:nvPr/>
        </p:nvGrpSpPr>
        <p:grpSpPr>
          <a:xfrm>
            <a:off x="8763772" y="2197390"/>
            <a:ext cx="212400" cy="197280"/>
            <a:chOff x="8763772" y="2197390"/>
            <a:chExt cx="212400" cy="197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C4095B63-217D-DE48-72F8-AFBE4C4AEE37}"/>
                    </a:ext>
                  </a:extLst>
                </p14:cNvPr>
                <p14:cNvContentPartPr/>
                <p14:nvPr/>
              </p14:nvContentPartPr>
              <p14:xfrm>
                <a:off x="8763772" y="2197390"/>
                <a:ext cx="86400" cy="18504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C4095B63-217D-DE48-72F8-AFBE4C4AEE37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8745772" y="2179390"/>
                  <a:ext cx="12204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A6FE181B-E195-4609-562C-28F6144512FA}"/>
                    </a:ext>
                  </a:extLst>
                </p14:cNvPr>
                <p14:cNvContentPartPr/>
                <p14:nvPr/>
              </p14:nvContentPartPr>
              <p14:xfrm>
                <a:off x="8791132" y="2363710"/>
                <a:ext cx="63000" cy="3096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A6FE181B-E195-4609-562C-28F6144512FA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8773492" y="2345710"/>
                  <a:ext cx="9864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195E0D67-D111-5F35-90FB-46D24D3A716D}"/>
                    </a:ext>
                  </a:extLst>
                </p14:cNvPr>
                <p14:cNvContentPartPr/>
                <p14:nvPr/>
              </p14:nvContentPartPr>
              <p14:xfrm>
                <a:off x="8925772" y="2305030"/>
                <a:ext cx="50400" cy="8496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195E0D67-D111-5F35-90FB-46D24D3A716D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8908132" y="2287390"/>
                  <a:ext cx="86040" cy="12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A2E2A88C-2453-BABA-9CDB-975281FE4D31}"/>
              </a:ext>
            </a:extLst>
          </p:cNvPr>
          <p:cNvGrpSpPr/>
          <p:nvPr/>
        </p:nvGrpSpPr>
        <p:grpSpPr>
          <a:xfrm>
            <a:off x="9613372" y="1706710"/>
            <a:ext cx="106560" cy="284760"/>
            <a:chOff x="9613372" y="1706710"/>
            <a:chExt cx="106560" cy="284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0DEC3CF9-1ACA-264A-98D2-C744C43211BF}"/>
                    </a:ext>
                  </a:extLst>
                </p14:cNvPr>
                <p14:cNvContentPartPr/>
                <p14:nvPr/>
              </p14:nvContentPartPr>
              <p14:xfrm>
                <a:off x="9636412" y="1706710"/>
                <a:ext cx="31320" cy="18756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0DEC3CF9-1ACA-264A-98D2-C744C43211BF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9618412" y="1689070"/>
                  <a:ext cx="6696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EE3EED21-3F79-7CFF-F267-305079CE14D7}"/>
                    </a:ext>
                  </a:extLst>
                </p14:cNvPr>
                <p14:cNvContentPartPr/>
                <p14:nvPr/>
              </p14:nvContentPartPr>
              <p14:xfrm>
                <a:off x="9613372" y="1909750"/>
                <a:ext cx="106560" cy="8172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EE3EED21-3F79-7CFF-F267-305079CE14D7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9595372" y="1891750"/>
                  <a:ext cx="142200" cy="117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EC7108C9-8F56-BCF9-5F66-AA6960DC6231}"/>
              </a:ext>
            </a:extLst>
          </p:cNvPr>
          <p:cNvGrpSpPr/>
          <p:nvPr/>
        </p:nvGrpSpPr>
        <p:grpSpPr>
          <a:xfrm>
            <a:off x="9637132" y="2136550"/>
            <a:ext cx="125640" cy="187200"/>
            <a:chOff x="9637132" y="2136550"/>
            <a:chExt cx="125640" cy="187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25D1A0E3-58F1-2C76-C28E-6E43C507555F}"/>
                    </a:ext>
                  </a:extLst>
                </p14:cNvPr>
                <p14:cNvContentPartPr/>
                <p14:nvPr/>
              </p14:nvContentPartPr>
              <p14:xfrm>
                <a:off x="9677452" y="2136550"/>
                <a:ext cx="59760" cy="18720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25D1A0E3-58F1-2C76-C28E-6E43C507555F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9659812" y="2118910"/>
                  <a:ext cx="9540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FDF19A1F-911A-72CB-26A9-0E2D5E5576FD}"/>
                    </a:ext>
                  </a:extLst>
                </p14:cNvPr>
                <p14:cNvContentPartPr/>
                <p14:nvPr/>
              </p14:nvContentPartPr>
              <p14:xfrm>
                <a:off x="9637132" y="2140870"/>
                <a:ext cx="25200" cy="4824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FDF19A1F-911A-72CB-26A9-0E2D5E5576FD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9619132" y="2122870"/>
                  <a:ext cx="6084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F1E9EA5E-DA4B-ED60-8379-69E68D786BE6}"/>
                    </a:ext>
                  </a:extLst>
                </p14:cNvPr>
                <p14:cNvContentPartPr/>
                <p14:nvPr/>
              </p14:nvContentPartPr>
              <p14:xfrm>
                <a:off x="9714532" y="2272990"/>
                <a:ext cx="48240" cy="4572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F1E9EA5E-DA4B-ED60-8379-69E68D786BE6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9696892" y="2255350"/>
                  <a:ext cx="83880" cy="81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AFC6703F-A7D6-BE9E-3A0D-F49116FD5E23}"/>
              </a:ext>
            </a:extLst>
          </p:cNvPr>
          <p:cNvGrpSpPr/>
          <p:nvPr/>
        </p:nvGrpSpPr>
        <p:grpSpPr>
          <a:xfrm>
            <a:off x="10171372" y="1679710"/>
            <a:ext cx="99360" cy="293760"/>
            <a:chOff x="10171372" y="1679710"/>
            <a:chExt cx="99360" cy="29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F91C9D90-1407-FF98-C712-F90F693952FA}"/>
                    </a:ext>
                  </a:extLst>
                </p14:cNvPr>
                <p14:cNvContentPartPr/>
                <p14:nvPr/>
              </p14:nvContentPartPr>
              <p14:xfrm>
                <a:off x="10230412" y="1679710"/>
                <a:ext cx="40320" cy="29376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F91C9D90-1407-FF98-C712-F90F693952FA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10212412" y="1662070"/>
                  <a:ext cx="75960" cy="32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A45CA372-2486-5B90-9E2E-453E079F7F5A}"/>
                    </a:ext>
                  </a:extLst>
                </p14:cNvPr>
                <p14:cNvContentPartPr/>
                <p14:nvPr/>
              </p14:nvContentPartPr>
              <p14:xfrm>
                <a:off x="10171372" y="1929910"/>
                <a:ext cx="79920" cy="3852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A45CA372-2486-5B90-9E2E-453E079F7F5A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10153372" y="1911910"/>
                  <a:ext cx="115560" cy="74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97E4D993-B672-2888-AEE1-3EFE5609B7B1}"/>
              </a:ext>
            </a:extLst>
          </p:cNvPr>
          <p:cNvGrpSpPr/>
          <p:nvPr/>
        </p:nvGrpSpPr>
        <p:grpSpPr>
          <a:xfrm>
            <a:off x="10175332" y="2177950"/>
            <a:ext cx="266760" cy="216720"/>
            <a:chOff x="10175332" y="2177950"/>
            <a:chExt cx="266760" cy="216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9A31BF73-7BA5-CDD7-773F-D16DAE44224D}"/>
                    </a:ext>
                  </a:extLst>
                </p14:cNvPr>
                <p14:cNvContentPartPr/>
                <p14:nvPr/>
              </p14:nvContentPartPr>
              <p14:xfrm>
                <a:off x="10208092" y="2203510"/>
                <a:ext cx="49320" cy="16596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9A31BF73-7BA5-CDD7-773F-D16DAE44224D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10190092" y="2185510"/>
                  <a:ext cx="8496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DCC39831-EC42-5109-15E3-31B4D8A8F168}"/>
                    </a:ext>
                  </a:extLst>
                </p14:cNvPr>
                <p14:cNvContentPartPr/>
                <p14:nvPr/>
              </p14:nvContentPartPr>
              <p14:xfrm>
                <a:off x="10175332" y="2177950"/>
                <a:ext cx="59040" cy="3384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DCC39831-EC42-5109-15E3-31B4D8A8F168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10157332" y="2160310"/>
                  <a:ext cx="9468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3CEF11CE-F3A1-14E8-B4FE-1163CA12F542}"/>
                    </a:ext>
                  </a:extLst>
                </p14:cNvPr>
                <p14:cNvContentPartPr/>
                <p14:nvPr/>
              </p14:nvContentPartPr>
              <p14:xfrm>
                <a:off x="10204132" y="2358310"/>
                <a:ext cx="66240" cy="3024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3CEF11CE-F3A1-14E8-B4FE-1163CA12F542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10186492" y="2340670"/>
                  <a:ext cx="10188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57B42234-5D70-4AF1-6AC9-CFFF140F6191}"/>
                    </a:ext>
                  </a:extLst>
                </p14:cNvPr>
                <p14:cNvContentPartPr/>
                <p14:nvPr/>
              </p14:nvContentPartPr>
              <p14:xfrm>
                <a:off x="10332292" y="2292790"/>
                <a:ext cx="109800" cy="10188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57B42234-5D70-4AF1-6AC9-CFFF140F6191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10314652" y="2275150"/>
                  <a:ext cx="145440" cy="137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2853355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A3599-3D43-82D2-FC24-D5C13871D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divider</a:t>
            </a:r>
          </a:p>
        </p:txBody>
      </p:sp>
      <p:pic>
        <p:nvPicPr>
          <p:cNvPr id="6" name="Content Placeholder 5" descr="A diagram of a circuit&#10;&#10;Description automatically generated">
            <a:extLst>
              <a:ext uri="{FF2B5EF4-FFF2-40B4-BE49-F238E27FC236}">
                <a16:creationId xmlns:a16="http://schemas.microsoft.com/office/drawing/2014/main" id="{5DF4F50E-6D8F-174E-CBA4-3752A35440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7992" y="1008301"/>
            <a:ext cx="2712555" cy="5228451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22CB8D-5C56-66F0-D4E1-B2480C8497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22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94081CA2-3DFA-0746-6093-E3178AFA1206}"/>
              </a:ext>
            </a:extLst>
          </p:cNvPr>
          <p:cNvGrpSpPr/>
          <p:nvPr/>
        </p:nvGrpSpPr>
        <p:grpSpPr>
          <a:xfrm>
            <a:off x="5860372" y="3052030"/>
            <a:ext cx="2089440" cy="731160"/>
            <a:chOff x="5860372" y="3052030"/>
            <a:chExt cx="2089440" cy="731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BFEB9D23-5EBD-16B7-FA5E-670E247DCB9A}"/>
                    </a:ext>
                  </a:extLst>
                </p14:cNvPr>
                <p14:cNvContentPartPr/>
                <p14:nvPr/>
              </p14:nvContentPartPr>
              <p14:xfrm>
                <a:off x="5903212" y="3356590"/>
                <a:ext cx="43560" cy="3380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BFEB9D23-5EBD-16B7-FA5E-670E247DCB9A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897092" y="3350470"/>
                  <a:ext cx="55800" cy="35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98F717A1-C119-A3EA-CFBF-A7B1CC4E1058}"/>
                    </a:ext>
                  </a:extLst>
                </p14:cNvPr>
                <p14:cNvContentPartPr/>
                <p14:nvPr/>
              </p14:nvContentPartPr>
              <p14:xfrm>
                <a:off x="5860372" y="3646030"/>
                <a:ext cx="112320" cy="457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98F717A1-C119-A3EA-CFBF-A7B1CC4E105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854252" y="3639910"/>
                  <a:ext cx="12456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ADAE5BF1-E433-AFB2-CB76-223BA25B5192}"/>
                    </a:ext>
                  </a:extLst>
                </p14:cNvPr>
                <p14:cNvContentPartPr/>
                <p14:nvPr/>
              </p14:nvContentPartPr>
              <p14:xfrm>
                <a:off x="6093292" y="3566470"/>
                <a:ext cx="22680" cy="1879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ADAE5BF1-E433-AFB2-CB76-223BA25B5192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087172" y="3560350"/>
                  <a:ext cx="3492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520C4B13-628D-51B0-C6E2-316F5C3818EC}"/>
                    </a:ext>
                  </a:extLst>
                </p14:cNvPr>
                <p14:cNvContentPartPr/>
                <p14:nvPr/>
              </p14:nvContentPartPr>
              <p14:xfrm>
                <a:off x="6230092" y="3480070"/>
                <a:ext cx="69480" cy="302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520C4B13-628D-51B0-C6E2-316F5C3818EC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223972" y="3473950"/>
                  <a:ext cx="8172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F0B2C206-5B25-DE41-0702-474E9626B40D}"/>
                    </a:ext>
                  </a:extLst>
                </p14:cNvPr>
                <p14:cNvContentPartPr/>
                <p14:nvPr/>
              </p14:nvContentPartPr>
              <p14:xfrm>
                <a:off x="6273292" y="3550990"/>
                <a:ext cx="66600" cy="446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F0B2C206-5B25-DE41-0702-474E9626B40D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267172" y="3544870"/>
                  <a:ext cx="7884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A1625304-EF67-0A84-57A0-F46B4411DA69}"/>
                    </a:ext>
                  </a:extLst>
                </p14:cNvPr>
                <p14:cNvContentPartPr/>
                <p14:nvPr/>
              </p14:nvContentPartPr>
              <p14:xfrm>
                <a:off x="6564532" y="3323110"/>
                <a:ext cx="30600" cy="2793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A1625304-EF67-0A84-57A0-F46B4411DA69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558412" y="3316990"/>
                  <a:ext cx="4284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D1A92391-C930-97FA-66DA-1FD51B496071}"/>
                    </a:ext>
                  </a:extLst>
                </p14:cNvPr>
                <p14:cNvContentPartPr/>
                <p14:nvPr/>
              </p14:nvContentPartPr>
              <p14:xfrm>
                <a:off x="6697372" y="3548830"/>
                <a:ext cx="6480" cy="68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D1A92391-C930-97FA-66DA-1FD51B496071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691252" y="3542710"/>
                  <a:ext cx="1872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E2D14CA1-46B9-3091-6EB8-2E47FA41DBA7}"/>
                    </a:ext>
                  </a:extLst>
                </p14:cNvPr>
                <p14:cNvContentPartPr/>
                <p14:nvPr/>
              </p14:nvContentPartPr>
              <p14:xfrm>
                <a:off x="6695932" y="3550270"/>
                <a:ext cx="19800" cy="900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E2D14CA1-46B9-3091-6EB8-2E47FA41DBA7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689812" y="3544150"/>
                  <a:ext cx="3204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68031B89-2936-F73C-2970-6A3625A447A1}"/>
                    </a:ext>
                  </a:extLst>
                </p14:cNvPr>
                <p14:cNvContentPartPr/>
                <p14:nvPr/>
              </p14:nvContentPartPr>
              <p14:xfrm>
                <a:off x="6683332" y="3488710"/>
                <a:ext cx="11520" cy="122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68031B89-2936-F73C-2970-6A3625A447A1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677212" y="3482590"/>
                  <a:ext cx="2376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A613F42C-8BEC-70D0-F0FA-E4D956A6DD83}"/>
                    </a:ext>
                  </a:extLst>
                </p14:cNvPr>
                <p14:cNvContentPartPr/>
                <p14:nvPr/>
              </p14:nvContentPartPr>
              <p14:xfrm>
                <a:off x="6766132" y="3521470"/>
                <a:ext cx="101520" cy="954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A613F42C-8BEC-70D0-F0FA-E4D956A6DD83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760012" y="3515350"/>
                  <a:ext cx="11376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F9ABB67E-7222-62CE-E5E4-2E3DC5F50CFB}"/>
                    </a:ext>
                  </a:extLst>
                </p14:cNvPr>
                <p14:cNvContentPartPr/>
                <p14:nvPr/>
              </p14:nvContentPartPr>
              <p14:xfrm>
                <a:off x="7169692" y="3072910"/>
                <a:ext cx="80280" cy="2026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F9ABB67E-7222-62CE-E5E4-2E3DC5F50CFB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163572" y="3066790"/>
                  <a:ext cx="9252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21E6467B-1678-95DE-B379-751E372DF131}"/>
                    </a:ext>
                  </a:extLst>
                </p14:cNvPr>
                <p14:cNvContentPartPr/>
                <p14:nvPr/>
              </p14:nvContentPartPr>
              <p14:xfrm>
                <a:off x="7174732" y="3052030"/>
                <a:ext cx="120240" cy="1252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21E6467B-1678-95DE-B379-751E372DF131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168612" y="3045910"/>
                  <a:ext cx="13248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725116F3-242F-A651-3DFF-D681CF17CE49}"/>
                    </a:ext>
                  </a:extLst>
                </p14:cNvPr>
                <p14:cNvContentPartPr/>
                <p14:nvPr/>
              </p14:nvContentPartPr>
              <p14:xfrm>
                <a:off x="7344652" y="3124030"/>
                <a:ext cx="133560" cy="1227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725116F3-242F-A651-3DFF-D681CF17CE49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338532" y="3117910"/>
                  <a:ext cx="14580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EE01F647-4809-6EBF-1D00-FD7F53B1C2E7}"/>
                    </a:ext>
                  </a:extLst>
                </p14:cNvPr>
                <p14:cNvContentPartPr/>
                <p14:nvPr/>
              </p14:nvContentPartPr>
              <p14:xfrm>
                <a:off x="7019572" y="3292870"/>
                <a:ext cx="793440" cy="5040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EE01F647-4809-6EBF-1D00-FD7F53B1C2E7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7013452" y="3286750"/>
                  <a:ext cx="80568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BFD1635B-DF1C-2890-090A-1ADF21C40B32}"/>
                    </a:ext>
                  </a:extLst>
                </p14:cNvPr>
                <p14:cNvContentPartPr/>
                <p14:nvPr/>
              </p14:nvContentPartPr>
              <p14:xfrm>
                <a:off x="7162132" y="3551710"/>
                <a:ext cx="53640" cy="1857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BFD1635B-DF1C-2890-090A-1ADF21C40B32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7156012" y="3545590"/>
                  <a:ext cx="6588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1084677B-95D8-EBC5-DA52-C8F5D1715361}"/>
                    </a:ext>
                  </a:extLst>
                </p14:cNvPr>
                <p14:cNvContentPartPr/>
                <p14:nvPr/>
              </p14:nvContentPartPr>
              <p14:xfrm>
                <a:off x="7171132" y="3507430"/>
                <a:ext cx="115200" cy="1400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1084677B-95D8-EBC5-DA52-C8F5D1715361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7165012" y="3501310"/>
                  <a:ext cx="12744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2082F2E8-F0BE-141E-E31E-6166523192D8}"/>
                    </a:ext>
                  </a:extLst>
                </p14:cNvPr>
                <p14:cNvContentPartPr/>
                <p14:nvPr/>
              </p14:nvContentPartPr>
              <p14:xfrm>
                <a:off x="7372012" y="3598870"/>
                <a:ext cx="54360" cy="1843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2082F2E8-F0BE-141E-E31E-6166523192D8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7365892" y="3592750"/>
                  <a:ext cx="6660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464BFADC-EF55-E5E3-2272-84CC1A70E77B}"/>
                    </a:ext>
                  </a:extLst>
                </p14:cNvPr>
                <p14:cNvContentPartPr/>
                <p14:nvPr/>
              </p14:nvContentPartPr>
              <p14:xfrm>
                <a:off x="7473172" y="3553150"/>
                <a:ext cx="83160" cy="309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464BFADC-EF55-E5E3-2272-84CC1A70E77B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7467052" y="3547030"/>
                  <a:ext cx="9540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8C89ED8F-6DD4-72C7-426F-4E41DB78CADA}"/>
                    </a:ext>
                  </a:extLst>
                </p14:cNvPr>
                <p14:cNvContentPartPr/>
                <p14:nvPr/>
              </p14:nvContentPartPr>
              <p14:xfrm>
                <a:off x="7516012" y="3507430"/>
                <a:ext cx="18000" cy="10512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8C89ED8F-6DD4-72C7-426F-4E41DB78CADA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7509892" y="3501310"/>
                  <a:ext cx="3024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1915D942-A92F-1F27-AFB1-D4F71F1F942E}"/>
                    </a:ext>
                  </a:extLst>
                </p14:cNvPr>
                <p14:cNvContentPartPr/>
                <p14:nvPr/>
              </p14:nvContentPartPr>
              <p14:xfrm>
                <a:off x="7680172" y="3474310"/>
                <a:ext cx="23760" cy="1540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1915D942-A92F-1F27-AFB1-D4F71F1F942E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7674052" y="3468190"/>
                  <a:ext cx="3600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1B805D96-A44B-67FA-3FF2-E6CD423E8054}"/>
                    </a:ext>
                  </a:extLst>
                </p14:cNvPr>
                <p14:cNvContentPartPr/>
                <p14:nvPr/>
              </p14:nvContentPartPr>
              <p14:xfrm>
                <a:off x="7658572" y="3416350"/>
                <a:ext cx="128520" cy="1263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1B805D96-A44B-67FA-3FF2-E6CD423E8054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7652452" y="3410230"/>
                  <a:ext cx="14076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645B9BD2-6484-1014-3273-5B9CE0C1A23D}"/>
                    </a:ext>
                  </a:extLst>
                </p14:cNvPr>
                <p14:cNvContentPartPr/>
                <p14:nvPr/>
              </p14:nvContentPartPr>
              <p14:xfrm>
                <a:off x="7830292" y="3483670"/>
                <a:ext cx="119520" cy="10044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645B9BD2-6484-1014-3273-5B9CE0C1A23D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7824172" y="3477550"/>
                  <a:ext cx="131760" cy="112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3608F704-D644-A64D-0688-A9995054FDEB}"/>
              </a:ext>
            </a:extLst>
          </p:cNvPr>
          <p:cNvGrpSpPr/>
          <p:nvPr/>
        </p:nvGrpSpPr>
        <p:grpSpPr>
          <a:xfrm>
            <a:off x="8338972" y="3439750"/>
            <a:ext cx="28800" cy="219960"/>
            <a:chOff x="8338972" y="3439750"/>
            <a:chExt cx="28800" cy="219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35E829E3-5071-2F0F-2250-7A487887FD59}"/>
                    </a:ext>
                  </a:extLst>
                </p14:cNvPr>
                <p14:cNvContentPartPr/>
                <p14:nvPr/>
              </p14:nvContentPartPr>
              <p14:xfrm>
                <a:off x="8341852" y="3551350"/>
                <a:ext cx="25920" cy="1083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35E829E3-5071-2F0F-2250-7A487887FD59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8335732" y="3545230"/>
                  <a:ext cx="3816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F0E52794-079B-8A2A-6914-C7DF0CADF104}"/>
                    </a:ext>
                  </a:extLst>
                </p14:cNvPr>
                <p14:cNvContentPartPr/>
                <p14:nvPr/>
              </p14:nvContentPartPr>
              <p14:xfrm>
                <a:off x="8338972" y="3439750"/>
                <a:ext cx="8640" cy="334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F0E52794-079B-8A2A-6914-C7DF0CADF104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8332852" y="3433630"/>
                  <a:ext cx="20880" cy="4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0180B5BB-CEAC-7753-76CD-198F8A1F1061}"/>
              </a:ext>
            </a:extLst>
          </p:cNvPr>
          <p:cNvGrpSpPr/>
          <p:nvPr/>
        </p:nvGrpSpPr>
        <p:grpSpPr>
          <a:xfrm>
            <a:off x="8801572" y="3142750"/>
            <a:ext cx="1206000" cy="439560"/>
            <a:chOff x="8801572" y="3142750"/>
            <a:chExt cx="1206000" cy="439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D11DD6C1-6CAC-BE36-306C-FFF2A92EF7CA}"/>
                    </a:ext>
                  </a:extLst>
                </p14:cNvPr>
                <p14:cNvContentPartPr/>
                <p14:nvPr/>
              </p14:nvContentPartPr>
              <p14:xfrm>
                <a:off x="8858092" y="3142750"/>
                <a:ext cx="105480" cy="4248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D11DD6C1-6CAC-BE36-306C-FFF2A92EF7CA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8851972" y="3136630"/>
                  <a:ext cx="117720" cy="43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B7F60AF2-D80C-2124-6BA6-5481E6AA635F}"/>
                    </a:ext>
                  </a:extLst>
                </p14:cNvPr>
                <p14:cNvContentPartPr/>
                <p14:nvPr/>
              </p14:nvContentPartPr>
              <p14:xfrm>
                <a:off x="8801572" y="3203950"/>
                <a:ext cx="99720" cy="493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B7F60AF2-D80C-2124-6BA6-5481E6AA635F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8795452" y="3197830"/>
                  <a:ext cx="11196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FB556BEE-F4BC-3F94-2DC9-1880143863A5}"/>
                    </a:ext>
                  </a:extLst>
                </p14:cNvPr>
                <p14:cNvContentPartPr/>
                <p14:nvPr/>
              </p14:nvContentPartPr>
              <p14:xfrm>
                <a:off x="8896252" y="3491950"/>
                <a:ext cx="96480" cy="3420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FB556BEE-F4BC-3F94-2DC9-1880143863A5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890132" y="3485830"/>
                  <a:ext cx="10872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1A682E93-2D95-3106-4191-73EFD9FD8180}"/>
                    </a:ext>
                  </a:extLst>
                </p14:cNvPr>
                <p14:cNvContentPartPr/>
                <p14:nvPr/>
              </p14:nvContentPartPr>
              <p14:xfrm>
                <a:off x="9107932" y="3442270"/>
                <a:ext cx="119520" cy="14004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1A682E93-2D95-3106-4191-73EFD9FD8180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9101812" y="3436150"/>
                  <a:ext cx="13176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CBF2B0D6-BAE5-BFFF-72FD-A297A7957B1A}"/>
                    </a:ext>
                  </a:extLst>
                </p14:cNvPr>
                <p14:cNvContentPartPr/>
                <p14:nvPr/>
              </p14:nvContentPartPr>
              <p14:xfrm>
                <a:off x="9438412" y="3302950"/>
                <a:ext cx="50400" cy="363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CBF2B0D6-BAE5-BFFF-72FD-A297A7957B1A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9432292" y="3296830"/>
                  <a:ext cx="6264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F83A0AE3-FD0E-2F9D-F560-0EF8F67607A2}"/>
                    </a:ext>
                  </a:extLst>
                </p14:cNvPr>
                <p14:cNvContentPartPr/>
                <p14:nvPr/>
              </p14:nvContentPartPr>
              <p14:xfrm>
                <a:off x="9460372" y="3359110"/>
                <a:ext cx="46440" cy="208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F83A0AE3-FD0E-2F9D-F560-0EF8F67607A2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9454252" y="3352990"/>
                  <a:ext cx="5868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85D53474-3AB6-FED5-5E81-30E59925BF2F}"/>
                    </a:ext>
                  </a:extLst>
                </p14:cNvPr>
                <p14:cNvContentPartPr/>
                <p14:nvPr/>
              </p14:nvContentPartPr>
              <p14:xfrm>
                <a:off x="9685012" y="3166150"/>
                <a:ext cx="58320" cy="2739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85D53474-3AB6-FED5-5E81-30E59925BF2F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9678892" y="3160030"/>
                  <a:ext cx="7056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62E296FB-13CF-E2D4-6DA7-17518D7BEA6A}"/>
                    </a:ext>
                  </a:extLst>
                </p14:cNvPr>
                <p14:cNvContentPartPr/>
                <p14:nvPr/>
              </p14:nvContentPartPr>
              <p14:xfrm>
                <a:off x="9680332" y="3379990"/>
                <a:ext cx="182520" cy="558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62E296FB-13CF-E2D4-6DA7-17518D7BEA6A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9674212" y="3373870"/>
                  <a:ext cx="19476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8DAE08FF-8E4F-C941-F55E-438359B27974}"/>
                    </a:ext>
                  </a:extLst>
                </p14:cNvPr>
                <p14:cNvContentPartPr/>
                <p14:nvPr/>
              </p14:nvContentPartPr>
              <p14:xfrm>
                <a:off x="9831892" y="3284950"/>
                <a:ext cx="17640" cy="374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8DAE08FF-8E4F-C941-F55E-438359B27974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9825772" y="3278830"/>
                  <a:ext cx="2988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38EB81A0-2BC6-2931-A751-E1E8572E20F5}"/>
                    </a:ext>
                  </a:extLst>
                </p14:cNvPr>
                <p14:cNvContentPartPr/>
                <p14:nvPr/>
              </p14:nvContentPartPr>
              <p14:xfrm>
                <a:off x="9932692" y="3362710"/>
                <a:ext cx="74880" cy="8244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38EB81A0-2BC6-2931-A751-E1E8572E20F5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9926572" y="3356590"/>
                  <a:ext cx="87120" cy="94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D6710641-E625-A5D0-BA7B-3DF8EFFB223F}"/>
              </a:ext>
            </a:extLst>
          </p:cNvPr>
          <p:cNvGrpSpPr/>
          <p:nvPr/>
        </p:nvGrpSpPr>
        <p:grpSpPr>
          <a:xfrm>
            <a:off x="10257052" y="2897950"/>
            <a:ext cx="821160" cy="702360"/>
            <a:chOff x="10257052" y="2897950"/>
            <a:chExt cx="821160" cy="702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F0E9D454-A26C-D084-C4E8-39D8FD882EAD}"/>
                    </a:ext>
                  </a:extLst>
                </p14:cNvPr>
                <p14:cNvContentPartPr/>
                <p14:nvPr/>
              </p14:nvContentPartPr>
              <p14:xfrm>
                <a:off x="10304212" y="2939350"/>
                <a:ext cx="41400" cy="22392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F0E9D454-A26C-D084-C4E8-39D8FD882EAD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0298092" y="2933230"/>
                  <a:ext cx="5364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E73F4866-74D8-AFA0-02A0-B56BC36A204B}"/>
                    </a:ext>
                  </a:extLst>
                </p14:cNvPr>
                <p14:cNvContentPartPr/>
                <p14:nvPr/>
              </p14:nvContentPartPr>
              <p14:xfrm>
                <a:off x="10326532" y="2897950"/>
                <a:ext cx="96480" cy="14652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E73F4866-74D8-AFA0-02A0-B56BC36A204B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0320412" y="2891830"/>
                  <a:ext cx="10872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49F96D75-EB80-19F7-10EC-ACA8D8473434}"/>
                    </a:ext>
                  </a:extLst>
                </p14:cNvPr>
                <p14:cNvContentPartPr/>
                <p14:nvPr/>
              </p14:nvContentPartPr>
              <p14:xfrm>
                <a:off x="10506892" y="2985070"/>
                <a:ext cx="27000" cy="1026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49F96D75-EB80-19F7-10EC-ACA8D8473434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0500772" y="2978950"/>
                  <a:ext cx="3924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C5F74EFB-E2F2-12F2-D872-BA5A5710DADD}"/>
                    </a:ext>
                  </a:extLst>
                </p14:cNvPr>
                <p14:cNvContentPartPr/>
                <p14:nvPr/>
              </p14:nvContentPartPr>
              <p14:xfrm>
                <a:off x="10257052" y="3133390"/>
                <a:ext cx="624600" cy="7884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C5F74EFB-E2F2-12F2-D872-BA5A5710DADD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0250932" y="3127270"/>
                  <a:ext cx="63684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5FF7CD1F-BCEB-D601-8514-825480518BF4}"/>
                    </a:ext>
                  </a:extLst>
                </p14:cNvPr>
                <p14:cNvContentPartPr/>
                <p14:nvPr/>
              </p14:nvContentPartPr>
              <p14:xfrm>
                <a:off x="10356052" y="3406270"/>
                <a:ext cx="19440" cy="1940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5FF7CD1F-BCEB-D601-8514-825480518BF4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0349932" y="3400150"/>
                  <a:ext cx="3168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7C66BD07-2400-92D5-C485-EF3620151F50}"/>
                    </a:ext>
                  </a:extLst>
                </p14:cNvPr>
                <p14:cNvContentPartPr/>
                <p14:nvPr/>
              </p14:nvContentPartPr>
              <p14:xfrm>
                <a:off x="10343812" y="3380350"/>
                <a:ext cx="104040" cy="12528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7C66BD07-2400-92D5-C485-EF3620151F50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0337692" y="3374230"/>
                  <a:ext cx="11628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E1E09329-53A3-BF6C-D9A9-C6F42F4F80A3}"/>
                    </a:ext>
                  </a:extLst>
                </p14:cNvPr>
                <p14:cNvContentPartPr/>
                <p14:nvPr/>
              </p14:nvContentPartPr>
              <p14:xfrm>
                <a:off x="10522372" y="3474310"/>
                <a:ext cx="37800" cy="1224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E1E09329-53A3-BF6C-D9A9-C6F42F4F80A3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0516252" y="3468190"/>
                  <a:ext cx="5004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44BD4DEB-20DD-80F5-22DF-5B078C6181A2}"/>
                    </a:ext>
                  </a:extLst>
                </p14:cNvPr>
                <p14:cNvContentPartPr/>
                <p14:nvPr/>
              </p14:nvContentPartPr>
              <p14:xfrm>
                <a:off x="10667452" y="3423550"/>
                <a:ext cx="83160" cy="2844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44BD4DEB-20DD-80F5-22DF-5B078C6181A2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0661332" y="3417430"/>
                  <a:ext cx="9540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0CC48E41-BD24-3184-4E0F-183CF32B3FAB}"/>
                    </a:ext>
                  </a:extLst>
                </p14:cNvPr>
                <p14:cNvContentPartPr/>
                <p14:nvPr/>
              </p14:nvContentPartPr>
              <p14:xfrm>
                <a:off x="10694092" y="3378910"/>
                <a:ext cx="4320" cy="1155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0CC48E41-BD24-3184-4E0F-183CF32B3FAB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0687972" y="3372790"/>
                  <a:ext cx="1656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BBF49880-D059-4C4B-CF33-94EBAB76C2AC}"/>
                    </a:ext>
                  </a:extLst>
                </p14:cNvPr>
                <p14:cNvContentPartPr/>
                <p14:nvPr/>
              </p14:nvContentPartPr>
              <p14:xfrm>
                <a:off x="10823332" y="3349750"/>
                <a:ext cx="25920" cy="1612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BBF49880-D059-4C4B-CF33-94EBAB76C2AC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0817212" y="3343630"/>
                  <a:ext cx="3816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A26FDE2C-8EDE-94D9-5FA2-DEF2226E9D74}"/>
                    </a:ext>
                  </a:extLst>
                </p14:cNvPr>
                <p14:cNvContentPartPr/>
                <p14:nvPr/>
              </p14:nvContentPartPr>
              <p14:xfrm>
                <a:off x="10790572" y="3279910"/>
                <a:ext cx="140760" cy="10548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A26FDE2C-8EDE-94D9-5FA2-DEF2226E9D74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0784452" y="3273790"/>
                  <a:ext cx="15300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72BA5D5D-7512-99B0-9DAB-073DC76934B5}"/>
                    </a:ext>
                  </a:extLst>
                </p14:cNvPr>
                <p14:cNvContentPartPr/>
                <p14:nvPr/>
              </p14:nvContentPartPr>
              <p14:xfrm>
                <a:off x="10981372" y="3397270"/>
                <a:ext cx="96840" cy="12168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72BA5D5D-7512-99B0-9DAB-073DC76934B5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0975252" y="3391150"/>
                  <a:ext cx="109080" cy="133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B34BDAD0-FAD4-26D9-B4FA-C7C73A66E81A}"/>
                  </a:ext>
                </a:extLst>
              </p14:cNvPr>
              <p14:cNvContentPartPr/>
              <p14:nvPr/>
            </p14:nvContentPartPr>
            <p14:xfrm>
              <a:off x="7499452" y="1996150"/>
              <a:ext cx="639360" cy="738360"/>
            </p14:xfrm>
          </p:contentPart>
        </mc:Choice>
        <mc:Fallback xmlns=""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B34BDAD0-FAD4-26D9-B4FA-C7C73A66E81A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7481452" y="1978510"/>
                <a:ext cx="675000" cy="77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993E95BC-5ED9-B954-FA03-0AA50201161C}"/>
                  </a:ext>
                </a:extLst>
              </p14:cNvPr>
              <p14:cNvContentPartPr/>
              <p14:nvPr/>
            </p14:nvContentPartPr>
            <p14:xfrm>
              <a:off x="5724292" y="3061030"/>
              <a:ext cx="603720" cy="99684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993E95BC-5ED9-B954-FA03-0AA50201161C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5706652" y="3043390"/>
                <a:ext cx="639360" cy="103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9ECFB64B-FE18-E311-D5DA-5E2469E45A78}"/>
                  </a:ext>
                </a:extLst>
              </p14:cNvPr>
              <p14:cNvContentPartPr/>
              <p14:nvPr/>
            </p14:nvContentPartPr>
            <p14:xfrm>
              <a:off x="8215132" y="1765750"/>
              <a:ext cx="457560" cy="49932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9ECFB64B-FE18-E311-D5DA-5E2469E45A78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8197492" y="1748110"/>
                <a:ext cx="493200" cy="53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3CCBBB2C-D559-D1DA-CA6D-828BD740DCFC}"/>
                  </a:ext>
                </a:extLst>
              </p14:cNvPr>
              <p14:cNvContentPartPr/>
              <p14:nvPr/>
            </p14:nvContentPartPr>
            <p14:xfrm>
              <a:off x="7037932" y="2828830"/>
              <a:ext cx="583560" cy="487080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3CCBBB2C-D559-D1DA-CA6D-828BD740DCFC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7020292" y="2810830"/>
                <a:ext cx="619200" cy="52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AF4AD3CB-2CDD-06B6-CA8B-C506CBF0B63B}"/>
                  </a:ext>
                </a:extLst>
              </p14:cNvPr>
              <p14:cNvContentPartPr/>
              <p14:nvPr/>
            </p14:nvContentPartPr>
            <p14:xfrm>
              <a:off x="6805372" y="1839190"/>
              <a:ext cx="505440" cy="59400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AF4AD3CB-2CDD-06B6-CA8B-C506CBF0B63B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6787732" y="1821550"/>
                <a:ext cx="541080" cy="62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D1EDFF36-A8EE-3975-CA12-F56AF080203E}"/>
                  </a:ext>
                </a:extLst>
              </p14:cNvPr>
              <p14:cNvContentPartPr/>
              <p14:nvPr/>
            </p14:nvContentPartPr>
            <p14:xfrm>
              <a:off x="10087492" y="2705350"/>
              <a:ext cx="566640" cy="516240"/>
            </p14:xfrm>
          </p:contentPart>
        </mc:Choice>
        <mc:Fallback xmlns=""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D1EDFF36-A8EE-3975-CA12-F56AF080203E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10069852" y="2687710"/>
                <a:ext cx="602280" cy="55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CFC024EC-ADE0-D8A7-6D60-F1B3E68BCCA4}"/>
                  </a:ext>
                </a:extLst>
              </p14:cNvPr>
              <p14:cNvContentPartPr/>
              <p14:nvPr/>
            </p14:nvContentPartPr>
            <p14:xfrm>
              <a:off x="8722372" y="2899030"/>
              <a:ext cx="724680" cy="954000"/>
            </p14:xfrm>
          </p:contentPart>
        </mc:Choice>
        <mc:Fallback xmlns=""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CFC024EC-ADE0-D8A7-6D60-F1B3E68BCCA4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8704372" y="2881030"/>
                <a:ext cx="760320" cy="989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28" name="Group 127">
            <a:extLst>
              <a:ext uri="{FF2B5EF4-FFF2-40B4-BE49-F238E27FC236}">
                <a16:creationId xmlns:a16="http://schemas.microsoft.com/office/drawing/2014/main" id="{4CBF73AC-343C-0C04-C803-095A7357FE40}"/>
              </a:ext>
            </a:extLst>
          </p:cNvPr>
          <p:cNvGrpSpPr/>
          <p:nvPr/>
        </p:nvGrpSpPr>
        <p:grpSpPr>
          <a:xfrm>
            <a:off x="5498572" y="1419790"/>
            <a:ext cx="3725280" cy="1333080"/>
            <a:chOff x="5498572" y="1419790"/>
            <a:chExt cx="3725280" cy="1333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7D7E23EA-ABE2-0865-E5BA-A4331E97984E}"/>
                    </a:ext>
                  </a:extLst>
                </p14:cNvPr>
                <p14:cNvContentPartPr/>
                <p14:nvPr/>
              </p14:nvContentPartPr>
              <p14:xfrm>
                <a:off x="5981332" y="1441390"/>
                <a:ext cx="1285560" cy="450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7D7E23EA-ABE2-0865-E5BA-A4331E97984E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5975212" y="1435270"/>
                  <a:ext cx="129780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6D74FA09-88F0-A8FA-1130-FF2A1D0DD1BC}"/>
                    </a:ext>
                  </a:extLst>
                </p14:cNvPr>
                <p14:cNvContentPartPr/>
                <p14:nvPr/>
              </p14:nvContentPartPr>
              <p14:xfrm>
                <a:off x="7260052" y="1419790"/>
                <a:ext cx="68760" cy="3650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6D74FA09-88F0-A8FA-1130-FF2A1D0DD1BC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7253932" y="1413670"/>
                  <a:ext cx="81000" cy="37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45D0FDF-E1E8-E9BE-4C71-B3113B941F73}"/>
                    </a:ext>
                  </a:extLst>
                </p14:cNvPr>
                <p14:cNvContentPartPr/>
                <p14:nvPr/>
              </p14:nvContentPartPr>
              <p14:xfrm>
                <a:off x="7247092" y="1790230"/>
                <a:ext cx="194760" cy="3157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45D0FDF-E1E8-E9BE-4C71-B3113B941F73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7240972" y="1784110"/>
                  <a:ext cx="207000" cy="32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D34BA8B-90A4-2478-35C9-EAC83C670B33}"/>
                    </a:ext>
                  </a:extLst>
                </p14:cNvPr>
                <p14:cNvContentPartPr/>
                <p14:nvPr/>
              </p14:nvContentPartPr>
              <p14:xfrm>
                <a:off x="7421692" y="2090470"/>
                <a:ext cx="73440" cy="4971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D34BA8B-90A4-2478-35C9-EAC83C670B33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7415572" y="2084350"/>
                  <a:ext cx="85680" cy="50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EC9FD36-DE78-99A7-491E-B4428595723E}"/>
                    </a:ext>
                  </a:extLst>
                </p14:cNvPr>
                <p14:cNvContentPartPr/>
                <p14:nvPr/>
              </p14:nvContentPartPr>
              <p14:xfrm>
                <a:off x="6097612" y="2619310"/>
                <a:ext cx="1426320" cy="1324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EC9FD36-DE78-99A7-491E-B4428595723E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6091492" y="2613190"/>
                  <a:ext cx="143856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079D975-9F59-C4D9-1D79-875B825E1EC8}"/>
                    </a:ext>
                  </a:extLst>
                </p14:cNvPr>
                <p14:cNvContentPartPr/>
                <p14:nvPr/>
              </p14:nvContentPartPr>
              <p14:xfrm>
                <a:off x="7254292" y="1466950"/>
                <a:ext cx="1311480" cy="421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079D975-9F59-C4D9-1D79-875B825E1EC8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7248172" y="1460830"/>
                  <a:ext cx="132372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96C4DCE-E61A-7485-2C22-FA1E2519BB61}"/>
                    </a:ext>
                  </a:extLst>
                </p14:cNvPr>
                <p14:cNvContentPartPr/>
                <p14:nvPr/>
              </p14:nvContentPartPr>
              <p14:xfrm>
                <a:off x="8559292" y="1488910"/>
                <a:ext cx="61200" cy="3502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96C4DCE-E61A-7485-2C22-FA1E2519BB61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8553172" y="1482790"/>
                  <a:ext cx="7344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D9E03B19-70EC-D898-D2FB-F310C053E343}"/>
                    </a:ext>
                  </a:extLst>
                </p14:cNvPr>
                <p14:cNvContentPartPr/>
                <p14:nvPr/>
              </p14:nvContentPartPr>
              <p14:xfrm>
                <a:off x="8566852" y="1861510"/>
                <a:ext cx="162000" cy="1962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D9E03B19-70EC-D898-D2FB-F310C053E343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8560732" y="1855390"/>
                  <a:ext cx="17424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3C0E093-DCDE-9D96-E3FA-199C2EB89754}"/>
                    </a:ext>
                  </a:extLst>
                </p14:cNvPr>
                <p14:cNvContentPartPr/>
                <p14:nvPr/>
              </p14:nvContentPartPr>
              <p14:xfrm>
                <a:off x="8667652" y="2091190"/>
                <a:ext cx="56160" cy="5580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3C0E093-DCDE-9D96-E3FA-199C2EB89754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8661532" y="2085070"/>
                  <a:ext cx="68400" cy="57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147770C-7F1C-98B5-8A0D-929818A28BEA}"/>
                    </a:ext>
                  </a:extLst>
                </p14:cNvPr>
                <p14:cNvContentPartPr/>
                <p14:nvPr/>
              </p14:nvContentPartPr>
              <p14:xfrm>
                <a:off x="7491172" y="2564230"/>
                <a:ext cx="1261440" cy="720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147770C-7F1C-98B5-8A0D-929818A28BEA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7485052" y="2558110"/>
                  <a:ext cx="127368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EA2980C-00C0-8E95-CEB7-5874C255377D}"/>
                    </a:ext>
                  </a:extLst>
                </p14:cNvPr>
                <p14:cNvContentPartPr/>
                <p14:nvPr/>
              </p14:nvContentPartPr>
              <p14:xfrm>
                <a:off x="6931732" y="2065630"/>
                <a:ext cx="114480" cy="1551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EA2980C-00C0-8E95-CEB7-5874C255377D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6925612" y="2059510"/>
                  <a:ext cx="12672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2FB8148-D5F8-A904-362D-477DD4D219B4}"/>
                    </a:ext>
                  </a:extLst>
                </p14:cNvPr>
                <p14:cNvContentPartPr/>
                <p14:nvPr/>
              </p14:nvContentPartPr>
              <p14:xfrm>
                <a:off x="6957652" y="2025670"/>
                <a:ext cx="115560" cy="975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2FB8148-D5F8-A904-362D-477DD4D219B4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6951532" y="2019550"/>
                  <a:ext cx="12780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E008AD5-56DB-8920-0ABE-696EC65D351E}"/>
                    </a:ext>
                  </a:extLst>
                </p14:cNvPr>
                <p14:cNvContentPartPr/>
                <p14:nvPr/>
              </p14:nvContentPartPr>
              <p14:xfrm>
                <a:off x="7157452" y="2089390"/>
                <a:ext cx="92520" cy="1080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E008AD5-56DB-8920-0ABE-696EC65D351E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7151332" y="2083270"/>
                  <a:ext cx="10476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7D2BA7F-DC5C-5CC9-DB18-ED8FC7370973}"/>
                    </a:ext>
                  </a:extLst>
                </p14:cNvPr>
                <p14:cNvContentPartPr/>
                <p14:nvPr/>
              </p14:nvContentPartPr>
              <p14:xfrm>
                <a:off x="8285332" y="1982830"/>
                <a:ext cx="75600" cy="1249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7D2BA7F-DC5C-5CC9-DB18-ED8FC7370973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8279212" y="1976710"/>
                  <a:ext cx="8784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AE78205-949D-A57E-7E64-BACE56EEA666}"/>
                    </a:ext>
                  </a:extLst>
                </p14:cNvPr>
                <p14:cNvContentPartPr/>
                <p14:nvPr/>
              </p14:nvContentPartPr>
              <p14:xfrm>
                <a:off x="8292892" y="1933510"/>
                <a:ext cx="104040" cy="954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AE78205-949D-A57E-7E64-BACE56EEA666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8286772" y="1927390"/>
                  <a:ext cx="11628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A8E7155-7558-CFB5-4E3A-C772E53DF2A2}"/>
                    </a:ext>
                  </a:extLst>
                </p14:cNvPr>
                <p14:cNvContentPartPr/>
                <p14:nvPr/>
              </p14:nvContentPartPr>
              <p14:xfrm>
                <a:off x="8462812" y="1985710"/>
                <a:ext cx="109080" cy="1087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A8E7155-7558-CFB5-4E3A-C772E53DF2A2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8456692" y="1979590"/>
                  <a:ext cx="12132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413A7B3D-579C-A990-D9FE-167AF7878B11}"/>
                    </a:ext>
                  </a:extLst>
                </p14:cNvPr>
                <p14:cNvContentPartPr/>
                <p14:nvPr/>
              </p14:nvContentPartPr>
              <p14:xfrm>
                <a:off x="5987092" y="1447150"/>
                <a:ext cx="49320" cy="3344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413A7B3D-579C-A990-D9FE-167AF7878B11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5980972" y="1441030"/>
                  <a:ext cx="61560" cy="34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EE5D2BD3-F7AD-A4D5-5BAB-0FDA3F65F212}"/>
                    </a:ext>
                  </a:extLst>
                </p14:cNvPr>
                <p14:cNvContentPartPr/>
                <p14:nvPr/>
              </p14:nvContentPartPr>
              <p14:xfrm>
                <a:off x="5852812" y="1771870"/>
                <a:ext cx="450360" cy="3855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EE5D2BD3-F7AD-A4D5-5BAB-0FDA3F65F212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5846692" y="1765750"/>
                  <a:ext cx="462600" cy="39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BBAF946-933D-7803-FD9D-0238D219A888}"/>
                    </a:ext>
                  </a:extLst>
                </p14:cNvPr>
                <p14:cNvContentPartPr/>
                <p14:nvPr/>
              </p14:nvContentPartPr>
              <p14:xfrm>
                <a:off x="6039292" y="1888870"/>
                <a:ext cx="37440" cy="2178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BBAF946-933D-7803-FD9D-0238D219A888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6033172" y="1882750"/>
                  <a:ext cx="4968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5F353EE-BABF-356C-DBFA-C0A6EB58F8D6}"/>
                    </a:ext>
                  </a:extLst>
                </p14:cNvPr>
                <p14:cNvContentPartPr/>
                <p14:nvPr/>
              </p14:nvContentPartPr>
              <p14:xfrm>
                <a:off x="5990332" y="1867270"/>
                <a:ext cx="138960" cy="1209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5F353EE-BABF-356C-DBFA-C0A6EB58F8D6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5984212" y="1861150"/>
                  <a:ext cx="15120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458146AD-3C12-819A-3DFA-A2B3AD85C970}"/>
                    </a:ext>
                  </a:extLst>
                </p14:cNvPr>
                <p14:cNvContentPartPr/>
                <p14:nvPr/>
              </p14:nvContentPartPr>
              <p14:xfrm>
                <a:off x="6089332" y="2166430"/>
                <a:ext cx="86760" cy="5864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458146AD-3C12-819A-3DFA-A2B3AD85C970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6083212" y="2160310"/>
                  <a:ext cx="99000" cy="59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5E4453EA-6CB5-3E10-1802-925DE3D3EFA6}"/>
                    </a:ext>
                  </a:extLst>
                </p14:cNvPr>
                <p14:cNvContentPartPr/>
                <p14:nvPr/>
              </p14:nvContentPartPr>
              <p14:xfrm>
                <a:off x="5550772" y="1617430"/>
                <a:ext cx="111240" cy="2959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5E4453EA-6CB5-3E10-1802-925DE3D3EFA6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5544652" y="1611310"/>
                  <a:ext cx="12348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87761C3-4AFC-A7C0-F084-F2BB6A03E21A}"/>
                    </a:ext>
                  </a:extLst>
                </p14:cNvPr>
                <p14:cNvContentPartPr/>
                <p14:nvPr/>
              </p14:nvContentPartPr>
              <p14:xfrm>
                <a:off x="5535292" y="1851790"/>
                <a:ext cx="117720" cy="363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87761C3-4AFC-A7C0-F084-F2BB6A03E21A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5529172" y="1845670"/>
                  <a:ext cx="12996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9217531-69A0-09EC-8573-D14900D4C44B}"/>
                    </a:ext>
                  </a:extLst>
                </p14:cNvPr>
                <p14:cNvContentPartPr/>
                <p14:nvPr/>
              </p14:nvContentPartPr>
              <p14:xfrm>
                <a:off x="5498572" y="1624990"/>
                <a:ext cx="73800" cy="388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9217531-69A0-09EC-8573-D14900D4C44B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5492452" y="1618870"/>
                  <a:ext cx="8604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F85AAFA-93D1-1F05-D63E-2BFC572ED2DF}"/>
                    </a:ext>
                  </a:extLst>
                </p14:cNvPr>
                <p14:cNvContentPartPr/>
                <p14:nvPr/>
              </p14:nvContentPartPr>
              <p14:xfrm>
                <a:off x="5737612" y="1739470"/>
                <a:ext cx="37080" cy="982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F85AAFA-93D1-1F05-D63E-2BFC572ED2DF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5731492" y="1733350"/>
                  <a:ext cx="4932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26575CE7-2A43-111A-1C4E-CF2713FE523E}"/>
                    </a:ext>
                  </a:extLst>
                </p14:cNvPr>
                <p14:cNvContentPartPr/>
                <p14:nvPr/>
              </p14:nvContentPartPr>
              <p14:xfrm>
                <a:off x="5709172" y="1662790"/>
                <a:ext cx="21240" cy="241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26575CE7-2A43-111A-1C4E-CF2713FE523E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5703052" y="1656670"/>
                  <a:ext cx="3348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FA23478E-C7BC-945B-DA26-793CD26DF9CD}"/>
                    </a:ext>
                  </a:extLst>
                </p14:cNvPr>
                <p14:cNvContentPartPr/>
                <p14:nvPr/>
              </p14:nvContentPartPr>
              <p14:xfrm>
                <a:off x="5787652" y="1681150"/>
                <a:ext cx="128160" cy="903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FA23478E-C7BC-945B-DA26-793CD26DF9CD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5781532" y="1675030"/>
                  <a:ext cx="14040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A02C0FD-EEA9-BA5A-8FFC-B77DC6D378DE}"/>
                    </a:ext>
                  </a:extLst>
                </p14:cNvPr>
                <p14:cNvContentPartPr/>
                <p14:nvPr/>
              </p14:nvContentPartPr>
              <p14:xfrm>
                <a:off x="7175092" y="1566310"/>
                <a:ext cx="164520" cy="1137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A02C0FD-EEA9-BA5A-8FFC-B77DC6D378DE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7168972" y="1560190"/>
                  <a:ext cx="17676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6A761383-24A4-071F-EFAA-F45744698F9F}"/>
                    </a:ext>
                  </a:extLst>
                </p14:cNvPr>
                <p14:cNvContentPartPr/>
                <p14:nvPr/>
              </p14:nvContentPartPr>
              <p14:xfrm>
                <a:off x="7396132" y="2371990"/>
                <a:ext cx="135360" cy="1231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6A761383-24A4-071F-EFAA-F45744698F9F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7390012" y="2365870"/>
                  <a:ext cx="14760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B39F9F09-92CC-3DA7-F719-A5C7056CD571}"/>
                    </a:ext>
                  </a:extLst>
                </p14:cNvPr>
                <p14:cNvContentPartPr/>
                <p14:nvPr/>
              </p14:nvContentPartPr>
              <p14:xfrm>
                <a:off x="7634452" y="2189470"/>
                <a:ext cx="95040" cy="2268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B39F9F09-92CC-3DA7-F719-A5C7056CD571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7628332" y="2183350"/>
                  <a:ext cx="10728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6B9463F2-858D-8619-C9F7-23A7879A9D14}"/>
                    </a:ext>
                  </a:extLst>
                </p14:cNvPr>
                <p14:cNvContentPartPr/>
                <p14:nvPr/>
              </p14:nvContentPartPr>
              <p14:xfrm>
                <a:off x="7597012" y="2198830"/>
                <a:ext cx="100440" cy="608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6B9463F2-858D-8619-C9F7-23A7879A9D14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7590892" y="2192710"/>
                  <a:ext cx="11268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36E1F2A6-9A1A-FF34-A6D3-DFDE6B1F4C3D}"/>
                    </a:ext>
                  </a:extLst>
                </p14:cNvPr>
                <p14:cNvContentPartPr/>
                <p14:nvPr/>
              </p14:nvContentPartPr>
              <p14:xfrm>
                <a:off x="7683052" y="2361190"/>
                <a:ext cx="91080" cy="576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36E1F2A6-9A1A-FF34-A6D3-DFDE6B1F4C3D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7676932" y="2355070"/>
                  <a:ext cx="10332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AD212E8F-E3F1-A77C-1A74-F183BDB2E767}"/>
                    </a:ext>
                  </a:extLst>
                </p14:cNvPr>
                <p14:cNvContentPartPr/>
                <p14:nvPr/>
              </p14:nvContentPartPr>
              <p14:xfrm>
                <a:off x="7882852" y="2319790"/>
                <a:ext cx="64440" cy="1339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AD212E8F-E3F1-A77C-1A74-F183BDB2E767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7876732" y="2313670"/>
                  <a:ext cx="7668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ADF4D6D2-5CA4-6EDD-DD8A-930427EA9A29}"/>
                    </a:ext>
                  </a:extLst>
                </p14:cNvPr>
                <p14:cNvContentPartPr/>
                <p14:nvPr/>
              </p14:nvContentPartPr>
              <p14:xfrm>
                <a:off x="8493772" y="1597270"/>
                <a:ext cx="163800" cy="1162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ADF4D6D2-5CA4-6EDD-DD8A-930427EA9A29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8487652" y="1591150"/>
                  <a:ext cx="17604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920E8876-8FBD-FEA4-14F2-01DE7212A3D0}"/>
                    </a:ext>
                  </a:extLst>
                </p14:cNvPr>
                <p14:cNvContentPartPr/>
                <p14:nvPr/>
              </p14:nvContentPartPr>
              <p14:xfrm>
                <a:off x="8581252" y="2296390"/>
                <a:ext cx="178920" cy="1328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920E8876-8FBD-FEA4-14F2-01DE7212A3D0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8575132" y="2290270"/>
                  <a:ext cx="19116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4BAB3302-0786-A886-5A0F-28B5099CC581}"/>
                    </a:ext>
                  </a:extLst>
                </p14:cNvPr>
                <p14:cNvContentPartPr/>
                <p14:nvPr/>
              </p14:nvContentPartPr>
              <p14:xfrm>
                <a:off x="8845132" y="2211070"/>
                <a:ext cx="74880" cy="2163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4BAB3302-0786-A886-5A0F-28B5099CC581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8839012" y="2204950"/>
                  <a:ext cx="8712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0900C07F-1477-F072-A32F-3DD7E434E3CB}"/>
                    </a:ext>
                  </a:extLst>
                </p14:cNvPr>
                <p14:cNvContentPartPr/>
                <p14:nvPr/>
              </p14:nvContentPartPr>
              <p14:xfrm>
                <a:off x="8835052" y="2166790"/>
                <a:ext cx="101160" cy="676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0900C07F-1477-F072-A32F-3DD7E434E3CB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8828932" y="2160670"/>
                  <a:ext cx="11340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31B6F395-5AC3-ABF3-5D6A-11D6E1423ECD}"/>
                    </a:ext>
                  </a:extLst>
                </p14:cNvPr>
                <p14:cNvContentPartPr/>
                <p14:nvPr/>
              </p14:nvContentPartPr>
              <p14:xfrm>
                <a:off x="8896972" y="2392510"/>
                <a:ext cx="68760" cy="331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31B6F395-5AC3-ABF3-5D6A-11D6E1423ECD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8890852" y="2386390"/>
                  <a:ext cx="8100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09D82C23-C3AC-D7F4-484C-FBE8EB8397E4}"/>
                    </a:ext>
                  </a:extLst>
                </p14:cNvPr>
                <p14:cNvContentPartPr/>
                <p14:nvPr/>
              </p14:nvContentPartPr>
              <p14:xfrm>
                <a:off x="9053572" y="2312230"/>
                <a:ext cx="170280" cy="1094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09D82C23-C3AC-D7F4-484C-FBE8EB8397E4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9047452" y="2306110"/>
                  <a:ext cx="182520" cy="12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E3402AC6-4504-3596-141B-AE4D0C02A359}"/>
              </a:ext>
            </a:extLst>
          </p:cNvPr>
          <p:cNvGrpSpPr/>
          <p:nvPr/>
        </p:nvGrpSpPr>
        <p:grpSpPr>
          <a:xfrm>
            <a:off x="9056812" y="1384510"/>
            <a:ext cx="204480" cy="258480"/>
            <a:chOff x="9056812" y="1384510"/>
            <a:chExt cx="204480" cy="258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A2A9129D-3400-8060-7373-0EC766B22FCD}"/>
                    </a:ext>
                  </a:extLst>
                </p14:cNvPr>
                <p14:cNvContentPartPr/>
                <p14:nvPr/>
              </p14:nvContentPartPr>
              <p14:xfrm>
                <a:off x="9056812" y="1466950"/>
                <a:ext cx="204480" cy="3888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A2A9129D-3400-8060-7373-0EC766B22FCD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9038812" y="1449310"/>
                  <a:ext cx="24012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F29DB535-9214-9029-E3F7-C0E4F7C9C648}"/>
                    </a:ext>
                  </a:extLst>
                </p14:cNvPr>
                <p14:cNvContentPartPr/>
                <p14:nvPr/>
              </p14:nvContentPartPr>
              <p14:xfrm>
                <a:off x="9139612" y="1384510"/>
                <a:ext cx="33840" cy="25848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F29DB535-9214-9029-E3F7-C0E4F7C9C648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9121972" y="1366870"/>
                  <a:ext cx="69480" cy="294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1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23B993D0-FEBE-F052-56DB-17D5D42D0806}"/>
                  </a:ext>
                </a:extLst>
              </p14:cNvPr>
              <p14:cNvContentPartPr/>
              <p14:nvPr/>
            </p14:nvContentPartPr>
            <p14:xfrm>
              <a:off x="9031972" y="2614630"/>
              <a:ext cx="166320" cy="22320"/>
            </p14:xfrm>
          </p:contentPart>
        </mc:Choice>
        <mc:Fallback xmlns=""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23B993D0-FEBE-F052-56DB-17D5D42D0806}"/>
                  </a:ext>
                </a:extLst>
              </p:cNvPr>
              <p:cNvPicPr/>
              <p:nvPr/>
            </p:nvPicPr>
            <p:blipFill>
              <a:blip r:embed="rId192"/>
              <a:stretch>
                <a:fillRect/>
              </a:stretch>
            </p:blipFill>
            <p:spPr>
              <a:xfrm>
                <a:off x="9013972" y="2596630"/>
                <a:ext cx="201960" cy="57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58" name="Group 157">
            <a:extLst>
              <a:ext uri="{FF2B5EF4-FFF2-40B4-BE49-F238E27FC236}">
                <a16:creationId xmlns:a16="http://schemas.microsoft.com/office/drawing/2014/main" id="{6B7B9E99-2CA6-246E-E2B4-68ED0FEF9345}"/>
              </a:ext>
            </a:extLst>
          </p:cNvPr>
          <p:cNvGrpSpPr/>
          <p:nvPr/>
        </p:nvGrpSpPr>
        <p:grpSpPr>
          <a:xfrm>
            <a:off x="9404212" y="1979230"/>
            <a:ext cx="442440" cy="294840"/>
            <a:chOff x="9404212" y="1979230"/>
            <a:chExt cx="442440" cy="294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2A19CA3C-0DB2-3586-10BD-00AE1B08108D}"/>
                    </a:ext>
                  </a:extLst>
                </p14:cNvPr>
                <p14:cNvContentPartPr/>
                <p14:nvPr/>
              </p14:nvContentPartPr>
              <p14:xfrm>
                <a:off x="9404212" y="1979230"/>
                <a:ext cx="159120" cy="22716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2A19CA3C-0DB2-3586-10BD-00AE1B08108D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9386572" y="1961590"/>
                  <a:ext cx="19476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EB810BFE-47FF-B8DC-9F57-C7FED3D4006B}"/>
                    </a:ext>
                  </a:extLst>
                </p14:cNvPr>
                <p14:cNvContentPartPr/>
                <p14:nvPr/>
              </p14:nvContentPartPr>
              <p14:xfrm>
                <a:off x="9655492" y="2103430"/>
                <a:ext cx="191160" cy="13356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EB810BFE-47FF-B8DC-9F57-C7FED3D4006B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9637852" y="2085430"/>
                  <a:ext cx="22680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56E85107-17D8-AEF3-05B0-DC021F7176AD}"/>
                    </a:ext>
                  </a:extLst>
                </p14:cNvPr>
                <p14:cNvContentPartPr/>
                <p14:nvPr/>
              </p14:nvContentPartPr>
              <p14:xfrm>
                <a:off x="9726412" y="2047270"/>
                <a:ext cx="87480" cy="22680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56E85107-17D8-AEF3-05B0-DC021F7176AD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9708772" y="2029630"/>
                  <a:ext cx="123120" cy="262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9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1E811D8F-F57B-6BA9-8F45-0E33B455ECB0}"/>
                  </a:ext>
                </a:extLst>
              </p14:cNvPr>
              <p14:cNvContentPartPr/>
              <p14:nvPr/>
            </p14:nvContentPartPr>
            <p14:xfrm>
              <a:off x="7198852" y="1399630"/>
              <a:ext cx="91080" cy="95040"/>
            </p14:xfrm>
          </p:contentPart>
        </mc:Choice>
        <mc:Fallback xmlns=""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1E811D8F-F57B-6BA9-8F45-0E33B455ECB0}"/>
                  </a:ext>
                </a:extLst>
              </p:cNvPr>
              <p:cNvPicPr/>
              <p:nvPr/>
            </p:nvPicPr>
            <p:blipFill>
              <a:blip r:embed="rId200"/>
              <a:stretch>
                <a:fillRect/>
              </a:stretch>
            </p:blipFill>
            <p:spPr>
              <a:xfrm>
                <a:off x="7180852" y="1381630"/>
                <a:ext cx="126720" cy="13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1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D8EC0ABB-106A-D05A-D295-6449608EEBB9}"/>
                  </a:ext>
                </a:extLst>
              </p14:cNvPr>
              <p14:cNvContentPartPr/>
              <p14:nvPr/>
            </p14:nvContentPartPr>
            <p14:xfrm>
              <a:off x="8499892" y="1398910"/>
              <a:ext cx="86760" cy="86400"/>
            </p14:xfrm>
          </p:contentPart>
        </mc:Choice>
        <mc:Fallback xmlns=""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D8EC0ABB-106A-D05A-D295-6449608EEBB9}"/>
                  </a:ext>
                </a:extLst>
              </p:cNvPr>
              <p:cNvPicPr/>
              <p:nvPr/>
            </p:nvPicPr>
            <p:blipFill>
              <a:blip r:embed="rId202"/>
              <a:stretch>
                <a:fillRect/>
              </a:stretch>
            </p:blipFill>
            <p:spPr>
              <a:xfrm>
                <a:off x="8481892" y="1380910"/>
                <a:ext cx="122400" cy="12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3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9A9C2900-C9A8-0805-582A-E864F3AE8BD7}"/>
                  </a:ext>
                </a:extLst>
              </p14:cNvPr>
              <p14:cNvContentPartPr/>
              <p14:nvPr/>
            </p14:nvContentPartPr>
            <p14:xfrm>
              <a:off x="7424932" y="2626510"/>
              <a:ext cx="69120" cy="115920"/>
            </p14:xfrm>
          </p:contentPart>
        </mc:Choice>
        <mc:Fallback xmlns=""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9A9C2900-C9A8-0805-582A-E864F3AE8BD7}"/>
                  </a:ext>
                </a:extLst>
              </p:cNvPr>
              <p:cNvPicPr/>
              <p:nvPr/>
            </p:nvPicPr>
            <p:blipFill>
              <a:blip r:embed="rId204"/>
              <a:stretch>
                <a:fillRect/>
              </a:stretch>
            </p:blipFill>
            <p:spPr>
              <a:xfrm>
                <a:off x="7407292" y="2608870"/>
                <a:ext cx="104760" cy="15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5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500AEC8E-18EF-B87C-965C-7E42BD65AFD5}"/>
                  </a:ext>
                </a:extLst>
              </p14:cNvPr>
              <p14:cNvContentPartPr/>
              <p14:nvPr/>
            </p14:nvContentPartPr>
            <p14:xfrm>
              <a:off x="8678092" y="2568550"/>
              <a:ext cx="38520" cy="82440"/>
            </p14:xfrm>
          </p:contentPart>
        </mc:Choice>
        <mc:Fallback xmlns=""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500AEC8E-18EF-B87C-965C-7E42BD65AFD5}"/>
                  </a:ext>
                </a:extLst>
              </p:cNvPr>
              <p:cNvPicPr/>
              <p:nvPr/>
            </p:nvPicPr>
            <p:blipFill>
              <a:blip r:embed="rId206"/>
              <a:stretch>
                <a:fillRect/>
              </a:stretch>
            </p:blipFill>
            <p:spPr>
              <a:xfrm>
                <a:off x="8660452" y="2550550"/>
                <a:ext cx="74160" cy="118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464276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9E38B-5405-A07A-67EA-B7DE63A87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D26C6-008B-94FD-5740-A9C4ADC9F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divider</a:t>
            </a:r>
          </a:p>
        </p:txBody>
      </p:sp>
      <p:pic>
        <p:nvPicPr>
          <p:cNvPr id="6" name="Content Placeholder 5" descr="A diagram of a circuit&#10;&#10;Description automatically generated">
            <a:extLst>
              <a:ext uri="{FF2B5EF4-FFF2-40B4-BE49-F238E27FC236}">
                <a16:creationId xmlns:a16="http://schemas.microsoft.com/office/drawing/2014/main" id="{96FB59A0-814F-9DD4-5CA8-D57A7B1E64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7992" y="1008301"/>
            <a:ext cx="2712555" cy="5228451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CA8B7A-0EC4-E82A-A688-6242FA0A7E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23</a:t>
            </a:fld>
            <a:endParaRPr lang="en-US" dirty="0">
              <a:latin typeface="PT Sans" panose="020B0503020203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3C3D1AB-415F-58A3-7E88-5923ED08BFFA}"/>
                  </a:ext>
                </a:extLst>
              </p14:cNvPr>
              <p14:cNvContentPartPr/>
              <p14:nvPr/>
            </p14:nvContentPartPr>
            <p14:xfrm>
              <a:off x="7032766" y="769251"/>
              <a:ext cx="16200" cy="385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3C3D1AB-415F-58A3-7E88-5923ED08BFF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015126" y="751611"/>
                <a:ext cx="51840" cy="7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9269248A-C73C-33B5-65B0-704766786597}"/>
                  </a:ext>
                </a:extLst>
              </p14:cNvPr>
              <p14:cNvContentPartPr/>
              <p14:nvPr/>
            </p14:nvContentPartPr>
            <p14:xfrm>
              <a:off x="4730926" y="1800651"/>
              <a:ext cx="119520" cy="342000"/>
            </p14:xfrm>
          </p:contentPart>
        </mc:Choice>
        <mc:Fallback xmlns=""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9269248A-C73C-33B5-65B0-70476678659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712926" y="1783011"/>
                <a:ext cx="155160" cy="37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5FE5DA84-7371-0DFA-E57B-0696B1BE009D}"/>
                  </a:ext>
                </a:extLst>
              </p14:cNvPr>
              <p14:cNvContentPartPr/>
              <p14:nvPr/>
            </p14:nvContentPartPr>
            <p14:xfrm>
              <a:off x="4691686" y="1831611"/>
              <a:ext cx="146880" cy="46440"/>
            </p14:xfrm>
          </p:contentPart>
        </mc:Choice>
        <mc:Fallback xmlns=""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5FE5DA84-7371-0DFA-E57B-0696B1BE009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674046" y="1813971"/>
                <a:ext cx="182520" cy="8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ACBDD7DF-64C3-7625-5648-02148C626216}"/>
                  </a:ext>
                </a:extLst>
              </p14:cNvPr>
              <p14:cNvContentPartPr/>
              <p14:nvPr/>
            </p14:nvContentPartPr>
            <p14:xfrm>
              <a:off x="4774126" y="2094771"/>
              <a:ext cx="156600" cy="69120"/>
            </p14:xfrm>
          </p:contentPart>
        </mc:Choice>
        <mc:Fallback xmlns=""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ACBDD7DF-64C3-7625-5648-02148C626216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756126" y="2076771"/>
                <a:ext cx="192240" cy="10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D7E5F7A5-4501-5E25-A902-1108DFE487B5}"/>
                  </a:ext>
                </a:extLst>
              </p14:cNvPr>
              <p14:cNvContentPartPr/>
              <p14:nvPr/>
            </p14:nvContentPartPr>
            <p14:xfrm>
              <a:off x="5104606" y="773571"/>
              <a:ext cx="780840" cy="549000"/>
            </p14:xfrm>
          </p:contentPart>
        </mc:Choice>
        <mc:Fallback xmlns=""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D7E5F7A5-4501-5E25-A902-1108DFE487B5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086606" y="755931"/>
                <a:ext cx="816480" cy="58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02C34911-3EBB-2397-3D2A-2EDBAC1BE904}"/>
                  </a:ext>
                </a:extLst>
              </p14:cNvPr>
              <p14:cNvContentPartPr/>
              <p14:nvPr/>
            </p14:nvContentPartPr>
            <p14:xfrm>
              <a:off x="5786086" y="701211"/>
              <a:ext cx="129240" cy="191520"/>
            </p14:xfrm>
          </p:contentPart>
        </mc:Choice>
        <mc:Fallback xmlns=""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02C34911-3EBB-2397-3D2A-2EDBAC1BE904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768086" y="683571"/>
                <a:ext cx="164880" cy="22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2F111B9A-E1A4-E425-B326-190BD1E81ABF}"/>
                  </a:ext>
                </a:extLst>
              </p14:cNvPr>
              <p14:cNvContentPartPr/>
              <p14:nvPr/>
            </p14:nvContentPartPr>
            <p14:xfrm>
              <a:off x="6045286" y="334371"/>
              <a:ext cx="38520" cy="317880"/>
            </p14:xfrm>
          </p:contentPart>
        </mc:Choice>
        <mc:Fallback xmlns=""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2F111B9A-E1A4-E425-B326-190BD1E81ABF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027286" y="316731"/>
                <a:ext cx="74160" cy="35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053266A5-B9C3-A198-0399-8BC5257C74B9}"/>
                  </a:ext>
                </a:extLst>
              </p14:cNvPr>
              <p14:cNvContentPartPr/>
              <p14:nvPr/>
            </p14:nvContentPartPr>
            <p14:xfrm>
              <a:off x="6023686" y="367491"/>
              <a:ext cx="87840" cy="55080"/>
            </p14:xfrm>
          </p:contentPart>
        </mc:Choice>
        <mc:Fallback xmlns=""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053266A5-B9C3-A198-0399-8BC5257C74B9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005686" y="349851"/>
                <a:ext cx="123480" cy="9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6B01581B-DC49-A7A8-5546-723632B4FE18}"/>
                  </a:ext>
                </a:extLst>
              </p14:cNvPr>
              <p14:cNvContentPartPr/>
              <p14:nvPr/>
            </p14:nvContentPartPr>
            <p14:xfrm>
              <a:off x="6044926" y="654051"/>
              <a:ext cx="117720" cy="38520"/>
            </p14:xfrm>
          </p:contentPart>
        </mc:Choice>
        <mc:Fallback xmlns=""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6B01581B-DC49-A7A8-5546-723632B4FE18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6027286" y="636051"/>
                <a:ext cx="153360" cy="7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9EFD5393-5F2D-E44A-5E00-391E9FBB0E69}"/>
                  </a:ext>
                </a:extLst>
              </p14:cNvPr>
              <p14:cNvContentPartPr/>
              <p14:nvPr/>
            </p14:nvContentPartPr>
            <p14:xfrm>
              <a:off x="6279286" y="566211"/>
              <a:ext cx="22680" cy="118440"/>
            </p14:xfrm>
          </p:contentPart>
        </mc:Choice>
        <mc:Fallback xmlns=""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9EFD5393-5F2D-E44A-5E00-391E9FBB0E69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6261286" y="548211"/>
                <a:ext cx="58320" cy="15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DBDE4220-FB4F-C153-40D5-CEE6AEF7E3AE}"/>
                  </a:ext>
                </a:extLst>
              </p14:cNvPr>
              <p14:cNvContentPartPr/>
              <p14:nvPr/>
            </p14:nvContentPartPr>
            <p14:xfrm>
              <a:off x="6263086" y="492411"/>
              <a:ext cx="20880" cy="22680"/>
            </p14:xfrm>
          </p:contentPart>
        </mc:Choice>
        <mc:Fallback xmlns=""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DBDE4220-FB4F-C153-40D5-CEE6AEF7E3AE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6245446" y="474771"/>
                <a:ext cx="56520" cy="5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B39C7FF9-9E39-9F29-52C2-5529C48EBC24}"/>
                  </a:ext>
                </a:extLst>
              </p14:cNvPr>
              <p14:cNvContentPartPr/>
              <p14:nvPr/>
            </p14:nvContentPartPr>
            <p14:xfrm>
              <a:off x="6380446" y="560811"/>
              <a:ext cx="135360" cy="119160"/>
            </p14:xfrm>
          </p:contentPart>
        </mc:Choice>
        <mc:Fallback xmlns=""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B39C7FF9-9E39-9F29-52C2-5529C48EBC24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362806" y="543171"/>
                <a:ext cx="171000" cy="154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1" name="Group 140">
            <a:extLst>
              <a:ext uri="{FF2B5EF4-FFF2-40B4-BE49-F238E27FC236}">
                <a16:creationId xmlns:a16="http://schemas.microsoft.com/office/drawing/2014/main" id="{63B55375-49C3-D1B5-5972-5A56D73F7ADD}"/>
              </a:ext>
            </a:extLst>
          </p:cNvPr>
          <p:cNvGrpSpPr/>
          <p:nvPr/>
        </p:nvGrpSpPr>
        <p:grpSpPr>
          <a:xfrm>
            <a:off x="5400166" y="1042851"/>
            <a:ext cx="3147480" cy="1457640"/>
            <a:chOff x="5400166" y="1042851"/>
            <a:chExt cx="3147480" cy="1457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91EE7DB-F5C6-6E63-A862-CBF686042328}"/>
                    </a:ext>
                  </a:extLst>
                </p14:cNvPr>
                <p14:cNvContentPartPr/>
                <p14:nvPr/>
              </p14:nvContentPartPr>
              <p14:xfrm>
                <a:off x="5616886" y="1049691"/>
                <a:ext cx="81360" cy="5871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91EE7DB-F5C6-6E63-A862-CBF686042328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599246" y="1032051"/>
                  <a:ext cx="117000" cy="62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1C1F04FE-A0A5-3467-249B-6AB2B02BDA48}"/>
                    </a:ext>
                  </a:extLst>
                </p14:cNvPr>
                <p14:cNvContentPartPr/>
                <p14:nvPr/>
              </p14:nvContentPartPr>
              <p14:xfrm>
                <a:off x="5400166" y="1591851"/>
                <a:ext cx="533160" cy="5191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C1F04FE-A0A5-3467-249B-6AB2B02BDA48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5382166" y="1573851"/>
                  <a:ext cx="568800" cy="55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3B105E2-6120-F391-80A2-BF20EC8BC45A}"/>
                    </a:ext>
                  </a:extLst>
                </p14:cNvPr>
                <p14:cNvContentPartPr/>
                <p14:nvPr/>
              </p14:nvContentPartPr>
              <p14:xfrm>
                <a:off x="5625526" y="1762851"/>
                <a:ext cx="37800" cy="2660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3B105E2-6120-F391-80A2-BF20EC8BC45A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5607886" y="1745211"/>
                  <a:ext cx="7344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648A14F-FCBE-4912-078B-87DD18A4F115}"/>
                    </a:ext>
                  </a:extLst>
                </p14:cNvPr>
                <p14:cNvContentPartPr/>
                <p14:nvPr/>
              </p14:nvContentPartPr>
              <p14:xfrm>
                <a:off x="5559286" y="1776531"/>
                <a:ext cx="139320" cy="1184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648A14F-FCBE-4912-078B-87DD18A4F115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5541646" y="1758891"/>
                  <a:ext cx="17496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8D8236C-C77F-EFB1-404E-1B9CD2507ADA}"/>
                    </a:ext>
                  </a:extLst>
                </p14:cNvPr>
                <p14:cNvContentPartPr/>
                <p14:nvPr/>
              </p14:nvContentPartPr>
              <p14:xfrm>
                <a:off x="5671246" y="1086771"/>
                <a:ext cx="1125000" cy="334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8D8236C-C77F-EFB1-404E-1B9CD2507ADA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5653246" y="1068771"/>
                  <a:ext cx="116064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10CC23A-13BB-4396-5C52-BCED68854FBD}"/>
                    </a:ext>
                  </a:extLst>
                </p14:cNvPr>
                <p14:cNvContentPartPr/>
                <p14:nvPr/>
              </p14:nvContentPartPr>
              <p14:xfrm>
                <a:off x="6792286" y="1042851"/>
                <a:ext cx="52560" cy="4608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10CC23A-13BB-4396-5C52-BCED68854FBD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6774646" y="1024851"/>
                  <a:ext cx="88200" cy="49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C2FB86C-0951-A185-582A-1BBF0387E56C}"/>
                    </a:ext>
                  </a:extLst>
                </p14:cNvPr>
                <p14:cNvContentPartPr/>
                <p14:nvPr/>
              </p14:nvContentPartPr>
              <p14:xfrm>
                <a:off x="6815686" y="1548651"/>
                <a:ext cx="108360" cy="2588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C2FB86C-0951-A185-582A-1BBF0387E56C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6797686" y="1531011"/>
                  <a:ext cx="14400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231BF1C-484E-EAB1-20B1-195F3CD2FB58}"/>
                    </a:ext>
                  </a:extLst>
                </p14:cNvPr>
                <p14:cNvContentPartPr/>
                <p14:nvPr/>
              </p14:nvContentPartPr>
              <p14:xfrm>
                <a:off x="6925126" y="1812171"/>
                <a:ext cx="54000" cy="4341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231BF1C-484E-EAB1-20B1-195F3CD2FB58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6907486" y="1794171"/>
                  <a:ext cx="89640" cy="46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035D5F1C-BEBA-BA7B-FB05-0F0A85566E51}"/>
                    </a:ext>
                  </a:extLst>
                </p14:cNvPr>
                <p14:cNvContentPartPr/>
                <p14:nvPr/>
              </p14:nvContentPartPr>
              <p14:xfrm>
                <a:off x="6771406" y="1089651"/>
                <a:ext cx="994680" cy="349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035D5F1C-BEBA-BA7B-FB05-0F0A85566E51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6753766" y="1071651"/>
                  <a:ext cx="103032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CD29A431-6C3C-A979-4FA1-1A8DE1A43395}"/>
                    </a:ext>
                  </a:extLst>
                </p14:cNvPr>
                <p14:cNvContentPartPr/>
                <p14:nvPr/>
              </p14:nvContentPartPr>
              <p14:xfrm>
                <a:off x="7756366" y="1098291"/>
                <a:ext cx="119880" cy="5241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CD29A431-6C3C-A979-4FA1-1A8DE1A43395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7738726" y="1080651"/>
                  <a:ext cx="155520" cy="55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4008B18C-C95F-35EB-E441-404FA9D8B0B7}"/>
                    </a:ext>
                  </a:extLst>
                </p14:cNvPr>
                <p14:cNvContentPartPr/>
                <p14:nvPr/>
              </p14:nvContentPartPr>
              <p14:xfrm>
                <a:off x="5665846" y="1605531"/>
                <a:ext cx="2351160" cy="8845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4008B18C-C95F-35EB-E441-404FA9D8B0B7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5648206" y="1587531"/>
                  <a:ext cx="2386800" cy="9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85BC5283-54F2-1A57-D473-5A9FFDFBD322}"/>
                    </a:ext>
                  </a:extLst>
                </p14:cNvPr>
                <p14:cNvContentPartPr/>
                <p14:nvPr/>
              </p14:nvContentPartPr>
              <p14:xfrm>
                <a:off x="5645686" y="2129331"/>
                <a:ext cx="69120" cy="3711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85BC5283-54F2-1A57-D473-5A9FFDFBD322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5628046" y="2111691"/>
                  <a:ext cx="104760" cy="40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33C67DBE-DBAB-C1F0-1348-7ACF7FECF938}"/>
                    </a:ext>
                  </a:extLst>
                </p14:cNvPr>
                <p14:cNvContentPartPr/>
                <p14:nvPr/>
              </p14:nvContentPartPr>
              <p14:xfrm>
                <a:off x="6381166" y="1705971"/>
                <a:ext cx="67320" cy="2869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33C67DBE-DBAB-C1F0-1348-7ACF7FECF938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6363166" y="1688331"/>
                  <a:ext cx="10296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E4642E77-D11B-EB40-6A56-9B2A8B7BE8D7}"/>
                    </a:ext>
                  </a:extLst>
                </p14:cNvPr>
                <p14:cNvContentPartPr/>
                <p14:nvPr/>
              </p14:nvContentPartPr>
              <p14:xfrm>
                <a:off x="6413206" y="1667451"/>
                <a:ext cx="118440" cy="16992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E4642E77-D11B-EB40-6A56-9B2A8B7BE8D7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6395566" y="1649811"/>
                  <a:ext cx="15408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2E8932F2-1F38-C86A-DDD9-D132902707DE}"/>
                    </a:ext>
                  </a:extLst>
                </p14:cNvPr>
                <p14:cNvContentPartPr/>
                <p14:nvPr/>
              </p14:nvContentPartPr>
              <p14:xfrm>
                <a:off x="6649726" y="1826571"/>
                <a:ext cx="41400" cy="16560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2E8932F2-1F38-C86A-DDD9-D132902707DE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6632086" y="1808571"/>
                  <a:ext cx="7704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08DD553D-20F6-DB5E-6BDD-0B0CF30D7515}"/>
                    </a:ext>
                  </a:extLst>
                </p14:cNvPr>
                <p14:cNvContentPartPr/>
                <p14:nvPr/>
              </p14:nvContentPartPr>
              <p14:xfrm>
                <a:off x="8113846" y="1608411"/>
                <a:ext cx="55800" cy="24588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08DD553D-20F6-DB5E-6BDD-0B0CF30D7515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8096206" y="1590771"/>
                  <a:ext cx="9144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9B1AADEC-27D1-EFB3-931F-185C8586258A}"/>
                    </a:ext>
                  </a:extLst>
                </p14:cNvPr>
                <p14:cNvContentPartPr/>
                <p14:nvPr/>
              </p14:nvContentPartPr>
              <p14:xfrm>
                <a:off x="8094766" y="1563051"/>
                <a:ext cx="198000" cy="15264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9B1AADEC-27D1-EFB3-931F-185C8586258A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8076766" y="1545411"/>
                  <a:ext cx="23364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EC5C9B34-EA9E-8121-86BC-C9B1231EDC28}"/>
                    </a:ext>
                  </a:extLst>
                </p14:cNvPr>
                <p14:cNvContentPartPr/>
                <p14:nvPr/>
              </p14:nvContentPartPr>
              <p14:xfrm>
                <a:off x="8386006" y="1703451"/>
                <a:ext cx="161640" cy="14076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EC5C9B34-EA9E-8121-86BC-C9B1231EDC28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8368366" y="1685811"/>
                  <a:ext cx="19728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AF906126-1B1B-7525-677A-223007ED49EF}"/>
                    </a:ext>
                  </a:extLst>
                </p14:cNvPr>
                <p14:cNvContentPartPr/>
                <p14:nvPr/>
              </p14:nvContentPartPr>
              <p14:xfrm>
                <a:off x="7141486" y="1425171"/>
                <a:ext cx="79200" cy="45936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AF906126-1B1B-7525-677A-223007ED49EF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7123846" y="1407171"/>
                  <a:ext cx="114840" cy="49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AE2374C0-EE73-8BD7-1730-57CF80F5E422}"/>
                    </a:ext>
                  </a:extLst>
                </p14:cNvPr>
                <p14:cNvContentPartPr/>
                <p14:nvPr/>
              </p14:nvContentPartPr>
              <p14:xfrm>
                <a:off x="7133926" y="1773651"/>
                <a:ext cx="190440" cy="11772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AE2374C0-EE73-8BD7-1730-57CF80F5E422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7115926" y="1756011"/>
                  <a:ext cx="22608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C02357C5-1364-640B-DCC4-F229BFD0C48B}"/>
                    </a:ext>
                  </a:extLst>
                </p14:cNvPr>
                <p14:cNvContentPartPr/>
                <p14:nvPr/>
              </p14:nvContentPartPr>
              <p14:xfrm>
                <a:off x="7314286" y="1286931"/>
                <a:ext cx="48960" cy="27648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C02357C5-1364-640B-DCC4-F229BFD0C48B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7296646" y="1269291"/>
                  <a:ext cx="8460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078F0203-E3AA-1DAA-B6D1-C1EA9425B585}"/>
                    </a:ext>
                  </a:extLst>
                </p14:cNvPr>
                <p14:cNvContentPartPr/>
                <p14:nvPr/>
              </p14:nvContentPartPr>
              <p14:xfrm>
                <a:off x="7323646" y="1528851"/>
                <a:ext cx="68040" cy="1764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078F0203-E3AA-1DAA-B6D1-C1EA9425B585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7305646" y="1511211"/>
                  <a:ext cx="10368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A911C1B1-8447-26A6-369F-7022522D95AB}"/>
                    </a:ext>
                  </a:extLst>
                </p14:cNvPr>
                <p14:cNvContentPartPr/>
                <p14:nvPr/>
              </p14:nvContentPartPr>
              <p14:xfrm>
                <a:off x="7286926" y="1290531"/>
                <a:ext cx="100800" cy="4140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A911C1B1-8447-26A6-369F-7022522D95AB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7268926" y="1272531"/>
                  <a:ext cx="13644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252EE4BA-7E1D-9F1C-7864-17FEAEF88ABD}"/>
                    </a:ext>
                  </a:extLst>
                </p14:cNvPr>
                <p14:cNvContentPartPr/>
                <p14:nvPr/>
              </p14:nvContentPartPr>
              <p14:xfrm>
                <a:off x="7506166" y="1377651"/>
                <a:ext cx="20520" cy="17172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252EE4BA-7E1D-9F1C-7864-17FEAEF88ABD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7488526" y="1360011"/>
                  <a:ext cx="56160" cy="207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9B489778-0481-6F7E-3F27-16F8EB3D601B}"/>
              </a:ext>
            </a:extLst>
          </p:cNvPr>
          <p:cNvGrpSpPr/>
          <p:nvPr/>
        </p:nvGrpSpPr>
        <p:grpSpPr>
          <a:xfrm>
            <a:off x="8604526" y="1331571"/>
            <a:ext cx="636480" cy="579240"/>
            <a:chOff x="8604526" y="1331571"/>
            <a:chExt cx="636480" cy="579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F3049716-B19E-F39E-CC7F-48A9D8258459}"/>
                    </a:ext>
                  </a:extLst>
                </p14:cNvPr>
                <p14:cNvContentPartPr/>
                <p14:nvPr/>
              </p14:nvContentPartPr>
              <p14:xfrm>
                <a:off x="8657086" y="1331571"/>
                <a:ext cx="52200" cy="56124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F3049716-B19E-F39E-CC7F-48A9D8258459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8639086" y="1313571"/>
                  <a:ext cx="87840" cy="59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0B44A5FB-A779-8504-C2FC-FA8F1473229B}"/>
                    </a:ext>
                  </a:extLst>
                </p14:cNvPr>
                <p14:cNvContentPartPr/>
                <p14:nvPr/>
              </p14:nvContentPartPr>
              <p14:xfrm>
                <a:off x="8604526" y="1772211"/>
                <a:ext cx="183240" cy="13860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0B44A5FB-A779-8504-C2FC-FA8F1473229B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8586886" y="1754211"/>
                  <a:ext cx="21888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BA83DFA1-A550-B940-2E1D-E0FC757488C4}"/>
                    </a:ext>
                  </a:extLst>
                </p14:cNvPr>
                <p14:cNvContentPartPr/>
                <p14:nvPr/>
              </p14:nvContentPartPr>
              <p14:xfrm>
                <a:off x="8948326" y="1428411"/>
                <a:ext cx="69840" cy="27828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BA83DFA1-A550-B940-2E1D-E0FC757488C4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8930326" y="1410771"/>
                  <a:ext cx="10548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D79B2108-CE1E-2557-E6DF-C7CE44893ACD}"/>
                    </a:ext>
                  </a:extLst>
                </p14:cNvPr>
                <p14:cNvContentPartPr/>
                <p14:nvPr/>
              </p14:nvContentPartPr>
              <p14:xfrm>
                <a:off x="8945446" y="1424811"/>
                <a:ext cx="110520" cy="4284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D79B2108-CE1E-2557-E6DF-C7CE44893ACD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8927806" y="1407171"/>
                  <a:ext cx="14616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E42EAE5A-76F1-BD9C-77FB-AEF3BB636FB5}"/>
                    </a:ext>
                  </a:extLst>
                </p14:cNvPr>
                <p14:cNvContentPartPr/>
                <p14:nvPr/>
              </p14:nvContentPartPr>
              <p14:xfrm>
                <a:off x="8961286" y="1639731"/>
                <a:ext cx="81000" cy="2448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E42EAE5A-76F1-BD9C-77FB-AEF3BB636FB5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8943286" y="1622091"/>
                  <a:ext cx="11664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D73EC314-5D56-8EB1-9325-B8557341928A}"/>
                    </a:ext>
                  </a:extLst>
                </p14:cNvPr>
                <p14:cNvContentPartPr/>
                <p14:nvPr/>
              </p14:nvContentPartPr>
              <p14:xfrm>
                <a:off x="9100606" y="1581771"/>
                <a:ext cx="140400" cy="12420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D73EC314-5D56-8EB1-9325-B8557341928A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9082966" y="1564131"/>
                  <a:ext cx="176040" cy="159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FA248E89-D3C6-F285-4FFE-B2BC624F8BC4}"/>
              </a:ext>
            </a:extLst>
          </p:cNvPr>
          <p:cNvGrpSpPr/>
          <p:nvPr/>
        </p:nvGrpSpPr>
        <p:grpSpPr>
          <a:xfrm>
            <a:off x="5161486" y="3323091"/>
            <a:ext cx="640800" cy="512280"/>
            <a:chOff x="5161486" y="3323091"/>
            <a:chExt cx="640800" cy="512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6365CF1E-E79B-D9F9-C2C9-B3B9BACA3E78}"/>
                    </a:ext>
                  </a:extLst>
                </p14:cNvPr>
                <p14:cNvContentPartPr/>
                <p14:nvPr/>
              </p14:nvContentPartPr>
              <p14:xfrm>
                <a:off x="5234926" y="3323091"/>
                <a:ext cx="36720" cy="51228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6365CF1E-E79B-D9F9-C2C9-B3B9BACA3E78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5216926" y="3305091"/>
                  <a:ext cx="72360" cy="54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88FD2AD7-5876-47B3-D8C4-3AFD17C16402}"/>
                    </a:ext>
                  </a:extLst>
                </p14:cNvPr>
                <p14:cNvContentPartPr/>
                <p14:nvPr/>
              </p14:nvContentPartPr>
              <p14:xfrm>
                <a:off x="5161486" y="3362691"/>
                <a:ext cx="140760" cy="7560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88FD2AD7-5876-47B3-D8C4-3AFD17C16402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5143846" y="3344691"/>
                  <a:ext cx="17640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DE6DEB05-CE8C-BA1D-272D-43EDEDB5B6EC}"/>
                    </a:ext>
                  </a:extLst>
                </p14:cNvPr>
                <p14:cNvContentPartPr/>
                <p14:nvPr/>
              </p14:nvContentPartPr>
              <p14:xfrm>
                <a:off x="5202886" y="3727011"/>
                <a:ext cx="141480" cy="2700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DE6DEB05-CE8C-BA1D-272D-43EDEDB5B6EC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5185246" y="3709371"/>
                  <a:ext cx="17712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E7E2A780-3DA9-8E74-4045-1E02826775DE}"/>
                    </a:ext>
                  </a:extLst>
                </p14:cNvPr>
                <p14:cNvContentPartPr/>
                <p14:nvPr/>
              </p14:nvContentPartPr>
              <p14:xfrm>
                <a:off x="5488366" y="3595251"/>
                <a:ext cx="36720" cy="18036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E7E2A780-3DA9-8E74-4045-1E02826775DE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5470366" y="3577611"/>
                  <a:ext cx="7236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FD2DB4E3-6987-EE2C-4AB6-497766A8B2A9}"/>
                    </a:ext>
                  </a:extLst>
                </p14:cNvPr>
                <p14:cNvContentPartPr/>
                <p14:nvPr/>
              </p14:nvContentPartPr>
              <p14:xfrm>
                <a:off x="5675206" y="3534771"/>
                <a:ext cx="46800" cy="1980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FD2DB4E3-6987-EE2C-4AB6-497766A8B2A9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5657206" y="3516771"/>
                  <a:ext cx="8244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4BDA9F54-BC0A-FE04-FDE4-689A350930CB}"/>
                    </a:ext>
                  </a:extLst>
                </p14:cNvPr>
                <p14:cNvContentPartPr/>
                <p14:nvPr/>
              </p14:nvContentPartPr>
              <p14:xfrm>
                <a:off x="5698246" y="3612171"/>
                <a:ext cx="104040" cy="4284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4BDA9F54-BC0A-FE04-FDE4-689A350930CB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5680606" y="3594531"/>
                  <a:ext cx="139680" cy="78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184" name="Ink 183">
                <a:extLst>
                  <a:ext uri="{FF2B5EF4-FFF2-40B4-BE49-F238E27FC236}">
                    <a16:creationId xmlns:a16="http://schemas.microsoft.com/office/drawing/2014/main" id="{33CCEBB9-3B3D-C83D-23CE-2BDD83781E4D}"/>
                  </a:ext>
                </a:extLst>
              </p14:cNvPr>
              <p14:cNvContentPartPr/>
              <p14:nvPr/>
            </p14:nvContentPartPr>
            <p14:xfrm>
              <a:off x="7686886" y="1481691"/>
              <a:ext cx="457200" cy="559800"/>
            </p14:xfrm>
          </p:contentPart>
        </mc:Choice>
        <mc:Fallback xmlns="">
          <p:pic>
            <p:nvPicPr>
              <p:cNvPr id="184" name="Ink 183">
                <a:extLst>
                  <a:ext uri="{FF2B5EF4-FFF2-40B4-BE49-F238E27FC236}">
                    <a16:creationId xmlns:a16="http://schemas.microsoft.com/office/drawing/2014/main" id="{33CCEBB9-3B3D-C83D-23CE-2BDD83781E4D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7633246" y="1374051"/>
                <a:ext cx="564840" cy="775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89" name="Group 188">
            <a:extLst>
              <a:ext uri="{FF2B5EF4-FFF2-40B4-BE49-F238E27FC236}">
                <a16:creationId xmlns:a16="http://schemas.microsoft.com/office/drawing/2014/main" id="{23CCF445-AFEE-A531-B50F-3E9A356EF116}"/>
              </a:ext>
            </a:extLst>
          </p:cNvPr>
          <p:cNvGrpSpPr/>
          <p:nvPr/>
        </p:nvGrpSpPr>
        <p:grpSpPr>
          <a:xfrm>
            <a:off x="6112606" y="2968131"/>
            <a:ext cx="2062080" cy="1234080"/>
            <a:chOff x="6112606" y="2968131"/>
            <a:chExt cx="2062080" cy="1234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11E028AC-86D1-BF64-514E-3CDD1BB097B6}"/>
                    </a:ext>
                  </a:extLst>
                </p14:cNvPr>
                <p14:cNvContentPartPr/>
                <p14:nvPr/>
              </p14:nvContentPartPr>
              <p14:xfrm>
                <a:off x="6172006" y="3391491"/>
                <a:ext cx="39240" cy="33552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11E028AC-86D1-BF64-514E-3CDD1BB097B6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6154006" y="3373851"/>
                  <a:ext cx="74880" cy="37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6B5BE92C-541F-0F23-CBE4-FD715F2F673D}"/>
                    </a:ext>
                  </a:extLst>
                </p14:cNvPr>
                <p14:cNvContentPartPr/>
                <p14:nvPr/>
              </p14:nvContentPartPr>
              <p14:xfrm>
                <a:off x="6112606" y="3386811"/>
                <a:ext cx="100080" cy="2952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6B5BE92C-541F-0F23-CBE4-FD715F2F673D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6094606" y="3368811"/>
                  <a:ext cx="13572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6C76F9EB-5744-D1B2-B592-C7A63E92F25A}"/>
                    </a:ext>
                  </a:extLst>
                </p14:cNvPr>
                <p14:cNvContentPartPr/>
                <p14:nvPr/>
              </p14:nvContentPartPr>
              <p14:xfrm>
                <a:off x="6134206" y="3672291"/>
                <a:ext cx="117720" cy="4176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6C76F9EB-5744-D1B2-B592-C7A63E92F25A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6116566" y="3654291"/>
                  <a:ext cx="15336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E0ADB4FE-7101-A0F3-6500-A04FC618CEE3}"/>
                    </a:ext>
                  </a:extLst>
                </p14:cNvPr>
                <p14:cNvContentPartPr/>
                <p14:nvPr/>
              </p14:nvContentPartPr>
              <p14:xfrm>
                <a:off x="6438046" y="3632331"/>
                <a:ext cx="12600" cy="12708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E0ADB4FE-7101-A0F3-6500-A04FC618CEE3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6420046" y="3614331"/>
                  <a:ext cx="4824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733A6398-E25E-6FEA-6F63-987B6D1CE8CC}"/>
                    </a:ext>
                  </a:extLst>
                </p14:cNvPr>
                <p14:cNvContentPartPr/>
                <p14:nvPr/>
              </p14:nvContentPartPr>
              <p14:xfrm>
                <a:off x="6449566" y="3516771"/>
                <a:ext cx="23400" cy="1368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733A6398-E25E-6FEA-6F63-987B6D1CE8CC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6431926" y="3499131"/>
                  <a:ext cx="5904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1CDCA859-F52B-DA7B-F6F7-F9F611B889CF}"/>
                    </a:ext>
                  </a:extLst>
                </p14:cNvPr>
                <p14:cNvContentPartPr/>
                <p14:nvPr/>
              </p14:nvContentPartPr>
              <p14:xfrm>
                <a:off x="6558286" y="3636651"/>
                <a:ext cx="136440" cy="14832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1CDCA859-F52B-DA7B-F6F7-F9F611B889CF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6540646" y="3619011"/>
                  <a:ext cx="17208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416C6CEF-0CEF-DD94-6AFE-0184FF8CEF78}"/>
                    </a:ext>
                  </a:extLst>
                </p14:cNvPr>
                <p14:cNvContentPartPr/>
                <p14:nvPr/>
              </p14:nvContentPartPr>
              <p14:xfrm>
                <a:off x="6863566" y="3413091"/>
                <a:ext cx="1311120" cy="16956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416C6CEF-0CEF-DD94-6AFE-0184FF8CEF78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6845926" y="3395451"/>
                  <a:ext cx="134676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68751FCC-ABF3-4187-8E0F-CB6A08204FB3}"/>
                    </a:ext>
                  </a:extLst>
                </p14:cNvPr>
                <p14:cNvContentPartPr/>
                <p14:nvPr/>
              </p14:nvContentPartPr>
              <p14:xfrm>
                <a:off x="7054726" y="3805491"/>
                <a:ext cx="64080" cy="26784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68751FCC-ABF3-4187-8E0F-CB6A08204FB3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7036726" y="3787851"/>
                  <a:ext cx="9972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11F677F6-6CCB-DAD8-4F57-19A576F181FD}"/>
                    </a:ext>
                  </a:extLst>
                </p14:cNvPr>
                <p14:cNvContentPartPr/>
                <p14:nvPr/>
              </p14:nvContentPartPr>
              <p14:xfrm>
                <a:off x="7067686" y="3768411"/>
                <a:ext cx="163440" cy="20628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11F677F6-6CCB-DAD8-4F57-19A576F181FD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7050046" y="3750771"/>
                  <a:ext cx="19908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E0F290D8-580D-9C16-8D1F-6A701887AB01}"/>
                    </a:ext>
                  </a:extLst>
                </p14:cNvPr>
                <p14:cNvContentPartPr/>
                <p14:nvPr/>
              </p14:nvContentPartPr>
              <p14:xfrm>
                <a:off x="7398526" y="3872811"/>
                <a:ext cx="122400" cy="1260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E0F290D8-580D-9C16-8D1F-6A701887AB01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7380526" y="3855171"/>
                  <a:ext cx="15804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B29EA6BB-2B15-8B4A-4681-6CD6F80B3D11}"/>
                    </a:ext>
                  </a:extLst>
                </p14:cNvPr>
                <p14:cNvContentPartPr/>
                <p14:nvPr/>
              </p14:nvContentPartPr>
              <p14:xfrm>
                <a:off x="7463686" y="3785691"/>
                <a:ext cx="25200" cy="21600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B29EA6BB-2B15-8B4A-4681-6CD6F80B3D11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7445686" y="3768051"/>
                  <a:ext cx="6084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64FFB0F9-AA60-F89D-FB47-1BA23B21A7C3}"/>
                    </a:ext>
                  </a:extLst>
                </p14:cNvPr>
                <p14:cNvContentPartPr/>
                <p14:nvPr/>
              </p14:nvContentPartPr>
              <p14:xfrm>
                <a:off x="7677526" y="3712251"/>
                <a:ext cx="33480" cy="23976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64FFB0F9-AA60-F89D-FB47-1BA23B21A7C3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7659886" y="3694611"/>
                  <a:ext cx="6912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5427F11B-1B18-B430-DB1B-57E56BF6EA22}"/>
                    </a:ext>
                  </a:extLst>
                </p14:cNvPr>
                <p14:cNvContentPartPr/>
                <p14:nvPr/>
              </p14:nvContentPartPr>
              <p14:xfrm>
                <a:off x="7694086" y="3687051"/>
                <a:ext cx="129240" cy="18036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5427F11B-1B18-B430-DB1B-57E56BF6EA22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7676446" y="3669051"/>
                  <a:ext cx="16488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1D3FE5DA-B041-C86A-3A82-2361D00DE389}"/>
                    </a:ext>
                  </a:extLst>
                </p14:cNvPr>
                <p14:cNvContentPartPr/>
                <p14:nvPr/>
              </p14:nvContentPartPr>
              <p14:xfrm>
                <a:off x="7909006" y="3787851"/>
                <a:ext cx="194400" cy="12960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1D3FE5DA-B041-C86A-3A82-2361D00DE389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7891366" y="3769851"/>
                  <a:ext cx="23004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8951D53B-6FC8-376A-3D83-12B6548393D4}"/>
                    </a:ext>
                  </a:extLst>
                </p14:cNvPr>
                <p14:cNvContentPartPr/>
                <p14:nvPr/>
              </p14:nvContentPartPr>
              <p14:xfrm>
                <a:off x="7209886" y="2992611"/>
                <a:ext cx="99360" cy="35784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8951D53B-6FC8-376A-3D83-12B6548393D4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7191886" y="2974611"/>
                  <a:ext cx="135000" cy="39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95565B53-194D-5830-8CCA-18D75F2C7AE2}"/>
                    </a:ext>
                  </a:extLst>
                </p14:cNvPr>
                <p14:cNvContentPartPr/>
                <p14:nvPr/>
              </p14:nvContentPartPr>
              <p14:xfrm>
                <a:off x="7259566" y="2968131"/>
                <a:ext cx="220680" cy="24408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95565B53-194D-5830-8CCA-18D75F2C7AE2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7241926" y="2950131"/>
                  <a:ext cx="25632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1AF1AEEE-3806-4D8B-A48B-2A066924803A}"/>
                    </a:ext>
                  </a:extLst>
                </p14:cNvPr>
                <p14:cNvContentPartPr/>
                <p14:nvPr/>
              </p14:nvContentPartPr>
              <p14:xfrm>
                <a:off x="7616326" y="3078651"/>
                <a:ext cx="207720" cy="14148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1AF1AEEE-3806-4D8B-A48B-2A066924803A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7598326" y="3060651"/>
                  <a:ext cx="24336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F15518ED-9079-CEA7-6D90-EAE212893A8D}"/>
                    </a:ext>
                  </a:extLst>
                </p14:cNvPr>
                <p14:cNvContentPartPr/>
                <p14:nvPr/>
              </p14:nvContentPartPr>
              <p14:xfrm>
                <a:off x="7324726" y="4048131"/>
                <a:ext cx="70200" cy="15408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F15518ED-9079-CEA7-6D90-EAE212893A8D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7306726" y="4030491"/>
                  <a:ext cx="105840" cy="189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9" name="Group 218">
            <a:extLst>
              <a:ext uri="{FF2B5EF4-FFF2-40B4-BE49-F238E27FC236}">
                <a16:creationId xmlns:a16="http://schemas.microsoft.com/office/drawing/2014/main" id="{BF393361-922D-0A23-D4D9-CF1AA90B51C4}"/>
              </a:ext>
            </a:extLst>
          </p:cNvPr>
          <p:cNvGrpSpPr/>
          <p:nvPr/>
        </p:nvGrpSpPr>
        <p:grpSpPr>
          <a:xfrm>
            <a:off x="5398726" y="4820331"/>
            <a:ext cx="666720" cy="409680"/>
            <a:chOff x="5398726" y="4820331"/>
            <a:chExt cx="666720" cy="409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719DF6F5-4466-8006-D915-44C51913A812}"/>
                    </a:ext>
                  </a:extLst>
                </p14:cNvPr>
                <p14:cNvContentPartPr/>
                <p14:nvPr/>
              </p14:nvContentPartPr>
              <p14:xfrm>
                <a:off x="5472166" y="4872891"/>
                <a:ext cx="42120" cy="28800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719DF6F5-4466-8006-D915-44C51913A812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5454526" y="4854891"/>
                  <a:ext cx="77760" cy="32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F4DA189C-5697-43E7-AB87-A178F9CF777D}"/>
                    </a:ext>
                  </a:extLst>
                </p14:cNvPr>
                <p14:cNvContentPartPr/>
                <p14:nvPr/>
              </p14:nvContentPartPr>
              <p14:xfrm>
                <a:off x="5398726" y="4820331"/>
                <a:ext cx="135360" cy="6552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F4DA189C-5697-43E7-AB87-A178F9CF777D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5380726" y="4802691"/>
                  <a:ext cx="17100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655EB2DD-EB04-86D6-19E2-49A627A1EBB5}"/>
                    </a:ext>
                  </a:extLst>
                </p14:cNvPr>
                <p14:cNvContentPartPr/>
                <p14:nvPr/>
              </p14:nvContentPartPr>
              <p14:xfrm>
                <a:off x="5416366" y="5122731"/>
                <a:ext cx="110160" cy="4788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655EB2DD-EB04-86D6-19E2-49A627A1EBB5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5398366" y="5104731"/>
                  <a:ext cx="14580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7AA3E9B3-08DE-4236-E4C2-D49D2C24246C}"/>
                    </a:ext>
                  </a:extLst>
                </p14:cNvPr>
                <p14:cNvContentPartPr/>
                <p14:nvPr/>
              </p14:nvContentPartPr>
              <p14:xfrm>
                <a:off x="5668366" y="5082771"/>
                <a:ext cx="140760" cy="14724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7AA3E9B3-08DE-4236-E4C2-D49D2C24246C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5650726" y="5064771"/>
                  <a:ext cx="17640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D93A69DA-6B9F-8F21-0F91-137C18ED81E3}"/>
                    </a:ext>
                  </a:extLst>
                </p14:cNvPr>
                <p14:cNvContentPartPr/>
                <p14:nvPr/>
              </p14:nvContentPartPr>
              <p14:xfrm>
                <a:off x="5972206" y="5110131"/>
                <a:ext cx="58320" cy="1944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D93A69DA-6B9F-8F21-0F91-137C18ED81E3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5954566" y="5092491"/>
                  <a:ext cx="9396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D8151928-2E05-5B4C-7126-CD7F0642269B}"/>
                    </a:ext>
                  </a:extLst>
                </p14:cNvPr>
                <p14:cNvContentPartPr/>
                <p14:nvPr/>
              </p14:nvContentPartPr>
              <p14:xfrm>
                <a:off x="5999566" y="5186091"/>
                <a:ext cx="65880" cy="2484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D8151928-2E05-5B4C-7126-CD7F0642269B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5981566" y="5168451"/>
                  <a:ext cx="101520" cy="6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8" name="Group 217">
            <a:extLst>
              <a:ext uri="{FF2B5EF4-FFF2-40B4-BE49-F238E27FC236}">
                <a16:creationId xmlns:a16="http://schemas.microsoft.com/office/drawing/2014/main" id="{8912EC90-D969-B131-7A29-1B72AD959194}"/>
              </a:ext>
            </a:extLst>
          </p:cNvPr>
          <p:cNvGrpSpPr/>
          <p:nvPr/>
        </p:nvGrpSpPr>
        <p:grpSpPr>
          <a:xfrm>
            <a:off x="6355606" y="4580571"/>
            <a:ext cx="1995840" cy="1086840"/>
            <a:chOff x="6355606" y="4580571"/>
            <a:chExt cx="1995840" cy="1086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06394031-9D74-1C00-84B4-0C944E8BB5CA}"/>
                    </a:ext>
                  </a:extLst>
                </p14:cNvPr>
                <p14:cNvContentPartPr/>
                <p14:nvPr/>
              </p14:nvContentPartPr>
              <p14:xfrm>
                <a:off x="6411406" y="4854891"/>
                <a:ext cx="53640" cy="37224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06394031-9D74-1C00-84B4-0C944E8BB5CA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6393406" y="4836891"/>
                  <a:ext cx="89280" cy="40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7A5B4DB0-7795-9FDC-C63B-431159183F58}"/>
                    </a:ext>
                  </a:extLst>
                </p14:cNvPr>
                <p14:cNvContentPartPr/>
                <p14:nvPr/>
              </p14:nvContentPartPr>
              <p14:xfrm>
                <a:off x="6355606" y="4909251"/>
                <a:ext cx="120960" cy="7992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7A5B4DB0-7795-9FDC-C63B-431159183F58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6337966" y="4891251"/>
                  <a:ext cx="15660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9D871B96-C129-75E5-E8FC-D7E9B920AED4}"/>
                    </a:ext>
                  </a:extLst>
                </p14:cNvPr>
                <p14:cNvContentPartPr/>
                <p14:nvPr/>
              </p14:nvContentPartPr>
              <p14:xfrm>
                <a:off x="6428686" y="5201211"/>
                <a:ext cx="106560" cy="3744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9D871B96-C129-75E5-E8FC-D7E9B920AED4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6410686" y="5183211"/>
                  <a:ext cx="14220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E616E208-BA04-7561-F4AE-14A9B8F750A8}"/>
                    </a:ext>
                  </a:extLst>
                </p14:cNvPr>
                <p14:cNvContentPartPr/>
                <p14:nvPr/>
              </p14:nvContentPartPr>
              <p14:xfrm>
                <a:off x="6644686" y="5160531"/>
                <a:ext cx="21960" cy="21312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E616E208-BA04-7561-F4AE-14A9B8F750A8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6626686" y="5142891"/>
                  <a:ext cx="5760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92D276AC-7E91-E6AC-5B4F-905A59D485E3}"/>
                    </a:ext>
                  </a:extLst>
                </p14:cNvPr>
                <p14:cNvContentPartPr/>
                <p14:nvPr/>
              </p14:nvContentPartPr>
              <p14:xfrm>
                <a:off x="6653686" y="5087451"/>
                <a:ext cx="12600" cy="936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92D276AC-7E91-E6AC-5B4F-905A59D485E3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6636046" y="5069451"/>
                  <a:ext cx="4824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3CD7E989-14EE-BAEB-AED9-49223DEB5A69}"/>
                    </a:ext>
                  </a:extLst>
                </p14:cNvPr>
                <p14:cNvContentPartPr/>
                <p14:nvPr/>
              </p14:nvContentPartPr>
              <p14:xfrm>
                <a:off x="6792286" y="5183211"/>
                <a:ext cx="123840" cy="9036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3CD7E989-14EE-BAEB-AED9-49223DEB5A69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6774646" y="5165211"/>
                  <a:ext cx="15948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F724B3CA-1C9A-74D6-285D-4BF5DD2E80EE}"/>
                    </a:ext>
                  </a:extLst>
                </p14:cNvPr>
                <p14:cNvContentPartPr/>
                <p14:nvPr/>
              </p14:nvContentPartPr>
              <p14:xfrm>
                <a:off x="7143286" y="5108691"/>
                <a:ext cx="61200" cy="2916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F724B3CA-1C9A-74D6-285D-4BF5DD2E80EE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7125286" y="5091051"/>
                  <a:ext cx="9684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61AF069F-EB45-4AC4-0120-E07D8149B542}"/>
                    </a:ext>
                  </a:extLst>
                </p14:cNvPr>
                <p14:cNvContentPartPr/>
                <p14:nvPr/>
              </p14:nvContentPartPr>
              <p14:xfrm>
                <a:off x="7190446" y="5160891"/>
                <a:ext cx="46800" cy="2016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61AF069F-EB45-4AC4-0120-E07D8149B542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7172446" y="5143251"/>
                  <a:ext cx="8244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2DCA318A-0CB6-C33F-C222-4B67F391BD88}"/>
                    </a:ext>
                  </a:extLst>
                </p14:cNvPr>
                <p14:cNvContentPartPr/>
                <p14:nvPr/>
              </p14:nvContentPartPr>
              <p14:xfrm>
                <a:off x="6950326" y="5049651"/>
                <a:ext cx="1401120" cy="12312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2DCA318A-0CB6-C33F-C222-4B67F391BD88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6932686" y="5032011"/>
                  <a:ext cx="143676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E15E48C6-41B1-C4A7-C829-D5A588CD1A47}"/>
                    </a:ext>
                  </a:extLst>
                </p14:cNvPr>
                <p14:cNvContentPartPr/>
                <p14:nvPr/>
              </p14:nvContentPartPr>
              <p14:xfrm>
                <a:off x="7150846" y="5446011"/>
                <a:ext cx="41040" cy="22140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E15E48C6-41B1-C4A7-C829-D5A588CD1A47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7132846" y="5428371"/>
                  <a:ext cx="7668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902426A8-D197-7307-A5B6-3D472F31638D}"/>
                    </a:ext>
                  </a:extLst>
                </p14:cNvPr>
                <p14:cNvContentPartPr/>
                <p14:nvPr/>
              </p14:nvContentPartPr>
              <p14:xfrm>
                <a:off x="7147246" y="5365371"/>
                <a:ext cx="142560" cy="18180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902426A8-D197-7307-A5B6-3D472F31638D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7129246" y="5347731"/>
                  <a:ext cx="17820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8F932049-C93B-8321-41D2-E2C2FD74B303}"/>
                    </a:ext>
                  </a:extLst>
                </p14:cNvPr>
                <p14:cNvContentPartPr/>
                <p14:nvPr/>
              </p14:nvContentPartPr>
              <p14:xfrm>
                <a:off x="7394566" y="5507211"/>
                <a:ext cx="65520" cy="12492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8F932049-C93B-8321-41D2-E2C2FD74B303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7376566" y="5489571"/>
                  <a:ext cx="10116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B8395F69-BFB3-3C79-D7E7-C8EA5AFFFE08}"/>
                    </a:ext>
                  </a:extLst>
                </p14:cNvPr>
                <p14:cNvContentPartPr/>
                <p14:nvPr/>
              </p14:nvContentPartPr>
              <p14:xfrm>
                <a:off x="7525606" y="5435571"/>
                <a:ext cx="182880" cy="6768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B8395F69-BFB3-3C79-D7E7-C8EA5AFFFE08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7507966" y="5417571"/>
                  <a:ext cx="21852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D5D5CFBB-71B7-F71F-0152-B0908C36606B}"/>
                    </a:ext>
                  </a:extLst>
                </p14:cNvPr>
                <p14:cNvContentPartPr/>
                <p14:nvPr/>
              </p14:nvContentPartPr>
              <p14:xfrm>
                <a:off x="7655566" y="5358891"/>
                <a:ext cx="41040" cy="19008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D5D5CFBB-71B7-F71F-0152-B0908C36606B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7637566" y="5341251"/>
                  <a:ext cx="7668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0337F09D-8A8C-3D18-BFF2-B6D2EFAE0D26}"/>
                    </a:ext>
                  </a:extLst>
                </p14:cNvPr>
                <p14:cNvContentPartPr/>
                <p14:nvPr/>
              </p14:nvContentPartPr>
              <p14:xfrm>
                <a:off x="7826566" y="5339091"/>
                <a:ext cx="100800" cy="22932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0337F09D-8A8C-3D18-BFF2-B6D2EFAE0D26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7808926" y="5321451"/>
                  <a:ext cx="13644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1D2C4F2A-BDA2-AB4D-98AB-AD9D2D1B9E8E}"/>
                    </a:ext>
                  </a:extLst>
                </p14:cNvPr>
                <p14:cNvContentPartPr/>
                <p14:nvPr/>
              </p14:nvContentPartPr>
              <p14:xfrm>
                <a:off x="7907926" y="5307411"/>
                <a:ext cx="104400" cy="16056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1D2C4F2A-BDA2-AB4D-98AB-AD9D2D1B9E8E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7889926" y="5289771"/>
                  <a:ext cx="14004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F8DC5788-3650-5795-BD8C-895B70A38DD6}"/>
                    </a:ext>
                  </a:extLst>
                </p14:cNvPr>
                <p14:cNvContentPartPr/>
                <p14:nvPr/>
              </p14:nvContentPartPr>
              <p14:xfrm>
                <a:off x="8108446" y="5433411"/>
                <a:ext cx="150480" cy="13320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F8DC5788-3650-5795-BD8C-895B70A38DD6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8090446" y="5415411"/>
                  <a:ext cx="18612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90A0FD4B-E245-D358-DE3B-886CF71C8B5A}"/>
                    </a:ext>
                  </a:extLst>
                </p14:cNvPr>
                <p14:cNvContentPartPr/>
                <p14:nvPr/>
              </p14:nvContentPartPr>
              <p14:xfrm>
                <a:off x="7309246" y="4580571"/>
                <a:ext cx="75240" cy="25884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90A0FD4B-E245-D358-DE3B-886CF71C8B5A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7291246" y="4562931"/>
                  <a:ext cx="11088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48D593A2-F38A-04B8-0ED0-5AF193D5F85D}"/>
                    </a:ext>
                  </a:extLst>
                </p14:cNvPr>
                <p14:cNvContentPartPr/>
                <p14:nvPr/>
              </p14:nvContentPartPr>
              <p14:xfrm>
                <a:off x="7351726" y="4583811"/>
                <a:ext cx="140760" cy="18432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48D593A2-F38A-04B8-0ED0-5AF193D5F85D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7334086" y="4565811"/>
                  <a:ext cx="17640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8811A89F-9A0D-169B-8033-5CF3DAEE1AEB}"/>
                    </a:ext>
                  </a:extLst>
                </p14:cNvPr>
                <p14:cNvContentPartPr/>
                <p14:nvPr/>
              </p14:nvContentPartPr>
              <p14:xfrm>
                <a:off x="7673926" y="4725291"/>
                <a:ext cx="47160" cy="18144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8811A89F-9A0D-169B-8033-5CF3DAEE1AEB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7655926" y="4707291"/>
                  <a:ext cx="82800" cy="217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9">
            <p14:nvContentPartPr>
              <p14:cNvPr id="220" name="Ink 219">
                <a:extLst>
                  <a:ext uri="{FF2B5EF4-FFF2-40B4-BE49-F238E27FC236}">
                    <a16:creationId xmlns:a16="http://schemas.microsoft.com/office/drawing/2014/main" id="{C527D725-300D-803B-CD9D-2E315894ED2E}"/>
                  </a:ext>
                </a:extLst>
              </p14:cNvPr>
              <p14:cNvContentPartPr/>
              <p14:nvPr/>
            </p14:nvContentPartPr>
            <p14:xfrm>
              <a:off x="7167766" y="4478691"/>
              <a:ext cx="580320" cy="490680"/>
            </p14:xfrm>
          </p:contentPart>
        </mc:Choice>
        <mc:Fallback xmlns="">
          <p:pic>
            <p:nvPicPr>
              <p:cNvPr id="220" name="Ink 219">
                <a:extLst>
                  <a:ext uri="{FF2B5EF4-FFF2-40B4-BE49-F238E27FC236}">
                    <a16:creationId xmlns:a16="http://schemas.microsoft.com/office/drawing/2014/main" id="{C527D725-300D-803B-CD9D-2E315894ED2E}"/>
                  </a:ext>
                </a:extLst>
              </p:cNvPr>
              <p:cNvPicPr/>
              <p:nvPr/>
            </p:nvPicPr>
            <p:blipFill>
              <a:blip r:embed="rId190"/>
              <a:stretch>
                <a:fillRect/>
              </a:stretch>
            </p:blipFill>
            <p:spPr>
              <a:xfrm>
                <a:off x="7114126" y="4370691"/>
                <a:ext cx="687960" cy="70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1">
            <p14:nvContentPartPr>
              <p14:cNvPr id="221" name="Ink 220">
                <a:extLst>
                  <a:ext uri="{FF2B5EF4-FFF2-40B4-BE49-F238E27FC236}">
                    <a16:creationId xmlns:a16="http://schemas.microsoft.com/office/drawing/2014/main" id="{71C64775-D3AA-5E10-4976-A31CDB336B4D}"/>
                  </a:ext>
                </a:extLst>
              </p14:cNvPr>
              <p14:cNvContentPartPr/>
              <p14:nvPr/>
            </p14:nvContentPartPr>
            <p14:xfrm>
              <a:off x="6658006" y="1492491"/>
              <a:ext cx="377640" cy="479160"/>
            </p14:xfrm>
          </p:contentPart>
        </mc:Choice>
        <mc:Fallback xmlns="">
          <p:pic>
            <p:nvPicPr>
              <p:cNvPr id="221" name="Ink 220">
                <a:extLst>
                  <a:ext uri="{FF2B5EF4-FFF2-40B4-BE49-F238E27FC236}">
                    <a16:creationId xmlns:a16="http://schemas.microsoft.com/office/drawing/2014/main" id="{71C64775-D3AA-5E10-4976-A31CDB336B4D}"/>
                  </a:ext>
                </a:extLst>
              </p:cNvPr>
              <p:cNvPicPr/>
              <p:nvPr/>
            </p:nvPicPr>
            <p:blipFill>
              <a:blip r:embed="rId192"/>
              <a:stretch>
                <a:fillRect/>
              </a:stretch>
            </p:blipFill>
            <p:spPr>
              <a:xfrm>
                <a:off x="6604366" y="1384851"/>
                <a:ext cx="485280" cy="69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3">
            <p14:nvContentPartPr>
              <p14:cNvPr id="222" name="Ink 221">
                <a:extLst>
                  <a:ext uri="{FF2B5EF4-FFF2-40B4-BE49-F238E27FC236}">
                    <a16:creationId xmlns:a16="http://schemas.microsoft.com/office/drawing/2014/main" id="{C24074B4-20F1-3CD3-B436-8523DA924E40}"/>
                  </a:ext>
                </a:extLst>
              </p14:cNvPr>
              <p14:cNvContentPartPr/>
              <p14:nvPr/>
            </p14:nvContentPartPr>
            <p14:xfrm>
              <a:off x="6364606" y="1564851"/>
              <a:ext cx="480960" cy="374760"/>
            </p14:xfrm>
          </p:contentPart>
        </mc:Choice>
        <mc:Fallback xmlns="">
          <p:pic>
            <p:nvPicPr>
              <p:cNvPr id="222" name="Ink 221">
                <a:extLst>
                  <a:ext uri="{FF2B5EF4-FFF2-40B4-BE49-F238E27FC236}">
                    <a16:creationId xmlns:a16="http://schemas.microsoft.com/office/drawing/2014/main" id="{C24074B4-20F1-3CD3-B436-8523DA924E40}"/>
                  </a:ext>
                </a:extLst>
              </p:cNvPr>
              <p:cNvPicPr/>
              <p:nvPr/>
            </p:nvPicPr>
            <p:blipFill>
              <a:blip r:embed="rId194"/>
              <a:stretch>
                <a:fillRect/>
              </a:stretch>
            </p:blipFill>
            <p:spPr>
              <a:xfrm>
                <a:off x="6310606" y="1457211"/>
                <a:ext cx="588600" cy="59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5">
            <p14:nvContentPartPr>
              <p14:cNvPr id="249" name="Ink 248">
                <a:extLst>
                  <a:ext uri="{FF2B5EF4-FFF2-40B4-BE49-F238E27FC236}">
                    <a16:creationId xmlns:a16="http://schemas.microsoft.com/office/drawing/2014/main" id="{94051D7A-97AF-F563-F67F-F811A70918A6}"/>
                  </a:ext>
                </a:extLst>
              </p14:cNvPr>
              <p14:cNvContentPartPr/>
              <p14:nvPr/>
            </p14:nvContentPartPr>
            <p14:xfrm>
              <a:off x="4764766" y="190011"/>
              <a:ext cx="3690360" cy="176760"/>
            </p14:xfrm>
          </p:contentPart>
        </mc:Choice>
        <mc:Fallback xmlns="">
          <p:pic>
            <p:nvPicPr>
              <p:cNvPr id="249" name="Ink 248">
                <a:extLst>
                  <a:ext uri="{FF2B5EF4-FFF2-40B4-BE49-F238E27FC236}">
                    <a16:creationId xmlns:a16="http://schemas.microsoft.com/office/drawing/2014/main" id="{94051D7A-97AF-F563-F67F-F811A70918A6}"/>
                  </a:ext>
                </a:extLst>
              </p:cNvPr>
              <p:cNvPicPr/>
              <p:nvPr/>
            </p:nvPicPr>
            <p:blipFill>
              <a:blip r:embed="rId196"/>
              <a:stretch>
                <a:fillRect/>
              </a:stretch>
            </p:blipFill>
            <p:spPr>
              <a:xfrm>
                <a:off x="4747126" y="172011"/>
                <a:ext cx="3726000" cy="212400"/>
              </a:xfrm>
              <a:prstGeom prst="rect">
                <a:avLst/>
              </a:prstGeom>
            </p:spPr>
          </p:pic>
        </mc:Fallback>
      </mc:AlternateContent>
      <p:grpSp>
        <p:nvGrpSpPr>
          <p:cNvPr id="254" name="Group 253">
            <a:extLst>
              <a:ext uri="{FF2B5EF4-FFF2-40B4-BE49-F238E27FC236}">
                <a16:creationId xmlns:a16="http://schemas.microsoft.com/office/drawing/2014/main" id="{BEAD803B-A831-31C6-564E-4C674CCA90DE}"/>
              </a:ext>
            </a:extLst>
          </p:cNvPr>
          <p:cNvGrpSpPr/>
          <p:nvPr/>
        </p:nvGrpSpPr>
        <p:grpSpPr>
          <a:xfrm>
            <a:off x="4095166" y="132051"/>
            <a:ext cx="5512680" cy="2808720"/>
            <a:chOff x="4095166" y="132051"/>
            <a:chExt cx="5512680" cy="2808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80915150-EB44-61D5-E5E4-28AB0C0EF2F9}"/>
                    </a:ext>
                  </a:extLst>
                </p14:cNvPr>
                <p14:cNvContentPartPr/>
                <p14:nvPr/>
              </p14:nvContentPartPr>
              <p14:xfrm>
                <a:off x="4422046" y="132051"/>
                <a:ext cx="5185800" cy="280872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80915150-EB44-61D5-E5E4-28AB0C0EF2F9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4404046" y="114051"/>
                  <a:ext cx="5221440" cy="28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0C1DB54C-18F5-F671-75EE-0F782E1208E6}"/>
                    </a:ext>
                  </a:extLst>
                </p14:cNvPr>
                <p14:cNvContentPartPr/>
                <p14:nvPr/>
              </p14:nvContentPartPr>
              <p14:xfrm>
                <a:off x="4095166" y="255171"/>
                <a:ext cx="34200" cy="39492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0C1DB54C-18F5-F671-75EE-0F782E1208E6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4077526" y="237171"/>
                  <a:ext cx="69840" cy="43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842626C3-0BD2-AE91-923B-CA4949EBEC24}"/>
                    </a:ext>
                  </a:extLst>
                </p14:cNvPr>
                <p14:cNvContentPartPr/>
                <p14:nvPr/>
              </p14:nvContentPartPr>
              <p14:xfrm>
                <a:off x="4125406" y="255891"/>
                <a:ext cx="195840" cy="24372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842626C3-0BD2-AE91-923B-CA4949EBEC24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4107766" y="237891"/>
                  <a:ext cx="23148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B09D5D33-04EC-C297-E6F6-7CC57925EB9C}"/>
                    </a:ext>
                  </a:extLst>
                </p14:cNvPr>
                <p14:cNvContentPartPr/>
                <p14:nvPr/>
              </p14:nvContentPartPr>
              <p14:xfrm>
                <a:off x="4112446" y="385131"/>
                <a:ext cx="147960" cy="13356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B09D5D33-04EC-C297-E6F6-7CC57925EB9C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4094806" y="367491"/>
                  <a:ext cx="183600" cy="169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8" name="Group 257">
            <a:extLst>
              <a:ext uri="{FF2B5EF4-FFF2-40B4-BE49-F238E27FC236}">
                <a16:creationId xmlns:a16="http://schemas.microsoft.com/office/drawing/2014/main" id="{8BD574D5-788C-1E55-DDDA-9101C3BAE84C}"/>
              </a:ext>
            </a:extLst>
          </p:cNvPr>
          <p:cNvGrpSpPr/>
          <p:nvPr/>
        </p:nvGrpSpPr>
        <p:grpSpPr>
          <a:xfrm>
            <a:off x="9108886" y="1062651"/>
            <a:ext cx="2723040" cy="3699720"/>
            <a:chOff x="9108886" y="1062651"/>
            <a:chExt cx="2723040" cy="3699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FF9E4E3B-0CE8-CACF-D86C-E54725A72645}"/>
                    </a:ext>
                  </a:extLst>
                </p14:cNvPr>
                <p14:cNvContentPartPr/>
                <p14:nvPr/>
              </p14:nvContentPartPr>
              <p14:xfrm>
                <a:off x="9108886" y="1136811"/>
                <a:ext cx="2723040" cy="362556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FF9E4E3B-0CE8-CACF-D86C-E54725A72645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9091246" y="1118811"/>
                  <a:ext cx="2758680" cy="36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775086FA-2658-1124-569C-097355BD6CF7}"/>
                    </a:ext>
                  </a:extLst>
                </p14:cNvPr>
                <p14:cNvContentPartPr/>
                <p14:nvPr/>
              </p14:nvContentPartPr>
              <p14:xfrm>
                <a:off x="11491006" y="1098291"/>
                <a:ext cx="101160" cy="27216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775086FA-2658-1124-569C-097355BD6CF7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11473366" y="1080291"/>
                  <a:ext cx="136800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4A3ED5BC-2A0D-9095-015C-BAABA0E744E9}"/>
                    </a:ext>
                  </a:extLst>
                </p14:cNvPr>
                <p14:cNvContentPartPr/>
                <p14:nvPr/>
              </p14:nvContentPartPr>
              <p14:xfrm>
                <a:off x="11513326" y="1062651"/>
                <a:ext cx="250920" cy="35100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4A3ED5BC-2A0D-9095-015C-BAABA0E744E9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11495326" y="1045011"/>
                  <a:ext cx="286560" cy="386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6" name="Group 265">
            <a:extLst>
              <a:ext uri="{FF2B5EF4-FFF2-40B4-BE49-F238E27FC236}">
                <a16:creationId xmlns:a16="http://schemas.microsoft.com/office/drawing/2014/main" id="{C1F3132C-E57F-5655-DE32-4E8430C1462B}"/>
              </a:ext>
            </a:extLst>
          </p:cNvPr>
          <p:cNvGrpSpPr/>
          <p:nvPr/>
        </p:nvGrpSpPr>
        <p:grpSpPr>
          <a:xfrm>
            <a:off x="9469606" y="1326891"/>
            <a:ext cx="2120040" cy="3154320"/>
            <a:chOff x="9469606" y="1326891"/>
            <a:chExt cx="2120040" cy="315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631C1C9E-3839-03ED-8048-F0927B69A88E}"/>
                    </a:ext>
                  </a:extLst>
                </p14:cNvPr>
                <p14:cNvContentPartPr/>
                <p14:nvPr/>
              </p14:nvContentPartPr>
              <p14:xfrm>
                <a:off x="10067566" y="1347051"/>
                <a:ext cx="122760" cy="87444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631C1C9E-3839-03ED-8048-F0927B69A88E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10049926" y="1329411"/>
                  <a:ext cx="158400" cy="91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840B999C-24F0-E752-AABB-AEDFCD45837F}"/>
                    </a:ext>
                  </a:extLst>
                </p14:cNvPr>
                <p14:cNvContentPartPr/>
                <p14:nvPr/>
              </p14:nvContentPartPr>
              <p14:xfrm>
                <a:off x="9469606" y="2225811"/>
                <a:ext cx="774360" cy="64476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840B999C-24F0-E752-AABB-AEDFCD45837F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9451606" y="2208171"/>
                  <a:ext cx="810000" cy="68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EC8C6FFE-136C-3305-1BCE-DC31529CF334}"/>
                    </a:ext>
                  </a:extLst>
                </p14:cNvPr>
                <p14:cNvContentPartPr/>
                <p14:nvPr/>
              </p14:nvContentPartPr>
              <p14:xfrm>
                <a:off x="9510286" y="2848611"/>
                <a:ext cx="160560" cy="68544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EC8C6FFE-136C-3305-1BCE-DC31529CF334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9492286" y="2830611"/>
                  <a:ext cx="196200" cy="72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21880DBC-EEC0-8A0C-74FF-CB076F414C15}"/>
                    </a:ext>
                  </a:extLst>
                </p14:cNvPr>
                <p14:cNvContentPartPr/>
                <p14:nvPr/>
              </p14:nvContentPartPr>
              <p14:xfrm>
                <a:off x="10123726" y="2116011"/>
                <a:ext cx="744120" cy="91548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21880DBC-EEC0-8A0C-74FF-CB076F414C15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10106086" y="2098371"/>
                  <a:ext cx="779760" cy="9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3291A26C-D5C4-739E-4E4D-EF9AD1DA2460}"/>
                    </a:ext>
                  </a:extLst>
                </p14:cNvPr>
                <p14:cNvContentPartPr/>
                <p14:nvPr/>
              </p14:nvContentPartPr>
              <p14:xfrm>
                <a:off x="9725566" y="2989011"/>
                <a:ext cx="1280880" cy="65772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3291A26C-D5C4-739E-4E4D-EF9AD1DA2460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9707566" y="2971371"/>
                  <a:ext cx="1316520" cy="69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F64A911A-AA85-8FFC-76ED-74DCB08B0B24}"/>
                    </a:ext>
                  </a:extLst>
                </p14:cNvPr>
                <p14:cNvContentPartPr/>
                <p14:nvPr/>
              </p14:nvContentPartPr>
              <p14:xfrm>
                <a:off x="10318846" y="3657891"/>
                <a:ext cx="127800" cy="58644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F64A911A-AA85-8FFC-76ED-74DCB08B0B24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10300846" y="3639891"/>
                  <a:ext cx="163440" cy="62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B1A96BAA-A0A1-9507-4AAC-3E6C62403403}"/>
                    </a:ext>
                  </a:extLst>
                </p14:cNvPr>
                <p14:cNvContentPartPr/>
                <p14:nvPr/>
              </p14:nvContentPartPr>
              <p14:xfrm>
                <a:off x="10297606" y="4240731"/>
                <a:ext cx="310320" cy="2268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B1A96BAA-A0A1-9507-4AAC-3E6C62403403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10279966" y="4222731"/>
                  <a:ext cx="34596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CF84396F-9AF6-0294-EB8B-496379332D38}"/>
                    </a:ext>
                  </a:extLst>
                </p14:cNvPr>
                <p14:cNvContentPartPr/>
                <p14:nvPr/>
              </p14:nvContentPartPr>
              <p14:xfrm>
                <a:off x="10351246" y="4259811"/>
                <a:ext cx="135000" cy="22140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CF84396F-9AF6-0294-EB8B-496379332D38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10333606" y="4242171"/>
                  <a:ext cx="17064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3A827290-4E6F-919C-B4A9-91EB1A63FC6C}"/>
                    </a:ext>
                  </a:extLst>
                </p14:cNvPr>
                <p14:cNvContentPartPr/>
                <p14:nvPr/>
              </p14:nvContentPartPr>
              <p14:xfrm>
                <a:off x="10485886" y="4249731"/>
                <a:ext cx="136440" cy="17064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3A827290-4E6F-919C-B4A9-91EB1A63FC6C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10468246" y="4231731"/>
                  <a:ext cx="17208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73DD5DB8-A1BB-4708-0F36-6C8E591EDF36}"/>
                    </a:ext>
                  </a:extLst>
                </p14:cNvPr>
                <p14:cNvContentPartPr/>
                <p14:nvPr/>
              </p14:nvContentPartPr>
              <p14:xfrm>
                <a:off x="10045966" y="1347771"/>
                <a:ext cx="9720" cy="324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73DD5DB8-A1BB-4708-0F36-6C8E591EDF36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10027966" y="1329771"/>
                  <a:ext cx="4536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55361FB3-356F-A1DA-675B-52FE7044FF0B}"/>
                    </a:ext>
                  </a:extLst>
                </p14:cNvPr>
                <p14:cNvContentPartPr/>
                <p14:nvPr/>
              </p14:nvContentPartPr>
              <p14:xfrm>
                <a:off x="9959566" y="1326891"/>
                <a:ext cx="209520" cy="4284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55361FB3-356F-A1DA-675B-52FE7044FF0B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9941566" y="1309251"/>
                  <a:ext cx="24516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A8E28CE7-24E4-C1A6-7095-F6BBC4242E16}"/>
                    </a:ext>
                  </a:extLst>
                </p14:cNvPr>
                <p14:cNvContentPartPr/>
                <p14:nvPr/>
              </p14:nvContentPartPr>
              <p14:xfrm>
                <a:off x="10006726" y="1654491"/>
                <a:ext cx="223920" cy="19260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A8E28CE7-24E4-C1A6-7095-F6BBC4242E16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9989086" y="1636851"/>
                  <a:ext cx="25956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E4481EAD-D449-1186-40AA-9556D521FAF9}"/>
                    </a:ext>
                  </a:extLst>
                </p14:cNvPr>
                <p14:cNvContentPartPr/>
                <p14:nvPr/>
              </p14:nvContentPartPr>
              <p14:xfrm>
                <a:off x="10562206" y="1560531"/>
                <a:ext cx="77760" cy="22392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E4481EAD-D449-1186-40AA-9556D521FAF9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10544566" y="1542531"/>
                  <a:ext cx="11340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530C5872-5AA8-F9E4-2DE2-AB8E24DBFBF1}"/>
                    </a:ext>
                  </a:extLst>
                </p14:cNvPr>
                <p14:cNvContentPartPr/>
                <p14:nvPr/>
              </p14:nvContentPartPr>
              <p14:xfrm>
                <a:off x="10516486" y="1577091"/>
                <a:ext cx="135720" cy="1044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530C5872-5AA8-F9E4-2DE2-AB8E24DBFBF1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10498846" y="1559451"/>
                  <a:ext cx="17136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FE684CAE-67B6-A714-CC90-160BD497D541}"/>
                    </a:ext>
                  </a:extLst>
                </p14:cNvPr>
                <p14:cNvContentPartPr/>
                <p14:nvPr/>
              </p14:nvContentPartPr>
              <p14:xfrm>
                <a:off x="10634206" y="1813971"/>
                <a:ext cx="83520" cy="4968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FE684CAE-67B6-A714-CC90-160BD497D541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10616206" y="1796331"/>
                  <a:ext cx="11916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87262901-1EAF-296E-1115-37BCACB9FBFC}"/>
                    </a:ext>
                  </a:extLst>
                </p14:cNvPr>
                <p14:cNvContentPartPr/>
                <p14:nvPr/>
              </p14:nvContentPartPr>
              <p14:xfrm>
                <a:off x="10847326" y="1705971"/>
                <a:ext cx="19440" cy="8136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87262901-1EAF-296E-1115-37BCACB9FBFC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10829686" y="1687971"/>
                  <a:ext cx="5508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F05C9F3A-9FC9-0877-2F0A-7B0E224588DF}"/>
                    </a:ext>
                  </a:extLst>
                </p14:cNvPr>
                <p14:cNvContentPartPr/>
                <p14:nvPr/>
              </p14:nvContentPartPr>
              <p14:xfrm>
                <a:off x="10804486" y="1562331"/>
                <a:ext cx="18720" cy="1332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F05C9F3A-9FC9-0877-2F0A-7B0E224588DF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10786486" y="1544331"/>
                  <a:ext cx="5436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6BCEDA2B-F4E0-FDBB-B33D-6A905D460FE4}"/>
                    </a:ext>
                  </a:extLst>
                </p14:cNvPr>
                <p14:cNvContentPartPr/>
                <p14:nvPr/>
              </p14:nvContentPartPr>
              <p14:xfrm>
                <a:off x="10947046" y="1628931"/>
                <a:ext cx="149760" cy="12132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6BCEDA2B-F4E0-FDBB-B33D-6A905D460FE4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10929046" y="1610931"/>
                  <a:ext cx="18540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A07220A0-A4D5-62B7-BF54-8DBC9E5FAE68}"/>
                    </a:ext>
                  </a:extLst>
                </p14:cNvPr>
                <p14:cNvContentPartPr/>
                <p14:nvPr/>
              </p14:nvContentPartPr>
              <p14:xfrm>
                <a:off x="9793966" y="2950131"/>
                <a:ext cx="71280" cy="21708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A07220A0-A4D5-62B7-BF54-8DBC9E5FAE68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9775966" y="2932131"/>
                  <a:ext cx="10692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BE25E9D9-2C17-6E98-C0F6-94653058FD8E}"/>
                    </a:ext>
                  </a:extLst>
                </p14:cNvPr>
                <p14:cNvContentPartPr/>
                <p14:nvPr/>
              </p14:nvContentPartPr>
              <p14:xfrm>
                <a:off x="9774526" y="2854371"/>
                <a:ext cx="162360" cy="20700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BE25E9D9-2C17-6E98-C0F6-94653058FD8E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9756886" y="2836371"/>
                  <a:ext cx="19800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129439FD-F9F8-576D-90D3-1911BAA9E5E5}"/>
                    </a:ext>
                  </a:extLst>
                </p14:cNvPr>
                <p14:cNvContentPartPr/>
                <p14:nvPr/>
              </p14:nvContentPartPr>
              <p14:xfrm>
                <a:off x="10042726" y="3012051"/>
                <a:ext cx="41760" cy="15768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129439FD-F9F8-576D-90D3-1911BAA9E5E5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10025086" y="2994411"/>
                  <a:ext cx="7740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F8918417-D2B6-C668-6BEC-A2C257A01B75}"/>
                    </a:ext>
                  </a:extLst>
                </p14:cNvPr>
                <p14:cNvContentPartPr/>
                <p14:nvPr/>
              </p14:nvContentPartPr>
              <p14:xfrm>
                <a:off x="11215966" y="3003051"/>
                <a:ext cx="27720" cy="21924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F8918417-D2B6-C668-6BEC-A2C257A01B75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11197966" y="2985051"/>
                  <a:ext cx="6336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91C852D8-FDF6-AD32-211E-D2671A760FAF}"/>
                    </a:ext>
                  </a:extLst>
                </p14:cNvPr>
                <p14:cNvContentPartPr/>
                <p14:nvPr/>
              </p14:nvContentPartPr>
              <p14:xfrm>
                <a:off x="11187526" y="2931051"/>
                <a:ext cx="211680" cy="19512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91C852D8-FDF6-AD32-211E-D2671A760FAF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11169526" y="2913411"/>
                  <a:ext cx="24732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34983401-091B-5C43-3045-3C9649536B37}"/>
                    </a:ext>
                  </a:extLst>
                </p14:cNvPr>
                <p14:cNvContentPartPr/>
                <p14:nvPr/>
              </p14:nvContentPartPr>
              <p14:xfrm>
                <a:off x="11447086" y="3108531"/>
                <a:ext cx="142560" cy="17172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34983401-091B-5C43-3045-3C9649536B37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11429086" y="3090531"/>
                  <a:ext cx="178200" cy="2073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0413057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6057A-3357-9B68-557A-222D40277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E179CD-525A-D329-7849-019B6D4E4C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24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B82668DF-EEEF-64D4-34F1-7672EDF454B8}"/>
              </a:ext>
            </a:extLst>
          </p:cNvPr>
          <p:cNvGrpSpPr/>
          <p:nvPr/>
        </p:nvGrpSpPr>
        <p:grpSpPr>
          <a:xfrm>
            <a:off x="1510366" y="1512651"/>
            <a:ext cx="10184760" cy="3520440"/>
            <a:chOff x="1510366" y="1512651"/>
            <a:chExt cx="10184760" cy="352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14470FB-7BE7-5416-6C9F-633B39F51EF9}"/>
                    </a:ext>
                  </a:extLst>
                </p14:cNvPr>
                <p14:cNvContentPartPr/>
                <p14:nvPr/>
              </p14:nvContentPartPr>
              <p14:xfrm>
                <a:off x="1782886" y="1817211"/>
                <a:ext cx="142200" cy="11221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14470FB-7BE7-5416-6C9F-633B39F51EF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765246" y="1799211"/>
                  <a:ext cx="177840" cy="11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0F138306-3EBC-3381-4637-4A37F4F537FD}"/>
                    </a:ext>
                  </a:extLst>
                </p14:cNvPr>
                <p14:cNvContentPartPr/>
                <p14:nvPr/>
              </p14:nvContentPartPr>
              <p14:xfrm>
                <a:off x="1510366" y="2613171"/>
                <a:ext cx="821880" cy="9806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0F138306-3EBC-3381-4637-4A37F4F537F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492366" y="2595531"/>
                  <a:ext cx="857520" cy="10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93D9A3A2-9490-48C3-FDAC-394C2EBFD1C9}"/>
                    </a:ext>
                  </a:extLst>
                </p14:cNvPr>
                <p14:cNvContentPartPr/>
                <p14:nvPr/>
              </p14:nvContentPartPr>
              <p14:xfrm>
                <a:off x="1895566" y="2889651"/>
                <a:ext cx="86040" cy="4496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93D9A3A2-9490-48C3-FDAC-394C2EBFD1C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877926" y="2872011"/>
                  <a:ext cx="121680" cy="48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83622E5-D91E-660F-BA38-797842F606CB}"/>
                    </a:ext>
                  </a:extLst>
                </p14:cNvPr>
                <p14:cNvContentPartPr/>
                <p14:nvPr/>
              </p14:nvContentPartPr>
              <p14:xfrm>
                <a:off x="1781806" y="2852571"/>
                <a:ext cx="216360" cy="1807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83622E5-D91E-660F-BA38-797842F606C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763806" y="2834931"/>
                  <a:ext cx="25200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F92BAD5-C542-0F3D-756B-9D105E2550DE}"/>
                    </a:ext>
                  </a:extLst>
                </p14:cNvPr>
                <p14:cNvContentPartPr/>
                <p14:nvPr/>
              </p14:nvContentPartPr>
              <p14:xfrm>
                <a:off x="2029846" y="3395811"/>
                <a:ext cx="50760" cy="7808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F92BAD5-C542-0F3D-756B-9D105E2550D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012206" y="3377811"/>
                  <a:ext cx="86400" cy="81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6C6A2574-F9B2-D95C-47D1-76C2E4F3E5AF}"/>
                    </a:ext>
                  </a:extLst>
                </p14:cNvPr>
                <p14:cNvContentPartPr/>
                <p14:nvPr/>
              </p14:nvContentPartPr>
              <p14:xfrm>
                <a:off x="1697206" y="1747731"/>
                <a:ext cx="2314440" cy="1123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6C6A2574-F9B2-D95C-47D1-76C2E4F3E5A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679206" y="1729731"/>
                  <a:ext cx="235008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C3737D3-115B-9BA9-B165-9228DB208938}"/>
                    </a:ext>
                  </a:extLst>
                </p14:cNvPr>
                <p14:cNvContentPartPr/>
                <p14:nvPr/>
              </p14:nvContentPartPr>
              <p14:xfrm>
                <a:off x="4049446" y="1710651"/>
                <a:ext cx="79200" cy="7563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C3737D3-115B-9BA9-B165-9228DB20893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031806" y="1692651"/>
                  <a:ext cx="114840" cy="79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CC972BF-D665-EAC5-998C-28076B01C7A4}"/>
                    </a:ext>
                  </a:extLst>
                </p14:cNvPr>
                <p14:cNvContentPartPr/>
                <p14:nvPr/>
              </p14:nvContentPartPr>
              <p14:xfrm>
                <a:off x="4052326" y="2454771"/>
                <a:ext cx="280440" cy="12819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CC972BF-D665-EAC5-998C-28076B01C7A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034326" y="2436771"/>
                  <a:ext cx="316080" cy="131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86DA016-6CE1-1B95-BA98-49FE0EDE4CA5}"/>
                    </a:ext>
                  </a:extLst>
                </p14:cNvPr>
                <p14:cNvContentPartPr/>
                <p14:nvPr/>
              </p14:nvContentPartPr>
              <p14:xfrm>
                <a:off x="4072486" y="1609491"/>
                <a:ext cx="1910880" cy="8640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86DA016-6CE1-1B95-BA98-49FE0EDE4CA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054846" y="1591851"/>
                  <a:ext cx="1946520" cy="89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05A700D-099C-61F9-31E7-AC0EBEFE1E7D}"/>
                    </a:ext>
                  </a:extLst>
                </p14:cNvPr>
                <p14:cNvContentPartPr/>
                <p14:nvPr/>
              </p14:nvContentPartPr>
              <p14:xfrm>
                <a:off x="5887606" y="2491491"/>
                <a:ext cx="146160" cy="3790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05A700D-099C-61F9-31E7-AC0EBEFE1E7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869606" y="2473851"/>
                  <a:ext cx="181800" cy="41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4BEF917-23FE-CC2F-77E4-E409064E6B72}"/>
                    </a:ext>
                  </a:extLst>
                </p14:cNvPr>
                <p14:cNvContentPartPr/>
                <p14:nvPr/>
              </p14:nvContentPartPr>
              <p14:xfrm>
                <a:off x="6044566" y="2876331"/>
                <a:ext cx="50760" cy="9630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4BEF917-23FE-CC2F-77E4-E409064E6B7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026566" y="2858331"/>
                  <a:ext cx="86400" cy="9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7BC3634-72DB-ECCB-7266-CB63B31FDCEF}"/>
                    </a:ext>
                  </a:extLst>
                </p14:cNvPr>
                <p14:cNvContentPartPr/>
                <p14:nvPr/>
              </p14:nvContentPartPr>
              <p14:xfrm>
                <a:off x="5964286" y="1588971"/>
                <a:ext cx="1631520" cy="8661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7BC3634-72DB-ECCB-7266-CB63B31FDCE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946646" y="1571331"/>
                  <a:ext cx="1667160" cy="90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554D6B9A-08C7-D9D4-230A-EC61A7F3CFEB}"/>
                    </a:ext>
                  </a:extLst>
                </p14:cNvPr>
                <p14:cNvContentPartPr/>
                <p14:nvPr/>
              </p14:nvContentPartPr>
              <p14:xfrm>
                <a:off x="7527046" y="2473491"/>
                <a:ext cx="291240" cy="15444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554D6B9A-08C7-D9D4-230A-EC61A7F3CFE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509046" y="2455851"/>
                  <a:ext cx="326880" cy="158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51F20F2-8907-1FA9-A5F8-53BD718C27E4}"/>
                    </a:ext>
                  </a:extLst>
                </p14:cNvPr>
                <p14:cNvContentPartPr/>
                <p14:nvPr/>
              </p14:nvContentPartPr>
              <p14:xfrm>
                <a:off x="7415446" y="1597251"/>
                <a:ext cx="1857600" cy="10188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51F20F2-8907-1FA9-A5F8-53BD718C27E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397446" y="1579611"/>
                  <a:ext cx="1893240" cy="10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5B234B8-B979-5817-F569-31019294EB66}"/>
                    </a:ext>
                  </a:extLst>
                </p14:cNvPr>
                <p14:cNvContentPartPr/>
                <p14:nvPr/>
              </p14:nvContentPartPr>
              <p14:xfrm>
                <a:off x="9197086" y="2611731"/>
                <a:ext cx="240480" cy="15829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5B234B8-B979-5817-F569-31019294EB6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179446" y="2593731"/>
                  <a:ext cx="276120" cy="161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69D1CBD3-BFEC-1A48-34E5-F5DCAA4EFADB}"/>
                    </a:ext>
                  </a:extLst>
                </p14:cNvPr>
                <p14:cNvContentPartPr/>
                <p14:nvPr/>
              </p14:nvContentPartPr>
              <p14:xfrm>
                <a:off x="9057046" y="1512651"/>
                <a:ext cx="1826280" cy="12909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69D1CBD3-BFEC-1A48-34E5-F5DCAA4EFADB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039046" y="1495011"/>
                  <a:ext cx="1861920" cy="132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424378F-E02E-83E3-3243-E51A64E76E52}"/>
                    </a:ext>
                  </a:extLst>
                </p14:cNvPr>
                <p14:cNvContentPartPr/>
                <p14:nvPr/>
              </p14:nvContentPartPr>
              <p14:xfrm>
                <a:off x="10812046" y="2766531"/>
                <a:ext cx="125640" cy="3808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424378F-E02E-83E3-3243-E51A64E76E5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0794046" y="2748531"/>
                  <a:ext cx="161280" cy="41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5E3EF6C1-CF2D-6AE2-1FD4-147FE1480338}"/>
                    </a:ext>
                  </a:extLst>
                </p14:cNvPr>
                <p14:cNvContentPartPr/>
                <p14:nvPr/>
              </p14:nvContentPartPr>
              <p14:xfrm>
                <a:off x="10963966" y="3199971"/>
                <a:ext cx="169920" cy="12146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5E3EF6C1-CF2D-6AE2-1FD4-147FE148033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945966" y="3181971"/>
                  <a:ext cx="205560" cy="125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9E79968-CCFB-F916-0056-119C4A45EB86}"/>
                    </a:ext>
                  </a:extLst>
                </p14:cNvPr>
                <p14:cNvContentPartPr/>
                <p14:nvPr/>
              </p14:nvContentPartPr>
              <p14:xfrm>
                <a:off x="1783966" y="4306251"/>
                <a:ext cx="9354240" cy="5806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9E79968-CCFB-F916-0056-119C4A45EB8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765966" y="4288251"/>
                  <a:ext cx="9389880" cy="61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75BF303-FC2C-CDC3-781D-1D39F8AAF20D}"/>
                    </a:ext>
                  </a:extLst>
                </p14:cNvPr>
                <p14:cNvContentPartPr/>
                <p14:nvPr/>
              </p14:nvContentPartPr>
              <p14:xfrm>
                <a:off x="4379206" y="3613251"/>
                <a:ext cx="198000" cy="11988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75BF303-FC2C-CDC3-781D-1D39F8AAF20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361206" y="3595251"/>
                  <a:ext cx="233640" cy="123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9927815-3288-2F0B-AFE3-CFFAD03379AF}"/>
                    </a:ext>
                  </a:extLst>
                </p14:cNvPr>
                <p14:cNvContentPartPr/>
                <p14:nvPr/>
              </p14:nvContentPartPr>
              <p14:xfrm>
                <a:off x="6147166" y="3802971"/>
                <a:ext cx="222480" cy="7596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9927815-3288-2F0B-AFE3-CFFAD03379A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129166" y="3784971"/>
                  <a:ext cx="258120" cy="79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6839C86-D327-6521-0E8B-4DAFB09D5B16}"/>
                    </a:ext>
                  </a:extLst>
                </p14:cNvPr>
                <p14:cNvContentPartPr/>
                <p14:nvPr/>
              </p14:nvContentPartPr>
              <p14:xfrm>
                <a:off x="7730446" y="3966051"/>
                <a:ext cx="170640" cy="5432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6839C86-D327-6521-0E8B-4DAFB09D5B16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712446" y="3948411"/>
                  <a:ext cx="206280" cy="57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0A2DE24-33E9-E5B6-440E-A3ACA00745DD}"/>
                    </a:ext>
                  </a:extLst>
                </p14:cNvPr>
                <p14:cNvContentPartPr/>
                <p14:nvPr/>
              </p14:nvContentPartPr>
              <p14:xfrm>
                <a:off x="9304726" y="4103571"/>
                <a:ext cx="19800" cy="43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0A2DE24-33E9-E5B6-440E-A3ACA00745DD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287086" y="4085571"/>
                  <a:ext cx="5544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DE38238-869C-83D5-4575-FD4865279505}"/>
                    </a:ext>
                  </a:extLst>
                </p14:cNvPr>
                <p14:cNvContentPartPr/>
                <p14:nvPr/>
              </p14:nvContentPartPr>
              <p14:xfrm>
                <a:off x="2027686" y="4137771"/>
                <a:ext cx="144720" cy="8953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DE38238-869C-83D5-4575-FD486527950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009686" y="4120131"/>
                  <a:ext cx="180360" cy="9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A810103-BCDD-F433-CBD2-9552496593EF}"/>
                    </a:ext>
                  </a:extLst>
                </p14:cNvPr>
                <p14:cNvContentPartPr/>
                <p14:nvPr/>
              </p14:nvContentPartPr>
              <p14:xfrm>
                <a:off x="4476766" y="2527491"/>
                <a:ext cx="167400" cy="3099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A810103-BCDD-F433-CBD2-9552496593EF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459126" y="2509851"/>
                  <a:ext cx="203040" cy="34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E0D889B-CC98-25E6-93A7-8775425A723A}"/>
                    </a:ext>
                  </a:extLst>
                </p14:cNvPr>
                <p14:cNvContentPartPr/>
                <p14:nvPr/>
              </p14:nvContentPartPr>
              <p14:xfrm>
                <a:off x="4480726" y="2509851"/>
                <a:ext cx="187920" cy="1796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E0D889B-CC98-25E6-93A7-8775425A723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462726" y="2491851"/>
                  <a:ext cx="22356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0BD252F-F2B9-EC9E-980F-21DE9891745B}"/>
                    </a:ext>
                  </a:extLst>
                </p14:cNvPr>
                <p14:cNvContentPartPr/>
                <p14:nvPr/>
              </p14:nvContentPartPr>
              <p14:xfrm>
                <a:off x="4742806" y="2589411"/>
                <a:ext cx="134640" cy="1332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0BD252F-F2B9-EC9E-980F-21DE9891745B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725166" y="2571771"/>
                  <a:ext cx="17028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43F922B0-36B4-C34C-5E3D-C1BD3DF16BE8}"/>
                    </a:ext>
                  </a:extLst>
                </p14:cNvPr>
                <p14:cNvContentPartPr/>
                <p14:nvPr/>
              </p14:nvContentPartPr>
              <p14:xfrm>
                <a:off x="6247606" y="2635491"/>
                <a:ext cx="118800" cy="2203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43F922B0-36B4-C34C-5E3D-C1BD3DF16BE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229966" y="2617491"/>
                  <a:ext cx="15444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0C1C1C7-CEE0-BC3F-99BA-88B86000A633}"/>
                    </a:ext>
                  </a:extLst>
                </p14:cNvPr>
                <p14:cNvContentPartPr/>
                <p14:nvPr/>
              </p14:nvContentPartPr>
              <p14:xfrm>
                <a:off x="6269566" y="2565291"/>
                <a:ext cx="194400" cy="1663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0C1C1C7-CEE0-BC3F-99BA-88B86000A633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251926" y="2547291"/>
                  <a:ext cx="23004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DFA4EF8F-F819-03E8-7FA2-5D0EBA5B9D67}"/>
                    </a:ext>
                  </a:extLst>
                </p14:cNvPr>
                <p14:cNvContentPartPr/>
                <p14:nvPr/>
              </p14:nvContentPartPr>
              <p14:xfrm>
                <a:off x="6596086" y="2683371"/>
                <a:ext cx="136080" cy="1112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DFA4EF8F-F819-03E8-7FA2-5D0EBA5B9D67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578086" y="2665731"/>
                  <a:ext cx="17172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06FF0160-4062-336E-4130-594169AC7222}"/>
                    </a:ext>
                  </a:extLst>
                </p14:cNvPr>
                <p14:cNvContentPartPr/>
                <p14:nvPr/>
              </p14:nvContentPartPr>
              <p14:xfrm>
                <a:off x="7892806" y="2644491"/>
                <a:ext cx="101520" cy="2466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06FF0160-4062-336E-4130-594169AC722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875166" y="2626491"/>
                  <a:ext cx="13716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F9800060-272B-27E1-3FCA-CAE84DB21492}"/>
                    </a:ext>
                  </a:extLst>
                </p14:cNvPr>
                <p14:cNvContentPartPr/>
                <p14:nvPr/>
              </p14:nvContentPartPr>
              <p14:xfrm>
                <a:off x="7939966" y="2599131"/>
                <a:ext cx="175320" cy="1587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F9800060-272B-27E1-3FCA-CAE84DB21492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922326" y="2581131"/>
                  <a:ext cx="21096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FA68B83-7BF2-20ED-7A77-1B213AA0503D}"/>
                    </a:ext>
                  </a:extLst>
                </p14:cNvPr>
                <p14:cNvContentPartPr/>
                <p14:nvPr/>
              </p14:nvContentPartPr>
              <p14:xfrm>
                <a:off x="8306086" y="2784891"/>
                <a:ext cx="84240" cy="2444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FA68B83-7BF2-20ED-7A77-1B213AA0503D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288446" y="2767251"/>
                  <a:ext cx="11988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173A12BB-AF70-A357-7FF6-F2D3668C44D0}"/>
                    </a:ext>
                  </a:extLst>
                </p14:cNvPr>
                <p14:cNvContentPartPr/>
                <p14:nvPr/>
              </p14:nvContentPartPr>
              <p14:xfrm>
                <a:off x="9576166" y="2671851"/>
                <a:ext cx="81720" cy="2163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173A12BB-AF70-A357-7FF6-F2D3668C44D0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558166" y="2654211"/>
                  <a:ext cx="11736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CFF7CCA6-F99C-EA72-2A76-408B90864430}"/>
                    </a:ext>
                  </a:extLst>
                </p14:cNvPr>
                <p14:cNvContentPartPr/>
                <p14:nvPr/>
              </p14:nvContentPartPr>
              <p14:xfrm>
                <a:off x="9584806" y="2574291"/>
                <a:ext cx="216360" cy="1962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CFF7CCA6-F99C-EA72-2A76-408B90864430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567166" y="2556291"/>
                  <a:ext cx="25200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4DDF221E-127A-E474-F107-363B74D8FC98}"/>
                    </a:ext>
                  </a:extLst>
                </p14:cNvPr>
                <p14:cNvContentPartPr/>
                <p14:nvPr/>
              </p14:nvContentPartPr>
              <p14:xfrm>
                <a:off x="9963166" y="2678691"/>
                <a:ext cx="208080" cy="2772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4DDF221E-127A-E474-F107-363B74D8FC9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945166" y="2661051"/>
                  <a:ext cx="24372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8DCFCF9F-827A-6442-9C5D-31BC68A14602}"/>
                    </a:ext>
                  </a:extLst>
                </p14:cNvPr>
                <p14:cNvContentPartPr/>
                <p14:nvPr/>
              </p14:nvContentPartPr>
              <p14:xfrm>
                <a:off x="11210566" y="2750331"/>
                <a:ext cx="82080" cy="2466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8DCFCF9F-827A-6442-9C5D-31BC68A14602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1192566" y="2732691"/>
                  <a:ext cx="11772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B58DA1E-7FC4-47F8-9B0B-7BFFFA87BB5F}"/>
                    </a:ext>
                  </a:extLst>
                </p14:cNvPr>
                <p14:cNvContentPartPr/>
                <p14:nvPr/>
              </p14:nvContentPartPr>
              <p14:xfrm>
                <a:off x="11267446" y="2737731"/>
                <a:ext cx="136080" cy="1936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B58DA1E-7FC4-47F8-9B0B-7BFFFA87BB5F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1249806" y="2720091"/>
                  <a:ext cx="17172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32608C45-047E-1A62-D2BB-07E8897CA5BB}"/>
                    </a:ext>
                  </a:extLst>
                </p14:cNvPr>
                <p14:cNvContentPartPr/>
                <p14:nvPr/>
              </p14:nvContentPartPr>
              <p14:xfrm>
                <a:off x="11535646" y="2807211"/>
                <a:ext cx="159480" cy="612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32608C45-047E-1A62-D2BB-07E8897CA5BB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1518006" y="2789571"/>
                  <a:ext cx="19512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7A4D8522-909F-90D6-E02B-08E2032426D4}"/>
                    </a:ext>
                  </a:extLst>
                </p14:cNvPr>
                <p14:cNvContentPartPr/>
                <p14:nvPr/>
              </p14:nvContentPartPr>
              <p14:xfrm>
                <a:off x="11566966" y="2833851"/>
                <a:ext cx="51840" cy="1944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7A4D8522-909F-90D6-E02B-08E2032426D4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1548966" y="2815851"/>
                  <a:ext cx="87480" cy="230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5174946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E3194-694D-9ABE-3E0F-2C6CE6838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2E0823-B52C-CCC3-9E3F-A1BDE17498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25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30EC0679-ECFE-BFDA-1416-06123A6D07FC}"/>
              </a:ext>
            </a:extLst>
          </p:cNvPr>
          <p:cNvGrpSpPr/>
          <p:nvPr/>
        </p:nvGrpSpPr>
        <p:grpSpPr>
          <a:xfrm>
            <a:off x="511659" y="131323"/>
            <a:ext cx="10184760" cy="3520440"/>
            <a:chOff x="1510366" y="1512651"/>
            <a:chExt cx="10184760" cy="352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E9D7CE6-6997-C6A1-9DF5-E1A0C07CD745}"/>
                    </a:ext>
                  </a:extLst>
                </p14:cNvPr>
                <p14:cNvContentPartPr/>
                <p14:nvPr/>
              </p14:nvContentPartPr>
              <p14:xfrm>
                <a:off x="1782886" y="1817211"/>
                <a:ext cx="142200" cy="11221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E9D7CE6-6997-C6A1-9DF5-E1A0C07CD745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764886" y="1799211"/>
                  <a:ext cx="177840" cy="11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0E5759C8-9572-6854-EF97-326CF20007F4}"/>
                    </a:ext>
                  </a:extLst>
                </p14:cNvPr>
                <p14:cNvContentPartPr/>
                <p14:nvPr/>
              </p14:nvContentPartPr>
              <p14:xfrm>
                <a:off x="1510366" y="2613171"/>
                <a:ext cx="821880" cy="9806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0E5759C8-9572-6854-EF97-326CF20007F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492366" y="2595164"/>
                  <a:ext cx="857520" cy="101629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1D0C90E1-A016-D73F-5EBC-10DA2CA958CF}"/>
                    </a:ext>
                  </a:extLst>
                </p14:cNvPr>
                <p14:cNvContentPartPr/>
                <p14:nvPr/>
              </p14:nvContentPartPr>
              <p14:xfrm>
                <a:off x="1895566" y="2889651"/>
                <a:ext cx="86040" cy="4496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D0C90E1-A016-D73F-5EBC-10DA2CA958C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877490" y="2871651"/>
                  <a:ext cx="121830" cy="48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951EF07-A760-E375-886A-6EAFB05A67DD}"/>
                    </a:ext>
                  </a:extLst>
                </p14:cNvPr>
                <p14:cNvContentPartPr/>
                <p14:nvPr/>
              </p14:nvContentPartPr>
              <p14:xfrm>
                <a:off x="1781806" y="2852571"/>
                <a:ext cx="216360" cy="1807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951EF07-A760-E375-886A-6EAFB05A67D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763806" y="2834571"/>
                  <a:ext cx="25200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B81E510-7213-8319-5842-AFA8E74B5446}"/>
                    </a:ext>
                  </a:extLst>
                </p14:cNvPr>
                <p14:cNvContentPartPr/>
                <p14:nvPr/>
              </p14:nvContentPartPr>
              <p14:xfrm>
                <a:off x="2029846" y="3395811"/>
                <a:ext cx="50760" cy="7808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B81E510-7213-8319-5842-AFA8E74B544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011717" y="3377819"/>
                  <a:ext cx="86655" cy="81646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FD7B2B2-98CC-5908-2DF1-1C5FC389BEAB}"/>
                    </a:ext>
                  </a:extLst>
                </p14:cNvPr>
                <p14:cNvContentPartPr/>
                <p14:nvPr/>
              </p14:nvContentPartPr>
              <p14:xfrm>
                <a:off x="1697206" y="1747731"/>
                <a:ext cx="2314440" cy="1123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FD7B2B2-98CC-5908-2DF1-1C5FC389BEA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679206" y="1729731"/>
                  <a:ext cx="235008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90A0CA91-0D0A-6535-86F5-5819C6847E8F}"/>
                    </a:ext>
                  </a:extLst>
                </p14:cNvPr>
                <p14:cNvContentPartPr/>
                <p14:nvPr/>
              </p14:nvContentPartPr>
              <p14:xfrm>
                <a:off x="4049446" y="1710651"/>
                <a:ext cx="79200" cy="7563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90A0CA91-0D0A-6535-86F5-5819C6847E8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031364" y="1692651"/>
                  <a:ext cx="115003" cy="79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60CE2A7-040B-FBF6-F8F8-BBCDA055249E}"/>
                    </a:ext>
                  </a:extLst>
                </p14:cNvPr>
                <p14:cNvContentPartPr/>
                <p14:nvPr/>
              </p14:nvContentPartPr>
              <p14:xfrm>
                <a:off x="4052326" y="2454771"/>
                <a:ext cx="280440" cy="12819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60CE2A7-040B-FBF6-F8F8-BBCDA055249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034326" y="2436771"/>
                  <a:ext cx="316080" cy="131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6BBBD53-7739-F9CF-6EB4-94728D808203}"/>
                    </a:ext>
                  </a:extLst>
                </p14:cNvPr>
                <p14:cNvContentPartPr/>
                <p14:nvPr/>
              </p14:nvContentPartPr>
              <p14:xfrm>
                <a:off x="4072486" y="1609491"/>
                <a:ext cx="1910880" cy="8640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6BBBD53-7739-F9CF-6EB4-94728D80820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054486" y="1591491"/>
                  <a:ext cx="1946520" cy="89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320CFCF6-8647-B67F-FE7C-8EDE343387B8}"/>
                    </a:ext>
                  </a:extLst>
                </p14:cNvPr>
                <p14:cNvContentPartPr/>
                <p14:nvPr/>
              </p14:nvContentPartPr>
              <p14:xfrm>
                <a:off x="5887606" y="2491491"/>
                <a:ext cx="146160" cy="3790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320CFCF6-8647-B67F-FE7C-8EDE343387B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869650" y="2473491"/>
                  <a:ext cx="181712" cy="41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8CE0BAE-EDE8-DB7D-E71C-0EB6D027F502}"/>
                    </a:ext>
                  </a:extLst>
                </p14:cNvPr>
                <p14:cNvContentPartPr/>
                <p14:nvPr/>
              </p14:nvContentPartPr>
              <p14:xfrm>
                <a:off x="6044566" y="2876331"/>
                <a:ext cx="50760" cy="9630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8CE0BAE-EDE8-DB7D-E71C-0EB6D027F50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026566" y="2858331"/>
                  <a:ext cx="86400" cy="9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9D9BAA6-29FB-E49C-960E-004C4B7E6616}"/>
                    </a:ext>
                  </a:extLst>
                </p14:cNvPr>
                <p14:cNvContentPartPr/>
                <p14:nvPr/>
              </p14:nvContentPartPr>
              <p14:xfrm>
                <a:off x="5964286" y="1588971"/>
                <a:ext cx="1631520" cy="8661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9D9BAA6-29FB-E49C-960E-004C4B7E661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946282" y="1570964"/>
                  <a:ext cx="1667168" cy="90181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53196A1B-19DD-EC95-93E4-D02AA3AC96C5}"/>
                    </a:ext>
                  </a:extLst>
                </p14:cNvPr>
                <p14:cNvContentPartPr/>
                <p14:nvPr/>
              </p14:nvContentPartPr>
              <p14:xfrm>
                <a:off x="7527046" y="2473491"/>
                <a:ext cx="291240" cy="15444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53196A1B-19DD-EC95-93E4-D02AA3AC96C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509068" y="2455491"/>
                  <a:ext cx="326836" cy="158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E2C62DB-131E-07EA-8E24-5090B131160C}"/>
                    </a:ext>
                  </a:extLst>
                </p14:cNvPr>
                <p14:cNvContentPartPr/>
                <p14:nvPr/>
              </p14:nvContentPartPr>
              <p14:xfrm>
                <a:off x="7415446" y="1597251"/>
                <a:ext cx="1857600" cy="10188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E2C62DB-131E-07EA-8E24-5090B131160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397449" y="1579245"/>
                  <a:ext cx="1893233" cy="105445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A44DF2E-3B77-1E45-CB15-2EF0CD41CF36}"/>
                    </a:ext>
                  </a:extLst>
                </p14:cNvPr>
                <p14:cNvContentPartPr/>
                <p14:nvPr/>
              </p14:nvContentPartPr>
              <p14:xfrm>
                <a:off x="9197086" y="2611731"/>
                <a:ext cx="240480" cy="15829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A44DF2E-3B77-1E45-CB15-2EF0CD41CF3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179086" y="2593735"/>
                  <a:ext cx="276120" cy="161855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4A1EA3C6-E78A-ED79-170B-1E3A84C248AE}"/>
                    </a:ext>
                  </a:extLst>
                </p14:cNvPr>
                <p14:cNvContentPartPr/>
                <p14:nvPr/>
              </p14:nvContentPartPr>
              <p14:xfrm>
                <a:off x="9057046" y="1512651"/>
                <a:ext cx="1826280" cy="12909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4A1EA3C6-E78A-ED79-170B-1E3A84C248A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039046" y="1494651"/>
                  <a:ext cx="1861920" cy="132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A37BCC42-EA1A-0A69-6312-9BCDD04354C4}"/>
                    </a:ext>
                  </a:extLst>
                </p14:cNvPr>
                <p14:cNvContentPartPr/>
                <p14:nvPr/>
              </p14:nvContentPartPr>
              <p14:xfrm>
                <a:off x="10812046" y="2766531"/>
                <a:ext cx="125640" cy="3808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A37BCC42-EA1A-0A69-6312-9BCDD04354C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0794046" y="2748531"/>
                  <a:ext cx="161280" cy="41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7A96B50D-5907-555B-27A5-6C081D37E731}"/>
                    </a:ext>
                  </a:extLst>
                </p14:cNvPr>
                <p14:cNvContentPartPr/>
                <p14:nvPr/>
              </p14:nvContentPartPr>
              <p14:xfrm>
                <a:off x="10963966" y="3199971"/>
                <a:ext cx="169920" cy="12146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7A96B50D-5907-555B-27A5-6C081D37E731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946004" y="3181976"/>
                  <a:ext cx="205485" cy="125026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F984CD9-05FE-EBD6-72D3-E7A692F07061}"/>
                    </a:ext>
                  </a:extLst>
                </p14:cNvPr>
                <p14:cNvContentPartPr/>
                <p14:nvPr/>
              </p14:nvContentPartPr>
              <p14:xfrm>
                <a:off x="1783966" y="4306251"/>
                <a:ext cx="9354240" cy="5806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F984CD9-05FE-EBD6-72D3-E7A692F0706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765966" y="4288262"/>
                  <a:ext cx="9389880" cy="61629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4551847-33E9-17F6-70FA-7793C2FAF8FA}"/>
                    </a:ext>
                  </a:extLst>
                </p14:cNvPr>
                <p14:cNvContentPartPr/>
                <p14:nvPr/>
              </p14:nvContentPartPr>
              <p14:xfrm>
                <a:off x="4379206" y="3613251"/>
                <a:ext cx="198000" cy="11988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4551847-33E9-17F6-70FA-7793C2FAF8F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361206" y="3595251"/>
                  <a:ext cx="233640" cy="123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147A201-B727-DBA4-F8F0-366A5AE9F8BA}"/>
                    </a:ext>
                  </a:extLst>
                </p14:cNvPr>
                <p14:cNvContentPartPr/>
                <p14:nvPr/>
              </p14:nvContentPartPr>
              <p14:xfrm>
                <a:off x="6147166" y="3802971"/>
                <a:ext cx="222480" cy="7596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B147A201-B727-DBA4-F8F0-366A5AE9F8B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129166" y="3784971"/>
                  <a:ext cx="258120" cy="79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CA07149B-E848-2E27-FBEA-70B26131D043}"/>
                    </a:ext>
                  </a:extLst>
                </p14:cNvPr>
                <p14:cNvContentPartPr/>
                <p14:nvPr/>
              </p14:nvContentPartPr>
              <p14:xfrm>
                <a:off x="7730446" y="3966051"/>
                <a:ext cx="170640" cy="5432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CA07149B-E848-2E27-FBEA-70B26131D043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712446" y="3948039"/>
                  <a:ext cx="206280" cy="57890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A4F864F7-21FE-015E-6F4B-E1B694C05618}"/>
                    </a:ext>
                  </a:extLst>
                </p14:cNvPr>
                <p14:cNvContentPartPr/>
                <p14:nvPr/>
              </p14:nvContentPartPr>
              <p14:xfrm>
                <a:off x="9304726" y="4103571"/>
                <a:ext cx="19800" cy="43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A4F864F7-21FE-015E-6F4B-E1B694C05618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286726" y="4086956"/>
                  <a:ext cx="55440" cy="3721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70CFDAD-9424-B221-A69D-7BDE57891E7D}"/>
                    </a:ext>
                  </a:extLst>
                </p14:cNvPr>
                <p14:cNvContentPartPr/>
                <p14:nvPr/>
              </p14:nvContentPartPr>
              <p14:xfrm>
                <a:off x="2027686" y="4137771"/>
                <a:ext cx="144720" cy="8953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70CFDAD-9424-B221-A69D-7BDE57891E7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009686" y="4119771"/>
                  <a:ext cx="180360" cy="9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A43B034-AE4B-A3D9-C99B-97D340023FB2}"/>
                    </a:ext>
                  </a:extLst>
                </p14:cNvPr>
                <p14:cNvContentPartPr/>
                <p14:nvPr/>
              </p14:nvContentPartPr>
              <p14:xfrm>
                <a:off x="4476766" y="2527491"/>
                <a:ext cx="167400" cy="3099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A43B034-AE4B-A3D9-C99B-97D340023FB2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458766" y="2509491"/>
                  <a:ext cx="203040" cy="34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E5A5B72-FC2F-0951-B28E-781483096BD3}"/>
                    </a:ext>
                  </a:extLst>
                </p14:cNvPr>
                <p14:cNvContentPartPr/>
                <p14:nvPr/>
              </p14:nvContentPartPr>
              <p14:xfrm>
                <a:off x="4480726" y="2509851"/>
                <a:ext cx="187920" cy="1796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E5A5B72-FC2F-0951-B28E-781483096BD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462760" y="2491851"/>
                  <a:ext cx="223492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8D47F8C-8C44-5C9B-15F7-D672E4F939CB}"/>
                    </a:ext>
                  </a:extLst>
                </p14:cNvPr>
                <p14:cNvContentPartPr/>
                <p14:nvPr/>
              </p14:nvContentPartPr>
              <p14:xfrm>
                <a:off x="4742806" y="2589411"/>
                <a:ext cx="134640" cy="1332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8D47F8C-8C44-5C9B-15F7-D672E4F939CB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724806" y="2571411"/>
                  <a:ext cx="17028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4D488D4D-EEBD-4DBA-6FA8-4CC805EE22AF}"/>
                    </a:ext>
                  </a:extLst>
                </p14:cNvPr>
                <p14:cNvContentPartPr/>
                <p14:nvPr/>
              </p14:nvContentPartPr>
              <p14:xfrm>
                <a:off x="6247606" y="2635491"/>
                <a:ext cx="118800" cy="2203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4D488D4D-EEBD-4DBA-6FA8-4CC805EE22AF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229606" y="2617491"/>
                  <a:ext cx="15444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C77DB3AB-1A97-D22E-A32D-B71502355229}"/>
                    </a:ext>
                  </a:extLst>
                </p14:cNvPr>
                <p14:cNvContentPartPr/>
                <p14:nvPr/>
              </p14:nvContentPartPr>
              <p14:xfrm>
                <a:off x="6269566" y="2565291"/>
                <a:ext cx="194400" cy="1663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C77DB3AB-1A97-D22E-A32D-B71502355229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251533" y="2547330"/>
                  <a:ext cx="230106" cy="20188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70FA5893-E46D-0CA6-66F5-882322D177D5}"/>
                    </a:ext>
                  </a:extLst>
                </p14:cNvPr>
                <p14:cNvContentPartPr/>
                <p14:nvPr/>
              </p14:nvContentPartPr>
              <p14:xfrm>
                <a:off x="6596086" y="2683371"/>
                <a:ext cx="136080" cy="1112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70FA5893-E46D-0CA6-66F5-882322D177D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578086" y="2665313"/>
                  <a:ext cx="171720" cy="14699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263498D-84C3-F564-B313-EED946DB2FB6}"/>
                    </a:ext>
                  </a:extLst>
                </p14:cNvPr>
                <p14:cNvContentPartPr/>
                <p14:nvPr/>
              </p14:nvContentPartPr>
              <p14:xfrm>
                <a:off x="7892806" y="2644491"/>
                <a:ext cx="101520" cy="2466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263498D-84C3-F564-B313-EED946DB2FB6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874742" y="2626491"/>
                  <a:ext cx="137287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D743D830-BA3F-3591-4E59-32277312CABA}"/>
                    </a:ext>
                  </a:extLst>
                </p14:cNvPr>
                <p14:cNvContentPartPr/>
                <p14:nvPr/>
              </p14:nvContentPartPr>
              <p14:xfrm>
                <a:off x="7939966" y="2599131"/>
                <a:ext cx="175320" cy="1587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D743D830-BA3F-3591-4E59-32277312CABA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921966" y="2581131"/>
                  <a:ext cx="21096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25CFC146-143A-E6EC-66F3-2E224A8A7145}"/>
                    </a:ext>
                  </a:extLst>
                </p14:cNvPr>
                <p14:cNvContentPartPr/>
                <p14:nvPr/>
              </p14:nvContentPartPr>
              <p14:xfrm>
                <a:off x="8306086" y="2784891"/>
                <a:ext cx="84240" cy="2444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25CFC146-143A-E6EC-66F3-2E224A8A7145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288086" y="2766891"/>
                  <a:ext cx="11988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42B73FD-70F7-4AD8-3C67-50364B1E8B5A}"/>
                    </a:ext>
                  </a:extLst>
                </p14:cNvPr>
                <p14:cNvContentPartPr/>
                <p14:nvPr/>
              </p14:nvContentPartPr>
              <p14:xfrm>
                <a:off x="9576166" y="2671851"/>
                <a:ext cx="81720" cy="2163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942B73FD-70F7-4AD8-3C67-50364B1E8B5A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558245" y="2653851"/>
                  <a:ext cx="117204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799A378-8A79-3262-6670-A42EA4C77A01}"/>
                    </a:ext>
                  </a:extLst>
                </p14:cNvPr>
                <p14:cNvContentPartPr/>
                <p14:nvPr/>
              </p14:nvContentPartPr>
              <p14:xfrm>
                <a:off x="9584806" y="2574291"/>
                <a:ext cx="216360" cy="1962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799A378-8A79-3262-6670-A42EA4C77A01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566776" y="2556291"/>
                  <a:ext cx="252059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B0F9C3D0-FC56-20E8-07B5-ACAF4CA7F94D}"/>
                    </a:ext>
                  </a:extLst>
                </p14:cNvPr>
                <p14:cNvContentPartPr/>
                <p14:nvPr/>
              </p14:nvContentPartPr>
              <p14:xfrm>
                <a:off x="9963166" y="2678691"/>
                <a:ext cx="208080" cy="2772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B0F9C3D0-FC56-20E8-07B5-ACAF4CA7F94D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945197" y="2660691"/>
                  <a:ext cx="243658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7FD358E-72D3-59B3-F6D8-82416AA55267}"/>
                    </a:ext>
                  </a:extLst>
                </p14:cNvPr>
                <p14:cNvContentPartPr/>
                <p14:nvPr/>
              </p14:nvContentPartPr>
              <p14:xfrm>
                <a:off x="11210566" y="2750331"/>
                <a:ext cx="82080" cy="2466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7FD358E-72D3-59B3-F6D8-82416AA5526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1192566" y="2732331"/>
                  <a:ext cx="11772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C3ECB9C-6D7B-3918-1BF7-E7C036A5E4A1}"/>
                    </a:ext>
                  </a:extLst>
                </p14:cNvPr>
                <p14:cNvContentPartPr/>
                <p14:nvPr/>
              </p14:nvContentPartPr>
              <p14:xfrm>
                <a:off x="11267446" y="2737731"/>
                <a:ext cx="136080" cy="1936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C3ECB9C-6D7B-3918-1BF7-E7C036A5E4A1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1249446" y="2719731"/>
                  <a:ext cx="17172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AF80ACE6-48D0-E925-7BF1-400682F13B74}"/>
                    </a:ext>
                  </a:extLst>
                </p14:cNvPr>
                <p14:cNvContentPartPr/>
                <p14:nvPr/>
              </p14:nvContentPartPr>
              <p14:xfrm>
                <a:off x="11535646" y="2807211"/>
                <a:ext cx="159480" cy="612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AF80ACE6-48D0-E925-7BF1-400682F13B74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1517605" y="2789211"/>
                  <a:ext cx="195201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078D7A4B-EB56-D02D-FBAC-B1191110ACC1}"/>
                    </a:ext>
                  </a:extLst>
                </p14:cNvPr>
                <p14:cNvContentPartPr/>
                <p14:nvPr/>
              </p14:nvContentPartPr>
              <p14:xfrm>
                <a:off x="11566966" y="2833851"/>
                <a:ext cx="51840" cy="1944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078D7A4B-EB56-D02D-FBAC-B1191110ACC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1548966" y="2815851"/>
                  <a:ext cx="87480" cy="23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75A85098-3E25-9B99-B633-8D111BBE259C}"/>
              </a:ext>
            </a:extLst>
          </p:cNvPr>
          <p:cNvGrpSpPr/>
          <p:nvPr/>
        </p:nvGrpSpPr>
        <p:grpSpPr>
          <a:xfrm>
            <a:off x="2443167" y="1290171"/>
            <a:ext cx="324720" cy="483840"/>
            <a:chOff x="2443167" y="1290171"/>
            <a:chExt cx="324720" cy="483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8D4A4F7F-1CC7-492B-883C-A5B74C4E78A6}"/>
                    </a:ext>
                  </a:extLst>
                </p14:cNvPr>
                <p14:cNvContentPartPr/>
                <p14:nvPr/>
              </p14:nvContentPartPr>
              <p14:xfrm>
                <a:off x="2535687" y="1307091"/>
                <a:ext cx="57600" cy="3301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8D4A4F7F-1CC7-492B-883C-A5B74C4E78A6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517687" y="1289091"/>
                  <a:ext cx="93240" cy="36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DDD50C9-689E-FF3D-EFA8-D1F9D25B6813}"/>
                    </a:ext>
                  </a:extLst>
                </p14:cNvPr>
                <p14:cNvContentPartPr/>
                <p14:nvPr/>
              </p14:nvContentPartPr>
              <p14:xfrm>
                <a:off x="2443167" y="1290171"/>
                <a:ext cx="113760" cy="522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DDD50C9-689E-FF3D-EFA8-D1F9D25B681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425527" y="1272171"/>
                  <a:ext cx="14940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14915B1-04D0-A39B-206F-AA53CAFFC98E}"/>
                    </a:ext>
                  </a:extLst>
                </p14:cNvPr>
                <p14:cNvContentPartPr/>
                <p14:nvPr/>
              </p14:nvContentPartPr>
              <p14:xfrm>
                <a:off x="2501487" y="1639731"/>
                <a:ext cx="140040" cy="666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14915B1-04D0-A39B-206F-AA53CAFFC98E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483847" y="1622091"/>
                  <a:ext cx="17568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D4099998-7597-562F-1A97-EF5ECB740629}"/>
                    </a:ext>
                  </a:extLst>
                </p14:cNvPr>
                <p14:cNvContentPartPr/>
                <p14:nvPr/>
              </p14:nvContentPartPr>
              <p14:xfrm>
                <a:off x="2753487" y="1573851"/>
                <a:ext cx="14400" cy="2001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D4099998-7597-562F-1A97-EF5ECB740629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735487" y="1556211"/>
                  <a:ext cx="50040" cy="23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FC71894C-C373-3B90-E9A0-E5D25C3FEF87}"/>
              </a:ext>
            </a:extLst>
          </p:cNvPr>
          <p:cNvGrpSpPr/>
          <p:nvPr/>
        </p:nvGrpSpPr>
        <p:grpSpPr>
          <a:xfrm>
            <a:off x="4385367" y="1232931"/>
            <a:ext cx="361800" cy="525600"/>
            <a:chOff x="4385367" y="1232931"/>
            <a:chExt cx="361800" cy="525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A20E7F3C-2696-3894-5DB1-3817A044D2D0}"/>
                    </a:ext>
                  </a:extLst>
                </p14:cNvPr>
                <p14:cNvContentPartPr/>
                <p14:nvPr/>
              </p14:nvContentPartPr>
              <p14:xfrm>
                <a:off x="4476447" y="1232931"/>
                <a:ext cx="32760" cy="4377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A20E7F3C-2696-3894-5DB1-3817A044D2D0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458447" y="1215291"/>
                  <a:ext cx="68400" cy="47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E54B7A25-1100-E4B5-A437-34196D72775C}"/>
                    </a:ext>
                  </a:extLst>
                </p14:cNvPr>
                <p14:cNvContentPartPr/>
                <p14:nvPr/>
              </p14:nvContentPartPr>
              <p14:xfrm>
                <a:off x="4385367" y="1313211"/>
                <a:ext cx="147960" cy="622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E54B7A25-1100-E4B5-A437-34196D72775C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367727" y="1295571"/>
                  <a:ext cx="18360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82F70260-3AB4-5258-6362-14B68585F635}"/>
                    </a:ext>
                  </a:extLst>
                </p14:cNvPr>
                <p14:cNvContentPartPr/>
                <p14:nvPr/>
              </p14:nvContentPartPr>
              <p14:xfrm>
                <a:off x="4444407" y="1707411"/>
                <a:ext cx="71640" cy="511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82F70260-3AB4-5258-6362-14B68585F635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426767" y="1689771"/>
                  <a:ext cx="10728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2D664015-1488-0E45-6562-B00CEAD44737}"/>
                    </a:ext>
                  </a:extLst>
                </p14:cNvPr>
                <p14:cNvContentPartPr/>
                <p14:nvPr/>
              </p14:nvContentPartPr>
              <p14:xfrm>
                <a:off x="4648887" y="1636491"/>
                <a:ext cx="98280" cy="1098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2D664015-1488-0E45-6562-B00CEAD44737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630887" y="1618851"/>
                  <a:ext cx="133920" cy="14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E5C7929D-3325-7AD7-0509-F49C096FD3C5}"/>
              </a:ext>
            </a:extLst>
          </p:cNvPr>
          <p:cNvGrpSpPr/>
          <p:nvPr/>
        </p:nvGrpSpPr>
        <p:grpSpPr>
          <a:xfrm>
            <a:off x="6124887" y="1171371"/>
            <a:ext cx="386280" cy="656280"/>
            <a:chOff x="6124887" y="1171371"/>
            <a:chExt cx="386280" cy="656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036A308C-1CA0-8BD0-4FC3-6CC4B60CBB49}"/>
                    </a:ext>
                  </a:extLst>
                </p14:cNvPr>
                <p14:cNvContentPartPr/>
                <p14:nvPr/>
              </p14:nvContentPartPr>
              <p14:xfrm>
                <a:off x="6141447" y="1171371"/>
                <a:ext cx="99000" cy="4143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036A308C-1CA0-8BD0-4FC3-6CC4B60CBB49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123807" y="1153731"/>
                  <a:ext cx="134640" cy="45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E95FBAEC-910B-3C13-2886-54C01AE98039}"/>
                    </a:ext>
                  </a:extLst>
                </p14:cNvPr>
                <p14:cNvContentPartPr/>
                <p14:nvPr/>
              </p14:nvContentPartPr>
              <p14:xfrm>
                <a:off x="6124887" y="1184331"/>
                <a:ext cx="126360" cy="720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E95FBAEC-910B-3C13-2886-54C01AE98039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106887" y="1166691"/>
                  <a:ext cx="16200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C0C3D995-D9AD-CCE2-85C8-90049EE07A7F}"/>
                    </a:ext>
                  </a:extLst>
                </p14:cNvPr>
                <p14:cNvContentPartPr/>
                <p14:nvPr/>
              </p14:nvContentPartPr>
              <p14:xfrm>
                <a:off x="6155487" y="1589331"/>
                <a:ext cx="142560" cy="982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C0C3D995-D9AD-CCE2-85C8-90049EE07A7F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137487" y="1571691"/>
                  <a:ext cx="17820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F6E218D6-9B97-D863-EB96-CF73F0762A55}"/>
                    </a:ext>
                  </a:extLst>
                </p14:cNvPr>
                <p14:cNvContentPartPr/>
                <p14:nvPr/>
              </p14:nvContentPartPr>
              <p14:xfrm>
                <a:off x="6407127" y="1608771"/>
                <a:ext cx="104040" cy="2188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F6E218D6-9B97-D863-EB96-CF73F0762A55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389487" y="1590771"/>
                  <a:ext cx="139680" cy="254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81FFCDFE-ADFA-B29B-F2E6-C9B3C7AF3F20}"/>
              </a:ext>
            </a:extLst>
          </p:cNvPr>
          <p:cNvGrpSpPr/>
          <p:nvPr/>
        </p:nvGrpSpPr>
        <p:grpSpPr>
          <a:xfrm>
            <a:off x="7791327" y="1259571"/>
            <a:ext cx="398160" cy="599040"/>
            <a:chOff x="7791327" y="1259571"/>
            <a:chExt cx="398160" cy="59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327FE3B-6DF9-7198-2402-756BE48B6878}"/>
                    </a:ext>
                  </a:extLst>
                </p14:cNvPr>
                <p14:cNvContentPartPr/>
                <p14:nvPr/>
              </p14:nvContentPartPr>
              <p14:xfrm>
                <a:off x="7792047" y="1278651"/>
                <a:ext cx="88200" cy="3135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327FE3B-6DF9-7198-2402-756BE48B6878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774047" y="1261011"/>
                  <a:ext cx="123840" cy="34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50A321C7-63F0-0394-6261-85A722014B38}"/>
                    </a:ext>
                  </a:extLst>
                </p14:cNvPr>
                <p14:cNvContentPartPr/>
                <p14:nvPr/>
              </p14:nvContentPartPr>
              <p14:xfrm>
                <a:off x="7800687" y="1259571"/>
                <a:ext cx="111600" cy="684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50A321C7-63F0-0394-6261-85A722014B38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782687" y="1241571"/>
                  <a:ext cx="14724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3DD01D52-C615-A0CB-192C-509848133239}"/>
                    </a:ext>
                  </a:extLst>
                </p14:cNvPr>
                <p14:cNvContentPartPr/>
                <p14:nvPr/>
              </p14:nvContentPartPr>
              <p14:xfrm>
                <a:off x="7791327" y="1585371"/>
                <a:ext cx="153720" cy="799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3DD01D52-C615-A0CB-192C-509848133239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773687" y="1567731"/>
                  <a:ext cx="18936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0551B34C-1A86-1E78-2ADC-77C929A2A6B5}"/>
                    </a:ext>
                  </a:extLst>
                </p14:cNvPr>
                <p14:cNvContentPartPr/>
                <p14:nvPr/>
              </p14:nvContentPartPr>
              <p14:xfrm>
                <a:off x="8049447" y="1613811"/>
                <a:ext cx="140040" cy="2448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0551B34C-1A86-1E78-2ADC-77C929A2A6B5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031807" y="1595811"/>
                  <a:ext cx="175680" cy="280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2CEC274A-9112-AE45-3A80-A173754E92D9}"/>
              </a:ext>
            </a:extLst>
          </p:cNvPr>
          <p:cNvGrpSpPr/>
          <p:nvPr/>
        </p:nvGrpSpPr>
        <p:grpSpPr>
          <a:xfrm>
            <a:off x="9539127" y="1289811"/>
            <a:ext cx="150120" cy="402120"/>
            <a:chOff x="9539127" y="1289811"/>
            <a:chExt cx="150120" cy="402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EF006B0-3F05-2085-687D-725C51386B6A}"/>
                    </a:ext>
                  </a:extLst>
                </p14:cNvPr>
                <p14:cNvContentPartPr/>
                <p14:nvPr/>
              </p14:nvContentPartPr>
              <p14:xfrm>
                <a:off x="9539127" y="1289811"/>
                <a:ext cx="107280" cy="205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EF006B0-3F05-2085-687D-725C51386B6A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521487" y="1272171"/>
                  <a:ext cx="14292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D63EB692-61CE-5338-BF05-E7CB4FD2CB57}"/>
                    </a:ext>
                  </a:extLst>
                </p14:cNvPr>
                <p14:cNvContentPartPr/>
                <p14:nvPr/>
              </p14:nvContentPartPr>
              <p14:xfrm>
                <a:off x="9585927" y="1291611"/>
                <a:ext cx="67320" cy="2916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D63EB692-61CE-5338-BF05-E7CB4FD2CB57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568287" y="1273611"/>
                  <a:ext cx="102960" cy="3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8B2138AD-35BF-A75A-03E8-90FB03A42EE0}"/>
                    </a:ext>
                  </a:extLst>
                </p14:cNvPr>
                <p14:cNvContentPartPr/>
                <p14:nvPr/>
              </p14:nvContentPartPr>
              <p14:xfrm>
                <a:off x="9596727" y="1641891"/>
                <a:ext cx="92520" cy="500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8B2138AD-35BF-A75A-03E8-90FB03A42EE0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9578727" y="1623891"/>
                  <a:ext cx="128160" cy="85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F676C8F9-D419-1B64-E20F-6E7A23335EEE}"/>
              </a:ext>
            </a:extLst>
          </p:cNvPr>
          <p:cNvGrpSpPr/>
          <p:nvPr/>
        </p:nvGrpSpPr>
        <p:grpSpPr>
          <a:xfrm>
            <a:off x="9790407" y="1778691"/>
            <a:ext cx="131040" cy="255240"/>
            <a:chOff x="9790407" y="1778691"/>
            <a:chExt cx="131040" cy="255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B4CE743E-3EA5-9BF1-8590-2BD17F63559E}"/>
                    </a:ext>
                  </a:extLst>
                </p14:cNvPr>
                <p14:cNvContentPartPr/>
                <p14:nvPr/>
              </p14:nvContentPartPr>
              <p14:xfrm>
                <a:off x="9790407" y="1778691"/>
                <a:ext cx="131040" cy="187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B4CE743E-3EA5-9BF1-8590-2BD17F63559E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772767" y="1761051"/>
                  <a:ext cx="16668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82498F78-D165-7DD1-9BFA-92010E9879B1}"/>
                    </a:ext>
                  </a:extLst>
                </p14:cNvPr>
                <p14:cNvContentPartPr/>
                <p14:nvPr/>
              </p14:nvContentPartPr>
              <p14:xfrm>
                <a:off x="9820647" y="1811091"/>
                <a:ext cx="69480" cy="2228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82498F78-D165-7DD1-9BFA-92010E9879B1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803007" y="1793091"/>
                  <a:ext cx="105120" cy="25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AD6CBE12-F932-3570-DD8D-F9A053770C8F}"/>
              </a:ext>
            </a:extLst>
          </p:cNvPr>
          <p:cNvGrpSpPr/>
          <p:nvPr/>
        </p:nvGrpSpPr>
        <p:grpSpPr>
          <a:xfrm>
            <a:off x="1074807" y="4128051"/>
            <a:ext cx="1424880" cy="1515960"/>
            <a:chOff x="1074807" y="4128051"/>
            <a:chExt cx="1424880" cy="1515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9E2D686E-0A53-7B21-0AD1-9F4D31AAE0C6}"/>
                    </a:ext>
                  </a:extLst>
                </p14:cNvPr>
                <p14:cNvContentPartPr/>
                <p14:nvPr/>
              </p14:nvContentPartPr>
              <p14:xfrm>
                <a:off x="1227087" y="4179531"/>
                <a:ext cx="76680" cy="5670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9E2D686E-0A53-7B21-0AD1-9F4D31AAE0C6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209087" y="4161891"/>
                  <a:ext cx="112320" cy="60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FA24CB4D-D1DA-B722-66E6-6DA50102E752}"/>
                    </a:ext>
                  </a:extLst>
                </p14:cNvPr>
                <p14:cNvContentPartPr/>
                <p14:nvPr/>
              </p14:nvContentPartPr>
              <p14:xfrm>
                <a:off x="1074807" y="4660851"/>
                <a:ext cx="486720" cy="5054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FA24CB4D-D1DA-B722-66E6-6DA50102E752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056807" y="4642851"/>
                  <a:ext cx="522360" cy="54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9BE5BB6F-87DA-B7D3-3A19-4BE62E3705A2}"/>
                    </a:ext>
                  </a:extLst>
                </p14:cNvPr>
                <p14:cNvContentPartPr/>
                <p14:nvPr/>
              </p14:nvContentPartPr>
              <p14:xfrm>
                <a:off x="1328247" y="4850211"/>
                <a:ext cx="14040" cy="2109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9BE5BB6F-87DA-B7D3-3A19-4BE62E3705A2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310607" y="4832211"/>
                  <a:ext cx="4968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B00FC9AD-D899-FD0E-9787-A4A7E5018E6D}"/>
                    </a:ext>
                  </a:extLst>
                </p14:cNvPr>
                <p14:cNvContentPartPr/>
                <p14:nvPr/>
              </p14:nvContentPartPr>
              <p14:xfrm>
                <a:off x="1261287" y="4843011"/>
                <a:ext cx="117720" cy="900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B00FC9AD-D899-FD0E-9787-A4A7E5018E6D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243287" y="4825371"/>
                  <a:ext cx="15336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382FF77E-D45F-50E4-315B-BF33A3A97DD5}"/>
                    </a:ext>
                  </a:extLst>
                </p14:cNvPr>
                <p14:cNvContentPartPr/>
                <p14:nvPr/>
              </p14:nvContentPartPr>
              <p14:xfrm>
                <a:off x="1334007" y="5121651"/>
                <a:ext cx="36720" cy="5223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382FF77E-D45F-50E4-315B-BF33A3A97DD5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316367" y="5103651"/>
                  <a:ext cx="72360" cy="55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A960BB65-F2F7-CF4E-8BF0-1A7153DE4285}"/>
                    </a:ext>
                  </a:extLst>
                </p14:cNvPr>
                <p14:cNvContentPartPr/>
                <p14:nvPr/>
              </p14:nvContentPartPr>
              <p14:xfrm>
                <a:off x="1287927" y="4128411"/>
                <a:ext cx="1029600" cy="1227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A960BB65-F2F7-CF4E-8BF0-1A7153DE4285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269927" y="4110411"/>
                  <a:ext cx="106524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412B5A26-6E5E-B4CC-2A09-24398E47313D}"/>
                    </a:ext>
                  </a:extLst>
                </p14:cNvPr>
                <p14:cNvContentPartPr/>
                <p14:nvPr/>
              </p14:nvContentPartPr>
              <p14:xfrm>
                <a:off x="2212407" y="4128051"/>
                <a:ext cx="66240" cy="4874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412B5A26-6E5E-B4CC-2A09-24398E47313D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2194767" y="4110411"/>
                  <a:ext cx="101880" cy="52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716AA760-342C-AE30-1D94-8317BA3A4995}"/>
                    </a:ext>
                  </a:extLst>
                </p14:cNvPr>
                <p14:cNvContentPartPr/>
                <p14:nvPr/>
              </p14:nvContentPartPr>
              <p14:xfrm>
                <a:off x="2204847" y="4633491"/>
                <a:ext cx="135360" cy="33948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716AA760-342C-AE30-1D94-8317BA3A4995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2186847" y="4615491"/>
                  <a:ext cx="171000" cy="37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DE8590D6-663A-9C99-C95E-4E34E950A5F5}"/>
                    </a:ext>
                  </a:extLst>
                </p14:cNvPr>
                <p14:cNvContentPartPr/>
                <p14:nvPr/>
              </p14:nvContentPartPr>
              <p14:xfrm>
                <a:off x="1441647" y="4974771"/>
                <a:ext cx="1058040" cy="6328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DE8590D6-663A-9C99-C95E-4E34E950A5F5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424007" y="4957131"/>
                  <a:ext cx="1093680" cy="66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6BA48915-1DC8-DDB5-97EC-71343B3DE1EA}"/>
              </a:ext>
            </a:extLst>
          </p:cNvPr>
          <p:cNvGrpSpPr/>
          <p:nvPr/>
        </p:nvGrpSpPr>
        <p:grpSpPr>
          <a:xfrm>
            <a:off x="2602287" y="3656811"/>
            <a:ext cx="2367360" cy="1100880"/>
            <a:chOff x="2602287" y="3656811"/>
            <a:chExt cx="2367360" cy="110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A483EEC3-8FF3-61F3-C701-24D4DE79ED29}"/>
                    </a:ext>
                  </a:extLst>
                </p14:cNvPr>
                <p14:cNvContentPartPr/>
                <p14:nvPr/>
              </p14:nvContentPartPr>
              <p14:xfrm>
                <a:off x="2691927" y="4397331"/>
                <a:ext cx="81000" cy="2919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A483EEC3-8FF3-61F3-C701-24D4DE79ED29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2674287" y="4379331"/>
                  <a:ext cx="11664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8F2BF2C5-5982-C191-4468-0EA21959D676}"/>
                    </a:ext>
                  </a:extLst>
                </p14:cNvPr>
                <p14:cNvContentPartPr/>
                <p14:nvPr/>
              </p14:nvContentPartPr>
              <p14:xfrm>
                <a:off x="2689767" y="4328931"/>
                <a:ext cx="187920" cy="15804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8F2BF2C5-5982-C191-4468-0EA21959D676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2671767" y="4310931"/>
                  <a:ext cx="22356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1A159CEF-F6F7-140E-EFEB-9E64C751973B}"/>
                    </a:ext>
                  </a:extLst>
                </p14:cNvPr>
                <p14:cNvContentPartPr/>
                <p14:nvPr/>
              </p14:nvContentPartPr>
              <p14:xfrm>
                <a:off x="2980287" y="4501731"/>
                <a:ext cx="30600" cy="2559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1A159CEF-F6F7-140E-EFEB-9E64C751973B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2962287" y="4484091"/>
                  <a:ext cx="6624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61BD0B30-3E54-03DB-C56F-FD32C2B64757}"/>
                    </a:ext>
                  </a:extLst>
                </p14:cNvPr>
                <p14:cNvContentPartPr/>
                <p14:nvPr/>
              </p14:nvContentPartPr>
              <p14:xfrm>
                <a:off x="2938887" y="4597851"/>
                <a:ext cx="98640" cy="9324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61BD0B30-3E54-03DB-C56F-FD32C2B64757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2921247" y="4580211"/>
                  <a:ext cx="13428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544673C4-9DDD-06AD-6C59-A94010F08C96}"/>
                    </a:ext>
                  </a:extLst>
                </p14:cNvPr>
                <p14:cNvContentPartPr/>
                <p14:nvPr/>
              </p14:nvContentPartPr>
              <p14:xfrm>
                <a:off x="3147687" y="4576971"/>
                <a:ext cx="106920" cy="12024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544673C4-9DDD-06AD-6C59-A94010F08C96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3130047" y="4558971"/>
                  <a:ext cx="14256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8C86D38F-66E4-B3DF-2CA0-22ABD2848201}"/>
                    </a:ext>
                  </a:extLst>
                </p14:cNvPr>
                <p14:cNvContentPartPr/>
                <p14:nvPr/>
              </p14:nvContentPartPr>
              <p14:xfrm>
                <a:off x="3343887" y="4548171"/>
                <a:ext cx="52200" cy="1641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8C86D38F-66E4-B3DF-2CA0-22ABD2848201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3326247" y="4530171"/>
                  <a:ext cx="8784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9F3E8228-2DEF-588D-A671-ABDFF9932B63}"/>
                    </a:ext>
                  </a:extLst>
                </p14:cNvPr>
                <p14:cNvContentPartPr/>
                <p14:nvPr/>
              </p14:nvContentPartPr>
              <p14:xfrm>
                <a:off x="3316887" y="4596051"/>
                <a:ext cx="174240" cy="1029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9F3E8228-2DEF-588D-A671-ABDFF9932B63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3298887" y="4578051"/>
                  <a:ext cx="20988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B8BA279C-0FBC-1367-A4A8-55CB06982890}"/>
                    </a:ext>
                  </a:extLst>
                </p14:cNvPr>
                <p14:cNvContentPartPr/>
                <p14:nvPr/>
              </p14:nvContentPartPr>
              <p14:xfrm>
                <a:off x="2602287" y="4137771"/>
                <a:ext cx="738000" cy="900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B8BA279C-0FBC-1367-A4A8-55CB06982890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2584287" y="4120131"/>
                  <a:ext cx="77364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98BC7417-AA0F-DCA0-7112-BB586BAEB3AB}"/>
                    </a:ext>
                  </a:extLst>
                </p14:cNvPr>
                <p14:cNvContentPartPr/>
                <p14:nvPr/>
              </p14:nvContentPartPr>
              <p14:xfrm>
                <a:off x="2897847" y="3692091"/>
                <a:ext cx="38520" cy="2307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98BC7417-AA0F-DCA0-7112-BB586BAEB3AB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2880207" y="3674451"/>
                  <a:ext cx="7416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B409C5F3-202C-F8E6-4241-12DFF52683A7}"/>
                    </a:ext>
                  </a:extLst>
                </p14:cNvPr>
                <p14:cNvContentPartPr/>
                <p14:nvPr/>
              </p14:nvContentPartPr>
              <p14:xfrm>
                <a:off x="3663927" y="4104651"/>
                <a:ext cx="91080" cy="338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B409C5F3-202C-F8E6-4241-12DFF52683A7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3646287" y="4086651"/>
                  <a:ext cx="12672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344E58FD-C97A-EE60-83DC-459EDAD103BF}"/>
                    </a:ext>
                  </a:extLst>
                </p14:cNvPr>
                <p14:cNvContentPartPr/>
                <p14:nvPr/>
              </p14:nvContentPartPr>
              <p14:xfrm>
                <a:off x="3712167" y="4149291"/>
                <a:ext cx="94320" cy="2700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344E58FD-C97A-EE60-83DC-459EDAD103BF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3694167" y="4131291"/>
                  <a:ext cx="12996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E9C8F813-3979-8859-C94E-EC859E3DC9C2}"/>
                    </a:ext>
                  </a:extLst>
                </p14:cNvPr>
                <p14:cNvContentPartPr/>
                <p14:nvPr/>
              </p14:nvContentPartPr>
              <p14:xfrm>
                <a:off x="4074327" y="3656811"/>
                <a:ext cx="35640" cy="30348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E9C8F813-3979-8859-C94E-EC859E3DC9C2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4056327" y="3638811"/>
                  <a:ext cx="7128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E90DFCFE-A8D7-535B-4C71-8683DFD0BE8C}"/>
                    </a:ext>
                  </a:extLst>
                </p14:cNvPr>
                <p14:cNvContentPartPr/>
                <p14:nvPr/>
              </p14:nvContentPartPr>
              <p14:xfrm>
                <a:off x="3871647" y="3970731"/>
                <a:ext cx="702000" cy="15948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E90DFCFE-A8D7-535B-4C71-8683DFD0BE8C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3854007" y="3952731"/>
                  <a:ext cx="73764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99A2C025-4C6B-2462-6996-FB73D631B120}"/>
                    </a:ext>
                  </a:extLst>
                </p14:cNvPr>
                <p14:cNvContentPartPr/>
                <p14:nvPr/>
              </p14:nvContentPartPr>
              <p14:xfrm>
                <a:off x="4154247" y="4240371"/>
                <a:ext cx="96840" cy="20592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99A2C025-4C6B-2462-6996-FB73D631B120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4136247" y="4222731"/>
                  <a:ext cx="13248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B21BB107-AFFC-8985-4826-74E977D36925}"/>
                    </a:ext>
                  </a:extLst>
                </p14:cNvPr>
                <p14:cNvContentPartPr/>
                <p14:nvPr/>
              </p14:nvContentPartPr>
              <p14:xfrm>
                <a:off x="4176567" y="4212651"/>
                <a:ext cx="141480" cy="15120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B21BB107-AFFC-8985-4826-74E977D36925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4158567" y="4194651"/>
                  <a:ext cx="17712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6E57407A-4CDB-E6D7-D602-3CF6D2F01E22}"/>
                    </a:ext>
                  </a:extLst>
                </p14:cNvPr>
                <p14:cNvContentPartPr/>
                <p14:nvPr/>
              </p14:nvContentPartPr>
              <p14:xfrm>
                <a:off x="4753647" y="3983691"/>
                <a:ext cx="216000" cy="4284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6E57407A-4CDB-E6D7-D602-3CF6D2F01E22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4735647" y="3965691"/>
                  <a:ext cx="25164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2726CB2B-68B3-2F54-3636-166EC1068124}"/>
                    </a:ext>
                  </a:extLst>
                </p14:cNvPr>
                <p14:cNvContentPartPr/>
                <p14:nvPr/>
              </p14:nvContentPartPr>
              <p14:xfrm>
                <a:off x="4833927" y="3938331"/>
                <a:ext cx="29160" cy="18324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2726CB2B-68B3-2F54-3636-166EC1068124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4815927" y="3920331"/>
                  <a:ext cx="6480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35AB914D-7456-96AF-1269-27E5C1BCAFC1}"/>
                    </a:ext>
                  </a:extLst>
                </p14:cNvPr>
                <p14:cNvContentPartPr/>
                <p14:nvPr/>
              </p14:nvContentPartPr>
              <p14:xfrm>
                <a:off x="4390767" y="4447011"/>
                <a:ext cx="47880" cy="12636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35AB914D-7456-96AF-1269-27E5C1BCAFC1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4372767" y="4429371"/>
                  <a:ext cx="83520" cy="162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2127DEF3-6383-B3DB-EDA1-1A54A1C58E15}"/>
                  </a:ext>
                </a:extLst>
              </p14:cNvPr>
              <p14:cNvContentPartPr/>
              <p14:nvPr/>
            </p14:nvContentPartPr>
            <p14:xfrm>
              <a:off x="5229207" y="4008531"/>
              <a:ext cx="20520" cy="7920"/>
            </p14:xfrm>
          </p:contentPart>
        </mc:Choice>
        <mc:Fallback xmlns=""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2127DEF3-6383-B3DB-EDA1-1A54A1C58E15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5211207" y="3990891"/>
                <a:ext cx="56160" cy="43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5" name="Group 114">
            <a:extLst>
              <a:ext uri="{FF2B5EF4-FFF2-40B4-BE49-F238E27FC236}">
                <a16:creationId xmlns:a16="http://schemas.microsoft.com/office/drawing/2014/main" id="{C7AEB52C-30F3-24B1-7651-713AF6857286}"/>
              </a:ext>
            </a:extLst>
          </p:cNvPr>
          <p:cNvGrpSpPr/>
          <p:nvPr/>
        </p:nvGrpSpPr>
        <p:grpSpPr>
          <a:xfrm>
            <a:off x="5429727" y="3964611"/>
            <a:ext cx="162360" cy="18360"/>
            <a:chOff x="5429727" y="3964611"/>
            <a:chExt cx="162360" cy="18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C36E3F8E-E3DC-1347-E2F3-D9578041D1FF}"/>
                    </a:ext>
                  </a:extLst>
                </p14:cNvPr>
                <p14:cNvContentPartPr/>
                <p14:nvPr/>
              </p14:nvContentPartPr>
              <p14:xfrm>
                <a:off x="5429727" y="3964611"/>
                <a:ext cx="7200" cy="169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C36E3F8E-E3DC-1347-E2F3-D9578041D1FF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5411727" y="3946611"/>
                  <a:ext cx="4284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44EF1F3D-7484-6D91-5714-8FB1785D8ED8}"/>
                    </a:ext>
                  </a:extLst>
                </p14:cNvPr>
                <p14:cNvContentPartPr/>
                <p14:nvPr/>
              </p14:nvContentPartPr>
              <p14:xfrm>
                <a:off x="5590647" y="3976851"/>
                <a:ext cx="1440" cy="61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44EF1F3D-7484-6D91-5714-8FB1785D8ED8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573007" y="3959211"/>
                  <a:ext cx="37080" cy="4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A22AA251-9861-9170-9552-EE58D5DE21D5}"/>
              </a:ext>
            </a:extLst>
          </p:cNvPr>
          <p:cNvGrpSpPr/>
          <p:nvPr/>
        </p:nvGrpSpPr>
        <p:grpSpPr>
          <a:xfrm>
            <a:off x="5788287" y="3556731"/>
            <a:ext cx="881280" cy="874800"/>
            <a:chOff x="5788287" y="3556731"/>
            <a:chExt cx="881280" cy="87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8B68D5EA-1B41-22FE-E557-898CC6F653E9}"/>
                    </a:ext>
                  </a:extLst>
                </p14:cNvPr>
                <p14:cNvContentPartPr/>
                <p14:nvPr/>
              </p14:nvContentPartPr>
              <p14:xfrm>
                <a:off x="5788287" y="3909531"/>
                <a:ext cx="207720" cy="2412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8B68D5EA-1B41-22FE-E557-898CC6F653E9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5770287" y="3891891"/>
                  <a:ext cx="24336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55706222-5644-D995-B204-C26221A66C6D}"/>
                    </a:ext>
                  </a:extLst>
                </p14:cNvPr>
                <p14:cNvContentPartPr/>
                <p14:nvPr/>
              </p14:nvContentPartPr>
              <p14:xfrm>
                <a:off x="5890887" y="3819531"/>
                <a:ext cx="37440" cy="22392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55706222-5644-D995-B204-C26221A66C6D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5873247" y="3801531"/>
                  <a:ext cx="7308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4885B40D-CD45-08FD-E23D-5DAE4EA440D4}"/>
                    </a:ext>
                  </a:extLst>
                </p14:cNvPr>
                <p14:cNvContentPartPr/>
                <p14:nvPr/>
              </p14:nvContentPartPr>
              <p14:xfrm>
                <a:off x="6102567" y="3556731"/>
                <a:ext cx="53640" cy="23508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4885B40D-CD45-08FD-E23D-5DAE4EA440D4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6084927" y="3539091"/>
                  <a:ext cx="8928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1E3BD4ED-7AC6-FE57-40F7-8E5FBAEAFD88}"/>
                    </a:ext>
                  </a:extLst>
                </p14:cNvPr>
                <p14:cNvContentPartPr/>
                <p14:nvPr/>
              </p14:nvContentPartPr>
              <p14:xfrm>
                <a:off x="6044607" y="3814131"/>
                <a:ext cx="389520" cy="10332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1E3BD4ED-7AC6-FE57-40F7-8E5FBAEAFD88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6026967" y="3796491"/>
                  <a:ext cx="42516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DD6AB867-B233-94BC-FB70-5C08537921E4}"/>
                    </a:ext>
                  </a:extLst>
                </p14:cNvPr>
                <p14:cNvContentPartPr/>
                <p14:nvPr/>
              </p14:nvContentPartPr>
              <p14:xfrm>
                <a:off x="6227847" y="4108611"/>
                <a:ext cx="47160" cy="20232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DD6AB867-B233-94BC-FB70-5C08537921E4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6209847" y="4090971"/>
                  <a:ext cx="8280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371E3267-8F7F-FF15-9E5E-72B9148D2182}"/>
                    </a:ext>
                  </a:extLst>
                </p14:cNvPr>
                <p14:cNvContentPartPr/>
                <p14:nvPr/>
              </p14:nvContentPartPr>
              <p14:xfrm>
                <a:off x="6224247" y="4038051"/>
                <a:ext cx="199080" cy="17172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371E3267-8F7F-FF15-9E5E-72B9148D2182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6206607" y="4020411"/>
                  <a:ext cx="23472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053730A3-A340-0971-B25F-08BA26118B58}"/>
                    </a:ext>
                  </a:extLst>
                </p14:cNvPr>
                <p14:cNvContentPartPr/>
                <p14:nvPr/>
              </p14:nvContentPartPr>
              <p14:xfrm>
                <a:off x="6536007" y="4185651"/>
                <a:ext cx="133560" cy="5328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053730A3-A340-0971-B25F-08BA26118B58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6518007" y="4167651"/>
                  <a:ext cx="16920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5CE4FA2B-5CA5-9F9E-408A-28FDD4665C99}"/>
                    </a:ext>
                  </a:extLst>
                </p14:cNvPr>
                <p14:cNvContentPartPr/>
                <p14:nvPr/>
              </p14:nvContentPartPr>
              <p14:xfrm>
                <a:off x="6553287" y="4211571"/>
                <a:ext cx="46080" cy="21996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5CE4FA2B-5CA5-9F9E-408A-28FDD4665C99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6535287" y="4193931"/>
                  <a:ext cx="81720" cy="25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4C00FA4D-38FD-067A-6589-82A880479EE8}"/>
              </a:ext>
            </a:extLst>
          </p:cNvPr>
          <p:cNvGrpSpPr/>
          <p:nvPr/>
        </p:nvGrpSpPr>
        <p:grpSpPr>
          <a:xfrm>
            <a:off x="7020567" y="3577971"/>
            <a:ext cx="2850840" cy="1539360"/>
            <a:chOff x="7020567" y="3577971"/>
            <a:chExt cx="2850840" cy="1539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F953F81D-46B5-9215-F146-D5CB808389B5}"/>
                    </a:ext>
                  </a:extLst>
                </p14:cNvPr>
                <p14:cNvContentPartPr/>
                <p14:nvPr/>
              </p14:nvContentPartPr>
              <p14:xfrm>
                <a:off x="7646247" y="3603891"/>
                <a:ext cx="74520" cy="56376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F953F81D-46B5-9215-F146-D5CB808389B5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7628607" y="3586251"/>
                  <a:ext cx="110160" cy="59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E134C1DC-9C97-B0A8-B67D-E54972AF492B}"/>
                    </a:ext>
                  </a:extLst>
                </p14:cNvPr>
                <p14:cNvContentPartPr/>
                <p14:nvPr/>
              </p14:nvContentPartPr>
              <p14:xfrm>
                <a:off x="7377687" y="4105011"/>
                <a:ext cx="786600" cy="68508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E134C1DC-9C97-B0A8-B67D-E54972AF492B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7359687" y="4087011"/>
                  <a:ext cx="822240" cy="72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89E58C67-9CDD-18E3-4783-9D34FA6659B4}"/>
                    </a:ext>
                  </a:extLst>
                </p14:cNvPr>
                <p14:cNvContentPartPr/>
                <p14:nvPr/>
              </p14:nvContentPartPr>
              <p14:xfrm>
                <a:off x="7743807" y="4346571"/>
                <a:ext cx="22320" cy="25308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89E58C67-9CDD-18E3-4783-9D34FA6659B4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7726167" y="4328931"/>
                  <a:ext cx="5796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CC053E5A-5296-2E94-71E3-E7A6895377DE}"/>
                    </a:ext>
                  </a:extLst>
                </p14:cNvPr>
                <p14:cNvContentPartPr/>
                <p14:nvPr/>
              </p14:nvContentPartPr>
              <p14:xfrm>
                <a:off x="7672527" y="4313811"/>
                <a:ext cx="183600" cy="6948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CC053E5A-5296-2E94-71E3-E7A6895377DE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7654887" y="4295811"/>
                  <a:ext cx="21924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78A6CDE4-A625-6033-444A-F37EF8520707}"/>
                    </a:ext>
                  </a:extLst>
                </p14:cNvPr>
                <p14:cNvContentPartPr/>
                <p14:nvPr/>
              </p14:nvContentPartPr>
              <p14:xfrm>
                <a:off x="7913367" y="4800531"/>
                <a:ext cx="47160" cy="3168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78A6CDE4-A625-6033-444A-F37EF8520707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7895727" y="4782531"/>
                  <a:ext cx="82800" cy="35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AA359E6A-7005-83BA-FC06-879BF216C497}"/>
                    </a:ext>
                  </a:extLst>
                </p14:cNvPr>
                <p14:cNvContentPartPr/>
                <p14:nvPr/>
              </p14:nvContentPartPr>
              <p14:xfrm>
                <a:off x="7555527" y="3577971"/>
                <a:ext cx="1300320" cy="3780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AA359E6A-7005-83BA-FC06-879BF216C497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7537527" y="3560331"/>
                  <a:ext cx="133596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F8C8319E-D13F-279D-A512-2E943D8EE2A1}"/>
                    </a:ext>
                  </a:extLst>
                </p14:cNvPr>
                <p14:cNvContentPartPr/>
                <p14:nvPr/>
              </p14:nvContentPartPr>
              <p14:xfrm>
                <a:off x="8719767" y="3629091"/>
                <a:ext cx="95040" cy="54396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F8C8319E-D13F-279D-A512-2E943D8EE2A1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8701767" y="3611451"/>
                  <a:ext cx="130680" cy="57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4613BA9E-1A00-B43B-2CF8-87BF87562F93}"/>
                    </a:ext>
                  </a:extLst>
                </p14:cNvPr>
                <p14:cNvContentPartPr/>
                <p14:nvPr/>
              </p14:nvContentPartPr>
              <p14:xfrm>
                <a:off x="8777367" y="4183131"/>
                <a:ext cx="164520" cy="26172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4613BA9E-1A00-B43B-2CF8-87BF87562F93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8759367" y="4165131"/>
                  <a:ext cx="20016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FAC88A9B-178B-FA9D-E90D-5E7CC6D030FE}"/>
                    </a:ext>
                  </a:extLst>
                </p14:cNvPr>
                <p14:cNvContentPartPr/>
                <p14:nvPr/>
              </p14:nvContentPartPr>
              <p14:xfrm>
                <a:off x="8108127" y="4445571"/>
                <a:ext cx="936720" cy="57744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FAC88A9B-178B-FA9D-E90D-5E7CC6D030FE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8090487" y="4427931"/>
                  <a:ext cx="972360" cy="61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5A66DA2E-FF91-09C6-1503-F5141A561857}"/>
                    </a:ext>
                  </a:extLst>
                </p14:cNvPr>
                <p14:cNvContentPartPr/>
                <p14:nvPr/>
              </p14:nvContentPartPr>
              <p14:xfrm>
                <a:off x="9001647" y="4153611"/>
                <a:ext cx="130320" cy="26244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5A66DA2E-FF91-09C6-1503-F5141A561857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8984007" y="4135611"/>
                  <a:ext cx="16596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87ECF8DF-4C7F-9437-F3A2-82F6F324326E}"/>
                    </a:ext>
                  </a:extLst>
                </p14:cNvPr>
                <p14:cNvContentPartPr/>
                <p14:nvPr/>
              </p14:nvContentPartPr>
              <p14:xfrm>
                <a:off x="9056007" y="4062531"/>
                <a:ext cx="156960" cy="18576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87ECF8DF-4C7F-9437-F3A2-82F6F324326E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9038367" y="4044891"/>
                  <a:ext cx="19260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43B61164-45CA-9471-527E-B7D60BC8DCDA}"/>
                    </a:ext>
                  </a:extLst>
                </p14:cNvPr>
                <p14:cNvContentPartPr/>
                <p14:nvPr/>
              </p14:nvContentPartPr>
              <p14:xfrm>
                <a:off x="9350847" y="4204011"/>
                <a:ext cx="83520" cy="23184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43B61164-45CA-9471-527E-B7D60BC8DCDA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9333207" y="4186011"/>
                  <a:ext cx="11916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4D0CB23D-8C95-D706-D237-E41642B442B7}"/>
                    </a:ext>
                  </a:extLst>
                </p14:cNvPr>
                <p14:cNvContentPartPr/>
                <p14:nvPr/>
              </p14:nvContentPartPr>
              <p14:xfrm>
                <a:off x="9318087" y="4298331"/>
                <a:ext cx="100080" cy="9252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4D0CB23D-8C95-D706-D237-E41642B442B7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9300087" y="4280691"/>
                  <a:ext cx="13572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476B5D3A-F36D-E370-8118-40BD8D7334E5}"/>
                    </a:ext>
                  </a:extLst>
                </p14:cNvPr>
                <p14:cNvContentPartPr/>
                <p14:nvPr/>
              </p14:nvContentPartPr>
              <p14:xfrm>
                <a:off x="9549927" y="4292211"/>
                <a:ext cx="99360" cy="12456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476B5D3A-F36D-E370-8118-40BD8D7334E5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9531927" y="4274571"/>
                  <a:ext cx="13500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95115A94-3ED6-BC30-565B-43BB0A09A559}"/>
                    </a:ext>
                  </a:extLst>
                </p14:cNvPr>
                <p14:cNvContentPartPr/>
                <p14:nvPr/>
              </p14:nvContentPartPr>
              <p14:xfrm>
                <a:off x="9756207" y="4177731"/>
                <a:ext cx="66960" cy="21024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95115A94-3ED6-BC30-565B-43BB0A09A559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9738207" y="4159731"/>
                  <a:ext cx="10260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08015911-C02F-D368-C445-38D9CDCBA423}"/>
                    </a:ext>
                  </a:extLst>
                </p14:cNvPr>
                <p14:cNvContentPartPr/>
                <p14:nvPr/>
              </p14:nvContentPartPr>
              <p14:xfrm>
                <a:off x="9754407" y="4245771"/>
                <a:ext cx="117000" cy="11592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08015911-C02F-D368-C445-38D9CDCBA423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9736767" y="4227771"/>
                  <a:ext cx="15264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3BF30BE5-5847-3085-3DB9-80D390D37BDB}"/>
                    </a:ext>
                  </a:extLst>
                </p14:cNvPr>
                <p14:cNvContentPartPr/>
                <p14:nvPr/>
              </p14:nvContentPartPr>
              <p14:xfrm>
                <a:off x="7069527" y="3942291"/>
                <a:ext cx="79560" cy="26064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3BF30BE5-5847-3085-3DB9-80D390D37BDB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7051887" y="3924651"/>
                  <a:ext cx="11520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FFA0E300-1258-60A2-DE21-62FF3DC0CCCF}"/>
                    </a:ext>
                  </a:extLst>
                </p14:cNvPr>
                <p14:cNvContentPartPr/>
                <p14:nvPr/>
              </p14:nvContentPartPr>
              <p14:xfrm>
                <a:off x="7020567" y="3881811"/>
                <a:ext cx="133560" cy="6552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FFA0E300-1258-60A2-DE21-62FF3DC0CCCF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7002927" y="3863811"/>
                  <a:ext cx="16920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B882752E-CAE0-BB62-B4A3-71AC27214ACC}"/>
                    </a:ext>
                  </a:extLst>
                </p14:cNvPr>
                <p14:cNvContentPartPr/>
                <p14:nvPr/>
              </p14:nvContentPartPr>
              <p14:xfrm>
                <a:off x="7118127" y="4151091"/>
                <a:ext cx="106560" cy="6084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B882752E-CAE0-BB62-B4A3-71AC27214ACC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7100127" y="4133451"/>
                  <a:ext cx="14220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E0916D56-1713-1BB6-E9C3-6BEAE0560464}"/>
                    </a:ext>
                  </a:extLst>
                </p14:cNvPr>
                <p14:cNvContentPartPr/>
                <p14:nvPr/>
              </p14:nvContentPartPr>
              <p14:xfrm>
                <a:off x="8086167" y="3760851"/>
                <a:ext cx="614160" cy="96768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E0916D56-1713-1BB6-E9C3-6BEAE0560464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8068527" y="3742851"/>
                  <a:ext cx="649800" cy="10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75D35BFA-8E47-09E9-A822-5DC620E6E432}"/>
                    </a:ext>
                  </a:extLst>
                </p14:cNvPr>
                <p14:cNvContentPartPr/>
                <p14:nvPr/>
              </p14:nvContentPartPr>
              <p14:xfrm>
                <a:off x="8522847" y="4660131"/>
                <a:ext cx="264960" cy="8244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75D35BFA-8E47-09E9-A822-5DC620E6E432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8504847" y="4642131"/>
                  <a:ext cx="30060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63951216-96FB-A74D-4CCF-1C0E71B35E49}"/>
                    </a:ext>
                  </a:extLst>
                </p14:cNvPr>
                <p14:cNvContentPartPr/>
                <p14:nvPr/>
              </p14:nvContentPartPr>
              <p14:xfrm>
                <a:off x="8588367" y="4686771"/>
                <a:ext cx="140760" cy="9900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63951216-96FB-A74D-4CCF-1C0E71B35E49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8570727" y="4668771"/>
                  <a:ext cx="17640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6B304006-BF01-3221-F8DE-74026822871D}"/>
                    </a:ext>
                  </a:extLst>
                </p14:cNvPr>
                <p14:cNvContentPartPr/>
                <p14:nvPr/>
              </p14:nvContentPartPr>
              <p14:xfrm>
                <a:off x="8705367" y="4643211"/>
                <a:ext cx="68040" cy="15516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6B304006-BF01-3221-F8DE-74026822871D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8687367" y="4625211"/>
                  <a:ext cx="10368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11F2A376-E202-D38B-DFED-D00D9845F275}"/>
                    </a:ext>
                  </a:extLst>
                </p14:cNvPr>
                <p14:cNvContentPartPr/>
                <p14:nvPr/>
              </p14:nvContentPartPr>
              <p14:xfrm>
                <a:off x="8637327" y="4677051"/>
                <a:ext cx="113040" cy="4212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11F2A376-E202-D38B-DFED-D00D9845F275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8619327" y="4659051"/>
                  <a:ext cx="14868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F4A62C2E-00E3-6EF9-834A-44174151D035}"/>
                    </a:ext>
                  </a:extLst>
                </p14:cNvPr>
                <p14:cNvContentPartPr/>
                <p14:nvPr/>
              </p14:nvContentPartPr>
              <p14:xfrm>
                <a:off x="8701407" y="4678851"/>
                <a:ext cx="35640" cy="2844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F4A62C2E-00E3-6EF9-834A-44174151D035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8683407" y="4660851"/>
                  <a:ext cx="71280" cy="64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D3977E42-287A-5680-362C-9E8BBC01FE40}"/>
              </a:ext>
            </a:extLst>
          </p:cNvPr>
          <p:cNvGrpSpPr/>
          <p:nvPr/>
        </p:nvGrpSpPr>
        <p:grpSpPr>
          <a:xfrm>
            <a:off x="8166447" y="3242091"/>
            <a:ext cx="137880" cy="236880"/>
            <a:chOff x="8166447" y="3242091"/>
            <a:chExt cx="137880" cy="236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88076883-005F-787E-9D3D-79F91730F825}"/>
                    </a:ext>
                  </a:extLst>
                </p14:cNvPr>
                <p14:cNvContentPartPr/>
                <p14:nvPr/>
              </p14:nvContentPartPr>
              <p14:xfrm>
                <a:off x="8222247" y="3293571"/>
                <a:ext cx="67680" cy="18540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88076883-005F-787E-9D3D-79F91730F825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8204247" y="3275931"/>
                  <a:ext cx="10332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9FD3B8AC-21C1-8F7F-078F-33DC6DC96429}"/>
                    </a:ext>
                  </a:extLst>
                </p14:cNvPr>
                <p14:cNvContentPartPr/>
                <p14:nvPr/>
              </p14:nvContentPartPr>
              <p14:xfrm>
                <a:off x="8166447" y="3242091"/>
                <a:ext cx="116640" cy="4464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9FD3B8AC-21C1-8F7F-078F-33DC6DC96429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8148447" y="3224451"/>
                  <a:ext cx="15228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EC563307-6606-17D5-BA99-6B82136E785F}"/>
                    </a:ext>
                  </a:extLst>
                </p14:cNvPr>
                <p14:cNvContentPartPr/>
                <p14:nvPr/>
              </p14:nvContentPartPr>
              <p14:xfrm>
                <a:off x="8243847" y="3417771"/>
                <a:ext cx="60480" cy="2124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EC563307-6606-17D5-BA99-6B82136E785F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8225847" y="3400131"/>
                  <a:ext cx="96120" cy="56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F9036CFD-2F34-A40D-6E31-15E266316AED}"/>
              </a:ext>
            </a:extLst>
          </p:cNvPr>
          <p:cNvGrpSpPr/>
          <p:nvPr/>
        </p:nvGrpSpPr>
        <p:grpSpPr>
          <a:xfrm>
            <a:off x="9747567" y="3358371"/>
            <a:ext cx="1058760" cy="336240"/>
            <a:chOff x="9747567" y="3358371"/>
            <a:chExt cx="1058760" cy="33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9FD9EDD9-ADD0-036C-31ED-233984AA5BED}"/>
                    </a:ext>
                  </a:extLst>
                </p14:cNvPr>
                <p14:cNvContentPartPr/>
                <p14:nvPr/>
              </p14:nvContentPartPr>
              <p14:xfrm>
                <a:off x="9747567" y="3360171"/>
                <a:ext cx="223920" cy="24768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9FD9EDD9-ADD0-036C-31ED-233984AA5BED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9729567" y="3342171"/>
                  <a:ext cx="25956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7B6EB8D6-30B5-42A4-4F9C-F53646F2A114}"/>
                    </a:ext>
                  </a:extLst>
                </p14:cNvPr>
                <p14:cNvContentPartPr/>
                <p14:nvPr/>
              </p14:nvContentPartPr>
              <p14:xfrm>
                <a:off x="10049607" y="3477891"/>
                <a:ext cx="48960" cy="1440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7B6EB8D6-30B5-42A4-4F9C-F53646F2A114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0031607" y="3460251"/>
                  <a:ext cx="8460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7B42F787-A279-8269-3A73-88A36EC0648B}"/>
                    </a:ext>
                  </a:extLst>
                </p14:cNvPr>
                <p14:cNvContentPartPr/>
                <p14:nvPr/>
              </p14:nvContentPartPr>
              <p14:xfrm>
                <a:off x="10111527" y="3546651"/>
                <a:ext cx="73080" cy="4032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7B42F787-A279-8269-3A73-88A36EC0648B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10093887" y="3528651"/>
                  <a:ext cx="10872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94E7976D-C8FC-0F3E-6E87-2D4C7B3EB557}"/>
                    </a:ext>
                  </a:extLst>
                </p14:cNvPr>
                <p14:cNvContentPartPr/>
                <p14:nvPr/>
              </p14:nvContentPartPr>
              <p14:xfrm>
                <a:off x="10327887" y="3402291"/>
                <a:ext cx="54720" cy="27252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94E7976D-C8FC-0F3E-6E87-2D4C7B3EB557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10310247" y="3384651"/>
                  <a:ext cx="9036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95588963-C17E-A229-588E-A8B58B3F732E}"/>
                    </a:ext>
                  </a:extLst>
                </p14:cNvPr>
                <p14:cNvContentPartPr/>
                <p14:nvPr/>
              </p14:nvContentPartPr>
              <p14:xfrm>
                <a:off x="10264887" y="3415251"/>
                <a:ext cx="183960" cy="4392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95588963-C17E-A229-588E-A8B58B3F732E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10247247" y="3397251"/>
                  <a:ext cx="21960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46463613-6237-D26B-2772-301B883DDFFB}"/>
                    </a:ext>
                  </a:extLst>
                </p14:cNvPr>
                <p14:cNvContentPartPr/>
                <p14:nvPr/>
              </p14:nvContentPartPr>
              <p14:xfrm>
                <a:off x="10341207" y="3620451"/>
                <a:ext cx="107640" cy="6660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46463613-6237-D26B-2772-301B883DDFFB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0323567" y="3602451"/>
                  <a:ext cx="14328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2B9BC194-C133-23A8-ADC5-3417D9A5D292}"/>
                    </a:ext>
                  </a:extLst>
                </p14:cNvPr>
                <p14:cNvContentPartPr/>
                <p14:nvPr/>
              </p14:nvContentPartPr>
              <p14:xfrm>
                <a:off x="10604367" y="3417051"/>
                <a:ext cx="64080" cy="27756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2B9BC194-C133-23A8-ADC5-3417D9A5D292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0586727" y="3399411"/>
                  <a:ext cx="9972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40EAC789-AB5D-CA71-D060-FF8598500709}"/>
                    </a:ext>
                  </a:extLst>
                </p14:cNvPr>
                <p14:cNvContentPartPr/>
                <p14:nvPr/>
              </p14:nvContentPartPr>
              <p14:xfrm>
                <a:off x="10604007" y="3358371"/>
                <a:ext cx="202320" cy="21024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40EAC789-AB5D-CA71-D060-FF8598500709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0586007" y="3340731"/>
                  <a:ext cx="237960" cy="24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9AAD491B-77F2-4C30-2E43-32E17359BA39}"/>
              </a:ext>
            </a:extLst>
          </p:cNvPr>
          <p:cNvGrpSpPr/>
          <p:nvPr/>
        </p:nvGrpSpPr>
        <p:grpSpPr>
          <a:xfrm>
            <a:off x="10217727" y="4003491"/>
            <a:ext cx="1280520" cy="453600"/>
            <a:chOff x="10217727" y="4003491"/>
            <a:chExt cx="1280520" cy="453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14934ABF-4EB3-8723-FF7F-7C08ED711A7F}"/>
                    </a:ext>
                  </a:extLst>
                </p14:cNvPr>
                <p14:cNvContentPartPr/>
                <p14:nvPr/>
              </p14:nvContentPartPr>
              <p14:xfrm>
                <a:off x="10217727" y="4119051"/>
                <a:ext cx="82080" cy="1836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14934ABF-4EB3-8723-FF7F-7C08ED711A7F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0200087" y="4101051"/>
                  <a:ext cx="11772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27F08D7C-40D6-4A88-0FBE-F28141FB659D}"/>
                    </a:ext>
                  </a:extLst>
                </p14:cNvPr>
                <p14:cNvContentPartPr/>
                <p14:nvPr/>
              </p14:nvContentPartPr>
              <p14:xfrm>
                <a:off x="10234647" y="4220571"/>
                <a:ext cx="92160" cy="2664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27F08D7C-40D6-4A88-0FBE-F28141FB659D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0217007" y="4202571"/>
                  <a:ext cx="12780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5B4158BE-6338-53D9-8CF1-6936E0574E3A}"/>
                    </a:ext>
                  </a:extLst>
                </p14:cNvPr>
                <p14:cNvContentPartPr/>
                <p14:nvPr/>
              </p14:nvContentPartPr>
              <p14:xfrm>
                <a:off x="10445607" y="4018251"/>
                <a:ext cx="73800" cy="34632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5B4158BE-6338-53D9-8CF1-6936E0574E3A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0427607" y="4000611"/>
                  <a:ext cx="109440" cy="38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542DD06B-6B99-B068-BF9E-E8D4EEB1728F}"/>
                    </a:ext>
                  </a:extLst>
                </p14:cNvPr>
                <p14:cNvContentPartPr/>
                <p14:nvPr/>
              </p14:nvContentPartPr>
              <p14:xfrm>
                <a:off x="10386567" y="4034451"/>
                <a:ext cx="178200" cy="6408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542DD06B-6B99-B068-BF9E-E8D4EEB1728F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0368927" y="4016451"/>
                  <a:ext cx="21384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278AB57C-3276-79F0-A315-B02C14666E8E}"/>
                    </a:ext>
                  </a:extLst>
                </p14:cNvPr>
                <p14:cNvContentPartPr/>
                <p14:nvPr/>
              </p14:nvContentPartPr>
              <p14:xfrm>
                <a:off x="10487367" y="4252251"/>
                <a:ext cx="103320" cy="5940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278AB57C-3276-79F0-A315-B02C14666E8E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0469727" y="4234611"/>
                  <a:ext cx="13896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EDAEDDB5-1193-7E87-62D7-F6DD84541F7A}"/>
                    </a:ext>
                  </a:extLst>
                </p14:cNvPr>
                <p14:cNvContentPartPr/>
                <p14:nvPr/>
              </p14:nvContentPartPr>
              <p14:xfrm>
                <a:off x="10819287" y="4093491"/>
                <a:ext cx="30600" cy="24156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EDAEDDB5-1193-7E87-62D7-F6DD84541F7A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0801647" y="4075491"/>
                  <a:ext cx="6624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34F42632-54F1-3E12-37BE-400ABA164149}"/>
                    </a:ext>
                  </a:extLst>
                </p14:cNvPr>
                <p14:cNvContentPartPr/>
                <p14:nvPr/>
              </p14:nvContentPartPr>
              <p14:xfrm>
                <a:off x="10780047" y="4003491"/>
                <a:ext cx="201960" cy="16452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34F42632-54F1-3E12-37BE-400ABA164149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0762407" y="3985491"/>
                  <a:ext cx="23760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6E63C5A5-E461-6420-11D7-C58DA325DE86}"/>
                    </a:ext>
                  </a:extLst>
                </p14:cNvPr>
                <p14:cNvContentPartPr/>
                <p14:nvPr/>
              </p14:nvContentPartPr>
              <p14:xfrm>
                <a:off x="11046447" y="4176291"/>
                <a:ext cx="59760" cy="28080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6E63C5A5-E461-6420-11D7-C58DA325DE86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11028807" y="4158651"/>
                  <a:ext cx="9540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E845AF94-E803-2796-28D2-3DC06F4E6B02}"/>
                    </a:ext>
                  </a:extLst>
                </p14:cNvPr>
                <p14:cNvContentPartPr/>
                <p14:nvPr/>
              </p14:nvContentPartPr>
              <p14:xfrm>
                <a:off x="11010447" y="4269531"/>
                <a:ext cx="122040" cy="6192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E845AF94-E803-2796-28D2-3DC06F4E6B02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0992807" y="4251891"/>
                  <a:ext cx="15768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935869D5-A0B8-D500-B305-0918E4491DCB}"/>
                    </a:ext>
                  </a:extLst>
                </p14:cNvPr>
                <p14:cNvContentPartPr/>
                <p14:nvPr/>
              </p14:nvContentPartPr>
              <p14:xfrm>
                <a:off x="11226807" y="4261971"/>
                <a:ext cx="74880" cy="12420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935869D5-A0B8-D500-B305-0918E4491DCB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11208807" y="4244331"/>
                  <a:ext cx="11052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B46D4D07-226E-6DF4-7FBE-58096E857976}"/>
                    </a:ext>
                  </a:extLst>
                </p14:cNvPr>
                <p14:cNvContentPartPr/>
                <p14:nvPr/>
              </p14:nvContentPartPr>
              <p14:xfrm>
                <a:off x="11387007" y="4156851"/>
                <a:ext cx="53640" cy="25704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B46D4D07-226E-6DF4-7FBE-58096E857976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11369367" y="4139211"/>
                  <a:ext cx="8928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46150C43-0D42-82FF-2353-EF07E3FC35EF}"/>
                    </a:ext>
                  </a:extLst>
                </p14:cNvPr>
                <p14:cNvContentPartPr/>
                <p14:nvPr/>
              </p14:nvContentPartPr>
              <p14:xfrm>
                <a:off x="11339847" y="4237491"/>
                <a:ext cx="158400" cy="6804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46150C43-0D42-82FF-2353-EF07E3FC35EF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11322207" y="4219491"/>
                  <a:ext cx="194040" cy="103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96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E011C069-D3B1-208B-3644-B0D3B0A1FE95}"/>
                  </a:ext>
                </a:extLst>
              </p14:cNvPr>
              <p14:cNvContentPartPr/>
              <p14:nvPr/>
            </p14:nvContentPartPr>
            <p14:xfrm>
              <a:off x="2932407" y="256251"/>
              <a:ext cx="143640" cy="201240"/>
            </p14:xfrm>
          </p:contentPart>
        </mc:Choice>
        <mc:Fallback xmlns=""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E011C069-D3B1-208B-3644-B0D3B0A1FE95}"/>
                  </a:ext>
                </a:extLst>
              </p:cNvPr>
              <p:cNvPicPr/>
              <p:nvPr/>
            </p:nvPicPr>
            <p:blipFill>
              <a:blip r:embed="rId297"/>
              <a:stretch>
                <a:fillRect/>
              </a:stretch>
            </p:blipFill>
            <p:spPr>
              <a:xfrm>
                <a:off x="2914767" y="238251"/>
                <a:ext cx="179280" cy="23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8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9D999A2F-C3D2-3EC6-5E24-745378F55356}"/>
                  </a:ext>
                </a:extLst>
              </p14:cNvPr>
              <p14:cNvContentPartPr/>
              <p14:nvPr/>
            </p14:nvContentPartPr>
            <p14:xfrm>
              <a:off x="3393207" y="3206091"/>
              <a:ext cx="198360" cy="178920"/>
            </p14:xfrm>
          </p:contentPart>
        </mc:Choice>
        <mc:Fallback xmlns=""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9D999A2F-C3D2-3EC6-5E24-745378F55356}"/>
                  </a:ext>
                </a:extLst>
              </p:cNvPr>
              <p:cNvPicPr/>
              <p:nvPr/>
            </p:nvPicPr>
            <p:blipFill>
              <a:blip r:embed="rId299"/>
              <a:stretch>
                <a:fillRect/>
              </a:stretch>
            </p:blipFill>
            <p:spPr>
              <a:xfrm>
                <a:off x="3375207" y="3188451"/>
                <a:ext cx="234000" cy="21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0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969C757B-ACC8-1E33-D94A-AE21C2433BB7}"/>
                  </a:ext>
                </a:extLst>
              </p14:cNvPr>
              <p14:cNvContentPartPr/>
              <p14:nvPr/>
            </p14:nvContentPartPr>
            <p14:xfrm>
              <a:off x="4824207" y="201891"/>
              <a:ext cx="115560" cy="127800"/>
            </p14:xfrm>
          </p:contentPart>
        </mc:Choice>
        <mc:Fallback xmlns=""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969C757B-ACC8-1E33-D94A-AE21C2433BB7}"/>
                  </a:ext>
                </a:extLst>
              </p:cNvPr>
              <p:cNvPicPr/>
              <p:nvPr/>
            </p:nvPicPr>
            <p:blipFill>
              <a:blip r:embed="rId301"/>
              <a:stretch>
                <a:fillRect/>
              </a:stretch>
            </p:blipFill>
            <p:spPr>
              <a:xfrm>
                <a:off x="4806207" y="183891"/>
                <a:ext cx="151200" cy="16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2">
            <p14:nvContentPartPr>
              <p14:cNvPr id="175" name="Ink 174">
                <a:extLst>
                  <a:ext uri="{FF2B5EF4-FFF2-40B4-BE49-F238E27FC236}">
                    <a16:creationId xmlns:a16="http://schemas.microsoft.com/office/drawing/2014/main" id="{C6E54658-10AE-34C0-4104-52FAE73DBA84}"/>
                  </a:ext>
                </a:extLst>
              </p14:cNvPr>
              <p14:cNvContentPartPr/>
              <p14:nvPr/>
            </p14:nvContentPartPr>
            <p14:xfrm>
              <a:off x="5277447" y="3049131"/>
              <a:ext cx="80280" cy="187560"/>
            </p14:xfrm>
          </p:contentPart>
        </mc:Choice>
        <mc:Fallback xmlns="">
          <p:pic>
            <p:nvPicPr>
              <p:cNvPr id="175" name="Ink 174">
                <a:extLst>
                  <a:ext uri="{FF2B5EF4-FFF2-40B4-BE49-F238E27FC236}">
                    <a16:creationId xmlns:a16="http://schemas.microsoft.com/office/drawing/2014/main" id="{C6E54658-10AE-34C0-4104-52FAE73DBA84}"/>
                  </a:ext>
                </a:extLst>
              </p:cNvPr>
              <p:cNvPicPr/>
              <p:nvPr/>
            </p:nvPicPr>
            <p:blipFill>
              <a:blip r:embed="rId303"/>
              <a:stretch>
                <a:fillRect/>
              </a:stretch>
            </p:blipFill>
            <p:spPr>
              <a:xfrm>
                <a:off x="5259807" y="3031131"/>
                <a:ext cx="115920" cy="22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4">
            <p14:nvContentPartPr>
              <p14:cNvPr id="176" name="Ink 175">
                <a:extLst>
                  <a:ext uri="{FF2B5EF4-FFF2-40B4-BE49-F238E27FC236}">
                    <a16:creationId xmlns:a16="http://schemas.microsoft.com/office/drawing/2014/main" id="{C2306D98-E3DA-1371-6A05-BD35790070EA}"/>
                  </a:ext>
                </a:extLst>
              </p14:cNvPr>
              <p14:cNvContentPartPr/>
              <p14:nvPr/>
            </p14:nvContentPartPr>
            <p14:xfrm>
              <a:off x="6306687" y="183891"/>
              <a:ext cx="135360" cy="190800"/>
            </p14:xfrm>
          </p:contentPart>
        </mc:Choice>
        <mc:Fallback xmlns="">
          <p:pic>
            <p:nvPicPr>
              <p:cNvPr id="176" name="Ink 175">
                <a:extLst>
                  <a:ext uri="{FF2B5EF4-FFF2-40B4-BE49-F238E27FC236}">
                    <a16:creationId xmlns:a16="http://schemas.microsoft.com/office/drawing/2014/main" id="{C2306D98-E3DA-1371-6A05-BD35790070EA}"/>
                  </a:ext>
                </a:extLst>
              </p:cNvPr>
              <p:cNvPicPr/>
              <p:nvPr/>
            </p:nvPicPr>
            <p:blipFill>
              <a:blip r:embed="rId305"/>
              <a:stretch>
                <a:fillRect/>
              </a:stretch>
            </p:blipFill>
            <p:spPr>
              <a:xfrm>
                <a:off x="6289047" y="166251"/>
                <a:ext cx="171000" cy="22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6">
            <p14:nvContentPartPr>
              <p14:cNvPr id="177" name="Ink 176">
                <a:extLst>
                  <a:ext uri="{FF2B5EF4-FFF2-40B4-BE49-F238E27FC236}">
                    <a16:creationId xmlns:a16="http://schemas.microsoft.com/office/drawing/2014/main" id="{9308FE88-3783-C932-DB22-4BC81B64C369}"/>
                  </a:ext>
                </a:extLst>
              </p14:cNvPr>
              <p14:cNvContentPartPr/>
              <p14:nvPr/>
            </p14:nvContentPartPr>
            <p14:xfrm>
              <a:off x="6844527" y="2929971"/>
              <a:ext cx="113040" cy="107280"/>
            </p14:xfrm>
          </p:contentPart>
        </mc:Choice>
        <mc:Fallback xmlns="">
          <p:pic>
            <p:nvPicPr>
              <p:cNvPr id="177" name="Ink 176">
                <a:extLst>
                  <a:ext uri="{FF2B5EF4-FFF2-40B4-BE49-F238E27FC236}">
                    <a16:creationId xmlns:a16="http://schemas.microsoft.com/office/drawing/2014/main" id="{9308FE88-3783-C932-DB22-4BC81B64C369}"/>
                  </a:ext>
                </a:extLst>
              </p:cNvPr>
              <p:cNvPicPr/>
              <p:nvPr/>
            </p:nvPicPr>
            <p:blipFill>
              <a:blip r:embed="rId307"/>
              <a:stretch>
                <a:fillRect/>
              </a:stretch>
            </p:blipFill>
            <p:spPr>
              <a:xfrm>
                <a:off x="6826527" y="2911971"/>
                <a:ext cx="148680" cy="14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8">
            <p14:nvContentPartPr>
              <p14:cNvPr id="178" name="Ink 177">
                <a:extLst>
                  <a:ext uri="{FF2B5EF4-FFF2-40B4-BE49-F238E27FC236}">
                    <a16:creationId xmlns:a16="http://schemas.microsoft.com/office/drawing/2014/main" id="{A3364DB8-A020-2103-0222-31FF71D14D02}"/>
                  </a:ext>
                </a:extLst>
              </p14:cNvPr>
              <p14:cNvContentPartPr/>
              <p14:nvPr/>
            </p14:nvContentPartPr>
            <p14:xfrm>
              <a:off x="8051967" y="211251"/>
              <a:ext cx="46440" cy="99720"/>
            </p14:xfrm>
          </p:contentPart>
        </mc:Choice>
        <mc:Fallback xmlns="">
          <p:pic>
            <p:nvPicPr>
              <p:cNvPr id="178" name="Ink 177">
                <a:extLst>
                  <a:ext uri="{FF2B5EF4-FFF2-40B4-BE49-F238E27FC236}">
                    <a16:creationId xmlns:a16="http://schemas.microsoft.com/office/drawing/2014/main" id="{A3364DB8-A020-2103-0222-31FF71D14D02}"/>
                  </a:ext>
                </a:extLst>
              </p:cNvPr>
              <p:cNvPicPr/>
              <p:nvPr/>
            </p:nvPicPr>
            <p:blipFill>
              <a:blip r:embed="rId309"/>
              <a:stretch>
                <a:fillRect/>
              </a:stretch>
            </p:blipFill>
            <p:spPr>
              <a:xfrm>
                <a:off x="8034327" y="193251"/>
                <a:ext cx="82080" cy="13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0">
            <p14:nvContentPartPr>
              <p14:cNvPr id="179" name="Ink 178">
                <a:extLst>
                  <a:ext uri="{FF2B5EF4-FFF2-40B4-BE49-F238E27FC236}">
                    <a16:creationId xmlns:a16="http://schemas.microsoft.com/office/drawing/2014/main" id="{43EE286E-EA7F-8ADD-F496-7956B2C3F98C}"/>
                  </a:ext>
                </a:extLst>
              </p14:cNvPr>
              <p14:cNvContentPartPr/>
              <p14:nvPr/>
            </p14:nvContentPartPr>
            <p14:xfrm>
              <a:off x="8336007" y="2784531"/>
              <a:ext cx="86040" cy="145440"/>
            </p14:xfrm>
          </p:contentPart>
        </mc:Choice>
        <mc:Fallback xmlns="">
          <p:pic>
            <p:nvPicPr>
              <p:cNvPr id="179" name="Ink 178">
                <a:extLst>
                  <a:ext uri="{FF2B5EF4-FFF2-40B4-BE49-F238E27FC236}">
                    <a16:creationId xmlns:a16="http://schemas.microsoft.com/office/drawing/2014/main" id="{43EE286E-EA7F-8ADD-F496-7956B2C3F98C}"/>
                  </a:ext>
                </a:extLst>
              </p:cNvPr>
              <p:cNvPicPr/>
              <p:nvPr/>
            </p:nvPicPr>
            <p:blipFill>
              <a:blip r:embed="rId311"/>
              <a:stretch>
                <a:fillRect/>
              </a:stretch>
            </p:blipFill>
            <p:spPr>
              <a:xfrm>
                <a:off x="8318007" y="2766531"/>
                <a:ext cx="121680" cy="18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2">
            <p14:nvContentPartPr>
              <p14:cNvPr id="180" name="Ink 179">
                <a:extLst>
                  <a:ext uri="{FF2B5EF4-FFF2-40B4-BE49-F238E27FC236}">
                    <a16:creationId xmlns:a16="http://schemas.microsoft.com/office/drawing/2014/main" id="{D33758E6-FB43-13E9-776B-ED6A6F2E4E26}"/>
                  </a:ext>
                </a:extLst>
              </p14:cNvPr>
              <p14:cNvContentPartPr/>
              <p14:nvPr/>
            </p14:nvContentPartPr>
            <p14:xfrm>
              <a:off x="9593487" y="89931"/>
              <a:ext cx="96480" cy="82440"/>
            </p14:xfrm>
          </p:contentPart>
        </mc:Choice>
        <mc:Fallback xmlns="">
          <p:pic>
            <p:nvPicPr>
              <p:cNvPr id="180" name="Ink 179">
                <a:extLst>
                  <a:ext uri="{FF2B5EF4-FFF2-40B4-BE49-F238E27FC236}">
                    <a16:creationId xmlns:a16="http://schemas.microsoft.com/office/drawing/2014/main" id="{D33758E6-FB43-13E9-776B-ED6A6F2E4E26}"/>
                  </a:ext>
                </a:extLst>
              </p:cNvPr>
              <p:cNvPicPr/>
              <p:nvPr/>
            </p:nvPicPr>
            <p:blipFill>
              <a:blip r:embed="rId313"/>
              <a:stretch>
                <a:fillRect/>
              </a:stretch>
            </p:blipFill>
            <p:spPr>
              <a:xfrm>
                <a:off x="9575847" y="72291"/>
                <a:ext cx="132120" cy="11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4">
            <p14:nvContentPartPr>
              <p14:cNvPr id="181" name="Ink 180">
                <a:extLst>
                  <a:ext uri="{FF2B5EF4-FFF2-40B4-BE49-F238E27FC236}">
                    <a16:creationId xmlns:a16="http://schemas.microsoft.com/office/drawing/2014/main" id="{AFCA2767-2F09-D18B-0B2F-7CFC400EDB42}"/>
                  </a:ext>
                </a:extLst>
              </p14:cNvPr>
              <p14:cNvContentPartPr/>
              <p14:nvPr/>
            </p14:nvContentPartPr>
            <p14:xfrm>
              <a:off x="9993087" y="2800731"/>
              <a:ext cx="98640" cy="126360"/>
            </p14:xfrm>
          </p:contentPart>
        </mc:Choice>
        <mc:Fallback xmlns="">
          <p:pic>
            <p:nvPicPr>
              <p:cNvPr id="181" name="Ink 180">
                <a:extLst>
                  <a:ext uri="{FF2B5EF4-FFF2-40B4-BE49-F238E27FC236}">
                    <a16:creationId xmlns:a16="http://schemas.microsoft.com/office/drawing/2014/main" id="{AFCA2767-2F09-D18B-0B2F-7CFC400EDB42}"/>
                  </a:ext>
                </a:extLst>
              </p:cNvPr>
              <p:cNvPicPr/>
              <p:nvPr/>
            </p:nvPicPr>
            <p:blipFill>
              <a:blip r:embed="rId315"/>
              <a:stretch>
                <a:fillRect/>
              </a:stretch>
            </p:blipFill>
            <p:spPr>
              <a:xfrm>
                <a:off x="9975447" y="2783091"/>
                <a:ext cx="134280" cy="162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94" name="Group 193">
            <a:extLst>
              <a:ext uri="{FF2B5EF4-FFF2-40B4-BE49-F238E27FC236}">
                <a16:creationId xmlns:a16="http://schemas.microsoft.com/office/drawing/2014/main" id="{62EA8D0A-E270-6E39-D914-CDB71D595AE4}"/>
              </a:ext>
            </a:extLst>
          </p:cNvPr>
          <p:cNvGrpSpPr/>
          <p:nvPr/>
        </p:nvGrpSpPr>
        <p:grpSpPr>
          <a:xfrm>
            <a:off x="2027367" y="81651"/>
            <a:ext cx="1290960" cy="312480"/>
            <a:chOff x="2027367" y="81651"/>
            <a:chExt cx="1290960" cy="312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FCCB45C5-742A-9A67-AB6C-40D23C299C8B}"/>
                    </a:ext>
                  </a:extLst>
                </p14:cNvPr>
                <p14:cNvContentPartPr/>
                <p14:nvPr/>
              </p14:nvContentPartPr>
              <p14:xfrm>
                <a:off x="2027367" y="112971"/>
                <a:ext cx="172080" cy="24300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FCCB45C5-742A-9A67-AB6C-40D23C299C8B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2009727" y="95331"/>
                  <a:ext cx="20772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50183118-36A9-A66D-A67C-A53D97ED0F6B}"/>
                    </a:ext>
                  </a:extLst>
                </p14:cNvPr>
                <p14:cNvContentPartPr/>
                <p14:nvPr/>
              </p14:nvContentPartPr>
              <p14:xfrm>
                <a:off x="2310687" y="224931"/>
                <a:ext cx="50040" cy="2592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50183118-36A9-A66D-A67C-A53D97ED0F6B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2293047" y="206931"/>
                  <a:ext cx="8568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CCA4C335-D165-65F9-1899-73BC3DD4747A}"/>
                    </a:ext>
                  </a:extLst>
                </p14:cNvPr>
                <p14:cNvContentPartPr/>
                <p14:nvPr/>
              </p14:nvContentPartPr>
              <p14:xfrm>
                <a:off x="2322927" y="319611"/>
                <a:ext cx="60840" cy="5148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CCA4C335-D165-65F9-1899-73BC3DD4747A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2304927" y="301971"/>
                  <a:ext cx="9648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69B9C2E3-55CA-2A63-87BB-F83272319C05}"/>
                    </a:ext>
                  </a:extLst>
                </p14:cNvPr>
                <p14:cNvContentPartPr/>
                <p14:nvPr/>
              </p14:nvContentPartPr>
              <p14:xfrm>
                <a:off x="2496807" y="81651"/>
                <a:ext cx="48600" cy="25272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69B9C2E3-55CA-2A63-87BB-F83272319C05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2478807" y="64011"/>
                  <a:ext cx="8424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F1106AE6-0FE0-3DD2-37FD-1F3721E5EA92}"/>
                    </a:ext>
                  </a:extLst>
                </p14:cNvPr>
                <p14:cNvContentPartPr/>
                <p14:nvPr/>
              </p14:nvContentPartPr>
              <p14:xfrm>
                <a:off x="2480247" y="110811"/>
                <a:ext cx="91080" cy="4464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F1106AE6-0FE0-3DD2-37FD-1F3721E5EA92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2462607" y="93171"/>
                  <a:ext cx="12672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EC892718-0D3F-90AB-E25B-0FDD0AAB351D}"/>
                    </a:ext>
                  </a:extLst>
                </p14:cNvPr>
                <p14:cNvContentPartPr/>
                <p14:nvPr/>
              </p14:nvContentPartPr>
              <p14:xfrm>
                <a:off x="2511567" y="337251"/>
                <a:ext cx="101880" cy="5688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EC892718-0D3F-90AB-E25B-0FDD0AAB351D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2493567" y="319251"/>
                  <a:ext cx="13752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0DEEC690-7CAF-E512-75A2-5B817D2ECCFF}"/>
                    </a:ext>
                  </a:extLst>
                </p14:cNvPr>
                <p14:cNvContentPartPr/>
                <p14:nvPr/>
              </p14:nvContentPartPr>
              <p14:xfrm>
                <a:off x="2673207" y="151851"/>
                <a:ext cx="50040" cy="14760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0DEEC690-7CAF-E512-75A2-5B817D2ECCFF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2655207" y="134211"/>
                  <a:ext cx="8568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8B616B30-EA6F-041E-FCDF-A4CB0378B065}"/>
                    </a:ext>
                  </a:extLst>
                </p14:cNvPr>
                <p14:cNvContentPartPr/>
                <p14:nvPr/>
              </p14:nvContentPartPr>
              <p14:xfrm>
                <a:off x="2681127" y="93891"/>
                <a:ext cx="122040" cy="14832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8B616B30-EA6F-041E-FCDF-A4CB0378B065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2663127" y="76251"/>
                  <a:ext cx="15768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253466F5-3DA8-CC03-DCD9-152AE435D483}"/>
                    </a:ext>
                  </a:extLst>
                </p14:cNvPr>
                <p14:cNvContentPartPr/>
                <p14:nvPr/>
              </p14:nvContentPartPr>
              <p14:xfrm>
                <a:off x="2909007" y="96771"/>
                <a:ext cx="26280" cy="10368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253466F5-3DA8-CC03-DCD9-152AE435D483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2891367" y="78771"/>
                  <a:ext cx="6192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817D5408-6E44-B058-23EE-89384E717F29}"/>
                    </a:ext>
                  </a:extLst>
                </p14:cNvPr>
                <p14:cNvContentPartPr/>
                <p14:nvPr/>
              </p14:nvContentPartPr>
              <p14:xfrm>
                <a:off x="2900727" y="137451"/>
                <a:ext cx="236160" cy="9936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817D5408-6E44-B058-23EE-89384E717F29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2883087" y="119451"/>
                  <a:ext cx="27180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A08554BE-4A2B-B225-76A2-597B7E6C2C6A}"/>
                    </a:ext>
                  </a:extLst>
                </p14:cNvPr>
                <p14:cNvContentPartPr/>
                <p14:nvPr/>
              </p14:nvContentPartPr>
              <p14:xfrm>
                <a:off x="3233007" y="114411"/>
                <a:ext cx="52200" cy="13212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A08554BE-4A2B-B225-76A2-597B7E6C2C6A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3215367" y="96771"/>
                  <a:ext cx="8784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F225573A-361F-B8AA-BC5F-2494CC1E214C}"/>
                    </a:ext>
                  </a:extLst>
                </p14:cNvPr>
                <p14:cNvContentPartPr/>
                <p14:nvPr/>
              </p14:nvContentPartPr>
              <p14:xfrm>
                <a:off x="3202767" y="181011"/>
                <a:ext cx="115560" cy="6552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F225573A-361F-B8AA-BC5F-2494CC1E214C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3184767" y="163371"/>
                  <a:ext cx="151200" cy="101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7" name="Group 206">
            <a:extLst>
              <a:ext uri="{FF2B5EF4-FFF2-40B4-BE49-F238E27FC236}">
                <a16:creationId xmlns:a16="http://schemas.microsoft.com/office/drawing/2014/main" id="{62D773EB-B970-4CB5-A774-CBB7821C3F36}"/>
              </a:ext>
            </a:extLst>
          </p:cNvPr>
          <p:cNvGrpSpPr/>
          <p:nvPr/>
        </p:nvGrpSpPr>
        <p:grpSpPr>
          <a:xfrm>
            <a:off x="4345767" y="404931"/>
            <a:ext cx="1373040" cy="277200"/>
            <a:chOff x="4345767" y="404931"/>
            <a:chExt cx="1373040" cy="277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64635B62-78BC-EA86-531E-71435BBCE739}"/>
                    </a:ext>
                  </a:extLst>
                </p14:cNvPr>
                <p14:cNvContentPartPr/>
                <p14:nvPr/>
              </p14:nvContentPartPr>
              <p14:xfrm>
                <a:off x="4345767" y="404931"/>
                <a:ext cx="240840" cy="24444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64635B62-78BC-EA86-531E-71435BBCE739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4327767" y="386931"/>
                  <a:ext cx="27648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7E7D1495-82B9-8AF4-01CB-EE874B00DC03}"/>
                    </a:ext>
                  </a:extLst>
                </p14:cNvPr>
                <p14:cNvContentPartPr/>
                <p14:nvPr/>
              </p14:nvContentPartPr>
              <p14:xfrm>
                <a:off x="4659327" y="516891"/>
                <a:ext cx="40320" cy="2988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7E7D1495-82B9-8AF4-01CB-EE874B00DC03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4641687" y="499251"/>
                  <a:ext cx="7596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3C7F94C4-0594-9825-E844-8F2738501F86}"/>
                    </a:ext>
                  </a:extLst>
                </p14:cNvPr>
                <p14:cNvContentPartPr/>
                <p14:nvPr/>
              </p14:nvContentPartPr>
              <p14:xfrm>
                <a:off x="4692807" y="557211"/>
                <a:ext cx="81360" cy="3780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3C7F94C4-0594-9825-E844-8F2738501F86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4675167" y="539211"/>
                  <a:ext cx="11700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991E6BDE-B1C3-8415-65DD-045552DAF53A}"/>
                    </a:ext>
                  </a:extLst>
                </p14:cNvPr>
                <p14:cNvContentPartPr/>
                <p14:nvPr/>
              </p14:nvContentPartPr>
              <p14:xfrm>
                <a:off x="4870647" y="455691"/>
                <a:ext cx="80280" cy="19944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991E6BDE-B1C3-8415-65DD-045552DAF53A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4853007" y="437691"/>
                  <a:ext cx="11592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628BB8E2-53E5-211F-43C3-D9FCCEA4EB78}"/>
                    </a:ext>
                  </a:extLst>
                </p14:cNvPr>
                <p14:cNvContentPartPr/>
                <p14:nvPr/>
              </p14:nvContentPartPr>
              <p14:xfrm>
                <a:off x="4837887" y="454611"/>
                <a:ext cx="127080" cy="5004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628BB8E2-53E5-211F-43C3-D9FCCEA4EB78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4819887" y="436971"/>
                  <a:ext cx="16272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FB35AC92-BE10-2921-3513-03B44AB53C6B}"/>
                    </a:ext>
                  </a:extLst>
                </p14:cNvPr>
                <p14:cNvContentPartPr/>
                <p14:nvPr/>
              </p14:nvContentPartPr>
              <p14:xfrm>
                <a:off x="4922487" y="574131"/>
                <a:ext cx="84600" cy="7344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FB35AC92-BE10-2921-3513-03B44AB53C6B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4904847" y="556131"/>
                  <a:ext cx="12024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B014849C-B00C-A6E4-CCD3-BE202D43C5B8}"/>
                    </a:ext>
                  </a:extLst>
                </p14:cNvPr>
                <p14:cNvContentPartPr/>
                <p14:nvPr/>
              </p14:nvContentPartPr>
              <p14:xfrm>
                <a:off x="5149647" y="493131"/>
                <a:ext cx="56880" cy="18900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B014849C-B00C-A6E4-CCD3-BE202D43C5B8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5132007" y="475491"/>
                  <a:ext cx="9252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1786EAC7-7E30-8F68-A2B1-F8152EF6C7C1}"/>
                    </a:ext>
                  </a:extLst>
                </p14:cNvPr>
                <p14:cNvContentPartPr/>
                <p14:nvPr/>
              </p14:nvContentPartPr>
              <p14:xfrm>
                <a:off x="5141007" y="410691"/>
                <a:ext cx="152280" cy="18792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1786EAC7-7E30-8F68-A2B1-F8152EF6C7C1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5123007" y="393051"/>
                  <a:ext cx="18792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64C1DC1C-12D5-F507-C07C-A91DFC7CA971}"/>
                    </a:ext>
                  </a:extLst>
                </p14:cNvPr>
                <p14:cNvContentPartPr/>
                <p14:nvPr/>
              </p14:nvContentPartPr>
              <p14:xfrm>
                <a:off x="5348727" y="481611"/>
                <a:ext cx="96120" cy="19224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64C1DC1C-12D5-F507-C07C-A91DFC7CA971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5330727" y="463971"/>
                  <a:ext cx="13176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B0EF78F5-6293-CC82-5865-DB1EE6F8486C}"/>
                    </a:ext>
                  </a:extLst>
                </p14:cNvPr>
                <p14:cNvContentPartPr/>
                <p14:nvPr/>
              </p14:nvContentPartPr>
              <p14:xfrm>
                <a:off x="5368887" y="538491"/>
                <a:ext cx="212400" cy="10620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B0EF78F5-6293-CC82-5865-DB1EE6F8486C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5350887" y="520851"/>
                  <a:ext cx="24804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C8A3E5A4-9B3D-24A2-219A-F7AF694E4D65}"/>
                    </a:ext>
                  </a:extLst>
                </p14:cNvPr>
                <p14:cNvContentPartPr/>
                <p14:nvPr/>
              </p14:nvContentPartPr>
              <p14:xfrm>
                <a:off x="5655447" y="478371"/>
                <a:ext cx="63360" cy="15264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C8A3E5A4-9B3D-24A2-219A-F7AF694E4D65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5637807" y="460371"/>
                  <a:ext cx="9900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79D5BFCF-592E-1F98-3D84-C2C90DC71C0E}"/>
                    </a:ext>
                  </a:extLst>
                </p14:cNvPr>
                <p14:cNvContentPartPr/>
                <p14:nvPr/>
              </p14:nvContentPartPr>
              <p14:xfrm>
                <a:off x="5643567" y="575211"/>
                <a:ext cx="52200" cy="5256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79D5BFCF-592E-1F98-3D84-C2C90DC71C0E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5625567" y="557211"/>
                  <a:ext cx="87840" cy="88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A76D8A46-1224-F9E6-B75F-DCC92532ECBD}"/>
              </a:ext>
            </a:extLst>
          </p:cNvPr>
          <p:cNvGrpSpPr/>
          <p:nvPr/>
        </p:nvGrpSpPr>
        <p:grpSpPr>
          <a:xfrm>
            <a:off x="6243687" y="440571"/>
            <a:ext cx="1485000" cy="348840"/>
            <a:chOff x="6243687" y="440571"/>
            <a:chExt cx="1485000" cy="348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377EF213-3B95-B329-456F-96D4C9FA4D44}"/>
                    </a:ext>
                  </a:extLst>
                </p14:cNvPr>
                <p14:cNvContentPartPr/>
                <p14:nvPr/>
              </p14:nvContentPartPr>
              <p14:xfrm>
                <a:off x="6243687" y="472971"/>
                <a:ext cx="273600" cy="20088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377EF213-3B95-B329-456F-96D4C9FA4D44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6225687" y="455331"/>
                  <a:ext cx="30924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7C7EAE50-D931-766B-65BB-CFA11CA2448D}"/>
                    </a:ext>
                  </a:extLst>
                </p14:cNvPr>
                <p14:cNvContentPartPr/>
                <p14:nvPr/>
              </p14:nvContentPartPr>
              <p14:xfrm>
                <a:off x="6606567" y="566211"/>
                <a:ext cx="82440" cy="4428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7C7EAE50-D931-766B-65BB-CFA11CA2448D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6588927" y="548211"/>
                  <a:ext cx="11808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E02ACF94-196A-35CB-7A32-2BD56B2AC61B}"/>
                    </a:ext>
                  </a:extLst>
                </p14:cNvPr>
                <p14:cNvContentPartPr/>
                <p14:nvPr/>
              </p14:nvContentPartPr>
              <p14:xfrm>
                <a:off x="6679647" y="615531"/>
                <a:ext cx="51120" cy="2088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E02ACF94-196A-35CB-7A32-2BD56B2AC61B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6661647" y="597891"/>
                  <a:ext cx="8676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2DBEDCEB-C78D-5605-2A53-42DB11620440}"/>
                    </a:ext>
                  </a:extLst>
                </p14:cNvPr>
                <p14:cNvContentPartPr/>
                <p14:nvPr/>
              </p14:nvContentPartPr>
              <p14:xfrm>
                <a:off x="6815007" y="455691"/>
                <a:ext cx="93240" cy="25128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2DBEDCEB-C78D-5605-2A53-42DB11620440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6797007" y="437691"/>
                  <a:ext cx="12888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140B76F6-535D-78AA-A465-0D3D27FB0432}"/>
                    </a:ext>
                  </a:extLst>
                </p14:cNvPr>
                <p14:cNvContentPartPr/>
                <p14:nvPr/>
              </p14:nvContentPartPr>
              <p14:xfrm>
                <a:off x="6831207" y="440571"/>
                <a:ext cx="122760" cy="4752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140B76F6-535D-78AA-A465-0D3D27FB0432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6813207" y="422571"/>
                  <a:ext cx="15840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8B3657FD-8831-6591-A434-94907A6381E2}"/>
                    </a:ext>
                  </a:extLst>
                </p14:cNvPr>
                <p14:cNvContentPartPr/>
                <p14:nvPr/>
              </p14:nvContentPartPr>
              <p14:xfrm>
                <a:off x="6894927" y="681771"/>
                <a:ext cx="67680" cy="5976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8B3657FD-8831-6591-A434-94907A6381E2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6877287" y="663771"/>
                  <a:ext cx="10332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58E86AD3-D86D-CCA0-F299-DDCC4FB593D7}"/>
                    </a:ext>
                  </a:extLst>
                </p14:cNvPr>
                <p14:cNvContentPartPr/>
                <p14:nvPr/>
              </p14:nvContentPartPr>
              <p14:xfrm>
                <a:off x="7065567" y="561171"/>
                <a:ext cx="78480" cy="22824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58E86AD3-D86D-CCA0-F299-DDCC4FB593D7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7047927" y="543531"/>
                  <a:ext cx="11412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66621145-50BB-42EC-B3D8-0C4CAF7724B9}"/>
                    </a:ext>
                  </a:extLst>
                </p14:cNvPr>
                <p14:cNvContentPartPr/>
                <p14:nvPr/>
              </p14:nvContentPartPr>
              <p14:xfrm>
                <a:off x="7081047" y="559011"/>
                <a:ext cx="140760" cy="14472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66621145-50BB-42EC-B3D8-0C4CAF7724B9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7063407" y="541371"/>
                  <a:ext cx="17640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14597AAA-D659-CDFB-0424-9D7459A654FF}"/>
                    </a:ext>
                  </a:extLst>
                </p14:cNvPr>
                <p14:cNvContentPartPr/>
                <p14:nvPr/>
              </p14:nvContentPartPr>
              <p14:xfrm>
                <a:off x="7327287" y="614451"/>
                <a:ext cx="59040" cy="17460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14597AAA-D659-CDFB-0424-9D7459A654FF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7309287" y="596811"/>
                  <a:ext cx="9468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05EAAE8D-03CB-AF33-FE90-4BF828A7F8F9}"/>
                    </a:ext>
                  </a:extLst>
                </p14:cNvPr>
                <p14:cNvContentPartPr/>
                <p14:nvPr/>
              </p14:nvContentPartPr>
              <p14:xfrm>
                <a:off x="7318647" y="714171"/>
                <a:ext cx="47880" cy="3096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05EAAE8D-03CB-AF33-FE90-4BF828A7F8F9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7301007" y="696171"/>
                  <a:ext cx="8352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2B05AF98-22C7-A70C-CD8C-A186009EFC3A}"/>
                    </a:ext>
                  </a:extLst>
                </p14:cNvPr>
                <p14:cNvContentPartPr/>
                <p14:nvPr/>
              </p14:nvContentPartPr>
              <p14:xfrm>
                <a:off x="7487847" y="647211"/>
                <a:ext cx="77040" cy="10944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2B05AF98-22C7-A70C-CD8C-A186009EFC3A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7469847" y="629571"/>
                  <a:ext cx="11268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FBA440C7-E8B1-F826-FCA0-350B24486BB6}"/>
                    </a:ext>
                  </a:extLst>
                </p14:cNvPr>
                <p14:cNvContentPartPr/>
                <p14:nvPr/>
              </p14:nvContentPartPr>
              <p14:xfrm>
                <a:off x="7648407" y="533451"/>
                <a:ext cx="64440" cy="15336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FBA440C7-E8B1-F826-FCA0-350B24486BB6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7630767" y="515451"/>
                  <a:ext cx="10008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4419D3B2-AA0C-3756-6C58-C0B0B70917D1}"/>
                    </a:ext>
                  </a:extLst>
                </p14:cNvPr>
                <p14:cNvContentPartPr/>
                <p14:nvPr/>
              </p14:nvContentPartPr>
              <p14:xfrm>
                <a:off x="7641567" y="547851"/>
                <a:ext cx="87120" cy="6588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4419D3B2-AA0C-3756-6C58-C0B0B70917D1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7623927" y="530211"/>
                  <a:ext cx="122760" cy="101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90">
            <p14:nvContentPartPr>
              <p14:cNvPr id="221" name="Ink 220">
                <a:extLst>
                  <a:ext uri="{FF2B5EF4-FFF2-40B4-BE49-F238E27FC236}">
                    <a16:creationId xmlns:a16="http://schemas.microsoft.com/office/drawing/2014/main" id="{4C518148-6AEB-D02B-E784-7AC5E0D4AB2F}"/>
                  </a:ext>
                </a:extLst>
              </p14:cNvPr>
              <p14:cNvContentPartPr/>
              <p14:nvPr/>
            </p14:nvContentPartPr>
            <p14:xfrm>
              <a:off x="8071407" y="205131"/>
              <a:ext cx="17640" cy="80280"/>
            </p14:xfrm>
          </p:contentPart>
        </mc:Choice>
        <mc:Fallback xmlns="">
          <p:pic>
            <p:nvPicPr>
              <p:cNvPr id="221" name="Ink 220">
                <a:extLst>
                  <a:ext uri="{FF2B5EF4-FFF2-40B4-BE49-F238E27FC236}">
                    <a16:creationId xmlns:a16="http://schemas.microsoft.com/office/drawing/2014/main" id="{4C518148-6AEB-D02B-E784-7AC5E0D4AB2F}"/>
                  </a:ext>
                </a:extLst>
              </p:cNvPr>
              <p:cNvPicPr/>
              <p:nvPr/>
            </p:nvPicPr>
            <p:blipFill>
              <a:blip r:embed="rId391"/>
              <a:stretch>
                <a:fillRect/>
              </a:stretch>
            </p:blipFill>
            <p:spPr>
              <a:xfrm>
                <a:off x="8053767" y="187131"/>
                <a:ext cx="53280" cy="115920"/>
              </a:xfrm>
              <a:prstGeom prst="rect">
                <a:avLst/>
              </a:prstGeom>
            </p:spPr>
          </p:pic>
        </mc:Fallback>
      </mc:AlternateContent>
      <p:grpSp>
        <p:nvGrpSpPr>
          <p:cNvPr id="235" name="Group 234">
            <a:extLst>
              <a:ext uri="{FF2B5EF4-FFF2-40B4-BE49-F238E27FC236}">
                <a16:creationId xmlns:a16="http://schemas.microsoft.com/office/drawing/2014/main" id="{861CEE11-383E-9A77-4568-1845A03B4B35}"/>
              </a:ext>
            </a:extLst>
          </p:cNvPr>
          <p:cNvGrpSpPr/>
          <p:nvPr/>
        </p:nvGrpSpPr>
        <p:grpSpPr>
          <a:xfrm>
            <a:off x="7996887" y="401691"/>
            <a:ext cx="1299960" cy="391680"/>
            <a:chOff x="7996887" y="401691"/>
            <a:chExt cx="1299960" cy="391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6332DDC2-4436-E67F-FDB5-5E515CD50FB8}"/>
                    </a:ext>
                  </a:extLst>
                </p14:cNvPr>
                <p14:cNvContentPartPr/>
                <p14:nvPr/>
              </p14:nvContentPartPr>
              <p14:xfrm>
                <a:off x="7996887" y="401691"/>
                <a:ext cx="162000" cy="27072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6332DDC2-4436-E67F-FDB5-5E515CD50FB8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7979247" y="384051"/>
                  <a:ext cx="19764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161FB93C-C7B7-4E32-3CA9-C6154714F03E}"/>
                    </a:ext>
                  </a:extLst>
                </p14:cNvPr>
                <p14:cNvContentPartPr/>
                <p14:nvPr/>
              </p14:nvContentPartPr>
              <p14:xfrm>
                <a:off x="8261847" y="539931"/>
                <a:ext cx="86400" cy="6336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161FB93C-C7B7-4E32-3CA9-C6154714F03E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8243847" y="522291"/>
                  <a:ext cx="12204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BB48ED11-0906-D458-8F1D-4151D47EC369}"/>
                    </a:ext>
                  </a:extLst>
                </p14:cNvPr>
                <p14:cNvContentPartPr/>
                <p14:nvPr/>
              </p14:nvContentPartPr>
              <p14:xfrm>
                <a:off x="8311887" y="616611"/>
                <a:ext cx="50760" cy="3420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BB48ED11-0906-D458-8F1D-4151D47EC369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8294247" y="598611"/>
                  <a:ext cx="8640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1035C67F-28F2-4025-9A1A-08C67535F465}"/>
                    </a:ext>
                  </a:extLst>
                </p14:cNvPr>
                <p14:cNvContentPartPr/>
                <p14:nvPr/>
              </p14:nvContentPartPr>
              <p14:xfrm>
                <a:off x="8469567" y="467931"/>
                <a:ext cx="67680" cy="18396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1035C67F-28F2-4025-9A1A-08C67535F465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8451567" y="449931"/>
                  <a:ext cx="10332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AC5B5D01-7F37-B11B-D4BB-CC4A88F74967}"/>
                    </a:ext>
                  </a:extLst>
                </p14:cNvPr>
                <p14:cNvContentPartPr/>
                <p14:nvPr/>
              </p14:nvContentPartPr>
              <p14:xfrm>
                <a:off x="8458407" y="479091"/>
                <a:ext cx="105840" cy="6768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AC5B5D01-7F37-B11B-D4BB-CC4A88F74967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8440767" y="461091"/>
                  <a:ext cx="14148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1D981917-9928-A5BC-6399-A5CCE14265F5}"/>
                    </a:ext>
                  </a:extLst>
                </p14:cNvPr>
                <p14:cNvContentPartPr/>
                <p14:nvPr/>
              </p14:nvContentPartPr>
              <p14:xfrm>
                <a:off x="8507727" y="628491"/>
                <a:ext cx="88920" cy="8028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1D981917-9928-A5BC-6399-A5CCE14265F5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8490087" y="610491"/>
                  <a:ext cx="12456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8B5AF64F-2F2D-81C0-0864-4C8FB618E371}"/>
                    </a:ext>
                  </a:extLst>
                </p14:cNvPr>
                <p14:cNvContentPartPr/>
                <p14:nvPr/>
              </p14:nvContentPartPr>
              <p14:xfrm>
                <a:off x="8724807" y="555411"/>
                <a:ext cx="45000" cy="19152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8B5AF64F-2F2D-81C0-0864-4C8FB618E371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8707167" y="537771"/>
                  <a:ext cx="8064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71A18F07-BED5-69CF-93BA-6F1EA07D0AAB}"/>
                    </a:ext>
                  </a:extLst>
                </p14:cNvPr>
                <p14:cNvContentPartPr/>
                <p14:nvPr/>
              </p14:nvContentPartPr>
              <p14:xfrm>
                <a:off x="8726607" y="535971"/>
                <a:ext cx="107280" cy="10152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71A18F07-BED5-69CF-93BA-6F1EA07D0AAB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8708967" y="518331"/>
                  <a:ext cx="14292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DF598489-D279-8324-D90F-9743FE0B0522}"/>
                    </a:ext>
                  </a:extLst>
                </p14:cNvPr>
                <p14:cNvContentPartPr/>
                <p14:nvPr/>
              </p14:nvContentPartPr>
              <p14:xfrm>
                <a:off x="8952687" y="633171"/>
                <a:ext cx="28800" cy="15084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DF598489-D279-8324-D90F-9743FE0B0522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8935047" y="615531"/>
                  <a:ext cx="6444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CC53CC44-0064-6BA2-F0F0-4CBCACCEFBB5}"/>
                    </a:ext>
                  </a:extLst>
                </p14:cNvPr>
                <p14:cNvContentPartPr/>
                <p14:nvPr/>
              </p14:nvContentPartPr>
              <p14:xfrm>
                <a:off x="8887527" y="670251"/>
                <a:ext cx="233640" cy="12312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CC53CC44-0064-6BA2-F0F0-4CBCACCEFBB5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8869887" y="652251"/>
                  <a:ext cx="26928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C9D56570-9E65-BA11-4AC3-EAADFE563961}"/>
                    </a:ext>
                  </a:extLst>
                </p14:cNvPr>
                <p14:cNvContentPartPr/>
                <p14:nvPr/>
              </p14:nvContentPartPr>
              <p14:xfrm>
                <a:off x="9208647" y="564411"/>
                <a:ext cx="28440" cy="13536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C9D56570-9E65-BA11-4AC3-EAADFE563961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9191007" y="546411"/>
                  <a:ext cx="6408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523FAFFA-4EC5-DF0B-D0D0-EDB7B3A80B79}"/>
                    </a:ext>
                  </a:extLst>
                </p14:cNvPr>
                <p14:cNvContentPartPr/>
                <p14:nvPr/>
              </p14:nvContentPartPr>
              <p14:xfrm>
                <a:off x="9191367" y="609771"/>
                <a:ext cx="105480" cy="9360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523FAFFA-4EC5-DF0B-D0D0-EDB7B3A80B79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9173727" y="592131"/>
                  <a:ext cx="141120" cy="129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16">
            <p14:nvContentPartPr>
              <p14:cNvPr id="234" name="Ink 233">
                <a:extLst>
                  <a:ext uri="{FF2B5EF4-FFF2-40B4-BE49-F238E27FC236}">
                    <a16:creationId xmlns:a16="http://schemas.microsoft.com/office/drawing/2014/main" id="{A4ECA749-4FAE-825B-20BC-64E6AC105074}"/>
                  </a:ext>
                </a:extLst>
              </p14:cNvPr>
              <p14:cNvContentPartPr/>
              <p14:nvPr/>
            </p14:nvContentPartPr>
            <p14:xfrm>
              <a:off x="9705087" y="138891"/>
              <a:ext cx="47880" cy="32400"/>
            </p14:xfrm>
          </p:contentPart>
        </mc:Choice>
        <mc:Fallback xmlns="">
          <p:pic>
            <p:nvPicPr>
              <p:cNvPr id="234" name="Ink 233">
                <a:extLst>
                  <a:ext uri="{FF2B5EF4-FFF2-40B4-BE49-F238E27FC236}">
                    <a16:creationId xmlns:a16="http://schemas.microsoft.com/office/drawing/2014/main" id="{A4ECA749-4FAE-825B-20BC-64E6AC105074}"/>
                  </a:ext>
                </a:extLst>
              </p:cNvPr>
              <p:cNvPicPr/>
              <p:nvPr/>
            </p:nvPicPr>
            <p:blipFill>
              <a:blip r:embed="rId417"/>
              <a:stretch>
                <a:fillRect/>
              </a:stretch>
            </p:blipFill>
            <p:spPr>
              <a:xfrm>
                <a:off x="9687087" y="120891"/>
                <a:ext cx="83520" cy="68040"/>
              </a:xfrm>
              <a:prstGeom prst="rect">
                <a:avLst/>
              </a:prstGeom>
            </p:spPr>
          </p:pic>
        </mc:Fallback>
      </mc:AlternateContent>
      <p:grpSp>
        <p:nvGrpSpPr>
          <p:cNvPr id="257" name="Group 256">
            <a:extLst>
              <a:ext uri="{FF2B5EF4-FFF2-40B4-BE49-F238E27FC236}">
                <a16:creationId xmlns:a16="http://schemas.microsoft.com/office/drawing/2014/main" id="{5F08B269-7409-6561-46EB-476FE008FEAC}"/>
              </a:ext>
            </a:extLst>
          </p:cNvPr>
          <p:cNvGrpSpPr/>
          <p:nvPr/>
        </p:nvGrpSpPr>
        <p:grpSpPr>
          <a:xfrm>
            <a:off x="9712287" y="320691"/>
            <a:ext cx="1387800" cy="448560"/>
            <a:chOff x="9712287" y="320691"/>
            <a:chExt cx="1387800" cy="448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02A39FAD-B8B9-458E-C3D3-CE0817232658}"/>
                    </a:ext>
                  </a:extLst>
                </p14:cNvPr>
                <p14:cNvContentPartPr/>
                <p14:nvPr/>
              </p14:nvContentPartPr>
              <p14:xfrm>
                <a:off x="9734607" y="430851"/>
                <a:ext cx="360" cy="36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02A39FAD-B8B9-458E-C3D3-CE0817232658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9716967" y="41321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F41138BA-E0B3-FA09-5C45-8087898C1854}"/>
                    </a:ext>
                  </a:extLst>
                </p14:cNvPr>
                <p14:cNvContentPartPr/>
                <p14:nvPr/>
              </p14:nvContentPartPr>
              <p14:xfrm>
                <a:off x="9727407" y="438771"/>
                <a:ext cx="720" cy="72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F41138BA-E0B3-FA09-5C45-8087898C1854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9709767" y="420771"/>
                  <a:ext cx="3636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AC9DD31A-5048-7FB4-AD3F-A2D7177D7B41}"/>
                    </a:ext>
                  </a:extLst>
                </p14:cNvPr>
                <p14:cNvContentPartPr/>
                <p14:nvPr/>
              </p14:nvContentPartPr>
              <p14:xfrm>
                <a:off x="9712287" y="320691"/>
                <a:ext cx="223920" cy="29016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AC9DD31A-5048-7FB4-AD3F-A2D7177D7B41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9694287" y="302691"/>
                  <a:ext cx="25956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4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19E773F2-138E-DE42-3B79-6AEC43E5DD6A}"/>
                    </a:ext>
                  </a:extLst>
                </p14:cNvPr>
                <p14:cNvContentPartPr/>
                <p14:nvPr/>
              </p14:nvContentPartPr>
              <p14:xfrm>
                <a:off x="10028367" y="485211"/>
                <a:ext cx="64800" cy="16164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19E773F2-138E-DE42-3B79-6AEC43E5DD6A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10010367" y="467571"/>
                  <a:ext cx="10044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6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2C3E4892-D8C3-90B5-300C-A6B77A85F3DC}"/>
                    </a:ext>
                  </a:extLst>
                </p14:cNvPr>
                <p14:cNvContentPartPr/>
                <p14:nvPr/>
              </p14:nvContentPartPr>
              <p14:xfrm>
                <a:off x="10009647" y="569811"/>
                <a:ext cx="42120" cy="5256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2C3E4892-D8C3-90B5-300C-A6B77A85F3DC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9992007" y="551811"/>
                  <a:ext cx="7776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8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367F03D3-DD9B-5EBF-C6A6-75985E56D078}"/>
                    </a:ext>
                  </a:extLst>
                </p14:cNvPr>
                <p14:cNvContentPartPr/>
                <p14:nvPr/>
              </p14:nvContentPartPr>
              <p14:xfrm>
                <a:off x="10168047" y="440211"/>
                <a:ext cx="77400" cy="4176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367F03D3-DD9B-5EBF-C6A6-75985E56D078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10150047" y="422211"/>
                  <a:ext cx="11304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0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F6F9627C-7BAB-0E1C-1BA6-D049710FBDCC}"/>
                    </a:ext>
                  </a:extLst>
                </p14:cNvPr>
                <p14:cNvContentPartPr/>
                <p14:nvPr/>
              </p14:nvContentPartPr>
              <p14:xfrm>
                <a:off x="10192527" y="511131"/>
                <a:ext cx="97920" cy="4500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F6F9627C-7BAB-0E1C-1BA6-D049710FBDCC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10174887" y="493131"/>
                  <a:ext cx="13356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2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FC187037-B71A-E10C-2B2C-AA90E36E4845}"/>
                    </a:ext>
                  </a:extLst>
                </p14:cNvPr>
                <p14:cNvContentPartPr/>
                <p14:nvPr/>
              </p14:nvContentPartPr>
              <p14:xfrm>
                <a:off x="10340847" y="358491"/>
                <a:ext cx="39240" cy="21420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FC187037-B71A-E10C-2B2C-AA90E36E4845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10323207" y="340851"/>
                  <a:ext cx="7488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983FD37D-43C8-0EF2-CF94-0D727603448A}"/>
                    </a:ext>
                  </a:extLst>
                </p14:cNvPr>
                <p14:cNvContentPartPr/>
                <p14:nvPr/>
              </p14:nvContentPartPr>
              <p14:xfrm>
                <a:off x="10310967" y="382251"/>
                <a:ext cx="65520" cy="8856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983FD37D-43C8-0EF2-CF94-0D727603448A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10293327" y="364251"/>
                  <a:ext cx="10116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37539CBB-0A1E-65A6-82F7-705D0A323FCB}"/>
                    </a:ext>
                  </a:extLst>
                </p14:cNvPr>
                <p14:cNvContentPartPr/>
                <p14:nvPr/>
              </p14:nvContentPartPr>
              <p14:xfrm>
                <a:off x="10359927" y="574131"/>
                <a:ext cx="96840" cy="5076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37539CBB-0A1E-65A6-82F7-705D0A323FCB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10341927" y="556131"/>
                  <a:ext cx="13248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8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B6F7E1DE-B087-74BD-4BFC-E815921BE295}"/>
                    </a:ext>
                  </a:extLst>
                </p14:cNvPr>
                <p14:cNvContentPartPr/>
                <p14:nvPr/>
              </p14:nvContentPartPr>
              <p14:xfrm>
                <a:off x="10535247" y="534171"/>
                <a:ext cx="37800" cy="10800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B6F7E1DE-B087-74BD-4BFC-E815921BE295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10517247" y="516171"/>
                  <a:ext cx="7344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0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71E92AA2-A067-1560-F017-7FFDAC7EFCFD}"/>
                    </a:ext>
                  </a:extLst>
                </p14:cNvPr>
                <p14:cNvContentPartPr/>
                <p14:nvPr/>
              </p14:nvContentPartPr>
              <p14:xfrm>
                <a:off x="10560447" y="492771"/>
                <a:ext cx="82800" cy="11880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71E92AA2-A067-1560-F017-7FFDAC7EFCFD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10542807" y="475131"/>
                  <a:ext cx="11844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2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7911CC1D-00C9-7DAD-F19F-2942773A0008}"/>
                    </a:ext>
                  </a:extLst>
                </p14:cNvPr>
                <p14:cNvContentPartPr/>
                <p14:nvPr/>
              </p14:nvContentPartPr>
              <p14:xfrm>
                <a:off x="10593207" y="623091"/>
                <a:ext cx="103320" cy="2808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7911CC1D-00C9-7DAD-F19F-2942773A0008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10575207" y="605451"/>
                  <a:ext cx="13896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4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DF7DB270-34C9-0D37-0164-DA76E5CEA6A4}"/>
                    </a:ext>
                  </a:extLst>
                </p14:cNvPr>
                <p14:cNvContentPartPr/>
                <p14:nvPr/>
              </p14:nvContentPartPr>
              <p14:xfrm>
                <a:off x="10763127" y="571971"/>
                <a:ext cx="27360" cy="14652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DF7DB270-34C9-0D37-0164-DA76E5CEA6A4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10745487" y="554331"/>
                  <a:ext cx="6300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6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0510E749-494E-EF26-BEC0-0A41D3401511}"/>
                    </a:ext>
                  </a:extLst>
                </p14:cNvPr>
                <p14:cNvContentPartPr/>
                <p14:nvPr/>
              </p14:nvContentPartPr>
              <p14:xfrm>
                <a:off x="10735767" y="655131"/>
                <a:ext cx="172800" cy="10800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0510E749-494E-EF26-BEC0-0A41D3401511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10718127" y="637131"/>
                  <a:ext cx="20844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0ECEB5CB-50DB-5AD7-1B4F-ABE37F82C4F3}"/>
                    </a:ext>
                  </a:extLst>
                </p14:cNvPr>
                <p14:cNvContentPartPr/>
                <p14:nvPr/>
              </p14:nvContentPartPr>
              <p14:xfrm>
                <a:off x="10980927" y="626691"/>
                <a:ext cx="41400" cy="14256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0ECEB5CB-50DB-5AD7-1B4F-ABE37F82C4F3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10962927" y="609051"/>
                  <a:ext cx="7704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0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5533A7B8-CCAB-0525-2505-B7A66A6F5F4F}"/>
                    </a:ext>
                  </a:extLst>
                </p14:cNvPr>
                <p14:cNvContentPartPr/>
                <p14:nvPr/>
              </p14:nvContentPartPr>
              <p14:xfrm>
                <a:off x="10989567" y="700131"/>
                <a:ext cx="110520" cy="4752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5533A7B8-CCAB-0525-2505-B7A66A6F5F4F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10971927" y="682491"/>
                  <a:ext cx="146160" cy="831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9484144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DFDC3-2CC0-293F-2A4F-4881A698C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512D9B-2C2B-46D1-3308-31F457ECFC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26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702DA5C7-937B-5C66-9EEF-A8177A147DF5}"/>
              </a:ext>
            </a:extLst>
          </p:cNvPr>
          <p:cNvGrpSpPr/>
          <p:nvPr/>
        </p:nvGrpSpPr>
        <p:grpSpPr>
          <a:xfrm>
            <a:off x="511659" y="131323"/>
            <a:ext cx="10184760" cy="3520440"/>
            <a:chOff x="1510366" y="1512651"/>
            <a:chExt cx="10184760" cy="352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39FE57D-AEE1-82F0-34FB-E8E3050EAF98}"/>
                    </a:ext>
                  </a:extLst>
                </p14:cNvPr>
                <p14:cNvContentPartPr/>
                <p14:nvPr/>
              </p14:nvContentPartPr>
              <p14:xfrm>
                <a:off x="1782886" y="1817211"/>
                <a:ext cx="142200" cy="11221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39FE57D-AEE1-82F0-34FB-E8E3050EAF9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764886" y="1799211"/>
                  <a:ext cx="177840" cy="11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491F3FF1-8E1B-BCB0-3F4C-04D8C55A768D}"/>
                    </a:ext>
                  </a:extLst>
                </p14:cNvPr>
                <p14:cNvContentPartPr/>
                <p14:nvPr/>
              </p14:nvContentPartPr>
              <p14:xfrm>
                <a:off x="1510366" y="2613171"/>
                <a:ext cx="821880" cy="9806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491F3FF1-8E1B-BCB0-3F4C-04D8C55A768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492366" y="2595164"/>
                  <a:ext cx="857520" cy="101629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A24C91E7-AE3C-BD31-BCB8-4D15D8F46940}"/>
                    </a:ext>
                  </a:extLst>
                </p14:cNvPr>
                <p14:cNvContentPartPr/>
                <p14:nvPr/>
              </p14:nvContentPartPr>
              <p14:xfrm>
                <a:off x="1895566" y="2889651"/>
                <a:ext cx="86040" cy="4496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A24C91E7-AE3C-BD31-BCB8-4D15D8F4694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877490" y="2871651"/>
                  <a:ext cx="121830" cy="48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AA1F909-19EC-08FD-D989-01602D37DDBE}"/>
                    </a:ext>
                  </a:extLst>
                </p14:cNvPr>
                <p14:cNvContentPartPr/>
                <p14:nvPr/>
              </p14:nvContentPartPr>
              <p14:xfrm>
                <a:off x="1781806" y="2852571"/>
                <a:ext cx="216360" cy="1807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AA1F909-19EC-08FD-D989-01602D37DDB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763806" y="2834571"/>
                  <a:ext cx="25200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AECF47C7-6614-F0CB-E49F-59FA44715F9E}"/>
                    </a:ext>
                  </a:extLst>
                </p14:cNvPr>
                <p14:cNvContentPartPr/>
                <p14:nvPr/>
              </p14:nvContentPartPr>
              <p14:xfrm>
                <a:off x="2029846" y="3395811"/>
                <a:ext cx="50760" cy="7808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AECF47C7-6614-F0CB-E49F-59FA44715F9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011717" y="3377819"/>
                  <a:ext cx="86655" cy="81646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AE753C3-FD35-E060-F411-025B5F3ABD91}"/>
                    </a:ext>
                  </a:extLst>
                </p14:cNvPr>
                <p14:cNvContentPartPr/>
                <p14:nvPr/>
              </p14:nvContentPartPr>
              <p14:xfrm>
                <a:off x="1697206" y="1747731"/>
                <a:ext cx="2314440" cy="1123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AE753C3-FD35-E060-F411-025B5F3ABD9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679206" y="1729731"/>
                  <a:ext cx="235008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8F933F5A-71CC-5615-E64B-1DE049B615F0}"/>
                    </a:ext>
                  </a:extLst>
                </p14:cNvPr>
                <p14:cNvContentPartPr/>
                <p14:nvPr/>
              </p14:nvContentPartPr>
              <p14:xfrm>
                <a:off x="4049446" y="1710651"/>
                <a:ext cx="79200" cy="7563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8F933F5A-71CC-5615-E64B-1DE049B615F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031364" y="1692651"/>
                  <a:ext cx="115003" cy="79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91BCC5A-8CEC-37BD-DF1D-620A14EA969E}"/>
                    </a:ext>
                  </a:extLst>
                </p14:cNvPr>
                <p14:cNvContentPartPr/>
                <p14:nvPr/>
              </p14:nvContentPartPr>
              <p14:xfrm>
                <a:off x="4052326" y="2454771"/>
                <a:ext cx="280440" cy="12819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91BCC5A-8CEC-37BD-DF1D-620A14EA969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034326" y="2436771"/>
                  <a:ext cx="316080" cy="131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A2F3CF8-5AC4-0FFD-BBB9-6F927611EE72}"/>
                    </a:ext>
                  </a:extLst>
                </p14:cNvPr>
                <p14:cNvContentPartPr/>
                <p14:nvPr/>
              </p14:nvContentPartPr>
              <p14:xfrm>
                <a:off x="4072486" y="1609491"/>
                <a:ext cx="1910880" cy="8640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A2F3CF8-5AC4-0FFD-BBB9-6F927611EE7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054486" y="1591491"/>
                  <a:ext cx="1946520" cy="89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75C93FF3-D70B-E208-1E50-EE110C018DDC}"/>
                    </a:ext>
                  </a:extLst>
                </p14:cNvPr>
                <p14:cNvContentPartPr/>
                <p14:nvPr/>
              </p14:nvContentPartPr>
              <p14:xfrm>
                <a:off x="5887606" y="2491491"/>
                <a:ext cx="146160" cy="3790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75C93FF3-D70B-E208-1E50-EE110C018DD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869650" y="2473491"/>
                  <a:ext cx="181712" cy="41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F71F88F-6AF3-26B9-1F6D-64A2F9A71A51}"/>
                    </a:ext>
                  </a:extLst>
                </p14:cNvPr>
                <p14:cNvContentPartPr/>
                <p14:nvPr/>
              </p14:nvContentPartPr>
              <p14:xfrm>
                <a:off x="6044566" y="2876331"/>
                <a:ext cx="50760" cy="9630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F71F88F-6AF3-26B9-1F6D-64A2F9A71A5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026566" y="2858331"/>
                  <a:ext cx="86400" cy="9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89827E1-DD87-6332-5096-7D691EC1EEB1}"/>
                    </a:ext>
                  </a:extLst>
                </p14:cNvPr>
                <p14:cNvContentPartPr/>
                <p14:nvPr/>
              </p14:nvContentPartPr>
              <p14:xfrm>
                <a:off x="5964286" y="1588971"/>
                <a:ext cx="1631520" cy="8661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89827E1-DD87-6332-5096-7D691EC1EEB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946282" y="1570964"/>
                  <a:ext cx="1667168" cy="90181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37C3270-0FF6-7DDF-751D-78ACE8F96450}"/>
                    </a:ext>
                  </a:extLst>
                </p14:cNvPr>
                <p14:cNvContentPartPr/>
                <p14:nvPr/>
              </p14:nvContentPartPr>
              <p14:xfrm>
                <a:off x="7527046" y="2473491"/>
                <a:ext cx="291240" cy="15444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37C3270-0FF6-7DDF-751D-78ACE8F96450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509068" y="2455491"/>
                  <a:ext cx="326836" cy="158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EA7D72B-D72E-9A32-44F8-172FBA930F2B}"/>
                    </a:ext>
                  </a:extLst>
                </p14:cNvPr>
                <p14:cNvContentPartPr/>
                <p14:nvPr/>
              </p14:nvContentPartPr>
              <p14:xfrm>
                <a:off x="7415446" y="1597251"/>
                <a:ext cx="1857600" cy="10188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EA7D72B-D72E-9A32-44F8-172FBA930F2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397449" y="1579245"/>
                  <a:ext cx="1893233" cy="105445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C20AC8C-70FA-9F85-82AF-5117339B6955}"/>
                    </a:ext>
                  </a:extLst>
                </p14:cNvPr>
                <p14:cNvContentPartPr/>
                <p14:nvPr/>
              </p14:nvContentPartPr>
              <p14:xfrm>
                <a:off x="9197086" y="2611731"/>
                <a:ext cx="240480" cy="15829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C20AC8C-70FA-9F85-82AF-5117339B6955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179086" y="2593735"/>
                  <a:ext cx="276120" cy="161855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09B27DE-E111-4951-2B8D-E7610BF5369E}"/>
                    </a:ext>
                  </a:extLst>
                </p14:cNvPr>
                <p14:cNvContentPartPr/>
                <p14:nvPr/>
              </p14:nvContentPartPr>
              <p14:xfrm>
                <a:off x="9057046" y="1512651"/>
                <a:ext cx="1826280" cy="12909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09B27DE-E111-4951-2B8D-E7610BF5369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039046" y="1494651"/>
                  <a:ext cx="1861920" cy="132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9CA06461-8094-EADE-0359-C5A09239EBF7}"/>
                    </a:ext>
                  </a:extLst>
                </p14:cNvPr>
                <p14:cNvContentPartPr/>
                <p14:nvPr/>
              </p14:nvContentPartPr>
              <p14:xfrm>
                <a:off x="10812046" y="2766531"/>
                <a:ext cx="125640" cy="3808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9CA06461-8094-EADE-0359-C5A09239EBF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0794046" y="2748531"/>
                  <a:ext cx="161280" cy="41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32CAA15-4962-9BE7-475E-C795FAEF344C}"/>
                    </a:ext>
                  </a:extLst>
                </p14:cNvPr>
                <p14:cNvContentPartPr/>
                <p14:nvPr/>
              </p14:nvContentPartPr>
              <p14:xfrm>
                <a:off x="10963966" y="3199971"/>
                <a:ext cx="169920" cy="12146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32CAA15-4962-9BE7-475E-C795FAEF344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946004" y="3181976"/>
                  <a:ext cx="205485" cy="125026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4117320-D9D5-7EE3-7411-7244FE8E2A53}"/>
                    </a:ext>
                  </a:extLst>
                </p14:cNvPr>
                <p14:cNvContentPartPr/>
                <p14:nvPr/>
              </p14:nvContentPartPr>
              <p14:xfrm>
                <a:off x="1783966" y="4306251"/>
                <a:ext cx="9354240" cy="5806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4117320-D9D5-7EE3-7411-7244FE8E2A5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765966" y="4288262"/>
                  <a:ext cx="9389880" cy="61629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6DFECFF-0CFA-67DB-9A79-C6DCAF19FB56}"/>
                    </a:ext>
                  </a:extLst>
                </p14:cNvPr>
                <p14:cNvContentPartPr/>
                <p14:nvPr/>
              </p14:nvContentPartPr>
              <p14:xfrm>
                <a:off x="4379206" y="3613251"/>
                <a:ext cx="198000" cy="11988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6DFECFF-0CFA-67DB-9A79-C6DCAF19FB5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361206" y="3595251"/>
                  <a:ext cx="233640" cy="123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E05B24A-F33A-7C77-31E8-084FAAF6BE21}"/>
                    </a:ext>
                  </a:extLst>
                </p14:cNvPr>
                <p14:cNvContentPartPr/>
                <p14:nvPr/>
              </p14:nvContentPartPr>
              <p14:xfrm>
                <a:off x="6147166" y="3802971"/>
                <a:ext cx="222480" cy="7596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E05B24A-F33A-7C77-31E8-084FAAF6BE2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129166" y="3784971"/>
                  <a:ext cx="258120" cy="79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FF274A3-E314-C533-9036-995F5E8957AD}"/>
                    </a:ext>
                  </a:extLst>
                </p14:cNvPr>
                <p14:cNvContentPartPr/>
                <p14:nvPr/>
              </p14:nvContentPartPr>
              <p14:xfrm>
                <a:off x="7730446" y="3966051"/>
                <a:ext cx="170640" cy="5432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FF274A3-E314-C533-9036-995F5E8957A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712446" y="3948039"/>
                  <a:ext cx="206280" cy="57890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A43CCCEA-3BD3-C407-87B5-C2D9616E9D51}"/>
                    </a:ext>
                  </a:extLst>
                </p14:cNvPr>
                <p14:cNvContentPartPr/>
                <p14:nvPr/>
              </p14:nvContentPartPr>
              <p14:xfrm>
                <a:off x="9304726" y="4103571"/>
                <a:ext cx="19800" cy="43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A43CCCEA-3BD3-C407-87B5-C2D9616E9D5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286726" y="4086956"/>
                  <a:ext cx="55440" cy="3721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45EF0362-80D2-5B6F-163B-1E24B7F40030}"/>
                    </a:ext>
                  </a:extLst>
                </p14:cNvPr>
                <p14:cNvContentPartPr/>
                <p14:nvPr/>
              </p14:nvContentPartPr>
              <p14:xfrm>
                <a:off x="2027686" y="4137771"/>
                <a:ext cx="144720" cy="8953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45EF0362-80D2-5B6F-163B-1E24B7F40030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009686" y="4119771"/>
                  <a:ext cx="180360" cy="9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DDD3A4ED-2C28-31F1-E577-B32DD0083F2A}"/>
                    </a:ext>
                  </a:extLst>
                </p14:cNvPr>
                <p14:cNvContentPartPr/>
                <p14:nvPr/>
              </p14:nvContentPartPr>
              <p14:xfrm>
                <a:off x="4476766" y="2527491"/>
                <a:ext cx="167400" cy="3099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DDD3A4ED-2C28-31F1-E577-B32DD0083F2A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458766" y="2509491"/>
                  <a:ext cx="203040" cy="34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980BB6F8-18B1-B903-5ECD-28059E1ECFD5}"/>
                    </a:ext>
                  </a:extLst>
                </p14:cNvPr>
                <p14:cNvContentPartPr/>
                <p14:nvPr/>
              </p14:nvContentPartPr>
              <p14:xfrm>
                <a:off x="4480726" y="2509851"/>
                <a:ext cx="187920" cy="1796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80BB6F8-18B1-B903-5ECD-28059E1ECFD5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462760" y="2491851"/>
                  <a:ext cx="223492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21C2552-28B8-19F8-0423-8B976DE01502}"/>
                    </a:ext>
                  </a:extLst>
                </p14:cNvPr>
                <p14:cNvContentPartPr/>
                <p14:nvPr/>
              </p14:nvContentPartPr>
              <p14:xfrm>
                <a:off x="4742806" y="2589411"/>
                <a:ext cx="134640" cy="1332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21C2552-28B8-19F8-0423-8B976DE0150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724806" y="2571411"/>
                  <a:ext cx="17028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2BD118F-C6D8-D347-6F07-01E957BC136C}"/>
                    </a:ext>
                  </a:extLst>
                </p14:cNvPr>
                <p14:cNvContentPartPr/>
                <p14:nvPr/>
              </p14:nvContentPartPr>
              <p14:xfrm>
                <a:off x="6247606" y="2635491"/>
                <a:ext cx="118800" cy="2203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2BD118F-C6D8-D347-6F07-01E957BC136C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229606" y="2617491"/>
                  <a:ext cx="15444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6302FE7-2EE0-9416-6E83-3025368DE744}"/>
                    </a:ext>
                  </a:extLst>
                </p14:cNvPr>
                <p14:cNvContentPartPr/>
                <p14:nvPr/>
              </p14:nvContentPartPr>
              <p14:xfrm>
                <a:off x="6269566" y="2565291"/>
                <a:ext cx="194400" cy="1663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6302FE7-2EE0-9416-6E83-3025368DE74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251533" y="2547330"/>
                  <a:ext cx="230106" cy="20188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4FBB1E5-049A-877A-C41D-D66EEBFF4CD8}"/>
                    </a:ext>
                  </a:extLst>
                </p14:cNvPr>
                <p14:cNvContentPartPr/>
                <p14:nvPr/>
              </p14:nvContentPartPr>
              <p14:xfrm>
                <a:off x="6596086" y="2683371"/>
                <a:ext cx="136080" cy="1112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4FBB1E5-049A-877A-C41D-D66EEBFF4CD8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578086" y="2665313"/>
                  <a:ext cx="171720" cy="14699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FA4B174B-345E-3C2A-1782-A8B920A121BC}"/>
                    </a:ext>
                  </a:extLst>
                </p14:cNvPr>
                <p14:cNvContentPartPr/>
                <p14:nvPr/>
              </p14:nvContentPartPr>
              <p14:xfrm>
                <a:off x="7892806" y="2644491"/>
                <a:ext cx="101520" cy="2466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FA4B174B-345E-3C2A-1782-A8B920A121BC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874742" y="2626491"/>
                  <a:ext cx="137287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6BE65DA-D002-3512-8067-213831E2BB94}"/>
                    </a:ext>
                  </a:extLst>
                </p14:cNvPr>
                <p14:cNvContentPartPr/>
                <p14:nvPr/>
              </p14:nvContentPartPr>
              <p14:xfrm>
                <a:off x="7939966" y="2599131"/>
                <a:ext cx="175320" cy="1587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6BE65DA-D002-3512-8067-213831E2BB9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921966" y="2581131"/>
                  <a:ext cx="21096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0C8EC269-69C6-6254-6996-491632ADB5F9}"/>
                    </a:ext>
                  </a:extLst>
                </p14:cNvPr>
                <p14:cNvContentPartPr/>
                <p14:nvPr/>
              </p14:nvContentPartPr>
              <p14:xfrm>
                <a:off x="8306086" y="2784891"/>
                <a:ext cx="84240" cy="2444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0C8EC269-69C6-6254-6996-491632ADB5F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288086" y="2766891"/>
                  <a:ext cx="11988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22B3E217-107C-D8EF-6349-C3FA01FD6177}"/>
                    </a:ext>
                  </a:extLst>
                </p14:cNvPr>
                <p14:cNvContentPartPr/>
                <p14:nvPr/>
              </p14:nvContentPartPr>
              <p14:xfrm>
                <a:off x="9576166" y="2671851"/>
                <a:ext cx="81720" cy="2163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22B3E217-107C-D8EF-6349-C3FA01FD6177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558245" y="2653851"/>
                  <a:ext cx="117204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F6482C9E-B2B4-83E0-6F3E-C09B2DDD8E8C}"/>
                    </a:ext>
                  </a:extLst>
                </p14:cNvPr>
                <p14:cNvContentPartPr/>
                <p14:nvPr/>
              </p14:nvContentPartPr>
              <p14:xfrm>
                <a:off x="9584806" y="2574291"/>
                <a:ext cx="216360" cy="1962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F6482C9E-B2B4-83E0-6F3E-C09B2DDD8E8C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566776" y="2556291"/>
                  <a:ext cx="252059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4B53D5A0-3126-A1A4-FE11-CF728770F757}"/>
                    </a:ext>
                  </a:extLst>
                </p14:cNvPr>
                <p14:cNvContentPartPr/>
                <p14:nvPr/>
              </p14:nvContentPartPr>
              <p14:xfrm>
                <a:off x="9963166" y="2678691"/>
                <a:ext cx="208080" cy="2772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4B53D5A0-3126-A1A4-FE11-CF728770F757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945197" y="2660691"/>
                  <a:ext cx="243658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95F95ECD-58E8-CA71-4B01-0FE2FB4C1C4D}"/>
                    </a:ext>
                  </a:extLst>
                </p14:cNvPr>
                <p14:cNvContentPartPr/>
                <p14:nvPr/>
              </p14:nvContentPartPr>
              <p14:xfrm>
                <a:off x="11210566" y="2750331"/>
                <a:ext cx="82080" cy="2466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95F95ECD-58E8-CA71-4B01-0FE2FB4C1C4D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1192566" y="2732331"/>
                  <a:ext cx="11772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36BB55A5-7ECD-B53F-5EED-EF8A7FD45C4E}"/>
                    </a:ext>
                  </a:extLst>
                </p14:cNvPr>
                <p14:cNvContentPartPr/>
                <p14:nvPr/>
              </p14:nvContentPartPr>
              <p14:xfrm>
                <a:off x="11267446" y="2737731"/>
                <a:ext cx="136080" cy="1936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36BB55A5-7ECD-B53F-5EED-EF8A7FD45C4E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1249446" y="2719731"/>
                  <a:ext cx="17172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000248A7-0F88-ADD6-2B93-87ACC572E3C2}"/>
                    </a:ext>
                  </a:extLst>
                </p14:cNvPr>
                <p14:cNvContentPartPr/>
                <p14:nvPr/>
              </p14:nvContentPartPr>
              <p14:xfrm>
                <a:off x="11535646" y="2807211"/>
                <a:ext cx="159480" cy="612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000248A7-0F88-ADD6-2B93-87ACC572E3C2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1517605" y="2789211"/>
                  <a:ext cx="195201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543C72F0-BEED-764D-B896-041EDB7879FC}"/>
                    </a:ext>
                  </a:extLst>
                </p14:cNvPr>
                <p14:cNvContentPartPr/>
                <p14:nvPr/>
              </p14:nvContentPartPr>
              <p14:xfrm>
                <a:off x="11566966" y="2833851"/>
                <a:ext cx="51840" cy="1944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543C72F0-BEED-764D-B896-041EDB7879FC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1548966" y="2815851"/>
                  <a:ext cx="87480" cy="23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05B30C4F-0ECA-184F-7898-BDD1E69F0C93}"/>
              </a:ext>
            </a:extLst>
          </p:cNvPr>
          <p:cNvGrpSpPr/>
          <p:nvPr/>
        </p:nvGrpSpPr>
        <p:grpSpPr>
          <a:xfrm>
            <a:off x="2443167" y="1290171"/>
            <a:ext cx="324720" cy="483840"/>
            <a:chOff x="2443167" y="1290171"/>
            <a:chExt cx="324720" cy="483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076E1A3D-B53E-C155-1271-1B9C286D48E1}"/>
                    </a:ext>
                  </a:extLst>
                </p14:cNvPr>
                <p14:cNvContentPartPr/>
                <p14:nvPr/>
              </p14:nvContentPartPr>
              <p14:xfrm>
                <a:off x="2535687" y="1307091"/>
                <a:ext cx="57600" cy="3301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076E1A3D-B53E-C155-1271-1B9C286D48E1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517687" y="1289091"/>
                  <a:ext cx="93240" cy="36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C2AF584-586A-8361-50C8-677931B42C7A}"/>
                    </a:ext>
                  </a:extLst>
                </p14:cNvPr>
                <p14:cNvContentPartPr/>
                <p14:nvPr/>
              </p14:nvContentPartPr>
              <p14:xfrm>
                <a:off x="2443167" y="1290171"/>
                <a:ext cx="113760" cy="522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C2AF584-586A-8361-50C8-677931B42C7A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425110" y="1272171"/>
                  <a:ext cx="149513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32EC0EEA-7AF8-05F1-9BF9-41A281314866}"/>
                    </a:ext>
                  </a:extLst>
                </p14:cNvPr>
                <p14:cNvContentPartPr/>
                <p14:nvPr/>
              </p14:nvContentPartPr>
              <p14:xfrm>
                <a:off x="2501487" y="1639731"/>
                <a:ext cx="140040" cy="666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32EC0EEA-7AF8-05F1-9BF9-41A281314866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483487" y="1621731"/>
                  <a:ext cx="17568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B2D583CC-BEA0-2665-7941-02BCCA7BE42D}"/>
                    </a:ext>
                  </a:extLst>
                </p14:cNvPr>
                <p14:cNvContentPartPr/>
                <p14:nvPr/>
              </p14:nvContentPartPr>
              <p14:xfrm>
                <a:off x="2753487" y="1573851"/>
                <a:ext cx="14400" cy="2001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B2D583CC-BEA0-2665-7941-02BCCA7BE42D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735487" y="1555819"/>
                  <a:ext cx="50040" cy="235864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4B18D35B-A3F5-10E3-054C-DF1F3D881479}"/>
              </a:ext>
            </a:extLst>
          </p:cNvPr>
          <p:cNvGrpSpPr/>
          <p:nvPr/>
        </p:nvGrpSpPr>
        <p:grpSpPr>
          <a:xfrm>
            <a:off x="4385367" y="1232931"/>
            <a:ext cx="361800" cy="525600"/>
            <a:chOff x="4385367" y="1232931"/>
            <a:chExt cx="361800" cy="525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B962F2A2-1DD3-061B-972B-27CAA3880CBB}"/>
                    </a:ext>
                  </a:extLst>
                </p14:cNvPr>
                <p14:cNvContentPartPr/>
                <p14:nvPr/>
              </p14:nvContentPartPr>
              <p14:xfrm>
                <a:off x="4476447" y="1232931"/>
                <a:ext cx="32760" cy="4377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B962F2A2-1DD3-061B-972B-27CAA3880CB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458447" y="1214931"/>
                  <a:ext cx="68400" cy="47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6AB33EFB-9D87-AC16-DE9B-24C2206ACBD1}"/>
                    </a:ext>
                  </a:extLst>
                </p14:cNvPr>
                <p14:cNvContentPartPr/>
                <p14:nvPr/>
              </p14:nvContentPartPr>
              <p14:xfrm>
                <a:off x="4385367" y="1313211"/>
                <a:ext cx="147960" cy="622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6AB33EFB-9D87-AC16-DE9B-24C2206ACBD1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367367" y="1295106"/>
                  <a:ext cx="183600" cy="9812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98DE0BD4-1025-4578-2454-EC998A334E95}"/>
                    </a:ext>
                  </a:extLst>
                </p14:cNvPr>
                <p14:cNvContentPartPr/>
                <p14:nvPr/>
              </p14:nvContentPartPr>
              <p14:xfrm>
                <a:off x="4444407" y="1707411"/>
                <a:ext cx="71640" cy="511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98DE0BD4-1025-4578-2454-EC998A334E95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426407" y="1689411"/>
                  <a:ext cx="10728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868CDAF8-442D-113C-3B23-CE38B5C8D06F}"/>
                    </a:ext>
                  </a:extLst>
                </p14:cNvPr>
                <p14:cNvContentPartPr/>
                <p14:nvPr/>
              </p14:nvContentPartPr>
              <p14:xfrm>
                <a:off x="4648887" y="1636491"/>
                <a:ext cx="98280" cy="1098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868CDAF8-442D-113C-3B23-CE38B5C8D06F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630887" y="1618491"/>
                  <a:ext cx="133920" cy="14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9B0562DF-8F97-28A9-CA22-02E61F5D0E30}"/>
              </a:ext>
            </a:extLst>
          </p:cNvPr>
          <p:cNvGrpSpPr/>
          <p:nvPr/>
        </p:nvGrpSpPr>
        <p:grpSpPr>
          <a:xfrm>
            <a:off x="6124887" y="1171371"/>
            <a:ext cx="386280" cy="656280"/>
            <a:chOff x="6124887" y="1171371"/>
            <a:chExt cx="386280" cy="656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61BB511F-C1BE-5ADA-AB51-9C4C8C2D6D93}"/>
                    </a:ext>
                  </a:extLst>
                </p14:cNvPr>
                <p14:cNvContentPartPr/>
                <p14:nvPr/>
              </p14:nvContentPartPr>
              <p14:xfrm>
                <a:off x="6141447" y="1171371"/>
                <a:ext cx="99000" cy="4143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61BB511F-C1BE-5ADA-AB51-9C4C8C2D6D93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123381" y="1153371"/>
                  <a:ext cx="134770" cy="45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EF7075AA-33F5-1C85-7D51-6F4B4C582BF2}"/>
                    </a:ext>
                  </a:extLst>
                </p14:cNvPr>
                <p14:cNvContentPartPr/>
                <p14:nvPr/>
              </p14:nvContentPartPr>
              <p14:xfrm>
                <a:off x="6124887" y="1184331"/>
                <a:ext cx="126360" cy="720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EF7075AA-33F5-1C85-7D51-6F4B4C582BF2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106887" y="1166331"/>
                  <a:ext cx="16200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93952E9E-AB7A-352A-82ED-9A08516FE62E}"/>
                    </a:ext>
                  </a:extLst>
                </p14:cNvPr>
                <p14:cNvContentPartPr/>
                <p14:nvPr/>
              </p14:nvContentPartPr>
              <p14:xfrm>
                <a:off x="6155487" y="1589331"/>
                <a:ext cx="142560" cy="982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93952E9E-AB7A-352A-82ED-9A08516FE62E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137487" y="1571331"/>
                  <a:ext cx="17820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20B9CD49-8D58-BDFE-99E8-F821720C6E91}"/>
                    </a:ext>
                  </a:extLst>
                </p14:cNvPr>
                <p14:cNvContentPartPr/>
                <p14:nvPr/>
              </p14:nvContentPartPr>
              <p14:xfrm>
                <a:off x="6407127" y="1608771"/>
                <a:ext cx="104040" cy="2188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20B9CD49-8D58-BDFE-99E8-F821720C6E91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389064" y="1590771"/>
                  <a:ext cx="139804" cy="254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5512FA48-7939-36B2-3EE1-4B28B1A6DE47}"/>
              </a:ext>
            </a:extLst>
          </p:cNvPr>
          <p:cNvGrpSpPr/>
          <p:nvPr/>
        </p:nvGrpSpPr>
        <p:grpSpPr>
          <a:xfrm>
            <a:off x="7791327" y="1259571"/>
            <a:ext cx="398160" cy="599040"/>
            <a:chOff x="7791327" y="1259571"/>
            <a:chExt cx="398160" cy="59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4C681686-41B4-BC33-5E54-771E587FEE3F}"/>
                    </a:ext>
                  </a:extLst>
                </p14:cNvPr>
                <p14:cNvContentPartPr/>
                <p14:nvPr/>
              </p14:nvContentPartPr>
              <p14:xfrm>
                <a:off x="7792047" y="1278651"/>
                <a:ext cx="88200" cy="3135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4C681686-41B4-BC33-5E54-771E587FEE3F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774047" y="1260630"/>
                  <a:ext cx="123840" cy="34924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FCDB3C57-0C84-5E01-58E3-EC6DD4755F9D}"/>
                    </a:ext>
                  </a:extLst>
                </p14:cNvPr>
                <p14:cNvContentPartPr/>
                <p14:nvPr/>
              </p14:nvContentPartPr>
              <p14:xfrm>
                <a:off x="7800687" y="1259571"/>
                <a:ext cx="111600" cy="684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FCDB3C57-0C84-5E01-58E3-EC6DD4755F9D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782745" y="1241571"/>
                  <a:ext cx="147125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0D48AAC8-3B96-AD35-D4AD-966BF7B2B6CF}"/>
                    </a:ext>
                  </a:extLst>
                </p14:cNvPr>
                <p14:cNvContentPartPr/>
                <p14:nvPr/>
              </p14:nvContentPartPr>
              <p14:xfrm>
                <a:off x="7791327" y="1585371"/>
                <a:ext cx="153720" cy="799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0D48AAC8-3B96-AD35-D4AD-966BF7B2B6CF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773327" y="1567290"/>
                  <a:ext cx="189360" cy="11572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F4B4070A-354F-E5B0-4CEE-60654B25B67B}"/>
                    </a:ext>
                  </a:extLst>
                </p14:cNvPr>
                <p14:cNvContentPartPr/>
                <p14:nvPr/>
              </p14:nvContentPartPr>
              <p14:xfrm>
                <a:off x="8049447" y="1613811"/>
                <a:ext cx="140040" cy="2448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F4B4070A-354F-E5B0-4CEE-60654B25B67B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031447" y="1595811"/>
                  <a:ext cx="175680" cy="280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6FA77892-71F5-6F68-F314-758134F47C1B}"/>
              </a:ext>
            </a:extLst>
          </p:cNvPr>
          <p:cNvGrpSpPr/>
          <p:nvPr/>
        </p:nvGrpSpPr>
        <p:grpSpPr>
          <a:xfrm>
            <a:off x="9539127" y="1289811"/>
            <a:ext cx="150120" cy="402120"/>
            <a:chOff x="9539127" y="1289811"/>
            <a:chExt cx="150120" cy="402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2006758C-377C-4486-2F1C-A002EEAD8B5F}"/>
                    </a:ext>
                  </a:extLst>
                </p14:cNvPr>
                <p14:cNvContentPartPr/>
                <p14:nvPr/>
              </p14:nvContentPartPr>
              <p14:xfrm>
                <a:off x="9539127" y="1289811"/>
                <a:ext cx="107280" cy="205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2006758C-377C-4486-2F1C-A002EEAD8B5F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521127" y="1271811"/>
                  <a:ext cx="14292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70F4728A-99DD-F649-6A60-247B94F6AB29}"/>
                    </a:ext>
                  </a:extLst>
                </p14:cNvPr>
                <p14:cNvContentPartPr/>
                <p14:nvPr/>
              </p14:nvContentPartPr>
              <p14:xfrm>
                <a:off x="9585927" y="1291611"/>
                <a:ext cx="67320" cy="2916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70F4728A-99DD-F649-6A60-247B94F6AB29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567927" y="1273611"/>
                  <a:ext cx="102960" cy="3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8ADD1982-4C99-95BD-45FF-E70F7CC9893B}"/>
                    </a:ext>
                  </a:extLst>
                </p14:cNvPr>
                <p14:cNvContentPartPr/>
                <p14:nvPr/>
              </p14:nvContentPartPr>
              <p14:xfrm>
                <a:off x="9596727" y="1641891"/>
                <a:ext cx="92520" cy="500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8ADD1982-4C99-95BD-45FF-E70F7CC9893B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9578797" y="1623891"/>
                  <a:ext cx="128022" cy="85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872E496C-8ECD-5551-3056-CAFFA4B199D6}"/>
              </a:ext>
            </a:extLst>
          </p:cNvPr>
          <p:cNvGrpSpPr/>
          <p:nvPr/>
        </p:nvGrpSpPr>
        <p:grpSpPr>
          <a:xfrm>
            <a:off x="9790407" y="1778691"/>
            <a:ext cx="131040" cy="255240"/>
            <a:chOff x="9790407" y="1778691"/>
            <a:chExt cx="131040" cy="255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FF7C9EDC-EE15-3348-10F3-C1C8160AFFE7}"/>
                    </a:ext>
                  </a:extLst>
                </p14:cNvPr>
                <p14:cNvContentPartPr/>
                <p14:nvPr/>
              </p14:nvContentPartPr>
              <p14:xfrm>
                <a:off x="9790407" y="1778691"/>
                <a:ext cx="131040" cy="187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FF7C9EDC-EE15-3348-10F3-C1C8160AFFE7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772407" y="1760691"/>
                  <a:ext cx="16668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78A9AE5E-DBBD-6BCD-C5B7-175CEAF3C192}"/>
                    </a:ext>
                  </a:extLst>
                </p14:cNvPr>
                <p14:cNvContentPartPr/>
                <p14:nvPr/>
              </p14:nvContentPartPr>
              <p14:xfrm>
                <a:off x="9820647" y="1811091"/>
                <a:ext cx="69480" cy="2228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78A9AE5E-DBBD-6BCD-C5B7-175CEAF3C192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802647" y="1793120"/>
                  <a:ext cx="105120" cy="258423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65C16810-042C-9A2D-0956-F701B64A1681}"/>
                  </a:ext>
                </a:extLst>
              </p14:cNvPr>
              <p14:cNvContentPartPr/>
              <p14:nvPr/>
            </p14:nvContentPartPr>
            <p14:xfrm>
              <a:off x="2932407" y="256251"/>
              <a:ext cx="143640" cy="201240"/>
            </p14:xfrm>
          </p:contentPart>
        </mc:Choice>
        <mc:Fallback xmlns=""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65C16810-042C-9A2D-0956-F701B64A1681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2914362" y="238251"/>
                <a:ext cx="179370" cy="23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50DFEDA2-792F-F310-F498-DC8191D2B5CF}"/>
                  </a:ext>
                </a:extLst>
              </p14:cNvPr>
              <p14:cNvContentPartPr/>
              <p14:nvPr/>
            </p14:nvContentPartPr>
            <p14:xfrm>
              <a:off x="4824207" y="201891"/>
              <a:ext cx="115560" cy="127800"/>
            </p14:xfrm>
          </p:contentPart>
        </mc:Choice>
        <mc:Fallback xmlns=""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50DFEDA2-792F-F310-F498-DC8191D2B5CF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4806207" y="183891"/>
                <a:ext cx="151200" cy="16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175" name="Ink 174">
                <a:extLst>
                  <a:ext uri="{FF2B5EF4-FFF2-40B4-BE49-F238E27FC236}">
                    <a16:creationId xmlns:a16="http://schemas.microsoft.com/office/drawing/2014/main" id="{9C7E2D15-7593-4D0F-5D8C-78303753783A}"/>
                  </a:ext>
                </a:extLst>
              </p14:cNvPr>
              <p14:cNvContentPartPr/>
              <p14:nvPr/>
            </p14:nvContentPartPr>
            <p14:xfrm>
              <a:off x="5277447" y="3049131"/>
              <a:ext cx="80280" cy="187560"/>
            </p14:xfrm>
          </p:contentPart>
        </mc:Choice>
        <mc:Fallback xmlns="">
          <p:pic>
            <p:nvPicPr>
              <p:cNvPr id="175" name="Ink 174">
                <a:extLst>
                  <a:ext uri="{FF2B5EF4-FFF2-40B4-BE49-F238E27FC236}">
                    <a16:creationId xmlns:a16="http://schemas.microsoft.com/office/drawing/2014/main" id="{9C7E2D15-7593-4D0F-5D8C-78303753783A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5259366" y="3031131"/>
                <a:ext cx="116081" cy="22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176" name="Ink 175">
                <a:extLst>
                  <a:ext uri="{FF2B5EF4-FFF2-40B4-BE49-F238E27FC236}">
                    <a16:creationId xmlns:a16="http://schemas.microsoft.com/office/drawing/2014/main" id="{AAFB7F76-3E18-D640-0410-9A17B4A6BBC5}"/>
                  </a:ext>
                </a:extLst>
              </p14:cNvPr>
              <p14:cNvContentPartPr/>
              <p14:nvPr/>
            </p14:nvContentPartPr>
            <p14:xfrm>
              <a:off x="6306687" y="183891"/>
              <a:ext cx="135360" cy="190800"/>
            </p14:xfrm>
          </p:contentPart>
        </mc:Choice>
        <mc:Fallback xmlns="">
          <p:pic>
            <p:nvPicPr>
              <p:cNvPr id="176" name="Ink 175">
                <a:extLst>
                  <a:ext uri="{FF2B5EF4-FFF2-40B4-BE49-F238E27FC236}">
                    <a16:creationId xmlns:a16="http://schemas.microsoft.com/office/drawing/2014/main" id="{AAFB7F76-3E18-D640-0410-9A17B4A6BBC5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6288639" y="165857"/>
                <a:ext cx="171095" cy="22650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177" name="Ink 176">
                <a:extLst>
                  <a:ext uri="{FF2B5EF4-FFF2-40B4-BE49-F238E27FC236}">
                    <a16:creationId xmlns:a16="http://schemas.microsoft.com/office/drawing/2014/main" id="{5E4373A3-6995-5E89-E1E9-F880FBFD6F19}"/>
                  </a:ext>
                </a:extLst>
              </p14:cNvPr>
              <p14:cNvContentPartPr/>
              <p14:nvPr/>
            </p14:nvContentPartPr>
            <p14:xfrm>
              <a:off x="6844527" y="2929971"/>
              <a:ext cx="113040" cy="107280"/>
            </p14:xfrm>
          </p:contentPart>
        </mc:Choice>
        <mc:Fallback xmlns="">
          <p:pic>
            <p:nvPicPr>
              <p:cNvPr id="177" name="Ink 176">
                <a:extLst>
                  <a:ext uri="{FF2B5EF4-FFF2-40B4-BE49-F238E27FC236}">
                    <a16:creationId xmlns:a16="http://schemas.microsoft.com/office/drawing/2014/main" id="{5E4373A3-6995-5E89-E1E9-F880FBFD6F19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6826527" y="2911971"/>
                <a:ext cx="148680" cy="14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178" name="Ink 177">
                <a:extLst>
                  <a:ext uri="{FF2B5EF4-FFF2-40B4-BE49-F238E27FC236}">
                    <a16:creationId xmlns:a16="http://schemas.microsoft.com/office/drawing/2014/main" id="{E2D89AA5-749B-C139-D31C-D0436227209A}"/>
                  </a:ext>
                </a:extLst>
              </p14:cNvPr>
              <p14:cNvContentPartPr/>
              <p14:nvPr/>
            </p14:nvContentPartPr>
            <p14:xfrm>
              <a:off x="8051967" y="211251"/>
              <a:ext cx="46440" cy="99720"/>
            </p14:xfrm>
          </p:contentPart>
        </mc:Choice>
        <mc:Fallback xmlns="">
          <p:pic>
            <p:nvPicPr>
              <p:cNvPr id="178" name="Ink 177">
                <a:extLst>
                  <a:ext uri="{FF2B5EF4-FFF2-40B4-BE49-F238E27FC236}">
                    <a16:creationId xmlns:a16="http://schemas.microsoft.com/office/drawing/2014/main" id="{E2D89AA5-749B-C139-D31C-D0436227209A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8033967" y="193251"/>
                <a:ext cx="82080" cy="13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179" name="Ink 178">
                <a:extLst>
                  <a:ext uri="{FF2B5EF4-FFF2-40B4-BE49-F238E27FC236}">
                    <a16:creationId xmlns:a16="http://schemas.microsoft.com/office/drawing/2014/main" id="{1B38D6AC-D9BE-7757-34C9-EA30AA339DC1}"/>
                  </a:ext>
                </a:extLst>
              </p14:cNvPr>
              <p14:cNvContentPartPr/>
              <p14:nvPr/>
            </p14:nvContentPartPr>
            <p14:xfrm>
              <a:off x="8336007" y="2784531"/>
              <a:ext cx="86040" cy="145440"/>
            </p14:xfrm>
          </p:contentPart>
        </mc:Choice>
        <mc:Fallback xmlns="">
          <p:pic>
            <p:nvPicPr>
              <p:cNvPr id="179" name="Ink 178">
                <a:extLst>
                  <a:ext uri="{FF2B5EF4-FFF2-40B4-BE49-F238E27FC236}">
                    <a16:creationId xmlns:a16="http://schemas.microsoft.com/office/drawing/2014/main" id="{1B38D6AC-D9BE-7757-34C9-EA30AA339DC1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8318082" y="2766531"/>
                <a:ext cx="121532" cy="18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180" name="Ink 179">
                <a:extLst>
                  <a:ext uri="{FF2B5EF4-FFF2-40B4-BE49-F238E27FC236}">
                    <a16:creationId xmlns:a16="http://schemas.microsoft.com/office/drawing/2014/main" id="{7AAAD6AB-83A1-9C16-83DE-2059E995BF35}"/>
                  </a:ext>
                </a:extLst>
              </p14:cNvPr>
              <p14:cNvContentPartPr/>
              <p14:nvPr/>
            </p14:nvContentPartPr>
            <p14:xfrm>
              <a:off x="9593487" y="89931"/>
              <a:ext cx="96480" cy="82440"/>
            </p14:xfrm>
          </p:contentPart>
        </mc:Choice>
        <mc:Fallback xmlns="">
          <p:pic>
            <p:nvPicPr>
              <p:cNvPr id="180" name="Ink 179">
                <a:extLst>
                  <a:ext uri="{FF2B5EF4-FFF2-40B4-BE49-F238E27FC236}">
                    <a16:creationId xmlns:a16="http://schemas.microsoft.com/office/drawing/2014/main" id="{7AAAD6AB-83A1-9C16-83DE-2059E995BF35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9575487" y="71931"/>
                <a:ext cx="132120" cy="11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181" name="Ink 180">
                <a:extLst>
                  <a:ext uri="{FF2B5EF4-FFF2-40B4-BE49-F238E27FC236}">
                    <a16:creationId xmlns:a16="http://schemas.microsoft.com/office/drawing/2014/main" id="{29160579-6622-5CD3-8929-1A4BC9E701AD}"/>
                  </a:ext>
                </a:extLst>
              </p14:cNvPr>
              <p14:cNvContentPartPr/>
              <p14:nvPr/>
            </p14:nvContentPartPr>
            <p14:xfrm>
              <a:off x="9993087" y="2800731"/>
              <a:ext cx="98640" cy="126360"/>
            </p14:xfrm>
          </p:contentPart>
        </mc:Choice>
        <mc:Fallback xmlns="">
          <p:pic>
            <p:nvPicPr>
              <p:cNvPr id="181" name="Ink 180">
                <a:extLst>
                  <a:ext uri="{FF2B5EF4-FFF2-40B4-BE49-F238E27FC236}">
                    <a16:creationId xmlns:a16="http://schemas.microsoft.com/office/drawing/2014/main" id="{29160579-6622-5CD3-8929-1A4BC9E701AD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9975087" y="2782731"/>
                <a:ext cx="134280" cy="162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94" name="Group 193">
            <a:extLst>
              <a:ext uri="{FF2B5EF4-FFF2-40B4-BE49-F238E27FC236}">
                <a16:creationId xmlns:a16="http://schemas.microsoft.com/office/drawing/2014/main" id="{D2AD7492-1D74-0612-5010-750C6968EC01}"/>
              </a:ext>
            </a:extLst>
          </p:cNvPr>
          <p:cNvGrpSpPr/>
          <p:nvPr/>
        </p:nvGrpSpPr>
        <p:grpSpPr>
          <a:xfrm>
            <a:off x="2027367" y="81651"/>
            <a:ext cx="1290960" cy="312480"/>
            <a:chOff x="2027367" y="81651"/>
            <a:chExt cx="1290960" cy="312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8A17165E-46EB-D747-3C3C-D54F5AC7B16D}"/>
                    </a:ext>
                  </a:extLst>
                </p14:cNvPr>
                <p14:cNvContentPartPr/>
                <p14:nvPr/>
              </p14:nvContentPartPr>
              <p14:xfrm>
                <a:off x="2027367" y="112971"/>
                <a:ext cx="172080" cy="24300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8A17165E-46EB-D747-3C3C-D54F5AC7B16D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2009367" y="94944"/>
                  <a:ext cx="207720" cy="27869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0F451027-EA3F-08CD-177B-1A4C391E69FA}"/>
                    </a:ext>
                  </a:extLst>
                </p14:cNvPr>
                <p14:cNvContentPartPr/>
                <p14:nvPr/>
              </p14:nvContentPartPr>
              <p14:xfrm>
                <a:off x="2310687" y="224931"/>
                <a:ext cx="50040" cy="2592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0F451027-EA3F-08CD-177B-1A4C391E69FA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2292557" y="206931"/>
                  <a:ext cx="85938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0310E67C-9D8E-E41C-6A31-CEC54ACC8AFA}"/>
                    </a:ext>
                  </a:extLst>
                </p14:cNvPr>
                <p14:cNvContentPartPr/>
                <p14:nvPr/>
              </p14:nvContentPartPr>
              <p14:xfrm>
                <a:off x="2322927" y="319611"/>
                <a:ext cx="60840" cy="5148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0310E67C-9D8E-E41C-6A31-CEC54ACC8AFA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2304927" y="301611"/>
                  <a:ext cx="9648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6780FA20-15F9-6EEF-8691-FE44969EB8E5}"/>
                    </a:ext>
                  </a:extLst>
                </p14:cNvPr>
                <p14:cNvContentPartPr/>
                <p14:nvPr/>
              </p14:nvContentPartPr>
              <p14:xfrm>
                <a:off x="2496807" y="81651"/>
                <a:ext cx="48600" cy="25272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6780FA20-15F9-6EEF-8691-FE44969EB8E5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2478807" y="63651"/>
                  <a:ext cx="8424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0CD7D950-3C75-5A2E-1DF0-B5AFFE3B189F}"/>
                    </a:ext>
                  </a:extLst>
                </p14:cNvPr>
                <p14:cNvContentPartPr/>
                <p14:nvPr/>
              </p14:nvContentPartPr>
              <p14:xfrm>
                <a:off x="2480247" y="110811"/>
                <a:ext cx="91080" cy="4464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0CD7D950-3C75-5A2E-1DF0-B5AFFE3B189F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2462247" y="92665"/>
                  <a:ext cx="126720" cy="8057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963E7DE1-23C9-A269-9E21-609F05445D3A}"/>
                    </a:ext>
                  </a:extLst>
                </p14:cNvPr>
                <p14:cNvContentPartPr/>
                <p14:nvPr/>
              </p14:nvContentPartPr>
              <p14:xfrm>
                <a:off x="2511567" y="337251"/>
                <a:ext cx="101880" cy="5688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963E7DE1-23C9-A269-9E21-609F05445D3A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2493630" y="319251"/>
                  <a:ext cx="137395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F6311946-9486-307D-01EE-ECA4F8C426F7}"/>
                    </a:ext>
                  </a:extLst>
                </p14:cNvPr>
                <p14:cNvContentPartPr/>
                <p14:nvPr/>
              </p14:nvContentPartPr>
              <p14:xfrm>
                <a:off x="2673207" y="151851"/>
                <a:ext cx="50040" cy="14760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F6311946-9486-307D-01EE-ECA4F8C426F7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2655207" y="133807"/>
                  <a:ext cx="85680" cy="18332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6A59DD6E-EF62-9DC8-EF82-0163666A011B}"/>
                    </a:ext>
                  </a:extLst>
                </p14:cNvPr>
                <p14:cNvContentPartPr/>
                <p14:nvPr/>
              </p14:nvContentPartPr>
              <p14:xfrm>
                <a:off x="2681127" y="93891"/>
                <a:ext cx="122040" cy="14832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6A59DD6E-EF62-9DC8-EF82-0163666A011B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2663180" y="75891"/>
                  <a:ext cx="157575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6390DA7D-4D3A-F043-9402-56C47B102BDF}"/>
                    </a:ext>
                  </a:extLst>
                </p14:cNvPr>
                <p14:cNvContentPartPr/>
                <p14:nvPr/>
              </p14:nvContentPartPr>
              <p14:xfrm>
                <a:off x="2909007" y="96771"/>
                <a:ext cx="26280" cy="10368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6390DA7D-4D3A-F043-9402-56C47B102BDF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2891007" y="78833"/>
                  <a:ext cx="61920" cy="13919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FDCFDDA4-1303-A827-222F-B79B2E6B1DF3}"/>
                    </a:ext>
                  </a:extLst>
                </p14:cNvPr>
                <p14:cNvContentPartPr/>
                <p14:nvPr/>
              </p14:nvContentPartPr>
              <p14:xfrm>
                <a:off x="2900727" y="137451"/>
                <a:ext cx="236160" cy="9936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FDCFDDA4-1303-A827-222F-B79B2E6B1DF3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2882700" y="119451"/>
                  <a:ext cx="271854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AE7E37B5-AE31-EDAB-05E3-3E806C5FF29E}"/>
                    </a:ext>
                  </a:extLst>
                </p14:cNvPr>
                <p14:cNvContentPartPr/>
                <p14:nvPr/>
              </p14:nvContentPartPr>
              <p14:xfrm>
                <a:off x="3233007" y="114411"/>
                <a:ext cx="52200" cy="13212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AE7E37B5-AE31-EDAB-05E3-3E806C5FF29E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3215007" y="96411"/>
                  <a:ext cx="8784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016ADCBE-04F2-AB8E-C473-2F8E9AC45358}"/>
                    </a:ext>
                  </a:extLst>
                </p14:cNvPr>
                <p14:cNvContentPartPr/>
                <p14:nvPr/>
              </p14:nvContentPartPr>
              <p14:xfrm>
                <a:off x="3202767" y="181011"/>
                <a:ext cx="115560" cy="6552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016ADCBE-04F2-AB8E-C473-2F8E9AC45358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3184767" y="163011"/>
                  <a:ext cx="151200" cy="101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7" name="Group 206">
            <a:extLst>
              <a:ext uri="{FF2B5EF4-FFF2-40B4-BE49-F238E27FC236}">
                <a16:creationId xmlns:a16="http://schemas.microsoft.com/office/drawing/2014/main" id="{B3204C5A-1785-876F-0589-5D05C194A185}"/>
              </a:ext>
            </a:extLst>
          </p:cNvPr>
          <p:cNvGrpSpPr/>
          <p:nvPr/>
        </p:nvGrpSpPr>
        <p:grpSpPr>
          <a:xfrm>
            <a:off x="4345767" y="404931"/>
            <a:ext cx="1373040" cy="277200"/>
            <a:chOff x="4345767" y="404931"/>
            <a:chExt cx="1373040" cy="277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9C4327F1-4429-CE6C-6448-EE1A31765343}"/>
                    </a:ext>
                  </a:extLst>
                </p14:cNvPr>
                <p14:cNvContentPartPr/>
                <p14:nvPr/>
              </p14:nvContentPartPr>
              <p14:xfrm>
                <a:off x="4345767" y="404931"/>
                <a:ext cx="240840" cy="24444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9C4327F1-4429-CE6C-6448-EE1A31765343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4327767" y="386931"/>
                  <a:ext cx="27648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6CF6B66B-D191-E088-1294-B11D59847B8E}"/>
                    </a:ext>
                  </a:extLst>
                </p14:cNvPr>
                <p14:cNvContentPartPr/>
                <p14:nvPr/>
              </p14:nvContentPartPr>
              <p14:xfrm>
                <a:off x="4659327" y="516891"/>
                <a:ext cx="40320" cy="2988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6CF6B66B-D191-E088-1294-B11D59847B8E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4641327" y="498671"/>
                  <a:ext cx="75960" cy="659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FE21F571-EE80-53B2-5249-A9345A9D517A}"/>
                    </a:ext>
                  </a:extLst>
                </p14:cNvPr>
                <p14:cNvContentPartPr/>
                <p14:nvPr/>
              </p14:nvContentPartPr>
              <p14:xfrm>
                <a:off x="4692807" y="557211"/>
                <a:ext cx="81360" cy="3780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FE21F571-EE80-53B2-5249-A9345A9D517A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4674727" y="539211"/>
                  <a:ext cx="117158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FF1B91CF-77F8-2A81-C269-215201290BA7}"/>
                    </a:ext>
                  </a:extLst>
                </p14:cNvPr>
                <p14:cNvContentPartPr/>
                <p14:nvPr/>
              </p14:nvContentPartPr>
              <p14:xfrm>
                <a:off x="4870647" y="455691"/>
                <a:ext cx="80280" cy="19944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FF1B91CF-77F8-2A81-C269-215201290BA7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4852647" y="437691"/>
                  <a:ext cx="11592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86EF2546-1994-6752-412D-05350D12D900}"/>
                    </a:ext>
                  </a:extLst>
                </p14:cNvPr>
                <p14:cNvContentPartPr/>
                <p14:nvPr/>
              </p14:nvContentPartPr>
              <p14:xfrm>
                <a:off x="4837887" y="454611"/>
                <a:ext cx="127080" cy="5004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86EF2546-1994-6752-412D-05350D12D900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4819887" y="436481"/>
                  <a:ext cx="162720" cy="8593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D88F990B-2195-73A3-06BF-0269CC39263A}"/>
                    </a:ext>
                  </a:extLst>
                </p14:cNvPr>
                <p14:cNvContentPartPr/>
                <p14:nvPr/>
              </p14:nvContentPartPr>
              <p14:xfrm>
                <a:off x="4922487" y="574131"/>
                <a:ext cx="84600" cy="7344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D88F990B-2195-73A3-06BF-0269CC39263A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4904410" y="556131"/>
                  <a:ext cx="120392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C4CAB95F-8824-D662-DBD5-B0C92C817AFD}"/>
                    </a:ext>
                  </a:extLst>
                </p14:cNvPr>
                <p14:cNvContentPartPr/>
                <p14:nvPr/>
              </p14:nvContentPartPr>
              <p14:xfrm>
                <a:off x="5149647" y="493131"/>
                <a:ext cx="56880" cy="18900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C4CAB95F-8824-D662-DBD5-B0C92C817AFD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5131532" y="475097"/>
                  <a:ext cx="92747" cy="22470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78556E87-D1C1-EAA7-E204-D173AF1ED29D}"/>
                    </a:ext>
                  </a:extLst>
                </p14:cNvPr>
                <p14:cNvContentPartPr/>
                <p14:nvPr/>
              </p14:nvContentPartPr>
              <p14:xfrm>
                <a:off x="5141007" y="410691"/>
                <a:ext cx="152280" cy="18792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78556E87-D1C1-EAA7-E204-D173AF1ED29D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5123007" y="392656"/>
                  <a:ext cx="187920" cy="2236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6EB44036-FA8A-394D-7B08-378B019E4EAF}"/>
                    </a:ext>
                  </a:extLst>
                </p14:cNvPr>
                <p14:cNvContentPartPr/>
                <p14:nvPr/>
              </p14:nvContentPartPr>
              <p14:xfrm>
                <a:off x="5348727" y="481611"/>
                <a:ext cx="96120" cy="19224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6EB44036-FA8A-394D-7B08-378B019E4EAF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330794" y="463611"/>
                  <a:ext cx="131627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657A1283-EFE8-C97A-F8C1-30192C436A7D}"/>
                    </a:ext>
                  </a:extLst>
                </p14:cNvPr>
                <p14:cNvContentPartPr/>
                <p14:nvPr/>
              </p14:nvContentPartPr>
              <p14:xfrm>
                <a:off x="5368887" y="538491"/>
                <a:ext cx="212400" cy="10620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657A1283-EFE8-C97A-F8C1-30192C436A7D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5350887" y="520430"/>
                  <a:ext cx="248040" cy="14196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4788D1C3-15ED-BD77-AD41-B541006C1E15}"/>
                    </a:ext>
                  </a:extLst>
                </p14:cNvPr>
                <p14:cNvContentPartPr/>
                <p14:nvPr/>
              </p14:nvContentPartPr>
              <p14:xfrm>
                <a:off x="5655447" y="478371"/>
                <a:ext cx="63360" cy="15264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4788D1C3-15ED-BD77-AD41-B541006C1E15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5637447" y="460371"/>
                  <a:ext cx="9900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413DC23B-F4CD-18C0-4D65-E7B7F6E2546C}"/>
                    </a:ext>
                  </a:extLst>
                </p14:cNvPr>
                <p14:cNvContentPartPr/>
                <p14:nvPr/>
              </p14:nvContentPartPr>
              <p14:xfrm>
                <a:off x="5643567" y="575211"/>
                <a:ext cx="52200" cy="5256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413DC23B-F4CD-18C0-4D65-E7B7F6E2546C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5625567" y="557211"/>
                  <a:ext cx="87840" cy="88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4AF09CBA-5074-36B3-3221-AA6586E84923}"/>
              </a:ext>
            </a:extLst>
          </p:cNvPr>
          <p:cNvGrpSpPr/>
          <p:nvPr/>
        </p:nvGrpSpPr>
        <p:grpSpPr>
          <a:xfrm>
            <a:off x="6243687" y="440571"/>
            <a:ext cx="1485000" cy="348840"/>
            <a:chOff x="6243687" y="440571"/>
            <a:chExt cx="1485000" cy="348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7095C9A2-2DCF-1D1F-3E26-D7EC76D49E98}"/>
                    </a:ext>
                  </a:extLst>
                </p14:cNvPr>
                <p14:cNvContentPartPr/>
                <p14:nvPr/>
              </p14:nvContentPartPr>
              <p14:xfrm>
                <a:off x="6243687" y="472971"/>
                <a:ext cx="273600" cy="20088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7095C9A2-2DCF-1D1F-3E26-D7EC76D49E98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6225711" y="454971"/>
                  <a:ext cx="309193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E7D77008-B1A5-25E1-851D-FFAF695644C1}"/>
                    </a:ext>
                  </a:extLst>
                </p14:cNvPr>
                <p14:cNvContentPartPr/>
                <p14:nvPr/>
              </p14:nvContentPartPr>
              <p14:xfrm>
                <a:off x="6606567" y="566211"/>
                <a:ext cx="82440" cy="4428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E7D77008-B1A5-25E1-851D-FFAF695644C1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6588567" y="548211"/>
                  <a:ext cx="11808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78BF6978-809D-F5A8-02C6-27A81ED78AA1}"/>
                    </a:ext>
                  </a:extLst>
                </p14:cNvPr>
                <p14:cNvContentPartPr/>
                <p14:nvPr/>
              </p14:nvContentPartPr>
              <p14:xfrm>
                <a:off x="6679647" y="615531"/>
                <a:ext cx="51120" cy="2088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78BF6978-809D-F5A8-02C6-27A81ED78AA1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6661647" y="597531"/>
                  <a:ext cx="8676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29EB1063-5CA7-59BE-E196-D8340BAE10C9}"/>
                    </a:ext>
                  </a:extLst>
                </p14:cNvPr>
                <p14:cNvContentPartPr/>
                <p14:nvPr/>
              </p14:nvContentPartPr>
              <p14:xfrm>
                <a:off x="6815007" y="455691"/>
                <a:ext cx="93240" cy="25128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29EB1063-5CA7-59BE-E196-D8340BAE10C9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6797007" y="437691"/>
                  <a:ext cx="12888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928F791A-48BB-E6D8-63E1-AA430A2E6C0B}"/>
                    </a:ext>
                  </a:extLst>
                </p14:cNvPr>
                <p14:cNvContentPartPr/>
                <p14:nvPr/>
              </p14:nvContentPartPr>
              <p14:xfrm>
                <a:off x="6831207" y="440571"/>
                <a:ext cx="122760" cy="4752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928F791A-48BB-E6D8-63E1-AA430A2E6C0B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6813207" y="422706"/>
                  <a:ext cx="158400" cy="8289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75487645-3817-1592-012A-D7DE2766515A}"/>
                    </a:ext>
                  </a:extLst>
                </p14:cNvPr>
                <p14:cNvContentPartPr/>
                <p14:nvPr/>
              </p14:nvContentPartPr>
              <p14:xfrm>
                <a:off x="6894927" y="681771"/>
                <a:ext cx="67680" cy="5976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75487645-3817-1592-012A-D7DE2766515A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6876831" y="663879"/>
                  <a:ext cx="103511" cy="9518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7189AA55-D9A5-B385-89CD-3A72CEEF77E7}"/>
                    </a:ext>
                  </a:extLst>
                </p14:cNvPr>
                <p14:cNvContentPartPr/>
                <p14:nvPr/>
              </p14:nvContentPartPr>
              <p14:xfrm>
                <a:off x="7065567" y="561171"/>
                <a:ext cx="78480" cy="22824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7189AA55-D9A5-B385-89CD-3A72CEEF77E7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7047567" y="543143"/>
                  <a:ext cx="114120" cy="26393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8D777AE6-9B51-E8CA-4F5E-F7AB74BD9489}"/>
                    </a:ext>
                  </a:extLst>
                </p14:cNvPr>
                <p14:cNvContentPartPr/>
                <p14:nvPr/>
              </p14:nvContentPartPr>
              <p14:xfrm>
                <a:off x="7081047" y="559011"/>
                <a:ext cx="140760" cy="14472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8D777AE6-9B51-E8CA-4F5E-F7AB74BD9489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7063047" y="540966"/>
                  <a:ext cx="176400" cy="18044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70C37206-9B2F-DF96-F3D5-4013F9B97F78}"/>
                    </a:ext>
                  </a:extLst>
                </p14:cNvPr>
                <p14:cNvContentPartPr/>
                <p14:nvPr/>
              </p14:nvContentPartPr>
              <p14:xfrm>
                <a:off x="7327287" y="614451"/>
                <a:ext cx="59040" cy="17460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70C37206-9B2F-DF96-F3D5-4013F9B97F78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7309287" y="596451"/>
                  <a:ext cx="9468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D3006BB5-2FB9-02D6-94B2-198C8127AD03}"/>
                    </a:ext>
                  </a:extLst>
                </p14:cNvPr>
                <p14:cNvContentPartPr/>
                <p14:nvPr/>
              </p14:nvContentPartPr>
              <p14:xfrm>
                <a:off x="7318647" y="714171"/>
                <a:ext cx="47880" cy="3096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D3006BB5-2FB9-02D6-94B2-198C8127AD03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7300647" y="696378"/>
                  <a:ext cx="83520" cy="6619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D3EC66FA-83DF-0FE9-2EE7-2A697A6B03D8}"/>
                    </a:ext>
                  </a:extLst>
                </p14:cNvPr>
                <p14:cNvContentPartPr/>
                <p14:nvPr/>
              </p14:nvContentPartPr>
              <p14:xfrm>
                <a:off x="7487847" y="647211"/>
                <a:ext cx="77040" cy="10944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D3EC66FA-83DF-0FE9-2EE7-2A697A6B03D8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7469847" y="629152"/>
                  <a:ext cx="112680" cy="14519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FE2994D1-7BF4-80F2-BA9E-39F89E51BF62}"/>
                    </a:ext>
                  </a:extLst>
                </p14:cNvPr>
                <p14:cNvContentPartPr/>
                <p14:nvPr/>
              </p14:nvContentPartPr>
              <p14:xfrm>
                <a:off x="7648407" y="533451"/>
                <a:ext cx="64440" cy="15336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FE2994D1-7BF4-80F2-BA9E-39F89E51BF62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7630306" y="515451"/>
                  <a:ext cx="10028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03919974-26F0-F8B6-B915-5F9C84C0DD0B}"/>
                    </a:ext>
                  </a:extLst>
                </p14:cNvPr>
                <p14:cNvContentPartPr/>
                <p14:nvPr/>
              </p14:nvContentPartPr>
              <p14:xfrm>
                <a:off x="7641567" y="547851"/>
                <a:ext cx="87120" cy="6588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03919974-26F0-F8B6-B915-5F9C84C0DD0B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7623567" y="529851"/>
                  <a:ext cx="122760" cy="101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6">
            <p14:nvContentPartPr>
              <p14:cNvPr id="221" name="Ink 220">
                <a:extLst>
                  <a:ext uri="{FF2B5EF4-FFF2-40B4-BE49-F238E27FC236}">
                    <a16:creationId xmlns:a16="http://schemas.microsoft.com/office/drawing/2014/main" id="{3E60E864-B365-23F8-CCDC-2999D461E095}"/>
                  </a:ext>
                </a:extLst>
              </p14:cNvPr>
              <p14:cNvContentPartPr/>
              <p14:nvPr/>
            </p14:nvContentPartPr>
            <p14:xfrm>
              <a:off x="8071407" y="205131"/>
              <a:ext cx="17640" cy="80280"/>
            </p14:xfrm>
          </p:contentPart>
        </mc:Choice>
        <mc:Fallback xmlns="">
          <p:pic>
            <p:nvPicPr>
              <p:cNvPr id="221" name="Ink 220">
                <a:extLst>
                  <a:ext uri="{FF2B5EF4-FFF2-40B4-BE49-F238E27FC236}">
                    <a16:creationId xmlns:a16="http://schemas.microsoft.com/office/drawing/2014/main" id="{3E60E864-B365-23F8-CCDC-2999D461E095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8053407" y="187131"/>
                <a:ext cx="53280" cy="115920"/>
              </a:xfrm>
              <a:prstGeom prst="rect">
                <a:avLst/>
              </a:prstGeom>
            </p:spPr>
          </p:pic>
        </mc:Fallback>
      </mc:AlternateContent>
      <p:grpSp>
        <p:nvGrpSpPr>
          <p:cNvPr id="235" name="Group 234">
            <a:extLst>
              <a:ext uri="{FF2B5EF4-FFF2-40B4-BE49-F238E27FC236}">
                <a16:creationId xmlns:a16="http://schemas.microsoft.com/office/drawing/2014/main" id="{B9473623-E4CE-FF0E-7DB0-8EB45A433D7D}"/>
              </a:ext>
            </a:extLst>
          </p:cNvPr>
          <p:cNvGrpSpPr/>
          <p:nvPr/>
        </p:nvGrpSpPr>
        <p:grpSpPr>
          <a:xfrm>
            <a:off x="7996887" y="401691"/>
            <a:ext cx="1299960" cy="391680"/>
            <a:chOff x="7996887" y="401691"/>
            <a:chExt cx="1299960" cy="391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349A298D-4323-AFDC-DA70-768E89B87F0B}"/>
                    </a:ext>
                  </a:extLst>
                </p14:cNvPr>
                <p14:cNvContentPartPr/>
                <p14:nvPr/>
              </p14:nvContentPartPr>
              <p14:xfrm>
                <a:off x="7996887" y="401691"/>
                <a:ext cx="162000" cy="27072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349A298D-4323-AFDC-DA70-768E89B87F0B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7978887" y="383691"/>
                  <a:ext cx="19764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4468F81D-CC94-0736-ECB7-FCDD0A4135F3}"/>
                    </a:ext>
                  </a:extLst>
                </p14:cNvPr>
                <p14:cNvContentPartPr/>
                <p14:nvPr/>
              </p14:nvContentPartPr>
              <p14:xfrm>
                <a:off x="8261847" y="539931"/>
                <a:ext cx="86400" cy="6336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4468F81D-CC94-0736-ECB7-FCDD0A4135F3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8243847" y="521931"/>
                  <a:ext cx="12204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0C621DF2-27FA-9180-7345-9AF022398B56}"/>
                    </a:ext>
                  </a:extLst>
                </p14:cNvPr>
                <p14:cNvContentPartPr/>
                <p14:nvPr/>
              </p14:nvContentPartPr>
              <p14:xfrm>
                <a:off x="8311887" y="616611"/>
                <a:ext cx="50760" cy="3420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0C621DF2-27FA-9180-7345-9AF022398B56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8293758" y="598611"/>
                  <a:ext cx="86655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7B569D4B-CD3E-B6FD-DA9B-3C65DD17B2BF}"/>
                    </a:ext>
                  </a:extLst>
                </p14:cNvPr>
                <p14:cNvContentPartPr/>
                <p14:nvPr/>
              </p14:nvContentPartPr>
              <p14:xfrm>
                <a:off x="8469567" y="467931"/>
                <a:ext cx="67680" cy="18396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7B569D4B-CD3E-B6FD-DA9B-3C65DD17B2BF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8451567" y="449931"/>
                  <a:ext cx="10332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7D7E1E2A-11EB-D3C5-CCE3-A0DEB991F5F7}"/>
                    </a:ext>
                  </a:extLst>
                </p14:cNvPr>
                <p14:cNvContentPartPr/>
                <p14:nvPr/>
              </p14:nvContentPartPr>
              <p14:xfrm>
                <a:off x="8458407" y="479091"/>
                <a:ext cx="105840" cy="6768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7D7E1E2A-11EB-D3C5-CCE3-A0DEB991F5F7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8440346" y="461091"/>
                  <a:ext cx="141602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03CE8020-3ADA-4A97-A298-6A38B01D4D6F}"/>
                    </a:ext>
                  </a:extLst>
                </p14:cNvPr>
                <p14:cNvContentPartPr/>
                <p14:nvPr/>
              </p14:nvContentPartPr>
              <p14:xfrm>
                <a:off x="8507727" y="628491"/>
                <a:ext cx="88920" cy="8028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03CE8020-3ADA-4A97-A298-6A38B01D4D6F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8489727" y="610491"/>
                  <a:ext cx="12456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58760831-D8DC-4087-9B3E-45F17A7E5F8F}"/>
                    </a:ext>
                  </a:extLst>
                </p14:cNvPr>
                <p14:cNvContentPartPr/>
                <p14:nvPr/>
              </p14:nvContentPartPr>
              <p14:xfrm>
                <a:off x="8724807" y="555411"/>
                <a:ext cx="45000" cy="19152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58760831-D8DC-4087-9B3E-45F17A7E5F8F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8706807" y="537411"/>
                  <a:ext cx="8064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F2F657C1-E521-3AB1-B909-16936EA51519}"/>
                    </a:ext>
                  </a:extLst>
                </p14:cNvPr>
                <p14:cNvContentPartPr/>
                <p14:nvPr/>
              </p14:nvContentPartPr>
              <p14:xfrm>
                <a:off x="8726607" y="535971"/>
                <a:ext cx="107280" cy="10152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F2F657C1-E521-3AB1-B909-16936EA51519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8708607" y="517907"/>
                  <a:ext cx="142920" cy="13728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9586DCAD-3C64-FB47-537F-49E86333D99E}"/>
                    </a:ext>
                  </a:extLst>
                </p14:cNvPr>
                <p14:cNvContentPartPr/>
                <p14:nvPr/>
              </p14:nvContentPartPr>
              <p14:xfrm>
                <a:off x="8952687" y="633171"/>
                <a:ext cx="28800" cy="15084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9586DCAD-3C64-FB47-537F-49E86333D99E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8934687" y="615171"/>
                  <a:ext cx="6444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315040D2-57F6-1B58-2973-BEC7F2CE05EF}"/>
                    </a:ext>
                  </a:extLst>
                </p14:cNvPr>
                <p14:cNvContentPartPr/>
                <p14:nvPr/>
              </p14:nvContentPartPr>
              <p14:xfrm>
                <a:off x="8887527" y="670251"/>
                <a:ext cx="233640" cy="12312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315040D2-57F6-1B58-2973-BEC7F2CE05EF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8869527" y="652251"/>
                  <a:ext cx="26928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7AFB851F-DCEA-1262-E4B0-53C4D7AD7129}"/>
                    </a:ext>
                  </a:extLst>
                </p14:cNvPr>
                <p14:cNvContentPartPr/>
                <p14:nvPr/>
              </p14:nvContentPartPr>
              <p14:xfrm>
                <a:off x="9208647" y="564411"/>
                <a:ext cx="28440" cy="13536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7AFB851F-DCEA-1262-E4B0-53C4D7AD7129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9190416" y="546411"/>
                  <a:ext cx="64537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FF8AB9D5-0DE4-049E-A558-B5AF5C658BDF}"/>
                    </a:ext>
                  </a:extLst>
                </p14:cNvPr>
                <p14:cNvContentPartPr/>
                <p14:nvPr/>
              </p14:nvContentPartPr>
              <p14:xfrm>
                <a:off x="9191367" y="609771"/>
                <a:ext cx="105480" cy="9360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FF8AB9D5-0DE4-049E-A558-B5AF5C658BDF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9173367" y="591771"/>
                  <a:ext cx="141120" cy="129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2">
            <p14:nvContentPartPr>
              <p14:cNvPr id="234" name="Ink 233">
                <a:extLst>
                  <a:ext uri="{FF2B5EF4-FFF2-40B4-BE49-F238E27FC236}">
                    <a16:creationId xmlns:a16="http://schemas.microsoft.com/office/drawing/2014/main" id="{EEC1C7DC-B704-4F01-3D37-8618C303BA54}"/>
                  </a:ext>
                </a:extLst>
              </p14:cNvPr>
              <p14:cNvContentPartPr/>
              <p14:nvPr/>
            </p14:nvContentPartPr>
            <p14:xfrm>
              <a:off x="9705087" y="138891"/>
              <a:ext cx="47880" cy="32400"/>
            </p14:xfrm>
          </p:contentPart>
        </mc:Choice>
        <mc:Fallback xmlns="">
          <p:pic>
            <p:nvPicPr>
              <p:cNvPr id="234" name="Ink 233">
                <a:extLst>
                  <a:ext uri="{FF2B5EF4-FFF2-40B4-BE49-F238E27FC236}">
                    <a16:creationId xmlns:a16="http://schemas.microsoft.com/office/drawing/2014/main" id="{EEC1C7DC-B704-4F01-3D37-8618C303BA54}"/>
                  </a:ext>
                </a:extLst>
              </p:cNvPr>
              <p:cNvPicPr/>
              <p:nvPr/>
            </p:nvPicPr>
            <p:blipFill>
              <a:blip r:embed="rId243"/>
              <a:stretch>
                <a:fillRect/>
              </a:stretch>
            </p:blipFill>
            <p:spPr>
              <a:xfrm>
                <a:off x="9687087" y="120891"/>
                <a:ext cx="83520" cy="68040"/>
              </a:xfrm>
              <a:prstGeom prst="rect">
                <a:avLst/>
              </a:prstGeom>
            </p:spPr>
          </p:pic>
        </mc:Fallback>
      </mc:AlternateContent>
      <p:grpSp>
        <p:nvGrpSpPr>
          <p:cNvPr id="257" name="Group 256">
            <a:extLst>
              <a:ext uri="{FF2B5EF4-FFF2-40B4-BE49-F238E27FC236}">
                <a16:creationId xmlns:a16="http://schemas.microsoft.com/office/drawing/2014/main" id="{B36A3727-ACAD-3D10-480A-69BBE940A789}"/>
              </a:ext>
            </a:extLst>
          </p:cNvPr>
          <p:cNvGrpSpPr/>
          <p:nvPr/>
        </p:nvGrpSpPr>
        <p:grpSpPr>
          <a:xfrm>
            <a:off x="9712287" y="320691"/>
            <a:ext cx="1387800" cy="448560"/>
            <a:chOff x="9712287" y="320691"/>
            <a:chExt cx="1387800" cy="448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7CF60F92-5B61-8414-158D-1EC7BAA12F0C}"/>
                    </a:ext>
                  </a:extLst>
                </p14:cNvPr>
                <p14:cNvContentPartPr/>
                <p14:nvPr/>
              </p14:nvContentPartPr>
              <p14:xfrm>
                <a:off x="9734607" y="430851"/>
                <a:ext cx="360" cy="36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7CF60F92-5B61-8414-158D-1EC7BAA12F0C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9716607" y="41285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A9402096-37FB-53BE-7EE6-7E7895BCCCAD}"/>
                    </a:ext>
                  </a:extLst>
                </p14:cNvPr>
                <p14:cNvContentPartPr/>
                <p14:nvPr/>
              </p14:nvContentPartPr>
              <p14:xfrm>
                <a:off x="9727407" y="438771"/>
                <a:ext cx="720" cy="72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A9402096-37FB-53BE-7EE6-7E7895BCCCAD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9709407" y="426771"/>
                  <a:ext cx="3636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C02DDB60-5DF5-5A5C-0370-A3466EADFC94}"/>
                    </a:ext>
                  </a:extLst>
                </p14:cNvPr>
                <p14:cNvContentPartPr/>
                <p14:nvPr/>
              </p14:nvContentPartPr>
              <p14:xfrm>
                <a:off x="9712287" y="320691"/>
                <a:ext cx="223920" cy="29016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C02DDB60-5DF5-5A5C-0370-A3466EADFC94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9694287" y="302691"/>
                  <a:ext cx="25956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E41F3D9E-0034-F7B7-AF2B-65B5BAA1E1D4}"/>
                    </a:ext>
                  </a:extLst>
                </p14:cNvPr>
                <p14:cNvContentPartPr/>
                <p14:nvPr/>
              </p14:nvContentPartPr>
              <p14:xfrm>
                <a:off x="10028367" y="485211"/>
                <a:ext cx="64800" cy="16164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E41F3D9E-0034-F7B7-AF2B-65B5BAA1E1D4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0010367" y="467211"/>
                  <a:ext cx="10044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68BE5111-3AA6-FA21-679F-443579AEFA32}"/>
                    </a:ext>
                  </a:extLst>
                </p14:cNvPr>
                <p14:cNvContentPartPr/>
                <p14:nvPr/>
              </p14:nvContentPartPr>
              <p14:xfrm>
                <a:off x="10009647" y="569811"/>
                <a:ext cx="42120" cy="5256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68BE5111-3AA6-FA21-679F-443579AEFA32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9991647" y="551811"/>
                  <a:ext cx="7776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1AD4E7CE-9C7C-2848-779E-CE854DFE93DA}"/>
                    </a:ext>
                  </a:extLst>
                </p14:cNvPr>
                <p14:cNvContentPartPr/>
                <p14:nvPr/>
              </p14:nvContentPartPr>
              <p14:xfrm>
                <a:off x="10168047" y="440211"/>
                <a:ext cx="77400" cy="4176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1AD4E7CE-9C7C-2848-779E-CE854DFE93DA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0150047" y="422365"/>
                  <a:ext cx="113040" cy="7709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CD3A62B1-1EFE-9C92-7120-ACBEA9B1C914}"/>
                    </a:ext>
                  </a:extLst>
                </p14:cNvPr>
                <p14:cNvContentPartPr/>
                <p14:nvPr/>
              </p14:nvContentPartPr>
              <p14:xfrm>
                <a:off x="10192527" y="511131"/>
                <a:ext cx="97920" cy="4500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CD3A62B1-1EFE-9C92-7120-ACBEA9B1C914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0174461" y="493131"/>
                  <a:ext cx="133692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BC72C485-C4E4-D907-419D-402379161F7F}"/>
                    </a:ext>
                  </a:extLst>
                </p14:cNvPr>
                <p14:cNvContentPartPr/>
                <p14:nvPr/>
              </p14:nvContentPartPr>
              <p14:xfrm>
                <a:off x="10340847" y="358491"/>
                <a:ext cx="39240" cy="21420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BC72C485-C4E4-D907-419D-402379161F7F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0322847" y="340491"/>
                  <a:ext cx="7488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083ECA3B-5384-2C18-00B1-1D92082206F6}"/>
                    </a:ext>
                  </a:extLst>
                </p14:cNvPr>
                <p14:cNvContentPartPr/>
                <p14:nvPr/>
              </p14:nvContentPartPr>
              <p14:xfrm>
                <a:off x="10310967" y="382251"/>
                <a:ext cx="65520" cy="8856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083ECA3B-5384-2C18-00B1-1D92082206F6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10292967" y="364251"/>
                  <a:ext cx="10116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5D96EB92-9A1E-3102-1FF9-E7EF4B3837D9}"/>
                    </a:ext>
                  </a:extLst>
                </p14:cNvPr>
                <p14:cNvContentPartPr/>
                <p14:nvPr/>
              </p14:nvContentPartPr>
              <p14:xfrm>
                <a:off x="10359927" y="574131"/>
                <a:ext cx="96840" cy="5076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5D96EB92-9A1E-3102-1FF9-E7EF4B3837D9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10341927" y="556131"/>
                  <a:ext cx="13248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C22B48AF-2241-D015-F4A7-E15612102416}"/>
                    </a:ext>
                  </a:extLst>
                </p14:cNvPr>
                <p14:cNvContentPartPr/>
                <p14:nvPr/>
              </p14:nvContentPartPr>
              <p14:xfrm>
                <a:off x="10535247" y="534171"/>
                <a:ext cx="37800" cy="10800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C22B48AF-2241-D015-F4A7-E15612102416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10517247" y="516171"/>
                  <a:ext cx="7344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33C49F0E-A26E-80F3-7D44-4E0FF51639E3}"/>
                    </a:ext>
                  </a:extLst>
                </p14:cNvPr>
                <p14:cNvContentPartPr/>
                <p14:nvPr/>
              </p14:nvContentPartPr>
              <p14:xfrm>
                <a:off x="10560447" y="492771"/>
                <a:ext cx="82800" cy="11880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33C49F0E-A26E-80F3-7D44-4E0FF51639E3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0542447" y="474771"/>
                  <a:ext cx="11844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3E3F9247-355A-EBFC-6606-8AB540552EF9}"/>
                    </a:ext>
                  </a:extLst>
                </p14:cNvPr>
                <p14:cNvContentPartPr/>
                <p14:nvPr/>
              </p14:nvContentPartPr>
              <p14:xfrm>
                <a:off x="10593207" y="623091"/>
                <a:ext cx="103320" cy="2808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3E3F9247-355A-EBFC-6606-8AB540552EF9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0575269" y="605091"/>
                  <a:ext cx="138836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0841A75F-F9AE-873A-873F-E26AC1B7E960}"/>
                    </a:ext>
                  </a:extLst>
                </p14:cNvPr>
                <p14:cNvContentPartPr/>
                <p14:nvPr/>
              </p14:nvContentPartPr>
              <p14:xfrm>
                <a:off x="10763127" y="571971"/>
                <a:ext cx="27360" cy="14652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0841A75F-F9AE-873A-873F-E26AC1B7E960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0744887" y="553971"/>
                  <a:ext cx="63475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A0CDDBAE-0194-4AB7-D5A6-F2755E3E9DEE}"/>
                    </a:ext>
                  </a:extLst>
                </p14:cNvPr>
                <p14:cNvContentPartPr/>
                <p14:nvPr/>
              </p14:nvContentPartPr>
              <p14:xfrm>
                <a:off x="10735767" y="655131"/>
                <a:ext cx="172800" cy="10800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A0CDDBAE-0194-4AB7-D5A6-F2755E3E9DEE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0717767" y="637131"/>
                  <a:ext cx="20844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B6E4D7AC-AA65-B57D-BF68-73B3C625D25D}"/>
                    </a:ext>
                  </a:extLst>
                </p14:cNvPr>
                <p14:cNvContentPartPr/>
                <p14:nvPr/>
              </p14:nvContentPartPr>
              <p14:xfrm>
                <a:off x="10980927" y="626691"/>
                <a:ext cx="41400" cy="14256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B6E4D7AC-AA65-B57D-BF68-73B3C625D25D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0962927" y="608691"/>
                  <a:ext cx="7704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3E800E8F-6D87-D969-3DB1-E9813882F01B}"/>
                    </a:ext>
                  </a:extLst>
                </p14:cNvPr>
                <p14:cNvContentPartPr/>
                <p14:nvPr/>
              </p14:nvContentPartPr>
              <p14:xfrm>
                <a:off x="10989567" y="700131"/>
                <a:ext cx="110520" cy="4752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3E800E8F-6D87-D969-3DB1-E9813882F01B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0971567" y="682131"/>
                  <a:ext cx="146160" cy="83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940D082A-6AD5-8F75-9C5D-A17907DF7AC6}"/>
              </a:ext>
            </a:extLst>
          </p:cNvPr>
          <p:cNvGrpSpPr/>
          <p:nvPr/>
        </p:nvGrpSpPr>
        <p:grpSpPr>
          <a:xfrm>
            <a:off x="1028727" y="4336491"/>
            <a:ext cx="457920" cy="344880"/>
            <a:chOff x="1028727" y="4336491"/>
            <a:chExt cx="457920" cy="344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A7F3826A-C9FE-327E-8D54-0F5B2E765CF3}"/>
                    </a:ext>
                  </a:extLst>
                </p14:cNvPr>
                <p14:cNvContentPartPr/>
                <p14:nvPr/>
              </p14:nvContentPartPr>
              <p14:xfrm>
                <a:off x="1028727" y="4336491"/>
                <a:ext cx="247320" cy="34488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A7F3826A-C9FE-327E-8D54-0F5B2E765CF3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010727" y="4318491"/>
                  <a:ext cx="282960" cy="38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3ACDA8D6-815D-D34A-4E5C-259CAC27586C}"/>
                    </a:ext>
                  </a:extLst>
                </p14:cNvPr>
                <p14:cNvContentPartPr/>
                <p14:nvPr/>
              </p14:nvContentPartPr>
              <p14:xfrm>
                <a:off x="1388007" y="4480491"/>
                <a:ext cx="62640" cy="619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3ACDA8D6-815D-D34A-4E5C-259CAC27586C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370367" y="4462491"/>
                  <a:ext cx="9828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526A1946-9349-E205-7350-E7D6FD781ED5}"/>
                    </a:ext>
                  </a:extLst>
                </p14:cNvPr>
                <p14:cNvContentPartPr/>
                <p14:nvPr/>
              </p14:nvContentPartPr>
              <p14:xfrm>
                <a:off x="1429767" y="4572291"/>
                <a:ext cx="56880" cy="403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526A1946-9349-E205-7350-E7D6FD781ED5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412127" y="4554291"/>
                  <a:ext cx="92520" cy="75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4">
            <p14:nvContentPartPr>
              <p14:cNvPr id="258" name="Ink 257">
                <a:extLst>
                  <a:ext uri="{FF2B5EF4-FFF2-40B4-BE49-F238E27FC236}">
                    <a16:creationId xmlns:a16="http://schemas.microsoft.com/office/drawing/2014/main" id="{45A6616F-3755-12F5-4AAD-80B528C1527A}"/>
                  </a:ext>
                </a:extLst>
              </p14:cNvPr>
              <p14:cNvContentPartPr/>
              <p14:nvPr/>
            </p14:nvContentPartPr>
            <p14:xfrm>
              <a:off x="1969407" y="-27789"/>
              <a:ext cx="1981440" cy="3485880"/>
            </p14:xfrm>
          </p:contentPart>
        </mc:Choice>
        <mc:Fallback xmlns="">
          <p:pic>
            <p:nvPicPr>
              <p:cNvPr id="258" name="Ink 257">
                <a:extLst>
                  <a:ext uri="{FF2B5EF4-FFF2-40B4-BE49-F238E27FC236}">
                    <a16:creationId xmlns:a16="http://schemas.microsoft.com/office/drawing/2014/main" id="{45A6616F-3755-12F5-4AAD-80B528C1527A}"/>
                  </a:ext>
                </a:extLst>
              </p:cNvPr>
              <p:cNvPicPr/>
              <p:nvPr/>
            </p:nvPicPr>
            <p:blipFill>
              <a:blip r:embed="rId285"/>
              <a:stretch>
                <a:fillRect/>
              </a:stretch>
            </p:blipFill>
            <p:spPr>
              <a:xfrm>
                <a:off x="1915767" y="-135789"/>
                <a:ext cx="2089080" cy="370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6">
            <p14:nvContentPartPr>
              <p14:cNvPr id="259" name="Ink 258">
                <a:extLst>
                  <a:ext uri="{FF2B5EF4-FFF2-40B4-BE49-F238E27FC236}">
                    <a16:creationId xmlns:a16="http://schemas.microsoft.com/office/drawing/2014/main" id="{78C0B38C-E43B-DF21-362A-493B9C7CE8B5}"/>
                  </a:ext>
                </a:extLst>
              </p14:cNvPr>
              <p14:cNvContentPartPr/>
              <p14:nvPr/>
            </p14:nvContentPartPr>
            <p14:xfrm>
              <a:off x="659007" y="4070451"/>
              <a:ext cx="1774440" cy="933480"/>
            </p14:xfrm>
          </p:contentPart>
        </mc:Choice>
        <mc:Fallback xmlns="">
          <p:pic>
            <p:nvPicPr>
              <p:cNvPr id="259" name="Ink 258">
                <a:extLst>
                  <a:ext uri="{FF2B5EF4-FFF2-40B4-BE49-F238E27FC236}">
                    <a16:creationId xmlns:a16="http://schemas.microsoft.com/office/drawing/2014/main" id="{78C0B38C-E43B-DF21-362A-493B9C7CE8B5}"/>
                  </a:ext>
                </a:extLst>
              </p:cNvPr>
              <p:cNvPicPr/>
              <p:nvPr/>
            </p:nvPicPr>
            <p:blipFill>
              <a:blip r:embed="rId287"/>
              <a:stretch>
                <a:fillRect/>
              </a:stretch>
            </p:blipFill>
            <p:spPr>
              <a:xfrm>
                <a:off x="605367" y="3962811"/>
                <a:ext cx="1882080" cy="1149120"/>
              </a:xfrm>
              <a:prstGeom prst="rect">
                <a:avLst/>
              </a:prstGeom>
            </p:spPr>
          </p:pic>
        </mc:Fallback>
      </mc:AlternateContent>
      <p:grpSp>
        <p:nvGrpSpPr>
          <p:cNvPr id="274" name="Group 273">
            <a:extLst>
              <a:ext uri="{FF2B5EF4-FFF2-40B4-BE49-F238E27FC236}">
                <a16:creationId xmlns:a16="http://schemas.microsoft.com/office/drawing/2014/main" id="{74A48295-8D3D-9526-2DE7-D9B658863B5E}"/>
              </a:ext>
            </a:extLst>
          </p:cNvPr>
          <p:cNvGrpSpPr/>
          <p:nvPr/>
        </p:nvGrpSpPr>
        <p:grpSpPr>
          <a:xfrm>
            <a:off x="844407" y="5496411"/>
            <a:ext cx="206640" cy="425520"/>
            <a:chOff x="844407" y="5496411"/>
            <a:chExt cx="206640" cy="425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978AAF31-E44D-FE42-B1AD-5DDC658B2BFB}"/>
                    </a:ext>
                  </a:extLst>
                </p14:cNvPr>
                <p14:cNvContentPartPr/>
                <p14:nvPr/>
              </p14:nvContentPartPr>
              <p14:xfrm>
                <a:off x="885087" y="5496411"/>
                <a:ext cx="61920" cy="32940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978AAF31-E44D-FE42-B1AD-5DDC658B2BFB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867447" y="5478771"/>
                  <a:ext cx="97560" cy="36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7A2C983C-690A-5B8A-23FB-E8A6720DC103}"/>
                    </a:ext>
                  </a:extLst>
                </p14:cNvPr>
                <p14:cNvContentPartPr/>
                <p14:nvPr/>
              </p14:nvContentPartPr>
              <p14:xfrm>
                <a:off x="844407" y="5520891"/>
                <a:ext cx="146160" cy="11376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7A2C983C-690A-5B8A-23FB-E8A6720DC103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826407" y="5503251"/>
                  <a:ext cx="18180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144DFEF1-5978-F73E-9903-2A74B636034C}"/>
                    </a:ext>
                  </a:extLst>
                </p14:cNvPr>
                <p14:cNvContentPartPr/>
                <p14:nvPr/>
              </p14:nvContentPartPr>
              <p14:xfrm>
                <a:off x="920007" y="5824011"/>
                <a:ext cx="131040" cy="9792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144DFEF1-5978-F73E-9903-2A74B636034C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902367" y="5806371"/>
                  <a:ext cx="166680" cy="133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3" name="Group 272">
            <a:extLst>
              <a:ext uri="{FF2B5EF4-FFF2-40B4-BE49-F238E27FC236}">
                <a16:creationId xmlns:a16="http://schemas.microsoft.com/office/drawing/2014/main" id="{B272267C-F4E4-4370-D164-294F539F9314}"/>
              </a:ext>
            </a:extLst>
          </p:cNvPr>
          <p:cNvGrpSpPr/>
          <p:nvPr/>
        </p:nvGrpSpPr>
        <p:grpSpPr>
          <a:xfrm>
            <a:off x="1256967" y="5437011"/>
            <a:ext cx="847080" cy="430200"/>
            <a:chOff x="1256967" y="5437011"/>
            <a:chExt cx="847080" cy="43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51149EFA-88B5-823E-D995-6F8897EF5B1D}"/>
                    </a:ext>
                  </a:extLst>
                </p14:cNvPr>
                <p14:cNvContentPartPr/>
                <p14:nvPr/>
              </p14:nvContentPartPr>
              <p14:xfrm>
                <a:off x="1256967" y="5540331"/>
                <a:ext cx="112680" cy="24300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51149EFA-88B5-823E-D995-6F8897EF5B1D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1239327" y="5522691"/>
                  <a:ext cx="14832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1D3CFF34-4B29-744C-5A21-1BC944E6E620}"/>
                    </a:ext>
                  </a:extLst>
                </p14:cNvPr>
                <p14:cNvContentPartPr/>
                <p14:nvPr/>
              </p14:nvContentPartPr>
              <p14:xfrm>
                <a:off x="1271367" y="5437011"/>
                <a:ext cx="227160" cy="21024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1D3CFF34-4B29-744C-5A21-1BC944E6E620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253367" y="5419371"/>
                  <a:ext cx="26280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F30B52D3-145D-F803-CDAC-132377F782FE}"/>
                    </a:ext>
                  </a:extLst>
                </p14:cNvPr>
                <p14:cNvContentPartPr/>
                <p14:nvPr/>
              </p14:nvContentPartPr>
              <p14:xfrm>
                <a:off x="1573047" y="5616291"/>
                <a:ext cx="105840" cy="24948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F30B52D3-145D-F803-CDAC-132377F782FE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1555047" y="5598651"/>
                  <a:ext cx="14148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851AD144-24E3-DF85-90FE-6D3406E0859B}"/>
                    </a:ext>
                  </a:extLst>
                </p14:cNvPr>
                <p14:cNvContentPartPr/>
                <p14:nvPr/>
              </p14:nvContentPartPr>
              <p14:xfrm>
                <a:off x="1588887" y="5739771"/>
                <a:ext cx="125640" cy="4680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851AD144-24E3-DF85-90FE-6D3406E0859B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1570887" y="5722131"/>
                  <a:ext cx="16128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583805CE-9DCD-6990-D50E-5C966771B8F2}"/>
                    </a:ext>
                  </a:extLst>
                </p14:cNvPr>
                <p14:cNvContentPartPr/>
                <p14:nvPr/>
              </p14:nvContentPartPr>
              <p14:xfrm>
                <a:off x="1827207" y="5716731"/>
                <a:ext cx="108720" cy="15048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583805CE-9DCD-6990-D50E-5C966771B8F2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1809207" y="5699091"/>
                  <a:ext cx="14436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69DC22EC-502E-4EED-DFD7-EF965068BFE9}"/>
                    </a:ext>
                  </a:extLst>
                </p14:cNvPr>
                <p14:cNvContentPartPr/>
                <p14:nvPr/>
              </p14:nvContentPartPr>
              <p14:xfrm>
                <a:off x="1992447" y="5600451"/>
                <a:ext cx="111600" cy="19944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69DC22EC-502E-4EED-DFD7-EF965068BFE9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1974447" y="5582451"/>
                  <a:ext cx="14724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AB4DA54C-97F1-F837-FE86-7AFBB7532B23}"/>
                    </a:ext>
                  </a:extLst>
                </p14:cNvPr>
                <p14:cNvContentPartPr/>
                <p14:nvPr/>
              </p14:nvContentPartPr>
              <p14:xfrm>
                <a:off x="2019087" y="5613411"/>
                <a:ext cx="72720" cy="7884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AB4DA54C-97F1-F837-FE86-7AFBB7532B23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2001447" y="5595411"/>
                  <a:ext cx="108360" cy="11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2" name="Group 271">
            <a:extLst>
              <a:ext uri="{FF2B5EF4-FFF2-40B4-BE49-F238E27FC236}">
                <a16:creationId xmlns:a16="http://schemas.microsoft.com/office/drawing/2014/main" id="{6D0BC730-8327-27B9-9682-B716C033A71D}"/>
              </a:ext>
            </a:extLst>
          </p:cNvPr>
          <p:cNvGrpSpPr/>
          <p:nvPr/>
        </p:nvGrpSpPr>
        <p:grpSpPr>
          <a:xfrm>
            <a:off x="2342367" y="5485611"/>
            <a:ext cx="106560" cy="78480"/>
            <a:chOff x="2342367" y="5485611"/>
            <a:chExt cx="106560" cy="78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4853292A-0B90-355D-4C4D-BD02204209D6}"/>
                    </a:ext>
                  </a:extLst>
                </p14:cNvPr>
                <p14:cNvContentPartPr/>
                <p14:nvPr/>
              </p14:nvContentPartPr>
              <p14:xfrm>
                <a:off x="2342367" y="5485611"/>
                <a:ext cx="54720" cy="1656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4853292A-0B90-355D-4C4D-BD02204209D6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2324367" y="5467971"/>
                  <a:ext cx="9036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AC6707AE-BECB-1EEC-6532-47AF9BE27E14}"/>
                    </a:ext>
                  </a:extLst>
                </p14:cNvPr>
                <p14:cNvContentPartPr/>
                <p14:nvPr/>
              </p14:nvContentPartPr>
              <p14:xfrm>
                <a:off x="2387007" y="5507211"/>
                <a:ext cx="61920" cy="5688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AC6707AE-BECB-1EEC-6532-47AF9BE27E14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2369007" y="5489571"/>
                  <a:ext cx="97560" cy="92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5" name="Group 284">
            <a:extLst>
              <a:ext uri="{FF2B5EF4-FFF2-40B4-BE49-F238E27FC236}">
                <a16:creationId xmlns:a16="http://schemas.microsoft.com/office/drawing/2014/main" id="{341568B9-7C9D-9138-382E-B9FB939C7E3E}"/>
              </a:ext>
            </a:extLst>
          </p:cNvPr>
          <p:cNvGrpSpPr/>
          <p:nvPr/>
        </p:nvGrpSpPr>
        <p:grpSpPr>
          <a:xfrm>
            <a:off x="1714527" y="4195371"/>
            <a:ext cx="489600" cy="499320"/>
            <a:chOff x="1714527" y="4195371"/>
            <a:chExt cx="489600" cy="499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7B7E5888-305F-EE97-51AA-FAB36FA8DA94}"/>
                    </a:ext>
                  </a:extLst>
                </p14:cNvPr>
                <p14:cNvContentPartPr/>
                <p14:nvPr/>
              </p14:nvContentPartPr>
              <p14:xfrm>
                <a:off x="1767087" y="4299051"/>
                <a:ext cx="86400" cy="35352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7B7E5888-305F-EE97-51AA-FAB36FA8DA94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749447" y="4281411"/>
                  <a:ext cx="122040" cy="38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5AB5FFE5-B7EC-28F9-9595-EE113119A1D4}"/>
                    </a:ext>
                  </a:extLst>
                </p14:cNvPr>
                <p14:cNvContentPartPr/>
                <p14:nvPr/>
              </p14:nvContentPartPr>
              <p14:xfrm>
                <a:off x="1714527" y="4267731"/>
                <a:ext cx="107640" cy="6192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5AB5FFE5-B7EC-28F9-9595-EE113119A1D4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1696527" y="4250091"/>
                  <a:ext cx="14328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EAAE1E44-696E-A5C8-F041-9F8EDC7B6DF5}"/>
                    </a:ext>
                  </a:extLst>
                </p14:cNvPr>
                <p14:cNvContentPartPr/>
                <p14:nvPr/>
              </p14:nvContentPartPr>
              <p14:xfrm>
                <a:off x="1781847" y="4602171"/>
                <a:ext cx="101520" cy="3492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EAAE1E44-696E-A5C8-F041-9F8EDC7B6DF5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1763847" y="4584531"/>
                  <a:ext cx="13716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853400D0-333F-C188-2CC8-AB4544757CFB}"/>
                    </a:ext>
                  </a:extLst>
                </p14:cNvPr>
                <p14:cNvContentPartPr/>
                <p14:nvPr/>
              </p14:nvContentPartPr>
              <p14:xfrm>
                <a:off x="2052207" y="4268451"/>
                <a:ext cx="52560" cy="28872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853400D0-333F-C188-2CC8-AB4544757CFB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2034207" y="4250451"/>
                  <a:ext cx="88200" cy="3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472BACA4-A423-57E8-17F1-EF9C0C5607C9}"/>
                    </a:ext>
                  </a:extLst>
                </p14:cNvPr>
                <p14:cNvContentPartPr/>
                <p14:nvPr/>
              </p14:nvContentPartPr>
              <p14:xfrm>
                <a:off x="2029167" y="4195371"/>
                <a:ext cx="174960" cy="20772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472BACA4-A423-57E8-17F1-EF9C0C5607C9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2011527" y="4177371"/>
                  <a:ext cx="21060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C5115BC0-2C1F-9B03-815D-E9F9759FF268}"/>
                    </a:ext>
                  </a:extLst>
                </p14:cNvPr>
                <p14:cNvContentPartPr/>
                <p14:nvPr/>
              </p14:nvContentPartPr>
              <p14:xfrm>
                <a:off x="1993527" y="4533411"/>
                <a:ext cx="52560" cy="16128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C5115BC0-2C1F-9B03-815D-E9F9759FF268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1975887" y="4515771"/>
                  <a:ext cx="88200" cy="196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24">
            <p14:nvContentPartPr>
              <p14:cNvPr id="276" name="Ink 275">
                <a:extLst>
                  <a:ext uri="{FF2B5EF4-FFF2-40B4-BE49-F238E27FC236}">
                    <a16:creationId xmlns:a16="http://schemas.microsoft.com/office/drawing/2014/main" id="{4D857840-2551-20C4-F528-9DBEFA2D5E32}"/>
                  </a:ext>
                </a:extLst>
              </p14:cNvPr>
              <p14:cNvContentPartPr/>
              <p14:nvPr/>
            </p14:nvContentPartPr>
            <p14:xfrm>
              <a:off x="2371527" y="4372131"/>
              <a:ext cx="42840" cy="160920"/>
            </p14:xfrm>
          </p:contentPart>
        </mc:Choice>
        <mc:Fallback xmlns="">
          <p:pic>
            <p:nvPicPr>
              <p:cNvPr id="276" name="Ink 275">
                <a:extLst>
                  <a:ext uri="{FF2B5EF4-FFF2-40B4-BE49-F238E27FC236}">
                    <a16:creationId xmlns:a16="http://schemas.microsoft.com/office/drawing/2014/main" id="{4D857840-2551-20C4-F528-9DBEFA2D5E32}"/>
                  </a:ext>
                </a:extLst>
              </p:cNvPr>
              <p:cNvPicPr/>
              <p:nvPr/>
            </p:nvPicPr>
            <p:blipFill>
              <a:blip r:embed="rId325"/>
              <a:stretch>
                <a:fillRect/>
              </a:stretch>
            </p:blipFill>
            <p:spPr>
              <a:xfrm>
                <a:off x="2353887" y="4354491"/>
                <a:ext cx="78480" cy="196560"/>
              </a:xfrm>
              <a:prstGeom prst="rect">
                <a:avLst/>
              </a:prstGeom>
            </p:spPr>
          </p:pic>
        </mc:Fallback>
      </mc:AlternateContent>
      <p:grpSp>
        <p:nvGrpSpPr>
          <p:cNvPr id="284" name="Group 283">
            <a:extLst>
              <a:ext uri="{FF2B5EF4-FFF2-40B4-BE49-F238E27FC236}">
                <a16:creationId xmlns:a16="http://schemas.microsoft.com/office/drawing/2014/main" id="{CD0D52DA-D9E0-29B4-7661-380B981DF581}"/>
              </a:ext>
            </a:extLst>
          </p:cNvPr>
          <p:cNvGrpSpPr/>
          <p:nvPr/>
        </p:nvGrpSpPr>
        <p:grpSpPr>
          <a:xfrm>
            <a:off x="2726487" y="5134611"/>
            <a:ext cx="783000" cy="465120"/>
            <a:chOff x="2726487" y="5134611"/>
            <a:chExt cx="783000" cy="465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A2BA61AC-E355-0CBD-AC2C-97C70F6FCD9B}"/>
                    </a:ext>
                  </a:extLst>
                </p14:cNvPr>
                <p14:cNvContentPartPr/>
                <p14:nvPr/>
              </p14:nvContentPartPr>
              <p14:xfrm>
                <a:off x="2785527" y="5271411"/>
                <a:ext cx="72000" cy="29232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A2BA61AC-E355-0CBD-AC2C-97C70F6FCD9B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2767887" y="5253411"/>
                  <a:ext cx="107640" cy="32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98D9B49C-F453-1FD9-980E-21D836CCC44F}"/>
                    </a:ext>
                  </a:extLst>
                </p14:cNvPr>
                <p14:cNvContentPartPr/>
                <p14:nvPr/>
              </p14:nvContentPartPr>
              <p14:xfrm>
                <a:off x="2726487" y="5238291"/>
                <a:ext cx="131760" cy="4068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98D9B49C-F453-1FD9-980E-21D836CCC44F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2708487" y="5220291"/>
                  <a:ext cx="16740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5FB27C7D-F6A5-5CBD-FD44-F8FAA6E824E8}"/>
                    </a:ext>
                  </a:extLst>
                </p14:cNvPr>
                <p14:cNvContentPartPr/>
                <p14:nvPr/>
              </p14:nvContentPartPr>
              <p14:xfrm>
                <a:off x="2817207" y="5527371"/>
                <a:ext cx="84600" cy="2304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5FB27C7D-F6A5-5CBD-FD44-F8FAA6E824E8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2799567" y="5509371"/>
                  <a:ext cx="12024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50BD4A81-ED20-8D68-772D-E47FEB96C646}"/>
                    </a:ext>
                  </a:extLst>
                </p14:cNvPr>
                <p14:cNvContentPartPr/>
                <p14:nvPr/>
              </p14:nvContentPartPr>
              <p14:xfrm>
                <a:off x="3027447" y="5453211"/>
                <a:ext cx="20880" cy="14652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50BD4A81-ED20-8D68-772D-E47FEB96C646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3009807" y="5435571"/>
                  <a:ext cx="5652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8678AC59-0355-AA5A-DCC6-4A15D6DE170C}"/>
                    </a:ext>
                  </a:extLst>
                </p14:cNvPr>
                <p14:cNvContentPartPr/>
                <p14:nvPr/>
              </p14:nvContentPartPr>
              <p14:xfrm>
                <a:off x="3186927" y="5206251"/>
                <a:ext cx="100080" cy="26712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8678AC59-0355-AA5A-DCC6-4A15D6DE170C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3169287" y="5188251"/>
                  <a:ext cx="13572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9C976790-7E1C-2051-17EB-DB0148B5265B}"/>
                    </a:ext>
                  </a:extLst>
                </p14:cNvPr>
                <p14:cNvContentPartPr/>
                <p14:nvPr/>
              </p14:nvContentPartPr>
              <p14:xfrm>
                <a:off x="3199887" y="5134611"/>
                <a:ext cx="150120" cy="17496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9C976790-7E1C-2051-17EB-DB0148B5265B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3181887" y="5116611"/>
                  <a:ext cx="18576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E957B417-885A-432E-F13A-CA3AD4B9E2B3}"/>
                    </a:ext>
                  </a:extLst>
                </p14:cNvPr>
                <p14:cNvContentPartPr/>
                <p14:nvPr/>
              </p14:nvContentPartPr>
              <p14:xfrm>
                <a:off x="3468447" y="5282211"/>
                <a:ext cx="41040" cy="13284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E957B417-885A-432E-F13A-CA3AD4B9E2B3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3450807" y="5264211"/>
                  <a:ext cx="76680" cy="16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3" name="Group 292">
            <a:extLst>
              <a:ext uri="{FF2B5EF4-FFF2-40B4-BE49-F238E27FC236}">
                <a16:creationId xmlns:a16="http://schemas.microsoft.com/office/drawing/2014/main" id="{751B7F7C-953F-9A27-4B5E-26CB754D777C}"/>
              </a:ext>
            </a:extLst>
          </p:cNvPr>
          <p:cNvGrpSpPr/>
          <p:nvPr/>
        </p:nvGrpSpPr>
        <p:grpSpPr>
          <a:xfrm>
            <a:off x="1753767" y="6235131"/>
            <a:ext cx="194040" cy="347400"/>
            <a:chOff x="1753767" y="6235131"/>
            <a:chExt cx="194040" cy="347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F09CBDA8-BBCD-18B3-D13F-A673DB566F76}"/>
                    </a:ext>
                  </a:extLst>
                </p14:cNvPr>
                <p14:cNvContentPartPr/>
                <p14:nvPr/>
              </p14:nvContentPartPr>
              <p14:xfrm>
                <a:off x="1792287" y="6299931"/>
                <a:ext cx="101520" cy="28260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F09CBDA8-BBCD-18B3-D13F-A673DB566F76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1774287" y="6281931"/>
                  <a:ext cx="13716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29706D64-FF24-ED02-6366-58472E91ACF2}"/>
                    </a:ext>
                  </a:extLst>
                </p14:cNvPr>
                <p14:cNvContentPartPr/>
                <p14:nvPr/>
              </p14:nvContentPartPr>
              <p14:xfrm>
                <a:off x="1753767" y="6235131"/>
                <a:ext cx="155160" cy="8640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29706D64-FF24-ED02-6366-58472E91ACF2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1735767" y="6217491"/>
                  <a:ext cx="19080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91DCC22D-7286-D78D-D809-DB0AD3427AF2}"/>
                    </a:ext>
                  </a:extLst>
                </p14:cNvPr>
                <p14:cNvContentPartPr/>
                <p14:nvPr/>
              </p14:nvContentPartPr>
              <p14:xfrm>
                <a:off x="1874727" y="6489291"/>
                <a:ext cx="73080" cy="5364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91DCC22D-7286-D78D-D809-DB0AD3427AF2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1856727" y="6471651"/>
                  <a:ext cx="108720" cy="89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46">
            <p14:nvContentPartPr>
              <p14:cNvPr id="289" name="Ink 288">
                <a:extLst>
                  <a:ext uri="{FF2B5EF4-FFF2-40B4-BE49-F238E27FC236}">
                    <a16:creationId xmlns:a16="http://schemas.microsoft.com/office/drawing/2014/main" id="{C08D92A6-B37D-68D9-0A91-695A3100C29A}"/>
                  </a:ext>
                </a:extLst>
              </p14:cNvPr>
              <p14:cNvContentPartPr/>
              <p14:nvPr/>
            </p14:nvContentPartPr>
            <p14:xfrm>
              <a:off x="2111607" y="6454371"/>
              <a:ext cx="43200" cy="191160"/>
            </p14:xfrm>
          </p:contentPart>
        </mc:Choice>
        <mc:Fallback xmlns="">
          <p:pic>
            <p:nvPicPr>
              <p:cNvPr id="289" name="Ink 288">
                <a:extLst>
                  <a:ext uri="{FF2B5EF4-FFF2-40B4-BE49-F238E27FC236}">
                    <a16:creationId xmlns:a16="http://schemas.microsoft.com/office/drawing/2014/main" id="{C08D92A6-B37D-68D9-0A91-695A3100C29A}"/>
                  </a:ext>
                </a:extLst>
              </p:cNvPr>
              <p:cNvPicPr/>
              <p:nvPr/>
            </p:nvPicPr>
            <p:blipFill>
              <a:blip r:embed="rId347"/>
              <a:stretch>
                <a:fillRect/>
              </a:stretch>
            </p:blipFill>
            <p:spPr>
              <a:xfrm>
                <a:off x="2093967" y="6436731"/>
                <a:ext cx="78840" cy="226800"/>
              </a:xfrm>
              <a:prstGeom prst="rect">
                <a:avLst/>
              </a:prstGeom>
            </p:spPr>
          </p:pic>
        </mc:Fallback>
      </mc:AlternateContent>
      <p:grpSp>
        <p:nvGrpSpPr>
          <p:cNvPr id="292" name="Group 291">
            <a:extLst>
              <a:ext uri="{FF2B5EF4-FFF2-40B4-BE49-F238E27FC236}">
                <a16:creationId xmlns:a16="http://schemas.microsoft.com/office/drawing/2014/main" id="{F76337ED-EE5A-E45B-0773-AF7D6941E36C}"/>
              </a:ext>
            </a:extLst>
          </p:cNvPr>
          <p:cNvGrpSpPr/>
          <p:nvPr/>
        </p:nvGrpSpPr>
        <p:grpSpPr>
          <a:xfrm>
            <a:off x="2423727" y="6434211"/>
            <a:ext cx="118440" cy="65880"/>
            <a:chOff x="2423727" y="6434211"/>
            <a:chExt cx="118440" cy="65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3005E4F6-8195-DD5E-9206-96DEE5C49B7F}"/>
                    </a:ext>
                  </a:extLst>
                </p14:cNvPr>
                <p14:cNvContentPartPr/>
                <p14:nvPr/>
              </p14:nvContentPartPr>
              <p14:xfrm>
                <a:off x="2423727" y="6434211"/>
                <a:ext cx="38880" cy="1872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3005E4F6-8195-DD5E-9206-96DEE5C49B7F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2406087" y="6416211"/>
                  <a:ext cx="7452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C4F7EEB9-CF06-0494-C8EF-9E2B5198FD77}"/>
                    </a:ext>
                  </a:extLst>
                </p14:cNvPr>
                <p14:cNvContentPartPr/>
                <p14:nvPr/>
              </p14:nvContentPartPr>
              <p14:xfrm>
                <a:off x="2496087" y="6465891"/>
                <a:ext cx="46080" cy="3420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C4F7EEB9-CF06-0494-C8EF-9E2B5198FD77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2478447" y="6447891"/>
                  <a:ext cx="81720" cy="69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4" name="Group 303">
            <a:extLst>
              <a:ext uri="{FF2B5EF4-FFF2-40B4-BE49-F238E27FC236}">
                <a16:creationId xmlns:a16="http://schemas.microsoft.com/office/drawing/2014/main" id="{371D9A3D-00DF-0997-C1C4-AFDC72B526C2}"/>
              </a:ext>
            </a:extLst>
          </p:cNvPr>
          <p:cNvGrpSpPr/>
          <p:nvPr/>
        </p:nvGrpSpPr>
        <p:grpSpPr>
          <a:xfrm>
            <a:off x="2810367" y="5794131"/>
            <a:ext cx="1511640" cy="604080"/>
            <a:chOff x="2810367" y="5794131"/>
            <a:chExt cx="1511640" cy="604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C7D7C558-2763-5F91-6DAF-021C1F685433}"/>
                    </a:ext>
                  </a:extLst>
                </p14:cNvPr>
                <p14:cNvContentPartPr/>
                <p14:nvPr/>
              </p14:nvContentPartPr>
              <p14:xfrm>
                <a:off x="2854287" y="5876931"/>
                <a:ext cx="62280" cy="27540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C7D7C558-2763-5F91-6DAF-021C1F685433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2836287" y="5859291"/>
                  <a:ext cx="9792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AACA094C-3FFD-A395-1D13-0C84F29F524F}"/>
                    </a:ext>
                  </a:extLst>
                </p14:cNvPr>
                <p14:cNvContentPartPr/>
                <p14:nvPr/>
              </p14:nvContentPartPr>
              <p14:xfrm>
                <a:off x="2810367" y="5862891"/>
                <a:ext cx="126000" cy="5868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AACA094C-3FFD-A395-1D13-0C84F29F524F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2792727" y="5845251"/>
                  <a:ext cx="16164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4990698D-D039-9E36-D7D6-07BF1F3A3CCB}"/>
                    </a:ext>
                  </a:extLst>
                </p14:cNvPr>
                <p14:cNvContentPartPr/>
                <p14:nvPr/>
              </p14:nvContentPartPr>
              <p14:xfrm>
                <a:off x="2914047" y="6113091"/>
                <a:ext cx="83520" cy="5796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4990698D-D039-9E36-D7D6-07BF1F3A3CCB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2896407" y="6095091"/>
                  <a:ext cx="11916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87742374-7E67-A0C1-A912-5F5C08F34B36}"/>
                    </a:ext>
                  </a:extLst>
                </p14:cNvPr>
                <p14:cNvContentPartPr/>
                <p14:nvPr/>
              </p14:nvContentPartPr>
              <p14:xfrm>
                <a:off x="3152367" y="5806371"/>
                <a:ext cx="129960" cy="30780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87742374-7E67-A0C1-A912-5F5C08F34B36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3134367" y="5788371"/>
                  <a:ext cx="165600" cy="34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13F39F29-3619-2127-DFF5-63B65B0213BA}"/>
                    </a:ext>
                  </a:extLst>
                </p14:cNvPr>
                <p14:cNvContentPartPr/>
                <p14:nvPr/>
              </p14:nvContentPartPr>
              <p14:xfrm>
                <a:off x="3157407" y="5794131"/>
                <a:ext cx="173160" cy="21240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13F39F29-3619-2127-DFF5-63B65B0213BA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3139407" y="5776131"/>
                  <a:ext cx="20880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D4DE42CE-59F9-6B08-3366-0F6B0FE158C4}"/>
                    </a:ext>
                  </a:extLst>
                </p14:cNvPr>
                <p14:cNvContentPartPr/>
                <p14:nvPr/>
              </p14:nvContentPartPr>
              <p14:xfrm>
                <a:off x="3470247" y="5860011"/>
                <a:ext cx="42840" cy="210600"/>
              </p14:xfrm>
            </p:contentPart>
          </mc:Choice>
          <mc:Fallback xmlns=""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D4DE42CE-59F9-6B08-3366-0F6B0FE158C4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3452247" y="5842371"/>
                  <a:ext cx="7848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9D523883-C0F8-22C5-A659-597DB3AE0582}"/>
                    </a:ext>
                  </a:extLst>
                </p14:cNvPr>
                <p14:cNvContentPartPr/>
                <p14:nvPr/>
              </p14:nvContentPartPr>
              <p14:xfrm>
                <a:off x="3435687" y="5946051"/>
                <a:ext cx="280080" cy="101880"/>
              </p14:xfrm>
            </p:contentPart>
          </mc:Choice>
          <mc:Fallback xmlns=""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9D523883-C0F8-22C5-A659-597DB3AE0582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3418047" y="5928411"/>
                  <a:ext cx="31572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6163D116-9825-BA04-10C9-D77ACD42DE2D}"/>
                    </a:ext>
                  </a:extLst>
                </p14:cNvPr>
                <p14:cNvContentPartPr/>
                <p14:nvPr/>
              </p14:nvContentPartPr>
              <p14:xfrm>
                <a:off x="3816927" y="5813571"/>
                <a:ext cx="83520" cy="238320"/>
              </p14:xfrm>
            </p:contentPart>
          </mc:Choice>
          <mc:Fallback xmlns=""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6163D116-9825-BA04-10C9-D77ACD42DE2D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3799287" y="5795931"/>
                  <a:ext cx="11916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EB4D38D6-9F9E-86D1-4B38-E650DD72619B}"/>
                    </a:ext>
                  </a:extLst>
                </p14:cNvPr>
                <p14:cNvContentPartPr/>
                <p14:nvPr/>
              </p14:nvContentPartPr>
              <p14:xfrm>
                <a:off x="3809367" y="5883051"/>
                <a:ext cx="145080" cy="59400"/>
              </p14:xfrm>
            </p:contentPart>
          </mc:Choice>
          <mc:Fallback xmlns=""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EB4D38D6-9F9E-86D1-4B38-E650DD72619B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3791367" y="5865411"/>
                  <a:ext cx="18072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0AB390D2-9B2B-AC45-60C6-881CD2AF6998}"/>
                    </a:ext>
                  </a:extLst>
                </p14:cNvPr>
                <p14:cNvContentPartPr/>
                <p14:nvPr/>
              </p14:nvContentPartPr>
              <p14:xfrm>
                <a:off x="2827647" y="6005811"/>
                <a:ext cx="1494360" cy="392400"/>
              </p14:xfrm>
            </p:contentPart>
          </mc:Choice>
          <mc:Fallback xmlns=""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0AB390D2-9B2B-AC45-60C6-881CD2AF6998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2809647" y="5988171"/>
                  <a:ext cx="1530000" cy="42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8" name="Group 307">
            <a:extLst>
              <a:ext uri="{FF2B5EF4-FFF2-40B4-BE49-F238E27FC236}">
                <a16:creationId xmlns:a16="http://schemas.microsoft.com/office/drawing/2014/main" id="{6F48E2E0-DEC5-7473-0CC8-ED22F22AD193}"/>
              </a:ext>
            </a:extLst>
          </p:cNvPr>
          <p:cNvGrpSpPr/>
          <p:nvPr/>
        </p:nvGrpSpPr>
        <p:grpSpPr>
          <a:xfrm>
            <a:off x="3427047" y="6357171"/>
            <a:ext cx="390600" cy="335520"/>
            <a:chOff x="3427047" y="6357171"/>
            <a:chExt cx="390600" cy="335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B5ADC4D9-085C-306C-F380-F9FE584A721B}"/>
                    </a:ext>
                  </a:extLst>
                </p14:cNvPr>
                <p14:cNvContentPartPr/>
                <p14:nvPr/>
              </p14:nvContentPartPr>
              <p14:xfrm>
                <a:off x="3429567" y="6404691"/>
                <a:ext cx="86040" cy="281520"/>
              </p14:xfrm>
            </p:contentPart>
          </mc:Choice>
          <mc:Fallback xmlns=""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B5ADC4D9-085C-306C-F380-F9FE584A721B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3411567" y="6387051"/>
                  <a:ext cx="12168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497C79AE-1153-BA44-113C-AEDAA3AFC675}"/>
                    </a:ext>
                  </a:extLst>
                </p14:cNvPr>
                <p14:cNvContentPartPr/>
                <p14:nvPr/>
              </p14:nvContentPartPr>
              <p14:xfrm>
                <a:off x="3427047" y="6357171"/>
                <a:ext cx="226440" cy="173520"/>
              </p14:xfrm>
            </p:contentPart>
          </mc:Choice>
          <mc:Fallback xmlns=""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497C79AE-1153-BA44-113C-AEDAA3AFC675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3409407" y="6339171"/>
                  <a:ext cx="26208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5C926DDB-4C96-B488-6DB0-1321BFAA97EF}"/>
                    </a:ext>
                  </a:extLst>
                </p14:cNvPr>
                <p14:cNvContentPartPr/>
                <p14:nvPr/>
              </p14:nvContentPartPr>
              <p14:xfrm>
                <a:off x="3730527" y="6453291"/>
                <a:ext cx="87120" cy="239400"/>
              </p14:xfrm>
            </p:contentPart>
          </mc:Choice>
          <mc:Fallback xmlns=""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5C926DDB-4C96-B488-6DB0-1321BFAA97EF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3712887" y="6435651"/>
                  <a:ext cx="122760" cy="275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7" name="Group 336">
            <a:extLst>
              <a:ext uri="{FF2B5EF4-FFF2-40B4-BE49-F238E27FC236}">
                <a16:creationId xmlns:a16="http://schemas.microsoft.com/office/drawing/2014/main" id="{275335E6-FB0C-46E7-8A28-7AE35C176692}"/>
              </a:ext>
            </a:extLst>
          </p:cNvPr>
          <p:cNvGrpSpPr/>
          <p:nvPr/>
        </p:nvGrpSpPr>
        <p:grpSpPr>
          <a:xfrm>
            <a:off x="4926087" y="5345571"/>
            <a:ext cx="2361960" cy="1056240"/>
            <a:chOff x="4926087" y="5345571"/>
            <a:chExt cx="2361960" cy="105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FF3D3389-73C8-BE1E-BE22-CB449825F676}"/>
                    </a:ext>
                  </a:extLst>
                </p14:cNvPr>
                <p14:cNvContentPartPr/>
                <p14:nvPr/>
              </p14:nvContentPartPr>
              <p14:xfrm>
                <a:off x="5015727" y="5768931"/>
                <a:ext cx="102960" cy="421560"/>
              </p14:xfrm>
            </p:contentPart>
          </mc:Choice>
          <mc:Fallback xmlns=""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FF3D3389-73C8-BE1E-BE22-CB449825F676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4998087" y="5750931"/>
                  <a:ext cx="138600" cy="45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0ED2E035-72BE-FDCF-09CB-40D73644D22F}"/>
                    </a:ext>
                  </a:extLst>
                </p14:cNvPr>
                <p14:cNvContentPartPr/>
                <p14:nvPr/>
              </p14:nvContentPartPr>
              <p14:xfrm>
                <a:off x="4926087" y="5772171"/>
                <a:ext cx="177120" cy="77760"/>
              </p14:xfrm>
            </p:contentPart>
          </mc:Choice>
          <mc:Fallback xmlns=""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0ED2E035-72BE-FDCF-09CB-40D73644D22F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4908447" y="5754531"/>
                  <a:ext cx="21276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5AC0A982-4F94-145B-6665-84E6ED0E56E0}"/>
                    </a:ext>
                  </a:extLst>
                </p14:cNvPr>
                <p14:cNvContentPartPr/>
                <p14:nvPr/>
              </p14:nvContentPartPr>
              <p14:xfrm>
                <a:off x="5033727" y="6073491"/>
                <a:ext cx="106560" cy="69480"/>
              </p14:xfrm>
            </p:contentPart>
          </mc:Choice>
          <mc:Fallback xmlns=""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5AC0A982-4F94-145B-6665-84E6ED0E56E0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5016087" y="6055491"/>
                  <a:ext cx="14220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45EE884D-BA6E-59D1-8B70-DED501C1B15B}"/>
                    </a:ext>
                  </a:extLst>
                </p14:cNvPr>
                <p14:cNvContentPartPr/>
                <p14:nvPr/>
              </p14:nvContentPartPr>
              <p14:xfrm>
                <a:off x="5268447" y="5984571"/>
                <a:ext cx="151200" cy="169200"/>
              </p14:xfrm>
            </p:contentPart>
          </mc:Choice>
          <mc:Fallback xmlns=""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45EE884D-BA6E-59D1-8B70-DED501C1B15B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5250807" y="5966571"/>
                  <a:ext cx="18684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92692967-892B-6F6B-4B40-5FD5F74171EB}"/>
                    </a:ext>
                  </a:extLst>
                </p14:cNvPr>
                <p14:cNvContentPartPr/>
                <p14:nvPr/>
              </p14:nvContentPartPr>
              <p14:xfrm>
                <a:off x="5518287" y="5921571"/>
                <a:ext cx="73800" cy="32760"/>
              </p14:xfrm>
            </p:contentPart>
          </mc:Choice>
          <mc:Fallback xmlns=""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92692967-892B-6F6B-4B40-5FD5F74171EB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5500647" y="5903931"/>
                  <a:ext cx="10944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9B208FB9-56A8-5B12-8076-DC16E05FC9F9}"/>
                    </a:ext>
                  </a:extLst>
                </p14:cNvPr>
                <p14:cNvContentPartPr/>
                <p14:nvPr/>
              </p14:nvContentPartPr>
              <p14:xfrm>
                <a:off x="5598927" y="5972331"/>
                <a:ext cx="93240" cy="23400"/>
              </p14:xfrm>
            </p:contentPart>
          </mc:Choice>
          <mc:Fallback xmlns=""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9B208FB9-56A8-5B12-8076-DC16E05FC9F9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5580927" y="5954691"/>
                  <a:ext cx="12888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8F7CDCA3-83D3-962F-6C6F-1A4976FD641E}"/>
                    </a:ext>
                  </a:extLst>
                </p14:cNvPr>
                <p14:cNvContentPartPr/>
                <p14:nvPr/>
              </p14:nvContentPartPr>
              <p14:xfrm>
                <a:off x="5810967" y="5458971"/>
                <a:ext cx="114120" cy="297000"/>
              </p14:xfrm>
            </p:contentPart>
          </mc:Choice>
          <mc:Fallback xmlns=""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8F7CDCA3-83D3-962F-6C6F-1A4976FD641E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5793327" y="5441331"/>
                  <a:ext cx="149760" cy="33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5D0F214D-ECCE-86FF-BDA0-629A7BE9F80A}"/>
                    </a:ext>
                  </a:extLst>
                </p14:cNvPr>
                <p14:cNvContentPartPr/>
                <p14:nvPr/>
              </p14:nvContentPartPr>
              <p14:xfrm>
                <a:off x="5757687" y="5434131"/>
                <a:ext cx="133920" cy="81720"/>
              </p14:xfrm>
            </p:contentPart>
          </mc:Choice>
          <mc:Fallback xmlns=""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5D0F214D-ECCE-86FF-BDA0-629A7BE9F80A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5740047" y="5416131"/>
                  <a:ext cx="16956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056E7872-4D45-247D-435A-3DC45B53DE62}"/>
                    </a:ext>
                  </a:extLst>
                </p14:cNvPr>
                <p14:cNvContentPartPr/>
                <p14:nvPr/>
              </p14:nvContentPartPr>
              <p14:xfrm>
                <a:off x="5856327" y="5692971"/>
                <a:ext cx="81360" cy="44280"/>
              </p14:xfrm>
            </p:contentPart>
          </mc:Choice>
          <mc:Fallback xmlns=""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056E7872-4D45-247D-435A-3DC45B53DE62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5838687" y="5674971"/>
                  <a:ext cx="11700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884D1E67-61F9-F394-AF15-12DDB141A5DC}"/>
                    </a:ext>
                  </a:extLst>
                </p14:cNvPr>
                <p14:cNvContentPartPr/>
                <p14:nvPr/>
              </p14:nvContentPartPr>
              <p14:xfrm>
                <a:off x="6111207" y="5397771"/>
                <a:ext cx="107640" cy="308160"/>
              </p14:xfrm>
            </p:contentPart>
          </mc:Choice>
          <mc:Fallback xmlns=""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884D1E67-61F9-F394-AF15-12DDB141A5DC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6093567" y="5379771"/>
                  <a:ext cx="14328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83C92A7F-FCEB-A1BA-A8A6-73EFCDCBE92F}"/>
                    </a:ext>
                  </a:extLst>
                </p14:cNvPr>
                <p14:cNvContentPartPr/>
                <p14:nvPr/>
              </p14:nvContentPartPr>
              <p14:xfrm>
                <a:off x="6137847" y="5345571"/>
                <a:ext cx="178920" cy="272520"/>
              </p14:xfrm>
            </p:contentPart>
          </mc:Choice>
          <mc:Fallback xmlns=""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83C92A7F-FCEB-A1BA-A8A6-73EFCDCBE92F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6119847" y="5327571"/>
                  <a:ext cx="21456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1A6A43D6-DD78-EBEE-C46D-B2507EDA9E1D}"/>
                    </a:ext>
                  </a:extLst>
                </p14:cNvPr>
                <p14:cNvContentPartPr/>
                <p14:nvPr/>
              </p14:nvContentPartPr>
              <p14:xfrm>
                <a:off x="6394887" y="5514771"/>
                <a:ext cx="105120" cy="238320"/>
              </p14:xfrm>
            </p:contentPart>
          </mc:Choice>
          <mc:Fallback xmlns=""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1A6A43D6-DD78-EBEE-C46D-B2507EDA9E1D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6376887" y="5497131"/>
                  <a:ext cx="14076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30F4A8E8-FD9B-2D22-6EE4-22641A532FC6}"/>
                    </a:ext>
                  </a:extLst>
                </p14:cNvPr>
                <p14:cNvContentPartPr/>
                <p14:nvPr/>
              </p14:nvContentPartPr>
              <p14:xfrm>
                <a:off x="6378327" y="5606571"/>
                <a:ext cx="129240" cy="47520"/>
              </p14:xfrm>
            </p:contentPart>
          </mc:Choice>
          <mc:Fallback xmlns=""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30F4A8E8-FD9B-2D22-6EE4-22641A532FC6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6360687" y="5588931"/>
                  <a:ext cx="16488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EF5A5EEF-C72A-C0A2-DC30-88A00BCB994A}"/>
                    </a:ext>
                  </a:extLst>
                </p14:cNvPr>
                <p14:cNvContentPartPr/>
                <p14:nvPr/>
              </p14:nvContentPartPr>
              <p14:xfrm>
                <a:off x="6577407" y="5611611"/>
                <a:ext cx="115920" cy="146160"/>
              </p14:xfrm>
            </p:contentPart>
          </mc:Choice>
          <mc:Fallback xmlns=""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EF5A5EEF-C72A-C0A2-DC30-88A00BCB994A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6559767" y="5593611"/>
                  <a:ext cx="15156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14ED0F8C-418B-B960-0007-596B69D89ACB}"/>
                    </a:ext>
                  </a:extLst>
                </p14:cNvPr>
                <p14:cNvContentPartPr/>
                <p14:nvPr/>
              </p14:nvContentPartPr>
              <p14:xfrm>
                <a:off x="6779367" y="5526651"/>
                <a:ext cx="96840" cy="177120"/>
              </p14:xfrm>
            </p:contentPart>
          </mc:Choice>
          <mc:Fallback xmlns=""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14ED0F8C-418B-B960-0007-596B69D89ACB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6761727" y="5509011"/>
                  <a:ext cx="13248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EF8A4EF0-8A2D-B027-AF64-F72DD988D506}"/>
                    </a:ext>
                  </a:extLst>
                </p14:cNvPr>
                <p14:cNvContentPartPr/>
                <p14:nvPr/>
              </p14:nvContentPartPr>
              <p14:xfrm>
                <a:off x="6769647" y="5585691"/>
                <a:ext cx="196200" cy="61560"/>
              </p14:xfrm>
            </p:contentPart>
          </mc:Choice>
          <mc:Fallback xmlns=""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EF8A4EF0-8A2D-B027-AF64-F72DD988D506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6752007" y="5568051"/>
                  <a:ext cx="23184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E846ADEA-A3A7-1224-F082-3FEFA2A42B18}"/>
                    </a:ext>
                  </a:extLst>
                </p14:cNvPr>
                <p14:cNvContentPartPr/>
                <p14:nvPr/>
              </p14:nvContentPartPr>
              <p14:xfrm>
                <a:off x="5907087" y="5799891"/>
                <a:ext cx="1380960" cy="217440"/>
              </p14:xfrm>
            </p:contentPart>
          </mc:Choice>
          <mc:Fallback xmlns=""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E846ADEA-A3A7-1224-F082-3FEFA2A42B18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5889447" y="5781891"/>
                  <a:ext cx="141660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0D987A8E-B6F9-070E-DCAB-0A72F6FB5C2C}"/>
                    </a:ext>
                  </a:extLst>
                </p14:cNvPr>
                <p14:cNvContentPartPr/>
                <p14:nvPr/>
              </p14:nvContentPartPr>
              <p14:xfrm>
                <a:off x="6348807" y="6133971"/>
                <a:ext cx="79560" cy="267840"/>
              </p14:xfrm>
            </p:contentPart>
          </mc:Choice>
          <mc:Fallback xmlns=""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0D987A8E-B6F9-070E-DCAB-0A72F6FB5C2C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6330807" y="6115971"/>
                  <a:ext cx="11520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1CA2F0D7-6729-1AC4-F1C1-290CD191A181}"/>
                    </a:ext>
                  </a:extLst>
                </p14:cNvPr>
                <p14:cNvContentPartPr/>
                <p14:nvPr/>
              </p14:nvContentPartPr>
              <p14:xfrm>
                <a:off x="6336927" y="6059091"/>
                <a:ext cx="179640" cy="212040"/>
              </p14:xfrm>
            </p:contentPart>
          </mc:Choice>
          <mc:Fallback xmlns=""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1CA2F0D7-6729-1AC4-F1C1-290CD191A181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6318927" y="6041091"/>
                  <a:ext cx="21528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47AC9716-004C-0AA3-D3A5-5AC60997C0FA}"/>
                    </a:ext>
                  </a:extLst>
                </p14:cNvPr>
                <p14:cNvContentPartPr/>
                <p14:nvPr/>
              </p14:nvContentPartPr>
              <p14:xfrm>
                <a:off x="6665607" y="6185091"/>
                <a:ext cx="118800" cy="145800"/>
              </p14:xfrm>
            </p:contentPart>
          </mc:Choice>
          <mc:Fallback xmlns=""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47AC9716-004C-0AA3-D3A5-5AC60997C0FA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6647967" y="6167451"/>
                  <a:ext cx="154440" cy="181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6" name="Group 335">
            <a:extLst>
              <a:ext uri="{FF2B5EF4-FFF2-40B4-BE49-F238E27FC236}">
                <a16:creationId xmlns:a16="http://schemas.microsoft.com/office/drawing/2014/main" id="{DA0C796C-5760-8A92-A6C6-2D38BAC1234B}"/>
              </a:ext>
            </a:extLst>
          </p:cNvPr>
          <p:cNvGrpSpPr/>
          <p:nvPr/>
        </p:nvGrpSpPr>
        <p:grpSpPr>
          <a:xfrm>
            <a:off x="7519527" y="5853531"/>
            <a:ext cx="316440" cy="41760"/>
            <a:chOff x="7519527" y="5853531"/>
            <a:chExt cx="316440" cy="41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0D5CED49-75F1-684B-973F-F8BF2DE6CD71}"/>
                    </a:ext>
                  </a:extLst>
                </p14:cNvPr>
                <p14:cNvContentPartPr/>
                <p14:nvPr/>
              </p14:nvContentPartPr>
              <p14:xfrm>
                <a:off x="7519527" y="5872971"/>
                <a:ext cx="14040" cy="17640"/>
              </p14:xfrm>
            </p:contentPart>
          </mc:Choice>
          <mc:Fallback xmlns=""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0D5CED49-75F1-684B-973F-F8BF2DE6CD71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7501887" y="5854971"/>
                  <a:ext cx="4968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FF3D591F-1058-1D98-355F-29CDC8079B8D}"/>
                    </a:ext>
                  </a:extLst>
                </p14:cNvPr>
                <p14:cNvContentPartPr/>
                <p14:nvPr/>
              </p14:nvContentPartPr>
              <p14:xfrm>
                <a:off x="7607367" y="5879091"/>
                <a:ext cx="9000" cy="16200"/>
              </p14:xfrm>
            </p:contentPart>
          </mc:Choice>
          <mc:Fallback xmlns=""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FF3D591F-1058-1D98-355F-29CDC8079B8D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7589367" y="5861091"/>
                  <a:ext cx="4464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2D867993-92BC-9C37-DA18-CEF88B99BB60}"/>
                    </a:ext>
                  </a:extLst>
                </p14:cNvPr>
                <p14:cNvContentPartPr/>
                <p14:nvPr/>
              </p14:nvContentPartPr>
              <p14:xfrm>
                <a:off x="7728687" y="5862531"/>
                <a:ext cx="15840" cy="13680"/>
              </p14:xfrm>
            </p:contentPart>
          </mc:Choice>
          <mc:Fallback xmlns=""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2D867993-92BC-9C37-DA18-CEF88B99BB60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7711047" y="5844891"/>
                  <a:ext cx="5148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4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72A4916C-D519-96A0-DFC2-870DEE4EF6C6}"/>
                    </a:ext>
                  </a:extLst>
                </p14:cNvPr>
                <p14:cNvContentPartPr/>
                <p14:nvPr/>
              </p14:nvContentPartPr>
              <p14:xfrm>
                <a:off x="7828767" y="5853531"/>
                <a:ext cx="7200" cy="5040"/>
              </p14:xfrm>
            </p:contentPart>
          </mc:Choice>
          <mc:Fallback xmlns=""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72A4916C-D519-96A0-DFC2-870DEE4EF6C6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7811127" y="5835531"/>
                  <a:ext cx="42840" cy="4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1" name="Group 360">
            <a:extLst>
              <a:ext uri="{FF2B5EF4-FFF2-40B4-BE49-F238E27FC236}">
                <a16:creationId xmlns:a16="http://schemas.microsoft.com/office/drawing/2014/main" id="{BE64FF61-14C9-F933-E5E0-552307D5DEF9}"/>
              </a:ext>
            </a:extLst>
          </p:cNvPr>
          <p:cNvGrpSpPr/>
          <p:nvPr/>
        </p:nvGrpSpPr>
        <p:grpSpPr>
          <a:xfrm>
            <a:off x="8565687" y="5240451"/>
            <a:ext cx="2157480" cy="1065240"/>
            <a:chOff x="8565687" y="5240451"/>
            <a:chExt cx="2157480" cy="1065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6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CA6A721C-F229-53F1-C537-D107F01850C1}"/>
                    </a:ext>
                  </a:extLst>
                </p14:cNvPr>
                <p14:cNvContentPartPr/>
                <p14:nvPr/>
              </p14:nvContentPartPr>
              <p14:xfrm>
                <a:off x="8620047" y="5582451"/>
                <a:ext cx="61920" cy="349200"/>
              </p14:xfrm>
            </p:contentPart>
          </mc:Choice>
          <mc:Fallback xmlns=""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CA6A721C-F229-53F1-C537-D107F01850C1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8602407" y="5564811"/>
                  <a:ext cx="97560" cy="38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8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836586EB-8C4D-0AC9-0BDD-DFF025D33CB3}"/>
                    </a:ext>
                  </a:extLst>
                </p14:cNvPr>
                <p14:cNvContentPartPr/>
                <p14:nvPr/>
              </p14:nvContentPartPr>
              <p14:xfrm>
                <a:off x="8565687" y="5570931"/>
                <a:ext cx="201240" cy="115200"/>
              </p14:xfrm>
            </p:contentPart>
          </mc:Choice>
          <mc:Fallback xmlns=""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836586EB-8C4D-0AC9-0BDD-DFF025D33CB3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8548047" y="5553291"/>
                  <a:ext cx="23688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0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EF24AC6C-BBB7-BB0D-A23D-BE39AAE9B27A}"/>
                    </a:ext>
                  </a:extLst>
                </p14:cNvPr>
                <p14:cNvContentPartPr/>
                <p14:nvPr/>
              </p14:nvContentPartPr>
              <p14:xfrm>
                <a:off x="8653527" y="5860731"/>
                <a:ext cx="132120" cy="63360"/>
              </p14:xfrm>
            </p:contentPart>
          </mc:Choice>
          <mc:Fallback xmlns=""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EF24AC6C-BBB7-BB0D-A23D-BE39AAE9B27A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8635887" y="5842731"/>
                  <a:ext cx="16776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2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6CC71D32-31A4-E61F-8759-3B2971157340}"/>
                    </a:ext>
                  </a:extLst>
                </p14:cNvPr>
                <p14:cNvContentPartPr/>
                <p14:nvPr/>
              </p14:nvContentPartPr>
              <p14:xfrm>
                <a:off x="8963487" y="5777931"/>
                <a:ext cx="106200" cy="32040"/>
              </p14:xfrm>
            </p:contentPart>
          </mc:Choice>
          <mc:Fallback xmlns=""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6CC71D32-31A4-E61F-8759-3B2971157340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8945487" y="5760291"/>
                  <a:ext cx="14184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C229CA40-CE40-C30F-64B3-E697CD8172A0}"/>
                    </a:ext>
                  </a:extLst>
                </p14:cNvPr>
                <p14:cNvContentPartPr/>
                <p14:nvPr/>
              </p14:nvContentPartPr>
              <p14:xfrm>
                <a:off x="8951607" y="5789451"/>
                <a:ext cx="74520" cy="257760"/>
              </p14:xfrm>
            </p:contentPart>
          </mc:Choice>
          <mc:Fallback xmlns=""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C229CA40-CE40-C30F-64B3-E697CD8172A0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8933967" y="5771451"/>
                  <a:ext cx="11016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16538467-BA8A-052F-3020-EF704F884606}"/>
                    </a:ext>
                  </a:extLst>
                </p14:cNvPr>
                <p14:cNvContentPartPr/>
                <p14:nvPr/>
              </p14:nvContentPartPr>
              <p14:xfrm>
                <a:off x="9230967" y="5711691"/>
                <a:ext cx="73080" cy="15840"/>
              </p14:xfrm>
            </p:contentPart>
          </mc:Choice>
          <mc:Fallback xmlns=""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16538467-BA8A-052F-3020-EF704F884606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9213327" y="5694051"/>
                  <a:ext cx="10872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8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4FB6AAC4-0E7E-1EDF-486D-B18E7FA87038}"/>
                    </a:ext>
                  </a:extLst>
                </p14:cNvPr>
                <p14:cNvContentPartPr/>
                <p14:nvPr/>
              </p14:nvContentPartPr>
              <p14:xfrm>
                <a:off x="9263367" y="5786571"/>
                <a:ext cx="66960" cy="24480"/>
              </p14:xfrm>
            </p:contentPart>
          </mc:Choice>
          <mc:Fallback xmlns=""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4FB6AAC4-0E7E-1EDF-486D-B18E7FA87038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9245367" y="5768931"/>
                  <a:ext cx="10260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0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46BDEF6E-BA37-2594-DF4D-A131FA20DD53}"/>
                    </a:ext>
                  </a:extLst>
                </p14:cNvPr>
                <p14:cNvContentPartPr/>
                <p14:nvPr/>
              </p14:nvContentPartPr>
              <p14:xfrm>
                <a:off x="9524007" y="5343051"/>
                <a:ext cx="34200" cy="321480"/>
              </p14:xfrm>
            </p:contentPart>
          </mc:Choice>
          <mc:Fallback xmlns=""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46BDEF6E-BA37-2594-DF4D-A131FA20DD53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9506367" y="5325051"/>
                  <a:ext cx="69840" cy="35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2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3FE1E965-2438-5E30-2D58-BF2CA1DDD7A7}"/>
                    </a:ext>
                  </a:extLst>
                </p14:cNvPr>
                <p14:cNvContentPartPr/>
                <p14:nvPr/>
              </p14:nvContentPartPr>
              <p14:xfrm>
                <a:off x="9471807" y="5390571"/>
                <a:ext cx="73440" cy="11520"/>
              </p14:xfrm>
            </p:contentPart>
          </mc:Choice>
          <mc:Fallback xmlns=""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3FE1E965-2438-5E30-2D58-BF2CA1DDD7A7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9454167" y="5372571"/>
                  <a:ext cx="10908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4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7567E846-9946-E082-53D1-9E6A97D68FF5}"/>
                    </a:ext>
                  </a:extLst>
                </p14:cNvPr>
                <p14:cNvContentPartPr/>
                <p14:nvPr/>
              </p14:nvContentPartPr>
              <p14:xfrm>
                <a:off x="9543807" y="5660211"/>
                <a:ext cx="76320" cy="24840"/>
              </p14:xfrm>
            </p:contentPart>
          </mc:Choice>
          <mc:Fallback xmlns=""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7567E846-9946-E082-53D1-9E6A97D68FF5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9526167" y="5642211"/>
                  <a:ext cx="11196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6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1CEFAB25-BBAE-9F09-0BC6-8874810350FB}"/>
                    </a:ext>
                  </a:extLst>
                </p14:cNvPr>
                <p14:cNvContentPartPr/>
                <p14:nvPr/>
              </p14:nvContentPartPr>
              <p14:xfrm>
                <a:off x="9861687" y="5240451"/>
                <a:ext cx="47160" cy="412200"/>
              </p14:xfrm>
            </p:contentPart>
          </mc:Choice>
          <mc:Fallback xmlns=""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1CEFAB25-BBAE-9F09-0BC6-8874810350FB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9844047" y="5222811"/>
                  <a:ext cx="82800" cy="44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0C1F55F7-B54B-C3F0-1FA8-47C31B765B20}"/>
                    </a:ext>
                  </a:extLst>
                </p14:cNvPr>
                <p14:cNvContentPartPr/>
                <p14:nvPr/>
              </p14:nvContentPartPr>
              <p14:xfrm>
                <a:off x="9847647" y="5279691"/>
                <a:ext cx="144360" cy="248400"/>
              </p14:xfrm>
            </p:contentPart>
          </mc:Choice>
          <mc:Fallback xmlns=""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0C1F55F7-B54B-C3F0-1FA8-47C31B765B20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9830007" y="5262051"/>
                  <a:ext cx="18000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0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C5A50D86-C49D-C6E9-D360-5D5048870E19}"/>
                    </a:ext>
                  </a:extLst>
                </p14:cNvPr>
                <p14:cNvContentPartPr/>
                <p14:nvPr/>
              </p14:nvContentPartPr>
              <p14:xfrm>
                <a:off x="10155447" y="5438811"/>
                <a:ext cx="36000" cy="177480"/>
              </p14:xfrm>
            </p:contentPart>
          </mc:Choice>
          <mc:Fallback xmlns=""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C5A50D86-C49D-C6E9-D360-5D5048870E19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10137807" y="5421171"/>
                  <a:ext cx="7164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2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0F77B78D-6360-BEF0-C2AA-304997E91981}"/>
                    </a:ext>
                  </a:extLst>
                </p14:cNvPr>
                <p14:cNvContentPartPr/>
                <p14:nvPr/>
              </p14:nvContentPartPr>
              <p14:xfrm>
                <a:off x="10076247" y="5501091"/>
                <a:ext cx="249840" cy="126720"/>
              </p14:xfrm>
            </p:contentPart>
          </mc:Choice>
          <mc:Fallback xmlns=""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0F77B78D-6360-BEF0-C2AA-304997E91981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10058607" y="5483451"/>
                  <a:ext cx="28548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4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5F740E18-0251-894E-5E1D-228C4B5C0DA1}"/>
                    </a:ext>
                  </a:extLst>
                </p14:cNvPr>
                <p14:cNvContentPartPr/>
                <p14:nvPr/>
              </p14:nvContentPartPr>
              <p14:xfrm>
                <a:off x="10409247" y="5381211"/>
                <a:ext cx="59760" cy="214200"/>
              </p14:xfrm>
            </p:contentPart>
          </mc:Choice>
          <mc:Fallback xmlns=""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5F740E18-0251-894E-5E1D-228C4B5C0DA1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10391247" y="5363211"/>
                  <a:ext cx="9540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6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9628C56B-D971-DA0F-C43B-771BE056EB82}"/>
                    </a:ext>
                  </a:extLst>
                </p14:cNvPr>
                <p14:cNvContentPartPr/>
                <p14:nvPr/>
              </p14:nvContentPartPr>
              <p14:xfrm>
                <a:off x="10410687" y="5480211"/>
                <a:ext cx="185400" cy="83520"/>
              </p14:xfrm>
            </p:contentPart>
          </mc:Choice>
          <mc:Fallback xmlns=""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9628C56B-D971-DA0F-C43B-771BE056EB82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10392687" y="5462211"/>
                  <a:ext cx="22104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8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410A89CB-8CEC-FA7E-4F2A-1BFACFD27AD4}"/>
                    </a:ext>
                  </a:extLst>
                </p14:cNvPr>
                <p14:cNvContentPartPr/>
                <p14:nvPr/>
              </p14:nvContentPartPr>
              <p14:xfrm>
                <a:off x="9421047" y="5657331"/>
                <a:ext cx="1302120" cy="225720"/>
              </p14:xfrm>
            </p:contentPart>
          </mc:Choice>
          <mc:Fallback xmlns=""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410A89CB-8CEC-FA7E-4F2A-1BFACFD27AD4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9403407" y="5639691"/>
                  <a:ext cx="133776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0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F7D5B61E-5796-3269-459B-4FCBA0173F1E}"/>
                    </a:ext>
                  </a:extLst>
                </p14:cNvPr>
                <p14:cNvContentPartPr/>
                <p14:nvPr/>
              </p14:nvContentPartPr>
              <p14:xfrm>
                <a:off x="9788607" y="5991411"/>
                <a:ext cx="136440" cy="314280"/>
              </p14:xfrm>
            </p:contentPart>
          </mc:Choice>
          <mc:Fallback xmlns=""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F7D5B61E-5796-3269-459B-4FCBA0173F1E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9770607" y="5973411"/>
                  <a:ext cx="172080" cy="34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2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8A911C76-741C-FC35-E011-CBF54B873065}"/>
                    </a:ext>
                  </a:extLst>
                </p14:cNvPr>
                <p14:cNvContentPartPr/>
                <p14:nvPr/>
              </p14:nvContentPartPr>
              <p14:xfrm>
                <a:off x="9872487" y="5994651"/>
                <a:ext cx="231120" cy="199440"/>
              </p14:xfrm>
            </p:contentPart>
          </mc:Choice>
          <mc:Fallback xmlns=""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8A911C76-741C-FC35-E011-CBF54B873065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9854487" y="5976651"/>
                  <a:ext cx="26676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4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6CE5EA12-BA74-76D0-F7BE-2793176AA355}"/>
                    </a:ext>
                  </a:extLst>
                </p14:cNvPr>
                <p14:cNvContentPartPr/>
                <p14:nvPr/>
              </p14:nvContentPartPr>
              <p14:xfrm>
                <a:off x="10250487" y="6073131"/>
                <a:ext cx="117360" cy="49680"/>
              </p14:xfrm>
            </p:contentPart>
          </mc:Choice>
          <mc:Fallback xmlns=""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6CE5EA12-BA74-76D0-F7BE-2793176AA355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10232847" y="6055131"/>
                  <a:ext cx="15300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0A87F032-F7B3-D913-5261-55BBB46F3FFB}"/>
                    </a:ext>
                  </a:extLst>
                </p14:cNvPr>
                <p14:cNvContentPartPr/>
                <p14:nvPr/>
              </p14:nvContentPartPr>
              <p14:xfrm>
                <a:off x="10217727" y="6087891"/>
                <a:ext cx="84240" cy="210960"/>
              </p14:xfrm>
            </p:contentPart>
          </mc:Choice>
          <mc:Fallback xmlns=""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0A87F032-F7B3-D913-5261-55BBB46F3FFB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10200087" y="6069891"/>
                  <a:ext cx="11988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8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5892EC1A-6FFE-4A72-0E49-9EA09435BF08}"/>
                    </a:ext>
                  </a:extLst>
                </p14:cNvPr>
                <p14:cNvContentPartPr/>
                <p14:nvPr/>
              </p14:nvContentPartPr>
              <p14:xfrm>
                <a:off x="10549647" y="6204891"/>
                <a:ext cx="12600" cy="8640"/>
              </p14:xfrm>
            </p:contentPart>
          </mc:Choice>
          <mc:Fallback xmlns=""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5892EC1A-6FFE-4A72-0E49-9EA09435BF08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10531647" y="6186891"/>
                  <a:ext cx="48240" cy="44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0214027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841FD-691A-A308-C3B4-259E396F1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Measuring voltage, current, resistance</a:t>
            </a:r>
          </a:p>
        </p:txBody>
      </p:sp>
      <p:pic>
        <p:nvPicPr>
          <p:cNvPr id="6" name="Content Placeholder 5" descr="A diagram of a voltage&#10;&#10;Description automatically generated">
            <a:extLst>
              <a:ext uri="{FF2B5EF4-FFF2-40B4-BE49-F238E27FC236}">
                <a16:creationId xmlns:a16="http://schemas.microsoft.com/office/drawing/2014/main" id="{6D605F31-3BE0-93CC-3B45-D1516DF10D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289"/>
          <a:stretch>
            <a:fillRect/>
          </a:stretch>
        </p:blipFill>
        <p:spPr>
          <a:xfrm>
            <a:off x="4591926" y="1195673"/>
            <a:ext cx="5298019" cy="2385267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3A1231-9E7D-91AA-BA3A-C222D8039B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27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3" name="Content Placeholder 5" descr="A diagram of an ammeter&#10;&#10;Description automatically generated">
            <a:extLst>
              <a:ext uri="{FF2B5EF4-FFF2-40B4-BE49-F238E27FC236}">
                <a16:creationId xmlns:a16="http://schemas.microsoft.com/office/drawing/2014/main" id="{26880BB5-E997-47B3-EA6A-36AE3107B3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684"/>
          <a:stretch>
            <a:fillRect/>
          </a:stretch>
        </p:blipFill>
        <p:spPr>
          <a:xfrm>
            <a:off x="4806669" y="3980939"/>
            <a:ext cx="5240643" cy="2286198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E37FDDED-A17E-A051-38C1-74A48AAD5E18}"/>
              </a:ext>
            </a:extLst>
          </p:cNvPr>
          <p:cNvGrpSpPr/>
          <p:nvPr/>
        </p:nvGrpSpPr>
        <p:grpSpPr>
          <a:xfrm>
            <a:off x="3196372" y="1443550"/>
            <a:ext cx="355320" cy="278640"/>
            <a:chOff x="3196372" y="1443550"/>
            <a:chExt cx="355320" cy="278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A7EC0D7E-2CD3-1541-91A8-B3FC0F1B87F1}"/>
                    </a:ext>
                  </a:extLst>
                </p14:cNvPr>
                <p14:cNvContentPartPr/>
                <p14:nvPr/>
              </p14:nvContentPartPr>
              <p14:xfrm>
                <a:off x="3210412" y="1443550"/>
                <a:ext cx="341280" cy="2685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A7EC0D7E-2CD3-1541-91A8-B3FC0F1B87F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192772" y="1425910"/>
                  <a:ext cx="37692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AE90056-145D-77FE-49BD-388197457162}"/>
                    </a:ext>
                  </a:extLst>
                </p14:cNvPr>
                <p14:cNvContentPartPr/>
                <p14:nvPr/>
              </p14:nvContentPartPr>
              <p14:xfrm>
                <a:off x="3196372" y="1594390"/>
                <a:ext cx="140760" cy="1278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AE90056-145D-77FE-49BD-38819745716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178372" y="1576390"/>
                  <a:ext cx="176400" cy="16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0CECE3B-215D-9AF3-F034-B1374CFEBD35}"/>
              </a:ext>
            </a:extLst>
          </p:cNvPr>
          <p:cNvGrpSpPr/>
          <p:nvPr/>
        </p:nvGrpSpPr>
        <p:grpSpPr>
          <a:xfrm>
            <a:off x="3259012" y="2467390"/>
            <a:ext cx="299880" cy="315360"/>
            <a:chOff x="3259012" y="2467390"/>
            <a:chExt cx="299880" cy="315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BD1D6980-58A8-1682-AC60-0CA9281089E0}"/>
                    </a:ext>
                  </a:extLst>
                </p14:cNvPr>
                <p14:cNvContentPartPr/>
                <p14:nvPr/>
              </p14:nvContentPartPr>
              <p14:xfrm>
                <a:off x="3294292" y="2473150"/>
                <a:ext cx="264600" cy="3096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BD1D6980-58A8-1682-AC60-0CA9281089E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276292" y="2455150"/>
                  <a:ext cx="300240" cy="34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3C5ABE57-792C-DE4C-C1BA-BAD1B452D5BE}"/>
                    </a:ext>
                  </a:extLst>
                </p14:cNvPr>
                <p14:cNvContentPartPr/>
                <p14:nvPr/>
              </p14:nvContentPartPr>
              <p14:xfrm>
                <a:off x="3259012" y="2467390"/>
                <a:ext cx="99000" cy="1458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3C5ABE57-792C-DE4C-C1BA-BAD1B452D5B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241372" y="2449750"/>
                  <a:ext cx="134640" cy="181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0CEF1D5-8E5A-77C4-BC94-63AE7ACE790D}"/>
              </a:ext>
            </a:extLst>
          </p:cNvPr>
          <p:cNvGrpSpPr/>
          <p:nvPr/>
        </p:nvGrpSpPr>
        <p:grpSpPr>
          <a:xfrm>
            <a:off x="2350606" y="1774731"/>
            <a:ext cx="382320" cy="357480"/>
            <a:chOff x="2350606" y="1774731"/>
            <a:chExt cx="382320" cy="357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0630B95-3EA4-B84A-341E-B66EA63A6044}"/>
                    </a:ext>
                  </a:extLst>
                </p14:cNvPr>
                <p14:cNvContentPartPr/>
                <p14:nvPr/>
              </p14:nvContentPartPr>
              <p14:xfrm>
                <a:off x="2350606" y="1828731"/>
                <a:ext cx="155520" cy="2235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0630B95-3EA4-B84A-341E-B66EA63A604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332606" y="1810731"/>
                  <a:ext cx="19116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5CC8870-AA9C-3ADB-8BD4-94B21919F263}"/>
                    </a:ext>
                  </a:extLst>
                </p14:cNvPr>
                <p14:cNvContentPartPr/>
                <p14:nvPr/>
              </p14:nvContentPartPr>
              <p14:xfrm>
                <a:off x="2637166" y="1913691"/>
                <a:ext cx="47520" cy="2124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5CC8870-AA9C-3ADB-8BD4-94B21919F26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619526" y="1895691"/>
                  <a:ext cx="8316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A72E4A3-ED2F-68A6-15CB-759F8C5930A1}"/>
                    </a:ext>
                  </a:extLst>
                </p14:cNvPr>
                <p14:cNvContentPartPr/>
                <p14:nvPr/>
              </p14:nvContentPartPr>
              <p14:xfrm>
                <a:off x="2599726" y="1774731"/>
                <a:ext cx="8640" cy="187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A72E4A3-ED2F-68A6-15CB-759F8C5930A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581726" y="1756731"/>
                  <a:ext cx="4428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3F2F577-E0B8-5741-AC1B-9C4E3A4F21AD}"/>
                    </a:ext>
                  </a:extLst>
                </p14:cNvPr>
                <p14:cNvContentPartPr/>
                <p14:nvPr/>
              </p14:nvContentPartPr>
              <p14:xfrm>
                <a:off x="2595406" y="1899291"/>
                <a:ext cx="111600" cy="2055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3F2F577-E0B8-5741-AC1B-9C4E3A4F21A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577766" y="1881651"/>
                  <a:ext cx="14724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1CEA11E-AF46-F06F-F36D-90AD7C566DB6}"/>
                    </a:ext>
                  </a:extLst>
                </p14:cNvPr>
                <p14:cNvContentPartPr/>
                <p14:nvPr/>
              </p14:nvContentPartPr>
              <p14:xfrm>
                <a:off x="2659486" y="2088651"/>
                <a:ext cx="73440" cy="435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1CEA11E-AF46-F06F-F36D-90AD7C566DB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641486" y="2071011"/>
                  <a:ext cx="109080" cy="79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684585C8-4BC5-248B-E01B-57F091C00834}"/>
                  </a:ext>
                </a:extLst>
              </p14:cNvPr>
              <p14:cNvContentPartPr/>
              <p14:nvPr/>
            </p14:nvContentPartPr>
            <p14:xfrm>
              <a:off x="2980966" y="1692651"/>
              <a:ext cx="447840" cy="83160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684585C8-4BC5-248B-E01B-57F091C00834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962966" y="1675011"/>
                <a:ext cx="483480" cy="86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36566642-2743-87ED-9D33-8A3657A7E2A3}"/>
                  </a:ext>
                </a:extLst>
              </p14:cNvPr>
              <p14:cNvContentPartPr/>
              <p14:nvPr/>
            </p14:nvContentPartPr>
            <p14:xfrm>
              <a:off x="3836686" y="1662411"/>
              <a:ext cx="463320" cy="95328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36566642-2743-87ED-9D33-8A3657A7E2A3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818686" y="1644771"/>
                <a:ext cx="498960" cy="98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8005D8CD-4EC6-EA17-EF63-5CF75B7708C9}"/>
                  </a:ext>
                </a:extLst>
              </p14:cNvPr>
              <p14:cNvContentPartPr/>
              <p14:nvPr/>
            </p14:nvContentPartPr>
            <p14:xfrm>
              <a:off x="3081046" y="1622091"/>
              <a:ext cx="1256040" cy="15948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8005D8CD-4EC6-EA17-EF63-5CF75B7708C9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3027406" y="1514091"/>
                <a:ext cx="1363680" cy="37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25BC5083-A853-907F-B821-A09C576D2491}"/>
                  </a:ext>
                </a:extLst>
              </p14:cNvPr>
              <p14:cNvContentPartPr/>
              <p14:nvPr/>
            </p14:nvContentPartPr>
            <p14:xfrm>
              <a:off x="2926966" y="2615691"/>
              <a:ext cx="1398240" cy="669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25BC5083-A853-907F-B821-A09C576D2491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2872966" y="2508051"/>
                <a:ext cx="1505880" cy="282600"/>
              </a:xfrm>
              <a:prstGeom prst="rect">
                <a:avLst/>
              </a:prstGeom>
            </p:spPr>
          </p:pic>
        </mc:Fallback>
      </mc:AlternateContent>
      <p:pic>
        <p:nvPicPr>
          <p:cNvPr id="44" name="Picture 43">
            <a:extLst>
              <a:ext uri="{FF2B5EF4-FFF2-40B4-BE49-F238E27FC236}">
                <a16:creationId xmlns:a16="http://schemas.microsoft.com/office/drawing/2014/main" id="{99D5BE2B-7FA0-9679-5D2B-29CAF347E957}"/>
              </a:ext>
            </a:extLst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949423" y="1224626"/>
            <a:ext cx="2639878" cy="2372498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DDE0CEA1-04A7-2AC3-121A-A3F197243607}"/>
              </a:ext>
            </a:extLst>
      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2144688" y="4051054"/>
            <a:ext cx="2639878" cy="228907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ECE77A2-1DBB-9AC9-0ADF-A941E1194EE2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2013797" y="1276129"/>
            <a:ext cx="2639878" cy="237249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A83758F-B33F-F2B2-410B-D4B08329CD91}"/>
              </a:ext>
            </a:extLst>
      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2120050" y="4045913"/>
            <a:ext cx="2639878" cy="2289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7602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81756-92D3-3890-01DC-27906AE19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nodes</a:t>
            </a:r>
          </a:p>
        </p:txBody>
      </p:sp>
      <p:pic>
        <p:nvPicPr>
          <p:cNvPr id="6" name="Content Placeholder 5" descr="A diagram of a circuit&#10;&#10;Description automatically generated">
            <a:extLst>
              <a:ext uri="{FF2B5EF4-FFF2-40B4-BE49-F238E27FC236}">
                <a16:creationId xmlns:a16="http://schemas.microsoft.com/office/drawing/2014/main" id="{BF3A4557-383A-8DED-D073-ECCB778057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5116" y="1534401"/>
            <a:ext cx="5791702" cy="3139712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201E55-6199-7247-2F79-340F6C8A1B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28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074DB3F-7435-27EF-2E24-F4A72BD6B183}"/>
              </a:ext>
            </a:extLst>
          </p:cNvPr>
          <p:cNvGrpSpPr/>
          <p:nvPr/>
        </p:nvGrpSpPr>
        <p:grpSpPr>
          <a:xfrm>
            <a:off x="4805572" y="2222590"/>
            <a:ext cx="333720" cy="172800"/>
            <a:chOff x="4805572" y="2222590"/>
            <a:chExt cx="333720" cy="172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A2A3C956-7465-5FF3-C8F1-DB6F8440CC21}"/>
                    </a:ext>
                  </a:extLst>
                </p14:cNvPr>
                <p14:cNvContentPartPr/>
                <p14:nvPr/>
              </p14:nvContentPartPr>
              <p14:xfrm>
                <a:off x="4805572" y="2222590"/>
                <a:ext cx="164160" cy="1648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A2A3C956-7465-5FF3-C8F1-DB6F8440CC21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787572" y="2204950"/>
                  <a:ext cx="19980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89E8148E-DEEB-F58B-062D-61B9A735F1F9}"/>
                    </a:ext>
                  </a:extLst>
                </p14:cNvPr>
                <p14:cNvContentPartPr/>
                <p14:nvPr/>
              </p14:nvContentPartPr>
              <p14:xfrm>
                <a:off x="5062612" y="2299990"/>
                <a:ext cx="76680" cy="954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89E8148E-DEEB-F58B-062D-61B9A735F1F9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044972" y="2282350"/>
                  <a:ext cx="112320" cy="131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F1770B19-B9D3-CB76-A0F4-7943B22280FD}"/>
                  </a:ext>
                </a:extLst>
              </p14:cNvPr>
              <p14:cNvContentPartPr/>
              <p14:nvPr/>
            </p14:nvContentPartPr>
            <p14:xfrm>
              <a:off x="5487412" y="1761430"/>
              <a:ext cx="60840" cy="738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F1770B19-B9D3-CB76-A0F4-7943B22280F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469772" y="1743790"/>
                <a:ext cx="96480" cy="10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CF4CFD7A-75B5-B875-C3F0-DBA114DA3738}"/>
                  </a:ext>
                </a:extLst>
              </p14:cNvPr>
              <p14:cNvContentPartPr/>
              <p14:nvPr/>
            </p14:nvContentPartPr>
            <p14:xfrm>
              <a:off x="5515852" y="2670430"/>
              <a:ext cx="88200" cy="698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CF4CFD7A-75B5-B875-C3F0-DBA114DA373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498212" y="2652430"/>
                <a:ext cx="123840" cy="105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2A7CDA36-530C-C98F-0D0D-9BA882A92855}"/>
              </a:ext>
            </a:extLst>
          </p:cNvPr>
          <p:cNvGrpSpPr/>
          <p:nvPr/>
        </p:nvGrpSpPr>
        <p:grpSpPr>
          <a:xfrm>
            <a:off x="4867852" y="1799230"/>
            <a:ext cx="244800" cy="249840"/>
            <a:chOff x="4867852" y="1799230"/>
            <a:chExt cx="244800" cy="249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777E124-1B58-93BE-CD1C-6B5BCAFBB91F}"/>
                    </a:ext>
                  </a:extLst>
                </p14:cNvPr>
                <p14:cNvContentPartPr/>
                <p14:nvPr/>
              </p14:nvContentPartPr>
              <p14:xfrm>
                <a:off x="4867852" y="1799230"/>
                <a:ext cx="244800" cy="331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777E124-1B58-93BE-CD1C-6B5BCAFBB91F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850212" y="1781230"/>
                  <a:ext cx="28044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C510236-FF7B-D4DF-B887-581719A99803}"/>
                    </a:ext>
                  </a:extLst>
                </p14:cNvPr>
                <p14:cNvContentPartPr/>
                <p14:nvPr/>
              </p14:nvContentPartPr>
              <p14:xfrm>
                <a:off x="4984492" y="1803550"/>
                <a:ext cx="23760" cy="2455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C510236-FF7B-D4DF-B887-581719A99803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966492" y="1785550"/>
                  <a:ext cx="5940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7C0B982-C1F0-A777-5593-710F5B3A7287}"/>
                    </a:ext>
                  </a:extLst>
                </p14:cNvPr>
                <p14:cNvContentPartPr/>
                <p14:nvPr/>
              </p14:nvContentPartPr>
              <p14:xfrm>
                <a:off x="4918252" y="1812190"/>
                <a:ext cx="89640" cy="1000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7C0B982-C1F0-A777-5593-710F5B3A7287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900252" y="1794190"/>
                  <a:ext cx="125280" cy="13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B5EDA5D-8E75-D143-DE03-8285623CE682}"/>
              </a:ext>
            </a:extLst>
          </p:cNvPr>
          <p:cNvGrpSpPr/>
          <p:nvPr/>
        </p:nvGrpSpPr>
        <p:grpSpPr>
          <a:xfrm>
            <a:off x="4953172" y="2531110"/>
            <a:ext cx="166680" cy="228600"/>
            <a:chOff x="4953172" y="2531110"/>
            <a:chExt cx="166680" cy="228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0F3684C-B0AB-7026-F57A-E2D87F281F45}"/>
                    </a:ext>
                  </a:extLst>
                </p14:cNvPr>
                <p14:cNvContentPartPr/>
                <p14:nvPr/>
              </p14:nvContentPartPr>
              <p14:xfrm>
                <a:off x="4996372" y="2531110"/>
                <a:ext cx="13680" cy="2145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0F3684C-B0AB-7026-F57A-E2D87F281F45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978732" y="2513470"/>
                  <a:ext cx="4932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0F2133E-8925-F9AC-4710-4644FD6D9B71}"/>
                    </a:ext>
                  </a:extLst>
                </p14:cNvPr>
                <p14:cNvContentPartPr/>
                <p14:nvPr/>
              </p14:nvContentPartPr>
              <p14:xfrm>
                <a:off x="4953172" y="2672230"/>
                <a:ext cx="166680" cy="874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0F2133E-8925-F9AC-4710-4644FD6D9B71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935172" y="2654230"/>
                  <a:ext cx="202320" cy="1231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7975620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49207-7691-7E88-CEBF-AF4523138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 the node connected to the source</a:t>
            </a:r>
          </a:p>
        </p:txBody>
      </p:sp>
      <p:pic>
        <p:nvPicPr>
          <p:cNvPr id="6" name="Content Placeholder 5" descr="A diagram of a circuit&#10;&#10;Description automatically generated">
            <a:extLst>
              <a:ext uri="{FF2B5EF4-FFF2-40B4-BE49-F238E27FC236}">
                <a16:creationId xmlns:a16="http://schemas.microsoft.com/office/drawing/2014/main" id="{774790A2-15E9-395E-E358-46FEA6CEC4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362" y="1447937"/>
            <a:ext cx="6135137" cy="3720159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0B2E3A-2B27-7623-B6BF-F08A1D5D11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29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0043CD4-871A-A971-744F-0CFDA62CBCDB}"/>
              </a:ext>
            </a:extLst>
          </p:cNvPr>
          <p:cNvGrpSpPr/>
          <p:nvPr/>
        </p:nvGrpSpPr>
        <p:grpSpPr>
          <a:xfrm>
            <a:off x="5957572" y="2409790"/>
            <a:ext cx="919800" cy="478440"/>
            <a:chOff x="5957572" y="2409790"/>
            <a:chExt cx="919800" cy="47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17FF5E7E-7CE3-C6C3-89FE-33FA7ED398A4}"/>
                    </a:ext>
                  </a:extLst>
                </p14:cNvPr>
                <p14:cNvContentPartPr/>
                <p14:nvPr/>
              </p14:nvContentPartPr>
              <p14:xfrm>
                <a:off x="5957572" y="2411230"/>
                <a:ext cx="359640" cy="4471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17FF5E7E-7CE3-C6C3-89FE-33FA7ED398A4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939932" y="2393230"/>
                  <a:ext cx="395280" cy="48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F3CA9C4-D9B2-3AA8-8666-11E5EAF66C3E}"/>
                    </a:ext>
                  </a:extLst>
                </p14:cNvPr>
                <p14:cNvContentPartPr/>
                <p14:nvPr/>
              </p14:nvContentPartPr>
              <p14:xfrm>
                <a:off x="6504412" y="2409790"/>
                <a:ext cx="372960" cy="4784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F3CA9C4-D9B2-3AA8-8666-11E5EAF66C3E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486412" y="2391790"/>
                  <a:ext cx="408600" cy="514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A8273FBE-0F03-A8CC-FF21-CD795EAEFFC3}"/>
                  </a:ext>
                </a:extLst>
              </p14:cNvPr>
              <p14:cNvContentPartPr/>
              <p14:nvPr/>
            </p14:nvContentPartPr>
            <p14:xfrm>
              <a:off x="8410972" y="2384230"/>
              <a:ext cx="339480" cy="5371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A8273FBE-0F03-A8CC-FF21-CD795EAEFFC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393332" y="2366230"/>
                <a:ext cx="375120" cy="572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353008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49207-7691-7E88-CEBF-AF4523138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 other nodes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0B2E3A-2B27-7623-B6BF-F08A1D5D11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30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8" name="Picture 7" descr="A diagram of a circuit&#10;&#10;Description automatically generated">
            <a:extLst>
              <a:ext uri="{FF2B5EF4-FFF2-40B4-BE49-F238E27FC236}">
                <a16:creationId xmlns:a16="http://schemas.microsoft.com/office/drawing/2014/main" id="{E7C7EAF4-B3DF-2BCD-C421-0A54881B3B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3369" y="1526019"/>
            <a:ext cx="5328402" cy="362471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F4BD7D2-5D22-D37A-B28A-8DFB3A78DC7C}"/>
                  </a:ext>
                </a:extLst>
              </p14:cNvPr>
              <p14:cNvContentPartPr/>
              <p14:nvPr/>
            </p14:nvContentPartPr>
            <p14:xfrm>
              <a:off x="5395612" y="3351910"/>
              <a:ext cx="269640" cy="3830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F4BD7D2-5D22-D37A-B28A-8DFB3A78DC7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377972" y="3334270"/>
                <a:ext cx="305280" cy="41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F77BFF8-3AB5-ECEF-4DEC-18E46D49C5C5}"/>
                  </a:ext>
                </a:extLst>
              </p14:cNvPr>
              <p14:cNvContentPartPr/>
              <p14:nvPr/>
            </p14:nvContentPartPr>
            <p14:xfrm>
              <a:off x="6308572" y="3373510"/>
              <a:ext cx="379800" cy="4507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F77BFF8-3AB5-ECEF-4DEC-18E46D49C5C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290572" y="3355510"/>
                <a:ext cx="415440" cy="486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2B6460C7-345A-A6DC-FCA6-511CF2AFF905}"/>
              </a:ext>
            </a:extLst>
          </p:cNvPr>
          <p:cNvGrpSpPr/>
          <p:nvPr/>
        </p:nvGrpSpPr>
        <p:grpSpPr>
          <a:xfrm>
            <a:off x="2482132" y="3228430"/>
            <a:ext cx="472320" cy="434520"/>
            <a:chOff x="2482132" y="3228430"/>
            <a:chExt cx="472320" cy="434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4EBCBE7-1D75-FE10-66CE-0008F8374AD8}"/>
                    </a:ext>
                  </a:extLst>
                </p14:cNvPr>
                <p14:cNvContentPartPr/>
                <p14:nvPr/>
              </p14:nvContentPartPr>
              <p14:xfrm>
                <a:off x="2482132" y="3408430"/>
                <a:ext cx="217080" cy="2545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4EBCBE7-1D75-FE10-66CE-0008F8374AD8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464492" y="3390430"/>
                  <a:ext cx="25272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236271A-B4AD-15DF-6FC8-D182BDF6BBC6}"/>
                    </a:ext>
                  </a:extLst>
                </p14:cNvPr>
                <p14:cNvContentPartPr/>
                <p14:nvPr/>
              </p14:nvContentPartPr>
              <p14:xfrm>
                <a:off x="2670412" y="3409510"/>
                <a:ext cx="83880" cy="1368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236271A-B4AD-15DF-6FC8-D182BDF6BBC6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652772" y="3391870"/>
                  <a:ext cx="11952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DBA8B2A-76F1-AEA6-5DF2-5AA9BB09FCB1}"/>
                    </a:ext>
                  </a:extLst>
                </p14:cNvPr>
                <p14:cNvContentPartPr/>
                <p14:nvPr/>
              </p14:nvContentPartPr>
              <p14:xfrm>
                <a:off x="2696692" y="3335350"/>
                <a:ext cx="141480" cy="1252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DBA8B2A-76F1-AEA6-5DF2-5AA9BB09FCB1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678692" y="3317350"/>
                  <a:ext cx="17712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F8AFE8E-CFE5-278D-01E9-D4C090C73F1E}"/>
                    </a:ext>
                  </a:extLst>
                </p14:cNvPr>
                <p14:cNvContentPartPr/>
                <p14:nvPr/>
              </p14:nvContentPartPr>
              <p14:xfrm>
                <a:off x="2851852" y="3252550"/>
                <a:ext cx="92160" cy="1429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F8AFE8E-CFE5-278D-01E9-D4C090C73F1E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834212" y="3234550"/>
                  <a:ext cx="12780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970DD223-E931-40DF-747D-E7F3F56089DD}"/>
                    </a:ext>
                  </a:extLst>
                </p14:cNvPr>
                <p14:cNvContentPartPr/>
                <p14:nvPr/>
              </p14:nvContentPartPr>
              <p14:xfrm>
                <a:off x="2836012" y="3228430"/>
                <a:ext cx="118440" cy="1580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970DD223-E931-40DF-747D-E7F3F56089DD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818012" y="3210790"/>
                  <a:ext cx="154080" cy="193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0647229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49207-7691-7E88-CEBF-AF4523138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elements sharing the same nodes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0B2E3A-2B27-7623-B6BF-F08A1D5D11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31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12" name="Picture 11" descr="A diagram of a circuit&#10;&#10;Description automatically generated">
            <a:extLst>
              <a:ext uri="{FF2B5EF4-FFF2-40B4-BE49-F238E27FC236}">
                <a16:creationId xmlns:a16="http://schemas.microsoft.com/office/drawing/2014/main" id="{87FD50CC-79F7-B354-7F20-68CA8A43E5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1965" y="1432927"/>
            <a:ext cx="5814564" cy="3772227"/>
          </a:xfrm>
          <a:prstGeom prst="rect">
            <a:avLst/>
          </a:prstGeom>
        </p:spPr>
      </p:pic>
      <p:pic>
        <p:nvPicPr>
          <p:cNvPr id="11" name="Picture 10" descr="A diagram of a circuit&#10;&#10;Description automatically generated">
            <a:extLst>
              <a:ext uri="{FF2B5EF4-FFF2-40B4-BE49-F238E27FC236}">
                <a16:creationId xmlns:a16="http://schemas.microsoft.com/office/drawing/2014/main" id="{F93EC26A-0335-6F99-04F5-217ACAFA8F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201" y="1751725"/>
            <a:ext cx="5328402" cy="3624715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67F97504-64F6-5C39-B3D6-EFE9EBB383B9}"/>
              </a:ext>
            </a:extLst>
          </p:cNvPr>
          <p:cNvGrpSpPr/>
          <p:nvPr/>
        </p:nvGrpSpPr>
        <p:grpSpPr>
          <a:xfrm>
            <a:off x="5776132" y="1186510"/>
            <a:ext cx="6265080" cy="4519440"/>
            <a:chOff x="5776132" y="1186510"/>
            <a:chExt cx="6265080" cy="451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AE0AE11-EF6F-80D8-EA4D-3F5746ECF832}"/>
                    </a:ext>
                  </a:extLst>
                </p14:cNvPr>
                <p14:cNvContentPartPr/>
                <p14:nvPr/>
              </p14:nvContentPartPr>
              <p14:xfrm>
                <a:off x="5834092" y="1263910"/>
                <a:ext cx="317520" cy="42976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AE0AE11-EF6F-80D8-EA4D-3F5746ECF83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816092" y="1245910"/>
                  <a:ext cx="353160" cy="433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AD57FB0-21AC-FABC-C176-6AEE16596279}"/>
                    </a:ext>
                  </a:extLst>
                </p14:cNvPr>
                <p14:cNvContentPartPr/>
                <p14:nvPr/>
              </p14:nvContentPartPr>
              <p14:xfrm>
                <a:off x="5776132" y="1186510"/>
                <a:ext cx="5775480" cy="2066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AD57FB0-21AC-FABC-C176-6AEE1659627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758492" y="1168510"/>
                  <a:ext cx="581112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447BF19C-E1D7-8C64-0B9E-497BAFFDAA24}"/>
                    </a:ext>
                  </a:extLst>
                </p14:cNvPr>
                <p14:cNvContentPartPr/>
                <p14:nvPr/>
              </p14:nvContentPartPr>
              <p14:xfrm>
                <a:off x="6177532" y="1510510"/>
                <a:ext cx="5863680" cy="41954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447BF19C-E1D7-8C64-0B9E-497BAFFDAA2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159892" y="1492870"/>
                  <a:ext cx="5899320" cy="4231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E013CC97-C60E-9F4E-B837-BA074F656494}"/>
                  </a:ext>
                </a:extLst>
              </p14:cNvPr>
              <p14:cNvContentPartPr/>
              <p14:nvPr/>
            </p14:nvContentPartPr>
            <p14:xfrm>
              <a:off x="6781252" y="4475470"/>
              <a:ext cx="507240" cy="4298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E013CC97-C60E-9F4E-B837-BA074F656494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763612" y="4457830"/>
                <a:ext cx="542880" cy="465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641E61DF-B6EE-29B4-3FF2-0156ABAC55B1}"/>
              </a:ext>
            </a:extLst>
          </p:cNvPr>
          <p:cNvGrpSpPr/>
          <p:nvPr/>
        </p:nvGrpSpPr>
        <p:grpSpPr>
          <a:xfrm>
            <a:off x="6329452" y="4407430"/>
            <a:ext cx="1550520" cy="900720"/>
            <a:chOff x="6329452" y="4407430"/>
            <a:chExt cx="1550520" cy="900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D760B18E-00B5-4DAD-BE76-E5B0E8104B57}"/>
                    </a:ext>
                  </a:extLst>
                </p14:cNvPr>
                <p14:cNvContentPartPr/>
                <p14:nvPr/>
              </p14:nvContentPartPr>
              <p14:xfrm>
                <a:off x="6329452" y="4408870"/>
                <a:ext cx="1550520" cy="680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D760B18E-00B5-4DAD-BE76-E5B0E8104B5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311812" y="4391230"/>
                  <a:ext cx="158616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AB8A32A-CDA8-A1E8-77AA-ED963FFC1BAD}"/>
                    </a:ext>
                  </a:extLst>
                </p14:cNvPr>
                <p14:cNvContentPartPr/>
                <p14:nvPr/>
              </p14:nvContentPartPr>
              <p14:xfrm>
                <a:off x="6742012" y="4468630"/>
                <a:ext cx="649800" cy="5947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AB8A32A-CDA8-A1E8-77AA-ED963FFC1BA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724012" y="4450630"/>
                  <a:ext cx="685440" cy="63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AF980C8-75F8-CAB8-D30A-9F52E8B2EADD}"/>
                    </a:ext>
                  </a:extLst>
                </p14:cNvPr>
                <p14:cNvContentPartPr/>
                <p14:nvPr/>
              </p14:nvContentPartPr>
              <p14:xfrm>
                <a:off x="6637972" y="4407430"/>
                <a:ext cx="796320" cy="9007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AF980C8-75F8-CAB8-D30A-9F52E8B2EAD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619972" y="4389430"/>
                  <a:ext cx="831960" cy="9363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90725668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AFDF1-7A8B-F227-B5A9-9C1A80F25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problems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C16CC6-1C7A-99E1-E713-4F0B87D481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32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6" name="Picture 5" descr="A text on a white background&#10;&#10;Description automatically generated">
            <a:extLst>
              <a:ext uri="{FF2B5EF4-FFF2-40B4-BE49-F238E27FC236}">
                <a16:creationId xmlns:a16="http://schemas.microsoft.com/office/drawing/2014/main" id="{16795F52-8A7A-344C-0F37-0905487EF7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281" y="1667586"/>
            <a:ext cx="10086785" cy="391719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5D469B6-8407-42CF-08EE-4EE61A643567}"/>
              </a:ext>
            </a:extLst>
          </p:cNvPr>
          <p:cNvSpPr/>
          <p:nvPr/>
        </p:nvSpPr>
        <p:spPr>
          <a:xfrm>
            <a:off x="1232704" y="3680749"/>
            <a:ext cx="6481823" cy="15096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96034A64-96CC-BE0E-3418-AB0080C5D4B4}"/>
              </a:ext>
            </a:extLst>
          </p:cNvPr>
          <p:cNvGrpSpPr/>
          <p:nvPr/>
        </p:nvGrpSpPr>
        <p:grpSpPr>
          <a:xfrm>
            <a:off x="3212212" y="4136350"/>
            <a:ext cx="3261960" cy="1508040"/>
            <a:chOff x="3212212" y="4136350"/>
            <a:chExt cx="3261960" cy="1508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6E858C92-8501-4AC9-F2FA-7FD9B1D8B12C}"/>
                    </a:ext>
                  </a:extLst>
                </p14:cNvPr>
                <p14:cNvContentPartPr/>
                <p14:nvPr/>
              </p14:nvContentPartPr>
              <p14:xfrm>
                <a:off x="3709012" y="4143910"/>
                <a:ext cx="1171080" cy="759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6E858C92-8501-4AC9-F2FA-7FD9B1D8B12C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691012" y="4126270"/>
                  <a:ext cx="120672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1DEDA21F-1ED7-F6A3-F253-0E24B605EC4C}"/>
                    </a:ext>
                  </a:extLst>
                </p14:cNvPr>
                <p14:cNvContentPartPr/>
                <p14:nvPr/>
              </p14:nvContentPartPr>
              <p14:xfrm>
                <a:off x="4837612" y="4136350"/>
                <a:ext cx="113760" cy="5371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1DEDA21F-1ED7-F6A3-F253-0E24B605EC4C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819972" y="4118350"/>
                  <a:ext cx="149400" cy="57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8F7CC25-CCD4-ED9B-CECB-BECC37E2D8E7}"/>
                    </a:ext>
                  </a:extLst>
                </p14:cNvPr>
                <p14:cNvContentPartPr/>
                <p14:nvPr/>
              </p14:nvContentPartPr>
              <p14:xfrm>
                <a:off x="4717732" y="4617670"/>
                <a:ext cx="473760" cy="5310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8F7CC25-CCD4-ED9B-CECB-BECC37E2D8E7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699732" y="4599670"/>
                  <a:ext cx="509400" cy="56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37EFB35-15CB-EFBD-E84D-2DCD31B791DB}"/>
                    </a:ext>
                  </a:extLst>
                </p14:cNvPr>
                <p14:cNvContentPartPr/>
                <p14:nvPr/>
              </p14:nvContentPartPr>
              <p14:xfrm>
                <a:off x="4926532" y="4807390"/>
                <a:ext cx="30600" cy="2336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37EFB35-15CB-EFBD-E84D-2DCD31B791DB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908892" y="4789390"/>
                  <a:ext cx="6624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F496009-A2DD-8616-73C2-1FC862F69761}"/>
                    </a:ext>
                  </a:extLst>
                </p14:cNvPr>
                <p14:cNvContentPartPr/>
                <p14:nvPr/>
              </p14:nvContentPartPr>
              <p14:xfrm>
                <a:off x="4893772" y="4770310"/>
                <a:ext cx="108720" cy="1044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F496009-A2DD-8616-73C2-1FC862F69761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876132" y="4752670"/>
                  <a:ext cx="14436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BC61B1C6-7990-77BC-E38A-86FE07B06AED}"/>
                    </a:ext>
                  </a:extLst>
                </p14:cNvPr>
                <p14:cNvContentPartPr/>
                <p14:nvPr/>
              </p14:nvContentPartPr>
              <p14:xfrm>
                <a:off x="4993492" y="5141470"/>
                <a:ext cx="70920" cy="5029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BC61B1C6-7990-77BC-E38A-86FE07B06AED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975852" y="5123470"/>
                  <a:ext cx="106560" cy="53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5A6BF53-7C1B-BFDA-7AC5-FC791DE18971}"/>
                    </a:ext>
                  </a:extLst>
                </p14:cNvPr>
                <p14:cNvContentPartPr/>
                <p14:nvPr/>
              </p14:nvContentPartPr>
              <p14:xfrm>
                <a:off x="3857692" y="5255230"/>
                <a:ext cx="76680" cy="3542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5A6BF53-7C1B-BFDA-7AC5-FC791DE18971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839692" y="5237590"/>
                  <a:ext cx="112320" cy="38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0557307-C29D-FAD5-97D9-8B98B2A7CC06}"/>
                    </a:ext>
                  </a:extLst>
                </p14:cNvPr>
                <p14:cNvContentPartPr/>
                <p14:nvPr/>
              </p14:nvContentPartPr>
              <p14:xfrm>
                <a:off x="3802252" y="5563750"/>
                <a:ext cx="1188720" cy="406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0557307-C29D-FAD5-97D9-8B98B2A7CC06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784612" y="5546110"/>
                  <a:ext cx="122436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545D9A14-0DB6-DA5C-5B24-16F7E2E600BA}"/>
                    </a:ext>
                  </a:extLst>
                </p14:cNvPr>
                <p14:cNvContentPartPr/>
                <p14:nvPr/>
              </p14:nvContentPartPr>
              <p14:xfrm>
                <a:off x="4876852" y="4147150"/>
                <a:ext cx="974520" cy="543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545D9A14-0DB6-DA5C-5B24-16F7E2E600BA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858852" y="4129150"/>
                  <a:ext cx="101016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3867807-390A-4638-5D32-7272C11B890D}"/>
                    </a:ext>
                  </a:extLst>
                </p14:cNvPr>
                <p14:cNvContentPartPr/>
                <p14:nvPr/>
              </p14:nvContentPartPr>
              <p14:xfrm>
                <a:off x="5842372" y="4153270"/>
                <a:ext cx="164520" cy="1090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3867807-390A-4638-5D32-7272C11B890D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5824732" y="4135630"/>
                  <a:ext cx="20016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AB6A98F-1654-9483-50A9-9AA0F3438C72}"/>
                    </a:ext>
                  </a:extLst>
                </p14:cNvPr>
                <p14:cNvContentPartPr/>
                <p14:nvPr/>
              </p14:nvContentPartPr>
              <p14:xfrm>
                <a:off x="5071972" y="5539270"/>
                <a:ext cx="850680" cy="374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AB6A98F-1654-9483-50A9-9AA0F3438C72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053972" y="5521270"/>
                  <a:ext cx="88632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51B2E959-E9CB-C845-9023-90AD29D6FC8B}"/>
                    </a:ext>
                  </a:extLst>
                </p14:cNvPr>
                <p14:cNvContentPartPr/>
                <p14:nvPr/>
              </p14:nvContentPartPr>
              <p14:xfrm>
                <a:off x="5924092" y="5540350"/>
                <a:ext cx="132480" cy="1026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51B2E959-E9CB-C845-9023-90AD29D6FC8B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5906452" y="5522710"/>
                  <a:ext cx="16812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1B4CB32-3C82-F0BB-D1CC-3C8B9874A066}"/>
                    </a:ext>
                  </a:extLst>
                </p14:cNvPr>
                <p14:cNvContentPartPr/>
                <p14:nvPr/>
              </p14:nvContentPartPr>
              <p14:xfrm>
                <a:off x="3697852" y="4170190"/>
                <a:ext cx="52560" cy="5256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1B4CB32-3C82-F0BB-D1CC-3C8B9874A066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3679852" y="4152550"/>
                  <a:ext cx="88200" cy="56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8E61E46-9012-4D83-9D1D-BB04C9892981}"/>
                    </a:ext>
                  </a:extLst>
                </p14:cNvPr>
                <p14:cNvContentPartPr/>
                <p14:nvPr/>
              </p14:nvContentPartPr>
              <p14:xfrm>
                <a:off x="3491572" y="4683550"/>
                <a:ext cx="461520" cy="129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8E61E46-9012-4D83-9D1D-BB04C9892981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3473932" y="4665550"/>
                  <a:ext cx="49716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B9AE1CE-0DA1-C35D-B533-038301B6577C}"/>
                    </a:ext>
                  </a:extLst>
                </p14:cNvPr>
                <p14:cNvContentPartPr/>
                <p14:nvPr/>
              </p14:nvContentPartPr>
              <p14:xfrm>
                <a:off x="3675172" y="4808830"/>
                <a:ext cx="188640" cy="140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B9AE1CE-0DA1-C35D-B533-038301B6577C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3657172" y="4791190"/>
                  <a:ext cx="22428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A22910D6-017E-DE55-E793-49806F3340F9}"/>
                    </a:ext>
                  </a:extLst>
                </p14:cNvPr>
                <p14:cNvContentPartPr/>
                <p14:nvPr/>
              </p14:nvContentPartPr>
              <p14:xfrm>
                <a:off x="3802252" y="4834030"/>
                <a:ext cx="41040" cy="4554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A22910D6-017E-DE55-E793-49806F3340F9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784612" y="4816390"/>
                  <a:ext cx="76680" cy="49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78465BC-5821-8071-9D96-58232BD555E2}"/>
                    </a:ext>
                  </a:extLst>
                </p14:cNvPr>
                <p14:cNvContentPartPr/>
                <p14:nvPr/>
              </p14:nvContentPartPr>
              <p14:xfrm>
                <a:off x="3212212" y="4783270"/>
                <a:ext cx="174960" cy="1962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78465BC-5821-8071-9D96-58232BD555E2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194572" y="4765630"/>
                  <a:ext cx="21060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03058C0-2746-C97A-DB84-73DB6F7E4848}"/>
                    </a:ext>
                  </a:extLst>
                </p14:cNvPr>
                <p14:cNvContentPartPr/>
                <p14:nvPr/>
              </p14:nvContentPartPr>
              <p14:xfrm>
                <a:off x="4414612" y="4826830"/>
                <a:ext cx="16920" cy="2437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03058C0-2746-C97A-DB84-73DB6F7E4848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4396972" y="4809190"/>
                  <a:ext cx="5256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A5B46BE-7955-0A9D-D37B-75A468FFC22D}"/>
                    </a:ext>
                  </a:extLst>
                </p14:cNvPr>
                <p14:cNvContentPartPr/>
                <p14:nvPr/>
              </p14:nvContentPartPr>
              <p14:xfrm>
                <a:off x="4393012" y="4793350"/>
                <a:ext cx="77400" cy="478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A5B46BE-7955-0A9D-D37B-75A468FFC22D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4375372" y="4775710"/>
                  <a:ext cx="11304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C3A75FAA-DDDE-60CE-1C46-5C4E6426F3EC}"/>
                    </a:ext>
                  </a:extLst>
                </p14:cNvPr>
                <p14:cNvContentPartPr/>
                <p14:nvPr/>
              </p14:nvContentPartPr>
              <p14:xfrm>
                <a:off x="4356652" y="5015470"/>
                <a:ext cx="143640" cy="154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C3A75FAA-DDDE-60CE-1C46-5C4E6426F3EC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4338652" y="4997830"/>
                  <a:ext cx="17928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74B1664F-464C-2989-8B97-8AE2BDA558B7}"/>
                    </a:ext>
                  </a:extLst>
                </p14:cNvPr>
                <p14:cNvContentPartPr/>
                <p14:nvPr/>
              </p14:nvContentPartPr>
              <p14:xfrm>
                <a:off x="6122092" y="4678150"/>
                <a:ext cx="119160" cy="2145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74B1664F-464C-2989-8B97-8AE2BDA558B7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6104452" y="4660150"/>
                  <a:ext cx="15480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DFEA1EC5-62E9-EBE5-1E9E-E3D4FF000AF9}"/>
                    </a:ext>
                  </a:extLst>
                </p14:cNvPr>
                <p14:cNvContentPartPr/>
                <p14:nvPr/>
              </p14:nvContentPartPr>
              <p14:xfrm>
                <a:off x="6309292" y="4786510"/>
                <a:ext cx="88200" cy="712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DFEA1EC5-62E9-EBE5-1E9E-E3D4FF000AF9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6291652" y="4768870"/>
                  <a:ext cx="12384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24CD7AA-DA90-DB59-BC83-88C500617571}"/>
                    </a:ext>
                  </a:extLst>
                </p14:cNvPr>
                <p14:cNvContentPartPr/>
                <p14:nvPr/>
              </p14:nvContentPartPr>
              <p14:xfrm>
                <a:off x="6202372" y="4199710"/>
                <a:ext cx="129600" cy="234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24CD7AA-DA90-DB59-BC83-88C500617571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6184372" y="4182070"/>
                  <a:ext cx="16524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FCDED78B-5BE7-A682-01A0-DF63E13D3F46}"/>
                    </a:ext>
                  </a:extLst>
                </p14:cNvPr>
                <p14:cNvContentPartPr/>
                <p14:nvPr/>
              </p14:nvContentPartPr>
              <p14:xfrm>
                <a:off x="6263572" y="4151110"/>
                <a:ext cx="20520" cy="1461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FCDED78B-5BE7-A682-01A0-DF63E13D3F46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6245572" y="4133110"/>
                  <a:ext cx="5616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D6080F31-4E8A-80DF-E223-39961ECCC5BC}"/>
                    </a:ext>
                  </a:extLst>
                </p14:cNvPr>
                <p14:cNvContentPartPr/>
                <p14:nvPr/>
              </p14:nvContentPartPr>
              <p14:xfrm>
                <a:off x="6249172" y="4435510"/>
                <a:ext cx="7560" cy="1458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D6080F31-4E8A-80DF-E223-39961ECCC5BC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6231172" y="4417870"/>
                  <a:ext cx="4320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62779B38-5D97-6C1D-B93D-CE65514C8430}"/>
                    </a:ext>
                  </a:extLst>
                </p14:cNvPr>
                <p14:cNvContentPartPr/>
                <p14:nvPr/>
              </p14:nvContentPartPr>
              <p14:xfrm>
                <a:off x="6199852" y="4384030"/>
                <a:ext cx="109080" cy="914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62779B38-5D97-6C1D-B93D-CE65514C8430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6181852" y="4366390"/>
                  <a:ext cx="14472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D0E486CD-7E8E-B23B-0278-39F3EE18B5A5}"/>
                    </a:ext>
                  </a:extLst>
                </p14:cNvPr>
                <p14:cNvContentPartPr/>
                <p14:nvPr/>
              </p14:nvContentPartPr>
              <p14:xfrm>
                <a:off x="6342772" y="5459710"/>
                <a:ext cx="131400" cy="370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D0E486CD-7E8E-B23B-0278-39F3EE18B5A5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6325132" y="5442070"/>
                  <a:ext cx="16704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4F51ABE9-0961-8921-7312-E5DEE5B4C646}"/>
                    </a:ext>
                  </a:extLst>
                </p14:cNvPr>
                <p14:cNvContentPartPr/>
                <p14:nvPr/>
              </p14:nvContentPartPr>
              <p14:xfrm>
                <a:off x="6321892" y="5140750"/>
                <a:ext cx="21600" cy="1983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4F51ABE9-0961-8921-7312-E5DEE5B4C646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6304252" y="5123110"/>
                  <a:ext cx="5724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9EC34255-846C-8BEE-AAB7-BFB6701800A0}"/>
                    </a:ext>
                  </a:extLst>
                </p14:cNvPr>
                <p14:cNvContentPartPr/>
                <p14:nvPr/>
              </p14:nvContentPartPr>
              <p14:xfrm>
                <a:off x="6263212" y="5255590"/>
                <a:ext cx="116640" cy="648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9EC34255-846C-8BEE-AAB7-BFB6701800A0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6245212" y="5237950"/>
                  <a:ext cx="152280" cy="100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4162CA04-7055-899E-32EB-07D832824DE9}"/>
              </a:ext>
            </a:extLst>
          </p:cNvPr>
          <p:cNvGrpSpPr/>
          <p:nvPr/>
        </p:nvGrpSpPr>
        <p:grpSpPr>
          <a:xfrm>
            <a:off x="1601932" y="1707430"/>
            <a:ext cx="559440" cy="439920"/>
            <a:chOff x="1601932" y="1707430"/>
            <a:chExt cx="559440" cy="439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E5E964B5-CE59-401D-41E2-99BFAC2683E3}"/>
                    </a:ext>
                  </a:extLst>
                </p14:cNvPr>
                <p14:cNvContentPartPr/>
                <p14:nvPr/>
              </p14:nvContentPartPr>
              <p14:xfrm>
                <a:off x="1601932" y="1736230"/>
                <a:ext cx="90720" cy="3801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E5E964B5-CE59-401D-41E2-99BFAC2683E3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583932" y="1718230"/>
                  <a:ext cx="126360" cy="41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EDF3D756-01B2-D79D-854E-EC3CF0DE5262}"/>
                    </a:ext>
                  </a:extLst>
                </p14:cNvPr>
                <p14:cNvContentPartPr/>
                <p14:nvPr/>
              </p14:nvContentPartPr>
              <p14:xfrm>
                <a:off x="1608412" y="1707430"/>
                <a:ext cx="552960" cy="4399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EDF3D756-01B2-D79D-854E-EC3CF0DE5262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590412" y="1689430"/>
                  <a:ext cx="588600" cy="47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4C9FE18F-A8D3-FE16-2B40-C20D45C315CE}"/>
              </a:ext>
            </a:extLst>
          </p:cNvPr>
          <p:cNvGrpSpPr/>
          <p:nvPr/>
        </p:nvGrpSpPr>
        <p:grpSpPr>
          <a:xfrm>
            <a:off x="606892" y="4632070"/>
            <a:ext cx="1643760" cy="1879200"/>
            <a:chOff x="606892" y="4632070"/>
            <a:chExt cx="1643760" cy="1879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436F8C80-3525-13FE-42A4-AB002E187047}"/>
                    </a:ext>
                  </a:extLst>
                </p14:cNvPr>
                <p14:cNvContentPartPr/>
                <p14:nvPr/>
              </p14:nvContentPartPr>
              <p14:xfrm>
                <a:off x="606892" y="5119150"/>
                <a:ext cx="177840" cy="2761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436F8C80-3525-13FE-42A4-AB002E187047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588892" y="5101510"/>
                  <a:ext cx="21348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4BF3CCFB-879E-D3C4-06FA-D437F453AABF}"/>
                    </a:ext>
                  </a:extLst>
                </p14:cNvPr>
                <p14:cNvContentPartPr/>
                <p14:nvPr/>
              </p14:nvContentPartPr>
              <p14:xfrm>
                <a:off x="834052" y="5114470"/>
                <a:ext cx="107280" cy="1137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4BF3CCFB-879E-D3C4-06FA-D437F453AABF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816052" y="5096470"/>
                  <a:ext cx="14292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028DCFC-9CF9-7BF2-25B3-7F71B4DE6634}"/>
                    </a:ext>
                  </a:extLst>
                </p14:cNvPr>
                <p14:cNvContentPartPr/>
                <p14:nvPr/>
              </p14:nvContentPartPr>
              <p14:xfrm>
                <a:off x="957172" y="4894150"/>
                <a:ext cx="172800" cy="1893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028DCFC-9CF9-7BF2-25B3-7F71B4DE6634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939532" y="4876150"/>
                  <a:ext cx="20844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448D105E-D239-202A-FAAB-92C87422462E}"/>
                    </a:ext>
                  </a:extLst>
                </p14:cNvPr>
                <p14:cNvContentPartPr/>
                <p14:nvPr/>
              </p14:nvContentPartPr>
              <p14:xfrm>
                <a:off x="977332" y="4850950"/>
                <a:ext cx="189360" cy="2163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448D105E-D239-202A-FAAB-92C87422462E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959692" y="4832950"/>
                  <a:ext cx="22500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F6C8CFBD-6E15-0458-569A-8FCB4D61C2F0}"/>
                    </a:ext>
                  </a:extLst>
                </p14:cNvPr>
                <p14:cNvContentPartPr/>
                <p14:nvPr/>
              </p14:nvContentPartPr>
              <p14:xfrm>
                <a:off x="1180732" y="4671310"/>
                <a:ext cx="153360" cy="1623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F6C8CFBD-6E15-0458-569A-8FCB4D61C2F0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163092" y="4653310"/>
                  <a:ext cx="18900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D1E1C43C-07E4-9C3E-A74F-8AF6A62ECDDE}"/>
                    </a:ext>
                  </a:extLst>
                </p14:cNvPr>
                <p14:cNvContentPartPr/>
                <p14:nvPr/>
              </p14:nvContentPartPr>
              <p14:xfrm>
                <a:off x="1197292" y="4632070"/>
                <a:ext cx="164160" cy="1141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D1E1C43C-07E4-9C3E-A74F-8AF6A62ECDDE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179652" y="4614070"/>
                  <a:ext cx="19980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3320FBC0-678B-10F0-A394-A471336893E1}"/>
                    </a:ext>
                  </a:extLst>
                </p14:cNvPr>
                <p14:cNvContentPartPr/>
                <p14:nvPr/>
              </p14:nvContentPartPr>
              <p14:xfrm>
                <a:off x="1218172" y="5495710"/>
                <a:ext cx="31320" cy="824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3320FBC0-678B-10F0-A394-A471336893E1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200532" y="5477710"/>
                  <a:ext cx="6696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629D9F62-8BDF-327E-FD1E-981326EA172D}"/>
                    </a:ext>
                  </a:extLst>
                </p14:cNvPr>
                <p14:cNvContentPartPr/>
                <p14:nvPr/>
              </p14:nvContentPartPr>
              <p14:xfrm>
                <a:off x="1287292" y="5539990"/>
                <a:ext cx="56520" cy="968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629D9F62-8BDF-327E-FD1E-981326EA172D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269652" y="5521990"/>
                  <a:ext cx="9216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4169B427-6F08-B793-CCAE-205884B9B111}"/>
                    </a:ext>
                  </a:extLst>
                </p14:cNvPr>
                <p14:cNvContentPartPr/>
                <p14:nvPr/>
              </p14:nvContentPartPr>
              <p14:xfrm>
                <a:off x="1385932" y="5286550"/>
                <a:ext cx="195480" cy="2041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4169B427-6F08-B793-CCAE-205884B9B111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367932" y="5268910"/>
                  <a:ext cx="23112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918ED772-AFE4-6101-A6DB-AA8CE9EBC636}"/>
                    </a:ext>
                  </a:extLst>
                </p14:cNvPr>
                <p14:cNvContentPartPr/>
                <p14:nvPr/>
              </p14:nvContentPartPr>
              <p14:xfrm>
                <a:off x="1377652" y="5233630"/>
                <a:ext cx="253800" cy="26496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918ED772-AFE4-6101-A6DB-AA8CE9EBC636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359652" y="5215990"/>
                  <a:ext cx="28944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43A12BF2-E290-5EAA-8D60-4137D435C27A}"/>
                    </a:ext>
                  </a:extLst>
                </p14:cNvPr>
                <p14:cNvContentPartPr/>
                <p14:nvPr/>
              </p14:nvContentPartPr>
              <p14:xfrm>
                <a:off x="1627492" y="5001430"/>
                <a:ext cx="153000" cy="1562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43A12BF2-E290-5EAA-8D60-4137D435C27A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609852" y="4983430"/>
                  <a:ext cx="18864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03399DAF-EA42-32C8-EF77-6256269C42C9}"/>
                    </a:ext>
                  </a:extLst>
                </p14:cNvPr>
                <p14:cNvContentPartPr/>
                <p14:nvPr/>
              </p14:nvContentPartPr>
              <p14:xfrm>
                <a:off x="1559812" y="5201230"/>
                <a:ext cx="109440" cy="428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03399DAF-EA42-32C8-EF77-6256269C42C9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541812" y="5183590"/>
                  <a:ext cx="14508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D7CBACDE-46BA-061D-5100-4898809B2307}"/>
                    </a:ext>
                  </a:extLst>
                </p14:cNvPr>
                <p14:cNvContentPartPr/>
                <p14:nvPr/>
              </p14:nvContentPartPr>
              <p14:xfrm>
                <a:off x="1586812" y="5151910"/>
                <a:ext cx="31680" cy="1141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D7CBACDE-46BA-061D-5100-4898809B2307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568812" y="5134270"/>
                  <a:ext cx="6732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464AE0CC-A2FC-114B-2D64-0D3BCAE44B8B}"/>
                    </a:ext>
                  </a:extLst>
                </p14:cNvPr>
                <p14:cNvContentPartPr/>
                <p14:nvPr/>
              </p14:nvContentPartPr>
              <p14:xfrm>
                <a:off x="980212" y="5587510"/>
                <a:ext cx="211320" cy="2397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464AE0CC-A2FC-114B-2D64-0D3BCAE44B8B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962572" y="5569870"/>
                  <a:ext cx="24696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DC2D24D7-4845-063E-D69E-5971774461C6}"/>
                    </a:ext>
                  </a:extLst>
                </p14:cNvPr>
                <p14:cNvContentPartPr/>
                <p14:nvPr/>
              </p14:nvContentPartPr>
              <p14:xfrm>
                <a:off x="1581052" y="5802790"/>
                <a:ext cx="22680" cy="968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DC2D24D7-4845-063E-D69E-5971774461C6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563412" y="5785150"/>
                  <a:ext cx="5832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D6055B23-2A7A-A33B-2BAA-64BCB2573469}"/>
                    </a:ext>
                  </a:extLst>
                </p14:cNvPr>
                <p14:cNvContentPartPr/>
                <p14:nvPr/>
              </p14:nvContentPartPr>
              <p14:xfrm>
                <a:off x="1673572" y="5825470"/>
                <a:ext cx="47520" cy="849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D6055B23-2A7A-A33B-2BAA-64BCB2573469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655932" y="5807830"/>
                  <a:ext cx="8316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A6D41137-483F-CF7E-F7B2-14D028F3B462}"/>
                    </a:ext>
                  </a:extLst>
                </p14:cNvPr>
                <p14:cNvContentPartPr/>
                <p14:nvPr/>
              </p14:nvContentPartPr>
              <p14:xfrm>
                <a:off x="1725772" y="5588230"/>
                <a:ext cx="198720" cy="1548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A6D41137-483F-CF7E-F7B2-14D028F3B462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708132" y="5570230"/>
                  <a:ext cx="23436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6D5F1F27-312A-02DA-72DC-D1F4A8ED7D9B}"/>
                    </a:ext>
                  </a:extLst>
                </p14:cNvPr>
                <p14:cNvContentPartPr/>
                <p14:nvPr/>
              </p14:nvContentPartPr>
              <p14:xfrm>
                <a:off x="1386652" y="5987830"/>
                <a:ext cx="161280" cy="14688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6D5F1F27-312A-02DA-72DC-D1F4A8ED7D9B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368652" y="5970190"/>
                  <a:ext cx="19692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9C3B3656-084F-B600-AAE3-E4EE5F14B881}"/>
                    </a:ext>
                  </a:extLst>
                </p14:cNvPr>
                <p14:cNvContentPartPr/>
                <p14:nvPr/>
              </p14:nvContentPartPr>
              <p14:xfrm>
                <a:off x="1184692" y="5398510"/>
                <a:ext cx="1065960" cy="84204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9C3B3656-084F-B600-AAE3-E4EE5F14B881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167052" y="5380870"/>
                  <a:ext cx="1101600" cy="87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0BEA4C27-BFE6-7E2A-6650-7FB82264C3C1}"/>
                    </a:ext>
                  </a:extLst>
                </p14:cNvPr>
                <p14:cNvContentPartPr/>
                <p14:nvPr/>
              </p14:nvContentPartPr>
              <p14:xfrm>
                <a:off x="1160932" y="6101590"/>
                <a:ext cx="411480" cy="40968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0BEA4C27-BFE6-7E2A-6650-7FB82264C3C1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143292" y="6083590"/>
                  <a:ext cx="447120" cy="445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9222EA73-5653-1294-92F5-0C8423C2DFCE}"/>
              </a:ext>
            </a:extLst>
          </p:cNvPr>
          <p:cNvGrpSpPr/>
          <p:nvPr/>
        </p:nvGrpSpPr>
        <p:grpSpPr>
          <a:xfrm>
            <a:off x="1619212" y="2734150"/>
            <a:ext cx="1356120" cy="865080"/>
            <a:chOff x="1619212" y="2734150"/>
            <a:chExt cx="1356120" cy="865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7C7821B1-1F5A-E668-264F-92EEF16980EA}"/>
                    </a:ext>
                  </a:extLst>
                </p14:cNvPr>
                <p14:cNvContentPartPr/>
                <p14:nvPr/>
              </p14:nvContentPartPr>
              <p14:xfrm>
                <a:off x="1621012" y="2734150"/>
                <a:ext cx="37440" cy="3283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7C7821B1-1F5A-E668-264F-92EEF16980EA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603012" y="2716150"/>
                  <a:ext cx="73080" cy="36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8C198D1B-0C4D-8692-F24B-9232F932AB0D}"/>
                    </a:ext>
                  </a:extLst>
                </p14:cNvPr>
                <p14:cNvContentPartPr/>
                <p14:nvPr/>
              </p14:nvContentPartPr>
              <p14:xfrm>
                <a:off x="1619212" y="2747830"/>
                <a:ext cx="537120" cy="421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8C198D1B-0C4D-8692-F24B-9232F932AB0D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601572" y="2729830"/>
                  <a:ext cx="57276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18B321FC-415F-AC6A-B037-36DECF561CC4}"/>
                    </a:ext>
                  </a:extLst>
                </p14:cNvPr>
                <p14:cNvContentPartPr/>
                <p14:nvPr/>
              </p14:nvContentPartPr>
              <p14:xfrm>
                <a:off x="2084692" y="2765110"/>
                <a:ext cx="54360" cy="3513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18B321FC-415F-AC6A-B037-36DECF561CC4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2066692" y="2747110"/>
                  <a:ext cx="90000" cy="38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C85F808F-32EE-85DB-E839-95F221FA033E}"/>
                    </a:ext>
                  </a:extLst>
                </p14:cNvPr>
                <p14:cNvContentPartPr/>
                <p14:nvPr/>
              </p14:nvContentPartPr>
              <p14:xfrm>
                <a:off x="1658092" y="3033310"/>
                <a:ext cx="524520" cy="442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C85F808F-32EE-85DB-E839-95F221FA033E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640092" y="3015310"/>
                  <a:ext cx="56016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E592C40C-7297-CCE1-0F8B-089B58699B6E}"/>
                    </a:ext>
                  </a:extLst>
                </p14:cNvPr>
                <p14:cNvContentPartPr/>
                <p14:nvPr/>
              </p14:nvContentPartPr>
              <p14:xfrm>
                <a:off x="2278012" y="3170470"/>
                <a:ext cx="38880" cy="34344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E592C40C-7297-CCE1-0F8B-089B58699B6E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2260372" y="3152830"/>
                  <a:ext cx="74520" cy="37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81687669-B150-0957-E531-EFF5C9C71944}"/>
                    </a:ext>
                  </a:extLst>
                </p14:cNvPr>
                <p14:cNvContentPartPr/>
                <p14:nvPr/>
              </p14:nvContentPartPr>
              <p14:xfrm>
                <a:off x="2365492" y="3195310"/>
                <a:ext cx="493200" cy="493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81687669-B150-0957-E531-EFF5C9C71944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2347852" y="3177670"/>
                  <a:ext cx="52884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825928A6-3841-8EBA-1A93-6FEACEAAB673}"/>
                    </a:ext>
                  </a:extLst>
                </p14:cNvPr>
                <p14:cNvContentPartPr/>
                <p14:nvPr/>
              </p14:nvContentPartPr>
              <p14:xfrm>
                <a:off x="2891812" y="3185950"/>
                <a:ext cx="9000" cy="4132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825928A6-3841-8EBA-1A93-6FEACEAAB673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2874172" y="3168310"/>
                  <a:ext cx="44640" cy="44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1796C00C-C401-ED29-BF7C-769136843478}"/>
                    </a:ext>
                  </a:extLst>
                </p14:cNvPr>
                <p14:cNvContentPartPr/>
                <p14:nvPr/>
              </p14:nvContentPartPr>
              <p14:xfrm>
                <a:off x="2326612" y="3472510"/>
                <a:ext cx="648720" cy="511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1796C00C-C401-ED29-BF7C-769136843478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2308972" y="3454510"/>
                  <a:ext cx="684360" cy="86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D978DB01-3E84-84C2-20A0-019DC2181568}"/>
              </a:ext>
            </a:extLst>
          </p:cNvPr>
          <p:cNvGrpSpPr/>
          <p:nvPr/>
        </p:nvGrpSpPr>
        <p:grpSpPr>
          <a:xfrm>
            <a:off x="9788692" y="4623790"/>
            <a:ext cx="259200" cy="180720"/>
            <a:chOff x="9788692" y="4623790"/>
            <a:chExt cx="259200" cy="180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25D6ADD3-4EAB-4610-F189-FD7B6D99D424}"/>
                    </a:ext>
                  </a:extLst>
                </p14:cNvPr>
                <p14:cNvContentPartPr/>
                <p14:nvPr/>
              </p14:nvContentPartPr>
              <p14:xfrm>
                <a:off x="9788692" y="4646470"/>
                <a:ext cx="137520" cy="1105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25D6ADD3-4EAB-4610-F189-FD7B6D99D424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9770692" y="4628830"/>
                  <a:ext cx="17316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9E617F66-DBB3-D4CF-C403-4117082A82FF}"/>
                    </a:ext>
                  </a:extLst>
                </p14:cNvPr>
                <p14:cNvContentPartPr/>
                <p14:nvPr/>
              </p14:nvContentPartPr>
              <p14:xfrm>
                <a:off x="9940612" y="4623790"/>
                <a:ext cx="33120" cy="18072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9E617F66-DBB3-D4CF-C403-4117082A82FF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9922612" y="4605790"/>
                  <a:ext cx="6876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7057A50A-79A7-3117-6B3F-0F4805B086ED}"/>
                    </a:ext>
                  </a:extLst>
                </p14:cNvPr>
                <p14:cNvContentPartPr/>
                <p14:nvPr/>
              </p14:nvContentPartPr>
              <p14:xfrm>
                <a:off x="9990292" y="4681030"/>
                <a:ext cx="57600" cy="489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7057A50A-79A7-3117-6B3F-0F4805B086ED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9972292" y="4663030"/>
                  <a:ext cx="93240" cy="84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B754C340-2ABC-C53F-4D95-1B79D16D20A9}"/>
              </a:ext>
            </a:extLst>
          </p:cNvPr>
          <p:cNvGrpSpPr/>
          <p:nvPr/>
        </p:nvGrpSpPr>
        <p:grpSpPr>
          <a:xfrm>
            <a:off x="10795612" y="4644670"/>
            <a:ext cx="302400" cy="111600"/>
            <a:chOff x="10795612" y="4644670"/>
            <a:chExt cx="302400" cy="11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40C6BD03-381C-DE8D-F6CC-DF8E0CEF6762}"/>
                    </a:ext>
                  </a:extLst>
                </p14:cNvPr>
                <p14:cNvContentPartPr/>
                <p14:nvPr/>
              </p14:nvContentPartPr>
              <p14:xfrm>
                <a:off x="10819372" y="4665910"/>
                <a:ext cx="32040" cy="190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40C6BD03-381C-DE8D-F6CC-DF8E0CEF6762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10801732" y="4647910"/>
                  <a:ext cx="6768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8186617B-EF42-007C-3F29-E3B1AF065165}"/>
                    </a:ext>
                  </a:extLst>
                </p14:cNvPr>
                <p14:cNvContentPartPr/>
                <p14:nvPr/>
              </p14:nvContentPartPr>
              <p14:xfrm>
                <a:off x="10795612" y="4660870"/>
                <a:ext cx="112320" cy="954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8186617B-EF42-007C-3F29-E3B1AF065165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0777972" y="4642870"/>
                  <a:ext cx="14796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BAE29C6C-760B-C138-E003-C1C4404694AF}"/>
                    </a:ext>
                  </a:extLst>
                </p14:cNvPr>
                <p14:cNvContentPartPr/>
                <p14:nvPr/>
              </p14:nvContentPartPr>
              <p14:xfrm>
                <a:off x="11016652" y="4644670"/>
                <a:ext cx="7560" cy="10692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BAE29C6C-760B-C138-E003-C1C4404694AF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10998652" y="4627030"/>
                  <a:ext cx="4320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38FD0124-51B3-111E-F27E-8B40D9AD7619}"/>
                    </a:ext>
                  </a:extLst>
                </p14:cNvPr>
                <p14:cNvContentPartPr/>
                <p14:nvPr/>
              </p14:nvContentPartPr>
              <p14:xfrm>
                <a:off x="11020972" y="4650070"/>
                <a:ext cx="77040" cy="8316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38FD0124-51B3-111E-F27E-8B40D9AD7619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11003332" y="4632430"/>
                  <a:ext cx="112680" cy="11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806B6CA6-D0F5-B694-6BB8-1267BCBFE963}"/>
              </a:ext>
            </a:extLst>
          </p:cNvPr>
          <p:cNvGrpSpPr/>
          <p:nvPr/>
        </p:nvGrpSpPr>
        <p:grpSpPr>
          <a:xfrm>
            <a:off x="9870772" y="4989550"/>
            <a:ext cx="321120" cy="151560"/>
            <a:chOff x="9870772" y="4989550"/>
            <a:chExt cx="321120" cy="151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95C7CE96-BF59-0542-6EC2-29100E4C3E7D}"/>
                    </a:ext>
                  </a:extLst>
                </p14:cNvPr>
                <p14:cNvContentPartPr/>
                <p14:nvPr/>
              </p14:nvContentPartPr>
              <p14:xfrm>
                <a:off x="9870772" y="4989550"/>
                <a:ext cx="155880" cy="15156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95C7CE96-BF59-0542-6EC2-29100E4C3E7D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9852772" y="4971910"/>
                  <a:ext cx="19152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C2508952-B52C-63BE-48D8-8575ECE3C042}"/>
                    </a:ext>
                  </a:extLst>
                </p14:cNvPr>
                <p14:cNvContentPartPr/>
                <p14:nvPr/>
              </p14:nvContentPartPr>
              <p14:xfrm>
                <a:off x="10116292" y="5005390"/>
                <a:ext cx="5040" cy="13104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C2508952-B52C-63BE-48D8-8575ECE3C042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10098292" y="4987390"/>
                  <a:ext cx="4068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7526C0AE-B907-D4CF-BE42-AEB4F82214B6}"/>
                    </a:ext>
                  </a:extLst>
                </p14:cNvPr>
                <p14:cNvContentPartPr/>
                <p14:nvPr/>
              </p14:nvContentPartPr>
              <p14:xfrm>
                <a:off x="10127452" y="5008630"/>
                <a:ext cx="64440" cy="9432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7526C0AE-B907-D4CF-BE42-AEB4F82214B6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10109452" y="4990630"/>
                  <a:ext cx="100080" cy="12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A2DB865E-37B0-55EB-F828-BE17F49D7FFB}"/>
              </a:ext>
            </a:extLst>
          </p:cNvPr>
          <p:cNvGrpSpPr/>
          <p:nvPr/>
        </p:nvGrpSpPr>
        <p:grpSpPr>
          <a:xfrm>
            <a:off x="10810372" y="5048950"/>
            <a:ext cx="295560" cy="163080"/>
            <a:chOff x="10810372" y="5048950"/>
            <a:chExt cx="295560" cy="163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4FC1AA86-C71B-4AA5-0884-BB0ECB850A0D}"/>
                    </a:ext>
                  </a:extLst>
                </p14:cNvPr>
                <p14:cNvContentPartPr/>
                <p14:nvPr/>
              </p14:nvContentPartPr>
              <p14:xfrm>
                <a:off x="10810372" y="5048950"/>
                <a:ext cx="118080" cy="1609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4FC1AA86-C71B-4AA5-0884-BB0ECB850A0D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10792372" y="5031310"/>
                  <a:ext cx="15372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E9801E25-38C0-83DC-64C6-653C033199D1}"/>
                    </a:ext>
                  </a:extLst>
                </p14:cNvPr>
                <p14:cNvContentPartPr/>
                <p14:nvPr/>
              </p14:nvContentPartPr>
              <p14:xfrm>
                <a:off x="11018092" y="5054710"/>
                <a:ext cx="9720" cy="15732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E9801E25-38C0-83DC-64C6-653C033199D1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11000092" y="5037070"/>
                  <a:ext cx="4536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60362013-265B-F7AF-4162-D17372ECE08F}"/>
                    </a:ext>
                  </a:extLst>
                </p14:cNvPr>
                <p14:cNvContentPartPr/>
                <p14:nvPr/>
              </p14:nvContentPartPr>
              <p14:xfrm>
                <a:off x="11036812" y="5068030"/>
                <a:ext cx="69120" cy="10080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60362013-265B-F7AF-4162-D17372ECE08F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11018812" y="5050390"/>
                  <a:ext cx="104760" cy="136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4958342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746AA-8C79-F6DC-A9A7-A2A76FB3F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problems</a:t>
            </a:r>
          </a:p>
        </p:txBody>
      </p:sp>
      <p:pic>
        <p:nvPicPr>
          <p:cNvPr id="6" name="Content Placeholder 5" descr="A diagram of a circuit&#10;&#10;Description automatically generated">
            <a:extLst>
              <a:ext uri="{FF2B5EF4-FFF2-40B4-BE49-F238E27FC236}">
                <a16:creationId xmlns:a16="http://schemas.microsoft.com/office/drawing/2014/main" id="{338E6884-2949-ABC7-11FC-DB5AC57F0D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3509" y="1944621"/>
            <a:ext cx="8630259" cy="2760487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36B902-1D0D-C650-E932-4DD9452E1B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33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977A4CE-63C2-239C-E0F6-FFBB3E9EB00C}"/>
              </a:ext>
            </a:extLst>
          </p:cNvPr>
          <p:cNvGrpSpPr/>
          <p:nvPr/>
        </p:nvGrpSpPr>
        <p:grpSpPr>
          <a:xfrm>
            <a:off x="5340172" y="2445430"/>
            <a:ext cx="559080" cy="251640"/>
            <a:chOff x="5340172" y="2445430"/>
            <a:chExt cx="559080" cy="251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3F9F69FE-803A-AE73-2AE3-7CD22E1BC18D}"/>
                    </a:ext>
                  </a:extLst>
                </p14:cNvPr>
                <p14:cNvContentPartPr/>
                <p14:nvPr/>
              </p14:nvContentPartPr>
              <p14:xfrm>
                <a:off x="5340172" y="2550550"/>
                <a:ext cx="64800" cy="799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3F9F69FE-803A-AE73-2AE3-7CD22E1BC18D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322172" y="2532910"/>
                  <a:ext cx="10044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B7B3BA8-AF0E-98AC-468F-135973B9517D}"/>
                    </a:ext>
                  </a:extLst>
                </p14:cNvPr>
                <p14:cNvContentPartPr/>
                <p14:nvPr/>
              </p14:nvContentPartPr>
              <p14:xfrm>
                <a:off x="5509012" y="2445430"/>
                <a:ext cx="127800" cy="2174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1B7B3BA8-AF0E-98AC-468F-135973B9517D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491372" y="2427430"/>
                  <a:ext cx="16344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E023FB7-EC19-5F19-5AAE-3A1749683F69}"/>
                    </a:ext>
                  </a:extLst>
                </p14:cNvPr>
                <p14:cNvContentPartPr/>
                <p14:nvPr/>
              </p14:nvContentPartPr>
              <p14:xfrm>
                <a:off x="5783692" y="2503390"/>
                <a:ext cx="115560" cy="1936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E023FB7-EC19-5F19-5AAE-3A1749683F69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766052" y="2485750"/>
                  <a:ext cx="151200" cy="229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5B8F48E8-424C-BA6E-4303-40CD70BB4F81}"/>
                  </a:ext>
                </a:extLst>
              </p14:cNvPr>
              <p14:cNvContentPartPr/>
              <p14:nvPr/>
            </p14:nvContentPartPr>
            <p14:xfrm>
              <a:off x="5331892" y="4402390"/>
              <a:ext cx="63720" cy="752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5B8F48E8-424C-BA6E-4303-40CD70BB4F81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313892" y="4384750"/>
                <a:ext cx="99360" cy="110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A598C0D2-B0B3-0C43-4A45-FA946397B536}"/>
              </a:ext>
            </a:extLst>
          </p:cNvPr>
          <p:cNvGrpSpPr/>
          <p:nvPr/>
        </p:nvGrpSpPr>
        <p:grpSpPr>
          <a:xfrm>
            <a:off x="5560132" y="4290790"/>
            <a:ext cx="522720" cy="299880"/>
            <a:chOff x="5560132" y="4290790"/>
            <a:chExt cx="522720" cy="299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702766D-261B-640E-F56C-96A84DD4899B}"/>
                    </a:ext>
                  </a:extLst>
                </p14:cNvPr>
                <p14:cNvContentPartPr/>
                <p14:nvPr/>
              </p14:nvContentPartPr>
              <p14:xfrm>
                <a:off x="5560132" y="4403110"/>
                <a:ext cx="160920" cy="1875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702766D-261B-640E-F56C-96A84DD4899B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542492" y="4385110"/>
                  <a:ext cx="19656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49DF7B5-8345-D6B6-B0FC-334399627598}"/>
                    </a:ext>
                  </a:extLst>
                </p14:cNvPr>
                <p14:cNvContentPartPr/>
                <p14:nvPr/>
              </p14:nvContentPartPr>
              <p14:xfrm>
                <a:off x="5751652" y="4398070"/>
                <a:ext cx="59040" cy="1425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49DF7B5-8345-D6B6-B0FC-334399627598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733652" y="4380070"/>
                  <a:ext cx="9468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7BC6B7A-C134-5C35-BD3C-E310B14EF083}"/>
                    </a:ext>
                  </a:extLst>
                </p14:cNvPr>
                <p14:cNvContentPartPr/>
                <p14:nvPr/>
              </p14:nvContentPartPr>
              <p14:xfrm>
                <a:off x="5765332" y="4355950"/>
                <a:ext cx="106560" cy="1224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7BC6B7A-C134-5C35-BD3C-E310B14EF083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747692" y="4337950"/>
                  <a:ext cx="14220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312138B-1062-FAF7-3D53-51DE5D4DFC31}"/>
                    </a:ext>
                  </a:extLst>
                </p14:cNvPr>
                <p14:cNvContentPartPr/>
                <p14:nvPr/>
              </p14:nvContentPartPr>
              <p14:xfrm>
                <a:off x="5959732" y="4311310"/>
                <a:ext cx="90360" cy="1602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312138B-1062-FAF7-3D53-51DE5D4DFC31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942092" y="4293670"/>
                  <a:ext cx="12600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B8DB8D0-9430-5051-34A7-765BC9ABD4D1}"/>
                    </a:ext>
                  </a:extLst>
                </p14:cNvPr>
                <p14:cNvContentPartPr/>
                <p14:nvPr/>
              </p14:nvContentPartPr>
              <p14:xfrm>
                <a:off x="5991412" y="4290790"/>
                <a:ext cx="91440" cy="1832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B8DB8D0-9430-5051-34A7-765BC9ABD4D1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973772" y="4273150"/>
                  <a:ext cx="127080" cy="21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5DDD79B-D747-03C0-7262-8FBA28417E3D}"/>
              </a:ext>
            </a:extLst>
          </p:cNvPr>
          <p:cNvGrpSpPr/>
          <p:nvPr/>
        </p:nvGrpSpPr>
        <p:grpSpPr>
          <a:xfrm>
            <a:off x="5316772" y="3371350"/>
            <a:ext cx="608040" cy="194400"/>
            <a:chOff x="5316772" y="3371350"/>
            <a:chExt cx="608040" cy="194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EAC6CF2-0054-54A7-697E-A187AD0BCFD6}"/>
                    </a:ext>
                  </a:extLst>
                </p14:cNvPr>
                <p14:cNvContentPartPr/>
                <p14:nvPr/>
              </p14:nvContentPartPr>
              <p14:xfrm>
                <a:off x="5316772" y="3473950"/>
                <a:ext cx="50400" cy="482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EAC6CF2-0054-54A7-697E-A187AD0BCFD6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5299132" y="3455950"/>
                  <a:ext cx="8604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A513BF3-7D61-8858-3501-705A72845D00}"/>
                    </a:ext>
                  </a:extLst>
                </p14:cNvPr>
                <p14:cNvContentPartPr/>
                <p14:nvPr/>
              </p14:nvContentPartPr>
              <p14:xfrm>
                <a:off x="5520532" y="3371350"/>
                <a:ext cx="152640" cy="1944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A513BF3-7D61-8858-3501-705A72845D00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502892" y="3353710"/>
                  <a:ext cx="18828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59DEF42E-99DB-FF3B-5C6C-A6C4B0C0EFB2}"/>
                    </a:ext>
                  </a:extLst>
                </p14:cNvPr>
                <p14:cNvContentPartPr/>
                <p14:nvPr/>
              </p14:nvContentPartPr>
              <p14:xfrm>
                <a:off x="5788012" y="3473230"/>
                <a:ext cx="136800" cy="712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59DEF42E-99DB-FF3B-5C6C-A6C4B0C0EFB2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5770372" y="3455230"/>
                  <a:ext cx="17244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33597B7-77E1-2724-F6E4-61DA3A212383}"/>
                    </a:ext>
                  </a:extLst>
                </p14:cNvPr>
                <p14:cNvContentPartPr/>
                <p14:nvPr/>
              </p14:nvContentPartPr>
              <p14:xfrm>
                <a:off x="5847052" y="3406630"/>
                <a:ext cx="46080" cy="1360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33597B7-77E1-2724-F6E4-61DA3A212383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829412" y="3388990"/>
                  <a:ext cx="81720" cy="171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49278942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A4A47-9910-8427-C294-85EF231A9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F2CE81-0CB1-A3BA-AAE4-F130651C57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34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6" name="Picture 5" descr="A diagram of a circuit&#10;&#10;Description automatically generated">
            <a:extLst>
              <a:ext uri="{FF2B5EF4-FFF2-40B4-BE49-F238E27FC236}">
                <a16:creationId xmlns:a16="http://schemas.microsoft.com/office/drawing/2014/main" id="{3A373CDE-D6E5-7684-C39C-5E4A32FD51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5158" y="1847896"/>
            <a:ext cx="3177815" cy="2270957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E4020745-24C1-8BCB-A2A2-08714B7CA5F5}"/>
              </a:ext>
            </a:extLst>
          </p:cNvPr>
          <p:cNvGrpSpPr/>
          <p:nvPr/>
        </p:nvGrpSpPr>
        <p:grpSpPr>
          <a:xfrm>
            <a:off x="4820332" y="2322310"/>
            <a:ext cx="650520" cy="347760"/>
            <a:chOff x="4820332" y="2322310"/>
            <a:chExt cx="650520" cy="347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3DAF5D31-8126-062C-C17A-3D8189B434FB}"/>
                    </a:ext>
                  </a:extLst>
                </p14:cNvPr>
                <p14:cNvContentPartPr/>
                <p14:nvPr/>
              </p14:nvContentPartPr>
              <p14:xfrm>
                <a:off x="4820332" y="2322310"/>
                <a:ext cx="198720" cy="2941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3DAF5D31-8126-062C-C17A-3D8189B434FB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802692" y="2304670"/>
                  <a:ext cx="234360" cy="32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5BF6ADC5-F96F-38AC-7AB4-2E4BA81D3A6E}"/>
                    </a:ext>
                  </a:extLst>
                </p14:cNvPr>
                <p14:cNvContentPartPr/>
                <p14:nvPr/>
              </p14:nvContentPartPr>
              <p14:xfrm>
                <a:off x="5176372" y="2523910"/>
                <a:ext cx="71640" cy="1461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5BF6ADC5-F96F-38AC-7AB4-2E4BA81D3A6E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158372" y="2506270"/>
                  <a:ext cx="10728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1B720E8-ADA4-F5D6-C7A3-F66BE2A449F3}"/>
                    </a:ext>
                  </a:extLst>
                </p14:cNvPr>
                <p14:cNvContentPartPr/>
                <p14:nvPr/>
              </p14:nvContentPartPr>
              <p14:xfrm>
                <a:off x="5353852" y="2347870"/>
                <a:ext cx="57600" cy="514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1B720E8-ADA4-F5D6-C7A3-F66BE2A449F3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335852" y="2330230"/>
                  <a:ext cx="9324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2F8475BD-64A9-C4CE-4115-FD85759ECE7E}"/>
                    </a:ext>
                  </a:extLst>
                </p14:cNvPr>
                <p14:cNvContentPartPr/>
                <p14:nvPr/>
              </p14:nvContentPartPr>
              <p14:xfrm>
                <a:off x="5414692" y="2402230"/>
                <a:ext cx="56160" cy="583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2F8475BD-64A9-C4CE-4115-FD85759ECE7E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396692" y="2384230"/>
                  <a:ext cx="91800" cy="93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BFBC252-0181-FAB5-C908-08A4E9CD1F7C}"/>
              </a:ext>
            </a:extLst>
          </p:cNvPr>
          <p:cNvGrpSpPr/>
          <p:nvPr/>
        </p:nvGrpSpPr>
        <p:grpSpPr>
          <a:xfrm>
            <a:off x="5761732" y="1591510"/>
            <a:ext cx="1223280" cy="973440"/>
            <a:chOff x="5761732" y="1591510"/>
            <a:chExt cx="1223280" cy="973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A7EF889-20B3-D17D-C4A9-57651C8A2AEC}"/>
                    </a:ext>
                  </a:extLst>
                </p14:cNvPr>
                <p14:cNvContentPartPr/>
                <p14:nvPr/>
              </p14:nvContentPartPr>
              <p14:xfrm>
                <a:off x="5761732" y="1902550"/>
                <a:ext cx="96120" cy="2066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A7EF889-20B3-D17D-C4A9-57651C8A2AEC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743732" y="1884910"/>
                  <a:ext cx="13176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B6C7312-EB53-225D-4000-58686A3ECF65}"/>
                    </a:ext>
                  </a:extLst>
                </p14:cNvPr>
                <p14:cNvContentPartPr/>
                <p14:nvPr/>
              </p14:nvContentPartPr>
              <p14:xfrm>
                <a:off x="5781172" y="1867630"/>
                <a:ext cx="129600" cy="1270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B6C7312-EB53-225D-4000-58686A3ECF65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763172" y="1849990"/>
                  <a:ext cx="16524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DD8F906-4330-5DCB-DCB5-BFB294C687B7}"/>
                    </a:ext>
                  </a:extLst>
                </p14:cNvPr>
                <p14:cNvContentPartPr/>
                <p14:nvPr/>
              </p14:nvContentPartPr>
              <p14:xfrm>
                <a:off x="5997532" y="1920550"/>
                <a:ext cx="57600" cy="1000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DD8F906-4330-5DCB-DCB5-BFB294C687B7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979892" y="1902550"/>
                  <a:ext cx="9324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1CA33B3-2416-9343-9159-EFC65615391C}"/>
                    </a:ext>
                  </a:extLst>
                </p14:cNvPr>
                <p14:cNvContentPartPr/>
                <p14:nvPr/>
              </p14:nvContentPartPr>
              <p14:xfrm>
                <a:off x="5837692" y="1880950"/>
                <a:ext cx="648720" cy="3643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1CA33B3-2416-9343-9159-EFC65615391C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820052" y="1862950"/>
                  <a:ext cx="684360" cy="39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C84E2CC7-823A-1174-66E8-3168DE88DD0B}"/>
                    </a:ext>
                  </a:extLst>
                </p14:cNvPr>
                <p14:cNvContentPartPr/>
                <p14:nvPr/>
              </p14:nvContentPartPr>
              <p14:xfrm>
                <a:off x="6055852" y="2374150"/>
                <a:ext cx="136440" cy="1908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C84E2CC7-823A-1174-66E8-3168DE88DD0B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037852" y="2356510"/>
                  <a:ext cx="17208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25DD473-B481-DACC-ADE9-CAF8DF9E5249}"/>
                    </a:ext>
                  </a:extLst>
                </p14:cNvPr>
                <p14:cNvContentPartPr/>
                <p14:nvPr/>
              </p14:nvContentPartPr>
              <p14:xfrm>
                <a:off x="6055492" y="2314390"/>
                <a:ext cx="163080" cy="1602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25DD473-B481-DACC-ADE9-CAF8DF9E5249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037492" y="2296750"/>
                  <a:ext cx="19872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BDA8B5C-DB7C-CD69-22DE-5F65CDFBF675}"/>
                    </a:ext>
                  </a:extLst>
                </p14:cNvPr>
                <p14:cNvContentPartPr/>
                <p14:nvPr/>
              </p14:nvContentPartPr>
              <p14:xfrm>
                <a:off x="6346012" y="2301430"/>
                <a:ext cx="39600" cy="986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BDA8B5C-DB7C-CD69-22DE-5F65CDFBF675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328372" y="2283430"/>
                  <a:ext cx="7524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3948948-DF76-EE50-629B-ECEACB17FC50}"/>
                    </a:ext>
                  </a:extLst>
                </p14:cNvPr>
                <p14:cNvContentPartPr/>
                <p14:nvPr/>
              </p14:nvContentPartPr>
              <p14:xfrm>
                <a:off x="6435292" y="2163190"/>
                <a:ext cx="137520" cy="878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3948948-DF76-EE50-629B-ECEACB17FC50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417292" y="2145190"/>
                  <a:ext cx="17316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0EDC96A-A927-F129-F4AA-899123738E66}"/>
                    </a:ext>
                  </a:extLst>
                </p14:cNvPr>
                <p14:cNvContentPartPr/>
                <p14:nvPr/>
              </p14:nvContentPartPr>
              <p14:xfrm>
                <a:off x="6487852" y="2146630"/>
                <a:ext cx="81360" cy="1414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0EDC96A-A927-F129-F4AA-899123738E66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470212" y="2128990"/>
                  <a:ext cx="11700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5A1CAC3-C4AD-1731-27AA-5217C2EF3E34}"/>
                    </a:ext>
                  </a:extLst>
                </p14:cNvPr>
                <p14:cNvContentPartPr/>
                <p14:nvPr/>
              </p14:nvContentPartPr>
              <p14:xfrm>
                <a:off x="6602332" y="2072110"/>
                <a:ext cx="86760" cy="1717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5A1CAC3-C4AD-1731-27AA-5217C2EF3E34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584332" y="2054110"/>
                  <a:ext cx="12240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405CCE4-1448-2C04-65A4-682AE4C12221}"/>
                    </a:ext>
                  </a:extLst>
                </p14:cNvPr>
                <p14:cNvContentPartPr/>
                <p14:nvPr/>
              </p14:nvContentPartPr>
              <p14:xfrm>
                <a:off x="6613492" y="1987150"/>
                <a:ext cx="193320" cy="1321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405CCE4-1448-2C04-65A4-682AE4C12221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595852" y="1969150"/>
                  <a:ext cx="22896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1FBD213-2716-8EF3-295E-58E6A2A9EE01}"/>
                    </a:ext>
                  </a:extLst>
                </p14:cNvPr>
                <p14:cNvContentPartPr/>
                <p14:nvPr/>
              </p14:nvContentPartPr>
              <p14:xfrm>
                <a:off x="6849652" y="2013430"/>
                <a:ext cx="135360" cy="1234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1FBD213-2716-8EF3-295E-58E6A2A9EE01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831652" y="1995430"/>
                  <a:ext cx="17100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4B8F86F-A58A-E0AD-040E-E73A48B33C6E}"/>
                    </a:ext>
                  </a:extLst>
                </p14:cNvPr>
                <p14:cNvContentPartPr/>
                <p14:nvPr/>
              </p14:nvContentPartPr>
              <p14:xfrm>
                <a:off x="6084652" y="1591510"/>
                <a:ext cx="186120" cy="1814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4B8F86F-A58A-E0AD-040E-E73A48B33C6E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6067012" y="1573870"/>
                  <a:ext cx="22176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4540628-7D6D-68C5-6CB6-7747BED3FD0F}"/>
                    </a:ext>
                  </a:extLst>
                </p14:cNvPr>
                <p14:cNvContentPartPr/>
                <p14:nvPr/>
              </p14:nvContentPartPr>
              <p14:xfrm>
                <a:off x="6367252" y="1622110"/>
                <a:ext cx="118080" cy="1810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4540628-7D6D-68C5-6CB6-7747BED3FD0F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6349612" y="1604470"/>
                  <a:ext cx="153720" cy="21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863E93A2-7CEF-8677-EB7D-6DD5E3446BD7}"/>
              </a:ext>
            </a:extLst>
          </p:cNvPr>
          <p:cNvGrpSpPr/>
          <p:nvPr/>
        </p:nvGrpSpPr>
        <p:grpSpPr>
          <a:xfrm>
            <a:off x="5290132" y="2712550"/>
            <a:ext cx="2250360" cy="1074600"/>
            <a:chOff x="5290132" y="2712550"/>
            <a:chExt cx="2250360" cy="1074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A3952A5-53AB-E1B5-92CA-10CE3142EF11}"/>
                    </a:ext>
                  </a:extLst>
                </p14:cNvPr>
                <p14:cNvContentPartPr/>
                <p14:nvPr/>
              </p14:nvContentPartPr>
              <p14:xfrm>
                <a:off x="5290132" y="3548470"/>
                <a:ext cx="214920" cy="2386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A3952A5-53AB-E1B5-92CA-10CE3142EF11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5272492" y="3530830"/>
                  <a:ext cx="25056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12B18872-2223-DF5C-57B4-08F1A1A9316C}"/>
                    </a:ext>
                  </a:extLst>
                </p14:cNvPr>
                <p14:cNvContentPartPr/>
                <p14:nvPr/>
              </p14:nvContentPartPr>
              <p14:xfrm>
                <a:off x="5629252" y="3665470"/>
                <a:ext cx="141480" cy="1137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12B18872-2223-DF5C-57B4-08F1A1A9316C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5611612" y="3647470"/>
                  <a:ext cx="17712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EAAE787-204F-96F3-FD1D-A09A9BB0EC6E}"/>
                    </a:ext>
                  </a:extLst>
                </p14:cNvPr>
                <p14:cNvContentPartPr/>
                <p14:nvPr/>
              </p14:nvContentPartPr>
              <p14:xfrm>
                <a:off x="5874412" y="3489430"/>
                <a:ext cx="146880" cy="964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EAAE787-204F-96F3-FD1D-A09A9BB0EC6E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5856412" y="3471790"/>
                  <a:ext cx="18252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35108880-59E6-5C5F-6797-9E637BF94F17}"/>
                    </a:ext>
                  </a:extLst>
                </p14:cNvPr>
                <p14:cNvContentPartPr/>
                <p14:nvPr/>
              </p14:nvContentPartPr>
              <p14:xfrm>
                <a:off x="6215332" y="3066790"/>
                <a:ext cx="1007280" cy="3837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35108880-59E6-5C5F-6797-9E637BF94F17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6197332" y="3048790"/>
                  <a:ext cx="1042920" cy="41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E697A1F-12B0-4E80-B340-74DFA63B44F6}"/>
                    </a:ext>
                  </a:extLst>
                </p14:cNvPr>
                <p14:cNvContentPartPr/>
                <p14:nvPr/>
              </p14:nvContentPartPr>
              <p14:xfrm>
                <a:off x="6194812" y="2933950"/>
                <a:ext cx="131040" cy="1904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E697A1F-12B0-4E80-B340-74DFA63B44F6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6177172" y="2915950"/>
                  <a:ext cx="16668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9019803F-BF95-5B5C-DFCD-FEA7C95661AF}"/>
                    </a:ext>
                  </a:extLst>
                </p14:cNvPr>
                <p14:cNvContentPartPr/>
                <p14:nvPr/>
              </p14:nvContentPartPr>
              <p14:xfrm>
                <a:off x="6224692" y="2918830"/>
                <a:ext cx="138240" cy="1152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019803F-BF95-5B5C-DFCD-FEA7C95661AF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6207052" y="2901190"/>
                  <a:ext cx="17388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3A119A2-6BF5-E1C2-6062-207E8C1A06B7}"/>
                    </a:ext>
                  </a:extLst>
                </p14:cNvPr>
                <p14:cNvContentPartPr/>
                <p14:nvPr/>
              </p14:nvContentPartPr>
              <p14:xfrm>
                <a:off x="6405772" y="2937910"/>
                <a:ext cx="125280" cy="867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3A119A2-6BF5-E1C2-6062-207E8C1A06B7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6387772" y="2920270"/>
                  <a:ext cx="16092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2AFF0F6-8AA0-15A0-0124-37CB8739CE7A}"/>
                    </a:ext>
                  </a:extLst>
                </p14:cNvPr>
                <p14:cNvContentPartPr/>
                <p14:nvPr/>
              </p14:nvContentPartPr>
              <p14:xfrm>
                <a:off x="6564532" y="2712550"/>
                <a:ext cx="115200" cy="1832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2AFF0F6-8AA0-15A0-0124-37CB8739CE7A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6546532" y="2694550"/>
                  <a:ext cx="15084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5516D36-AD2A-B40B-D027-979425D70BD0}"/>
                    </a:ext>
                  </a:extLst>
                </p14:cNvPr>
                <p14:cNvContentPartPr/>
                <p14:nvPr/>
              </p14:nvContentPartPr>
              <p14:xfrm>
                <a:off x="6789892" y="2767990"/>
                <a:ext cx="84240" cy="1659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5516D36-AD2A-B40B-D027-979425D70BD0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6771892" y="2750350"/>
                  <a:ext cx="11988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4AD4918-C9BB-9727-22A5-7967D7E50793}"/>
                    </a:ext>
                  </a:extLst>
                </p14:cNvPr>
                <p14:cNvContentPartPr/>
                <p14:nvPr/>
              </p14:nvContentPartPr>
              <p14:xfrm>
                <a:off x="6458332" y="3514270"/>
                <a:ext cx="144720" cy="2210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4AD4918-C9BB-9727-22A5-7967D7E50793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6440332" y="3496270"/>
                  <a:ext cx="18036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33387681-7F1E-3EE4-7F7B-883D2A0A732D}"/>
                    </a:ext>
                  </a:extLst>
                </p14:cNvPr>
                <p14:cNvContentPartPr/>
                <p14:nvPr/>
              </p14:nvContentPartPr>
              <p14:xfrm>
                <a:off x="6518092" y="3469630"/>
                <a:ext cx="193680" cy="1285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33387681-7F1E-3EE4-7F7B-883D2A0A732D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6500452" y="3451990"/>
                  <a:ext cx="22932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391D801-46E7-F048-A520-F96A63DFB18B}"/>
                    </a:ext>
                  </a:extLst>
                </p14:cNvPr>
                <p14:cNvContentPartPr/>
                <p14:nvPr/>
              </p14:nvContentPartPr>
              <p14:xfrm>
                <a:off x="6777292" y="3520750"/>
                <a:ext cx="73080" cy="1195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391D801-46E7-F048-A520-F96A63DFB18B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6759292" y="3502750"/>
                  <a:ext cx="10872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291B2662-40DB-212F-3969-63DCA3AD1EB0}"/>
                    </a:ext>
                  </a:extLst>
                </p14:cNvPr>
                <p14:cNvContentPartPr/>
                <p14:nvPr/>
              </p14:nvContentPartPr>
              <p14:xfrm>
                <a:off x="6938212" y="3402670"/>
                <a:ext cx="113040" cy="1069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291B2662-40DB-212F-3969-63DCA3AD1EB0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6920212" y="3384670"/>
                  <a:ext cx="14868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07EFE9CB-ED2F-5BB0-145D-ACCBB5DBB178}"/>
                    </a:ext>
                  </a:extLst>
                </p14:cNvPr>
                <p14:cNvContentPartPr/>
                <p14:nvPr/>
              </p14:nvContentPartPr>
              <p14:xfrm>
                <a:off x="6995452" y="3293230"/>
                <a:ext cx="240120" cy="1987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07EFE9CB-ED2F-5BB0-145D-ACCBB5DBB178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6977812" y="3275230"/>
                  <a:ext cx="27576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7D9EDA13-9339-2408-424F-27CFAF38F076}"/>
                    </a:ext>
                  </a:extLst>
                </p14:cNvPr>
                <p14:cNvContentPartPr/>
                <p14:nvPr/>
              </p14:nvContentPartPr>
              <p14:xfrm>
                <a:off x="7181572" y="3212230"/>
                <a:ext cx="137880" cy="1105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7D9EDA13-9339-2408-424F-27CFAF38F076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7163932" y="3194590"/>
                  <a:ext cx="17352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8EECA519-C3DC-C03F-761B-E0FD4A31855B}"/>
                    </a:ext>
                  </a:extLst>
                </p14:cNvPr>
                <p14:cNvContentPartPr/>
                <p14:nvPr/>
              </p14:nvContentPartPr>
              <p14:xfrm>
                <a:off x="7366612" y="3262270"/>
                <a:ext cx="173880" cy="1184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8EECA519-C3DC-C03F-761B-E0FD4A31855B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7348972" y="3244270"/>
                  <a:ext cx="209520" cy="1540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14175334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1D2AB-EAC4-5FAE-E7AE-8DBFEF414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</a:t>
            </a:r>
          </a:p>
        </p:txBody>
      </p:sp>
      <p:pic>
        <p:nvPicPr>
          <p:cNvPr id="6" name="Content Placeholder 5" descr="A diagram of a circuit&#10;&#10;Description automatically generated">
            <a:extLst>
              <a:ext uri="{FF2B5EF4-FFF2-40B4-BE49-F238E27FC236}">
                <a16:creationId xmlns:a16="http://schemas.microsoft.com/office/drawing/2014/main" id="{64802E38-2E12-CFBD-20FF-212270B6CF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4943" y="1547898"/>
            <a:ext cx="3825572" cy="199661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F2D2D2-3E67-A7CF-0D2F-2FB485E978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35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8" name="Picture 7" descr="A diagram of a circuit&#10;&#10;Description automatically generated">
            <a:extLst>
              <a:ext uri="{FF2B5EF4-FFF2-40B4-BE49-F238E27FC236}">
                <a16:creationId xmlns:a16="http://schemas.microsoft.com/office/drawing/2014/main" id="{5C329694-A513-B382-C7B0-BB3C07B35C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604419"/>
            <a:ext cx="4214225" cy="2027096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393719DD-3C4C-F13F-8C9D-780D977F150C}"/>
              </a:ext>
            </a:extLst>
          </p:cNvPr>
          <p:cNvGrpSpPr/>
          <p:nvPr/>
        </p:nvGrpSpPr>
        <p:grpSpPr>
          <a:xfrm>
            <a:off x="3303292" y="3781750"/>
            <a:ext cx="1122120" cy="541440"/>
            <a:chOff x="3303292" y="3781750"/>
            <a:chExt cx="1122120" cy="541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CB8940E9-2E19-0894-D351-73E4B4E5421E}"/>
                    </a:ext>
                  </a:extLst>
                </p14:cNvPr>
                <p14:cNvContentPartPr/>
                <p14:nvPr/>
              </p14:nvContentPartPr>
              <p14:xfrm>
                <a:off x="3303292" y="3963550"/>
                <a:ext cx="207000" cy="3096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CB8940E9-2E19-0894-D351-73E4B4E5421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285292" y="3945550"/>
                  <a:ext cx="242640" cy="34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6F218BA-1415-874A-0110-F2FFC9422FC0}"/>
                    </a:ext>
                  </a:extLst>
                </p14:cNvPr>
                <p14:cNvContentPartPr/>
                <p14:nvPr/>
              </p14:nvContentPartPr>
              <p14:xfrm>
                <a:off x="3628372" y="4143550"/>
                <a:ext cx="69120" cy="1796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6F218BA-1415-874A-0110-F2FFC9422FC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610372" y="4125910"/>
                  <a:ext cx="10476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5704457-BC2E-AC63-F1A6-D87A6EAB19C6}"/>
                    </a:ext>
                  </a:extLst>
                </p14:cNvPr>
                <p14:cNvContentPartPr/>
                <p14:nvPr/>
              </p14:nvContentPartPr>
              <p14:xfrm>
                <a:off x="3641692" y="4070830"/>
                <a:ext cx="148680" cy="1098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5704457-BC2E-AC63-F1A6-D87A6EAB19C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623692" y="4053190"/>
                  <a:ext cx="18432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AFD4015-1B35-2670-F550-BEE3F146EF69}"/>
                    </a:ext>
                  </a:extLst>
                </p14:cNvPr>
                <p14:cNvContentPartPr/>
                <p14:nvPr/>
              </p14:nvContentPartPr>
              <p14:xfrm>
                <a:off x="3858052" y="4078390"/>
                <a:ext cx="63360" cy="1364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BAFD4015-1B35-2670-F550-BEE3F146EF6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840412" y="4060390"/>
                  <a:ext cx="9900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6900E12-AC15-7125-A05B-3B28775367CB}"/>
                    </a:ext>
                  </a:extLst>
                </p14:cNvPr>
                <p14:cNvContentPartPr/>
                <p14:nvPr/>
              </p14:nvContentPartPr>
              <p14:xfrm>
                <a:off x="3987652" y="3950950"/>
                <a:ext cx="42120" cy="320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6900E12-AC15-7125-A05B-3B28775367C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969652" y="3932950"/>
                  <a:ext cx="7776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998A4BA-D3A9-CBB8-4CC8-76A2F4020A67}"/>
                    </a:ext>
                  </a:extLst>
                </p14:cNvPr>
                <p14:cNvContentPartPr/>
                <p14:nvPr/>
              </p14:nvContentPartPr>
              <p14:xfrm>
                <a:off x="4050652" y="4000630"/>
                <a:ext cx="39600" cy="522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998A4BA-D3A9-CBB8-4CC8-76A2F4020A6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032652" y="3982990"/>
                  <a:ext cx="7524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9902479-5F78-FB66-4B30-9EA4BB473178}"/>
                    </a:ext>
                  </a:extLst>
                </p14:cNvPr>
                <p14:cNvContentPartPr/>
                <p14:nvPr/>
              </p14:nvContentPartPr>
              <p14:xfrm>
                <a:off x="4213012" y="3781750"/>
                <a:ext cx="150840" cy="1929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9902479-5F78-FB66-4B30-9EA4BB47317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195012" y="3764110"/>
                  <a:ext cx="18648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7867405C-F807-6D5C-640A-CD4CE4EE7646}"/>
                    </a:ext>
                  </a:extLst>
                </p14:cNvPr>
                <p14:cNvContentPartPr/>
                <p14:nvPr/>
              </p14:nvContentPartPr>
              <p14:xfrm>
                <a:off x="4424692" y="4096030"/>
                <a:ext cx="720" cy="64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7867405C-F807-6D5C-640A-CD4CE4EE764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407052" y="4078030"/>
                  <a:ext cx="36360" cy="42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00CD47BB-71B0-82EA-1195-41161EBD71F2}"/>
                  </a:ext>
                </a:extLst>
              </p14:cNvPr>
              <p14:cNvContentPartPr/>
              <p14:nvPr/>
            </p14:nvContentPartPr>
            <p14:xfrm>
              <a:off x="3634852" y="4669870"/>
              <a:ext cx="168480" cy="23148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00CD47BB-71B0-82EA-1195-41161EBD71F2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617212" y="4651870"/>
                <a:ext cx="204120" cy="267120"/>
              </a:xfrm>
              <a:prstGeom prst="rect">
                <a:avLst/>
              </a:prstGeom>
            </p:spPr>
          </p:pic>
        </mc:Fallback>
      </mc:AlternateContent>
      <p:grpSp>
        <p:nvGrpSpPr>
          <p:cNvPr id="48" name="Group 47">
            <a:extLst>
              <a:ext uri="{FF2B5EF4-FFF2-40B4-BE49-F238E27FC236}">
                <a16:creationId xmlns:a16="http://schemas.microsoft.com/office/drawing/2014/main" id="{12D3D120-0AFD-1AD2-CD45-06BD50262C8A}"/>
              </a:ext>
            </a:extLst>
          </p:cNvPr>
          <p:cNvGrpSpPr/>
          <p:nvPr/>
        </p:nvGrpSpPr>
        <p:grpSpPr>
          <a:xfrm>
            <a:off x="4476892" y="4422550"/>
            <a:ext cx="364680" cy="210960"/>
            <a:chOff x="4476892" y="4422550"/>
            <a:chExt cx="364680" cy="210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0DEF582-A920-37FA-A8CB-24C63D0D7319}"/>
                    </a:ext>
                  </a:extLst>
                </p14:cNvPr>
                <p14:cNvContentPartPr/>
                <p14:nvPr/>
              </p14:nvContentPartPr>
              <p14:xfrm>
                <a:off x="4476892" y="4565470"/>
                <a:ext cx="30600" cy="385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0DEF582-A920-37FA-A8CB-24C63D0D731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459252" y="4547830"/>
                  <a:ext cx="6624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C8535B9-3104-B5FE-9BD7-756F54EA97AE}"/>
                    </a:ext>
                  </a:extLst>
                </p14:cNvPr>
                <p14:cNvContentPartPr/>
                <p14:nvPr/>
              </p14:nvContentPartPr>
              <p14:xfrm>
                <a:off x="4531972" y="4558990"/>
                <a:ext cx="55800" cy="745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C8535B9-3104-B5FE-9BD7-756F54EA97A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513972" y="4541350"/>
                  <a:ext cx="9144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8589307-6B52-F361-5200-412D8FC15C88}"/>
                    </a:ext>
                  </a:extLst>
                </p14:cNvPr>
                <p14:cNvContentPartPr/>
                <p14:nvPr/>
              </p14:nvContentPartPr>
              <p14:xfrm>
                <a:off x="4617652" y="4422550"/>
                <a:ext cx="192240" cy="1303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58589307-6B52-F361-5200-412D8FC15C8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600012" y="4404550"/>
                  <a:ext cx="22788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115C2C3-8FEA-4BC0-7456-D45D1084547D}"/>
                    </a:ext>
                  </a:extLst>
                </p14:cNvPr>
                <p14:cNvContentPartPr/>
                <p14:nvPr/>
              </p14:nvContentPartPr>
              <p14:xfrm>
                <a:off x="4832572" y="4617670"/>
                <a:ext cx="9000" cy="140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115C2C3-8FEA-4BC0-7456-D45D1084547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814572" y="4600030"/>
                  <a:ext cx="44640" cy="49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F5CC566C-6016-BE5B-E3F0-23AD7C7D7900}"/>
              </a:ext>
            </a:extLst>
          </p:cNvPr>
          <p:cNvGrpSpPr/>
          <p:nvPr/>
        </p:nvGrpSpPr>
        <p:grpSpPr>
          <a:xfrm>
            <a:off x="3968932" y="4749790"/>
            <a:ext cx="1160280" cy="924840"/>
            <a:chOff x="3968932" y="4749790"/>
            <a:chExt cx="1160280" cy="924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56A07A4D-D04C-5A68-4FB8-7431F3F856E2}"/>
                    </a:ext>
                  </a:extLst>
                </p14:cNvPr>
                <p14:cNvContentPartPr/>
                <p14:nvPr/>
              </p14:nvContentPartPr>
              <p14:xfrm>
                <a:off x="3968932" y="4839070"/>
                <a:ext cx="80280" cy="1760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56A07A4D-D04C-5A68-4FB8-7431F3F856E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950932" y="4821430"/>
                  <a:ext cx="11592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14418A6-151F-03DE-AE17-D21A337CBE18}"/>
                    </a:ext>
                  </a:extLst>
                </p14:cNvPr>
                <p14:cNvContentPartPr/>
                <p14:nvPr/>
              </p14:nvContentPartPr>
              <p14:xfrm>
                <a:off x="3985492" y="4763470"/>
                <a:ext cx="138600" cy="1310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14418A6-151F-03DE-AE17-D21A337CBE1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967852" y="4745470"/>
                  <a:ext cx="17424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8E5C5A2-6197-661D-9D2B-16E3A7B2906B}"/>
                    </a:ext>
                  </a:extLst>
                </p14:cNvPr>
                <p14:cNvContentPartPr/>
                <p14:nvPr/>
              </p14:nvContentPartPr>
              <p14:xfrm>
                <a:off x="4218052" y="4749790"/>
                <a:ext cx="109800" cy="1022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8E5C5A2-6197-661D-9D2B-16E3A7B2906B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200412" y="4731790"/>
                  <a:ext cx="14544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5F7D42D-0D34-EA57-2695-8A45555CEC44}"/>
                    </a:ext>
                  </a:extLst>
                </p14:cNvPr>
                <p14:cNvContentPartPr/>
                <p14:nvPr/>
              </p14:nvContentPartPr>
              <p14:xfrm>
                <a:off x="4093852" y="5363950"/>
                <a:ext cx="214560" cy="3106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5F7D42D-0D34-EA57-2695-8A45555CEC4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076212" y="5345950"/>
                  <a:ext cx="250200" cy="3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1654F615-66B7-72AA-9D7E-879AD5FB7A24}"/>
                    </a:ext>
                  </a:extLst>
                </p14:cNvPr>
                <p14:cNvContentPartPr/>
                <p14:nvPr/>
              </p14:nvContentPartPr>
              <p14:xfrm>
                <a:off x="4108252" y="5322550"/>
                <a:ext cx="70200" cy="831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1654F615-66B7-72AA-9D7E-879AD5FB7A2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090252" y="5304550"/>
                  <a:ext cx="10584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64D03E7-00D7-27D5-3DF4-7AFF4DADF768}"/>
                    </a:ext>
                  </a:extLst>
                </p14:cNvPr>
                <p14:cNvContentPartPr/>
                <p14:nvPr/>
              </p14:nvContentPartPr>
              <p14:xfrm>
                <a:off x="4249012" y="5524870"/>
                <a:ext cx="268920" cy="1342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64D03E7-00D7-27D5-3DF4-7AFF4DADF76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231012" y="5506870"/>
                  <a:ext cx="30456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4BEACA5-AED4-CAC6-7622-13C594C86B8B}"/>
                    </a:ext>
                  </a:extLst>
                </p14:cNvPr>
                <p14:cNvContentPartPr/>
                <p14:nvPr/>
              </p14:nvContentPartPr>
              <p14:xfrm>
                <a:off x="4398052" y="5443870"/>
                <a:ext cx="151920" cy="1285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4BEACA5-AED4-CAC6-7622-13C594C86B8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380412" y="5426230"/>
                  <a:ext cx="18756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C3A26062-DD80-C122-5EC1-E4CB6F8F2505}"/>
                    </a:ext>
                  </a:extLst>
                </p14:cNvPr>
                <p14:cNvContentPartPr/>
                <p14:nvPr/>
              </p14:nvContentPartPr>
              <p14:xfrm>
                <a:off x="4623412" y="5463310"/>
                <a:ext cx="91080" cy="1033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C3A26062-DD80-C122-5EC1-E4CB6F8F250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605412" y="5445670"/>
                  <a:ext cx="12672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D2A1D37-3911-EF6A-EE27-58BE553C8C58}"/>
                    </a:ext>
                  </a:extLst>
                </p14:cNvPr>
                <p14:cNvContentPartPr/>
                <p14:nvPr/>
              </p14:nvContentPartPr>
              <p14:xfrm>
                <a:off x="4808092" y="5244430"/>
                <a:ext cx="42120" cy="320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D2A1D37-3911-EF6A-EE27-58BE553C8C58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790452" y="5226430"/>
                  <a:ext cx="7776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A4B1A6D-244A-75F0-F82B-4C0316172E99}"/>
                    </a:ext>
                  </a:extLst>
                </p14:cNvPr>
                <p14:cNvContentPartPr/>
                <p14:nvPr/>
              </p14:nvContentPartPr>
              <p14:xfrm>
                <a:off x="4879732" y="5278630"/>
                <a:ext cx="35280" cy="532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A4B1A6D-244A-75F0-F82B-4C0316172E9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861732" y="5260630"/>
                  <a:ext cx="7092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45CC27AA-667B-2A2C-7055-F6C698B70911}"/>
                    </a:ext>
                  </a:extLst>
                </p14:cNvPr>
                <p14:cNvContentPartPr/>
                <p14:nvPr/>
              </p14:nvContentPartPr>
              <p14:xfrm>
                <a:off x="4926172" y="4957150"/>
                <a:ext cx="148320" cy="2077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45CC27AA-667B-2A2C-7055-F6C698B7091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908532" y="4939510"/>
                  <a:ext cx="18396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663DCDC2-8501-8408-9FBA-6CEF04C0FDA4}"/>
                    </a:ext>
                  </a:extLst>
                </p14:cNvPr>
                <p14:cNvContentPartPr/>
                <p14:nvPr/>
              </p14:nvContentPartPr>
              <p14:xfrm>
                <a:off x="5122732" y="5232190"/>
                <a:ext cx="6480" cy="86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663DCDC2-8501-8408-9FBA-6CEF04C0FDA4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105092" y="5214550"/>
                  <a:ext cx="42120" cy="44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1EA5B79A-CEEB-43A9-3055-DE9EE0C4D58E}"/>
              </a:ext>
            </a:extLst>
          </p:cNvPr>
          <p:cNvGrpSpPr/>
          <p:nvPr/>
        </p:nvGrpSpPr>
        <p:grpSpPr>
          <a:xfrm>
            <a:off x="4604692" y="5958670"/>
            <a:ext cx="675720" cy="404640"/>
            <a:chOff x="4604692" y="5958670"/>
            <a:chExt cx="675720" cy="404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8D93BDD0-6DD8-A6BB-E464-ACD104592AA0}"/>
                    </a:ext>
                  </a:extLst>
                </p14:cNvPr>
                <p14:cNvContentPartPr/>
                <p14:nvPr/>
              </p14:nvContentPartPr>
              <p14:xfrm>
                <a:off x="4616212" y="5999710"/>
                <a:ext cx="202680" cy="2599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8D93BDD0-6DD8-A6BB-E464-ACD104592AA0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598572" y="5982070"/>
                  <a:ext cx="23832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30AED3B6-6AA2-4BC5-7920-60F55E09CD61}"/>
                    </a:ext>
                  </a:extLst>
                </p14:cNvPr>
                <p14:cNvContentPartPr/>
                <p14:nvPr/>
              </p14:nvContentPartPr>
              <p14:xfrm>
                <a:off x="4604692" y="5963710"/>
                <a:ext cx="90720" cy="1180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30AED3B6-6AA2-4BC5-7920-60F55E09CD61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587052" y="5945710"/>
                  <a:ext cx="12636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E5A46E4E-79A0-DDC3-195C-7B8B150A621C}"/>
                    </a:ext>
                  </a:extLst>
                </p14:cNvPr>
                <p14:cNvContentPartPr/>
                <p14:nvPr/>
              </p14:nvContentPartPr>
              <p14:xfrm>
                <a:off x="4802692" y="6276910"/>
                <a:ext cx="83520" cy="864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E5A46E4E-79A0-DDC3-195C-7B8B150A621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785052" y="6258910"/>
                  <a:ext cx="11916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44B4B7F5-91FD-F56D-5692-F25EA227641F}"/>
                    </a:ext>
                  </a:extLst>
                </p14:cNvPr>
                <p14:cNvContentPartPr/>
                <p14:nvPr/>
              </p14:nvContentPartPr>
              <p14:xfrm>
                <a:off x="4960732" y="6094750"/>
                <a:ext cx="104400" cy="1224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44B4B7F5-91FD-F56D-5692-F25EA227641F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942732" y="6076750"/>
                  <a:ext cx="14004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635D6CA1-2CC5-0306-1444-DD69EFBA12DF}"/>
                    </a:ext>
                  </a:extLst>
                </p14:cNvPr>
                <p14:cNvContentPartPr/>
                <p14:nvPr/>
              </p14:nvContentPartPr>
              <p14:xfrm>
                <a:off x="4937692" y="6029230"/>
                <a:ext cx="141840" cy="1202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635D6CA1-2CC5-0306-1444-DD69EFBA12D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919692" y="6011590"/>
                  <a:ext cx="17748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DE5E0B79-BD7C-60C4-4762-2D2FFA5BF67F}"/>
                    </a:ext>
                  </a:extLst>
                </p14:cNvPr>
                <p14:cNvContentPartPr/>
                <p14:nvPr/>
              </p14:nvContentPartPr>
              <p14:xfrm>
                <a:off x="5150452" y="5958670"/>
                <a:ext cx="129960" cy="1105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DE5E0B79-BD7C-60C4-4762-2D2FFA5BF67F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132812" y="5941030"/>
                  <a:ext cx="165600" cy="14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66F79A99-A2AB-1658-6520-8D72DC187075}"/>
              </a:ext>
            </a:extLst>
          </p:cNvPr>
          <p:cNvGrpSpPr/>
          <p:nvPr/>
        </p:nvGrpSpPr>
        <p:grpSpPr>
          <a:xfrm>
            <a:off x="5319652" y="5476630"/>
            <a:ext cx="338760" cy="357840"/>
            <a:chOff x="5319652" y="5476630"/>
            <a:chExt cx="338760" cy="357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94C6C81F-7771-3F3B-3230-1DE01EBBDD67}"/>
                    </a:ext>
                  </a:extLst>
                </p14:cNvPr>
                <p14:cNvContentPartPr/>
                <p14:nvPr/>
              </p14:nvContentPartPr>
              <p14:xfrm>
                <a:off x="5319652" y="5754910"/>
                <a:ext cx="28440" cy="334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94C6C81F-7771-3F3B-3230-1DE01EBBDD67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302012" y="5737270"/>
                  <a:ext cx="6408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4CAE7F95-4D58-D120-9E72-93A865CBE308}"/>
                    </a:ext>
                  </a:extLst>
                </p14:cNvPr>
                <p14:cNvContentPartPr/>
                <p14:nvPr/>
              </p14:nvContentPartPr>
              <p14:xfrm>
                <a:off x="5398132" y="5788750"/>
                <a:ext cx="6840" cy="457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4CAE7F95-4D58-D120-9E72-93A865CBE308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380492" y="5771110"/>
                  <a:ext cx="4248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EC3C01E4-DC97-136E-198E-06EAD8CF34CB}"/>
                    </a:ext>
                  </a:extLst>
                </p14:cNvPr>
                <p14:cNvContentPartPr/>
                <p14:nvPr/>
              </p14:nvContentPartPr>
              <p14:xfrm>
                <a:off x="5431252" y="5476630"/>
                <a:ext cx="227160" cy="2908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EC3C01E4-DC97-136E-198E-06EAD8CF34CB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413612" y="5458630"/>
                  <a:ext cx="262800" cy="32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9824BB24-F165-0A13-3AEB-D5E92958D133}"/>
              </a:ext>
            </a:extLst>
          </p:cNvPr>
          <p:cNvGrpSpPr/>
          <p:nvPr/>
        </p:nvGrpSpPr>
        <p:grpSpPr>
          <a:xfrm>
            <a:off x="6359692" y="3518590"/>
            <a:ext cx="4516200" cy="3029760"/>
            <a:chOff x="6359692" y="3518590"/>
            <a:chExt cx="4516200" cy="3029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EF38EF4D-F33E-DF06-8F68-EF67ED9A5B97}"/>
                    </a:ext>
                  </a:extLst>
                </p14:cNvPr>
                <p14:cNvContentPartPr/>
                <p14:nvPr/>
              </p14:nvContentPartPr>
              <p14:xfrm>
                <a:off x="7294972" y="4148590"/>
                <a:ext cx="299520" cy="378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EF38EF4D-F33E-DF06-8F68-EF67ED9A5B97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276972" y="4130590"/>
                  <a:ext cx="33516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5A0C44EB-82AD-D268-B4F5-4A8218C2A21E}"/>
                    </a:ext>
                  </a:extLst>
                </p14:cNvPr>
                <p14:cNvContentPartPr/>
                <p14:nvPr/>
              </p14:nvContentPartPr>
              <p14:xfrm>
                <a:off x="7617532" y="4028710"/>
                <a:ext cx="206280" cy="1695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5A0C44EB-82AD-D268-B4F5-4A8218C2A21E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599532" y="4011070"/>
                  <a:ext cx="24192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FED03C6D-490E-AA48-80D2-B3AFDB39387D}"/>
                    </a:ext>
                  </a:extLst>
                </p14:cNvPr>
                <p14:cNvContentPartPr/>
                <p14:nvPr/>
              </p14:nvContentPartPr>
              <p14:xfrm>
                <a:off x="7844692" y="4103950"/>
                <a:ext cx="591840" cy="399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FED03C6D-490E-AA48-80D2-B3AFDB39387D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827052" y="4085950"/>
                  <a:ext cx="62748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322E3B7E-651F-0C2A-1284-68AEC3F97277}"/>
                    </a:ext>
                  </a:extLst>
                </p14:cNvPr>
                <p14:cNvContentPartPr/>
                <p14:nvPr/>
              </p14:nvContentPartPr>
              <p14:xfrm>
                <a:off x="7263292" y="4213030"/>
                <a:ext cx="24480" cy="3474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322E3B7E-651F-0C2A-1284-68AEC3F9727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245292" y="4195390"/>
                  <a:ext cx="60120" cy="38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0B96FE4E-54CB-E42F-7867-C499269BF6D1}"/>
                    </a:ext>
                  </a:extLst>
                </p14:cNvPr>
                <p14:cNvContentPartPr/>
                <p14:nvPr/>
              </p14:nvContentPartPr>
              <p14:xfrm>
                <a:off x="7214332" y="4539910"/>
                <a:ext cx="101160" cy="2516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0B96FE4E-54CB-E42F-7867-C499269BF6D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196332" y="4521910"/>
                  <a:ext cx="13680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C8BB1B51-DE5A-F8AB-8C2E-5968F728CA8E}"/>
                    </a:ext>
                  </a:extLst>
                </p14:cNvPr>
                <p14:cNvContentPartPr/>
                <p14:nvPr/>
              </p14:nvContentPartPr>
              <p14:xfrm>
                <a:off x="7285252" y="4837990"/>
                <a:ext cx="60840" cy="2448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C8BB1B51-DE5A-F8AB-8C2E-5968F728CA8E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267252" y="4819990"/>
                  <a:ext cx="9648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49450FDF-1217-1108-DBCF-1DBB6F85CBC4}"/>
                    </a:ext>
                  </a:extLst>
                </p14:cNvPr>
                <p14:cNvContentPartPr/>
                <p14:nvPr/>
              </p14:nvContentPartPr>
              <p14:xfrm>
                <a:off x="7303972" y="5032030"/>
                <a:ext cx="393120" cy="190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49450FDF-1217-1108-DBCF-1DBB6F85CBC4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285972" y="5014390"/>
                  <a:ext cx="42876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C7C26B50-B243-470E-0733-146A037791BD}"/>
                    </a:ext>
                  </a:extLst>
                </p14:cNvPr>
                <p14:cNvContentPartPr/>
                <p14:nvPr/>
              </p14:nvContentPartPr>
              <p14:xfrm>
                <a:off x="7724452" y="4952470"/>
                <a:ext cx="191880" cy="1350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C7C26B50-B243-470E-0733-146A037791BD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706812" y="4934470"/>
                  <a:ext cx="22752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7D438BBD-66EB-7E55-FF7D-32BE47D5FCB3}"/>
                    </a:ext>
                  </a:extLst>
                </p14:cNvPr>
                <p14:cNvContentPartPr/>
                <p14:nvPr/>
              </p14:nvContentPartPr>
              <p14:xfrm>
                <a:off x="7928572" y="4981630"/>
                <a:ext cx="262080" cy="828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7D438BBD-66EB-7E55-FF7D-32BE47D5FCB3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910932" y="4963630"/>
                  <a:ext cx="29772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2320C80-5F49-0B70-FAC1-029606538437}"/>
                    </a:ext>
                  </a:extLst>
                </p14:cNvPr>
                <p14:cNvContentPartPr/>
                <p14:nvPr/>
              </p14:nvContentPartPr>
              <p14:xfrm>
                <a:off x="8358412" y="4096390"/>
                <a:ext cx="38520" cy="3186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2320C80-5F49-0B70-FAC1-029606538437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340772" y="4078750"/>
                  <a:ext cx="74160" cy="35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687845B6-8CB2-13C2-01B7-E73E602FA2A1}"/>
                    </a:ext>
                  </a:extLst>
                </p14:cNvPr>
                <p14:cNvContentPartPr/>
                <p14:nvPr/>
              </p14:nvContentPartPr>
              <p14:xfrm>
                <a:off x="8316292" y="4429750"/>
                <a:ext cx="115920" cy="2336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687845B6-8CB2-13C2-01B7-E73E602FA2A1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298652" y="4411750"/>
                  <a:ext cx="15156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3359E5B5-C8DC-87AB-16AD-0F869DEFFF34}"/>
                    </a:ext>
                  </a:extLst>
                </p14:cNvPr>
                <p14:cNvContentPartPr/>
                <p14:nvPr/>
              </p14:nvContentPartPr>
              <p14:xfrm>
                <a:off x="8378212" y="4707310"/>
                <a:ext cx="77400" cy="3272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3359E5B5-C8DC-87AB-16AD-0F869DEFFF34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360212" y="4689670"/>
                  <a:ext cx="113040" cy="36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B30B3791-58E4-ECD6-4869-62D40A721A9D}"/>
                    </a:ext>
                  </a:extLst>
                </p14:cNvPr>
                <p14:cNvContentPartPr/>
                <p14:nvPr/>
              </p14:nvContentPartPr>
              <p14:xfrm>
                <a:off x="8408812" y="4168750"/>
                <a:ext cx="256320" cy="100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B30B3791-58E4-ECD6-4869-62D40A721A9D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391172" y="4150750"/>
                  <a:ext cx="29196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A2E1A43A-5F85-EAEA-04DF-01E548F0EEB1}"/>
                    </a:ext>
                  </a:extLst>
                </p14:cNvPr>
                <p14:cNvContentPartPr/>
                <p14:nvPr/>
              </p14:nvContentPartPr>
              <p14:xfrm>
                <a:off x="8786452" y="4046350"/>
                <a:ext cx="190440" cy="1512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A2E1A43A-5F85-EAEA-04DF-01E548F0EEB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768452" y="4028710"/>
                  <a:ext cx="22608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8DB211C4-C0DF-56CB-F772-1FB80924807B}"/>
                    </a:ext>
                  </a:extLst>
                </p14:cNvPr>
                <p14:cNvContentPartPr/>
                <p14:nvPr/>
              </p14:nvContentPartPr>
              <p14:xfrm>
                <a:off x="9000652" y="4138510"/>
                <a:ext cx="528840" cy="277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8DB211C4-C0DF-56CB-F772-1FB80924807B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982652" y="4120510"/>
                  <a:ext cx="56448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622E5285-1209-6BC3-9B22-8C5FCAEB61F5}"/>
                    </a:ext>
                  </a:extLst>
                </p14:cNvPr>
                <p14:cNvContentPartPr/>
                <p14:nvPr/>
              </p14:nvContentPartPr>
              <p14:xfrm>
                <a:off x="8633452" y="4951390"/>
                <a:ext cx="242640" cy="550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622E5285-1209-6BC3-9B22-8C5FCAEB61F5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615812" y="4933390"/>
                  <a:ext cx="27828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743DC51E-49BE-1AC0-84EC-DA2417ADFF6B}"/>
                    </a:ext>
                  </a:extLst>
                </p14:cNvPr>
                <p14:cNvContentPartPr/>
                <p14:nvPr/>
              </p14:nvContentPartPr>
              <p14:xfrm>
                <a:off x="8893372" y="4916110"/>
                <a:ext cx="191520" cy="1540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743DC51E-49BE-1AC0-84EC-DA2417ADFF6B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875732" y="4898110"/>
                  <a:ext cx="22716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FA1E7A21-13E5-52E4-B476-5CDD079460FD}"/>
                    </a:ext>
                  </a:extLst>
                </p14:cNvPr>
                <p14:cNvContentPartPr/>
                <p14:nvPr/>
              </p14:nvContentPartPr>
              <p14:xfrm>
                <a:off x="9081652" y="4971550"/>
                <a:ext cx="528480" cy="442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FA1E7A21-13E5-52E4-B476-5CDD079460FD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063652" y="4953550"/>
                  <a:ext cx="56412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C82EDB7C-B085-F447-2529-50C16B674099}"/>
                    </a:ext>
                  </a:extLst>
                </p14:cNvPr>
                <p14:cNvContentPartPr/>
                <p14:nvPr/>
              </p14:nvContentPartPr>
              <p14:xfrm>
                <a:off x="9506812" y="4209070"/>
                <a:ext cx="61200" cy="6750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C82EDB7C-B085-F447-2529-50C16B674099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488812" y="4191070"/>
                  <a:ext cx="96840" cy="71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AE925D58-9E8C-0B0F-62E2-01843175AFCB}"/>
                    </a:ext>
                  </a:extLst>
                </p14:cNvPr>
                <p14:cNvContentPartPr/>
                <p14:nvPr/>
              </p14:nvContentPartPr>
              <p14:xfrm>
                <a:off x="7368772" y="5076310"/>
                <a:ext cx="41040" cy="4680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AE925D58-9E8C-0B0F-62E2-01843175AFCB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350772" y="5058310"/>
                  <a:ext cx="76680" cy="50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4E0BEAA9-C3AA-1748-3932-868BEED51AF7}"/>
                    </a:ext>
                  </a:extLst>
                </p14:cNvPr>
                <p14:cNvContentPartPr/>
                <p14:nvPr/>
              </p14:nvContentPartPr>
              <p14:xfrm>
                <a:off x="7406932" y="5616670"/>
                <a:ext cx="100440" cy="1580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4E0BEAA9-C3AA-1748-3932-868BEED51AF7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389292" y="5599030"/>
                  <a:ext cx="13608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477637F5-3CC8-0834-B3AF-F4887509E2DC}"/>
                    </a:ext>
                  </a:extLst>
                </p14:cNvPr>
                <p14:cNvContentPartPr/>
                <p14:nvPr/>
              </p14:nvContentPartPr>
              <p14:xfrm>
                <a:off x="7467052" y="5813230"/>
                <a:ext cx="24840" cy="3495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477637F5-3CC8-0834-B3AF-F4887509E2DC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449412" y="5795230"/>
                  <a:ext cx="60480" cy="38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7041CBA6-CB38-C379-4000-C40163F2580B}"/>
                    </a:ext>
                  </a:extLst>
                </p14:cNvPr>
                <p14:cNvContentPartPr/>
                <p14:nvPr/>
              </p14:nvContentPartPr>
              <p14:xfrm>
                <a:off x="7433932" y="6117430"/>
                <a:ext cx="532080" cy="439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7041CBA6-CB38-C379-4000-C40163F2580B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416292" y="6099430"/>
                  <a:ext cx="56772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FFBF8D54-4040-F3F5-FFF9-F6EC78C91C7D}"/>
                    </a:ext>
                  </a:extLst>
                </p14:cNvPr>
                <p14:cNvContentPartPr/>
                <p14:nvPr/>
              </p14:nvContentPartPr>
              <p14:xfrm>
                <a:off x="7963492" y="6043990"/>
                <a:ext cx="132120" cy="1177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FFBF8D54-4040-F3F5-FFF9-F6EC78C91C7D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945492" y="6025990"/>
                  <a:ext cx="16776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5CD9A979-371D-EAF9-3DD9-513488009A49}"/>
                    </a:ext>
                  </a:extLst>
                </p14:cNvPr>
                <p14:cNvContentPartPr/>
                <p14:nvPr/>
              </p14:nvContentPartPr>
              <p14:xfrm>
                <a:off x="8080852" y="6095470"/>
                <a:ext cx="370440" cy="2952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5CD9A979-371D-EAF9-3DD9-513488009A4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063212" y="6077470"/>
                  <a:ext cx="40608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2581E41E-7070-2642-07E2-194A66219FE1}"/>
                    </a:ext>
                  </a:extLst>
                </p14:cNvPr>
                <p14:cNvContentPartPr/>
                <p14:nvPr/>
              </p14:nvContentPartPr>
              <p14:xfrm>
                <a:off x="8451652" y="5055790"/>
                <a:ext cx="30600" cy="2739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2581E41E-7070-2642-07E2-194A66219FE1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434012" y="5037790"/>
                  <a:ext cx="66240" cy="3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073223B7-CB69-F56D-130A-B64EA182C0B8}"/>
                    </a:ext>
                  </a:extLst>
                </p14:cNvPr>
                <p14:cNvContentPartPr/>
                <p14:nvPr/>
              </p14:nvContentPartPr>
              <p14:xfrm>
                <a:off x="8471092" y="5363590"/>
                <a:ext cx="116640" cy="1605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073223B7-CB69-F56D-130A-B64EA182C0B8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453092" y="5345950"/>
                  <a:ext cx="15228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A112D5BB-7E11-D5D7-E65C-CA97DD187A40}"/>
                    </a:ext>
                  </a:extLst>
                </p14:cNvPr>
                <p14:cNvContentPartPr/>
                <p14:nvPr/>
              </p14:nvContentPartPr>
              <p14:xfrm>
                <a:off x="8531932" y="5551870"/>
                <a:ext cx="59760" cy="6177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A112D5BB-7E11-D5D7-E65C-CA97DD187A40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513932" y="5533870"/>
                  <a:ext cx="95400" cy="65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3BD5D460-37BB-CEBC-8A7C-C3FA753EDF27}"/>
                    </a:ext>
                  </a:extLst>
                </p14:cNvPr>
                <p14:cNvContentPartPr/>
                <p14:nvPr/>
              </p14:nvContentPartPr>
              <p14:xfrm>
                <a:off x="8486932" y="6122470"/>
                <a:ext cx="405000" cy="2448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3BD5D460-37BB-CEBC-8A7C-C3FA753EDF27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469292" y="6104830"/>
                  <a:ext cx="44064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811486F6-ECD1-EDAA-2EC1-06FD8BA322D7}"/>
                    </a:ext>
                  </a:extLst>
                </p14:cNvPr>
                <p14:cNvContentPartPr/>
                <p14:nvPr/>
              </p14:nvContentPartPr>
              <p14:xfrm>
                <a:off x="8985892" y="6059470"/>
                <a:ext cx="205560" cy="889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811486F6-ECD1-EDAA-2EC1-06FD8BA322D7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8968252" y="6041830"/>
                  <a:ext cx="24120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F692883F-C1F4-9B20-80DC-E47AB991CA01}"/>
                    </a:ext>
                  </a:extLst>
                </p14:cNvPr>
                <p14:cNvContentPartPr/>
                <p14:nvPr/>
              </p14:nvContentPartPr>
              <p14:xfrm>
                <a:off x="9589972" y="4969390"/>
                <a:ext cx="93240" cy="5202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F692883F-C1F4-9B20-80DC-E47AB991CA01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9572332" y="4951390"/>
                  <a:ext cx="128880" cy="55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CE0C7EF7-8C30-B025-3AED-0397D8A95987}"/>
                    </a:ext>
                  </a:extLst>
                </p14:cNvPr>
                <p14:cNvContentPartPr/>
                <p14:nvPr/>
              </p14:nvContentPartPr>
              <p14:xfrm>
                <a:off x="9581332" y="5421550"/>
                <a:ext cx="145440" cy="1735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CE0C7EF7-8C30-B025-3AED-0397D8A95987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9563332" y="5403910"/>
                  <a:ext cx="18108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94B07769-ECB6-6CF6-0F7B-F61A1D5500BE}"/>
                    </a:ext>
                  </a:extLst>
                </p14:cNvPr>
                <p14:cNvContentPartPr/>
                <p14:nvPr/>
              </p14:nvContentPartPr>
              <p14:xfrm>
                <a:off x="9687172" y="5613430"/>
                <a:ext cx="44280" cy="47484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94B07769-ECB6-6CF6-0F7B-F61A1D5500BE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669172" y="5595790"/>
                  <a:ext cx="79920" cy="51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36C37EA3-93CA-8F29-A559-D439EC829638}"/>
                    </a:ext>
                  </a:extLst>
                </p14:cNvPr>
                <p14:cNvContentPartPr/>
                <p14:nvPr/>
              </p14:nvContentPartPr>
              <p14:xfrm>
                <a:off x="9327892" y="6132910"/>
                <a:ext cx="484200" cy="172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36C37EA3-93CA-8F29-A559-D439EC829638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309892" y="6114910"/>
                  <a:ext cx="51984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A9F1122A-9347-F477-61BB-7CAC60312765}"/>
                    </a:ext>
                  </a:extLst>
                </p14:cNvPr>
                <p14:cNvContentPartPr/>
                <p14:nvPr/>
              </p14:nvContentPartPr>
              <p14:xfrm>
                <a:off x="9730732" y="6152710"/>
                <a:ext cx="367560" cy="2527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A9F1122A-9347-F477-61BB-7CAC60312765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9712732" y="6135070"/>
                  <a:ext cx="40320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C052A830-1B3D-224F-BBBF-F9F6242A7246}"/>
                    </a:ext>
                  </a:extLst>
                </p14:cNvPr>
                <p14:cNvContentPartPr/>
                <p14:nvPr/>
              </p14:nvContentPartPr>
              <p14:xfrm>
                <a:off x="9955732" y="6227230"/>
                <a:ext cx="253800" cy="32112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C052A830-1B3D-224F-BBBF-F9F6242A7246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9938092" y="6209590"/>
                  <a:ext cx="289440" cy="35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5346AFF7-06B6-E527-6D93-DCAAB06AE24A}"/>
                    </a:ext>
                  </a:extLst>
                </p14:cNvPr>
                <p14:cNvContentPartPr/>
                <p14:nvPr/>
              </p14:nvContentPartPr>
              <p14:xfrm>
                <a:off x="6951892" y="4006390"/>
                <a:ext cx="337680" cy="2073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5346AFF7-06B6-E527-6D93-DCAAB06AE24A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6934252" y="3988390"/>
                  <a:ext cx="37332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EC70F102-F5D2-321F-1C3C-1B4E0597CD0A}"/>
                    </a:ext>
                  </a:extLst>
                </p14:cNvPr>
                <p14:cNvContentPartPr/>
                <p14:nvPr/>
              </p14:nvContentPartPr>
              <p14:xfrm>
                <a:off x="6752812" y="3766990"/>
                <a:ext cx="298440" cy="4071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EC70F102-F5D2-321F-1C3C-1B4E0597CD0A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735172" y="3749350"/>
                  <a:ext cx="334080" cy="44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351E515E-0B66-C720-6251-6593EFDDB5BF}"/>
                    </a:ext>
                  </a:extLst>
                </p14:cNvPr>
                <p14:cNvContentPartPr/>
                <p14:nvPr/>
              </p14:nvContentPartPr>
              <p14:xfrm>
                <a:off x="6359692" y="3599590"/>
                <a:ext cx="159480" cy="1951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351E515E-0B66-C720-6251-6593EFDDB5BF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342052" y="3581590"/>
                  <a:ext cx="19512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9E37A68E-52F3-7920-6BCE-EAD219B82430}"/>
                    </a:ext>
                  </a:extLst>
                </p14:cNvPr>
                <p14:cNvContentPartPr/>
                <p14:nvPr/>
              </p14:nvContentPartPr>
              <p14:xfrm>
                <a:off x="6574252" y="3638110"/>
                <a:ext cx="8280" cy="1908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9E37A68E-52F3-7920-6BCE-EAD219B82430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556612" y="3620470"/>
                  <a:ext cx="4392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F936B6F2-999C-36D2-67E7-A3C27C3505CE}"/>
                    </a:ext>
                  </a:extLst>
                </p14:cNvPr>
                <p14:cNvContentPartPr/>
                <p14:nvPr/>
              </p14:nvContentPartPr>
              <p14:xfrm>
                <a:off x="6629332" y="3518590"/>
                <a:ext cx="131040" cy="1911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F936B6F2-999C-36D2-67E7-A3C27C3505CE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611692" y="3500590"/>
                  <a:ext cx="16668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A4F89EEB-0D28-5999-82A2-7DB57CAE3CDC}"/>
                    </a:ext>
                  </a:extLst>
                </p14:cNvPr>
                <p14:cNvContentPartPr/>
                <p14:nvPr/>
              </p14:nvContentPartPr>
              <p14:xfrm>
                <a:off x="10343092" y="6268630"/>
                <a:ext cx="173520" cy="1908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A4F89EEB-0D28-5999-82A2-7DB57CAE3CDC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0325092" y="6250630"/>
                  <a:ext cx="20916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B84E41DF-365A-C86E-3833-75F2539DA203}"/>
                    </a:ext>
                  </a:extLst>
                </p14:cNvPr>
                <p14:cNvContentPartPr/>
                <p14:nvPr/>
              </p14:nvContentPartPr>
              <p14:xfrm>
                <a:off x="10573132" y="6339910"/>
                <a:ext cx="32040" cy="1490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B84E41DF-365A-C86E-3833-75F2539DA203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0555492" y="6322270"/>
                  <a:ext cx="6768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5808B260-E377-47CD-EC21-816B9ADDF12C}"/>
                    </a:ext>
                  </a:extLst>
                </p14:cNvPr>
                <p14:cNvContentPartPr/>
                <p14:nvPr/>
              </p14:nvContentPartPr>
              <p14:xfrm>
                <a:off x="10562332" y="6324430"/>
                <a:ext cx="179640" cy="1364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5808B260-E377-47CD-EC21-816B9ADDF12C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0544332" y="6306430"/>
                  <a:ext cx="21528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9E7F00A3-04A1-3AC8-BD4D-446EDB31A587}"/>
                    </a:ext>
                  </a:extLst>
                </p14:cNvPr>
                <p14:cNvContentPartPr/>
                <p14:nvPr/>
              </p14:nvContentPartPr>
              <p14:xfrm>
                <a:off x="10753132" y="6292030"/>
                <a:ext cx="122760" cy="2070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9E7F00A3-04A1-3AC8-BD4D-446EDB31A587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0735132" y="6274030"/>
                  <a:ext cx="158400" cy="2426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07761023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B15E-B14A-840F-11F5-ED4365447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Fuse</a:t>
            </a:r>
          </a:p>
        </p:txBody>
      </p:sp>
      <p:pic>
        <p:nvPicPr>
          <p:cNvPr id="6" name="Content Placeholder 5" descr="A diagram of a circuit&#10;&#10;Description automatically generated">
            <a:extLst>
              <a:ext uri="{FF2B5EF4-FFF2-40B4-BE49-F238E27FC236}">
                <a16:creationId xmlns:a16="http://schemas.microsoft.com/office/drawing/2014/main" id="{128D62D5-F191-CFBB-5042-E4E2033621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8396" y="1190074"/>
            <a:ext cx="8855207" cy="2362405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F4647C-4EF8-49CF-1A50-86F96DA715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36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9" name="Content Placeholder 5" descr="A diagram of a circuit&#10;&#10;Description automatically generated">
            <a:extLst>
              <a:ext uri="{FF2B5EF4-FFF2-40B4-BE49-F238E27FC236}">
                <a16:creationId xmlns:a16="http://schemas.microsoft.com/office/drawing/2014/main" id="{34120F3A-7421-C5FD-B759-B2F9FF963A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1224" y="4158352"/>
            <a:ext cx="8992379" cy="18442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365F85B-E176-DAB7-16AA-D322DC864DAD}"/>
                  </a:ext>
                </a:extLst>
              </p14:cNvPr>
              <p14:cNvContentPartPr/>
              <p14:nvPr/>
            </p14:nvContentPartPr>
            <p14:xfrm>
              <a:off x="2977852" y="2998750"/>
              <a:ext cx="471960" cy="5828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365F85B-E176-DAB7-16AA-D322DC864DA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960212" y="2980750"/>
                <a:ext cx="507600" cy="61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5766647-F3D6-8F43-F034-9ADBEAB355C9}"/>
                  </a:ext>
                </a:extLst>
              </p14:cNvPr>
              <p14:cNvContentPartPr/>
              <p14:nvPr/>
            </p14:nvContentPartPr>
            <p14:xfrm>
              <a:off x="7918132" y="2487190"/>
              <a:ext cx="407880" cy="4467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5766647-F3D6-8F43-F034-9ADBEAB355C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900132" y="2469550"/>
                <a:ext cx="443520" cy="482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61422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marL="285750" indent="-285750">
          <a:buFont typeface="Arial" charset="0"/>
          <a:buChar char="•"/>
          <a:defRPr sz="16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23006</TotalTime>
  <Words>168</Words>
  <Application>Microsoft Office PowerPoint</Application>
  <PresentationFormat>Widescreen</PresentationFormat>
  <Paragraphs>87</Paragraphs>
  <Slides>36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1" baseType="lpstr">
      <vt:lpstr>Arial</vt:lpstr>
      <vt:lpstr>Calibri</vt:lpstr>
      <vt:lpstr>PT Sans</vt:lpstr>
      <vt:lpstr>Times New Roman</vt:lpstr>
      <vt:lpstr>Office Theme</vt:lpstr>
      <vt:lpstr>ECE 105: Introduction to Electrical Engineering</vt:lpstr>
      <vt:lpstr>Basic circuit quantities</vt:lpstr>
      <vt:lpstr>Notations</vt:lpstr>
      <vt:lpstr>PowerPoint Presentation</vt:lpstr>
      <vt:lpstr>Wire</vt:lpstr>
      <vt:lpstr>Resistor</vt:lpstr>
      <vt:lpstr>Resistor</vt:lpstr>
      <vt:lpstr>Open circuit</vt:lpstr>
      <vt:lpstr>Voltage source</vt:lpstr>
      <vt:lpstr>Current source</vt:lpstr>
      <vt:lpstr>Rule of circuit analysis - KCL</vt:lpstr>
      <vt:lpstr>Rule of circuit analysis - KCL</vt:lpstr>
      <vt:lpstr>PowerPoint Presentation</vt:lpstr>
      <vt:lpstr>Rule of circuit analysis - KVL</vt:lpstr>
      <vt:lpstr>Rule of circuit analysis - KVL</vt:lpstr>
      <vt:lpstr>PowerPoint Presentation</vt:lpstr>
      <vt:lpstr>Resistors in series</vt:lpstr>
      <vt:lpstr>Resistors in series</vt:lpstr>
      <vt:lpstr>PowerPoint Presentation</vt:lpstr>
      <vt:lpstr>Voltage divider</vt:lpstr>
      <vt:lpstr>Resistors in parallel </vt:lpstr>
      <vt:lpstr>Current divider</vt:lpstr>
      <vt:lpstr>Current divider</vt:lpstr>
      <vt:lpstr>PowerPoint Presentation</vt:lpstr>
      <vt:lpstr>PowerPoint Presentation</vt:lpstr>
      <vt:lpstr>PowerPoint Presentation</vt:lpstr>
      <vt:lpstr>Measuring voltage, current, resistance</vt:lpstr>
      <vt:lpstr>Finding nodes</vt:lpstr>
      <vt:lpstr>Find the node connected to the source</vt:lpstr>
      <vt:lpstr>Find other nodes </vt:lpstr>
      <vt:lpstr>Merge elements sharing the same nodes</vt:lpstr>
      <vt:lpstr>Practice problems</vt:lpstr>
      <vt:lpstr>Practice problems</vt:lpstr>
      <vt:lpstr>Practice</vt:lpstr>
      <vt:lpstr>Practice </vt:lpstr>
      <vt:lpstr>Fuse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Yasser Khan</dc:creator>
  <cp:lastModifiedBy>Erez Zolkov</cp:lastModifiedBy>
  <cp:revision>922</cp:revision>
  <cp:lastPrinted>2017-03-30T23:40:26Z</cp:lastPrinted>
  <dcterms:created xsi:type="dcterms:W3CDTF">2014-02-24T21:19:39Z</dcterms:created>
  <dcterms:modified xsi:type="dcterms:W3CDTF">2026-09-08T16:58:36Z</dcterms:modified>
</cp:coreProperties>
</file>