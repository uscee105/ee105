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794" r:id="rId2"/>
    <p:sldId id="796" r:id="rId3"/>
    <p:sldId id="804" r:id="rId4"/>
    <p:sldId id="805" r:id="rId5"/>
    <p:sldId id="802" r:id="rId6"/>
    <p:sldId id="803" r:id="rId7"/>
    <p:sldId id="795" r:id="rId8"/>
    <p:sldId id="797" r:id="rId9"/>
    <p:sldId id="798" r:id="rId10"/>
    <p:sldId id="799" r:id="rId11"/>
    <p:sldId id="800" r:id="rId12"/>
    <p:sldId id="801" r:id="rId13"/>
    <p:sldId id="8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69379" autoAdjust="0"/>
  </p:normalViewPr>
  <p:slideViewPr>
    <p:cSldViewPr snapToGrid="0">
      <p:cViewPr varScale="1">
        <p:scale>
          <a:sx n="96" d="100"/>
          <a:sy n="96" d="100"/>
        </p:scale>
        <p:origin x="1531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8</a:t>
            </a:r>
          </a:p>
          <a:p>
            <a:r>
              <a:rPr lang="en-US" sz="2800" dirty="0">
                <a:latin typeface="PT Sans" panose="020B0503020203020204" pitchFamily="34" charset="0"/>
              </a:rPr>
              <a:t>Thevenin Norton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DDC7-B36B-96DF-184E-37CDA474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D8EF7-3271-3992-09F0-9CD104FDE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DE7B12-8930-9311-191C-63F424FB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 B,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each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sources as shown. Determine the voltages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 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2049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B98F3ADE-36F6-15D3-DE34-FB1DD5796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259" y="1761215"/>
            <a:ext cx="1683992" cy="409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1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B70A-AA58-75CA-C302-A13951F0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AEFB-676E-5BB0-934D-C8F56FDEC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7B3A-B79F-0C05-5EA8-481A7565A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31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F7F5-E39D-CE97-89D5-94390F1B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4A2D-B750-4BAE-F395-52043CB6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7D29B-AB7F-6927-814B-1BCA5493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45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D5F5-4CA0-BDAE-FC84-0BBCC60CE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57BB-242B-6E86-DE4B-CCDC780E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8BF2-D123-6AD2-FCEB-B76062970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92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AC93-77DA-9E24-8E1E-AD0CDCF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743C-7495-6168-0B09-997247991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117C4-0C99-D73B-0A0F-D1D305965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7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94ED-FBB6-2E28-4F4B-A33B46B3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54B10-14E8-6085-6B44-318332EE7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DD6D28-411B-7921-C401-50B81EDB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F52220B1-C1B5-6B2D-19D9-F087E6DA9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723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A222F58-69F6-1345-1047-7E3081BF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1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044F-93F9-2409-BE29-FFD7FEC0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BB34-A07A-8C88-4B4B-58464FC7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FE4A5-A7BF-07B1-11EA-4F28597E7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B01D5A-2D41-E6CA-DD50-189E0FEA6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5236666C-C2D0-40F5-5939-D6233D08E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69273EE-6721-D394-C73B-76649C2B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52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8CF6-AF14-41B8-3AC7-0ABEB33D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8A30-C025-9F1F-4C76-A59F56D0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BABC0-8E00-DC67-EE93-C23762AC0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9125D1-189F-B65A-CAB7-BDC4C26B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795381"/>
            <a:ext cx="98914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with six resistors connected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voltage source as shown. Find voltages across the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and current through resistors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</a:t>
            </a:r>
            <a:r>
              <a:rPr kumimoji="0" lang="en-US" altLang="en-US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p:pic>
        <p:nvPicPr>
          <p:cNvPr id="102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F8145107-5580-B8E7-37A4-DC15DF3BE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" y="2365041"/>
            <a:ext cx="4858247" cy="399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753C5E9F-FF25-2063-C75E-0D3CFE5DB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78" y="41995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62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B956-4177-6A02-0439-051C697A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C873F-3F7A-0A41-D694-A007778E4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1AA4E9FA-3EA4-CC14-CDEF-C8A1CDE06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593" y="2266589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A526678-192C-AB3C-8FD2-D79D1E5EB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8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CE0D-5CB6-1EDA-C78E-F1CBACD3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95FF-B1C3-0816-8325-F7A86D20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0B68-D1B8-1672-D9B5-46CE99263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98F4B701-403D-1D4C-0FA7-B1E4C04B5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" y="2536934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8C9ECF9-3FBC-4702-649C-2D36EC84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09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0AA0-84CD-1469-85FD-362570C8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45C0-AF92-A89D-61E2-12D876B4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55ECD-F52C-0FB6-661B-96D936A91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42FEE3C3-A2AA-0580-2453-8EBD6CC39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" y="2536934"/>
            <a:ext cx="4405652" cy="374743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D9E8F4F-89EA-A495-E8B2-4F07EAA8E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692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the circuit diagram with nodes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3.3V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GND (0V). Determine the voltages 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 at the respective nodes with respect to the ground if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altLang="en-US" sz="2400" b="1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R</a:t>
            </a:r>
            <a:r>
              <a:rPr lang="en-US" altLang="en-US" sz="2400" b="1" baseline="-30000" dirty="0"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0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A211-688E-1267-8181-1360B18C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notebook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80878-9CD6-24D1-4991-FB1896B6F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44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22822</TotalTime>
  <Words>375</Words>
  <Application>Microsoft Office PowerPoint</Application>
  <PresentationFormat>Widescreen</PresentationFormat>
  <Paragraphs>37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Problem 1 </vt:lpstr>
      <vt:lpstr>KCL</vt:lpstr>
      <vt:lpstr>KVL</vt:lpstr>
      <vt:lpstr>Voltage divider</vt:lpstr>
      <vt:lpstr>Current divider</vt:lpstr>
      <vt:lpstr>Problem 2 </vt:lpstr>
      <vt:lpstr>Problem 2 </vt:lpstr>
      <vt:lpstr>Problem 2 </vt:lpstr>
      <vt:lpstr>Problem 3</vt:lpstr>
      <vt:lpstr>Problem 3</vt:lpstr>
      <vt:lpstr>Problem 3</vt:lpstr>
      <vt:lpstr>Python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924</cp:revision>
  <cp:lastPrinted>2017-03-30T23:40:26Z</cp:lastPrinted>
  <dcterms:created xsi:type="dcterms:W3CDTF">2014-02-24T21:19:39Z</dcterms:created>
  <dcterms:modified xsi:type="dcterms:W3CDTF">2025-09-07T13:58:29Z</dcterms:modified>
</cp:coreProperties>
</file>