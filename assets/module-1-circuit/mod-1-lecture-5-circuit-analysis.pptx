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7"/>
  </p:notesMasterIdLst>
  <p:handoutMasterIdLst>
    <p:handoutMasterId r:id="rId28"/>
  </p:handoutMasterIdLst>
  <p:sldIdLst>
    <p:sldId id="794" r:id="rId2"/>
    <p:sldId id="814" r:id="rId3"/>
    <p:sldId id="808" r:id="rId4"/>
    <p:sldId id="815" r:id="rId5"/>
    <p:sldId id="816" r:id="rId6"/>
    <p:sldId id="817" r:id="rId7"/>
    <p:sldId id="818" r:id="rId8"/>
    <p:sldId id="819" r:id="rId9"/>
    <p:sldId id="820" r:id="rId10"/>
    <p:sldId id="821" r:id="rId11"/>
    <p:sldId id="804" r:id="rId12"/>
    <p:sldId id="822" r:id="rId13"/>
    <p:sldId id="803" r:id="rId14"/>
    <p:sldId id="823" r:id="rId15"/>
    <p:sldId id="811" r:id="rId16"/>
    <p:sldId id="798" r:id="rId17"/>
    <p:sldId id="799" r:id="rId18"/>
    <p:sldId id="825" r:id="rId19"/>
    <p:sldId id="826" r:id="rId20"/>
    <p:sldId id="827" r:id="rId21"/>
    <p:sldId id="828" r:id="rId22"/>
    <p:sldId id="795" r:id="rId23"/>
    <p:sldId id="800" r:id="rId24"/>
    <p:sldId id="829" r:id="rId25"/>
    <p:sldId id="812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Yasser Khan" initials="YK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1B1E"/>
    <a:srgbClr val="8C1515"/>
    <a:srgbClr val="AFEBFF"/>
    <a:srgbClr val="FFAAAA"/>
    <a:srgbClr val="E3B7F1"/>
    <a:srgbClr val="C6D4FF"/>
    <a:srgbClr val="C5FFC5"/>
    <a:srgbClr val="05274E"/>
    <a:srgbClr val="B0C3FF"/>
    <a:srgbClr val="FFFF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464" autoAdjust="0"/>
    <p:restoredTop sz="95334" autoAdjust="0"/>
  </p:normalViewPr>
  <p:slideViewPr>
    <p:cSldViewPr snapToGrid="0">
      <p:cViewPr varScale="1">
        <p:scale>
          <a:sx n="132" d="100"/>
          <a:sy n="132" d="100"/>
        </p:scale>
        <p:origin x="202" y="96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-2856"/>
    </p:cViewPr>
  </p:sorterViewPr>
  <p:notesViewPr>
    <p:cSldViewPr snapToGrid="0">
      <p:cViewPr varScale="1">
        <p:scale>
          <a:sx n="65" d="100"/>
          <a:sy n="65" d="100"/>
        </p:scale>
        <p:origin x="2578" y="53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9E6E90-D057-4D0D-B992-091951C9891F}" type="datetimeFigureOut">
              <a:rPr lang="en-US" smtClean="0"/>
              <a:t>9/10/2025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CD6554-DBE6-4CB7-8C9A-72353E7B63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57987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09T21:57:02.41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111 301 7834 0 0,'-4'2'172'0'0,"1"0"0"0"0,-1 0 0 0 0,0 0 0 0 0,1 0 0 0 0,0 0 1 0 0,-1 1-1 0 0,1 0 0 0 0,0-1 0 0 0,0 1 0 0 0,0 0 0 0 0,1 0 0 0 0,-1 1 1 0 0,-3 5-1 0 0,-24 48 696 0 0,29-55-868 0 0,-5 12 22 0 0,1-1 1 0 0,0 1-1 0 0,1-1 1 0 0,0 1-1 0 0,2 1 1 0 0,-1-1-1 0 0,2 0 1 0 0,0 1-1 0 0,0-1 1 0 0,2 0 0 0 0,0 1-1 0 0,0-1 1 0 0,1 0-1 0 0,1 0 1 0 0,0 0-1 0 0,1 0 1 0 0,1 0-1 0 0,0-1 1 0 0,1 1-1 0 0,0-1 1 0 0,1-1-1 0 0,0 1 1 0 0,1-1-1 0 0,1-1 1 0 0,0 1-1 0 0,0-2 1 0 0,22 20 0 0 0,-15-16-38 0 0,1 0 0 0 0,0-1 1 0 0,1-1-1 0 0,0-1 1 0 0,1-1-1 0 0,0 0 1 0 0,33 11-1 0 0,-35-16-26 0 0,0-1-1 0 0,0 0 1 0 0,1-1-1 0 0,0-1 1 0 0,-1-1-1 0 0,1 0 1 0 0,0-2 0 0 0,0 0-1 0 0,28-5 1 0 0,-28 2 139 0 0,0 0 0 0 0,0-1 1 0 0,0-1-1 0 0,0-1 1 0 0,-1-1-1 0 0,0 0 0 0 0,0-1 1 0 0,-1-1-1 0 0,-1 0 0 0 0,1-1 1 0 0,-2-1-1 0 0,1 0 0 0 0,-2-1 1 0 0,0-1-1 0 0,0 0 0 0 0,-1-1 1 0 0,-1 0-1 0 0,-1-1 0 0 0,0 0 1 0 0,-1 0-1 0 0,0-1 1 0 0,-2 0-1 0 0,11-34 0 0 0,-13 32 122 0 0,-1-1 0 0 0,-1 0 0 0 0,0 1 0 0 0,-2-1 0 0 0,0 0 0 0 0,-1 0 0 0 0,-1 0 0 0 0,-1 0 0 0 0,-1 0 0 0 0,-1 0 0 0 0,0 1 0 0 0,-2 0 0 0 0,0 0-1 0 0,-1 0 1 0 0,-1 0 0 0 0,0 1 0 0 0,-12-17 0 0 0,9 17-84 0 0,-1 0-1 0 0,-1 1 1 0 0,0 0-1 0 0,-1 1 1 0 0,-1 0-1 0 0,0 2 1 0 0,-1-1-1 0 0,-1 2 1 0 0,0 0-1 0 0,-1 1 1 0 0,0 1-1 0 0,-1 1 0 0 0,0 0 1 0 0,-1 2-1 0 0,-37-12 1 0 0,48 18-185 0 0,1 0 0 0 0,-1 0 0 0 0,0 1 0 0 0,0 1 0 0 0,0-1 0 0 0,0 1 0 0 0,0 1 0 0 0,0 0 0 0 0,0 0 0 0 0,0 1 0 0 0,1 0 0 0 0,-1 0 0 0 0,-10 5 0 0 0,11-3-786 0 0,-1 0-1 0 0,1 1 0 0 0,0 0 0 0 0,0 0 0 0 0,1 1 0 0 0,0 0 0 0 0,-12 12 1 0 0,-2 8-4499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09T21:57:03.06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466 55 7834 0 0,'-17'-7'434'0'0,"0"1"-1"0"0,1 0 1 0 0,-2 1 0 0 0,1 1 0 0 0,-1 1 0 0 0,1 0 0 0 0,-1 1 0 0 0,0 1 0 0 0,0 1 0 0 0,1 0 0 0 0,-1 2 0 0 0,0 0-1 0 0,-20 5 1 0 0,29-4-377 0 0,0 0-1 0 0,0 0 0 0 0,1 1 0 0 0,0 0 1 0 0,0 1-1 0 0,0-1 0 0 0,0 2 1 0 0,0-1-1 0 0,1 1 0 0 0,0 0 1 0 0,1 1-1 0 0,-7 7 0 0 0,4-2 91 0 0,0 0-1 0 0,1 1 0 0 0,0 0 1 0 0,1 0-1 0 0,1 1 1 0 0,-9 26-1 0 0,6-8 41 0 0,2 1-1 0 0,1-1 1 0 0,2 1 0 0 0,1 0-1 0 0,2 0 1 0 0,2 37 0 0 0,1-46-196 0 0,1 0 0 0 0,1-1 1 0 0,0 1-1 0 0,2-1 0 0 0,1 0 1 0 0,1-1-1 0 0,0 1 0 0 0,2-2 1 0 0,1 1-1 0 0,1-1 0 0 0,18 26 1 0 0,-20-34 0 0 0,1-1 0 0 0,0 1 0 0 0,1-2 0 0 0,0 1 0 0 0,1-2 0 0 0,0 0 0 0 0,1 0 0 0 0,0-1 0 0 0,0-1 0 0 0,1 0 0 0 0,0-1 0 0 0,0-1 0 0 0,1 0 0 0 0,0-1 0 0 0,0-1 0 0 0,0-1 0 0 0,20 3 0 0 0,-13-4-6 0 0,1-1 0 0 0,-1-1 0 0 0,0-1 1 0 0,1-1-1 0 0,-1-1 0 0 0,0-1 1 0 0,0-1-1 0 0,0-1 0 0 0,-1-1 1 0 0,34-16-1 0 0,-45 18 79 0 0,0-1 1 0 0,0 0-1 0 0,-1-1 1 0 0,0 0-1 0 0,-1 0 1 0 0,1-1-1 0 0,-1 0 1 0 0,-1-1-1 0 0,0 0 1 0 0,0 0-1 0 0,0-1 0 0 0,-1 0 1 0 0,-1 0-1 0 0,0-1 1 0 0,0 0-1 0 0,-1 0 1 0 0,-1 0-1 0 0,0-1 1 0 0,0 1-1 0 0,-1-1 1 0 0,3-24-1 0 0,-5 11 198 0 0,0 0 0 0 0,-2 0 0 0 0,-1 0-1 0 0,-2 0 1 0 0,0 0 0 0 0,-1 0 0 0 0,-2 1 0 0 0,0 0-1 0 0,-16-34 1 0 0,2 12-28 0 0,-3 1-1 0 0,-1 2 1 0 0,-53-70-1 0 0,68 99-518 0 0,0 0-1 0 0,-1 1 1 0 0,-1 0-1 0 0,0 1 0 0 0,-1 0 1 0 0,0 1-1 0 0,-24-15 1 0 0,3 11-6688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09T21:57:03.69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84 188 10138 0 0,'-5'4'177'0'0,"0"0"-1"0"0,1 0 1 0 0,0 0 0 0 0,0 0-1 0 0,0 1 1 0 0,0 0 0 0 0,1 0-1 0 0,-1 0 1 0 0,1 0-1 0 0,1 0 1 0 0,-1 0 0 0 0,1 1-1 0 0,-2 5 1 0 0,-3 11-101 0 0,1-1 1 0 0,-4 24-1 0 0,6-19-78 0 0,1 0 1 0 0,1 0-1 0 0,2 0 1 0 0,0 0-1 0 0,2 0 1 0 0,1 0-1 0 0,0 0 0 0 0,3-1 1 0 0,0 1-1 0 0,1-1 1 0 0,1-1-1 0 0,19 39 0 0 0,-19-48-1 0 0,0 0 0 0 0,1-1 0 0 0,0 0 0 0 0,1-1 0 0 0,0 0 0 0 0,2 0 0 0 0,-1-1 0 0 0,1-1 0 0 0,1 0 0 0 0,0 0 0 0 0,1-1-1 0 0,0-1 1 0 0,0-1 0 0 0,1 0 0 0 0,0 0 0 0 0,0-2 0 0 0,1 0 0 0 0,-1 0 0 0 0,2-2 0 0 0,25 5 0 0 0,-21-7 86 0 0,1-1 1 0 0,-1-1-1 0 0,1-1 1 0 0,0 0-1 0 0,-1-2 1 0 0,0-1-1 0 0,28-7 1 0 0,-22 2 47 0 0,0 0 1 0 0,0-2-1 0 0,-1-1 0 0 0,-1-1 1 0 0,25-17-1 0 0,-33 18 151 0 0,-1 0 1 0 0,0-2-1 0 0,-1 0 0 0 0,-1-1 1 0 0,0 0-1 0 0,-1-1 0 0 0,-1-1 0 0 0,0 0 1 0 0,-2 0-1 0 0,1-1 0 0 0,-2-1 1 0 0,-1 0-1 0 0,0 0 0 0 0,-1 0 1 0 0,-1-1-1 0 0,6-40 0 0 0,-8 33-2 0 0,-2 1 1 0 0,0-1-1 0 0,-2 1 0 0 0,-1-1 0 0 0,-1 1 0 0 0,-1-1 1 0 0,-1 1-1 0 0,-2 0 0 0 0,0 0 0 0 0,-2 1 0 0 0,-1 0 1 0 0,-21-42-1 0 0,25 57-307 0 0,-1 0 1 0 0,1 1 0 0 0,-2 0-1 0 0,1 0 1 0 0,-2 1-1 0 0,1 0 1 0 0,-1 0 0 0 0,0 0-1 0 0,0 1 1 0 0,-15-9-1 0 0,15 12-90 0 0,0 0 0 0 0,0 0 0 0 0,0 1 0 0 0,-1 0 0 0 0,1 1 0 0 0,-1 0 0 0 0,0 0 0 0 0,0 1 0 0 0,0 0-1 0 0,0 0 1 0 0,0 1 0 0 0,0 0 0 0 0,-11 2 0 0 0,0 1-630 0 0,2 1-1 0 0,-1 1 1 0 0,0 1-1 0 0,1 0 1 0 0,0 2-1 0 0,0 0 1 0 0,-28 17-1 0 0,-21 19-2152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09T21:57:04.45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53 383 8290 0 0,'-4'3'38'0'0,"0"1"-1"0"0,0 0 1 0 0,0 0 0 0 0,1 0-1 0 0,0 0 1 0 0,-1 1 0 0 0,1-1 0 0 0,1 1-1 0 0,-1 0 1 0 0,1 0 0 0 0,-1 0 0 0 0,2 0-1 0 0,-1 0 1 0 0,0 0 0 0 0,1 1 0 0 0,-1 6-1 0 0,-1 27-75 0 0,1 1 0 0 0,2 0 0 0 0,2 0 0 0 0,8 46 0 0 0,-6-65 54 0 0,1 0-1 0 0,0-1 1 0 0,2 1-1 0 0,1-1 1 0 0,0-1-1 0 0,2 0 1 0 0,0 0 0 0 0,1-1-1 0 0,21 28 1 0 0,-18-30 125 0 0,0 0 1 0 0,1-1 0 0 0,0-1 0 0 0,1-1 0 0 0,1 0 0 0 0,0-1 0 0 0,0 0 0 0 0,1-2 0 0 0,1 0 0 0 0,0-1 0 0 0,27 9 0 0 0,-32-14-28 0 0,0 0 0 0 0,0-1 0 0 0,0-1 1 0 0,1 0-1 0 0,-1-1 0 0 0,1-1 0 0 0,0 0 1 0 0,-1-1-1 0 0,1 0 0 0 0,-1-1 0 0 0,0-1 1 0 0,1 0-1 0 0,-1-1 0 0 0,0-1 0 0 0,-1 0 1 0 0,1-1-1 0 0,13-8 0 0 0,-14 6 91 0 0,-1-1 0 0 0,0 0 0 0 0,-1-1-1 0 0,0 0 1 0 0,-1-1 0 0 0,0 0 0 0 0,0 0 0 0 0,-1-1 0 0 0,-1-1 0 0 0,0 1-1 0 0,-1-1 1 0 0,0-1 0 0 0,-1 1 0 0 0,0-1 0 0 0,-1 0 0 0 0,4-22 0 0 0,-3 11 280 0 0,-2-1 0 0 0,0 1 0 0 0,-2-1 0 0 0,-1 1 1 0 0,-1-1-1 0 0,-1 0 0 0 0,-1 1 0 0 0,-10-48 1 0 0,-7 12-52 0 0,-2 0 1 0 0,-3 2 0 0 0,-2 0 0 0 0,-64-101 0 0 0,80 144-455 0 0,-1 1 0 0 0,0 0 1 0 0,-1 0-1 0 0,-1 1 1 0 0,0 1-1 0 0,0 0 0 0 0,-2 1 1 0 0,-25-17-1 0 0,35 26-97 0 0,-1-1 0 0 0,0 1-1 0 0,0 0 1 0 0,0 0-1 0 0,0 1 1 0 0,0 0 0 0 0,-1 0-1 0 0,1 0 1 0 0,0 1 0 0 0,-1 0-1 0 0,0 0 1 0 0,1 1 0 0 0,-1 0-1 0 0,1 0 1 0 0,-1 0 0 0 0,1 1-1 0 0,-1 0 1 0 0,1 0 0 0 0,-1 1-1 0 0,1 0 1 0 0,0 0 0 0 0,-1 0-1 0 0,1 1 1 0 0,0 0-1 0 0,1 0 1 0 0,-1 0 0 0 0,-8 7-1 0 0,-9 14-1945 0 0,2 5-4265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09T21:57:05.12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594 233 5529 0 0,'-22'-22'514'0'0,"-1"0"-1"0"0,-1 2 1 0 0,-1 1 0 0 0,0 1-1 0 0,-1 1 1 0 0,-34-16 0 0 0,47 26-181 0 0,0 0 0 0 0,0 1 0 0 0,-1 1 0 0 0,0 0 0 0 0,0 0 0 0 0,0 2 0 0 0,0 0 0 0 0,0 1 0 0 0,-18-1 0 0 0,23 3-176 0 0,0 0 0 0 0,1 1 0 0 0,-1 0 0 0 0,1 1 0 0 0,-1 0 0 0 0,1 0 0 0 0,0 1 0 0 0,0 0 0 0 0,0 0 0 0 0,0 1 0 0 0,1 0 0 0 0,-1 0 0 0 0,1 1-1 0 0,0 0 1 0 0,0 0 0 0 0,-11 11 0 0 0,10-6-23 0 0,-1-1 0 0 0,1 1 0 0 0,1 0 0 0 0,0 1 0 0 0,1-1-1 0 0,0 1 1 0 0,0 1 0 0 0,1-1 0 0 0,1 1 0 0 0,-4 12 0 0 0,4-5-51 0 0,0 1 0 0 0,1-1 0 0 0,1 1 0 0 0,1-1 0 0 0,3 37 0 0 0,3-14-215 0 0,2 0 0 0 0,2-1 1 0 0,2 0-1 0 0,1 0 0 0 0,23 49 0 0 0,-25-69 89 0 0,0 0-1 0 0,1 0 0 0 0,0-1 0 0 0,2-1 0 0 0,1 0 0 0 0,0 0 0 0 0,23 21 0 0 0,-26-30 75 0 0,0 0-1 0 0,1-1 1 0 0,1 0-1 0 0,0-1 0 0 0,0-1 1 0 0,0 0-1 0 0,1 0 1 0 0,0-2-1 0 0,0 1 0 0 0,0-2 1 0 0,1 0-1 0 0,20 3 0 0 0,-19-5 5 0 0,-1-1 0 0 0,1 0-1 0 0,0-1 1 0 0,0-1 0 0 0,-1 0-1 0 0,1-1 1 0 0,-1-1 0 0 0,1 0-1 0 0,-1-1 1 0 0,0-1-1 0 0,0-1 1 0 0,-1 0 0 0 0,1 0-1 0 0,-1-1 1 0 0,-1-1 0 0 0,0-1-1 0 0,24-19 1 0 0,-21 13 82 0 0,0-1 0 0 0,-1-1 1 0 0,0 0-1 0 0,-2-1 0 0 0,0 0 0 0 0,-1-1 0 0 0,-1-1 0 0 0,0 0 1 0 0,-2 0-1 0 0,0-1 0 0 0,10-43 0 0 0,-13 39 206 0 0,-2 0-1 0 0,0 0 1 0 0,-2 0-1 0 0,-1 0 1 0 0,-1 0 0 0 0,-1-1-1 0 0,-1 1 1 0 0,-11-49-1 0 0,8 54-225 0 0,-1 0-1 0 0,0 1 1 0 0,-2 0 0 0 0,0 0-1 0 0,-1 1 1 0 0,-1 0-1 0 0,0 1 1 0 0,-1 0 0 0 0,-2 0-1 0 0,1 1 1 0 0,-25-23-1 0 0,26 30-101 0 0,0 0-1 0 0,-1 1 0 0 0,0 0 0 0 0,-1 1 0 0 0,1 1 0 0 0,-1 0 0 0 0,0 0 1 0 0,-1 1-1 0 0,-20-4 0 0 0,15 5-450 0 0,-1 1 0 0 0,0 0 0 0 0,0 2 0 0 0,0 0 0 0 0,0 1 0 0 0,-23 4 0 0 0,0 4-6530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09T21:57:05.73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207 107 2304 0 0,'-7'1'362'0'0,"0"0"0"0"0,-1 0 0 0 0,1 0 0 0 0,0 1 0 0 0,0 0 0 0 0,0 1 0 0 0,0-1 0 0 0,0 1 0 0 0,1 1 0 0 0,-1-1 0 0 0,1 1 0 0 0,0 0 0 0 0,-7 7 0 0 0,4-4-32 0 0,1 0-1 0 0,0 1 0 0 0,1 0 0 0 0,0 0 1 0 0,0 1-1 0 0,1 0 0 0 0,0 0 0 0 0,-6 13 1 0 0,5-5-157 0 0,1 0 1 0 0,1 0-1 0 0,0 0 1 0 0,1 1 0 0 0,1 0-1 0 0,1 0 1 0 0,1 0-1 0 0,0 0 1 0 0,1-1 0 0 0,1 1-1 0 0,1 0 1 0 0,0 0 0 0 0,1 0-1 0 0,11 30 1 0 0,-9-31-99 0 0,1-1 0 0 0,0 0 0 0 0,2-1 0 0 0,0 0 0 0 0,1 0-1 0 0,0-1 1 0 0,1 0 0 0 0,0 0 0 0 0,1-1 0 0 0,1-1 0 0 0,0 0 0 0 0,1 0 0 0 0,0-1 0 0 0,1-1 0 0 0,22 13 0 0 0,-21-15 169 0 0,0-1 0 0 0,0 0 0 0 0,1-1 0 0 0,0-1 0 0 0,1 0 0 0 0,-1-1 0 0 0,1-1 0 0 0,0 0 0 0 0,22-1 0 0 0,-27-2-90 0 0,0-1 0 0 0,0 0 0 0 0,0-1 0 0 0,0 0 1 0 0,-1-1-1 0 0,1-1 0 0 0,-1 0 0 0 0,0 0 0 0 0,0-1 1 0 0,0 0-1 0 0,0-1 0 0 0,-1 0 0 0 0,18-15 0 0 0,-16 10-15 0 0,0 0 1 0 0,0 0-1 0 0,-1-1 0 0 0,-1 0 0 0 0,0-1 0 0 0,-1-1 0 0 0,0 1 0 0 0,-1-1 0 0 0,-1-1 0 0 0,0 1 0 0 0,-1-1 1 0 0,-1-1-1 0 0,0 1 0 0 0,-1-1 0 0 0,0 0 0 0 0,-2 0 0 0 0,2-26 0 0 0,-3 23-16 0 0,-2 1-1 0 0,0-1 0 0 0,-2 0 0 0 0,0 0 1 0 0,0 1-1 0 0,-2-1 0 0 0,0 1 1 0 0,-2 0-1 0 0,0 0 0 0 0,0 1 0 0 0,-2 0 1 0 0,0 1-1 0 0,-1 0 0 0 0,-21-27 1 0 0,15 25-74 0 0,0 0 0 0 0,-1 2 0 0 0,-1 0 0 0 0,-1 0 0 0 0,-32-19-1 0 0,37 26-268 0 0,-1 1-1 0 0,0 1 0 0 0,0 1 1 0 0,-1 0-1 0 0,1 1 0 0 0,-1 0 1 0 0,0 1-1 0 0,-33-3 0 0 0,9 7-7439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09T21:57:18.03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284 16 6913 0 0,'-2'-2'114'0'0,"1"1"-1"0"0,-1-1 1 0 0,0 1-1 0 0,0 0 1 0 0,0 0-1 0 0,0-1 1 0 0,0 1-1 0 0,0 0 1 0 0,-1 1 0 0 0,1-1-1 0 0,0 0 1 0 0,0 1-1 0 0,-1-1 1 0 0,1 1-1 0 0,0 0 1 0 0,-5 0-1 0 0,2 0 167 0 0,-1 1 0 0 0,1 0 0 0 0,-1 0 0 0 0,1 0 0 0 0,0 0-1 0 0,0 1 1 0 0,-6 3 0 0 0,1 0 224 0 0,0 0 1 0 0,1 1-1 0 0,-1 0 0 0 0,1 0 0 0 0,0 1 0 0 0,-13 15 0 0 0,10-8-152 0 0,1 2 0 0 0,0-1 0 0 0,2 1 0 0 0,0 1 0 0 0,0 0 0 0 0,2 0 0 0 0,-6 18 0 0 0,4-6-112 0 0,1 1 0 0 0,2-1 0 0 0,-5 49 0 0 0,10-72-209 0 0,1 1 1 0 0,0-1 0 0 0,0 0-1 0 0,0 1 1 0 0,1-1 0 0 0,0 0 0 0 0,0 0-1 0 0,4 13 1 0 0,-3-17-25 0 0,-1 1-1 0 0,1-1 1 0 0,-1 1-1 0 0,1-1 1 0 0,0 0 0 0 0,0 1-1 0 0,0-1 1 0 0,0 0-1 0 0,0 0 1 0 0,0 0 0 0 0,1-1-1 0 0,-1 1 1 0 0,0-1 0 0 0,1 1-1 0 0,0-1 1 0 0,-1 0-1 0 0,1 0 1 0 0,0 0 0 0 0,0 0-1 0 0,-1 0 1 0 0,5 0-1 0 0,92 10 53 0 0,-70-10-85 0 0,-1 2 1 0 0,45 9-1 0 0,-65-9 38 0 0,0-1 0 0 0,0 1 1 0 0,0 0-1 0 0,0 0 1 0 0,-1 1-1 0 0,0 0 0 0 0,0 0 1 0 0,0 1-1 0 0,0 0 1 0 0,-1 0-1 0 0,1 1 0 0 0,-1 0 1 0 0,7 9-1 0 0,-10-10 24 0 0,0 1 0 0 0,1 0-1 0 0,-2 0 1 0 0,1 1 0 0 0,-1-1 0 0 0,0 1 0 0 0,0-1-1 0 0,-1 1 1 0 0,0 0 0 0 0,0-1 0 0 0,0 1 0 0 0,-1 0-1 0 0,0 0 1 0 0,0-1 0 0 0,-1 1 0 0 0,0 0 0 0 0,0 0-1 0 0,-1-1 1 0 0,0 1 0 0 0,0-1 0 0 0,-3 8 0 0 0,-4 9-5 0 0,-2-1 1 0 0,0-1-1 0 0,-1 0 1 0 0,-23 31 0 0 0,16-28-386 0 0,-1 0 1 0 0,-29 25-1 0 0,6-12-4716 0 0,13-12-859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09T21:57:18.50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17 191 6449 0 0,'-2'-2'144'0'0,"0"0"0"0"0,1-1-1 0 0,-1 1 1 0 0,1-1 0 0 0,-1 1-1 0 0,1-1 1 0 0,0 0 0 0 0,0 1-1 0 0,0-1 1 0 0,0 0 0 0 0,0 0-1 0 0,1 1 1 0 0,0-1 0 0 0,-1 0-1 0 0,1 0 1 0 0,0 0 0 0 0,0 0-1 0 0,1-4 1 0 0,6-56 5139 0 0,-6 58-4930 0 0,1 1 0 0 0,-1-1 0 0 0,1 1 0 0 0,0-1 1 0 0,0 1-1 0 0,0 0 0 0 0,0 0 0 0 0,1 0 0 0 0,-1 0 0 0 0,6-5 0 0 0,-7 8-276 0 0,-1 1 0 0 0,1-1-1 0 0,0 0 1 0 0,0 1-1 0 0,0-1 1 0 0,0 0 0 0 0,-1 1-1 0 0,1-1 1 0 0,0 1-1 0 0,0 0 1 0 0,0-1 0 0 0,0 1-1 0 0,0 0 1 0 0,0-1-1 0 0,0 1 1 0 0,0 0 0 0 0,0 0-1 0 0,0 0 1 0 0,0 0-1 0 0,2 0 1 0 0,-2 1-61 0 0,1-1 1 0 0,-1 1-1 0 0,0 0 1 0 0,1-1-1 0 0,-1 1 1 0 0,0 0-1 0 0,0 0 0 0 0,0 0 1 0 0,0 0-1 0 0,0 0 1 0 0,0 0-1 0 0,0 0 1 0 0,0 1-1 0 0,0-1 0 0 0,0 0 1 0 0,-1 0-1 0 0,1 1 1 0 0,1 2-1 0 0,1 5-197 0 0,0 1-1 0 0,0 0 1 0 0,-1 0-1 0 0,3 18 1 0 0,-5-21 127 0 0,1 1 1 0 0,0-1-1 0 0,0 1 1 0 0,1-1 0 0 0,0 0-1 0 0,1 0 1 0 0,-1 0-1 0 0,1 0 1 0 0,1 0-1 0 0,4 7 1 0 0,-7-13 114 0 0,0 0-1 0 0,0 0 1 0 0,0-1 0 0 0,0 1 0 0 0,0 0-1 0 0,0-1 1 0 0,1 1 0 0 0,-1-1 0 0 0,0 1-1 0 0,0-1 1 0 0,1 0 0 0 0,-1 1-1 0 0,0-1 1 0 0,0 0 0 0 0,1 0 0 0 0,-1 0-1 0 0,0 0 1 0 0,1 0 0 0 0,-1 0-1 0 0,0 0 1 0 0,0 0 0 0 0,1-1 0 0 0,-1 1-1 0 0,0 0 1 0 0,0-1 0 0 0,1 1 0 0 0,-1-1-1 0 0,0 0 1 0 0,0 1 0 0 0,0-1-1 0 0,0 0 1 0 0,0 1 0 0 0,0-1 0 0 0,0 0-1 0 0,1-1 1 0 0,39-36 945 0 0,-37 33-875 0 0,34-39 71 0 0,19-20 69 0 0,-14 30-6625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09T21:57:19.17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253 0 11979 0 0,'-4'1'177'0'0,"-1"0"1"0"0,1 1-1 0 0,-1-1 1 0 0,1 1 0 0 0,-1 0-1 0 0,1 0 1 0 0,0 1-1 0 0,0-1 1 0 0,0 1 0 0 0,0 0-1 0 0,1 0 1 0 0,-1 0-1 0 0,1 0 1 0 0,-4 6 0 0 0,-6 7 242 0 0,-22 35 1 0 0,24-34-142 0 0,-67 116 578 0 0,68-114-759 0 0,2 0 1 0 0,0 0 0 0 0,1 0-1 0 0,1 1 1 0 0,-5 29 0 0 0,11-47-61 0 0,0 0-1 0 0,-1-1 1 0 0,1 1 0 0 0,0 0 0 0 0,0-1 0 0 0,0 1 0 0 0,0 0 0 0 0,0-1 0 0 0,0 1 0 0 0,1 0-1 0 0,-1-1 1 0 0,0 1 0 0 0,1-1 0 0 0,-1 1 0 0 0,1 0 0 0 0,0-1 0 0 0,-1 1 0 0 0,1-1 0 0 0,0 0-1 0 0,0 1 1 0 0,0-1 0 0 0,0 0 0 0 0,0 1 0 0 0,1-1 0 0 0,-1 0 0 0 0,0 0 0 0 0,0 0-1 0 0,1 0 1 0 0,-1 0 0 0 0,1 0 0 0 0,-1 0 0 0 0,1-1 0 0 0,-1 1 0 0 0,1-1 0 0 0,-1 1 0 0 0,1-1-1 0 0,-1 1 1 0 0,1-1 0 0 0,3 1 0 0 0,6-1 55 0 0,1 0 0 0 0,-1 0-1 0 0,1-1 1 0 0,21-5 0 0 0,-5 2-168 0 0,-21 3 69 0 0,0 1 0 0 0,0 0 0 0 0,0 0 0 0 0,0 0 0 0 0,0 1 0 0 0,0 0 0 0 0,0 1 0 0 0,0-1 0 0 0,0 1 0 0 0,7 4 0 0 0,-11-5 6 0 0,0 1 0 0 0,0 0 0 0 0,0 0 0 0 0,0 0 0 0 0,-1 0 0 0 0,1 0 0 0 0,-1 1 0 0 0,1-1 1 0 0,-1 1-1 0 0,0-1 0 0 0,0 1 0 0 0,0 0 0 0 0,0 0 0 0 0,-1 0 0 0 0,1 0 0 0 0,-1 0 0 0 0,0 0 0 0 0,0 1 1 0 0,0-1-1 0 0,0 0 0 0 0,-1 1 0 0 0,1-1 0 0 0,-1 4 0 0 0,1 5 44 0 0,-1 1 0 0 0,-1 0 0 0 0,0-1 1 0 0,-1 1-1 0 0,0-1 0 0 0,-1 0 0 0 0,0 0 0 0 0,-1 0 0 0 0,-1 0 0 0 0,-7 14 1 0 0,2-6-325 0 0,-2 0 0 0 0,0-1 1 0 0,-1 0-1 0 0,-29 30 1 0 0,31-38-929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09T21:57:19.60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0 6913 0 0,'3'4'562'0'0,"0"-1"-1"0"0,1 0 0 0 0,0 0 0 0 0,-1 0 0 0 0,1 0 0 0 0,0-1 0 0 0,0 1 0 0 0,0-1 0 0 0,1 0 0 0 0,-1 0 0 0 0,0-1 0 0 0,1 1 0 0 0,6 0 0 0 0,-1-1 125 0 0,-1-1-1 0 0,0 0 0 0 0,1-1 1 0 0,-1 0-1 0 0,17-5 0 0 0,-19 4-441 0 0,1 1 0 0 0,0 0 0 0 0,0 0 0 0 0,0 0 0 0 0,0 1-1 0 0,0 0 1 0 0,13 2 0 0 0,-18-1-242 0 0,0 0 0 0 0,0 0 0 0 0,0 0 0 0 0,0 1-1 0 0,-1-1 1 0 0,1 1 0 0 0,0-1 0 0 0,-1 1 0 0 0,1 0 0 0 0,-1 0 0 0 0,0 0-1 0 0,1 0 1 0 0,-1 1 0 0 0,0-1 0 0 0,0 0 0 0 0,-1 1 0 0 0,1 0 0 0 0,-1-1-1 0 0,1 1 1 0 0,-1 0 0 0 0,0 0 0 0 0,2 5 0 0 0,2 8-195 0 0,-2 1 1 0 0,0 0-1 0 0,2 28 0 0 0,-4-29 3 0 0,1 1-1 0 0,0-1 0 0 0,2 0 0 0 0,4 17 0 0 0,-7-31 174 0 0,0 0-1 0 0,0 1 0 0 0,0-1 0 0 0,1 0 0 0 0,-1 0 0 0 0,0 0 0 0 0,1 0 0 0 0,-1 0 1 0 0,1-1-1 0 0,0 1 0 0 0,-1 0 0 0 0,1-1 0 0 0,0 1 0 0 0,0-1 0 0 0,0 0 0 0 0,0 0 0 0 0,4 2 1 0 0,1 0-11 0 0,1-1 0 0 0,-1 0 0 0 0,1-1 0 0 0,8 2 0 0 0,-10-3 25 0 0,0 1 0 0 0,-1 0 0 0 0,1 0 0 0 0,-1 0 0 0 0,1 1 0 0 0,-1 0 0 0 0,0 0 0 0 0,1 0 0 0 0,-1 0 0 0 0,6 5 0 0 0,-6-2 32 0 0,0 1-1 0 0,0 0 1 0 0,0 0 0 0 0,0 0 0 0 0,-1 1 0 0 0,0 0 0 0 0,-1 0 0 0 0,1 0-1 0 0,-1 0 1 0 0,-1 0 0 0 0,1 0 0 0 0,-1 1 0 0 0,-1-1 0 0 0,1 1 0 0 0,-1 0 0 0 0,0 0-1 0 0,-1 14 1 0 0,-1 10 227 0 0,-1-1-1 0 0,-13 62 0 0 0,8-61-1508 0 0,0-3-5399 0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09T21:57:21.42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194 9 11058 0 0,'0'-1'128'0'0,"-1"0"-1"0"0,0 1 1 0 0,0-1-1 0 0,0 0 1 0 0,0 1-1 0 0,0-1 1 0 0,0 0-1 0 0,0 1 1 0 0,0-1 0 0 0,0 1-1 0 0,0 0 1 0 0,0-1-1 0 0,0 1 1 0 0,0 0-1 0 0,0 0 1 0 0,0-1-1 0 0,-1 1 1 0 0,1 0-1 0 0,0 0 1 0 0,0 0-1 0 0,0 0 1 0 0,0 1-1 0 0,0-1 1 0 0,-1 0-1 0 0,1 0 1 0 0,0 1-1 0 0,0-1 1 0 0,0 1-1 0 0,0-1 1 0 0,0 1-1 0 0,0-1 1 0 0,0 1-1 0 0,-1 1 1 0 0,-35 21 1306 0 0,23-10-1041 0 0,0 1 1 0 0,1 1 0 0 0,1-1-1 0 0,0 2 1 0 0,1 0 0 0 0,1 0 0 0 0,1 1-1 0 0,-13 28 1 0 0,22-44-385 0 0,-1 0-1 0 0,1 0 1 0 0,-1 0 0 0 0,1 0 0 0 0,-1 0-1 0 0,1 0 1 0 0,0 0 0 0 0,0 0 0 0 0,-1 1-1 0 0,1-1 1 0 0,0 0 0 0 0,0 0-1 0 0,0 0 1 0 0,0 0 0 0 0,0 0 0 0 0,0 0-1 0 0,0 0 1 0 0,1 1 0 0 0,-1-1-1 0 0,0 0 1 0 0,1 0 0 0 0,-1 0 0 0 0,1 0-1 0 0,-1 0 1 0 0,1 0 0 0 0,-1 0 0 0 0,1 0-1 0 0,0-1 1 0 0,-1 1 0 0 0,1 0-1 0 0,0 0 1 0 0,0 0 0 0 0,-1-1 0 0 0,1 1-1 0 0,0 0 1 0 0,0-1 0 0 0,0 1-1 0 0,0-1 1 0 0,0 1 0 0 0,0-1 0 0 0,0 1-1 0 0,0-1 1 0 0,0 0 0 0 0,0 1 0 0 0,0-1-1 0 0,1 0 1 0 0,-1 0 0 0 0,0 0-1 0 0,0 0 1 0 0,2 0 0 0 0,8 0-89 0 0,0-1 1 0 0,0 1-1 0 0,0-2 1 0 0,13-2-1 0 0,-13 1-23 0 0,8 0-32 0 0,4-1-87 0 0,41-3 0 0 0,-58 7 207 0 0,0 0-1 0 0,-1 0 1 0 0,1 1-1 0 0,0-1 1 0 0,0 1-1 0 0,0 0 1 0 0,-1 1-1 0 0,1 0 1 0 0,0 0-1 0 0,-1 0 1 0 0,0 0-1 0 0,7 5 1 0 0,-10-5 2 0 0,0-1 1 0 0,0 1 0 0 0,0 0-1 0 0,-1 0 1 0 0,1 0-1 0 0,-1 1 1 0 0,0-1-1 0 0,1 0 1 0 0,-1 0 0 0 0,0 1-1 0 0,0-1 1 0 0,-1 0-1 0 0,1 1 1 0 0,0-1-1 0 0,-1 1 1 0 0,0-1 0 0 0,1 1-1 0 0,-1 0 1 0 0,0-1-1 0 0,0 1 1 0 0,0-1-1 0 0,-1 1 1 0 0,1-1-1 0 0,-1 1 1 0 0,1-1 0 0 0,-1 1-1 0 0,0-1 1 0 0,-2 5-1 0 0,-3 8 17 0 0,-1 0 0 0 0,0-1 0 0 0,-12 18 0 0 0,15-26 58 0 0,-128 192-1594 0 0,120-179 368 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09T21:57:21.71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9 48 3225 0 0,'-9'14'405'0'0,"9"23"13606"0"0,2-36-13706 0 0,-1-1-239 0 0,0 1 0 0 0,0-1-1 0 0,0 0 1 0 0,1 1 0 0 0,-1-1 0 0 0,0 0 0 0 0,1 0 0 0 0,-1 0 0 0 0,0 0-1 0 0,0 0 1 0 0,1 0 0 0 0,-1 0 0 0 0,0 0 0 0 0,0-1 0 0 0,1 1 0 0 0,0-1-1 0 0,7-2 180 0 0,0-1-1 0 0,-1 1 1 0 0,0-2-1 0 0,0 1 1 0 0,0-1 0 0 0,-1-1-1 0 0,8-6 1 0 0,18-17-2065 0 0,-5 0-4550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09T21:57:22.24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30 31 3225 0 0,'-28'-31'13711'0'0,"27"52"-10276"0"0,2 8-2762 0 0,-1-11-444 0 0,1-1 0 0 0,1 1 0 0 0,0 0 0 0 0,8 27 0 0 0,-8-40-217 0 0,-1-1-1 0 0,1 0 1 0 0,-1-1-1 0 0,1 1 1 0 0,0 0-1 0 0,1 0 1 0 0,-1-1-1 0 0,1 0 1 0 0,-1 1-1 0 0,1-1 1 0 0,0 0-1 0 0,0 0 1 0 0,1 0-1 0 0,-1-1 1 0 0,1 1-1 0 0,-1-1 1 0 0,1 0-1 0 0,0 0 1 0 0,0 0-1 0 0,-1 0 1 0 0,1-1-1 0 0,1 1 1 0 0,-1-1-1 0 0,7 1 1 0 0,31 2-58 0 0,-29-4-35 0 0,0 1 0 0 0,-1 1 0 0 0,1 0 0 0 0,-1 1 0 0 0,1 0 0 0 0,15 6 0 0 0,-26-8 61 0 0,0 0 0 0 0,0 1 0 0 0,0-1 0 0 0,0 0 0 0 0,0 1-1 0 0,0-1 1 0 0,0 1 0 0 0,0 0 0 0 0,-1 0 0 0 0,1-1 0 0 0,-1 1 0 0 0,1 0 0 0 0,-1 1 0 0 0,0-1-1 0 0,2 4 1 0 0,-2-2 6 0 0,0-1-1 0 0,-1 1 0 0 0,1-1 0 0 0,-1 1 0 0 0,0 0 1 0 0,0-1-1 0 0,0 1 0 0 0,-1-1 0 0 0,1 1 0 0 0,-1 0 1 0 0,0-1-1 0 0,0 1 0 0 0,-2 5 0 0 0,-1-1-74 0 0,0 1 0 0 0,0-1 0 0 0,-1 0 0 0 0,0 0 0 0 0,-9 11 0 0 0,-6 4-5342 0 0,20-23 5304 0 0,-15 18-6418 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09T21:57:23.13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206 19 8754 0 0,'0'-1'224'0'0,"-1"-1"-1"0"0,0 1 1 0 0,0 0 0 0 0,0-1 0 0 0,0 1 0 0 0,-1 0-1 0 0,1 0 1 0 0,0 0 0 0 0,0 0 0 0 0,-1 0 0 0 0,1 0-1 0 0,0 0 1 0 0,-1 1 0 0 0,1-1 0 0 0,-1 0 0 0 0,1 1-1 0 0,-1-1 1 0 0,1 1 0 0 0,-1 0 0 0 0,0-1 0 0 0,1 1-1 0 0,-1 0 1 0 0,1 0 0 0 0,-1 0 0 0 0,0 0 0 0 0,1 0-1 0 0,-1 0 1 0 0,1 1 0 0 0,-1-1 0 0 0,0 1 0 0 0,1-1-1 0 0,-1 1 1 0 0,-1 0 0 0 0,-2 1 82 0 0,0 0 1 0 0,0 0-1 0 0,0 1 0 0 0,1-1 1 0 0,-1 1-1 0 0,1 0 0 0 0,-1 1 1 0 0,-5 6-1 0 0,-12 16 67 0 0,2 1 0 0 0,1 0 0 0 0,-18 35 0 0 0,36-60-366 0 0,0-1-1 0 0,0 1 0 0 0,0 0 1 0 0,0 0-1 0 0,0 0 0 0 0,0-1 1 0 0,0 1-1 0 0,1 0 0 0 0,-1 0 1 0 0,1 0-1 0 0,-1 0 0 0 0,1 0 0 0 0,0 0 1 0 0,0 0-1 0 0,0 0 0 0 0,0 0 1 0 0,0 0-1 0 0,0 0 0 0 0,1 0 1 0 0,-1 0-1 0 0,1 0 0 0 0,-1 0 1 0 0,1 0-1 0 0,0 0 0 0 0,-1 0 1 0 0,3 2-1 0 0,0-1-41 0 0,-1-1 0 0 0,1 0 0 0 0,0 0 0 0 0,0 0 0 0 0,0 0 0 0 0,1 0 0 0 0,-1-1 0 0 0,0 1 1 0 0,1-1-1 0 0,-1 0 0 0 0,0 0 0 0 0,1 0 0 0 0,-1-1 0 0 0,5 1 0 0 0,9 1-238 0 0,0-2 1 0 0,0 0-1 0 0,-1 0 0 0 0,22-5 1 0 0,-22 3 179 0 0,1 0 0 0 0,-1 1 0 0 0,1 1 0 0 0,18 2 0 0 0,-33-1 85 0 0,1-1 0 0 0,0 1 0 0 0,0-1 1 0 0,0 1-1 0 0,0 0 0 0 0,0 0 0 0 0,-1 1 1 0 0,1-1-1 0 0,0 0 0 0 0,-1 1 0 0 0,1 0 1 0 0,-1 0-1 0 0,1-1 0 0 0,-1 1 0 0 0,0 1 1 0 0,0-1-1 0 0,0 0 0 0 0,3 5 0 0 0,-3-3 49 0 0,0 1-1 0 0,0 0 0 0 0,0-1 0 0 0,-1 1 0 0 0,1 0 0 0 0,-1 0 0 0 0,0-1 0 0 0,-1 1 0 0 0,1 0 0 0 0,-1 8 0 0 0,-1 1 175 0 0,0 0 0 0 0,-1-1 0 0 0,-1 1-1 0 0,0 0 1 0 0,-1-1 0 0 0,0 0 0 0 0,-9 17 0 0 0,5-14 72 0 0,-2 0 1 0 0,0 0-1 0 0,-23 27 1 0 0,28-37-382 0 0,0 0 1 0 0,-1 0-1 0 0,0 0 1 0 0,0-1-1 0 0,-1 0 1 0 0,0 0-1 0 0,1-1 1 0 0,-2 0-1 0 0,1 0 1 0 0,0 0 0 0 0,-10 2-1 0 0,8-4-1842 0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09T21:57:24.46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172 6 6913 0 0,'-1'0'145'0'0,"0"-1"-1"0"0,1 1 0 0 0,-1-1 0 0 0,0 1 1 0 0,0-1-1 0 0,1 1 0 0 0,-1-1 1 0 0,0 1-1 0 0,0 0 0 0 0,0 0 0 0 0,0-1 1 0 0,1 1-1 0 0,-1 0 0 0 0,0 0 0 0 0,0 0 1 0 0,0 0-1 0 0,0 0 0 0 0,0 0 0 0 0,0 0 1 0 0,1 0-1 0 0,-1 0 0 0 0,0 0 0 0 0,0 0 1 0 0,0 1-1 0 0,0-1 0 0 0,1 0 0 0 0,-1 1 1 0 0,0-1-1 0 0,-1 1 0 0 0,-25 12 1659 0 0,18-5-1465 0 0,0 0-1 0 0,0 0 0 0 0,1 0 1 0 0,-1 1-1 0 0,2 1 0 0 0,-1-1 1 0 0,2 1-1 0 0,-1 0 1 0 0,1 1-1 0 0,1-1 0 0 0,0 1 1 0 0,0 1-1 0 0,1-1 0 0 0,1 0 1 0 0,-5 24-1 0 0,4-7-120 0 0,0 0-1 0 0,2 0 0 0 0,1 0 1 0 0,1 0-1 0 0,8 49 0 0 0,-7-68-219 0 0,0-1 0 0 0,1 0 0 0 0,1 1 0 0 0,-1-1 0 0 0,2 0 0 0 0,-1 0 0 0 0,1-1 1 0 0,0 1-1 0 0,0-1 0 0 0,1 0 0 0 0,0 0 0 0 0,0 0 0 0 0,1-1 0 0 0,0 1 0 0 0,0-1 0 0 0,0-1 0 0 0,1 1 0 0 0,0-1 0 0 0,0 0 0 0 0,0-1 0 0 0,1 0 0 0 0,-1 0 0 0 0,1 0 0 0 0,0-1 0 0 0,0 0 0 0 0,0-1 0 0 0,1 0 0 0 0,-1 0 0 0 0,0-1 0 0 0,1 0 0 0 0,-1 0 0 0 0,1-1 1 0 0,0 0-1 0 0,-1-1 0 0 0,1 1 0 0 0,-1-2 0 0 0,1 1 0 0 0,-1-1 0 0 0,0-1 0 0 0,13-4 0 0 0,-11 2-121 0 0,1 0 0 0 0,-1 0 1 0 0,-1-1-1 0 0,1 0 0 0 0,-1-1 1 0 0,9-8-1 0 0,-15 13 156 0 0,-1 0 0 0 0,1 0 0 0 0,-1 0 0 0 0,0 0 0 0 0,0-1 0 0 0,0 1 0 0 0,0-1 1 0 0,0 1-1 0 0,-1-1 0 0 0,1 0 0 0 0,-1 0 0 0 0,0 0 0 0 0,1 0 0 0 0,-1 0 0 0 0,-1 0 0 0 0,1 0 0 0 0,0 0 0 0 0,-1 0 0 0 0,1 0 0 0 0,-1 0 0 0 0,0-1 0 0 0,0 1 1 0 0,0 0-1 0 0,-1 0 0 0 0,1 0 0 0 0,-2-4 0 0 0,1 3 53 0 0,-1 1 0 0 0,1-1 0 0 0,-1 1 0 0 0,0 0 0 0 0,0 0 0 0 0,0 0 0 0 0,0 0 0 0 0,0 0 0 0 0,-1 0 0 0 0,1 1 0 0 0,-1-1 0 0 0,0 1 0 0 0,0 0 0 0 0,0-1 0 0 0,0 1 0 0 0,0 1 0 0 0,0-1 0 0 0,-7-2 0 0 0,5 2 51 0 0,0 1 1 0 0,0 1-1 0 0,0-1 0 0 0,0 1 0 0 0,0-1 0 0 0,0 2 0 0 0,-1-1 0 0 0,1 0 0 0 0,0 1 0 0 0,0 0 0 0 0,0 0 0 0 0,-5 3 0 0 0,-1-1-266 0 0,1 1 0 0 0,0 1-1 0 0,0 0 1 0 0,0 1 0 0 0,-11 8-1 0 0,13-8-875 0 0,0 0 0 0 0,1 0 0 0 0,0 1 0 0 0,0 0 0 0 0,-7 11 0 0 0,-1 4-5953 0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09T21:57:27.40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290 4 10594 0 0,'-3'-1'137'0'0,"1"0"1"0"0,-1 1-1 0 0,0-1 0 0 0,0 1 0 0 0,0 0 0 0 0,0 0 0 0 0,0 0 0 0 0,0 0 1 0 0,0 0-1 0 0,0 1 0 0 0,0-1 0 0 0,0 1 0 0 0,0 0 0 0 0,0 0 0 0 0,-3 1 0 0 0,0 1 168 0 0,0 1-1 0 0,-1 0 1 0 0,1 0-1 0 0,1 0 1 0 0,-1 1-1 0 0,-5 4 1 0 0,-4 8 227 0 0,0 0 1 0 0,1 1 0 0 0,-13 20-1 0 0,26-36-508 0 0,-68 110 887 0 0,59-93-850 0 0,0 0 0 0 0,1 1-1 0 0,-12 42 1 0 0,21-60-63 0 0,-1 0 0 0 0,1 0-1 0 0,0 0 1 0 0,-1 1 0 0 0,1-1 0 0 0,0 0 0 0 0,1 0 0 0 0,-1 0 0 0 0,0 0 0 0 0,0 0-1 0 0,1 0 1 0 0,0 1 0 0 0,-1-1 0 0 0,1 0 0 0 0,0 0 0 0 0,0-1 0 0 0,0 1-1 0 0,0 0 1 0 0,0 0 0 0 0,0 0 0 0 0,1-1 0 0 0,-1 1 0 0 0,1 0 0 0 0,-1-1-1 0 0,1 0 1 0 0,-1 1 0 0 0,1-1 0 0 0,0 0 0 0 0,0 0 0 0 0,0 0 0 0 0,-1 0 0 0 0,1 0-1 0 0,0 0 1 0 0,0 0 0 0 0,0-1 0 0 0,4 2 0 0 0,8 1-111 0 0,1 0 1 0 0,-1 0-1 0 0,1-2 1 0 0,18 1-1 0 0,-19-2 43 0 0,5 2-36 0 0,1 0 0 0 0,-1 1 0 0 0,23 6 0 0 0,-35-7 108 0 0,0 0 0 0 0,-1 0-1 0 0,0 1 1 0 0,0 0 0 0 0,1 0 0 0 0,-2 0 0 0 0,1 1 0 0 0,0 0-1 0 0,-1 0 1 0 0,1 0 0 0 0,-1 1 0 0 0,8 9 0 0 0,-12-11 49 0 0,1 1 0 0 0,0-1 0 0 0,-1 1 1 0 0,0 0-1 0 0,0 0 0 0 0,0-1 0 0 0,0 1 1 0 0,0 0-1 0 0,-1 0 0 0 0,0 0 0 0 0,0 0 1 0 0,0-1-1 0 0,0 1 0 0 0,0 0 0 0 0,-1 0 1 0 0,0 0-1 0 0,0-1 0 0 0,0 1 0 0 0,0 0 1 0 0,0-1-1 0 0,-1 1 0 0 0,0 0 0 0 0,0-1 1 0 0,-4 6-1 0 0,-3 5 244 0 0,0 0 1 0 0,-1-1 0 0 0,-1-1-1 0 0,-18 18 1 0 0,7-10 99 0 0,-32 23-1 0 0,46-37-517 0 0,0-1-1 0 0,-1 0 1 0 0,1 0 0 0 0,-1-1-1 0 0,0 0 1 0 0,0-1-1 0 0,0 0 1 0 0,-12 2 0 0 0,14-4-1128 0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09T21:57:28.06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13 236 6913 0 0,'-5'-29'1349'0'0,"2"14"-54"0"0,1-1 0 0 0,0 0 0 0 0,2-22-1 0 0,0 33-1058 0 0,1-1-1 0 0,0 0 1 0 0,0 1-1 0 0,0-1 1 0 0,1 1-1 0 0,0 0 1 0 0,0-1-1 0 0,0 1 1 0 0,0 0-1 0 0,1 0 1 0 0,0 1-1 0 0,0-1 1 0 0,6-6-1 0 0,-5 7-143 0 0,-1 0 0 0 0,1 0-1 0 0,0 1 1 0 0,0-1 0 0 0,0 1-1 0 0,1 0 1 0 0,-1 0 0 0 0,1 0-1 0 0,0 1 1 0 0,0-1 0 0 0,0 1-1 0 0,7-2 1 0 0,-9 4-114 0 0,-1-1 1 0 0,1 1-1 0 0,-1 0 0 0 0,1 0 0 0 0,-1 0 1 0 0,1 1-1 0 0,-1-1 0 0 0,1 0 0 0 0,-1 1 1 0 0,0 0-1 0 0,1-1 0 0 0,-1 1 0 0 0,0 0 1 0 0,1 0-1 0 0,-1 1 0 0 0,0-1 1 0 0,0 0-1 0 0,0 1 0 0 0,0-1 0 0 0,0 1 1 0 0,0-1-1 0 0,-1 1 0 0 0,1 0 0 0 0,0 0 1 0 0,-1 0-1 0 0,1 0 0 0 0,-1 0 0 0 0,2 5 1 0 0,3 4-147 0 0,-1 0 1 0 0,0 1-1 0 0,-1 0 1 0 0,-1 0-1 0 0,0 0 1 0 0,0 0-1 0 0,-1 1 1 0 0,1 19-1 0 0,-3 13-597 0 0,-5 48-1 0 0,1-16-192 0 0,4-72 900 0 0,-1 18-131 0 0,1 0 0 0 0,6 38 0 0 0,-6-57 198 0 0,1 1 1 0 0,0 0-1 0 0,0-1 0 0 0,0 1 1 0 0,0-1-1 0 0,1 1 0 0 0,0-1 0 0 0,0 0 1 0 0,0 0-1 0 0,1 0 0 0 0,-1 0 1 0 0,1 0-1 0 0,0 0 0 0 0,0-1 1 0 0,0 1-1 0 0,0-1 0 0 0,1 0 0 0 0,0 0 1 0 0,7 5-1 0 0,-7-7 99 0 0,0 0 0 0 0,0 0 0 0 0,1 0 0 0 0,-1-1 1 0 0,0 0-1 0 0,1 0 0 0 0,-1 0 0 0 0,0 0 0 0 0,1-1 0 0 0,-1 1 0 0 0,0-1 0 0 0,0 0 0 0 0,1 0 0 0 0,-1-1 1 0 0,0 1-1 0 0,0-1 0 0 0,0 0 0 0 0,-1 0 0 0 0,1-1 0 0 0,0 1 0 0 0,-1-1 0 0 0,0 1 0 0 0,5-5 0 0 0,-3 3 78 0 0,0-1 0 0 0,0 0-1 0 0,0 0 1 0 0,0 0 0 0 0,-1 0 0 0 0,0-1-1 0 0,0 0 1 0 0,0 0 0 0 0,-1 0-1 0 0,0 0 1 0 0,0 0 0 0 0,0-1-1 0 0,-1 0 1 0 0,1-6 0 0 0,-2 11-113 0 0,-1-1 0 0 0,0 1 0 0 0,0 0 0 0 0,-1-1 0 0 0,1 1 0 0 0,0-1 0 0 0,-1 1 0 0 0,0 0 0 0 0,1 0 0 0 0,-1-1 0 0 0,0 1 0 0 0,0 0 0 0 0,0 0 0 0 0,-1 0 0 0 0,1 0 0 0 0,0 0 0 0 0,-1 0 0 0 0,1 0 0 0 0,-1 1 0 0 0,0-1 0 0 0,1 0 0 0 0,-1 1 0 0 0,0-1 0 0 0,0 1 1 0 0,0 0-1 0 0,0 0 0 0 0,0 0 0 0 0,0 0 0 0 0,-1 0 0 0 0,1 0 0 0 0,0 0 0 0 0,0 1 0 0 0,-1-1 0 0 0,-2 0 0 0 0,-11-2 83 0 0,-1 1-1 0 0,1 0 1 0 0,-32 1 0 0 0,27 1-178 0 0,-46-4-4122 0 0,48 1-2255 0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09T21:57:28.97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148 125 6281 0 0,'-6'8'112'0'0,"1"0"0"0"0,0 0 0 0 0,0 0 0 0 0,1 1 0 0 0,-7 17 0 0 0,47-70-622 0 0,-25 28 450 0 0,-2-1 1 0 0,0 0-1 0 0,0 0 1 0 0,-2 0 0 0 0,0-1-1 0 0,5-21 1 0 0,-12 39 139 0 0,0 0 1 0 0,0 0-1 0 0,0-1 1 0 0,-2-4 2414 0 0,2 5-2414 0 0,-1 0-1 0 0,1-1 1 0 0,0 1-1 0 0,0 0 1 0 0,0 0-1 0 0,-1 0 1 0 0,1 0-1 0 0,0 0 1 0 0,-1 0-1 0 0,-11 5 2256 0 0,-11 11 149 0 0,4 3-2100 0 0,0 1 0 0 0,2 0-1 0 0,0 1 1 0 0,2 0 0 0 0,0 2 0 0 0,2 0 0 0 0,0 0 0 0 0,1 1 0 0 0,-15 49 0 0 0,26-70-383 0 0,0 1 1 0 0,0 0-1 0 0,0-1 1 0 0,1 1 0 0 0,-1 0-1 0 0,1 0 1 0 0,0 0-1 0 0,0-1 1 0 0,1 1 0 0 0,-1 0-1 0 0,1 0 1 0 0,0-1 0 0 0,-1 1-1 0 0,2 0 1 0 0,-1-1-1 0 0,0 1 1 0 0,1-1 0 0 0,0 1-1 0 0,0-1 1 0 0,2 4-1 0 0,-1-4-81 0 0,0 0-1 0 0,1-1 1 0 0,-1 1-1 0 0,0-1 1 0 0,1 1-1 0 0,0-1 1 0 0,-1 0-1 0 0,1-1 1 0 0,0 1-1 0 0,0-1 1 0 0,0 1-1 0 0,0-1 0 0 0,0 0 1 0 0,1-1-1 0 0,-1 1 1 0 0,0-1-1 0 0,0 0 1 0 0,5 0-1 0 0,43-3-637 0 0,-31 0 535 0 0,-1 2 0 0 0,1 0 0 0 0,30 4 0 0 0,-47-2 173 0 0,0-1 1 0 0,0 1 0 0 0,0 0 0 0 0,0 0-1 0 0,0 0 1 0 0,0 1 0 0 0,0-1 0 0 0,0 1-1 0 0,0 0 1 0 0,-1 0 0 0 0,1 0 0 0 0,-1 1 0 0 0,1-1-1 0 0,-1 1 1 0 0,0 0 0 0 0,0 0 0 0 0,0 0-1 0 0,0 0 1 0 0,-1 0 0 0 0,1 1 0 0 0,-1-1-1 0 0,3 6 1 0 0,-4-5 83 0 0,0 1 0 0 0,0-1 0 0 0,-1 1 0 0 0,1-1 0 0 0,-1 0-1 0 0,0 1 1 0 0,0-1 0 0 0,-1 1 0 0 0,1-1 0 0 0,-1 1 0 0 0,0-1 0 0 0,0 0 0 0 0,0 0-1 0 0,-1 1 1 0 0,1-1 0 0 0,-1 0 0 0 0,0 0 0 0 0,0 0 0 0 0,-1-1 0 0 0,1 1-1 0 0,-1 0 1 0 0,-4 4 0 0 0,-7 8 510 0 0,0 0-1 0 0,-2-2 0 0 0,-20 18 1 0 0,13-14 83 0 0,-42 26 1 0 0,58-39-638 0 0,0-2 0 0 0,0 1-1 0 0,-1-1 1 0 0,1 0 0 0 0,-1 0 0 0 0,1-1 0 0 0,-1 0 0 0 0,0 0-1 0 0,0-1 1 0 0,0 0 0 0 0,-10 0 0 0 0,1-5-2921 0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09T21:57:29.65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332 0 6913 0 0,'-2'14'6742'0'0,"-5"18"-4226"0"0,0-2-1741 0 0,0-1-466 0 0,0-1 0 0 0,-2 0 0 0 0,-1 0-1 0 0,-25 49 1 0 0,28-63-360 0 0,-2 0-1 0 0,0-1 1 0 0,0 0-1 0 0,-2 0 1 0 0,1-1-1 0 0,-2 0 1 0 0,1-1-1 0 0,-2 0 1 0 0,1-1-1 0 0,-22 13 1 0 0,31-21 69 0 0,0-1 0 0 0,-1 1 1 0 0,1 0-1 0 0,0-1 0 0 0,-1 1 0 0 0,0-1 0 0 0,1 0 1 0 0,-1 0-1 0 0,0-1 0 0 0,1 1 0 0 0,-1-1 1 0 0,0 0-1 0 0,0 0 0 0 0,1 0 0 0 0,-1 0 1 0 0,0-1-1 0 0,0 1 0 0 0,-6-3 0 0 0,7 2 3 0 0,1-1 1 0 0,-1 1-1 0 0,1-1 0 0 0,0 0 0 0 0,0 1 0 0 0,0-1 0 0 0,0 0 0 0 0,0 0 1 0 0,0-1-1 0 0,1 1 0 0 0,-1 0 0 0 0,1 0 0 0 0,-1-1 0 0 0,1 1 0 0 0,0-1 1 0 0,0 1-1 0 0,0-1 0 0 0,0 0 0 0 0,0 1 0 0 0,1-1 0 0 0,-1 0 0 0 0,1 0 1 0 0,0 0-1 0 0,0 1 0 0 0,0-7 0 0 0,1 0-28 0 0,0-1 1 0 0,0 0-1 0 0,1 1 1 0 0,1-1-1 0 0,0 1 0 0 0,0 0 1 0 0,1 0-1 0 0,0 0 0 0 0,0 0 1 0 0,1 1-1 0 0,0 0 1 0 0,10-12-1 0 0,-6 8-8 0 0,0 1 0 0 0,1 1-1 0 0,1-1 1 0 0,-1 2 0 0 0,2-1-1 0 0,-1 2 1 0 0,23-14 0 0 0,-28 20 45 0 0,-1-1 0 0 0,0 1 0 0 0,1-1 0 0 0,-1 1 0 0 0,1 1 0 0 0,0-1 0 0 0,0 1 0 0 0,0 0 0 0 0,-1 0 1 0 0,1 1-1 0 0,0 0 0 0 0,0 0 0 0 0,0 0 0 0 0,0 1 0 0 0,0 0 0 0 0,0 0 0 0 0,-1 0 0 0 0,1 1 0 0 0,0 0 0 0 0,-1 0 0 0 0,8 4 0 0 0,-6-2 15 0 0,0 1 1 0 0,0 0-1 0 0,-1 1 0 0 0,0-1 1 0 0,0 1-1 0 0,0 1 0 0 0,0-1 0 0 0,-1 1 1 0 0,0 0-1 0 0,-1 0 0 0 0,1 0 0 0 0,-1 1 1 0 0,-1-1-1 0 0,4 12 0 0 0,0 2 6 0 0,-2 1-1 0 0,0-1 1 0 0,-1 1-1 0 0,-1 1 1 0 0,-1-1-1 0 0,-1 0 0 0 0,-2 1 1 0 0,0-1-1 0 0,-1 0 1 0 0,-1 0-1 0 0,-1 0 1 0 0,-8 28-1 0 0,-3-3 404 0 0,-2-2-1 0 0,-2 0 1 0 0,-2-1-1 0 0,-41 65 1 0 0,44-80-325 0 0,15-27-209 0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09T21:57:52.8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2120 2142 5985 0 0,'-9'0'3099'0'0,"-9"-6"-1717"0"0,-88-57 3468 0 0,68 37-3448 0 0,-70-61 0 0 0,-211-221 1812 0 0,234 217-3011 0 0,-114-158 1 0 0,145 170-130 0 0,-154-206 44 0 0,43 60-169 0 0,36 45 14 0 0,98 143 94 0 0,-2 1 0 0 0,-61-54 1 0 0,-86-51 200 0 0,135 107-224 0 0,-133-83 333 0 0,69 47-369 0 0,108 70-86 0 0,1 0 0 0 0,-1-1 0 0 0,0 1 0 0 0,1 0 0 0 0,-1-1 0 0 0,0 1 0 0 0,1-1 0 0 0,-1 1 0 0 0,1-1 0 0 0,-1 1 0 0 0,1-1 0 0 0,-1 0 0 0 0,1 1 0 0 0,-1-1 0 0 0,1 0 0 0 0,0 1 0 0 0,-1-1 0 0 0,1 0 0 0 0,0 1 0 0 0,0-1 0 0 0,-1 0 0 0 0,1 0 0 0 0,0 1 0 0 0,0-1 0 0 0,0 0 0 0 0,0 0 0 0 0,0-1 0 0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09T21:57:53.4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25 1651 7370 0 0,'-14'2'752'0'0,"4"-2"-542"0"0,18-15 84 0 0,45-53 810 0 0,34-44 1509 0 0,153-155 1 0 0,127-101 238 0 0,-152 149-1457 0 0,39-79-406 0 0,-34 34-2021 0 0,-198 241-3631 0 0,0 5-1577 0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09T21:57:54.4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6 3257 0 0,'4'-1'288'0'0,"-2"-1"-224"0"0,-1 1-64 0 0,-1 0 0 0 0,1 1 0 0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09T21:57:54.9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 77 456 0 0,'-1'1'21'0'0,"0"-1"0"0"0,0 1 0 0 0,0 0 0 0 0,0 0 0 0 0,1 1 0 0 0,-1-1 0 0 0,0 0 0 0 0,-3 32 14178 0 0,33-71-13928 0 0,-22 29 26 0 0,1 0 1 0 0,1 0-1 0 0,0 1 0 0 0,0 0 0 0 0,17-11 1 0 0,-23 16-240 0 0,1 1 0 0 0,-1 0 0 0 0,1 0 1 0 0,0 1-1 0 0,0-1 0 0 0,0 1 0 0 0,0 0 0 0 0,0 0 1 0 0,0 0-1 0 0,0 0 0 0 0,0 1 0 0 0,0 0 0 0 0,0 0 1 0 0,0 0-1 0 0,1 0 0 0 0,-1 0 0 0 0,0 1 0 0 0,0 0 0 0 0,0 0 1 0 0,5 2-1 0 0,-6-2-59 0 0,-1 1 1 0 0,0-1-1 0 0,0 1 1 0 0,0 0-1 0 0,0 0 1 0 0,0 0-1 0 0,0 0 1 0 0,0 0-1 0 0,-1 0 0 0 0,1 0 1 0 0,-1 1-1 0 0,0-1 1 0 0,1 0-1 0 0,-1 1 1 0 0,0-1-1 0 0,0 1 1 0 0,-1 0-1 0 0,1-1 1 0 0,0 1-1 0 0,-1 0 1 0 0,0-1-1 0 0,1 6 0 0 0,-1 8-16 0 0,0-1 0 0 0,-3 27-1 0 0,2-35 19 0 0,-12 62 105 0 0,8-49 85 0 0,2 0 1 0 0,-3 38-1 0 0,6-57-186 0 0,0-1-1 0 0,-1 0 1 0 0,1 1 0 0 0,0-1-1 0 0,0 0 1 0 0,0 1 0 0 0,0-1 0 0 0,0 1-1 0 0,1-1 1 0 0,-1 0 0 0 0,0 1-1 0 0,0-1 1 0 0,0 1 0 0 0,0-1-1 0 0,0 0 1 0 0,0 1 0 0 0,1-1-1 0 0,-1 0 1 0 0,0 1 0 0 0,0-1 0 0 0,1 0-1 0 0,-1 1 1 0 0,0-1 0 0 0,0 0-1 0 0,1 0 1 0 0,-1 1 0 0 0,0-1-1 0 0,1 0 1 0 0,-1 0 0 0 0,0 0-1 0 0,1 1 1 0 0,-1-1 0 0 0,0 0 0 0 0,1 0-1 0 0,-1 0 1 0 0,1 0 0 0 0,16-5 38 0 0,20-23-149 0 0,-32 24 76 0 0,6-5 8 0 0,0 1 0 0 0,1 0 1 0 0,0 1-1 0 0,0 0 0 0 0,0 1 0 0 0,1 0 0 0 0,0 1 0 0 0,1 1 0 0 0,21-5 0 0 0,-30 8 22 0 0,1 0 0 0 0,-1 0 0 0 0,0 1 0 0 0,1 0 0 0 0,-1 0 0 0 0,0 1 0 0 0,1 0 0 0 0,-1 0 0 0 0,0 0 0 0 0,0 0 0 0 0,0 1 0 0 0,0 0 0 0 0,0 0 0 0 0,0 0 0 0 0,0 0 0 0 0,-1 1 0 0 0,1 0 0 0 0,-1 0 0 0 0,1 0 0 0 0,-1 1-1 0 0,0-1 1 0 0,-1 1 0 0 0,1 0 0 0 0,-1 0 0 0 0,1 0 0 0 0,-1 1 0 0 0,5 9 0 0 0,-4-5-1 0 0,0 1 0 0 0,0-1-1 0 0,-1 1 1 0 0,0 1 0 0 0,-1-1-1 0 0,0 0 1 0 0,-1 0 0 0 0,0 1 0 0 0,0-1-1 0 0,-1 1 1 0 0,-1-1 0 0 0,0 1-1 0 0,-2 11 1 0 0,-5 17 182 0 0,-2-1 0 0 0,-15 41 0 0 0,15-50-14 0 0,2-9 23 0 0,-2 1 0 0 0,-21 34-1 0 0,18-33-171 0 0,3-6-825 0 0,-1-3-3836 0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09T21:57:55.1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10594 0 0,'4'6'472'0'0,"-3"-2"96"0"0,0 1-455 0 0,0 0-113 0 0,1-1 0 0 0,-1-1 0 0 0,-1 2 536 0 0,0 5 80 0 0,1 5 24 0 0,-1 3 0 0 0,0-2-24 0 0,-1 0 0 0 0,-2 0 0 0 0,2-1 1 0 0,-1-1-1482 0 0,2-3-303 0 0,0-6-56 0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09T21:57:55.8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 95 1840 0 0,'-23'7'12545'0'0,"31"-15"-12383"0"0,6-6 501 0 0,3-2 171 0 0,31-25 0 0 0,-45 39-774 0 0,1-1 1 0 0,-1 1-1 0 0,1 0 1 0 0,0 0-1 0 0,-1 0 1 0 0,1 0-1 0 0,0 1 1 0 0,0-1-1 0 0,0 1 1 0 0,0 0-1 0 0,0 0 1 0 0,0 1-1 0 0,1-1 1 0 0,-1 1-1 0 0,0 0 1 0 0,5 0-1 0 0,-4 2-17 0 0,-1-1-1 0 0,1 1 0 0 0,-1 0 0 0 0,0 1 0 0 0,0-1 0 0 0,0 1 0 0 0,0-1 0 0 0,0 1 1 0 0,0 0-1 0 0,-1 1 0 0 0,0-1 0 0 0,1 1 0 0 0,-1-1 0 0 0,-1 1 0 0 0,1 0 0 0 0,0 0 0 0 0,-1 0 1 0 0,0 1-1 0 0,0-1 0 0 0,0 0 0 0 0,-1 1 0 0 0,3 7 0 0 0,0 2 145 0 0,-1 1-1 0 0,0-1 0 0 0,-1 1 1 0 0,-1 0-1 0 0,-1 29 1 0 0,-12 24 91 0 0,8-55-99 0 0,1 1 0 0 0,1 0-1 0 0,-2 21 1 0 0,4-35-175 0 0,0 1-1 0 0,0-1 1 0 0,0 0 0 0 0,0 0-1 0 0,0 1 1 0 0,0-1-1 0 0,0 0 1 0 0,0 1 0 0 0,0-1-1 0 0,0 0 1 0 0,0 1-1 0 0,0-1 1 0 0,1 0 0 0 0,-1 0-1 0 0,0 1 1 0 0,0-1 0 0 0,0 0-1 0 0,0 0 1 0 0,0 1-1 0 0,1-1 1 0 0,-1 0 0 0 0,0 0-1 0 0,0 0 1 0 0,0 1-1 0 0,1-1 1 0 0,-1 0 0 0 0,0 0-1 0 0,0 0 1 0 0,1 0-1 0 0,-1 1 1 0 0,0-1 0 0 0,0 0-1 0 0,1 0 1 0 0,-1 0-1 0 0,0 0 1 0 0,1 0 0 0 0,-1 0-1 0 0,0 0 1 0 0,0 0 0 0 0,1 0-1 0 0,14-5 30 0 0,12-13-175 0 0,-12 4-8 0 0,-3 2 104 0 0,1 1 0 0 0,0 0 0 0 0,1 1 0 0 0,22-13 0 0 0,-33 21 46 0 0,-1 1 0 0 0,1 0 0 0 0,-1 0 1 0 0,1-1-1 0 0,-1 2 0 0 0,1-1 0 0 0,0 0 0 0 0,0 0 0 0 0,-1 1 1 0 0,1-1-1 0 0,0 1 0 0 0,0 0 0 0 0,-1 0 0 0 0,1 0 1 0 0,0 1-1 0 0,0-1 0 0 0,0 0 0 0 0,-1 1 0 0 0,1 0 1 0 0,0 0-1 0 0,-1-1 0 0 0,1 2 0 0 0,-1-1 0 0 0,1 0 0 0 0,-1 0 1 0 0,1 1-1 0 0,-1 0 0 0 0,0-1 0 0 0,0 1 0 0 0,0 0 1 0 0,0 0-1 0 0,0 0 0 0 0,0 0 0 0 0,2 4 0 0 0,0 0 45 0 0,-2 0 0 0 0,1 1 0 0 0,-1-1 0 0 0,0 1 0 0 0,0-1 0 0 0,0 1 0 0 0,-1 0 0 0 0,0-1 0 0 0,-1 1-1 0 0,1 0 1 0 0,-1 0 0 0 0,-1 0 0 0 0,1-1 0 0 0,-1 1 0 0 0,-3 9 0 0 0,1-1 37 0 0,0-1 1 0 0,-2 0 0 0 0,1 0-1 0 0,-2-1 1 0 0,0 1-1 0 0,-9 14 1 0 0,-10 13-881 0 0,17-28-13 0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09T21:57:56.3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1 416 6913 0 0,'8'-3'7443'0'0,"11"20"-6141"0"0,0 0 0 0 0,29 37 0 0 0,22 21-256 0 0,-51-58-939 0 0,1 0 0 0 0,24 13-1 0 0,-36-24-81 0 0,0-2 0 0 0,1 1 0 0 0,0-1 0 0 0,-1 0 0 0 0,1-1 0 0 0,1 0-1 0 0,-1-1 1 0 0,18 3 0 0 0,-26-5-7 0 0,0 0-1 0 0,0 0 1 0 0,0 0-1 0 0,0 0 1 0 0,0 0-1 0 0,0 0 1 0 0,0-1-1 0 0,0 1 1 0 0,0 0 0 0 0,0-1-1 0 0,0 1 1 0 0,0-1-1 0 0,0 1 1 0 0,0-1-1 0 0,-1 1 1 0 0,1-1-1 0 0,0 1 1 0 0,0-1-1 0 0,-1 0 1 0 0,1 0-1 0 0,0 1 1 0 0,-1-1-1 0 0,1 0 1 0 0,-1 0-1 0 0,1 0 1 0 0,-1 0-1 0 0,1 1 1 0 0,-1-1 0 0 0,1 0-1 0 0,-1 0 1 0 0,0 0-1 0 0,0 0 1 0 0,0 0-1 0 0,1 0 1 0 0,-1 0-1 0 0,0 0 1 0 0,0 0-1 0 0,0 0 1 0 0,0 0-1 0 0,-1 0 1 0 0,1 0-1 0 0,0 0 1 0 0,-1-2-1 0 0,0-7 273 0 0,-1 0 0 0 0,0-1 0 0 0,-5-12 0 0 0,5 15-147 0 0,-21-70 96 0 0,1 7 117 0 0,3 0 0 0 0,3-2 0 0 0,-7-88 0 0 0,18 54-2444 0 0,6 85-5634 0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09T21:57:57.2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65 4609 0 0,'4'-2'287'0'0,"0"0"0"0"0,1 1 0 0 0,-1-1 0 0 0,0 1 0 0 0,1 0 0 0 0,-1 0 0 0 0,6 0 0 0 0,164-11 1756 0 0,177 12 0 0 0,153-10-1010 0 0,-490 9-1102 0 0,174-26-664 0 0,-172 23-3295 0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09T21:57:57.83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19 432 6913 0 0,'-1'-1'25'0'0,"0"1"-1"0"0,0 0 0 0 0,0-1 0 0 0,0 1 0 0 0,0-1 0 0 0,0 1 0 0 0,0-1 0 0 0,0 1 0 0 0,1-1 0 0 0,-1 1 0 0 0,0-1 1 0 0,0 0-1 0 0,1 1 0 0 0,-1-1 0 0 0,0 0 0 0 0,1 0 0 0 0,-1 0 0 0 0,1 0 0 0 0,-1 1 0 0 0,1-1 0 0 0,-1 0 0 0 0,1 0 0 0 0,0 0 1 0 0,-1 0-1 0 0,1 0 0 0 0,0 0 0 0 0,0 0 0 0 0,0 0 0 0 0,0 0 0 0 0,0 0 0 0 0,0 0 0 0 0,0-2 0 0 0,1-38 463 0 0,-1 37-163 0 0,6-50 1253 0 0,2 1 0 0 0,2 0 0 0 0,3 1 0 0 0,21-57 0 0 0,-20 80-803 0 0,-14 29-757 0 0,0-1-1 0 0,0 1 1 0 0,0-1-1 0 0,1 1 1 0 0,-1-1-1 0 0,0 1 1 0 0,0-1-1 0 0,0 1 1 0 0,1 0-1 0 0,-1-1 1 0 0,0 1-1 0 0,1-1 1 0 0,-1 1-1 0 0,0 0 1 0 0,1-1-1 0 0,-1 1 1 0 0,0 0-1 0 0,1-1 1 0 0,-1 1-1 0 0,1 0 1 0 0,-1-1-1 0 0,0 1 0 0 0,1 0 1 0 0,-1 0-1 0 0,1 0 1 0 0,-1 0-1 0 0,1-1 1 0 0,-1 1-1 0 0,1 0 1 0 0,-1 0-1 0 0,1 0 1 0 0,-1 0-1 0 0,1 0 1 0 0,-1 0-1 0 0,1 0 1 0 0,-1 0-1 0 0,1 0 1 0 0,-1 0-1 0 0,1 1 1 0 0,-1-1-1 0 0,1 0 1 0 0,-1 0-1 0 0,1 0 1 0 0,-1 1-1 0 0,1-1 1 0 0,-1 0-1 0 0,0 0 0 0 0,1 1 1 0 0,-1-1-1 0 0,0 0 1 0 0,1 1-1 0 0,0 0 1 0 0,8 17 137 0 0,0 0 1 0 0,-1 1 0 0 0,0 0-1 0 0,-2 0 1 0 0,7 35 0 0 0,0-6-11 0 0,-8-29-130 0 0,41 120 60 0 0,-40-124-71 0 0,0-2 0 0 0,2 1 0 0 0,-1-1 0 0 0,1 0 0 0 0,1 0 0 0 0,1-1 0 0 0,16 17 0 0 0,-25-28-5 0 0,0 1 0 0 0,0-1-1 0 0,1 0 1 0 0,-1 0 0 0 0,1 1 0 0 0,-1-1-1 0 0,1 0 1 0 0,0 0 0 0 0,-1 0-1 0 0,1-1 1 0 0,0 1 0 0 0,0 0 0 0 0,-1-1-1 0 0,1 1 1 0 0,0-1 0 0 0,0 1 0 0 0,0-1-1 0 0,0 0 1 0 0,0 0 0 0 0,0 0 0 0 0,-1 0-1 0 0,1 0 1 0 0,0 0 0 0 0,0-1-1 0 0,0 1 1 0 0,0-1 0 0 0,0 1 0 0 0,-1-1-1 0 0,1 1 1 0 0,0-1 0 0 0,0 0 0 0 0,-1 0-1 0 0,1 0 1 0 0,-1 0 0 0 0,1 0 0 0 0,-1-1-1 0 0,1 1 1 0 0,-1 0 0 0 0,0-1-1 0 0,1 1 1 0 0,-1-1 0 0 0,0 1 0 0 0,0-1-1 0 0,1-2 1 0 0,6-9-26 0 0,0-1 1 0 0,-1 0-1 0 0,0 0 0 0 0,5-21 0 0 0,-7 21 18 0 0,31-108-48 0 0,-28 87 62 0 0,2 0 0 0 0,2 1 1 0 0,18-39-1 0 0,-29 70 11 0 0,1 0-1 0 0,-1 0 1 0 0,1 0 0 0 0,0 1 0 0 0,0-1-1 0 0,0 1 1 0 0,0-1 0 0 0,0 1-1 0 0,0 0 1 0 0,1 0 0 0 0,-1 0 0 0 0,1 0-1 0 0,0 0 1 0 0,-1 0 0 0 0,5-1-1 0 0,-5 3 7 0 0,-1 0-1 0 0,1-1 1 0 0,-1 1-1 0 0,1 0 0 0 0,-1 0 1 0 0,1 1-1 0 0,0-1 1 0 0,-1 0-1 0 0,1 0 0 0 0,-1 1 1 0 0,1-1-1 0 0,-1 1 0 0 0,1-1 1 0 0,-1 1-1 0 0,0 0 1 0 0,1 0-1 0 0,-1-1 0 0 0,0 1 1 0 0,1 0-1 0 0,-1 0 1 0 0,0 0-1 0 0,0 0 0 0 0,0 0 1 0 0,0 1-1 0 0,0-1 1 0 0,0 0-1 0 0,0 1 0 0 0,0-1 1 0 0,-1 0-1 0 0,1 1 0 0 0,0-1 1 0 0,0 3-1 0 0,19 41 704 0 0,27 84 0 0 0,-8-17-579 0 0,-18-41-79 0 0,-17-53-377 0 0,1-1-1 0 0,0 1 1 0 0,9 16 0 0 0,-5-23-2827 0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09T21:57:58.1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1 157 6449 0 0,'0'1'61'0'0,"1"-1"-1"0"0,-1 0 0 0 0,1 1 1 0 0,-1-1-1 0 0,1 0 0 0 0,-1 1 1 0 0,1-1-1 0 0,-1 0 0 0 0,1 0 1 0 0,-1 0-1 0 0,1 0 1 0 0,0 0-1 0 0,-1 0 0 0 0,1 1 1 0 0,-1-1-1 0 0,1 0 0 0 0,-1-1 1 0 0,1 1-1 0 0,0 0 0 0 0,-1 0 1 0 0,1 0-1 0 0,-1 0 0 0 0,1 0 1 0 0,-1 0-1 0 0,2-1 0 0 0,20-2 1153 0 0,-1-4-45 0 0,0 0-1 0 0,-1-2 1 0 0,0 0-1 0 0,31-21 1 0 0,-26 15-431 0 0,50-21 1 0 0,-56 29-644 0 0,2 2 1 0 0,-1 0 0 0 0,0 1 0 0 0,1 0 0 0 0,27 1 0 0 0,105 6 770 0 0,-100 1-580 0 0,77-6 0 0 0,-53-7-1303 0 0,-47 4-69 0 0,0 1-1 0 0,1 2 1 0 0,59 3-1 0 0,-75 2 15 0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09T21:57:58.9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90 1840 0 0,'-1'0'61'0'0,"1"0"-1"0"0,-1-1 0 0 0,1 1 1 0 0,-1-1-1 0 0,1 1 1 0 0,-1-1-1 0 0,1 1 0 0 0,0-1 1 0 0,-1 1-1 0 0,1-1 0 0 0,-1 1 1 0 0,1-1-1 0 0,0 1 0 0 0,0-1 1 0 0,-1 0-1 0 0,1 1 0 0 0,0-1 1 0 0,0 0-1 0 0,0 1 1 0 0,0-1-1 0 0,0 1 0 0 0,0-1 1 0 0,0 0-1 0 0,0 1 0 0 0,0-1 1 0 0,0 0-1 0 0,0 1 0 0 0,0-1 1 0 0,0 0-1 0 0,0 1 0 0 0,1-1 1 0 0,-1 1-1 0 0,0-1 1 0 0,1 0-1 0 0,-1 1 0 0 0,0-1 1 0 0,1 1-1 0 0,-1-1 0 0 0,0 1 1 0 0,1-1-1 0 0,-1 1 0 0 0,1-1 1 0 0,-1 1-1 0 0,1 0 0 0 0,0-1 1 0 0,25-21 1563 0 0,-10 15-1002 0 0,0 0 0 0 0,0 1 0 0 0,1 0 0 0 0,0 2 0 0 0,0 0 0 0 0,0 0 0 0 0,0 2 0 0 0,1 0 0 0 0,19 1 1 0 0,16 2 493 0 0,89 14 1 0 0,-78-5-127 0 0,76 24 0 0 0,-98-21-1741 0 0,45 21 0 0 0,-68-25-4708 0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09T21:57:59.4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47 5985 0 0,'8'-3'509'0'0,"0"0"0"0"0,1 0 0 0 0,-1 1 0 0 0,1 0 1 0 0,0 1-1 0 0,16-1 0 0 0,54 2 1718 0 0,-79 0-2224 0 0,112 7 2436 0 0,-61-2-1256 0 0,0-3-1 0 0,0-1 1 0 0,0-3-1 0 0,58-10 1 0 0,-55-1-816 0 0,-36 8-440 0 0,-1 1 0 0 0,1 1 0 0 0,0 0 1 0 0,34 0-1 0 0,-40 4-425 0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09T21:58:00.1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25 465 6913 0 0,'-2'-2'133'0'0,"0"0"-1"0"0,0-1 0 0 0,0 0 0 0 0,0 1 0 0 0,0-1 0 0 0,1 0 0 0 0,-1 0 0 0 0,1 0 0 0 0,-1 0 0 0 0,1 0 1 0 0,0 0-1 0 0,1 0 0 0 0,-1 0 0 0 0,0-1 0 0 0,1 1 0 0 0,-1-3 0 0 0,-1-55 2880 0 0,4 17-2303 0 0,2 0 1 0 0,2 0-1 0 0,2 1 1 0 0,1 0-1 0 0,23-61 1 0 0,-32 103-711 0 0,1-1 1 0 0,-1 0-1 0 0,1 1 1 0 0,-1-1-1 0 0,1 1 1 0 0,0-1-1 0 0,-1 1 1 0 0,1-1 0 0 0,0 1-1 0 0,0 0 1 0 0,0-1-1 0 0,0 1 1 0 0,0 0-1 0 0,0 0 1 0 0,1 0 0 0 0,-1-1-1 0 0,0 2 1 0 0,1-1-1 0 0,-1 0 1 0 0,0 0-1 0 0,1 0 1 0 0,1 0-1 0 0,-1 1-3 0 0,-1 0-1 0 0,0 0 0 0 0,1 1 0 0 0,-1-1 0 0 0,0 1 0 0 0,0-1 0 0 0,1 1 0 0 0,-1-1 0 0 0,0 1 0 0 0,0 0 0 0 0,0-1 0 0 0,0 1 0 0 0,0 0 0 0 0,0 0 0 0 0,0 0 0 0 0,0 0 0 0 0,0 0 0 0 0,0 0 0 0 0,0 0 0 0 0,0 2 0 0 0,6 9-101 0 0,0 0 1 0 0,-1 0 0 0 0,8 25-1 0 0,25 102-215 0 0,-29-93 153 0 0,3 0 1 0 0,38 88-1 0 0,-44-121 223 0 0,0 0 1 0 0,1-1-1 0 0,11 14 0 0 0,-16-22-33 0 0,1 1 0 0 0,0-1 0 0 0,-1-1 0 0 0,2 1 0 0 0,-1 0 0 0 0,0-1 0 0 0,1 0 0 0 0,-1 0 0 0 0,1 0 1 0 0,0-1-1 0 0,9 4 0 0 0,-12-6-5 0 0,0 1 0 0 0,0-1 1 0 0,0 0-1 0 0,-1 0 0 0 0,1 0 0 0 0,0 0 1 0 0,0 0-1 0 0,0 0 0 0 0,0 0 1 0 0,0-1-1 0 0,-1 1 0 0 0,1-1 1 0 0,0 1-1 0 0,0-1 0 0 0,-1 0 0 0 0,1 0 1 0 0,0 0-1 0 0,1-1 0 0 0,1-1 22 0 0,0 0 0 0 0,-1 0-1 0 0,0 0 1 0 0,1-1 0 0 0,-1 1-1 0 0,0-1 1 0 0,2-4 0 0 0,4-7 65 0 0,-2 0 1 0 0,13-31 0 0 0,-20 46-105 0 0,10-32 88 0 0,9-52 0 0 0,-15 61-7 0 0,1 0-1 0 0,1 0 1 0 0,1 0 0 0 0,19-41 0 0 0,-25 63-48 0 0,-1-1 1 0 0,1 1-1 0 0,0-1 0 0 0,-1 1 1 0 0,1 0-1 0 0,0 0 0 0 0,0-1 1 0 0,0 1-1 0 0,0 0 1 0 0,0 0-1 0 0,0 0 0 0 0,1 0 1 0 0,-1 0-1 0 0,0 0 0 0 0,0 0 1 0 0,1 0-1 0 0,-1 1 0 0 0,1-1 1 0 0,-1 0-1 0 0,0 1 0 0 0,1-1 1 0 0,-1 1-1 0 0,3-1 1 0 0,-2 2 36 0 0,0-1 1 0 0,0 0 0 0 0,0 1-1 0 0,-1 0 1 0 0,1-1 0 0 0,0 1-1 0 0,-1 0 1 0 0,1 0 0 0 0,-1 0 0 0 0,1 0-1 0 0,-1 0 1 0 0,1 0 0 0 0,-1 1-1 0 0,0-1 1 0 0,0 0 0 0 0,3 3-1 0 0,3 6 263 0 0,-1 1 0 0 0,0-1 0 0 0,0 1-1 0 0,7 19 1 0 0,1 12-110 0 0,11 59-1 0 0,-18-66-73 0 0,2 0 1 0 0,26 67 0 0 0,-34-99-239 0 0,1 1 1 0 0,0-1-1 0 0,0 0 1 0 0,0 1-1 0 0,0-1 0 0 0,0 0 1 0 0,0 0-1 0 0,1 0 1 0 0,0-1-1 0 0,-1 1 1 0 0,1-1-1 0 0,0 1 1 0 0,0-1-1 0 0,1 0 1 0 0,-1 0-1 0 0,7 3 1 0 0,-8-5 19 0 0,1 1 1 0 0,0-1 0 0 0,-1 0 0 0 0,1 0 0 0 0,-1 0-1 0 0,1 0 1 0 0,0 0 0 0 0,-1-1 0 0 0,1 1 0 0 0,0-1 0 0 0,-1 0-1 0 0,1 0 1 0 0,-1 1 0 0 0,1-2 0 0 0,-1 1 0 0 0,0 0-1 0 0,1 0 1 0 0,-1-1 0 0 0,0 1 0 0 0,0-1 0 0 0,0 0-1 0 0,0 0 1 0 0,0 0 0 0 0,0 0 0 0 0,1-2 0 0 0,7-9-150 0 0,-1 0 1 0 0,0-1 0 0 0,-1 0 0 0 0,-1-1 0 0 0,0 0-1 0 0,-1 0 1 0 0,0 0 0 0 0,5-25 0 0 0,-4 16 249 0 0,1 0 1 0 0,15-32 0 0 0,-22 54-5 0 0,0 0 0 0 0,0 1 0 0 0,0-1 0 0 0,0 0 0 0 0,0 1 0 0 0,0-1 0 0 0,0 1 0 0 0,1-1 0 0 0,-1 1 0 0 0,1 0 0 0 0,-1-1 0 0 0,1 1 0 0 0,-1 0 0 0 0,4-2 0 0 0,-4 3 20 0 0,0 0 0 0 0,0 0 0 0 0,-1 0 1 0 0,1-1-1 0 0,0 1 0 0 0,0 0 0 0 0,0 1 0 0 0,-1-1 1 0 0,1 0-1 0 0,0 0 0 0 0,0 0 0 0 0,0 0 0 0 0,-1 1 0 0 0,1-1 1 0 0,0 0-1 0 0,0 1 0 0 0,-1-1 0 0 0,1 0 0 0 0,0 1 0 0 0,-1-1 1 0 0,1 1-1 0 0,-1-1 0 0 0,1 1 0 0 0,0 0 0 0 0,2 3 114 0 0,0 0 1 0 0,0 1-1 0 0,0-1 0 0 0,-1 1 0 0 0,0-1 0 0 0,1 1 1 0 0,-2 0-1 0 0,1 0 0 0 0,1 6 0 0 0,30 107-358 0 0,-13-70-5608 0 0,-9-25-118 0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09T21:58:00.46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64 3225 0 0,'1'1'59'0'0,"-1"0"0"0"0,0-1 0 0 0,0 1 1 0 0,0 0-1 0 0,1-1 0 0 0,-1 1 0 0 0,0 0 1 0 0,1-1-1 0 0,-1 1 0 0 0,0 0 0 0 0,1-1 1 0 0,-1 1-1 0 0,1-1 0 0 0,-1 1 0 0 0,1-1 1 0 0,0 1-1 0 0,-1-1 0 0 0,1 1 0 0 0,-1-1 1 0 0,1 0-1 0 0,0 1 0 0 0,-1-1 0 0 0,1 0 1 0 0,0 1-1 0 0,-1-1 0 0 0,1 0 0 0 0,0 0 1 0 0,0 0-1 0 0,-1 0 0 0 0,1 0 0 0 0,1 1 1 0 0,26 5 1510 0 0,-7-4-718 0 0,0-2 0 0 0,0 0 0 0 0,0-2 0 0 0,0 0 0 0 0,0-1 0 0 0,24-7 0 0 0,10-1 239 0 0,81-13 1187 0 0,1 7 0 0 0,174-1 0 0 0,-132 23-3247 0 0,-155-3-6063 0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09T21:58:01.3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54 865 3225 0 0,'3'-2'10718'0'0,"2"-16"-4455"0"0,-4 4-7904 0 0,-13-199 3600 0 0,-7 1-4326 0 0,-10-155-6084 0 0,27 328 7523 0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09T21:58:02.4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312 2088 3225 0 0,'0'2'69'0'0,"0"-1"0"0"0,1 1 0 0 0,-1-1 1 0 0,0 1-1 0 0,0-1 0 0 0,0 0 0 0 0,-1 1 1 0 0,1-1-1 0 0,0 1 0 0 0,0-1 0 0 0,-1 1 1 0 0,1-1-1 0 0,-1 0 0 0 0,0 1 0 0 0,1-1 0 0 0,-1 0 1 0 0,0 1-1 0 0,0-1 0 0 0,-1 1 0 0 0,1-1 82 0 0,0-2-1 0 0,0 1 0 0 0,0 0 0 0 0,-1 0 0 0 0,1 0 1 0 0,0 0-1 0 0,0-1 0 0 0,0 1 0 0 0,-1-1 1 0 0,1 1-1 0 0,0-1 0 0 0,0 1 0 0 0,0-1 0 0 0,0 0 1 0 0,0 1-1 0 0,0-1 0 0 0,0 0 0 0 0,0 0 1 0 0,1 0-1 0 0,-1 0 0 0 0,0 0 0 0 0,-1-1 0 0 0,0 0 73 0 0,1 0 0 0 0,-1 0 0 0 0,1 0 0 0 0,-1 0 0 0 0,1 0 0 0 0,-1-1-1 0 0,1 1 1 0 0,0 0 0 0 0,0-1 0 0 0,1 1 0 0 0,-1 0 0 0 0,0-1 0 0 0,1 1 0 0 0,-1-1-1 0 0,1 1 1 0 0,0-1 0 0 0,0 1 0 0 0,0-1 0 0 0,0-4 0 0 0,0 0 994 0 0,0 7-1085 0 0,0-1-1 0 0,0 1 1 0 0,1 0-1 0 0,-1-1 1 0 0,0 1 0 0 0,0-1-1 0 0,0 1 1 0 0,0 0-1 0 0,0-1 1 0 0,0 1 0 0 0,1-1-1 0 0,-1 1 1 0 0,0 0 0 0 0,0-1-1 0 0,1 1 1 0 0,-1-1 263 0 0,1 1-264 0 0,-1 0 1 0 0,0-1 0 0 0,1 1-1 0 0,-1 0 1 0 0,0 0-1 0 0,1-1 1 0 0,-1 1 0 0 0,1 0-1 0 0,-1 0 1 0 0,0 0-1 0 0,2 0 1 0 0,-2 0-136 0 0,0-1 0 0 0,1 1 0 0 0,-1 0-1 0 0,1 0 1 0 0,-1 0 0 0 0,0 0 0 0 0,1 0 0 0 0,-1-1 0 0 0,0 1 0 0 0,1 0-1 0 0,-1 0 1 0 0,0-1 0 0 0,1 1 0 0 0,-1 0 0 0 0,0 0 0 0 0,0-1 0 0 0,1 1-1 0 0,-1 0 1 0 0,0-1 0 0 0,0 1 0 0 0,1 0 0 0 0,-1-1 0 0 0,0 1 0 0 0,0-1-1 0 0,0 1 1 0 0,0 0 0 0 0,0-1 0 0 0,0 1 0 0 0,0-1 0 0 0,1 0-1 0 0,-2 0 55 0 0,1 0-1 0 0,-1 1 1 0 0,0-1-1 0 0,1 0 0 0 0,-1 0 1 0 0,0 0-1 0 0,1 0 0 0 0,-1 0 1 0 0,0 1-1 0 0,0-1 0 0 0,0 0 1 0 0,1 1-1 0 0,-1-1 0 0 0,0 1 1 0 0,0-1-1 0 0,0 1 0 0 0,0-1 1 0 0,0 1-1 0 0,0 0 1 0 0,0-1-1 0 0,0 1 0 0 0,-1 0 1 0 0,1 0-1 0 0,-1 0 0 0 0,-27-5 531 0 0,13 4-568 0 0,1 0 1 0 0,0-1-1 0 0,0-1 0 0 0,0-1 0 0 0,0 0 0 0 0,0-1 0 0 0,1-1 1 0 0,-1 0-1 0 0,1 0 0 0 0,1-2 0 0 0,0 0 0 0 0,0 0 1 0 0,0-1-1 0 0,-12-12 0 0 0,54 5 41 0 0,28-5-117 0 0,-2-3 0 0 0,-1-1 0 0 0,88-58 0 0 0,-139 82 67 0 0,0-1 1 0 0,-1 0-1 0 0,1 0 0 0 0,-1 0 0 0 0,1 0 0 0 0,-1-1 0 0 0,0 1 1 0 0,0-1-1 0 0,0 1 0 0 0,3-6 0 0 0,-5 7-2 0 0,0 0-1 0 0,0 0 1 0 0,0 0-1 0 0,0 0 0 0 0,0 0 1 0 0,0 0-1 0 0,0 0 1 0 0,0 0-1 0 0,-1 0 1 0 0,1 0-1 0 0,0 0 1 0 0,0 0-1 0 0,-1 0 1 0 0,1 0-1 0 0,-1 0 1 0 0,1 0-1 0 0,-1 0 0 0 0,1 1 1 0 0,-1-1-1 0 0,1 0 1 0 0,-1 0-1 0 0,0 1 1 0 0,0-1-1 0 0,1 0 1 0 0,-1 1-1 0 0,0-1 1 0 0,0 0-1 0 0,0 1 0 0 0,0-1 1 0 0,1 1-1 0 0,-1 0 1 0 0,0-1-1 0 0,0 1 1 0 0,0 0-1 0 0,0-1 1 0 0,-2 1-1 0 0,-15-6 22 0 0,1 1 0 0 0,-35-5 0 0 0,39 8-29 0 0,1 0 0 0 0,0 0 0 0 0,0-1 0 0 0,0-1 1 0 0,0 0-1 0 0,0 0 0 0 0,1-1 0 0 0,-21-13 0 0 0,31 18 7 0 0,0-1-1 0 0,0 1 1 0 0,1-1-1 0 0,-1 0 1 0 0,0 1 0 0 0,1-1-1 0 0,-1 0 1 0 0,0 1-1 0 0,1-1 1 0 0,-1 0-1 0 0,1 0 1 0 0,-1 0 0 0 0,1 1-1 0 0,-1-1 1 0 0,1 0-1 0 0,0 0 1 0 0,-1 0 0 0 0,1 0-1 0 0,0 0 1 0 0,0 0-1 0 0,0 0 1 0 0,0 0-1 0 0,0 0 1 0 0,0 0 0 0 0,0 0-1 0 0,0 0 1 0 0,0-1-1 0 0,1 0-1 0 0,0 1-1 0 0,0-1 0 0 0,0 0 1 0 0,0 0-1 0 0,0 1 0 0 0,0-1 1 0 0,0 1-1 0 0,1-1 1 0 0,-1 1-1 0 0,1-1 0 0 0,-1 1 1 0 0,3-2-1 0 0,3-1-2 0 0,-1 0 1 0 0,1 0-1 0 0,1 0 0 0 0,-1 1 0 0 0,12-4 0 0 0,13 0-76 0 0,-18 5 61 0 0,0-2 0 0 0,-1 1 0 0 0,0-1 0 0 0,22-11 0 0 0,-35 15 14 0 0,0 0 0 0 0,1 0 0 0 0,-1 0-1 0 0,1 0 1 0 0,-1-1 0 0 0,0 1 0 0 0,1 0 0 0 0,-1 0-1 0 0,0-1 1 0 0,1 1 0 0 0,-1 0 0 0 0,0 0 0 0 0,1-1-1 0 0,-1 1 1 0 0,0 0 0 0 0,0-1 0 0 0,1 1 0 0 0,-1-1-1 0 0,0 1 1 0 0,0 0 0 0 0,0-1 0 0 0,0 1 0 0 0,1-1-1 0 0,-1 1 1 0 0,0 0 0 0 0,0-1 0 0 0,0 1-1 0 0,0-1 1 0 0,0 1 0 0 0,0 0 0 0 0,0-1 0 0 0,0 1-1 0 0,0-1 1 0 0,-1 0 0 0 0,-11-11-221 0 0,-21-4-100 0 0,7 7 281 0 0,1-1 0 0 0,1-1-1 0 0,-27-16 1 0 0,41 21 8 0 0,1 0-1 0 0,0-1 1 0 0,0 0 0 0 0,1-1 0 0 0,0 0 0 0 0,0 0 0 0 0,1 0-1 0 0,0-1 1 0 0,0-1 0 0 0,-6-11 0 0 0,12 19 3 0 0,0 0 1 0 0,0 0 0 0 0,0 0-1 0 0,0-1 1 0 0,1 1 0 0 0,-1 0-1 0 0,1 0 1 0 0,-1-1 0 0 0,1 1-1 0 0,0 0 1 0 0,0-1 0 0 0,0 1-1 0 0,0 0 1 0 0,0 0 0 0 0,1-1-1 0 0,-1 1 1 0 0,1 0 0 0 0,1-5-1 0 0,0 3-35 0 0,0 0-1 0 0,1 0 0 0 0,-1 1 0 0 0,1-1 0 0 0,0 1 0 0 0,0-1 1 0 0,0 1-1 0 0,0 0 0 0 0,5-4 0 0 0,8-4-160 0 0,1 1 0 0 0,-1 0 0 0 0,30-12 0 0 0,-37 18 213 0 0,7-2-103 0 0,1-1 0 0 0,0 2 0 0 0,0 0 0 0 0,0 1 0 0 0,1 1 0 0 0,19-1 0 0 0,-37 4 118 0 0,1 0 1 0 0,-1 0-1 0 0,0 0 0 0 0,0 0 1 0 0,0 0-1 0 0,0 0 0 0 0,0 0 1 0 0,0 0-1 0 0,0 0 1 0 0,1 0-1 0 0,-1 0 0 0 0,0 0 1 0 0,0 0-1 0 0,0 0 0 0 0,0 0 1 0 0,0 0-1 0 0,0 0 1 0 0,0 0-1 0 0,1 0 0 0 0,-1 0 1 0 0,0 0-1 0 0,0 0 0 0 0,0 0 1 0 0,0 0-1 0 0,0 0 0 0 0,0 0 1 0 0,0 0-1 0 0,0 0 1 0 0,0 0-1 0 0,1 0 0 0 0,-1 0 1 0 0,0-1-1 0 0,0 1 0 0 0,0 0 1 0 0,0 0-1 0 0,0 0 1 0 0,0 0-1 0 0,0 0 0 0 0,0 0 1 0 0,0 0-1 0 0,0 0 0 0 0,0-1 1 0 0,0 1-1 0 0,0 0 1 0 0,0 0-1 0 0,0 0 0 0 0,0 0 1 0 0,0 0-1 0 0,0 0 0 0 0,0 0 1 0 0,0-1-1 0 0,0 1 1 0 0,0 0-1 0 0,0 0 0 0 0,0 0 1 0 0,0 0-1 0 0,0 0 0 0 0,0 0 1 0 0,0-1-1 0 0,-10-6-21 0 0,-28-13 162 0 0,11 5-89 0 0,17 8 167 0 0,2 0 1 0 0,-1 0-1 0 0,1-1 0 0 0,0 0 1 0 0,1 0-1 0 0,0-1 0 0 0,0 0 1 0 0,1-1-1 0 0,0 1 0 0 0,0-1 1 0 0,1 0-1 0 0,-4-14 0 0 0,-4-14 45 0 0,2-1-1 0 0,-7-42 0 0 0,15 68-175 0 0,-13-77 898 0 0,-5-123-1 0 0,13-97-1092 0 0,6 148-5052 0 0,1 135-1346 0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09T21:58:03.1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11 6913 0 0,'0'-1'609'0'0,"5"-8"3127"0"0,8 43-4128 0 0,-8-9 168 0 0,1 12 224 0 0,-2 8-64 0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09T21:58:04.3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302 2951 6913 0 0,'0'0'149'0'0,"-1"1"0"0"0,1-1 0 0 0,-1 0-1 0 0,1 0 1 0 0,-1 1 0 0 0,1-1-1 0 0,-1 0 1 0 0,1 0 0 0 0,-1 0-1 0 0,1 1 1 0 0,-1-1 0 0 0,1 0-1 0 0,-1 0 1 0 0,0 0 0 0 0,1 0-1 0 0,-1 0 1 0 0,1 0 0 0 0,-1 0-1 0 0,1 0 1 0 0,-1-1 0 0 0,1 1-1 0 0,-1 0 1 0 0,1 0 0 0 0,-1 0 0 0 0,0-1-1 0 0,1 1 1 0 0,0 0 0 0 0,-1 0-1 0 0,1-1 1 0 0,-1 1 0 0 0,1 0-1 0 0,-1-1 1 0 0,1 1 0 0 0,0-1-1 0 0,-1 1 1 0 0,1 0 0 0 0,-1-1-1 0 0,1 1 1 0 0,0-1 0 0 0,0 1-1 0 0,-1-1 1 0 0,1 1 0 0 0,0-1-1 0 0,0 1 1 0 0,0-1 0 0 0,0 1 0 0 0,-1-1-1 0 0,1 0 1 0 0,0 1 0 0 0,0-1-1 0 0,0 0 1 0 0,-3-34 1397 0 0,4-58-305 0 0,1 11-959 0 0,-16-143 0 0 0,8 184-630 0 0,-1 0 0 0 0,-2 1 0 0 0,-1 1 1 0 0,-28-67-1 0 0,23 32 1461 0 0,-9 34-736 0 0,-52-65 0 0 0,-2-4-377 0 0,77 108-4 0 0,0-1 0 0 0,1 1 0 0 0,0-1 1 0 0,-1 1-1 0 0,1-1 0 0 0,0 1 0 0 0,0-1 0 0 0,0 1 1 0 0,0-1-1 0 0,0 0 0 0 0,0 1 0 0 0,0-1 1 0 0,0 1-1 0 0,0-1 0 0 0,1 1 0 0 0,-1-1 0 0 0,1 1 1 0 0,-1 0-1 0 0,1-1 0 0 0,0 1 0 0 0,-1 0 0 0 0,1-1 1 0 0,0 1-1 0 0,0 0 0 0 0,0 0 0 0 0,0-1 0 0 0,0 1 1 0 0,0 0-1 0 0,3-1 0 0 0,43-35-129 0 0,-34 28 89 0 0,128-80 31 0 0,-140 88 14 0 0,0 1 0 0 0,0-1 0 0 0,0 0 0 0 0,0 0 0 0 0,-1 1 0 0 0,1-1 1 0 0,0 0-1 0 0,0 0 0 0 0,-1 0 0 0 0,1 0 0 0 0,0 0 0 0 0,-1 0 0 0 0,1 0 0 0 0,-1 0 0 0 0,1 0 0 0 0,-1 0 1 0 0,1 0-1 0 0,-1 0 0 0 0,0 0 0 0 0,0-1 0 0 0,0 1 0 0 0,1 0 0 0 0,-1 0 0 0 0,0 0 0 0 0,0 0 0 0 0,-1 0 1 0 0,1-1-1 0 0,0 1 0 0 0,0 0 0 0 0,0 0 0 0 0,-1 0 0 0 0,1 0 0 0 0,-1 0 0 0 0,1 0 0 0 0,-1 0 0 0 0,1 0 1 0 0,-1 0-1 0 0,0 0 0 0 0,1 0 0 0 0,-1 0 0 0 0,-1-1 0 0 0,-5-5 15 0 0,0 0 0 0 0,0 0 0 0 0,-1 1 1 0 0,-10-7-1 0 0,-5-5 12 0 0,7 2 3 0 0,-26-32 0 0 0,37 43-25 0 0,1-1 1 0 0,0 0-1 0 0,0-1 1 0 0,0 1 0 0 0,1-1-1 0 0,0 1 1 0 0,1-1-1 0 0,-1 0 1 0 0,-2-13 0 0 0,6 19-5 0 0,-1 1 0 0 0,0-1 0 0 0,0 0 0 0 0,0 0 0 0 0,1 0 0 0 0,-1 0 0 0 0,0 0 0 0 0,1 0 0 0 0,-1 0 0 0 0,1 1 0 0 0,-1-1 0 0 0,1 0 0 0 0,-1 0 0 0 0,1 1 0 0 0,0-1 0 0 0,-1 0 0 0 0,1 1 0 0 0,0-1 0 0 0,0 1 0 0 0,-1-1 0 0 0,1 1 0 0 0,0-1 0 0 0,0 1 0 0 0,0-1 0 0 0,0 1 0 0 0,0 0 0 0 0,-1-1 0 0 0,3 1 0 0 0,33-9-11 0 0,-20 5 13 0 0,-2-1-24 0 0,0 0 1 0 0,0-1-1 0 0,17-11 0 0 0,-27 15 16 0 0,0 0 0 0 0,0 0-1 0 0,-1-1 1 0 0,0 1 0 0 0,1-1-1 0 0,-1 0 1 0 0,0 0 0 0 0,0 0-1 0 0,0-1 1 0 0,-1 1 0 0 0,1-1-1 0 0,-1 1 1 0 0,0-1 0 0 0,0 0-1 0 0,0 0 1 0 0,1-5 0 0 0,-3 7 5 0 0,0 1 1 0 0,0-1-1 0 0,0 0 1 0 0,-1 0 0 0 0,1 1-1 0 0,0-1 1 0 0,-1 0-1 0 0,0 1 1 0 0,1-1-1 0 0,-1 1 1 0 0,0-1-1 0 0,0 1 1 0 0,0-1-1 0 0,0 1 1 0 0,0-1-1 0 0,0 1 1 0 0,0 0 0 0 0,0-1-1 0 0,-1 1 1 0 0,1 0-1 0 0,0 0 1 0 0,-1 0-1 0 0,1 0 1 0 0,-4-1-1 0 0,-43-21 36 0 0,40 19-48 0 0,1 1 11 0 0,-8-2 0 0 0,1-1 0 0 0,1-1 0 0 0,-1-1 0 0 0,1 1 0 0 0,-13-12 0 0 0,24 18 0 0 0,0 0 0 0 0,1-1 0 0 0,-1 1 0 0 0,0-1 0 0 0,1 0 0 0 0,-1 0 0 0 0,1 1 0 0 0,0-1 0 0 0,-1 0 0 0 0,1 0 0 0 0,0 0 0 0 0,0 0 0 0 0,0-1 0 0 0,1 1 0 0 0,-1 0 0 0 0,0 0 0 0 0,1 0 0 0 0,-1-1 0 0 0,1 1 0 0 0,0 0 0 0 0,0-1 0 0 0,0 1 0 0 0,0 0 0 0 0,0-1 0 0 0,0 1 0 0 0,1 0 0 0 0,-1 0 0 0 0,1-1 0 0 0,0 1 0 0 0,0 0 0 0 0,-1 0 0 0 0,1 0 0 0 0,0 0 0 0 0,1 0 0 0 0,-1 0 0 0 0,0 0 0 0 0,1 0 0 0 0,-1 0 0 0 0,1 1 0 0 0,-1-1 0 0 0,1 1 0 0 0,2-3 0 0 0,5-3-12 0 0,0 1-1 0 0,0 0 1 0 0,1 0 0 0 0,0 1 0 0 0,0 0 0 0 0,0 0 0 0 0,0 2-1 0 0,1-1 1 0 0,-1 1 0 0 0,1 0 0 0 0,19-1 0 0 0,-19 3 12 0 0,0-1 1 0 0,0 0 0 0 0,-1-1 0 0 0,1 0 0 0 0,-1-1 0 0 0,0 0 0 0 0,0 0-1 0 0,0-1 1 0 0,-1 0 0 0 0,1-1 0 0 0,14-11 0 0 0,-22 14 4 0 0,0 0 0 0 0,0 0 0 0 0,0-1 0 0 0,0 1 0 0 0,0 0 0 0 0,-1-1 0 0 0,0 1 0 0 0,1-1 0 0 0,-1 0 0 0 0,-1 1 0 0 0,1-1 0 0 0,0 0 0 0 0,-1 1 0 0 0,0-1 0 0 0,0 0 0 0 0,0 0 0 0 0,0 1 0 0 0,-1-1 0 0 0,1 0 0 0 0,-1 0 0 0 0,0 1 0 0 0,-3-8 0 0 0,-2-8 97 0 0,-2 1 1 0 0,-19-35 0 0 0,23 45-6 0 0,-11-24 103 0 0,1 0 0 0 0,1-1 0 0 0,2 0 0 0 0,1-1 0 0 0,2 0 0 0 0,-5-44 0 0 0,-6-212 1113 0 0,18 246-1993 0 0,2 0 1 0 0,1 0-1 0 0,16-77 1 0 0,-7 79-6021 0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09T21:58:05.85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238 2634 3225 0 0,'-21'-334'8338'0'0,"-26"4"-5722"0"0,47 327-2600 0 0,-6-33 171 0 0,0 5 48 0 0,-2-55 1 0 0,26 68-6391 0 0,-16 15 6395 0 0,6-9 1373 0 0,-5 8-1112 0 0,0 0 1 0 0,0 0 0 0 0,-1 0-1 0 0,0 0 1 0 0,0 0 0 0 0,0-1-1 0 0,0 1 1 0 0,2-9 145 0 0,-8 12-512 0 0,0 1 0 0 0,0-1 0 0 0,0 0 0 0 0,0 0 0 0 0,0-1 0 0 0,0 1-1 0 0,1-1 1 0 0,-1 0 0 0 0,1 0 0 0 0,-1 0 0 0 0,1 0 0 0 0,0 0 0 0 0,-1-1 0 0 0,1 0-1 0 0,0 1 1 0 0,1-1 0 0 0,-1 0 0 0 0,0-1 0 0 0,-2-4 0 0 0,-2-2 157 0 0,0-2 0 0 0,0 1-1 0 0,2-1 1 0 0,-9-20 0 0 0,12 24-258 0 0,-1 0 0 0 0,1 1-1 0 0,1-1 1 0 0,-1 0 0 0 0,1 0 0 0 0,1 0-1 0 0,-1 0 1 0 0,1-1 0 0 0,1 1-1 0 0,0 0 1 0 0,0 0 0 0 0,0 0 0 0 0,1 0-1 0 0,0 1 1 0 0,1-1 0 0 0,-1 0 0 0 0,2 1-1 0 0,-1 0 1 0 0,1 0 0 0 0,0 0 0 0 0,0 0-1 0 0,1 0 1 0 0,0 1 0 0 0,0 0 0 0 0,1 0-1 0 0,7-6 1 0 0,5-7-71 0 0,32-33 146 0 0,-50 49-65 0 0,-1 0 0 0 0,0 0 0 0 0,0 0-1 0 0,0 0 1 0 0,0 0 0 0 0,-1 0 0 0 0,1 0 0 0 0,-1 1 0 0 0,1-1 0 0 0,-1 1 0 0 0,0-1-1 0 0,0 1 1 0 0,-3-3 0 0 0,-1-3 145 0 0,-1-4-161 0 0,1 0 1 0 0,0 0 0 0 0,0-1-1 0 0,1 0 1 0 0,1 0 0 0 0,0-1-1 0 0,1 1 1 0 0,0-1-1 0 0,1 1 1 0 0,1-1 0 0 0,0-20-1 0 0,1 26-15 0 0,1 0 0 0 0,-1 0 0 0 0,2 1 0 0 0,-1-1 0 0 0,1 0 0 0 0,1 1-1 0 0,-1-1 1 0 0,1 1 0 0 0,0 0 0 0 0,1 0 0 0 0,0 0 0 0 0,0 0 0 0 0,0 1 0 0 0,1-1-1 0 0,0 1 1 0 0,0 0 0 0 0,1 1 0 0 0,0-1 0 0 0,-1 1 0 0 0,2 0 0 0 0,10-6 0 0 0,11 0-32 0 0,-27 10 17 0 0,0 1 1 0 0,1 0-1 0 0,-1-1 0 0 0,0 1 0 0 0,1 0 1 0 0,-1 0-1 0 0,0 0 0 0 0,1 0 0 0 0,-1 0 1 0 0,1 0-1 0 0,-1 0 0 0 0,0 0 0 0 0,1 1 1 0 0,-1-1-1 0 0,0 1 0 0 0,0-1 0 0 0,1 1 1 0 0,-1-1-1 0 0,2 2 0 0 0,-36-23-275 0 0,16 9 289 0 0,0 1 0 0 0,0 0 0 0 0,-22-8 1 0 0,26 13-7 0 0,0 0 0 0 0,0-1 0 0 0,1-1 1 0 0,0 0-1 0 0,0-1 0 0 0,1 0 0 0 0,-11-11 1 0 0,16 12-59 0 0,1 0 0 0 0,0 0 0 0 0,0-1 0 0 0,1 1 0 0 0,0-1 0 0 0,1 0 0 0 0,0 0 0 0 0,0-1 0 0 0,1 1 0 0 0,0 0 0 0 0,0-14 0 0 0,-1-14-274 0 0,3-56-1 0 0,2 64 280 0 0,2 1 0 0 0,8-33 1 0 0,-5 27 30 0 0,-3 3 88 0 0,-2 0 0 0 0,-1 0 0 0 0,-1-1 0 0 0,-2 1 0 0 0,-1 0 0 0 0,-10-47 0 0 0,-1-13-74 0 0,12 70-1609 0 0,2 0-5241 0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09T21:58:06.79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15 701 7834 0 0,'-9'5'4187'0'0,"5"-18"-2068"0"0,3-22-462 0 0,3-52 0 0 0,1 4-1357 0 0,-6-34-275 0 0,4-184-992 0 0,2 255-731 0 0,-2 23-3774 0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09T21:58:07.48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263 1692 9674 0 0,'-6'-1'6186'0'0,"-13"-14"-6139"0"0,-172-154-887 0 0,188 166 855 0 0,-1 0 0 0 0,1-1-1 0 0,0 1 1 0 0,1-1 0 0 0,-1 0-1 0 0,0 0 1 0 0,1 0 0 0 0,0-1-1 0 0,0 1 1 0 0,1 0 0 0 0,-1-1-1 0 0,1 1 1 0 0,0-1 0 0 0,0 0-1 0 0,0 1 1 0 0,0-1 0 0 0,1 0-1 0 0,0 1 1 0 0,0-1 0 0 0,0 0-1 0 0,1 1 1 0 0,0-1 0 0 0,2-8-1 0 0,-2 8 2 0 0,0 0-1 0 0,1 0 0 0 0,0 0 1 0 0,0 1-1 0 0,0-1 0 0 0,0 1 0 0 0,1 0 1 0 0,-1 0-1 0 0,1-1 0 0 0,0 2 1 0 0,1-1-1 0 0,-1 0 0 0 0,1 1 1 0 0,-1-1-1 0 0,1 1 0 0 0,0 0 1 0 0,0 0-1 0 0,1 1 0 0 0,-1-1 0 0 0,0 1 1 0 0,1 0-1 0 0,8-3 0 0 0,21-1-100 0 0,-26 6 112 0 0,0-1 0 0 0,1-1-1 0 0,-1 1 1 0 0,0-1 0 0 0,0-1 0 0 0,0 1 0 0 0,-1-1-1 0 0,1-1 1 0 0,0 1 0 0 0,10-8 0 0 0,-18 10-16 0 0,0 1 0 0 0,1-1 0 0 0,-1 0 0 0 0,0 0 1 0 0,0 1-1 0 0,1-1 0 0 0,-1 0 0 0 0,0 1 0 0 0,0-1 1 0 0,0 0-1 0 0,0 0 0 0 0,0 0 0 0 0,0 1 0 0 0,0-1 0 0 0,0 0 1 0 0,0 0-1 0 0,0 1 0 0 0,-1-1 0 0 0,1 0 0 0 0,0 1 0 0 0,0-1 1 0 0,-1 0-1 0 0,1 0 0 0 0,0 1 0 0 0,-1-1 0 0 0,1 1 1 0 0,-1-1-1 0 0,1 0 0 0 0,-1 1 0 0 0,1-1 0 0 0,-1 1 0 0 0,0-1 1 0 0,-24-23-49 0 0,17 17 69 0 0,-9-9 117 0 0,-1-1 0 0 0,2-1 1 0 0,0 0-1 0 0,2-1 0 0 0,-22-36 0 0 0,33 50-79 0 0,0 1 0 0 0,1-1 0 0 0,0 0 0 0 0,0 0 0 0 0,0-1 0 0 0,1 1-1 0 0,0 0 1 0 0,0 0 0 0 0,0-1 0 0 0,1 1 0 0 0,-1-1 0 0 0,1 1 0 0 0,0 0-1 0 0,1-1 1 0 0,-1 1 0 0 0,1-1 0 0 0,1 1 0 0 0,-1 0 0 0 0,0 0 0 0 0,1 0 0 0 0,0 0-1 0 0,1 0 1 0 0,-1 0 0 0 0,1 0 0 0 0,0 0 0 0 0,0 1 0 0 0,0 0 0 0 0,0-1 0 0 0,1 1-1 0 0,0 1 1 0 0,7-7 0 0 0,22-11 286 0 0,-28 19-353 0 0,0 0 1 0 0,0-1-1 0 0,0 0 1 0 0,-1 0-1 0 0,1-1 1 0 0,-1 1-1 0 0,0-1 0 0 0,7-7 1 0 0,-10 9-3 0 0,-1 1 0 0 0,1-1-1 0 0,-1 0 1 0 0,0 1 0 0 0,0-1 0 0 0,0 0 0 0 0,0 1-1 0 0,0-1 1 0 0,0 0 0 0 0,0 1 0 0 0,-1-1 0 0 0,1 0-1 0 0,0 1 1 0 0,-1-1 0 0 0,1 1 0 0 0,-1-1 0 0 0,0 0 0 0 0,0 1-1 0 0,1 0 1 0 0,-1-1 0 0 0,0 1 0 0 0,-2-3 0 0 0,-26-28 33 0 0,15 18-39 0 0,0-1-1 0 0,1 0 1 0 0,1 0-1 0 0,0-1 0 0 0,1-1 1 0 0,1 0-1 0 0,0 0 1 0 0,2-1-1 0 0,0 0 1 0 0,1-1-1 0 0,-8-31 1 0 0,10 25 5 0 0,1 0 1 0 0,1 1 0 0 0,1-1-1 0 0,3-42 1 0 0,22-98 1000 0 0,-20 140-323 0 0,1-49 0 0 0,-3 26-1581 0 0,4 0-4758 0 0,0 23-1063 0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09T21:58:08.9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441 2621 7834 0 0,'-8'8'512'0'0,"5"-4"-324"0"0,0-1 0 0 0,0 1 0 0 0,-1 0 0 0 0,1-1 0 0 0,-1 0 0 0 0,0 0 0 0 0,0 0 0 0 0,0-1 0 0 0,0 1 0 0 0,-1-1 0 0 0,1 0 0 0 0,-6 2 0 0 0,10-5-127 0 0,-1 1-1 0 0,0-1 1 0 0,1 1-1 0 0,-1-1 0 0 0,1 1 1 0 0,-1-1-1 0 0,1 1 1 0 0,-1-1-1 0 0,1 1 0 0 0,-1-1 1 0 0,1 0-1 0 0,-1 1 1 0 0,1-1-1 0 0,0 0 0 0 0,0 0 1 0 0,-1 1-1 0 0,1-1 1 0 0,0 0-1 0 0,0 0 1 0 0,0 1-1 0 0,-1-1 0 0 0,1 0 1 0 0,0 0-1 0 0,0-1 1 0 0,-2-27 1000 0 0,2 21-784 0 0,-82-691 2546 0 0,69 601-2762 0 0,-33-182-759 0 0,14 154-1635 0 0,20 127 7588 0 0,1-2-5170 0 0,1 0 1 0 0,0 0 0 0 0,-17-5-1 0 0,21 2-81 0 0,0 0-1 0 0,0 0 0 0 0,1-1 0 0 0,-1 1 0 0 0,1-1 0 0 0,0 0 0 0 0,0-1 1 0 0,1 1-1 0 0,-1-1 0 0 0,1 0 0 0 0,-3-7 0 0 0,-7-12 114 0 0,-13-34-1 0 0,27 59-116 0 0,-3-8 12 0 0,0 1 0 0 0,0-1 0 0 0,1 0-1 0 0,-1 1 1 0 0,2-1 0 0 0,0 0 0 0 0,0-1 0 0 0,0 1 0 0 0,1 0-1 0 0,0 0 1 0 0,1-10 0 0 0,0 15-15 0 0,0-1 0 0 0,0 1 1 0 0,0 0-1 0 0,1-1 0 0 0,-1 1 0 0 0,1 0 0 0 0,-1 0 0 0 0,1 0 1 0 0,0 0-1 0 0,0 1 0 0 0,1-1 0 0 0,-1 0 0 0 0,1 1 0 0 0,-1-1 1 0 0,1 1-1 0 0,0 0 0 0 0,-1 0 0 0 0,1 0 0 0 0,0 0 0 0 0,1 1 1 0 0,-1-1-1 0 0,0 1 0 0 0,0 0 0 0 0,1 0 0 0 0,-1 0 1 0 0,0 0-1 0 0,8 0 0 0 0,1-1-12 0 0,1-1 0 0 0,0-1 0 0 0,-1 0 0 0 0,23-10 0 0 0,-30 12 15 0 0,0-1 0 0 0,-1 0 0 0 0,1 0 0 0 0,-1 0 0 0 0,0 0 0 0 0,1 0 0 0 0,-2-1 0 0 0,1 0 0 0 0,0 0 0 0 0,-1 0 0 0 0,0 0 0 0 0,0-1 0 0 0,0 1 0 0 0,4-9 0 0 0,-6 10 8 0 0,0 1-1 0 0,-1 0 1 0 0,1-1-1 0 0,-1 1 1 0 0,1-1-1 0 0,-1 1 1 0 0,0-1 0 0 0,0 1-1 0 0,0-1 1 0 0,0 1-1 0 0,-1-1 1 0 0,1 1-1 0 0,-1-1 1 0 0,1 1-1 0 0,-1-1 1 0 0,-2-3 0 0 0,-24-35 94 0 0,21 34-94 0 0,1 1 0 0 0,0-1 0 0 0,1 0 0 0 0,-5-9 0 0 0,8 13-12 0 0,0 1 1 0 0,1-1-1 0 0,-1 1 1 0 0,0-1-1 0 0,1 1 0 0 0,0-1 1 0 0,-1 1-1 0 0,1-1 1 0 0,0 1-1 0 0,0-1 0 0 0,0 1 1 0 0,1-1-1 0 0,-1 1 1 0 0,1-1-1 0 0,-1 1 1 0 0,1-1-1 0 0,0 1 0 0 0,1-3 1 0 0,8-12-25 0 0,0 0-1 0 0,2 0 1 0 0,-1 1 0 0 0,23-22 0 0 0,9-15 30 0 0,-40 50 6 0 0,-1-1 0 0 0,0 0 0 0 0,0 0 0 0 0,0 0 0 0 0,-1 0 0 0 0,0 0 0 0 0,1 0 0 0 0,-1 0 0 0 0,-1-1 0 0 0,1 1 0 0 0,-1 0 0 0 0,1 0 0 0 0,-1-1 0 0 0,-1 1 0 0 0,0-9 0 0 0,-3-5 16 0 0,0-1 1 0 0,-10-26-1 0 0,0-1 65 0 0,-1-20 685 0 0,-9-80 0 0 0,22 119-885 0 0,1 1 0 0 0,2-29 0 0 0,1 36-922 0 0,1 1-1 0 0,1-1 0 0 0,10-31 0 0 0,-5 23-5186 0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09T21:58:09.7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169 359 6233 0 0,'-4'-2'37'0'0,"-1"0"0"0"0,1 0 0 0 0,-1 1-1 0 0,0-1 1 0 0,1 1 0 0 0,-7-1 0 0 0,3 3 217 0 0,0-1-1 0 0,0 1 1 0 0,0 1 0 0 0,1-1 0 0 0,-1 1 0 0 0,0 1 0 0 0,1-1 0 0 0,-14 8 0 0 0,-27 7 1524 0 0,61-21-1022 0 0,0-1 1 0 0,19-11-1 0 0,1 0-934 0 0,76-29 712 0 0,1 5 1 0 0,2 5-1 0 0,149-27 0 0 0,212-12 1036 0 0,-149 26-1221 0 0,-67 13 264 0 0,-189 29-383 0 0,122 7 0 0 0,-178-1-929 0 0,1 2-1 0 0,-1 0 1 0 0,0 0-1 0 0,16 6 0 0 0,-14-2-4574 0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09T21:58:10.4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62 6449 0 0,'-1'5'4136'0'0,"16"51"-3364"0"0,-11-40-577 0 0,0 0-1 0 0,1 0 1 0 0,0 0 0 0 0,12 22 0 0 0,-17-38-189 0 0,0 1-1 0 0,1 0 1 0 0,-1 0 0 0 0,0-1 0 0 0,1 1 0 0 0,-1 0 0 0 0,1 0 0 0 0,0-1 0 0 0,-1 1-1 0 0,1-1 1 0 0,0 1 0 0 0,-1 0 0 0 0,1-1 0 0 0,0 1 0 0 0,-1-1 0 0 0,1 0 0 0 0,0 1-1 0 0,0-1 1 0 0,0 0 0 0 0,-1 1 0 0 0,1-1 0 0 0,0 0 0 0 0,0 0 0 0 0,0 0 0 0 0,0 1-1 0 0,0-1 1 0 0,-1 0 0 0 0,1 0 0 0 0,0 0 0 0 0,0-1 0 0 0,0 1 0 0 0,0 0 0 0 0,0 0-1 0 0,-1 0 1 0 0,1-1 0 0 0,0 1 0 0 0,0 0 0 0 0,0-1 0 0 0,-1 1 0 0 0,1-1 0 0 0,0 1-1 0 0,0-1 1 0 0,-1 1 0 0 0,1-1 0 0 0,0 1 0 0 0,-1-1 0 0 0,1 0 0 0 0,-1 1 0 0 0,1-1-1 0 0,-1 0 1 0 0,1 0 0 0 0,-1 1 0 0 0,1-2 0 0 0,5-7 140 0 0,0 0 1 0 0,0 0-1 0 0,5-14 1 0 0,-8 16 38 0 0,14-28 173 0 0,-11 21-263 0 0,0 0 0 0 0,1 0-1 0 0,0 1 1 0 0,1 0 0 0 0,1 0 0 0 0,0 1-1 0 0,19-20 1 0 0,-28 31-63 0 0,1 1 0 0 0,0-1 0 0 0,-1 1 0 0 0,1-1 0 0 0,0 0 0 0 0,0 1 0 0 0,-1-1 0 0 0,1 1-1 0 0,0 0 1 0 0,0-1 0 0 0,0 1 0 0 0,0 0 0 0 0,-1 0 0 0 0,1-1 0 0 0,0 1 0 0 0,0 0 0 0 0,0 0 0 0 0,0 0 0 0 0,0 0 0 0 0,0 0 0 0 0,0 0 0 0 0,0 0-1 0 0,-1 0 1 0 0,1 1 0 0 0,0-1 0 0 0,1 0 0 0 0,-1 1 35 0 0,1 0 0 0 0,-1 0-1 0 0,0 0 1 0 0,0 1-1 0 0,0-1 1 0 0,1 0 0 0 0,-1 0-1 0 0,0 1 1 0 0,-1-1 0 0 0,1 0-1 0 0,0 1 1 0 0,0-1 0 0 0,0 3-1 0 0,3 6 298 0 0,-1 1 0 0 0,0 0-1 0 0,1 15 1 0 0,-3-21-265 0 0,6 49 229 0 0,-6-36-224 0 0,1 0 0 0 0,0-1 0 0 0,2 1 0 0 0,0-1 0 0 0,1 0 0 0 0,10 24 0 0 0,-15-41-110 0 0,1 1 0 0 0,-1 0 0 0 0,0 0-1 0 0,1 0 1 0 0,-1-1 0 0 0,1 1 0 0 0,-1 0 0 0 0,1-1-1 0 0,0 1 1 0 0,-1 0 0 0 0,1-1 0 0 0,0 1 0 0 0,-1-1 0 0 0,1 1-1 0 0,0-1 1 0 0,0 1 0 0 0,-1-1 0 0 0,1 1 0 0 0,0-1-1 0 0,0 0 1 0 0,0 0 0 0 0,0 1 0 0 0,-1-1 0 0 0,1 0 0 0 0,2 0-1 0 0,-2 0-20 0 0,1-1 0 0 0,0 1 0 0 0,-1-1 0 0 0,1 1 0 0 0,-1-1-1 0 0,1 0 1 0 0,-1 1 0 0 0,0-1 0 0 0,1 0 0 0 0,-1 0 0 0 0,0 0 0 0 0,1 0-1 0 0,0-2 1 0 0,7-7-175 0 0,-1 1-1 0 0,-1-2 0 0 0,8-12 1 0 0,-6 9 77 0 0,-4 7 122 0 0,-2 2-9 0 0,0 1 1 0 0,0 0-1 0 0,0-1 0 0 0,1 1 1 0 0,0 0-1 0 0,0 1 0 0 0,6-5 0 0 0,-9 7 14 0 0,0 1 0 0 0,0-1 0 0 0,1 1-1 0 0,-1 0 1 0 0,0-1 0 0 0,1 1-1 0 0,-1 0 1 0 0,0 0 0 0 0,0 0 0 0 0,1 0-1 0 0,-1 0 1 0 0,0 0 0 0 0,1 1-1 0 0,-1-1 1 0 0,0 0 0 0 0,1 1 0 0 0,-1-1-1 0 0,0 1 1 0 0,0-1 0 0 0,0 1-1 0 0,1-1 1 0 0,-1 1 0 0 0,0 0 0 0 0,0 0-1 0 0,0-1 1 0 0,0 1 0 0 0,0 0-1 0 0,0 0 1 0 0,0 0 0 0 0,-1 0 0 0 0,1 0-1 0 0,0 0 1 0 0,0 1 0 0 0,-1-1-1 0 0,1 2 1 0 0,9 11 160 0 0,-2 1 1 0 0,0 1-1 0 0,10 30 0 0 0,-12-30-397 0 0,1 0 0 0 0,0-1-1 0 0,17 29 1 0 0,-23-44 149 0 0,-1 0 1 0 0,0 0-1 0 0,0 1 1 0 0,0-1-1 0 0,1 0 0 0 0,-1 1 1 0 0,0-1-1 0 0,1 0 1 0 0,-1 0-1 0 0,0 1 0 0 0,1-1 1 0 0,-1 0-1 0 0,0 0 1 0 0,1 0-1 0 0,-1 0 0 0 0,0 1 1 0 0,1-1-1 0 0,-1 0 1 0 0,0 0-1 0 0,1 0 1 0 0,-1 0-1 0 0,0 0 0 0 0,1 0 1 0 0,-1 0-1 0 0,1 0 1 0 0,-1 0-1 0 0,0 0 0 0 0,1 0 1 0 0,-1 0-1 0 0,0 0 1 0 0,1 0-1 0 0,-1-1 0 0 0,1 1 1 0 0,-1 0-1 0 0,0 0 1 0 0,1 0-1 0 0,-1 0 0 0 0,0-1 1 0 0,0 1-1 0 0,1 0 1 0 0,-1 0-1 0 0,0-1 0 0 0,1 1 1 0 0,-1 0-1 0 0,0 0 1 0 0,0-1-1 0 0,0 1 0 0 0,1 0 1 0 0,-1-1-1 0 0,0 1 1 0 0,0 0-1 0 0,0-1 1 0 0,0 1-1 0 0,0-1 0 0 0,1 1 1 0 0,-1 0-1 0 0,0-1 1 0 0,0 1-1 0 0,0 0 0 0 0,0-1 1 0 0,0 1-1 0 0,0-1 1 0 0,0 1-1 0 0,0 0 0 0 0,-1-1 1 0 0,2-9-393 0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09T21:58:10.87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79 3225 0 0,'0'2'211'0'0,"0"-1"0"0"0,0 1 1 0 0,1-1-1 0 0,-1 1 0 0 0,0-1 1 0 0,0 1-1 0 0,1-1 1 0 0,-1 1-1 0 0,1-1 0 0 0,-1 0 1 0 0,1 1-1 0 0,0-1 0 0 0,-1 0 1 0 0,1 1-1 0 0,0-1 0 0 0,0 0 1 0 0,0 0-1 0 0,0 0 1 0 0,0 0-1 0 0,0 0 0 0 0,0 0 1 0 0,1 0-1 0 0,-1 0 0 0 0,0 0 1 0 0,0 0-1 0 0,1-1 0 0 0,-1 1 1 0 0,1-1-1 0 0,-1 1 1 0 0,2 0-1 0 0,48 17 2001 0 0,-49-17-2010 0 0,22 5-21 0 0,1-1 1 0 0,1-1 0 0 0,-1-1 0 0 0,0-2-1 0 0,49-2 1 0 0,128-26 789 0 0,-137 17-557 0 0,-11-2 151 0 0,89-29 1 0 0,-95 24-36 0 0,1 3-1 0 0,69-11 1 0 0,-70 21-266 0 0,0 3 0 0 0,-1 1-1 0 0,1 2 1 0 0,0 3-1 0 0,86 19 1 0 0,-84-16 1063 0 0,92 5 0 0 0,-1-2-224 0 0,-139-10-1299 0 0,0-1 1 0 0,1 0-1 0 0,-1 0 1 0 0,0 1-1 0 0,0-1 1 0 0,1-1-1 0 0,-1 1 0 0 0,0 0 1 0 0,0 0-1 0 0,4-2 1 0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09T21:58:11.38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69 10594 0 0,'11'-6'266'0'0,"0"0"0"0"0,1 2 0 0 0,0-1-1 0 0,0 1 1 0 0,23-4 0 0 0,65-5 1664 0 0,-85 12-1389 0 0,51-3 1271 0 0,81 7-1 0 0,-31 0-703 0 0,-83-3-1129 0 0,150-3 294 0 0,-62-13-4290 0 0,-99 11-1727 0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09T21:58:12.0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7 181 2240 0 0,'-3'-39'1489'0'0,"1"24"147"0"0,1 0 1 0 0,1-1-1 0 0,2-18 0 0 0,-2 30-1446 0 0,0 1 0 0 0,1 0 1 0 0,-1 0-1 0 0,1 0 0 0 0,0 0 0 0 0,0 0 0 0 0,0 0 0 0 0,1 0 1 0 0,-1 0-1 0 0,1 1 0 0 0,-1-1 0 0 0,1 0 0 0 0,0 1 0 0 0,0-1 1 0 0,0 1-1 0 0,0 0 0 0 0,1 0 0 0 0,-1 0 0 0 0,1 0 0 0 0,-1 0 1 0 0,4-2-1 0 0,-5 4-146 0 0,0-1-1 0 0,0 1 1 0 0,0 0 0 0 0,0 0 0 0 0,0 0 0 0 0,0 0 0 0 0,0 0 0 0 0,0 0-1 0 0,1 0 1 0 0,-1 0 0 0 0,0 0 0 0 0,0 0 0 0 0,0 0 0 0 0,0 1 0 0 0,0-1-1 0 0,0 0 1 0 0,0 1 0 0 0,0-1 0 0 0,0 1 0 0 0,0-1 0 0 0,0 1-1 0 0,0-1 1 0 0,-1 1 0 0 0,1 0 0 0 0,0-1 0 0 0,0 1 0 0 0,0 0 0 0 0,-1 0-1 0 0,1 0 1 0 0,-1 0 0 0 0,1 0 0 0 0,0-1 0 0 0,-1 1 0 0 0,1 0 0 0 0,-1 0-1 0 0,0 0 1 0 0,1 2 0 0 0,15 45 1132 0 0,-14-41-992 0 0,12 47 414 0 0,-1-4-250 0 0,1-1-1 0 0,25 54 0 0 0,-39-102-343 0 0,0 0 0 0 0,1 0-1 0 0,-1 0 1 0 0,1 0 0 0 0,-1 0 0 0 0,1 0-1 0 0,-1-1 1 0 0,1 1 0 0 0,-1 0 0 0 0,1 0-1 0 0,0 0 1 0 0,-1-1 0 0 0,1 1 0 0 0,0 0-1 0 0,0-1 1 0 0,0 1 0 0 0,0-1 0 0 0,-1 1-1 0 0,1-1 1 0 0,0 1 0 0 0,0-1 0 0 0,0 0-1 0 0,0 1 1 0 0,0-1 0 0 0,2 0-1 0 0,-2 0 0 0 0,1 0 0 0 0,-1-1 0 0 0,1 1 0 0 0,-1-1-1 0 0,1 1 1 0 0,-1-1 0 0 0,0 1 0 0 0,1-1 0 0 0,-1 0-1 0 0,0 0 1 0 0,1 0 0 0 0,-1 0 0 0 0,0 0 0 0 0,0 0-1 0 0,1-2 1 0 0,6-6-22 0 0,-1 0-1 0 0,-1-1 1 0 0,9-15 0 0 0,-13 21-6 0 0,15-29-22 0 0,-10 18 15 0 0,1 1 0 0 0,0 0 0 0 0,1 1 0 0 0,0-1-1 0 0,1 1 1 0 0,13-13 0 0 0,-22 25 38 0 0,0 1 0 0 0,-1-1 0 0 0,1 0 0 0 0,0 1-1 0 0,0-1 1 0 0,-1 1 0 0 0,1-1 0 0 0,0 1 0 0 0,0-1 0 0 0,0 1 0 0 0,-1 0 0 0 0,1 0 0 0 0,0-1 0 0 0,0 1-1 0 0,0 0 1 0 0,0 0 0 0 0,0 0 0 0 0,0 0 0 0 0,0 0 0 0 0,0 0 0 0 0,0 0 0 0 0,0 0 0 0 0,-1 0-1 0 0,1 0 1 0 0,0 1 0 0 0,0-1 0 0 0,0 0 0 0 0,0 1 0 0 0,0-1 0 0 0,-1 0 0 0 0,1 1 0 0 0,0-1-1 0 0,0 1 1 0 0,0 0 0 0 0,-1-1 0 0 0,1 1 0 0 0,0-1 0 0 0,-1 1 0 0 0,1 0 0 0 0,-1 0 0 0 0,1-1 0 0 0,-1 1-1 0 0,1 0 1 0 0,-1 0 0 0 0,1 1 0 0 0,4 6 111 0 0,-1 0 0 0 0,-1 1-1 0 0,6 16 1 0 0,-4-10 11 0 0,5 10 255 0 0,-2-3-247 0 0,1-1-1 0 0,0 0 1 0 0,22 33 0 0 0,-29-52-132 0 0,1 1-1 0 0,0 0 0 0 0,-1-1 1 0 0,1 0-1 0 0,0 1 0 0 0,0-1 0 0 0,0-1 1 0 0,7 4-1 0 0,-10-4-14 0 0,1-1-1 0 0,0 1 1 0 0,0-1 0 0 0,0 1-1 0 0,0-1 1 0 0,0 0 0 0 0,0 1-1 0 0,0-1 1 0 0,0 0 0 0 0,0 0-1 0 0,0 0 1 0 0,0 0 0 0 0,0 0-1 0 0,0 0 1 0 0,0 0 0 0 0,1 0 0 0 0,-1 0-1 0 0,0-1 1 0 0,0 1 0 0 0,0 0-1 0 0,0-1 1 0 0,-1 1 0 0 0,1-1-1 0 0,0 1 1 0 0,0-1 0 0 0,0 1-1 0 0,0-1 1 0 0,0 1 0 0 0,0-1-1 0 0,-1 0 1 0 0,1 0 0 0 0,0 1-1 0 0,-1-1 1 0 0,2-1 0 0 0,21-40-789 0 0,18-45 1 0 0,-34 70 1001 0 0,1 0 1 0 0,1 0 0 0 0,1 2 0 0 0,20-26-1 0 0,-29 45 107 0 0,1 1-1 0 0,-1-1 1 0 0,0 1 0 0 0,-1 0-1 0 0,1 0 1 0 0,-1 9 0 0 0,1 2-383 0 0,-1 5 201 0 0,2 0 0 0 0,5 33 0 0 0,-6-49-386 0 0,1 1 1 0 0,0-1-1 0 0,-1 1 1 0 0,2-1-1 0 0,-1 0 1 0 0,0 0-1 0 0,1 0 1 0 0,0 0-1 0 0,0 0 1 0 0,1-1 0 0 0,-1 1-1 0 0,1-1 1 0 0,0 0-1 0 0,7 6 1 0 0,-1-5-885 0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09T21:58:12.30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13 4145 0 0,'4'4'401'0'0,"0"-1"0"0"0,0 0-1 0 0,0-1 1 0 0,1 1 0 0 0,-1-1 0 0 0,1 1 0 0 0,-1-2 0 0 0,1 1-1 0 0,0 0 1 0 0,-1-1 0 0 0,1 0 0 0 0,0 0 0 0 0,10 1 0 0 0,7-2 1639 0 0,43-3-1 0 0,-23 1-761 0 0,129-9 2919 0 0,164-7-1842 0 0,-114 11-2406 0 0,-134 6-2225 0 0,-57 1-4708 0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09T21:58:12.9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104 638 3225 0 0,'-7'9'135'0'0,"0"0"0"0"0,1 1 0 0 0,0 0 0 0 0,1-1 0 0 0,-16 28 7720 0 0,19-49-5405 0 0,-2-17-958 0 0,1-127 1684 0 0,-9-134-2649 0 0,6 236-955 0 0,-6-55 325 0 0,-1 38-6871 0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09T21:58:13.6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300 1098 3225 0 0,'11'-25'400'0'0,"-1"-21"7691"0"0,-10 44-7787 0 0,0 0-1 0 0,0 1 1 0 0,-1-1 0 0 0,1 0 0 0 0,0 0 0 0 0,-1 0 0 0 0,1 1-1 0 0,-1-1 1 0 0,1 0 0 0 0,-1 1 0 0 0,0-1 0 0 0,0 0-1 0 0,1 1 1 0 0,-1-1 0 0 0,0 1 0 0 0,-1 0 0 0 0,1-1-1 0 0,0 1 1 0 0,0 0 0 0 0,-1-1 0 0 0,1 1 0 0 0,0 0-1 0 0,-3-1 1 0 0,-44-23 263 0 0,17 9-374 0 0,-120-93 1171 0 0,121 89-1086 0 0,-10-10-50 0 0,40 29-230 0 0,0 1-1 0 0,0-1 1 0 0,0 1 0 0 0,1-1 0 0 0,-1 1 0 0 0,0-1 0 0 0,0 1 0 0 0,0-1 0 0 0,1 1 0 0 0,-1-1 0 0 0,0 1 0 0 0,0-1-1 0 0,1 1 1 0 0,-1-1 0 0 0,1 1 0 0 0,-1-1 0 0 0,0 1 0 0 0,1 0 0 0 0,-1-1 0 0 0,1 1 0 0 0,-1 0 0 0 0,1-1 0 0 0,-1 1-1 0 0,1 0 1 0 0,-1 0 0 0 0,1-1 0 0 0,-1 1 0 0 0,1 0 0 0 0,-1 0 0 0 0,2 0 0 0 0,19-10-241 0 0,-20 9 221 0 0,21-7-166 0 0,1 2 0 0 0,-1 0 0 0 0,30-4 1 0 0,29-7 163 0 0,-78 16 24 0 0,0 0 0 0 0,0 0-1 0 0,0 0 1 0 0,0 0-1 0 0,0-1 1 0 0,0 1 0 0 0,0-1-1 0 0,-1 0 1 0 0,1 0 0 0 0,0 0-1 0 0,-1 0 1 0 0,0 0-1 0 0,4-4 1 0 0,-5 4 2 0 0,-1 1 0 0 0,1 0 1 0 0,-1 0-1 0 0,0-1 0 0 0,1 1 0 0 0,-1 0 1 0 0,0 0-1 0 0,0-1 0 0 0,0 1 0 0 0,0 0 0 0 0,0-1 1 0 0,0 1-1 0 0,0 0 0 0 0,0-1 0 0 0,-1 1 1 0 0,1 0-1 0 0,0 0 0 0 0,-1-1 0 0 0,1 1 1 0 0,-1 0-1 0 0,0 0 0 0 0,1 0 0 0 0,-1 0 0 0 0,0 0 1 0 0,1 0-1 0 0,-1 0 0 0 0,0 0 0 0 0,0 0 1 0 0,0 0-1 0 0,0 0 0 0 0,0 0 0 0 0,0 0 0 0 0,0 1 1 0 0,0-1-1 0 0,-2 0 0 0 0,-52-32 53 0 0,-11-8-57 0 0,62 37 2 0 0,-1 1 0 0 0,1-1 0 0 0,0 0 0 0 0,0 0 0 0 0,0 0 0 0 0,1 0 0 0 0,0 0 0 0 0,0-1 0 0 0,0 0 0 0 0,-4-9 0 0 0,6 13 0 0 0,0-1 0 0 0,1 0 0 0 0,-1 0 0 0 0,1 0 0 0 0,-1 0 0 0 0,1 0 0 0 0,0 0-1 0 0,0-1 1 0 0,0 1 0 0 0,0 0 0 0 0,0 0 0 0 0,0 0 0 0 0,0 0 0 0 0,1 0 0 0 0,-1 0 0 0 0,1 0-1 0 0,0 0 1 0 0,0 0 0 0 0,-1 1 0 0 0,3-5 0 0 0,0 3-3 0 0,-1 0 0 0 0,1 1-1 0 0,0-1 1 0 0,0 0 0 0 0,0 1 0 0 0,0-1 0 0 0,0 1 0 0 0,0 0 0 0 0,1 0-1 0 0,4-2 1 0 0,7-1 0 0 0,1-1 0 0 0,0 2 0 0 0,0 0-1 0 0,18-2 1 0 0,-31 6 12 0 0,60-14 40 0 0,-61 14-49 0 0,0-1-1 0 0,1 0 1 0 0,-1 1 0 0 0,0-1 0 0 0,1 0 0 0 0,-1 0 0 0 0,0 0-1 0 0,0-1 1 0 0,0 1 0 0 0,0-1 0 0 0,0 1 0 0 0,0-1-1 0 0,-1 1 1 0 0,1-1 0 0 0,0 0 0 0 0,-1 0 0 0 0,0 0 0 0 0,1 0-1 0 0,-1 0 1 0 0,0 0 0 0 0,0 0 0 0 0,0 0 0 0 0,1-3-1 0 0,-2 1 3 0 0,0 1-1 0 0,-1-1 0 0 0,1 1 0 0 0,-1-1 0 0 0,0 1 0 0 0,0 0 0 0 0,0-1 0 0 0,-1 1 1 0 0,1 0-1 0 0,-1-1 0 0 0,1 1 0 0 0,-1 0 0 0 0,0 0 0 0 0,0 1 0 0 0,-1-1 0 0 0,1 0 0 0 0,-4-2 1 0 0,-2-3 8 0 0,0 0 1 0 0,-1 1 0 0 0,0 0 0 0 0,-10-6 0 0 0,-24-11 2 0 0,15 9 11 0 0,1-2-1 0 0,-37-28 1 0 0,58 40-44 0 0,0 0 0 0 0,0 0 0 0 0,1 0 0 0 0,0-1 0 0 0,0 1 0 0 0,1-1 1 0 0,0 0-1 0 0,0-1 0 0 0,0 1 0 0 0,0-1 0 0 0,1 0 0 0 0,0 0 0 0 0,1 0 0 0 0,0 0 0 0 0,-3-14 0 0 0,5 18-58 0 0,0 1-1 0 0,0-1 0 0 0,0 1 0 0 0,0-1 1 0 0,1 0-1 0 0,-1 1 0 0 0,1-1 0 0 0,-1 1 1 0 0,1-1-1 0 0,0 1 0 0 0,0-1 0 0 0,0 1 1 0 0,0 0-1 0 0,1-1 0 0 0,2-2 0 0 0,11-8-5590 0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09T21:58:13.95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9 766 4145 0 0,'0'-1'106'0'0,"-1"1"0"0"0,0-1-1 0 0,1 0 1 0 0,-1 1 0 0 0,0-1 0 0 0,1 0 0 0 0,-1 0-1 0 0,1 1 1 0 0,-1-1 0 0 0,1 0 0 0 0,-1 0 0 0 0,1 0 0 0 0,0 0-1 0 0,-1 0 1 0 0,1 0 0 0 0,0 0 0 0 0,0 1 0 0 0,0-1-1 0 0,0 0 1 0 0,-1 0 0 0 0,1 0 0 0 0,1 0 0 0 0,-1 0 0 0 0,0 0-1 0 0,0 0 1 0 0,1-2 0 0 0,2-28 2953 0 0,11-42-376 0 0,-8 46-1358 0 0,-1-1 0 0 0,-1 1 0 0 0,0-54 0 0 0,-18-61 1093 0 0,0-5-1339 0 0,14 122-2343 0 0,0 0-1 0 0,1 1 1 0 0,2-1 0 0 0,5-24-1 0 0,1 12-5272 0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09T21:58:15.36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8 7370 0 0,'-3'-7'10262'0'0,"24"8"-7794"0"0,32 11-1837 0 0,-4 4-259 0 0,-1 3-1 0 0,0 2 1 0 0,-1 2-1 0 0,76 51 1 0 0,-47-20-289 0 0,121 116-1 0 0,35 33 110 0 0,14 15 96 0 0,-21-21-312 0 0,25 26 219 0 0,34 29-241 0 0,-204-185 68 0 0,35 41 175 0 0,-102-93-591 0 0,0-1 0 0 0,-1 1 0 0 0,-1 1 0 0 0,-1 0-1 0 0,0 1 1 0 0,9 20 0 0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09T21:58:15.8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109 1042 9674 0 0,'-109'175'1682'0'0,"148"-202"238"0"0,143-170 1015 0 0,-14 13-1758 0 0,0 12 338 0 0,206-187 1153 0 0,-254 254-2080 0 0,60-47-832 0 0,-161 139-1286 0 0,-6 5-3134 0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09T21:58:16.14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11 8754 0 0,'-1'4'1898'0'0,"7"-3"-407"0"0,20-1 575 0 0,32-6 531 0 0,-8 1-1865 0 0,-1 2 0 0 0,1 2-1 0 0,75 8 1 0 0,146 35 1747 0 0,-267-41-2478 0 0,26 5 27 0 0,131 19 195 0 0,-131-21-711 0 0,1-2 1 0 0,-1-2-1 0 0,39-3 1 0 0,-49-1-6880 0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09T21:58:16.3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71 1 15667 0 0,'-1'1'197'0'0,"-1"0"0"0"0,1 0 0 0 0,-1 0 0 0 0,1 1 0 0 0,0-1 0 0 0,-1 1 0 0 0,1-1 0 0 0,0 1 0 0 0,0-1 0 0 0,0 1 0 0 0,0 0 0 0 0,1-1 0 0 0,-1 1 0 0 0,0 0 0 0 0,1 0 0 0 0,-1-1 0 0 0,1 1 0 0 0,-1 2 0 0 0,-3 40 691 0 0,3-30-486 0 0,-31 491 1388 0 0,22-333-1742 0 0,10-167-51 0 0,-3 36-52 0 0,2 0 0 0 0,6 68 0 0 0,0-77-286 0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09T21:58:17.05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62 55 8754 0 0,'-6'-10'2958'0'0,"-5"-3"196"0"0,10 13-3093 0 0,1 0 1 0 0,-1 0-1 0 0,1 0 1 0 0,-1 0-1 0 0,1 0 1 0 0,-1 0-1 0 0,1 0 1 0 0,-1 1-1 0 0,1-1 1 0 0,-1 0 0 0 0,1 0-1 0 0,-1 0 1 0 0,1 1-1 0 0,-1-1 1 0 0,1 0-1 0 0,0 0 1 0 0,-1 1-1 0 0,1-1 1 0 0,-1 0-1 0 0,1 1 1 0 0,0-1 0 0 0,-1 1-1 0 0,1-1 1 0 0,0 0-1 0 0,-1 1 1 0 0,1-1-1 0 0,0 1 1 0 0,0-1-1 0 0,-1 1 1 0 0,1-1-1 0 0,0 1 1 0 0,0-1 0 0 0,0 1-1 0 0,0 0 1 0 0,-6 12 344 0 0,1 1 0 0 0,1 0 0 0 0,0 0 0 0 0,1 0 0 0 0,-3 29 0 0 0,2 73-159 0 0,4-104-249 0 0,1 0 1 0 0,0 0-1 0 0,0 0 1 0 0,2 0-1 0 0,-1 0 1 0 0,1 0-1 0 0,1 0 1 0 0,0-1-1 0 0,8 16 1 0 0,-9-22-1 0 0,1 0 0 0 0,-1 0 0 0 0,1 0 1 0 0,0-1-1 0 0,1 1 0 0 0,-1-1 1 0 0,0 0-1 0 0,1 0 0 0 0,0-1 1 0 0,0 1-1 0 0,0-1 0 0 0,1 0 1 0 0,-1-1-1 0 0,1 1 0 0 0,-1-1 1 0 0,1 0-1 0 0,0 0 0 0 0,0-1 1 0 0,0 0-1 0 0,10 1 0 0 0,3 0-87 0 0,0-2-1 0 0,0 0 1 0 0,0-1 0 0 0,0-1-1 0 0,0 0 1 0 0,-1-2-1 0 0,1 0 1 0 0,-1-1 0 0 0,25-11-1 0 0,-32 12 37 0 0,0-1-1 0 0,0-1 0 0 0,-1 0 0 0 0,1 0 1 0 0,-1-1-1 0 0,-1-1 0 0 0,0 1 0 0 0,0-2 1 0 0,0 1-1 0 0,-1-1 0 0 0,0 0 0 0 0,-1-1 1 0 0,0 0-1 0 0,0 0 0 0 0,9-21 0 0 0,-15 29 46 0 0,0 0-1 0 0,-1 0 0 0 0,1 0 0 0 0,-1 0 0 0 0,1 0 0 0 0,-1 0 0 0 0,0 0 0 0 0,0 0 0 0 0,0 0 1 0 0,0 0-1 0 0,0-1 0 0 0,-1 1 0 0 0,1 0 0 0 0,0 0 0 0 0,-1 0 0 0 0,0 1 0 0 0,1-1 0 0 0,-1 0 1 0 0,0 0-1 0 0,0 0 0 0 0,0 0 0 0 0,0 1 0 0 0,0-1 0 0 0,-1 0 0 0 0,1 1 0 0 0,0-1 0 0 0,-1 1 1 0 0,1-1-1 0 0,-1 1 0 0 0,1 0 0 0 0,-1 0 0 0 0,0 0 0 0 0,0 0 0 0 0,-2-1 0 0 0,-9-5-464 0 0,0 1-1 0 0,0 1 0 0 0,-1 0 0 0 0,-14-2 0 0 0,3-1-458 0 0,21 8 876 0 0,1-1 0 0 0,0 0 1 0 0,0-1-1 0 0,0 1 0 0 0,0-1 0 0 0,0 1 1 0 0,1-1-1 0 0,-1 0 0 0 0,0 0 0 0 0,1 0 1 0 0,-1 0-1 0 0,1 0 0 0 0,0-1 0 0 0,-1 1 1 0 0,1-1-1 0 0,-2-3 0 0 0,3 3 68 0 0,0 1-1 0 0,1-1 1 0 0,-1 0 0 0 0,1 0-1 0 0,-1 0 1 0 0,1 1 0 0 0,0-1-1 0 0,0 0 1 0 0,0 0 0 0 0,1 0-1 0 0,-1 1 1 0 0,1-1-1 0 0,-1 0 1 0 0,1 0 0 0 0,0 1-1 0 0,0-1 1 0 0,0 0 0 0 0,0 1-1 0 0,3-5 1 0 0,1-1 121 0 0,0 0 1 0 0,0 1-1 0 0,1-1 1 0 0,-1 1-1 0 0,2 0 1 0 0,-1 1-1 0 0,1-1 1 0 0,0 1-1 0 0,0 0 1 0 0,1 1-1 0 0,-1 0 1 0 0,14-6-1 0 0,-17 9 39 0 0,0 0 0 0 0,1 0 0 0 0,-1 0 0 0 0,1 1 1 0 0,0 0-1 0 0,-1 0 0 0 0,1 0 0 0 0,0 1 0 0 0,0-1 0 0 0,0 1 0 0 0,0 0 0 0 0,-1 0 0 0 0,1 1 0 0 0,0 0 0 0 0,0 0 0 0 0,0 0 1 0 0,-1 0-1 0 0,1 1 0 0 0,-1-1 0 0 0,1 1 0 0 0,-1 0 0 0 0,0 1 0 0 0,0-1 0 0 0,1 1 0 0 0,3 3 0 0 0,15 17 367 0 0,0 0 0 0 0,-2 2 0 0 0,31 44 0 0 0,19 23 63 0 0,42 52-1538 0 0,-102-131-254 0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09T21:58:17.41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26 25 600 0 0,'-25'-19'9983'0'0,"36"14"-7659"0"0,-9 5-2058 0 0,0 0 1 0 0,0 0-1 0 0,-1 0 0 0 0,1 1 1 0 0,0-1-1 0 0,0 1 1 0 0,0-1-1 0 0,-1 1 0 0 0,1 0 1 0 0,0 0-1 0 0,-1 0 1 0 0,1 0-1 0 0,0 0 0 0 0,-1 0 1 0 0,0 0-1 0 0,1 0 0 0 0,-1 1 1 0 0,1-1-1 0 0,-1 0 1 0 0,0 1-1 0 0,0-1 0 0 0,1 3 1 0 0,25 41 689 0 0,-24-40-614 0 0,15 36 43 0 0,-2 0 0 0 0,-1 1-1 0 0,-3 1 1 0 0,15 84-1 0 0,-2-3-6880 0 0,-18-101-285 0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09T21:58:17.75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1 341 4609 0 0,'6'1'502'0'0,"-1"0"0"0"0,1 1 0 0 0,0-1 0 0 0,-1 1 0 0 0,0 0 1 0 0,10 5-1 0 0,10 4 899 0 0,16 1 1392 0 0,51 10 0 0 0,-77-20-2313 0 0,1 0-1 0 0,-1-1 0 0 0,0 0 1 0 0,0-1-1 0 0,1-1 0 0 0,29-5 1 0 0,-44 6-432 0 0,1-1 1 0 0,-1 1 0 0 0,1 0 0 0 0,-1-1 0 0 0,0 1 0 0 0,1-1 0 0 0,-1 1-1 0 0,1-1 1 0 0,-1 0 0 0 0,0 0 0 0 0,0 0 0 0 0,1 0 0 0 0,-1 0 0 0 0,0 0-1 0 0,0 0 1 0 0,0 0 0 0 0,0 0 0 0 0,0 0 0 0 0,0 0 0 0 0,0-1 0 0 0,-1 1-1 0 0,1 0 1 0 0,1-3 0 0 0,-2 2 41 0 0,0 0 0 0 0,1-1 1 0 0,-1 1-1 0 0,0-1 0 0 0,0 1 0 0 0,-1 0 0 0 0,1-1 1 0 0,0 1-1 0 0,-1 0 0 0 0,0-1 0 0 0,1 1 0 0 0,-1 0 1 0 0,-2-4-1 0 0,-3-7 323 0 0,-2 1 1 0 0,0-1 0 0 0,-18-20-1 0 0,22 27-375 0 0,-58-68 497 0 0,-18-22-478 0 0,32 29-6474 0 0,31 40-790 0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09T21:58:18.0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130 73 7834 0 0,'-67'-30'3752'0'0,"5"-8"4569"0"0,62 38-8308 0 0,0 0 1 0 0,0 0-1 0 0,0 0 0 0 0,0 0 1 0 0,0 0-1 0 0,1 0 1 0 0,-1 0-1 0 0,0 0 0 0 0,0 0 1 0 0,0 0-1 0 0,0-1 0 0 0,0 1 1 0 0,0 0-1 0 0,0 0 0 0 0,0 0 1 0 0,0 0-1 0 0,0 0 1 0 0,0 0-1 0 0,0 0 0 0 0,1 0 1 0 0,-1 0-1 0 0,0 0 0 0 0,0 0 1 0 0,0 0-1 0 0,0 0 1 0 0,0-1-1 0 0,0 1 0 0 0,0 0 1 0 0,0 0-1 0 0,0 0 0 0 0,0 0 1 0 0,0 0-1 0 0,0 0 1 0 0,0 0-1 0 0,0 0 0 0 0,0 0 1 0 0,0-1-1 0 0,0 1 0 0 0,0 0 1 0 0,0 0-1 0 0,0 0 0 0 0,0 0 1 0 0,0 0-1 0 0,0 0 1 0 0,0 0-1 0 0,0 0 0 0 0,-1 0 1 0 0,1 0-1 0 0,0-1 0 0 0,0 1 1 0 0,0 0-1 0 0,0 0 1 0 0,0 0-1 0 0,0 0 0 0 0,0 0 1 0 0,0 0-1 0 0,0 0 0 0 0,0 0 1 0 0,0 0-1 0 0,0 0 1 0 0,-1 0-1 0 0,15 0 1080 0 0,17 5 267 0 0,-2 4-1386 0 0,0 2-1 0 0,-2 0 1 0 0,1 2-1 0 0,-2 1 1 0 0,1 1 0 0 0,33 27-1 0 0,-3 3-1223 0 0,77 78-1 0 0,-114-102-6161 0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09T21:58:18.42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35 169 3225 0 0,'-2'-1'180'0'0,"0"1"1"0"0,0-1-1 0 0,0 0 1 0 0,1 0-1 0 0,-1 0 1 0 0,0 0-1 0 0,0 0 1 0 0,1 0-1 0 0,-1-1 1 0 0,0 1 0 0 0,1 0-1 0 0,-1-1 1 0 0,1 1-1 0 0,0-1 1 0 0,-1 0-1 0 0,1 1 1 0 0,0-1-1 0 0,0 0 1 0 0,0 0-1 0 0,0 0 1 0 0,1 0-1 0 0,-1 0 1 0 0,0 1-1 0 0,1-2 1 0 0,-1-2-1 0 0,1 2 244 0 0,1-1-1 0 0,0 0 0 0 0,-1 1 0 0 0,2-1 0 0 0,-1 0 1 0 0,0 1-1 0 0,0-1 0 0 0,1 1 0 0 0,0 0 0 0 0,0-1 0 0 0,0 1 1 0 0,0 0-1 0 0,4-4 0 0 0,-1 1-44 0 0,0-1 0 0 0,1 1 0 0 0,0 1-1 0 0,0-1 1 0 0,0 1 0 0 0,0 0 0 0 0,1 0 0 0 0,0 1 0 0 0,0 0 0 0 0,0 0-1 0 0,1 1 1 0 0,-1-1 0 0 0,1 2 0 0 0,0-1 0 0 0,0 1 0 0 0,0 0 0 0 0,0 1-1 0 0,10-1 1 0 0,-9 2-274 0 0,0 1-1 0 0,0-1 0 0 0,0 2 0 0 0,0-1 0 0 0,0 1 1 0 0,-1 1-1 0 0,1-1 0 0 0,-1 1 0 0 0,0 1 0 0 0,1 0 1 0 0,-1 0-1 0 0,-1 0 0 0 0,1 1 0 0 0,-1 0 0 0 0,0 1 1 0 0,9 8-1 0 0,-3-2-31 0 0,0 1 1 0 0,-1 1-1 0 0,0-1 1 0 0,-1 2-1 0 0,-1 0 1 0 0,0 0-1 0 0,13 30 1 0 0,-20-38-49 0 0,0 1 0 0 0,-1-1 0 0 0,0 0 0 0 0,-1 1 0 0 0,1-1-1 0 0,-1 0 1 0 0,-1 1 0 0 0,1 0 0 0 0,-1-1 0 0 0,-1 1 0 0 0,0-1 0 0 0,0 1 0 0 0,0-1 0 0 0,-1 0 0 0 0,0 1 0 0 0,0-1 0 0 0,-1 0-1 0 0,0 0 1 0 0,0 0 0 0 0,0-1 0 0 0,-6 9 0 0 0,-23 23-1623 0 0,12-20-6390 0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09T21:58:21.75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24 5985 0 0,'13'-2'528'0'0,"1"0"0"0"0,-1 0 1 0 0,0 2-1 0 0,1 0 0 0 0,-1 0 0 0 0,0 1 0 0 0,1 1 0 0 0,13 3 0 0 0,-1-2 243 0 0,3 1-228 0 0,1-2 0 0 0,-1-2 0 0 0,1 0 0 0 0,-1-2 0 0 0,57-11 0 0 0,-59 7-654 0 0,-1 1 0 0 0,1 1 1 0 0,0 1-1 0 0,0 2 0 0 0,0 1 0 0 0,0 0 0 0 0,52 10 0 0 0,-55-3-1054 0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09T21:58:22.4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0 330 8290 0 0,'6'-13'600'0'0,"1"0"0"0"0,15-24 0 0 0,-20 33-404 0 0,0 1-1 0 0,1 0 0 0 0,-1 0 1 0 0,1 0-1 0 0,0 0 0 0 0,-1 1 1 0 0,1-1-1 0 0,0 1 0 0 0,0-1 1 0 0,1 1-1 0 0,-1 0 0 0 0,0 1 1 0 0,1-1-1 0 0,-1 0 0 0 0,1 1 1 0 0,6-2-1 0 0,-8 3-95 0 0,0 0 1 0 0,0 1-1 0 0,0-1 0 0 0,0 1 1 0 0,-1-1-1 0 0,1 1 1 0 0,0-1-1 0 0,0 1 0 0 0,0 0 1 0 0,0 0-1 0 0,-1 0 1 0 0,1 0-1 0 0,0 0 0 0 0,-1 1 1 0 0,1-1-1 0 0,-1 0 0 0 0,0 1 1 0 0,1-1-1 0 0,-1 1 1 0 0,0-1-1 0 0,2 4 0 0 0,23 42 535 0 0,-21-35-443 0 0,1 0-128 0 0,-3-5-88 0 0,1 1-1 0 0,0-1 1 0 0,0 0 0 0 0,0 0 0 0 0,8 9 0 0 0,-11-15 9 0 0,0 0 1 0 0,0 0-1 0 0,-1-1 1 0 0,1 1-1 0 0,0 0 1 0 0,0-1 0 0 0,0 1-1 0 0,0-1 1 0 0,0 1-1 0 0,0-1 1 0 0,0 1-1 0 0,0-1 1 0 0,0 0 0 0 0,0 1-1 0 0,1-1 1 0 0,-1 0-1 0 0,0 0 1 0 0,2 0-1 0 0,-1 0-6 0 0,-1-1-1 0 0,1 1 0 0 0,-1-1 1 0 0,1 0-1 0 0,-1 1 0 0 0,1-1 0 0 0,-1 0 1 0 0,0 0-1 0 0,1 0 0 0 0,-1 0 0 0 0,0 0 1 0 0,0 0-1 0 0,0-1 0 0 0,0 1 1 0 0,0 0-1 0 0,0 0 0 0 0,1-2 0 0 0,7-11-35 0 0,-1 0 0 0 0,-1 0 0 0 0,0 0 0 0 0,-1-1 0 0 0,-1 0 0 0 0,0 0 1 0 0,3-16-1 0 0,12-113-379 0 0,-11 58 1614 0 0,4 133 2191 0 0,-3-12-3224 0 0,-2-2-134 0 0,-1 6-305 0 0,3-1 0 0 0,1 0 0 0 0,2 0 1 0 0,1-2-1 0 0,20 37 0 0 0,-33-72 191 0 0,0 1 0 0 0,-1-1-1 0 0,1 0 1 0 0,0 1 0 0 0,0-1 0 0 0,0 0 0 0 0,0 0 0 0 0,0 1 0 0 0,0-1 0 0 0,0 0 0 0 0,1 0-1 0 0,-1-1 1 0 0,0 1 0 0 0,1 0 0 0 0,1 1 0 0 0,-3-2 47 0 0,1 0 1 0 0,-1 0-1 0 0,1 0 0 0 0,0 0 0 0 0,-1 0 1 0 0,1-1-1 0 0,-1 1 0 0 0,1 0 1 0 0,-1 0-1 0 0,1 0 0 0 0,-1-1 0 0 0,1 1 1 0 0,-1 0-1 0 0,1 0 0 0 0,-1-1 0 0 0,1 1 1 0 0,-1 0-1 0 0,0-1 0 0 0,1 1 1 0 0,-1-1-1 0 0,0 1 0 0 0,1 0 0 0 0,-1-1 1 0 0,0 1-1 0 0,1-1 0 0 0,-1 1 1 0 0,0-1-1 0 0,1 0 0 0 0,2-7-282 0 0,0-1-1 0 0,-1 1 1 0 0,0-1 0 0 0,2-11 0 0 0,-1 2 739 0 0,4-11-316 0 0,24-91 178 0 0,-26 105-224 0 0,1 0-1 0 0,1 0 1 0 0,0 0-1 0 0,0 1 0 0 0,15-20 1 0 0,-20 31-2 0 0,0 1 0 0 0,0-1 0 0 0,0 0 0 0 0,0 1 0 0 0,0 0 0 0 0,1 0 0 0 0,-1 0 0 0 0,1 0 0 0 0,0 0 0 0 0,0 0 0 0 0,0 0 0 0 0,0 1 0 0 0,0 0 0 0 0,0-1 0 0 0,0 1 0 0 0,0 0 0 0 0,0 0 0 0 0,1 1 0 0 0,5-1 0 0 0,-6 1 90 0 0,1 1 0 0 0,-1-1 0 0 0,0 1 0 0 0,0 0 1 0 0,1 0-1 0 0,-1 0 0 0 0,0 1 0 0 0,0-1 0 0 0,0 1 1 0 0,0 0-1 0 0,-1 0 0 0 0,1 0 0 0 0,0 0 0 0 0,-1 0 0 0 0,1 0 1 0 0,-1 1-1 0 0,0-1 0 0 0,0 1 0 0 0,3 4 0 0 0,13 23 165 0 0,-2-1-1 0 0,-2 2 1 0 0,0 0-1 0 0,18 66 1 0 0,-9-26-3295 0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09T21:58:22.71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0 182 10594 0 0,'40'7'1111'0'0,"0"-2"0"0"0,0-1 0 0 0,1-3 0 0 0,49-3 0 0 0,-26-5 333 0 0,120-28-1 0 0,-99 14-607 0 0,340-71-638 0 0,-165 60-6493 0 0,-208 22 1130 0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09T21:58:23.3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33 7834 0 0,'4'1'282'0'0,"0"0"1"0"0,0-1-1 0 0,-1 1 1 0 0,1 0-1 0 0,0-1 1 0 0,0 0-1 0 0,0 0 1 0 0,0 0-1 0 0,0-1 1 0 0,0 1-1 0 0,-1-1 1 0 0,5-1-1 0 0,4 0 333 0 0,82-10 2108 0 0,68-5 642 0 0,-133 15-2871 0 0,1 2 0 0 0,-1 2 1 0 0,48 7-1 0 0,-17 4-471 0 0,138 21 298 0 0,-168-31-598 0 0,0-1 1 0 0,-1-2-1 0 0,1 0 0 0 0,50-9 1 0 0,-74 8-397 0 0,1 0 1 0 0,-1-1 0 0 0,0 1-1 0 0,0-1 1 0 0,0 0 0 0 0,7-4-1 0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09T21:58:23.96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1 325 3225 0 0,'1'-7'237'0'0,"-1"-1"0"0"0,2 0 0 0 0,-1 1 0 0 0,1 0 0 0 0,1-1 0 0 0,-1 1 0 0 0,1 0 0 0 0,0 0 0 0 0,6-9 0 0 0,41-57 2986 0 0,-47 69-2964 0 0,0 0 1 0 0,0 0-1 0 0,1 1 1 0 0,-1-1-1 0 0,1 1 1 0 0,0 0-1 0 0,0 0 1 0 0,0 0-1 0 0,0 0 1 0 0,9-3-1 0 0,-11 5-171 0 0,0 0 0 0 0,0 1 1 0 0,1 0-1 0 0,-1-1 0 0 0,0 1 0 0 0,1 0 0 0 0,-1 0 0 0 0,0 0 0 0 0,1 0 0 0 0,-1 1 0 0 0,0-1 1 0 0,1 1-1 0 0,-1-1 0 0 0,0 1 0 0 0,0 0 0 0 0,0 0 0 0 0,1 0 0 0 0,-1 0 0 0 0,0 0 0 0 0,0 0 0 0 0,-1 0 1 0 0,1 1-1 0 0,0-1 0 0 0,0 1 0 0 0,1 1 0 0 0,58 63 809 0 0,-45-47-1094 0 0,0-1 0 0 0,1 0 0 0 0,1-2 0 0 0,23 17 0 0 0,-41-33 187 0 0,1 0 1 0 0,0 1-1 0 0,0-1 0 0 0,-1 0 1 0 0,1 0-1 0 0,0 0 0 0 0,-1 0 1 0 0,1 0-1 0 0,0 0 0 0 0,0 0 1 0 0,-1-1-1 0 0,1 1 1 0 0,0 0-1 0 0,-1 0 0 0 0,1-1 1 0 0,0 1-1 0 0,-1 0 0 0 0,1 0 1 0 0,-1-1-1 0 0,1 1 0 0 0,0-1 1 0 0,-1 1-1 0 0,1-1 0 0 0,-1 1 1 0 0,1-1-1 0 0,-1 1 0 0 0,1-1 1 0 0,-1 1-1 0 0,0-1 1 0 0,1 1-1 0 0,-1-1 0 0 0,0 0 1 0 0,1 1-1 0 0,-1-1 0 0 0,0 0 1 0 0,0 1-1 0 0,1-1 0 0 0,-1-1 1 0 0,14-36 1353 0 0,-10 26-866 0 0,-3 11-472 0 0,-1 0 1 0 0,0 0 0 0 0,1 0 0 0 0,0 1-1 0 0,-1-1 1 0 0,1 0 0 0 0,-1 0 0 0 0,1 0-1 0 0,0 0 1 0 0,0 0 0 0 0,0 1 0 0 0,-1-1 0 0 0,1 0-1 0 0,0 1 1 0 0,0-1 0 0 0,0 1 0 0 0,0-1-1 0 0,0 1 1 0 0,0-1 0 0 0,0 1 0 0 0,0-1-1 0 0,0 1 1 0 0,0 0 0 0 0,1 0 0 0 0,-1 0 0 0 0,0 0-1 0 0,0-1 1 0 0,0 2 0 0 0,0-1 0 0 0,0 0-1 0 0,0 0 1 0 0,0 0 0 0 0,0 0 0 0 0,1 1-1 0 0,-1-1 1 0 0,0 0 0 0 0,0 1 0 0 0,0-1-1 0 0,0 1 1 0 0,0-1 0 0 0,0 2 0 0 0,9 3-34 0 0,0 1 0 0 0,-1 0 1 0 0,13 11-1 0 0,0 0 8 0 0,-19-16 14 0 0,0 1-1 0 0,0-1 0 0 0,0 0 0 0 0,0 0 1 0 0,0 0-1 0 0,0 0 0 0 0,0 0 0 0 0,0-1 1 0 0,1 1-1 0 0,-1-1 0 0 0,0 0 0 0 0,0 0 1 0 0,0 0-1 0 0,1-1 0 0 0,-1 1 0 0 0,5-2 1 0 0,-1 0 9 0 0,-1 0 0 0 0,0-1 0 0 0,0 0 1 0 0,0 0-1 0 0,0-1 0 0 0,0 1 0 0 0,8-8 1 0 0,1-4-86 0 0,0 1-1 0 0,0-2 1 0 0,-2 0 0 0 0,15-22 0 0 0,-19 23-90 0 0,-1 0 0 0 0,0-1 0 0 0,6-19 0 0 0,-8 18 251 0 0,2 0-1 0 0,12-23 0 0 0,-19 40-32 0 0,-1-1 0 0 0,1 0-1 0 0,-1 0 1 0 0,0 1-1 0 0,1-1 1 0 0,-1 0-1 0 0,1 1 1 0 0,0-1-1 0 0,-1 0 1 0 0,1 1 0 0 0,-1-1-1 0 0,1 1 1 0 0,0-1-1 0 0,0 1 1 0 0,-1-1-1 0 0,1 1 1 0 0,0 0-1 0 0,0-1 1 0 0,-1 1 0 0 0,1 0-1 0 0,0-1 1 0 0,0 1-1 0 0,0 0 1 0 0,0 0-1 0 0,-1 0 1 0 0,2 0 0 0 0,0 0 12 0 0,-1 1 1 0 0,0-1-1 0 0,0 1 1 0 0,0 0-1 0 0,0-1 1 0 0,0 1-1 0 0,0 0 1 0 0,0 0-1 0 0,0 0 1 0 0,0 0 0 0 0,0 0-1 0 0,0 0 1 0 0,0 0-1 0 0,0 0 1 0 0,0 1-1 0 0,5 8 240 0 0,-2 0-1 0 0,1 0 0 0 0,3 13 1 0 0,-5-16-152 0 0,10 29 304 0 0,4 14-450 0 0,43 84 0 0 0,-48-111-4505 0 0,0-1-1534 0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09T21:58:24.4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77 231 2280 0 0,'0'-7'15'0'0,"-1"1"-1"0"0,1 0 0 0 0,-1-1 0 0 0,0 1 0 0 0,-1 0 0 0 0,0-1 1 0 0,0 1-1 0 0,0 0 0 0 0,0 0 0 0 0,-5-6 0 0 0,-1-2 70 0 0,-2 1 0 0 0,-18-21 1 0 0,26 31 324 0 0,1 0 1 0 0,-1 1 0 0 0,1-1 0 0 0,0 0-1 0 0,0 0 1 0 0,0 0 0 0 0,1 0 0 0 0,-1 0 0 0 0,0-1-1 0 0,1 1 1 0 0,0 0 0 0 0,0 0 0 0 0,0 0-1 0 0,1-6 1 0 0,0-4 2772 0 0,10 7 1090 0 0,12 1-2677 0 0,9 2-900 0 0,-1 1 0 0 0,1 1 0 0 0,0 2 0 0 0,-1 2-1 0 0,41 8 1 0 0,45 3-233 0 0,38-12-153 0 0,277-31 0 0 0,-315 18-261 0 0,-106 9-78 0 0,25 0 93 0 0,-34 2-77 0 0,-1 0-1 0 0,0 0 0 0 0,0 0 1 0 0,0 0-1 0 0,0 0 0 0 0,0 0 0 0 0,1 1 1 0 0,-1-1-1 0 0,0 0 0 0 0,0 1 0 0 0,0-1 1 0 0,0 1-1 0 0,0-1 0 0 0,0 1 1 0 0,0 0-1 0 0,0-1 0 0 0,-1 1 0 0 0,1 0 1 0 0,0 0-1 0 0,0-1 0 0 0,0 1 0 0 0,-1 0 1 0 0,1 0-1 0 0,0 0 0 0 0,0 1 1 0 0,1 7-357 0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09T21:59:50.52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172 214 5529 0 0,'-49'11'1842'0'0,"26"-5"-553"0"0,1-2 1 0 0,-1 0-1 0 0,-31 1 0 0 0,75-6-628 0 0,0-1 0 0 0,25-6 0 0 0,2 0-481 0 0,849-91 1228 0 0,487 4 500 0 0,-828 70-884 0 0,-549 25-1011 0 0,357-6 7 0 0,-293 8-1095 0 0,-54 1 130 0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09T21:59:51.1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150 47 6449 0 0,'-20'4'655'0'0,"0"1"0"0"0,0 0 0 0 0,1 2 0 0 0,-36 16-1 0 0,54-22-609 0 0,0-1 0 0 0,1 0-1 0 0,-1 1 1 0 0,0-1-1 0 0,0 1 1 0 0,0-1 0 0 0,0 1-1 0 0,0-1 1 0 0,1 1-1 0 0,-1 0 1 0 0,0-1 0 0 0,1 1-1 0 0,-1 0 1 0 0,0 0-1 0 0,1-1 1 0 0,-1 1 0 0 0,1 0-1 0 0,-1 0 1 0 0,1 0-1 0 0,0 0 1 0 0,-1 0-1 0 0,1 0 1 0 0,-1 1 0 0 0,2-2-8 0 0,-1 1 0 0 0,0 0 0 0 0,1 0 0 0 0,-1-1 0 0 0,1 1 0 0 0,-1 0 1 0 0,1-1-1 0 0,-1 1 0 0 0,1-1 0 0 0,0 1 0 0 0,-1-1 0 0 0,1 1 0 0 0,0-1 1 0 0,-1 1-1 0 0,1-1 0 0 0,0 1 0 0 0,-1-1 0 0 0,1 0 0 0 0,0 1 0 0 0,1-1 1 0 0,6 3 173 0 0,1-1-1 0 0,-1-1 1 0 0,17 2 0 0 0,83-3 1001 0 0,-1-4 0 0 0,119-22 0 0 0,-53 6-555 0 0,600-44-57 0 0,4 49-117 0 0,-291 35-2685 0 0,-456-19-3451 0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09T21:59:51.58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690 4 6913 0 0,'0'-1'44'0'0,"0"1"-1"0"0,0 0 0 0 0,1 0 0 0 0,-1-1 0 0 0,1 1 0 0 0,-1 0 0 0 0,0 0 0 0 0,1-1 0 0 0,-1 1 0 0 0,0 0 0 0 0,1 0 0 0 0,-1 0 0 0 0,1 0 1 0 0,-1 0-1 0 0,1 0 0 0 0,-1-1 0 0 0,1 1 0 0 0,-1 0 0 0 0,0 0 0 0 0,1 0 0 0 0,-1 0 0 0 0,1 1 0 0 0,-1-1 0 0 0,1 0 0 0 0,-1 0 0 0 0,0 0 1 0 0,1 0-1 0 0,-1 0 0 0 0,1 0 0 0 0,-1 1 0 0 0,0-1 0 0 0,1 0 0 0 0,-1 0 0 0 0,0 1 0 0 0,1-1 0 0 0,4 19 974 0 0,-8 22-256 0 0,0-28-550 0 0,-2 0-1 0 0,0-1 0 0 0,0 1 1 0 0,-2-1-1 0 0,1 0 0 0 0,-16 20 1 0 0,-57 64 854 0 0,59-74-882 0 0,-164 181 1162 0 0,-86 100-494 0 0,245-274-934 0 0,9-12-391 0 0,1 1 0 0 0,-18 29 0 0 0,22-29-4434 0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09T21:59:51.88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1 5065 0 0,'0'0'12'0'0,"0"0"1"0"0,0 0-1 0 0,0 0 0 0 0,0 0 0 0 0,0 0 1 0 0,0 0-1 0 0,0 0 0 0 0,-1 0 1 0 0,1 0-1 0 0,0 0 0 0 0,0 0 0 0 0,0 0 1 0 0,0 0-1 0 0,0 0 0 0 0,0 0 1 0 0,0 0-1 0 0,0 0 0 0 0,0 0 0 0 0,0 0 1 0 0,-1 0-1 0 0,1 0 0 0 0,0 0 1 0 0,0 0-1 0 0,0 0 0 0 0,0 0 0 0 0,0 0 1 0 0,0 0-1 0 0,0 0 0 0 0,0 0 1 0 0,0 0-1 0 0,0 0 0 0 0,0 0 0 0 0,-1 0 1 0 0,1 0-1 0 0,0 0 0 0 0,0 0 1 0 0,0 0-1 0 0,0 0 0 0 0,0 1 0 0 0,0-1 1 0 0,0 0-1 0 0,0 0 0 0 0,0 0 0 0 0,0 0 1 0 0,0 0-1 0 0,0 0 0 0 0,0 0 1 0 0,0 0-1 0 0,0 0 0 0 0,0 0 0 0 0,0 1 1 0 0,0-1-1 0 0,0 0 0 0 0,0 0 1 0 0,0 0-1 0 0,0 0 0 0 0,0 0 0 0 0,0 0 1 0 0,0 0-1 0 0,0 0 0 0 0,0 0 1 0 0,0 0-1 0 0,0 1 0 0 0,0-1 0 0 0,0 0 1 0 0,0 0-1 0 0,0 0 0 0 0,0 0 1 0 0,1 0-1 0 0,7 7 499 0 0,14 5 439 0 0,439 159 8426 0 0,11-35-6150 0 0,-270-80-2664 0 0,-158-44-525 0 0,92 29 155 0 0,-114-33-234 0 0,-1 1-1 0 0,0 1 0 0 0,0 0 0 0 0,19 15 1 0 0,-18-6-1729 0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09T21:59:52.5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10 10138 0 0,'-8'-9'827'0'0,"8"11"-155"0"0,14 22 360 0 0,-2-3-209 0 0,7 24 376 0 0,-3 1-1 0 0,-1 1 0 0 0,14 80 1 0 0,7 151 279 0 0,-29-216-1135 0 0,6 63-531 0 0,45 344 1790 0 0,-11-238-3014 0 0,23-6-4167 0 0,-56-189-669 0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09T21:59:53.0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61 5 10594 0 0,'0'1'32'0'0,"0"-1"-1"0"0,0 0 1 0 0,1 0-1 0 0,-1 0 1 0 0,0 0-1 0 0,0-1 1 0 0,0 1-1 0 0,0 0 1 0 0,0 0-1 0 0,1 0 1 0 0,-1 0-1 0 0,0 0 1 0 0,0 0-1 0 0,0 0 1 0 0,0 0-1 0 0,0 0 1 0 0,0 0 0 0 0,0 0-1 0 0,1 0 1 0 0,-1 0-1 0 0,0 0 1 0 0,0 0-1 0 0,0-1 1 0 0,0 1-1 0 0,0 0 1 0 0,0 0-1 0 0,0 0 1 0 0,0 0-1 0 0,0 0 1 0 0,0 0-1 0 0,0-1 1 0 0,1 1-1 0 0,-1 0 1 0 0,0 0-1 0 0,0 0 1 0 0,0 0-1 0 0,0 0 1 0 0,0 0-1 0 0,0-1 1 0 0,0 1-1 0 0,0 0 1 0 0,0 0-1 0 0,0 0 1 0 0,0 0-1 0 0,0 0 1 0 0,-1 0-1 0 0,1-1 1 0 0,0 1-1 0 0,0 0 1 0 0,0 0-1 0 0,0 0 1 0 0,0 0-1 0 0,0-1 1 0 0,10 11 439 0 0,-7 1-323 0 0,0 0 0 0 0,-1 1 0 0 0,0-1 0 0 0,-1 1 1 0 0,0-1-1 0 0,-1 1 0 0 0,-2 22 0 0 0,0-4 256 0 0,-59 570 1167 0 0,45-494-2409 0 0,14-85-643 0 0,-1-4-3501 0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09T21:59:53.3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26 9218 0 0,'0'-1'51'0'0,"0"0"1"0"0,0 0-1 0 0,1 0 1 0 0,-1 0-1 0 0,1-1 1 0 0,-1 1-1 0 0,1 0 1 0 0,-1 0-1 0 0,1 0 1 0 0,-1 0-1 0 0,1 1 1 0 0,0-1-1 0 0,0 0 1 0 0,-1 0-1 0 0,1 0 1 0 0,0 0-1 0 0,0 1 0 0 0,0-1 1 0 0,0 0-1 0 0,0 1 1 0 0,0-1-1 0 0,1 0 1 0 0,1 0 120 0 0,0 0 0 0 0,1 1 0 0 0,-1-1 0 0 0,0 0 0 0 0,0 1 0 0 0,0 0 0 0 0,7 0 0 0 0,2 1 297 0 0,0 1 0 0 0,0 0 1 0 0,15 5-1 0 0,-12-2-170 0 0,0 2 0 0 0,0-1 0 0 0,-1 2-1 0 0,0 0 1 0 0,-1 0 0 0 0,0 1 0 0 0,0 1 0 0 0,-1 1 0 0 0,0-1 0 0 0,0 2 0 0 0,-2-1 0 0 0,15 20-1 0 0,8 18-1 0 0,-2 1 0 0 0,27 55-1 0 0,-29-50-86 0 0,-14-26-177 0 0,90 153 205 0 0,-87-154-293 0 0,1-1 0 0 0,2-1 0 0 0,1-1 0 0 0,30 28 0 0 0,-49-50-101 0 0,27 20-342 0 0,-29-22 281 0 0,1-1 1 0 0,-1 1 0 0 0,0 0 0 0 0,0 0 0 0 0,1-1-1 0 0,-1 1 1 0 0,1-1 0 0 0,-1 1 0 0 0,0-1 0 0 0,1 0 0 0 0,-1 1-1 0 0,1-1 1 0 0,-1 0 0 0 0,1 0 0 0 0,-1 0 0 0 0,1 0-1 0 0,-1 0 1 0 0,1-1 0 0 0,-1 1 0 0 0,1 0 0 0 0,1-1-1 0 0,2-4-1406 0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09T21:59:53.52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19 133 6449 0 0,'-17'-13'860'0'0,"17"12"-777"0"0,0 1 0 0 0,-1 0 1 0 0,1-1-1 0 0,0 1 0 0 0,0 0 0 0 0,0-1 1 0 0,0 1-1 0 0,0 0 0 0 0,0-1 0 0 0,0 1 1 0 0,0 0-1 0 0,-1-1 0 0 0,1 1 0 0 0,0-1 1 0 0,0 1-1 0 0,1 0 0 0 0,-1-1 1 0 0,0 1-1 0 0,0 0 0 0 0,0-1 0 0 0,0 1 1 0 0,0 0-1 0 0,0-1 0 0 0,0 1 0 0 0,1 0 1 0 0,-1-1-1 0 0,0 1 0 0 0,0-1 0 0 0,3-1 347 0 0,1-1-1 0 0,-1 1 0 0 0,0 0 1 0 0,0 0-1 0 0,1 0 0 0 0,-1 1 1 0 0,7-3-1 0 0,-4 2-639 0 0,160-56-187 0 0,-103 39-103 0 0,-31 8 484 0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09T21:59:53.7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29 3 6913 0 0,'-20'-3'721'0'0,"19"3"-660"0"0,1 0 0 0 0,0 1 1 0 0,-1-1-1 0 0,1 0 0 0 0,-1 0 0 0 0,1 0 0 0 0,0 0 1 0 0,-1 1-1 0 0,1-1 0 0 0,0 0 0 0 0,-1 0 0 0 0,1 1 1 0 0,0-1-1 0 0,-1 0 0 0 0,1 1 0 0 0,0-1 0 0 0,0 0 1 0 0,-1 1-1 0 0,1-1 0 0 0,0 0 0 0 0,0 1 0 0 0,0-1 1 0 0,-1 0-1 0 0,1 1 0 0 0,0-1 0 0 0,0 1 0 0 0,0 3 315 0 0,0 0-1 0 0,0-1 0 0 0,1 1 1 0 0,-1 0-1 0 0,1 0 1 0 0,0-1-1 0 0,2 6 0 0 0,-1-2-252 0 0,12 60 1638 0 0,-2 2 0 0 0,5 109 0 0 0,5 34-1588 0 0,-16-175-388 0 0,15 50 0 0 0,-15-71-1813 0 0,0 1 0 0 0,15 27 0 0 0,-10-27-2877 0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09T21:59:54.05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24 4609 0 0,'1'-1'27'0'0,"-1"0"0"0"0,1 0 0 0 0,-1 0 0 0 0,1 0 0 0 0,0 0 0 0 0,-1 0 0 0 0,1 0 0 0 0,0 0 0 0 0,0 0 0 0 0,0 1 0 0 0,0-1 0 0 0,-1 0 0 0 0,1 1 0 0 0,0-1 0 0 0,0 0 0 0 0,0 1 0 0 0,0-1 0 0 0,1 1 0 0 0,-1 0 0 0 0,0-1 0 0 0,0 1 0 0 0,0 0 0 0 0,2-1 0 0 0,32-2 582 0 0,-21 2-346 0 0,10 0 252 0 0,1 0-1 0 0,-1 1 1 0 0,1 2-1 0 0,-1 0 1 0 0,0 2-1 0 0,0 0 1 0 0,0 2-1 0 0,0 1 1 0 0,-1 0-1 0 0,0 2 1 0 0,-1 1-1 0 0,30 17 1 0 0,-38-19-292 0 0,-1 1 1 0 0,-1 0 0 0 0,0 0-1 0 0,0 2 1 0 0,-1-1 0 0 0,0 2-1 0 0,0-1 1 0 0,-2 1-1 0 0,1 1 1 0 0,-2 0 0 0 0,1 0-1 0 0,-2 1 1 0 0,0 0 0 0 0,-1 0-1 0 0,0 1 1 0 0,-1-1 0 0 0,0 1-1 0 0,-2 0 1 0 0,0 1 0 0 0,2 24-1 0 0,-5-24-134 0 0,0 0 0 0 0,-2 1 0 0 0,0-1-1 0 0,-1 0 1 0 0,0 0 0 0 0,-1 0-1 0 0,-1-1 1 0 0,-1 1 0 0 0,0-1 0 0 0,-15 26-1 0 0,6-16-42 0 0,-1 0-1 0 0,-1-1 0 0 0,-1-1 0 0 0,-1 0 0 0 0,-26 22 0 0 0,-4-5-2272 0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09T21:59:54.4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209 99 1376 0 0,'2'-2'-34'0'0,"0"-1"1"0"0,0 1-1 0 0,0-1 0 0 0,0 0 0 0 0,-1 0 0 0 0,1 1 1 0 0,-1-1-1 0 0,2-3 0 0 0,-2 2 415 0 0,0 1 0 0 0,0-1 0 0 0,-1 1 0 0 0,1 0 0 0 0,-1-1 0 0 0,0 0 0 0 0,0-5 0 0 0,0 8-145 0 0,0-1 1 0 0,0 0-1 0 0,0 1 0 0 0,-1-1 0 0 0,1 1 0 0 0,-1-1 0 0 0,1 0 1 0 0,-1 1-1 0 0,0-1 0 0 0,1 1 0 0 0,-1-1 0 0 0,0 1 0 0 0,0 0 1 0 0,0-1-1 0 0,0 1 0 0 0,0 0 0 0 0,0 0 0 0 0,-1-1 0 0 0,1 1 1 0 0,0 0-1 0 0,0 0 0 0 0,-1 0 0 0 0,1 1 0 0 0,-1-1 0 0 0,1 0 1 0 0,-1 0-1 0 0,1 1 0 0 0,-1-1 0 0 0,0 1 0 0 0,1 0 0 0 0,-1-1 1 0 0,1 1-1 0 0,-1 0 0 0 0,0 0 0 0 0,1 0 0 0 0,-1 0 1 0 0,0 0-1 0 0,-1 0 0 0 0,-1 1-19 0 0,0 0 1 0 0,0 0 0 0 0,0 1-1 0 0,0-1 1 0 0,1 1-1 0 0,-1 0 1 0 0,1 0-1 0 0,-1 0 1 0 0,1 0-1 0 0,-1 1 1 0 0,1-1-1 0 0,0 1 1 0 0,0 0 0 0 0,1 0-1 0 0,-1 0 1 0 0,0 0-1 0 0,-3 6 1 0 0,-4 7 82 0 0,1 0 1 0 0,-11 23-1 0 0,0 7 74 0 0,-22 69 1 0 0,36-98-318 0 0,2 0 1 0 0,1 1 0 0 0,0-1 0 0 0,1 1-1 0 0,1 0 1 0 0,0 0 0 0 0,4 28 0 0 0,-2-38 21 0 0,0-1 1 0 0,1 1 0 0 0,0-1-1 0 0,1 1 1 0 0,-1-1 0 0 0,1 0-1 0 0,1 0 1 0 0,-1 0 0 0 0,1 0-1 0 0,1-1 1 0 0,-1 0 0 0 0,1 0-1 0 0,0 0 1 0 0,1 0-1 0 0,-1-1 1 0 0,1 0 0 0 0,0 0-1 0 0,0 0 1 0 0,1-1 0 0 0,-1 0-1 0 0,1 0 1 0 0,0 0 0 0 0,0-1-1 0 0,0 0 1 0 0,1-1-1 0 0,10 3 1 0 0,2-1 38 0 0,-1-1 0 0 0,1 0 0 0 0,-1-2 0 0 0,1 0 0 0 0,-1-2 0 0 0,1 0 0 0 0,0-1 0 0 0,-1-1 0 0 0,26-7 0 0 0,158-56 79 0 0,-120 38-6670 0 0,-50 15-586 0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09T22:00:07.09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48 2953 1376 0 0,'-26'14'792'0'0,"4"-2"-49"0"0,49-51-51 0 0,14-2-544 0 0,3 3 0 0 0,52-37 0 0 0,48-41-135 0 0,-77 53 159 0 0,2 3 0 0 0,138-92 1 0 0,159-103-237 0 0,-54 44 64 0 0,-184 128 0 0 0,293-177-80 0 0,-51 49 224 0 0,-104 72 75 0 0,-43 21-78 0 0,-214 113-141 0 0,503-232 60 0 0,-173 101 16 0 0,298-107 76 0 0,-205 117-79 0 0,220-5-10 0 0,-501 107-16 0 0,1159-154-477 0 0,-428 141-291 0 0,-722 43 737 0 0,0 8 0 0 0,0 6 0 0 0,232 62 0 0 0,-316-61-16 0 0,748 188 0 0 0,-537-142 32 0 0,421 156 0 0 0,-348-98-31 0 0,0 0-8 0 0,-11 30 357 0 0,25 55-11 0 0,-123-68 354 0 0,-106-59 676 0 0,196 147-1 0 0,-120-53 95 0 0,-170-131-1057 0 0,-1 3 0 0 0,46 59-1 0 0,80 123 765 0 0,101 121-910 0 0,-242-314-1311 0 0,0-2-3128 0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09T22:00:08.22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1124 4609 0 0,'0'-6'45'0'0,"-1"-1"-1"0"0,1 1 1 0 0,1-1-1 0 0,-1 1 1 0 0,1-1 0 0 0,0 1-1 0 0,1-1 1 0 0,-1 1 0 0 0,1 0-1 0 0,1 0 1 0 0,5-12-1 0 0,3-1-74 0 0,1 0 0 0 0,17-20 0 0 0,-9 13 73 0 0,6-8 63 0 0,2 1 0 0 0,2 1 0 0 0,0 2 0 0 0,2 1 0 0 0,2 1 0 0 0,0 2 0 0 0,2 2 0 0 0,0 1 0 0 0,56-26 0 0 0,56-25 119 0 0,-20 9-203 0 0,151-53 1 0 0,-124 69 25 0 0,172-30 0 0 0,165-2-186 0 0,-78 16 189 0 0,248-6-112 0 0,3 49 621 0 0,-410 35-384 0 0,-1 12 0 0 0,-2 11 0 0 0,373 101 0 0 0,43 67-374 0 0,145 36 1395 0 0,-792-235-1158 0 0,550 140 727 0 0,-14 42-511 0 0,-369-113-455 0 0,176 75 617 0 0,-253-98-1918 0 0,125 79-1 0 0,-173-90-1465 0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09T22:00:09.10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1 252 5985 0 0,'4'-5'44'0'0,"0"1"-1"0"0,0 0 1 0 0,0 0-1 0 0,0 0 0 0 0,1 0 1 0 0,0 1-1 0 0,0 0 1 0 0,0 0-1 0 0,0 0 1 0 0,0 0-1 0 0,1 1 1 0 0,-1 0-1 0 0,9-2 0 0 0,6-4-11 0 0,83-32-62 0 0,2 4 0 0 0,1 6 0 0 0,1 4-1 0 0,2 4 1 0 0,210-13 0 0 0,-44 28-44 0 0,327 33 0 0 0,79 38 165 0 0,-201-16-107 0 0,-320-34-36 0 0,419 47 581 0 0,-446-40-87 0 0,-1 6-1 0 0,168 57 0 0 0,-228-57-683 0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09T22:00:11.00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33 2978 3225 0 0,'-2'0'109'0'0,"1"0"0"0"0,-1 0 1 0 0,1 0-1 0 0,-1-1 0 0 0,1 1 1 0 0,0-1-1 0 0,-1 1 0 0 0,1-1 1 0 0,-1 1-1 0 0,1-1 1 0 0,0 0-1 0 0,0 1 0 0 0,-1-1 1 0 0,1 0-1 0 0,0 0 0 0 0,0 0 1 0 0,0 0-1 0 0,0 0 0 0 0,0 0 1 0 0,0-1-1 0 0,0 1 0 0 0,0 0 1 0 0,0 0-1 0 0,1-1 0 0 0,-2-2 1 0 0,2 2-8 0 0,0 0 0 0 0,0-1 1 0 0,0 1-1 0 0,0 0 0 0 0,1-1 1 0 0,-1 1-1 0 0,1 0 0 0 0,0 0 1 0 0,-1-1-1 0 0,1 1 0 0 0,0 0 1 0 0,0 0-1 0 0,0 0 0 0 0,3-4 1 0 0,6-7 164 0 0,1 1 1 0 0,-1 0 0 0 0,22-18 0 0 0,21-14-218 0 0,2 3 0 0 0,2 3 0 0 0,95-49 0 0 0,42-29-50 0 0,41-21 0 0 0,-183 112-2 0 0,332-155-17 0 0,100-26-952 0 0,-51 44 672 0 0,-404 152 288 0 0,161-51-176 0 0,23-7-132 0 0,876-304-410 0 0,-823 295 729 0 0,-22 7 0 0 0,1180-342-768 0 0,-1090 337 406 0 0,-57 13 100 0 0,1421-269-950 0 0,-1515 303 819 0 0,703-93-1019 0 0,2061-6 3660 0 0,-1031 183-2491 0 0,-1807-49-56 0 0,-1 6-1 0 0,144 34 1 0 0,-201-33 289 0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09T22:00:11.87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2604 6913 0 0,'3'-7'-118'0'0,"0"-1"-1"0"0,0 1 0 0 0,1 0 0 0 0,0 0 1 0 0,1 0-1 0 0,0 0 0 0 0,0 1 0 0 0,7-8 0 0 0,2-3 268 0 0,24-29-193 0 0,2 2 0 0 0,2 2 0 0 0,2 2 0 0 0,2 2 0 0 0,1 1 0 0 0,2 3 0 0 0,54-29 0 0 0,155-96-175 0 0,-22 12 201 0 0,267-120 71 0 0,-295 168-40 0 0,473-206-146 0 0,334-52-802 0 0,113 47 1238 0 0,-1104 305-295 0 0,1107-208-611 0 0,-98 91 431 0 0,-234 31 724 0 0,-728 82-407 0 0,453-52 1747 0 0,0 34 575 0 0,-460 27-2139 0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09T22:00:12.80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2661 10594 0 0,'21'1'21'0'0,"0"-1"-1"0"0,1-1 0 0 0,-1-1 1 0 0,0-1-1 0 0,31-9 1 0 0,-17 5 31 0 0,121-27 42 0 0,-1-7 0 0 0,289-118-1 0 0,-168 37 78 0 0,159-69-190 0 0,179-97-663 0 0,-303 136 580 0 0,111-73 488 0 0,-13-25 717 0 0,-173 105-809 0 0,73-78 604 0 0,-156 107-326 0 0,248-219 173 0 0,-79 71-898 0 0,-232 194-664 0 0,-62 48 6 0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09T22:00:14.39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15 6171 6913 0 0,'-4'-12'150'0'0,"1"-1"0"0"0,0 0 0 0 0,-1-24 0 0 0,4 32-101 0 0,0 0 1 0 0,0 0-1 0 0,1 0 1 0 0,-1 0-1 0 0,1 0 1 0 0,0 0-1 0 0,1 0 1 0 0,-1 0-1 0 0,1 0 1 0 0,0 1-1 0 0,0-1 1 0 0,1 0-1 0 0,2-3 1 0 0,-4 6-10 0 0,1 1 1 0 0,-1 0-1 0 0,0 0 1 0 0,0 0-1 0 0,1 0 1 0 0,-1 0-1 0 0,1 0 1 0 0,-1 0-1 0 0,1 0 1 0 0,-1 0-1 0 0,1 1 1 0 0,-1-1-1 0 0,1 1 1 0 0,0-1-1 0 0,-1 1 1 0 0,1 0-1 0 0,0-1 1 0 0,-1 1-1 0 0,1 0 1 0 0,0 0-1 0 0,-1 0 1 0 0,1 1-1 0 0,0-1 1 0 0,-1 0-1 0 0,1 0 1 0 0,0 1-1 0 0,-1-1 1 0 0,1 1-1 0 0,-1 0 1 0 0,1-1-1 0 0,-1 1 1 0 0,3 1-1 0 0,6 4 4 0 0,0 0-1 0 0,0 1 1 0 0,14 11-1 0 0,-19-13 28 0 0,236 213-613 0 0,-62-50-307 0 0,-128-125 716 0 0,95 62 0 0 0,-14-29 93 0 0,3-5 0 0 0,3-7 0 0 0,251 80 0 0 0,864 179-51 0 0,-976-279 272 0 0,2-13 1 0 0,0-11-1 0 0,360-22 1 0 0,-251-23-134 0 0,535-102 0 0 0,273-155-131 0 0,-378 2-238 0 0,-25-66-77 0 0,-421 163-183 0 0,454-299-1 0 0,-794 461 569 0 0,606-425-661 0 0,-628 438 663 0 0,548-426-199 0 0,-18-23 170 0 0,177-241 351 0 0,-606 577-200 0 0,283-331 36 0 0,-304 339-121 0 0,423-569 190 0 0,-442 578-139 0 0,184-289 410 0 0,239-405 2093 0 0,-373 606-2094 0 0,102-152 167 0 0,-14 9-167 0 0,-187 295-844 0 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09T22:00:15.26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5003 1376 0 0,'136'-117'-282'0'0,"333"-311"535"0"0,-329 303 94 0 0,389-361 1590 0 0,-111 92-544 0 0,87-98-120 0 0,-383 370-993 0 0,379-410 1090 0 0,-88 32 399 0 0,-375 452-1640 0 0,173-241 533 0 0,-101 132-460 0 0,253-391-11 0 0,-55 78 42 0 0,-139 215-216 0 0,-142 216-205 0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09T22:00:16.13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45 5894 6913 0 0,'-4'1'218'0'0,"-26"6"320"0"0,30-7-547 0 0,0 0 0 0 0,-1 0 0 0 0,1 0-1 0 0,-1 0 1 0 0,1 0 0 0 0,-1 0 0 0 0,1 0-1 0 0,0 0 1 0 0,-1 0 0 0 0,1 0 0 0 0,-1 1-1 0 0,1-1 1 0 0,0 0 0 0 0,-1 0 0 0 0,1 0-1 0 0,-1 1 1 0 0,1-1 0 0 0,0 0-1 0 0,-1 0 1 0 0,1 1 0 0 0,0-1 0 0 0,-1 0-1 0 0,1 1 1 0 0,0-1 0 0 0,0 0 0 0 0,-1 1-1 0 0,1-1 1 0 0,0 1 0 0 0,0-1 0 0 0,0 0-1 0 0,0 1 1 0 0,-1-1 0 0 0,1 1 0 0 0,0-1-1 0 0,0 0 1 0 0,0 1 0 0 0,0-1 0 0 0,0 1-1 0 0,0-1 1 0 0,0 1 0 0 0,0-1 0 0 0,0 0-1 0 0,0 1 1 0 0,0-1 0 0 0,0 1 0 0 0,1-1-1 0 0,-1 1 1 0 0,0-1 0 0 0,0 0 0 0 0,0 1-1 0 0,0-1 1 0 0,1 1 0 0 0,0 0 31 0 0,1-1-1 0 0,-1 1 1 0 0,0-1 0 0 0,1 1-1 0 0,-1-1 1 0 0,1 1-1 0 0,-1-1 1 0 0,1 0 0 0 0,-1 0-1 0 0,1 0 1 0 0,-1 0 0 0 0,1 0-1 0 0,-1 0 1 0 0,1 0 0 0 0,-1 0-1 0 0,1 0 1 0 0,-1-1 0 0 0,1 1-1 0 0,2-2 1 0 0,32-12 12 0 0,-31 12-14 0 0,225-119 348 0 0,-53 23-634 0 0,652-334-3237 0 0,-676 344 3586 0 0,535-325 961 0 0,-407 230-545 0 0,116-79 15 0 0,363-248-510 0 0,-462 308-299 0 0,200-143-986 0 0,-205 137 620 0 0,45-33 258 0 0,97-73 190 0 0,28-20 200 0 0,-262 186 169 0 0,153-120 387 0 0,-106 70 234 0 0,132-109 997 0 0,330-329 2819 0 0,-191 151-3630 0 0,-424 408-2760 0 0,-49 44-2090 0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09T21:56:59.95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513 419 6449 0 0,'-21'-8'589'0'0,"-2"2"0"0"0,1 0-1 0 0,-1 2 1 0 0,0 0-1 0 0,0 2 1 0 0,-45 0 0 0 0,56 3-417 0 0,0 1 1 0 0,0 0-1 0 0,0 0 1 0 0,0 1 0 0 0,1 1-1 0 0,-1 0 1 0 0,1 0-1 0 0,0 1 1 0 0,0 1-1 0 0,1 0 1 0 0,-1 0 0 0 0,1 1-1 0 0,1 0 1 0 0,-1 1-1 0 0,-8 9 1 0 0,5-1-88 0 0,0 0 1 0 0,1 0 0 0 0,0 2-1 0 0,2-1 1 0 0,0 1-1 0 0,1 1 1 0 0,1 0-1 0 0,1 0 1 0 0,0 1-1 0 0,2-1 1 0 0,0 1 0 0 0,-4 39-1 0 0,5-16 59 0 0,2 0 0 0 0,2 0 0 0 0,2 0 0 0 0,2 0 0 0 0,11 49 0 0 0,-10-68-166 0 0,1-1-1 0 0,1 0 0 0 0,2 0 1 0 0,0-1-1 0 0,1 0 1 0 0,1-1-1 0 0,1 0 0 0 0,1-1 1 0 0,1 0-1 0 0,22 24 1 0 0,-25-32 2 0 0,1 0 1 0 0,0-1 0 0 0,0 0 0 0 0,1-1 0 0 0,1-1 0 0 0,0 0 0 0 0,0-1 0 0 0,0 0 0 0 0,1-1 0 0 0,0-1-1 0 0,1-1 1 0 0,0 0 0 0 0,-1 0 0 0 0,1-2 0 0 0,1 0 0 0 0,19 1 0 0 0,-16-5-46 0 0,1 0 1 0 0,-1-1-1 0 0,0-1 0 0 0,0-1 1 0 0,0-1-1 0 0,-1 0 1 0 0,1-2-1 0 0,-1 0 0 0 0,-1-2 1 0 0,19-10-1 0 0,-6 2 141 0 0,-2-2 1 0 0,0-1-1 0 0,-1-1 0 0 0,-1-2 0 0 0,24-26 0 0 0,-26 22 119 0 0,-2-1-1 0 0,-1-2 0 0 0,-2 0 0 0 0,0-1 0 0 0,-3-1 0 0 0,0-1 0 0 0,13-38 0 0 0,-9 11 263 0 0,-3-1 0 0 0,-3-1-1 0 0,10-79 1 0 0,-20 107-128 0 0,-3 0 0 0 0,0 0 0 0 0,-3 0 0 0 0,0 0 0 0 0,-3 0 0 0 0,0 0 1 0 0,-19-65-1 0 0,18 82-252 0 0,-1 0 1 0 0,-1 1 0 0 0,0 0 0 0 0,-1 0 0 0 0,-1 0-1 0 0,0 1 1 0 0,-1 1 0 0 0,-1 0 0 0 0,0 0-1 0 0,-1 1 1 0 0,0 0 0 0 0,-1 1 0 0 0,0 0 0 0 0,-1 1-1 0 0,-1 1 1 0 0,1 0 0 0 0,-19-8 0 0 0,16 11-61 0 0,1 1-1 0 0,-1 0 1 0 0,-1 2 0 0 0,1 0 0 0 0,-1 1 0 0 0,1 0 0 0 0,-1 2 0 0 0,0 0 0 0 0,1 1 0 0 0,-1 1 0 0 0,-22 3 0 0 0,26-2-185 0 0,1 1 0 0 0,-1 0 0 0 0,0 0 0 0 0,1 2 0 0 0,0 0 0 0 0,0 0 0 0 0,0 1 0 0 0,1 1 0 0 0,0 0 0 0 0,0 0 0 0 0,0 2 0 0 0,1-1 0 0 0,1 1 0 0 0,-17 18 0 0 0,19-16-1397 0 0,-1 1 0 0 0,2 0 0 0 0,-11 24 0 0 0,0 4-4189 0 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09T21:57:00.90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446 422 6913 0 0,'-16'-21'601'0'0,"-1"1"0"0"0,-2 0 0 0 0,0 1 0 0 0,0 1 0 0 0,-2 1 0 0 0,0 1 0 0 0,-1 1-1 0 0,-42-22 1 0 0,59 34-407 0 0,1 1 0 0 0,-1-1 0 0 0,0 1 0 0 0,0 1 0 0 0,0-1 0 0 0,0 1 0 0 0,0-1 0 0 0,-1 2 0 0 0,1-1 1 0 0,0 0-1 0 0,-1 1 0 0 0,1 0 0 0 0,0 1 0 0 0,0-1 0 0 0,-1 1 0 0 0,1 0 0 0 0,-7 2 0 0 0,6-1-79 0 0,1 1 1 0 0,0 0 0 0 0,-1 0-1 0 0,1 0 1 0 0,1 1-1 0 0,-1 0 1 0 0,0 0 0 0 0,1 0-1 0 0,0 0 1 0 0,0 1 0 0 0,0 0-1 0 0,1-1 1 0 0,-1 1 0 0 0,1 1-1 0 0,-3 5 1 0 0,-3 9-75 0 0,0-1 1 0 0,1 2 0 0 0,2-1-1 0 0,0 1 1 0 0,0 0 0 0 0,2 0-1 0 0,-2 36 1 0 0,5-28-61 0 0,1 1-1 0 0,2 0 1 0 0,1-1-1 0 0,1 1 1 0 0,8 28-1 0 0,3-8-73 0 0,2-1 0 0 0,2 0 0 0 0,2-2 0 0 0,2 0 0 0 0,2-2 0 0 0,34 46 0 0 0,-42-66-104 0 0,0-2 0 0 0,2 0 0 0 0,1-1 0 0 0,1-1 0 0 0,1-1 0 0 0,0-1 0 0 0,45 29 0 0 0,-52-39-35 0 0,1-1 0 0 0,0 0 1 0 0,1-2-1 0 0,0 1 0 0 0,0-2 1 0 0,0 0-1 0 0,0-1 0 0 0,1-1 0 0 0,0 0 1 0 0,-1-2-1 0 0,1 0 0 0 0,0-1 1 0 0,0 0-1 0 0,22-5 0 0 0,-17 1 217 0 0,-1 0-1 0 0,1-2 1 0 0,-1-1 0 0 0,0-1-1 0 0,0-1 1 0 0,-1 0-1 0 0,0-2 1 0 0,-1-1 0 0 0,0 0-1 0 0,-1-1 1 0 0,0-1-1 0 0,-1-1 1 0 0,-1-1 0 0 0,-1 0-1 0 0,0-1 1 0 0,-1-1-1 0 0,0 0 1 0 0,-2-1 0 0 0,18-33-1 0 0,-14 20 506 0 0,-1-1-1 0 0,-2-1 1 0 0,-2 0 0 0 0,0-1-1 0 0,-3 0 1 0 0,-1 0 0 0 0,-1-1-1 0 0,-2 0 1 0 0,-2-1 0 0 0,-2-51-1 0 0,-3 39-170 0 0,-3 1 0 0 0,-2 0 0 0 0,-2 0-1 0 0,-2 1 1 0 0,-2 0 0 0 0,-3 1 0 0 0,-27-59 0 0 0,36 90-333 0 0,0 0 1 0 0,-1 0 0 0 0,-1 1 0 0 0,-1 0-1 0 0,0 1 1 0 0,0 0 0 0 0,-24-23-1 0 0,27 31-89 0 0,0-1-1 0 0,0 1 0 0 0,-1 1 0 0 0,0 0 0 0 0,1 0 0 0 0,-1 0 0 0 0,-1 1 0 0 0,1 0 0 0 0,0 0 0 0 0,-1 1 1 0 0,1 0-1 0 0,-1 1 0 0 0,0 0 0 0 0,1 0 0 0 0,-1 1 0 0 0,-15 1 0 0 0,15 0-209 0 0,-1 0 1 0 0,0 1-1 0 0,1 0 0 0 0,-1 1 1 0 0,1 0-1 0 0,0 0 0 0 0,0 1 0 0 0,0 0 1 0 0,-14 9-1 0 0,-7 11-5123 0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09T21:57:01.60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78 110 10594 0 0,'-7'10'52'0'0,"1"-1"0"0"0,0 1 0 0 0,0 0 0 0 0,1 0 0 0 0,0 0 0 0 0,1 1 0 0 0,0 0 0 0 0,-2 11 0 0 0,1-7 319 0 0,-1 8-207 0 0,0-1 0 0 0,2 1 0 0 0,0 0-1 0 0,2 0 1 0 0,1 0 0 0 0,0 1 0 0 0,2-1 0 0 0,0 0-1 0 0,6 27 1 0 0,-1-21-53 0 0,1-1-1 0 0,1 0 0 0 0,2 0 0 0 0,1-1 1 0 0,1-1-1 0 0,1 0 0 0 0,17 26 1 0 0,-13-27-28 0 0,0-2 0 0 0,1 0 0 0 0,2-1 1 0 0,0-1-1 0 0,1-1 0 0 0,1 0 0 0 0,26 16 1 0 0,-28-23 15 0 0,0-1 0 0 0,0-1-1 0 0,1 0 1 0 0,1-2 0 0 0,0 0 0 0 0,0-2 0 0 0,0 0 0 0 0,1-2 0 0 0,26 4 0 0 0,-28-8-60 0 0,1 0 0 0 0,0-2 0 0 0,-1 0-1 0 0,0-1 1 0 0,1-1 0 0 0,-1-2 0 0 0,0 0 0 0 0,0-1 0 0 0,-1 0 0 0 0,0-2 0 0 0,0-1 0 0 0,-1 0 0 0 0,0-1 0 0 0,0-2 0 0 0,-1 1 0 0 0,-1-2 0 0 0,25-23 0 0 0,-19 14 331 0 0,0-1 0 0 0,-2-1-1 0 0,-1-1 1 0 0,0 0 0 0 0,-2-2 0 0 0,-1 0 0 0 0,-2-1 0 0 0,0-1 0 0 0,-2 0 0 0 0,-1-1 0 0 0,9-38-1 0 0,-16 46-175 0 0,-1 0 0 0 0,-1-1-1 0 0,-1 1 1 0 0,-1 0-1 0 0,-1-1 1 0 0,-6-41 0 0 0,4 47-134 0 0,-1 1 0 0 0,-1-1 0 0 0,-1 1 0 0 0,0 0 0 0 0,-1 0 0 0 0,-1 0 0 0 0,0 1 1 0 0,-1 0-1 0 0,-17-24 0 0 0,16 29-54 0 0,0 1 1 0 0,-1 0-1 0 0,0 0 1 0 0,-1 1-1 0 0,0 0 1 0 0,0 1-1 0 0,-1 0 1 0 0,1 1-1 0 0,-1 0 1 0 0,-22-6-1 0 0,-2 0-65 0 0,-1 2 0 0 0,-55-7-1 0 0,61 13-516 0 0,-1 1 0 0 0,0 2 1 0 0,1 1-1 0 0,-38 4 0 0 0,30 2-6572 0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09T21:57:11.13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238 29 4145 0 0,'0'-1'276'0'0,"0"-1"-1"0"0,-1 0 1 0 0,1 1 0 0 0,-1-1 0 0 0,0 1 0 0 0,1-1-1 0 0,-1 1 1 0 0,0-1 0 0 0,0 1 0 0 0,0-1-1 0 0,0 1 1 0 0,0 0 0 0 0,-1-1 0 0 0,1 1 0 0 0,0 0-1 0 0,0 0 1 0 0,-1 0 0 0 0,1 0 0 0 0,-1 0 0 0 0,-1-1-1 0 0,1 2-86 0 0,0 0 0 0 0,1 0 0 0 0,-1 0 0 0 0,0 1 0 0 0,1-1 0 0 0,-1 0 0 0 0,1 1-1 0 0,-1-1 1 0 0,0 1 0 0 0,1 0 0 0 0,-1-1 0 0 0,1 1 0 0 0,0 0 0 0 0,-1 0 0 0 0,1 0 0 0 0,0 0-1 0 0,-1 0 1 0 0,1 0 0 0 0,0 0 0 0 0,0 0 0 0 0,0 1 0 0 0,0-1 0 0 0,-1 2 0 0 0,-29 39 742 0 0,1 2 0 0 0,-46 92 1 0 0,76-135-930 0 0,-8 13 56 0 0,1 0 1 0 0,1 1 0 0 0,0 0-1 0 0,0-1 1 0 0,-3 22 0 0 0,8-33-52 0 0,1 0 0 0 0,0 0 0 0 0,-1 0 0 0 0,1 0 1 0 0,0 1-1 0 0,0-1 0 0 0,1 0 0 0 0,-1 0 0 0 0,1 0 0 0 0,0 0 0 0 0,0 0 0 0 0,0 0 1 0 0,0 0-1 0 0,0 0 0 0 0,0 0 0 0 0,1 0 0 0 0,-1 0 0 0 0,1-1 0 0 0,0 1 1 0 0,0-1-1 0 0,0 1 0 0 0,0-1 0 0 0,1 0 0 0 0,-1 0 0 0 0,1 0 0 0 0,-1 0 0 0 0,1 0 1 0 0,-1 0-1 0 0,1-1 0 0 0,0 1 0 0 0,0-1 0 0 0,5 2 0 0 0,10 2-9 0 0,1-1-1 0 0,-1 0 1 0 0,1-1-1 0 0,0-1 0 0 0,0-1 1 0 0,0-1-1 0 0,34-4 1 0 0,-32 2 36 0 0,-1 1 0 0 0,1 1 0 0 0,0 1 0 0 0,-1 0 0 0 0,1 2 0 0 0,20 5 0 0 0,-38-8-23 0 0,1 1 0 0 0,-1 0 1 0 0,0 1-1 0 0,1-1 0 0 0,-1 0 1 0 0,0 1-1 0 0,0 0 1 0 0,0 0-1 0 0,0 0 0 0 0,0 0 1 0 0,0 0-1 0 0,-1 0 1 0 0,1 1-1 0 0,-1-1 0 0 0,0 1 1 0 0,1 0-1 0 0,-1 0 1 0 0,0 0-1 0 0,2 5 0 0 0,-3-4 32 0 0,0 0 0 0 0,0 0 0 0 0,-1 0 0 0 0,1 0 0 0 0,-1 0 0 0 0,0 0 0 0 0,0 0 0 0 0,0 0 0 0 0,-1 0 0 0 0,0 0 0 0 0,1 0 0 0 0,-1 0 0 0 0,-1 0 0 0 0,-1 6 0 0 0,-6 8 1 0 0,-1 1-1 0 0,-1-1 1 0 0,0-1 0 0 0,-1 0 0 0 0,-18 19-1 0 0,24-29-246 0 0,-16 20-1261 0 0,7-9-2883 0 0,1 0-1330 0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09T21:57:11.42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0 12443 0 0,'14'28'4530'0'0,"-12"-24"-4179"0"0,29 71 1714 0 0,22 84 0 0 0,23 59-1410 0 0,-55-177-842 0 0,2-3-90 0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09T21:57:20.36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175 45 9218 0 0,'-2'-3'242'0'0,"0"0"0"0"0,0-1 0 0 0,0 1 0 0 0,-1 0 0 0 0,0 0 0 0 0,1 0 0 0 0,-1 1 0 0 0,0-1 0 0 0,0 1 0 0 0,-1-1-1 0 0,1 1 1 0 0,0 0 0 0 0,-1 0 0 0 0,1 0 0 0 0,-7-1 0 0 0,8 2-91 0 0,0 1 0 0 0,-1 0-1 0 0,1 0 1 0 0,-1 0 0 0 0,1 0-1 0 0,0 0 1 0 0,-1 0 0 0 0,1 1-1 0 0,0-1 1 0 0,-1 1 0 0 0,1-1-1 0 0,0 1 1 0 0,0 0-1 0 0,0 0 1 0 0,-1 0 0 0 0,1 0-1 0 0,0 1 1 0 0,0-1 0 0 0,0 0-1 0 0,1 1 1 0 0,-1-1 0 0 0,0 1-1 0 0,0 0 1 0 0,1 0 0 0 0,-1 0-1 0 0,1-1 1 0 0,-1 4 0 0 0,-8 8 44 0 0,2 1 0 0 0,0 0 1 0 0,1 0-1 0 0,0 1 0 0 0,-9 30 1 0 0,14-39-207 0 0,0 0 1 0 0,1 1-1 0 0,0-1 1 0 0,0 0 0 0 0,0 0-1 0 0,1 1 1 0 0,0-1-1 0 0,0 0 1 0 0,0 1-1 0 0,1-1 1 0 0,0 0-1 0 0,1 0 1 0 0,-1 1 0 0 0,1-1-1 0 0,0 0 1 0 0,0 0-1 0 0,1-1 1 0 0,4 7-1 0 0,-5-8-37 0 0,2-1 1 0 0,-1 0-1 0 0,0 0 0 0 0,1 0 0 0 0,-1 0 1 0 0,1-1-1 0 0,0 1 0 0 0,0-1 0 0 0,0 0 1 0 0,0 0-1 0 0,1 0 0 0 0,-1-1 0 0 0,0 1 0 0 0,1-1 1 0 0,4 0-1 0 0,11 2-284 0 0,0 0 0 0 0,22-1 0 0 0,-18-2-7 0 0,-12 1 160 0 0,9 0-29 0 0,0 0 0 0 0,0 2-1 0 0,31 7 1 0 0,-49-9 207 0 0,1-1 0 0 0,0 1 0 0 0,-1 1 0 0 0,1-1-1 0 0,-1 0 1 0 0,0 1 0 0 0,1 0 0 0 0,-1 0 0 0 0,0 0 0 0 0,0 0 0 0 0,0 0-1 0 0,0 0 1 0 0,0 1 0 0 0,-1 0 0 0 0,1-1 0 0 0,-1 1 0 0 0,0 0-1 0 0,0 0 1 0 0,0 0 0 0 0,0 1 0 0 0,0-1 0 0 0,-1 0 0 0 0,1 1 0 0 0,-1-1-1 0 0,0 1 1 0 0,0-1 0 0 0,1 5 0 0 0,-2-2 71 0 0,-1-1-1 0 0,1 1 1 0 0,-1 0-1 0 0,0-1 1 0 0,0 0 0 0 0,-1 1-1 0 0,0-1 1 0 0,1 0-1 0 0,-2 1 1 0 0,1-1 0 0 0,-4 5-1 0 0,-39 55 289 0 0,28-42-739 0 0,-2 4-953 0 0,1 0-3952 0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09T21:57:20.79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18 0 12443 0 0,'-1'1'65'0'0,"0"-1"0"0"0,0 1 0 0 0,0-1 0 0 0,0 1 0 0 0,0 0 0 0 0,0 0 0 0 0,0-1 0 0 0,0 1 0 0 0,1 0 1 0 0,-1 0-1 0 0,0 0 0 0 0,0 0 0 0 0,1 0 0 0 0,-1 0 0 0 0,0 0 0 0 0,1 0 0 0 0,-1 0 0 0 0,1 1 0 0 0,0-1 0 0 0,-1 0 1 0 0,1 2-1 0 0,-1 1 63 0 0,1 0 0 0 0,-1 0-1 0 0,1 0 1 0 0,0 0 0 0 0,1 1 0 0 0,0 5 0 0 0,2 2 507 0 0,0 0 0 0 0,0 0-1 0 0,8 17 1 0 0,-5-17-303 0 0,0 0 1 0 0,0-1-1 0 0,1 0 1 0 0,1 0-1 0 0,0-1 1 0 0,0 1-1 0 0,11 8 1 0 0,-17-16-462 0 0,1-1 1 0 0,-1 1-1 0 0,1-1 1 0 0,0 0 0 0 0,0 0-1 0 0,0 0 1 0 0,0 0-1 0 0,0-1 1 0 0,1 1 0 0 0,-1-1-1 0 0,0 0 1 0 0,1 0-1 0 0,-1 0 1 0 0,1 0 0 0 0,-1 0-1 0 0,1-1 1 0 0,0 0 0 0 0,-1 1-1 0 0,1-1 1 0 0,-1-1-1 0 0,1 1 1 0 0,0-1 0 0 0,-1 1-1 0 0,1-1 1 0 0,-1 0-1 0 0,0 0 1 0 0,1 0 0 0 0,-1-1-1 0 0,6-2 1 0 0,1-3-1045 0 0,0 0 1 0 0,-1-1 0 0 0,0 0-1 0 0,0 0 1 0 0,0-1-1 0 0,13-19 1 0 0,14-26-2662 0 0,-14 16 4462 0 0,5-9 6248 0 0,-27 47-6732 0 0,0 0 0 0 0,1 0 0 0 0,-1-1 0 0 0,0 1 1 0 0,1 0-1 0 0,-1 0 0 0 0,1 0 0 0 0,-1 0 0 0 0,0-1 0 0 0,1 1 0 0 0,-1 0 0 0 0,1 0 0 0 0,-1 0 0 0 0,1 0 0 0 0,-1 0 0 0 0,0 0 1 0 0,1 0-1 0 0,-1 0 0 0 0,1 0 0 0 0,-1 0 0 0 0,1 0 0 0 0,-1 0 0 0 0,0 0 0 0 0,1 1 0 0 0,-1-1 0 0 0,1 0 0 0 0,-1 0 1 0 0,0 0-1 0 0,1 1 0 0 0,1 0 720 0 0,-2 0-720 0 0,0-1 0 0 0,1 0 0 0 0,-1 1 1 0 0,0-1-1 0 0,0 1 0 0 0,0-1 0 0 0,1 0 0 0 0,-1 1 0 0 0,0-1 0 0 0,0 1 0 0 0,0-1 0 0 0,0 1 0 0 0,13 22 1413 0 0,-13-22-1531 0 0,18 47 1348 0 0,16 71 0 0 0,-10-35-2358 0 0,5-2-4853 0 0,-10-39-1103 0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09T21:57:25.63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222 0 10594 0 0,'-1'0'47'0'0,"0"0"1"0"0,0 0-1 0 0,0 0 0 0 0,0 1 0 0 0,0-1 0 0 0,0 0 1 0 0,0 0-1 0 0,0 1 0 0 0,1-1 0 0 0,-1 0 0 0 0,0 1 1 0 0,0-1-1 0 0,0 1 0 0 0,0-1 0 0 0,1 1 0 0 0,-1-1 1 0 0,0 1-1 0 0,1 0 0 0 0,-1-1 0 0 0,0 1 0 0 0,0 0 1 0 0,-19 19-427 0 0,18-18 467 0 0,-29 31 466 0 0,1 2 0 0 0,1 1 0 0 0,2 1 0 0 0,-30 55 0 0 0,56-91-499 0 0,1 1 0 0 0,-1-1-1 0 0,0 1 1 0 0,0 0-1 0 0,1-1 1 0 0,-1 1-1 0 0,1-1 1 0 0,-1 1 0 0 0,1 0-1 0 0,0-1 1 0 0,0 1-1 0 0,-1 0 1 0 0,1 0-1 0 0,1-1 1 0 0,-1 1 0 0 0,0 0-1 0 0,1 2 1 0 0,-1-3-57 0 0,1 0 0 0 0,0 0 0 0 0,-1 0 1 0 0,1 0-1 0 0,0 0 0 0 0,-1 0 0 0 0,1-1 1 0 0,0 1-1 0 0,0 0 0 0 0,0 0 0 0 0,0-1 0 0 0,0 1 1 0 0,0-1-1 0 0,0 1 0 0 0,0-1 0 0 0,0 1 0 0 0,0-1 1 0 0,0 1-1 0 0,3-1 0 0 0,6 2-182 0 0,0-2-1 0 0,0 1 1 0 0,0-1 0 0 0,20-3-1 0 0,-7 1 284 0 0,0 1-174 0 0,1 1 0 0 0,-1 2-1 0 0,27 4 1 0 0,-44-5 124 0 0,-1-1 0 0 0,0 2 0 0 0,0-1 1 0 0,1 1-1 0 0,-1 0 0 0 0,0 0 0 0 0,0 0 1 0 0,-1 1-1 0 0,1-1 0 0 0,0 1 0 0 0,-1 0 0 0 0,0 1 1 0 0,0-1-1 0 0,0 1 0 0 0,0 0 0 0 0,0 0 1 0 0,-1 0-1 0 0,1 0 0 0 0,-1 0 0 0 0,2 6 1 0 0,-4-7 43 0 0,0 1 1 0 0,0-1 0 0 0,-1 0 0 0 0,1 1 0 0 0,-1-1 0 0 0,0 1 0 0 0,0-1 0 0 0,0 0-1 0 0,0 1 1 0 0,-1-1 0 0 0,0 1 0 0 0,1-1 0 0 0,-1 0 0 0 0,0 0 0 0 0,-1 1-1 0 0,1-1 1 0 0,0 0 0 0 0,-1 0 0 0 0,0 0 0 0 0,0 0 0 0 0,0-1 0 0 0,-4 5 0 0 0,-5 7 443 0 0,-2 0 0 0 0,-25 22 1 0 0,33-32-419 0 0,-25 20 657 0 0,-56 34 0 0 0,6-5-1231 0 0,79-52 249 0 0,-1 0 0 0 0,1 0 0 0 0,0-1 1 0 0,0 1-1 0 0,0 0 0 0 0,0 0 0 0 0,0 0 0 0 0,0 1 0 0 0,0-1 0 0 0,0 0 0 0 0,0 0 0 0 0,0 0 0 0 0,1 1 0 0 0,-1-1 0 0 0,1 0 0 0 0,-1 1 0 0 0,1-1 0 0 0,-1 3 0 0 0,3 3-1106 0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09T21:57:26.50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169 120 1376 0 0,'-1'-2'119'0'0,"-1"0"-1"0"0,1 0 1 0 0,-1 1 0 0 0,0-1-1 0 0,1 0 1 0 0,-1 1-1 0 0,0-1 1 0 0,0 1-1 0 0,0-1 1 0 0,0 1-1 0 0,0 0 1 0 0,-1 0 0 0 0,1 0-1 0 0,0 0 1 0 0,0 0-1 0 0,-1 1 1 0 0,1-1-1 0 0,0 0 1 0 0,-1 1 0 0 0,-2 0-1 0 0,-1 0 343 0 0,0 0 1 0 0,-1 1-1 0 0,1 0 0 0 0,0 1 0 0 0,0-1 1 0 0,-11 5-1 0 0,-22 12 2249 0 0,36-17-2365 0 0,1 0 0 0 0,-1 1 0 0 0,1-1 0 0 0,0 1 0 0 0,-1-1 0 0 0,1 1 1 0 0,0 0-1 0 0,0 0 0 0 0,0 0 0 0 0,1 0 0 0 0,-1 0 0 0 0,0 0 0 0 0,-1 4 0 0 0,33-17 2636 0 0,27-18-2769 0 0,-17 7 80 0 0,2 1 1 0 0,0 3 0 0 0,2 1-1 0 0,56-15 1 0 0,-97 32-284 0 0,-1-1 0 0 0,0 1 1 0 0,0 0-1 0 0,1 0 0 0 0,-1 0 0 0 0,0 0 0 0 0,0 0 0 0 0,1 0 0 0 0,-1 0 0 0 0,3 2 0 0 0,-4-2 4 0 0,0 0-1 0 0,-1 1 0 0 0,1-1 0 0 0,0 1 1 0 0,0-1-1 0 0,-1 1 0 0 0,1-1 0 0 0,0 1 1 0 0,-1-1-1 0 0,1 1 0 0 0,0 0 0 0 0,-1-1 1 0 0,1 1-1 0 0,-1 0 0 0 0,1-1 0 0 0,-1 1 1 0 0,0 0-1 0 0,1 1 0 0 0,0 3 45 0 0,0 0-1 0 0,-1 0 0 0 0,1 0 1 0 0,-1 0-1 0 0,-1 0 1 0 0,1 0-1 0 0,-2 8 1 0 0,1-6-34 0 0,-6 45 27 0 0,-2 7 39 0 0,2 1 1 0 0,3 0 0 0 0,6 100-1 0 0,1-131-988 0 0,1 0-1 0 0,2 0 1 0 0,1 0-1 0 0,1-1 1 0 0,17 39-1 0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09T21:57:26.67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1 184 7370 0 0,'2'-3'305'0'0,"0"0"1"0"0,0-1 0 0 0,0 1 0 0 0,1 0 0 0 0,-1 0 0 0 0,1 0 0 0 0,0 0 0 0 0,0 1 0 0 0,0-1 0 0 0,0 1 0 0 0,6-3 0 0 0,-1-1 63 0 0,23-18 1249 0 0,57-31 1 0 0,-65 42-2533 0 0,1 2 1 0 0,1 0-1 0 0,34-9 1 0 0,-33 13-462 0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09T22:00:21.64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45 294 3225 0 0,'-7'1'413'0'0,"-19"7"-626"0"0,15 0 3735 0 0,14-9-3192 0 0,0 1 0 0 0,1-1 1 0 0,-1 0-1 0 0,0 1 1 0 0,1-2-1 0 0,-1 1 0 0 0,0 0 1 0 0,0-1-1 0 0,3-1 0 0 0,26-19 392 0 0,-1-1 0 0 0,-1-1-1 0 0,-1-2 1 0 0,28-32 0 0 0,23-21-1384 0 0,-28 33-3368 0 0,-26 25 80 0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09T22:00:21.98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25 420 968 0 0,'-19'13'464'0'0,"14"-14"454"0"0,8-11-107 0 0,4 1 0 0 0,0 0 1 0 0,0 0 0 0 0,1 1 0 0 0,1 0-1 0 0,0 1 1 0 0,0 0 0 0 0,17-13 0 0 0,6-2 725 0 0,41-23 0 0 0,166-69 877 0 0,-21 11-8072 0 0,-187 88 4159 0 0,-1 0-6 0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09T22:00:22.19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1 214 3225 0 0,'2'-2'455'0'0,"0"-1"1"0"0,0 0 0 0 0,0 1-1 0 0,1 0 1 0 0,-1 0-1 0 0,1-1 1 0 0,0 1 0 0 0,0 1-1 0 0,0-1 1 0 0,3-1 0 0 0,2-3 454 0 0,129-84 3933 0 0,7 11-8147 0 0,-117 66-701 0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09T22:00:22.45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1 296 5065 0 0,'15'-13'347'0'0,"1"1"1"0"0,1 0-1 0 0,0 1 0 0 0,22-10 0 0 0,-3 0 410 0 0,41-22 1776 0 0,100-40 0 0 0,1 15-4052 0 0,-145 56-2520 0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09T22:00:22.69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1 155 5529 0 0,'2'-3'120'0'0,"0"1"0"0"0,0-1 0 0 0,0 1 0 0 0,0 0 0 0 0,1-1 0 0 0,-1 1 0 0 0,1 0 0 0 0,-1 1 0 0 0,1-1 0 0 0,0 0 0 0 0,-1 1 0 0 0,1 0 0 0 0,0-1 0 0 0,0 1 0 0 0,0 0 0 0 0,0 1 0 0 0,4-2 0 0 0,7-3 397 0 0,168-56 4931 0 0,-56 30-5203 0 0,-46 13-3784 0 0,-50 11-380 0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09T22:00:22.93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68 5529 0 0,'11'-5'397'0'0,"0"1"-1"0"0,0 0 1 0 0,1 1 0 0 0,-1 0-1 0 0,1 1 1 0 0,0 0 0 0 0,20 0-1 0 0,4-2 187 0 0,350-27 5065 0 0,-286 25-6799 0 0,-79 5-20 0 0,-1 1-286 0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09T22:00:23.14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55 5985 0 0,'94'-19'259'0'0,"1"4"0"0"0,183-6-1 0 0,-244 24-1056 0 0,1 1 0 0 0,44 11 0 0 0,39 5 432 0 0,-89-19 366 0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09T22:00:23.32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4 10138 0 0,'16'-2'229'0'0,"1"1"-1"0"0,0 1 1 0 0,0 0 0 0 0,0 1-1 0 0,0 1 1 0 0,32 8 0 0 0,-14-4 308 0 0,27 7 295 0 0,94 34 0 0 0,-75-21-5790 0 0,-64-21 1081 0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09T22:00:23.54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1 9218 0 0,'136'29'1274'0'0,"198"70"1"0"0,-31-7-9184 0 0,-233-78 7860 0 0,-36-9 49 0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09T22:00:23.78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1 9674 0 0,'31'2'1234'0'0,"-1"2"1"0"0,0 1-1 0 0,-1 1 1 0 0,33 11-1 0 0,-27-7-574 0 0,62 18-755 0 0,124 46-6398 0 0,-173-58 7009 0 0,-29-9-532 0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09T22:00:23.92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0 7370 0 0,'37'27'1199'0'0,"73"38"-1"0"0,-48-30-715 0 0,173 117-2012 0 0,-213-137-1703 0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09T22:00:24.13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1 7370 0 0,'16'18'163'0'0,"1"-1"0"0"0,1-1 0 0 0,0-1 1 0 0,1 0-1 0 0,25 14 0 0 0,-14-8-255 0 0,31 26-1 0 0,37 42-1662 0 0,-89-80 1755 0 0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8:03.8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618 152 456 0 0,'0'-6'120'0'0,"0"0"0"0"0,0 0 0 0 0,-1 0 0 0 0,0 0-1 0 0,-1 0 1 0 0,1 0 0 0 0,-1 0 0 0 0,0 0 0 0 0,-1 1 0 0 0,1-1 0 0 0,-1 1 0 0 0,0 0-1 0 0,0 0 1 0 0,-1 0 0 0 0,0 0 0 0 0,0 0 0 0 0,0 1 0 0 0,-6-5 0 0 0,4 4 28 0 0,0 0 0 0 0,-1 1-1 0 0,0 0 1 0 0,0 0 0 0 0,0 0 0 0 0,0 1 0 0 0,-1 0 0 0 0,1 1 0 0 0,-1 0 0 0 0,0 0 0 0 0,0 0 0 0 0,0 1 0 0 0,-10 0 0 0 0,-4 0 45 0 0,0 1 0 0 0,0 1-1 0 0,1 1 1 0 0,-1 0 0 0 0,0 2 0 0 0,-25 8 0 0 0,37-9-54 0 0,1 1 0 0 0,-1 0-1 0 0,1 1 1 0 0,0 0 0 0 0,0 0 0 0 0,0 1 0 0 0,1 0 0 0 0,0 1 0 0 0,0 0 0 0 0,1 0 0 0 0,0 0 0 0 0,0 1 0 0 0,1 0 0 0 0,0 1 0 0 0,-7 11 0 0 0,-17 39-67 0 0,2 2 0 0 0,2 0 1 0 0,-22 87-1 0 0,44-131 282 0 0,1 1 0 0 0,1 0 1 0 0,0 0-1 0 0,1 0 0 0 0,1 0 0 0 0,1 0 0 0 0,0 0 0 0 0,7 31 0 0 0,7 11-85 0 0,25 69-1 0 0,-28-93-208 0 0,-2-12 86 0 0,1-1 1 0 0,1 1 0 0 0,1-2-1 0 0,1 0 1 0 0,1 0 0 0 0,1-1 0 0 0,1-1-1 0 0,1-1 1 0 0,0 0 0 0 0,1-2-1 0 0,1 0 1 0 0,1-1 0 0 0,40 23-1 0 0,-41-29-110 0 0,1-1-1 0 0,0-1 0 0 0,1-1 0 0 0,0-1 1 0 0,0 0-1 0 0,0-2 0 0 0,1-1 1 0 0,-1-1-1 0 0,1 0 0 0 0,0-2 0 0 0,-1-1 1 0 0,1 0-1 0 0,0-2 0 0 0,-1 0 0 0 0,1-2 1 0 0,-1-1-1 0 0,28-10 0 0 0,-32 7-18 0 0,-1 0 0 0 0,0-1 0 0 0,0 0 0 0 0,-1-2 0 0 0,-1 0 0 0 0,0 0 0 0 0,19-21 0 0 0,-10 6 17 0 0,-1-1 0 0 0,-1-2 0 0 0,20-33 0 0 0,-24 31-21 0 0,-2-1-1 0 0,-1-1 1 0 0,-2 0-1 0 0,-1-1 1 0 0,13-66-1 0 0,-23 85 0 0 0,0-1 0 0 0,-1 1 1 0 0,-1-1-1 0 0,-1 1 0 0 0,0-1 0 0 0,-5-23 1 0 0,-31-97 106 0 0,12 51-87 0 0,18 58-27 0 0,4 11 9 0 0,-2-1 1 0 0,0 1-1 0 0,-10-21 0 0 0,12 33-11 0 0,0-1 0 0 0,0 2 0 0 0,0-1 0 0 0,0 0-1 0 0,-1 1 1 0 0,0-1 0 0 0,0 1 0 0 0,0 0 0 0 0,0 0-1 0 0,-1 1 1 0 0,1-1 0 0 0,-1 1 0 0 0,0 0 0 0 0,-8-3-1 0 0,-47-17-185 0 0,-113-27 0 0 0,16 6-172 0 0,155 43 271 0 0,-2-1-163 0 0,0 1 0 0 0,0 0 0 0 0,0-1-1 0 0,0 2 1 0 0,0-1 0 0 0,-1 0 0 0 0,1 1-1 0 0,0 0 1 0 0,0 0 0 0 0,-7 0 0 0 0,0 5-4262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0E82251-0160-4469-ACEE-303A5D4B0836}" type="datetimeFigureOut">
              <a:rPr lang="en-US" smtClean="0"/>
              <a:t>9/10/2025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1656E40-D1A4-4189-B190-F9CD7DFE87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18092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6E40-D1A4-4189-B190-F9CD7DFE870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949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ctr">
              <a:defRPr sz="5400">
                <a:solidFill>
                  <a:srgbClr val="991B1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1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  <a:latin typeface="PT Sans" panose="020B0503020203020204" pitchFamily="34" charset="0"/>
                <a:ea typeface="Source Sans Pro" panose="020B05030304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75646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991B1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  <a:latin typeface="PT Sans" panose="020B0503020203020204" pitchFamily="34" charset="0"/>
                <a:ea typeface="PT Sans" panose="020B05030202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19887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>
                <a:solidFill>
                  <a:srgbClr val="991B1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PT Sans" panose="020B0503020203020204" pitchFamily="34" charset="0"/>
                <a:ea typeface="PT Sans" panose="020B05030202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521266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0" y="1"/>
            <a:ext cx="10515600" cy="5842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  <a:latin typeface="PT Sans" panose="020B0503020203020204" pitchFamily="34" charset="0"/>
                <a:ea typeface="Source Sans Pro" panose="020B05030304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5" name="Picture 4" descr="Text&#10;&#10;Description automatically generated with medium confidence">
            <a:extLst>
              <a:ext uri="{FF2B5EF4-FFF2-40B4-BE49-F238E27FC236}">
                <a16:creationId xmlns:a16="http://schemas.microsoft.com/office/drawing/2014/main" id="{7C60BECE-557F-4952-BC37-9040A86B01E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576" t="22101" r="5881" b="20208"/>
          <a:stretch/>
        </p:blipFill>
        <p:spPr>
          <a:xfrm>
            <a:off x="10788202" y="0"/>
            <a:ext cx="1352283" cy="786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9290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rgbClr val="991B1E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985.png"/><Relationship Id="rId21" Type="http://schemas.openxmlformats.org/officeDocument/2006/relationships/image" Target="../media/image937.png"/><Relationship Id="rId42" Type="http://schemas.openxmlformats.org/officeDocument/2006/relationships/customXml" Target="../ink/ink21.xml"/><Relationship Id="rId63" Type="http://schemas.openxmlformats.org/officeDocument/2006/relationships/image" Target="../media/image958.png"/><Relationship Id="rId84" Type="http://schemas.openxmlformats.org/officeDocument/2006/relationships/customXml" Target="../ink/ink42.xml"/><Relationship Id="rId138" Type="http://schemas.openxmlformats.org/officeDocument/2006/relationships/customXml" Target="../ink/ink69.xml"/><Relationship Id="rId159" Type="http://schemas.openxmlformats.org/officeDocument/2006/relationships/image" Target="../media/image1006.png"/><Relationship Id="rId170" Type="http://schemas.openxmlformats.org/officeDocument/2006/relationships/customXml" Target="../ink/ink85.xml"/><Relationship Id="rId191" Type="http://schemas.openxmlformats.org/officeDocument/2006/relationships/image" Target="../media/image1022.png"/><Relationship Id="rId205" Type="http://schemas.openxmlformats.org/officeDocument/2006/relationships/image" Target="../media/image1029.png"/><Relationship Id="rId107" Type="http://schemas.openxmlformats.org/officeDocument/2006/relationships/image" Target="../media/image980.png"/><Relationship Id="rId11" Type="http://schemas.openxmlformats.org/officeDocument/2006/relationships/image" Target="../media/image932.png"/><Relationship Id="rId32" Type="http://schemas.openxmlformats.org/officeDocument/2006/relationships/customXml" Target="../ink/ink16.xml"/><Relationship Id="rId53" Type="http://schemas.openxmlformats.org/officeDocument/2006/relationships/image" Target="../media/image953.png"/><Relationship Id="rId74" Type="http://schemas.openxmlformats.org/officeDocument/2006/relationships/customXml" Target="../ink/ink37.xml"/><Relationship Id="rId128" Type="http://schemas.openxmlformats.org/officeDocument/2006/relationships/customXml" Target="../ink/ink64.xml"/><Relationship Id="rId149" Type="http://schemas.openxmlformats.org/officeDocument/2006/relationships/image" Target="../media/image1001.png"/><Relationship Id="rId5" Type="http://schemas.openxmlformats.org/officeDocument/2006/relationships/image" Target="../media/image929.png"/><Relationship Id="rId95" Type="http://schemas.openxmlformats.org/officeDocument/2006/relationships/image" Target="../media/image974.png"/><Relationship Id="rId160" Type="http://schemas.openxmlformats.org/officeDocument/2006/relationships/customXml" Target="../ink/ink80.xml"/><Relationship Id="rId181" Type="http://schemas.openxmlformats.org/officeDocument/2006/relationships/image" Target="../media/image1017.png"/><Relationship Id="rId22" Type="http://schemas.openxmlformats.org/officeDocument/2006/relationships/customXml" Target="../ink/ink11.xml"/><Relationship Id="rId43" Type="http://schemas.openxmlformats.org/officeDocument/2006/relationships/image" Target="../media/image948.png"/><Relationship Id="rId64" Type="http://schemas.openxmlformats.org/officeDocument/2006/relationships/customXml" Target="../ink/ink32.xml"/><Relationship Id="rId118" Type="http://schemas.openxmlformats.org/officeDocument/2006/relationships/customXml" Target="../ink/ink59.xml"/><Relationship Id="rId139" Type="http://schemas.openxmlformats.org/officeDocument/2006/relationships/image" Target="../media/image996.png"/><Relationship Id="rId85" Type="http://schemas.openxmlformats.org/officeDocument/2006/relationships/image" Target="../media/image969.png"/><Relationship Id="rId150" Type="http://schemas.openxmlformats.org/officeDocument/2006/relationships/customXml" Target="../ink/ink75.xml"/><Relationship Id="rId171" Type="http://schemas.openxmlformats.org/officeDocument/2006/relationships/image" Target="../media/image1012.png"/><Relationship Id="rId192" Type="http://schemas.openxmlformats.org/officeDocument/2006/relationships/customXml" Target="../ink/ink96.xml"/><Relationship Id="rId206" Type="http://schemas.openxmlformats.org/officeDocument/2006/relationships/customXml" Target="../ink/ink103.xml"/><Relationship Id="rId12" Type="http://schemas.openxmlformats.org/officeDocument/2006/relationships/customXml" Target="../ink/ink6.xml"/><Relationship Id="rId33" Type="http://schemas.openxmlformats.org/officeDocument/2006/relationships/image" Target="../media/image943.png"/><Relationship Id="rId108" Type="http://schemas.openxmlformats.org/officeDocument/2006/relationships/customXml" Target="../ink/ink54.xml"/><Relationship Id="rId129" Type="http://schemas.openxmlformats.org/officeDocument/2006/relationships/image" Target="../media/image991.png"/><Relationship Id="rId54" Type="http://schemas.openxmlformats.org/officeDocument/2006/relationships/customXml" Target="../ink/ink27.xml"/><Relationship Id="rId75" Type="http://schemas.openxmlformats.org/officeDocument/2006/relationships/image" Target="../media/image964.png"/><Relationship Id="rId96" Type="http://schemas.openxmlformats.org/officeDocument/2006/relationships/customXml" Target="../ink/ink48.xml"/><Relationship Id="rId140" Type="http://schemas.openxmlformats.org/officeDocument/2006/relationships/customXml" Target="../ink/ink70.xml"/><Relationship Id="rId161" Type="http://schemas.openxmlformats.org/officeDocument/2006/relationships/image" Target="../media/image1007.png"/><Relationship Id="rId182" Type="http://schemas.openxmlformats.org/officeDocument/2006/relationships/customXml" Target="../ink/ink91.xml"/><Relationship Id="rId6" Type="http://schemas.openxmlformats.org/officeDocument/2006/relationships/customXml" Target="../ink/ink3.xml"/><Relationship Id="rId23" Type="http://schemas.openxmlformats.org/officeDocument/2006/relationships/image" Target="../media/image938.png"/><Relationship Id="rId119" Type="http://schemas.openxmlformats.org/officeDocument/2006/relationships/image" Target="../media/image986.png"/><Relationship Id="rId44" Type="http://schemas.openxmlformats.org/officeDocument/2006/relationships/customXml" Target="../ink/ink22.xml"/><Relationship Id="rId65" Type="http://schemas.openxmlformats.org/officeDocument/2006/relationships/image" Target="../media/image959.png"/><Relationship Id="rId86" Type="http://schemas.openxmlformats.org/officeDocument/2006/relationships/customXml" Target="../ink/ink43.xml"/><Relationship Id="rId130" Type="http://schemas.openxmlformats.org/officeDocument/2006/relationships/customXml" Target="../ink/ink65.xml"/><Relationship Id="rId151" Type="http://schemas.openxmlformats.org/officeDocument/2006/relationships/image" Target="../media/image1002.png"/><Relationship Id="rId172" Type="http://schemas.openxmlformats.org/officeDocument/2006/relationships/customXml" Target="../ink/ink86.xml"/><Relationship Id="rId193" Type="http://schemas.openxmlformats.org/officeDocument/2006/relationships/image" Target="../media/image1023.png"/><Relationship Id="rId207" Type="http://schemas.openxmlformats.org/officeDocument/2006/relationships/image" Target="../media/image1030.png"/><Relationship Id="rId13" Type="http://schemas.openxmlformats.org/officeDocument/2006/relationships/image" Target="../media/image933.png"/><Relationship Id="rId109" Type="http://schemas.openxmlformats.org/officeDocument/2006/relationships/image" Target="../media/image981.png"/><Relationship Id="rId34" Type="http://schemas.openxmlformats.org/officeDocument/2006/relationships/customXml" Target="../ink/ink17.xml"/><Relationship Id="rId55" Type="http://schemas.openxmlformats.org/officeDocument/2006/relationships/image" Target="../media/image954.png"/><Relationship Id="rId76" Type="http://schemas.openxmlformats.org/officeDocument/2006/relationships/customXml" Target="../ink/ink38.xml"/><Relationship Id="rId97" Type="http://schemas.openxmlformats.org/officeDocument/2006/relationships/image" Target="../media/image975.png"/><Relationship Id="rId120" Type="http://schemas.openxmlformats.org/officeDocument/2006/relationships/customXml" Target="../ink/ink60.xml"/><Relationship Id="rId141" Type="http://schemas.openxmlformats.org/officeDocument/2006/relationships/image" Target="../media/image997.png"/><Relationship Id="rId7" Type="http://schemas.openxmlformats.org/officeDocument/2006/relationships/image" Target="../media/image930.png"/><Relationship Id="rId162" Type="http://schemas.openxmlformats.org/officeDocument/2006/relationships/customXml" Target="../ink/ink81.xml"/><Relationship Id="rId183" Type="http://schemas.openxmlformats.org/officeDocument/2006/relationships/image" Target="../media/image1018.png"/><Relationship Id="rId24" Type="http://schemas.openxmlformats.org/officeDocument/2006/relationships/customXml" Target="../ink/ink12.xml"/><Relationship Id="rId45" Type="http://schemas.openxmlformats.org/officeDocument/2006/relationships/image" Target="../media/image949.png"/><Relationship Id="rId66" Type="http://schemas.openxmlformats.org/officeDocument/2006/relationships/customXml" Target="../ink/ink33.xml"/><Relationship Id="rId87" Type="http://schemas.openxmlformats.org/officeDocument/2006/relationships/image" Target="../media/image970.png"/><Relationship Id="rId110" Type="http://schemas.openxmlformats.org/officeDocument/2006/relationships/customXml" Target="../ink/ink55.xml"/><Relationship Id="rId131" Type="http://schemas.openxmlformats.org/officeDocument/2006/relationships/image" Target="../media/image992.png"/><Relationship Id="rId152" Type="http://schemas.openxmlformats.org/officeDocument/2006/relationships/customXml" Target="../ink/ink76.xml"/><Relationship Id="rId173" Type="http://schemas.openxmlformats.org/officeDocument/2006/relationships/image" Target="../media/image1013.png"/><Relationship Id="rId194" Type="http://schemas.openxmlformats.org/officeDocument/2006/relationships/customXml" Target="../ink/ink97.xml"/><Relationship Id="rId208" Type="http://schemas.openxmlformats.org/officeDocument/2006/relationships/customXml" Target="../ink/ink104.xml"/><Relationship Id="rId19" Type="http://schemas.openxmlformats.org/officeDocument/2006/relationships/image" Target="../media/image936.png"/><Relationship Id="rId14" Type="http://schemas.openxmlformats.org/officeDocument/2006/relationships/customXml" Target="../ink/ink7.xml"/><Relationship Id="rId30" Type="http://schemas.openxmlformats.org/officeDocument/2006/relationships/customXml" Target="../ink/ink15.xml"/><Relationship Id="rId35" Type="http://schemas.openxmlformats.org/officeDocument/2006/relationships/image" Target="../media/image944.png"/><Relationship Id="rId56" Type="http://schemas.openxmlformats.org/officeDocument/2006/relationships/customXml" Target="../ink/ink28.xml"/><Relationship Id="rId77" Type="http://schemas.openxmlformats.org/officeDocument/2006/relationships/image" Target="../media/image965.png"/><Relationship Id="rId100" Type="http://schemas.openxmlformats.org/officeDocument/2006/relationships/customXml" Target="../ink/ink50.xml"/><Relationship Id="rId105" Type="http://schemas.openxmlformats.org/officeDocument/2006/relationships/image" Target="../media/image979.png"/><Relationship Id="rId126" Type="http://schemas.openxmlformats.org/officeDocument/2006/relationships/customXml" Target="../ink/ink63.xml"/><Relationship Id="rId147" Type="http://schemas.openxmlformats.org/officeDocument/2006/relationships/image" Target="../media/image1000.png"/><Relationship Id="rId168" Type="http://schemas.openxmlformats.org/officeDocument/2006/relationships/customXml" Target="../ink/ink84.xml"/><Relationship Id="rId8" Type="http://schemas.openxmlformats.org/officeDocument/2006/relationships/customXml" Target="../ink/ink4.xml"/><Relationship Id="rId51" Type="http://schemas.openxmlformats.org/officeDocument/2006/relationships/image" Target="../media/image952.png"/><Relationship Id="rId72" Type="http://schemas.openxmlformats.org/officeDocument/2006/relationships/customXml" Target="../ink/ink36.xml"/><Relationship Id="rId93" Type="http://schemas.openxmlformats.org/officeDocument/2006/relationships/image" Target="../media/image973.png"/><Relationship Id="rId98" Type="http://schemas.openxmlformats.org/officeDocument/2006/relationships/customXml" Target="../ink/ink49.xml"/><Relationship Id="rId121" Type="http://schemas.openxmlformats.org/officeDocument/2006/relationships/image" Target="../media/image987.png"/><Relationship Id="rId142" Type="http://schemas.openxmlformats.org/officeDocument/2006/relationships/customXml" Target="../ink/ink71.xml"/><Relationship Id="rId163" Type="http://schemas.openxmlformats.org/officeDocument/2006/relationships/image" Target="../media/image1008.png"/><Relationship Id="rId184" Type="http://schemas.openxmlformats.org/officeDocument/2006/relationships/customXml" Target="../ink/ink92.xml"/><Relationship Id="rId189" Type="http://schemas.openxmlformats.org/officeDocument/2006/relationships/image" Target="../media/image1021.png"/><Relationship Id="rId3" Type="http://schemas.openxmlformats.org/officeDocument/2006/relationships/image" Target="../media/image928.png"/><Relationship Id="rId214" Type="http://schemas.openxmlformats.org/officeDocument/2006/relationships/customXml" Target="../ink/ink107.xml"/><Relationship Id="rId25" Type="http://schemas.openxmlformats.org/officeDocument/2006/relationships/image" Target="../media/image939.png"/><Relationship Id="rId46" Type="http://schemas.openxmlformats.org/officeDocument/2006/relationships/customXml" Target="../ink/ink23.xml"/><Relationship Id="rId67" Type="http://schemas.openxmlformats.org/officeDocument/2006/relationships/image" Target="../media/image960.png"/><Relationship Id="rId116" Type="http://schemas.openxmlformats.org/officeDocument/2006/relationships/customXml" Target="../ink/ink58.xml"/><Relationship Id="rId137" Type="http://schemas.openxmlformats.org/officeDocument/2006/relationships/image" Target="../media/image995.png"/><Relationship Id="rId158" Type="http://schemas.openxmlformats.org/officeDocument/2006/relationships/customXml" Target="../ink/ink79.xml"/><Relationship Id="rId20" Type="http://schemas.openxmlformats.org/officeDocument/2006/relationships/customXml" Target="../ink/ink10.xml"/><Relationship Id="rId41" Type="http://schemas.openxmlformats.org/officeDocument/2006/relationships/image" Target="../media/image947.png"/><Relationship Id="rId62" Type="http://schemas.openxmlformats.org/officeDocument/2006/relationships/customXml" Target="../ink/ink31.xml"/><Relationship Id="rId83" Type="http://schemas.openxmlformats.org/officeDocument/2006/relationships/image" Target="../media/image968.png"/><Relationship Id="rId88" Type="http://schemas.openxmlformats.org/officeDocument/2006/relationships/customXml" Target="../ink/ink44.xml"/><Relationship Id="rId111" Type="http://schemas.openxmlformats.org/officeDocument/2006/relationships/image" Target="../media/image982.png"/><Relationship Id="rId132" Type="http://schemas.openxmlformats.org/officeDocument/2006/relationships/customXml" Target="../ink/ink66.xml"/><Relationship Id="rId153" Type="http://schemas.openxmlformats.org/officeDocument/2006/relationships/image" Target="../media/image1003.png"/><Relationship Id="rId174" Type="http://schemas.openxmlformats.org/officeDocument/2006/relationships/customXml" Target="../ink/ink87.xml"/><Relationship Id="rId179" Type="http://schemas.openxmlformats.org/officeDocument/2006/relationships/image" Target="../media/image1016.png"/><Relationship Id="rId195" Type="http://schemas.openxmlformats.org/officeDocument/2006/relationships/image" Target="../media/image1024.png"/><Relationship Id="rId209" Type="http://schemas.openxmlformats.org/officeDocument/2006/relationships/image" Target="../media/image1031.png"/><Relationship Id="rId190" Type="http://schemas.openxmlformats.org/officeDocument/2006/relationships/customXml" Target="../ink/ink95.xml"/><Relationship Id="rId204" Type="http://schemas.openxmlformats.org/officeDocument/2006/relationships/customXml" Target="../ink/ink102.xml"/><Relationship Id="rId15" Type="http://schemas.openxmlformats.org/officeDocument/2006/relationships/image" Target="../media/image934.png"/><Relationship Id="rId36" Type="http://schemas.openxmlformats.org/officeDocument/2006/relationships/customXml" Target="../ink/ink18.xml"/><Relationship Id="rId57" Type="http://schemas.openxmlformats.org/officeDocument/2006/relationships/image" Target="../media/image955.png"/><Relationship Id="rId106" Type="http://schemas.openxmlformats.org/officeDocument/2006/relationships/customXml" Target="../ink/ink53.xml"/><Relationship Id="rId127" Type="http://schemas.openxmlformats.org/officeDocument/2006/relationships/image" Target="../media/image990.png"/><Relationship Id="rId10" Type="http://schemas.openxmlformats.org/officeDocument/2006/relationships/customXml" Target="../ink/ink5.xml"/><Relationship Id="rId31" Type="http://schemas.openxmlformats.org/officeDocument/2006/relationships/image" Target="../media/image942.png"/><Relationship Id="rId52" Type="http://schemas.openxmlformats.org/officeDocument/2006/relationships/customXml" Target="../ink/ink26.xml"/><Relationship Id="rId73" Type="http://schemas.openxmlformats.org/officeDocument/2006/relationships/image" Target="../media/image963.png"/><Relationship Id="rId78" Type="http://schemas.openxmlformats.org/officeDocument/2006/relationships/customXml" Target="../ink/ink39.xml"/><Relationship Id="rId94" Type="http://schemas.openxmlformats.org/officeDocument/2006/relationships/customXml" Target="../ink/ink47.xml"/><Relationship Id="rId99" Type="http://schemas.openxmlformats.org/officeDocument/2006/relationships/image" Target="../media/image976.png"/><Relationship Id="rId101" Type="http://schemas.openxmlformats.org/officeDocument/2006/relationships/image" Target="../media/image977.png"/><Relationship Id="rId122" Type="http://schemas.openxmlformats.org/officeDocument/2006/relationships/customXml" Target="../ink/ink61.xml"/><Relationship Id="rId143" Type="http://schemas.openxmlformats.org/officeDocument/2006/relationships/image" Target="../media/image998.png"/><Relationship Id="rId148" Type="http://schemas.openxmlformats.org/officeDocument/2006/relationships/customXml" Target="../ink/ink74.xml"/><Relationship Id="rId164" Type="http://schemas.openxmlformats.org/officeDocument/2006/relationships/customXml" Target="../ink/ink82.xml"/><Relationship Id="rId169" Type="http://schemas.openxmlformats.org/officeDocument/2006/relationships/image" Target="../media/image1011.png"/><Relationship Id="rId185" Type="http://schemas.openxmlformats.org/officeDocument/2006/relationships/image" Target="../media/image1019.png"/><Relationship Id="rId4" Type="http://schemas.openxmlformats.org/officeDocument/2006/relationships/customXml" Target="../ink/ink2.xml"/><Relationship Id="rId9" Type="http://schemas.openxmlformats.org/officeDocument/2006/relationships/image" Target="../media/image931.png"/><Relationship Id="rId180" Type="http://schemas.openxmlformats.org/officeDocument/2006/relationships/customXml" Target="../ink/ink90.xml"/><Relationship Id="rId210" Type="http://schemas.openxmlformats.org/officeDocument/2006/relationships/customXml" Target="../ink/ink105.xml"/><Relationship Id="rId215" Type="http://schemas.openxmlformats.org/officeDocument/2006/relationships/image" Target="../media/image1034.png"/><Relationship Id="rId26" Type="http://schemas.openxmlformats.org/officeDocument/2006/relationships/customXml" Target="../ink/ink13.xml"/><Relationship Id="rId47" Type="http://schemas.openxmlformats.org/officeDocument/2006/relationships/image" Target="../media/image950.png"/><Relationship Id="rId68" Type="http://schemas.openxmlformats.org/officeDocument/2006/relationships/customXml" Target="../ink/ink34.xml"/><Relationship Id="rId89" Type="http://schemas.openxmlformats.org/officeDocument/2006/relationships/image" Target="../media/image971.png"/><Relationship Id="rId112" Type="http://schemas.openxmlformats.org/officeDocument/2006/relationships/customXml" Target="../ink/ink56.xml"/><Relationship Id="rId133" Type="http://schemas.openxmlformats.org/officeDocument/2006/relationships/image" Target="../media/image993.png"/><Relationship Id="rId154" Type="http://schemas.openxmlformats.org/officeDocument/2006/relationships/customXml" Target="../ink/ink77.xml"/><Relationship Id="rId175" Type="http://schemas.openxmlformats.org/officeDocument/2006/relationships/image" Target="../media/image1014.png"/><Relationship Id="rId196" Type="http://schemas.openxmlformats.org/officeDocument/2006/relationships/customXml" Target="../ink/ink98.xml"/><Relationship Id="rId200" Type="http://schemas.openxmlformats.org/officeDocument/2006/relationships/customXml" Target="../ink/ink100.xml"/><Relationship Id="rId16" Type="http://schemas.openxmlformats.org/officeDocument/2006/relationships/customXml" Target="../ink/ink8.xml"/><Relationship Id="rId37" Type="http://schemas.openxmlformats.org/officeDocument/2006/relationships/image" Target="../media/image945.png"/><Relationship Id="rId58" Type="http://schemas.openxmlformats.org/officeDocument/2006/relationships/customXml" Target="../ink/ink29.xml"/><Relationship Id="rId79" Type="http://schemas.openxmlformats.org/officeDocument/2006/relationships/image" Target="../media/image966.png"/><Relationship Id="rId102" Type="http://schemas.openxmlformats.org/officeDocument/2006/relationships/customXml" Target="../ink/ink51.xml"/><Relationship Id="rId123" Type="http://schemas.openxmlformats.org/officeDocument/2006/relationships/image" Target="../media/image988.png"/><Relationship Id="rId144" Type="http://schemas.openxmlformats.org/officeDocument/2006/relationships/customXml" Target="../ink/ink72.xml"/><Relationship Id="rId90" Type="http://schemas.openxmlformats.org/officeDocument/2006/relationships/customXml" Target="../ink/ink45.xml"/><Relationship Id="rId165" Type="http://schemas.openxmlformats.org/officeDocument/2006/relationships/image" Target="../media/image1009.png"/><Relationship Id="rId186" Type="http://schemas.openxmlformats.org/officeDocument/2006/relationships/customXml" Target="../ink/ink93.xml"/><Relationship Id="rId211" Type="http://schemas.openxmlformats.org/officeDocument/2006/relationships/image" Target="../media/image1032.png"/><Relationship Id="rId27" Type="http://schemas.openxmlformats.org/officeDocument/2006/relationships/image" Target="../media/image940.png"/><Relationship Id="rId48" Type="http://schemas.openxmlformats.org/officeDocument/2006/relationships/customXml" Target="../ink/ink24.xml"/><Relationship Id="rId69" Type="http://schemas.openxmlformats.org/officeDocument/2006/relationships/image" Target="../media/image961.png"/><Relationship Id="rId113" Type="http://schemas.openxmlformats.org/officeDocument/2006/relationships/image" Target="../media/image983.png"/><Relationship Id="rId134" Type="http://schemas.openxmlformats.org/officeDocument/2006/relationships/customXml" Target="../ink/ink67.xml"/><Relationship Id="rId80" Type="http://schemas.openxmlformats.org/officeDocument/2006/relationships/customXml" Target="../ink/ink40.xml"/><Relationship Id="rId155" Type="http://schemas.openxmlformats.org/officeDocument/2006/relationships/image" Target="../media/image1004.png"/><Relationship Id="rId176" Type="http://schemas.openxmlformats.org/officeDocument/2006/relationships/customXml" Target="../ink/ink88.xml"/><Relationship Id="rId197" Type="http://schemas.openxmlformats.org/officeDocument/2006/relationships/image" Target="../media/image1025.png"/><Relationship Id="rId201" Type="http://schemas.openxmlformats.org/officeDocument/2006/relationships/image" Target="../media/image1027.png"/><Relationship Id="rId17" Type="http://schemas.openxmlformats.org/officeDocument/2006/relationships/image" Target="../media/image935.png"/><Relationship Id="rId38" Type="http://schemas.openxmlformats.org/officeDocument/2006/relationships/customXml" Target="../ink/ink19.xml"/><Relationship Id="rId59" Type="http://schemas.openxmlformats.org/officeDocument/2006/relationships/image" Target="../media/image956.png"/><Relationship Id="rId103" Type="http://schemas.openxmlformats.org/officeDocument/2006/relationships/image" Target="../media/image978.png"/><Relationship Id="rId124" Type="http://schemas.openxmlformats.org/officeDocument/2006/relationships/customXml" Target="../ink/ink62.xml"/><Relationship Id="rId70" Type="http://schemas.openxmlformats.org/officeDocument/2006/relationships/customXml" Target="../ink/ink35.xml"/><Relationship Id="rId91" Type="http://schemas.openxmlformats.org/officeDocument/2006/relationships/image" Target="../media/image972.png"/><Relationship Id="rId145" Type="http://schemas.openxmlformats.org/officeDocument/2006/relationships/image" Target="../media/image999.png"/><Relationship Id="rId166" Type="http://schemas.openxmlformats.org/officeDocument/2006/relationships/customXml" Target="../ink/ink83.xml"/><Relationship Id="rId187" Type="http://schemas.openxmlformats.org/officeDocument/2006/relationships/image" Target="../media/image1020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106.xml"/><Relationship Id="rId28" Type="http://schemas.openxmlformats.org/officeDocument/2006/relationships/customXml" Target="../ink/ink14.xml"/><Relationship Id="rId49" Type="http://schemas.openxmlformats.org/officeDocument/2006/relationships/image" Target="../media/image951.png"/><Relationship Id="rId114" Type="http://schemas.openxmlformats.org/officeDocument/2006/relationships/customXml" Target="../ink/ink57.xml"/><Relationship Id="rId60" Type="http://schemas.openxmlformats.org/officeDocument/2006/relationships/customXml" Target="../ink/ink30.xml"/><Relationship Id="rId81" Type="http://schemas.openxmlformats.org/officeDocument/2006/relationships/image" Target="../media/image967.png"/><Relationship Id="rId135" Type="http://schemas.openxmlformats.org/officeDocument/2006/relationships/image" Target="../media/image994.png"/><Relationship Id="rId156" Type="http://schemas.openxmlformats.org/officeDocument/2006/relationships/customXml" Target="../ink/ink78.xml"/><Relationship Id="rId177" Type="http://schemas.openxmlformats.org/officeDocument/2006/relationships/image" Target="../media/image1015.png"/><Relationship Id="rId198" Type="http://schemas.openxmlformats.org/officeDocument/2006/relationships/customXml" Target="../ink/ink99.xml"/><Relationship Id="rId202" Type="http://schemas.openxmlformats.org/officeDocument/2006/relationships/customXml" Target="../ink/ink101.xml"/><Relationship Id="rId18" Type="http://schemas.openxmlformats.org/officeDocument/2006/relationships/customXml" Target="../ink/ink9.xml"/><Relationship Id="rId39" Type="http://schemas.openxmlformats.org/officeDocument/2006/relationships/image" Target="../media/image946.png"/><Relationship Id="rId50" Type="http://schemas.openxmlformats.org/officeDocument/2006/relationships/customXml" Target="../ink/ink25.xml"/><Relationship Id="rId104" Type="http://schemas.openxmlformats.org/officeDocument/2006/relationships/customXml" Target="../ink/ink52.xml"/><Relationship Id="rId125" Type="http://schemas.openxmlformats.org/officeDocument/2006/relationships/image" Target="../media/image989.png"/><Relationship Id="rId146" Type="http://schemas.openxmlformats.org/officeDocument/2006/relationships/customXml" Target="../ink/ink73.xml"/><Relationship Id="rId167" Type="http://schemas.openxmlformats.org/officeDocument/2006/relationships/image" Target="../media/image1010.png"/><Relationship Id="rId188" Type="http://schemas.openxmlformats.org/officeDocument/2006/relationships/customXml" Target="../ink/ink94.xml"/><Relationship Id="rId71" Type="http://schemas.openxmlformats.org/officeDocument/2006/relationships/image" Target="../media/image962.png"/><Relationship Id="rId92" Type="http://schemas.openxmlformats.org/officeDocument/2006/relationships/customXml" Target="../ink/ink46.xml"/><Relationship Id="rId213" Type="http://schemas.openxmlformats.org/officeDocument/2006/relationships/image" Target="../media/image1033.png"/><Relationship Id="rId2" Type="http://schemas.openxmlformats.org/officeDocument/2006/relationships/customXml" Target="../ink/ink1.xml"/><Relationship Id="rId29" Type="http://schemas.openxmlformats.org/officeDocument/2006/relationships/image" Target="../media/image941.png"/><Relationship Id="rId40" Type="http://schemas.openxmlformats.org/officeDocument/2006/relationships/customXml" Target="../ink/ink20.xml"/><Relationship Id="rId115" Type="http://schemas.openxmlformats.org/officeDocument/2006/relationships/image" Target="../media/image984.png"/><Relationship Id="rId136" Type="http://schemas.openxmlformats.org/officeDocument/2006/relationships/customXml" Target="../ink/ink68.xml"/><Relationship Id="rId157" Type="http://schemas.openxmlformats.org/officeDocument/2006/relationships/image" Target="../media/image1005.png"/><Relationship Id="rId178" Type="http://schemas.openxmlformats.org/officeDocument/2006/relationships/customXml" Target="../ink/ink89.xml"/><Relationship Id="rId61" Type="http://schemas.openxmlformats.org/officeDocument/2006/relationships/image" Target="../media/image957.png"/><Relationship Id="rId82" Type="http://schemas.openxmlformats.org/officeDocument/2006/relationships/customXml" Target="../ink/ink41.xml"/><Relationship Id="rId199" Type="http://schemas.openxmlformats.org/officeDocument/2006/relationships/image" Target="../media/image1026.png"/><Relationship Id="rId203" Type="http://schemas.openxmlformats.org/officeDocument/2006/relationships/image" Target="../media/image1028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7" Type="http://schemas.openxmlformats.org/officeDocument/2006/relationships/image" Target="../media/image10210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4" Type="http://schemas.openxmlformats.org/officeDocument/2006/relationships/customXml" Target="../ink/ink10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39C49B-9325-4F28-84AA-EF2118377A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998966" y="1150200"/>
            <a:ext cx="6194065" cy="961565"/>
          </a:xfrm>
        </p:spPr>
        <p:txBody>
          <a:bodyPr>
            <a:noAutofit/>
          </a:bodyPr>
          <a:lstStyle/>
          <a:p>
            <a:r>
              <a:rPr lang="en-US" sz="440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ECE 105: Introduction to Electrical Engineerin</a:t>
            </a:r>
            <a:r>
              <a:rPr lang="en-US" sz="4400" dirty="0">
                <a:ea typeface="Times New Roman" panose="02020603050405020304" pitchFamily="18" charset="0"/>
                <a:cs typeface="Times New Roman" panose="02020603050405020304" pitchFamily="18" charset="0"/>
              </a:rPr>
              <a:t>g</a:t>
            </a:r>
            <a:endParaRPr lang="en-US" sz="44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0D5305-B3D3-4E24-9167-6DC659185F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00811" y="3477445"/>
            <a:ext cx="5590376" cy="2230355"/>
          </a:xfrm>
        </p:spPr>
        <p:txBody>
          <a:bodyPr>
            <a:normAutofit/>
          </a:bodyPr>
          <a:lstStyle/>
          <a:p>
            <a:r>
              <a:rPr lang="en-US" sz="2800" dirty="0">
                <a:latin typeface="PT Sans" panose="020B0503020203020204" pitchFamily="34" charset="0"/>
              </a:rPr>
              <a:t>Lecture </a:t>
            </a:r>
            <a:r>
              <a:rPr lang="en-US" sz="2800" dirty="0"/>
              <a:t>5</a:t>
            </a:r>
            <a:endParaRPr lang="en-US" sz="2800" dirty="0">
              <a:latin typeface="PT Sans" panose="020B0503020203020204" pitchFamily="34" charset="0"/>
            </a:endParaRPr>
          </a:p>
          <a:p>
            <a:r>
              <a:rPr lang="en-US" sz="2800" dirty="0">
                <a:latin typeface="PT Sans" panose="020B0503020203020204" pitchFamily="34" charset="0"/>
              </a:rPr>
              <a:t>Circuit analysis 1</a:t>
            </a:r>
          </a:p>
          <a:p>
            <a:r>
              <a:rPr lang="en-US" sz="2800" dirty="0"/>
              <a:t>Yasser Khan</a:t>
            </a:r>
          </a:p>
          <a:p>
            <a:r>
              <a:rPr lang="en-US" sz="2800" dirty="0" err="1">
                <a:latin typeface="PT Sans" panose="020B0503020203020204" pitchFamily="34" charset="0"/>
              </a:rPr>
              <a:t>Rehan</a:t>
            </a:r>
            <a:r>
              <a:rPr lang="en-US" sz="2800" dirty="0">
                <a:latin typeface="PT Sans" panose="020B0503020203020204" pitchFamily="34" charset="0"/>
              </a:rPr>
              <a:t> Kapadia</a:t>
            </a:r>
          </a:p>
        </p:txBody>
      </p:sp>
    </p:spTree>
    <p:extLst>
      <p:ext uri="{BB962C8B-B14F-4D97-AF65-F5344CB8AC3E}">
        <p14:creationId xmlns:p14="http://schemas.microsoft.com/office/powerpoint/2010/main" val="35055117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828C7D-BD2E-100B-8636-B6C4E01549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circuit quantities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58E503-CED9-CC6E-139F-F1B578A726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</a:t>
            </a:fld>
            <a:endParaRPr lang="en-US" dirty="0">
              <a:latin typeface="PT Sans" panose="020B0503020203020204" pitchFamily="34" charset="0"/>
            </a:endParaRP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7DB4B286-F364-3C8E-A76A-3519D99D14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57126301"/>
              </p:ext>
            </p:extLst>
          </p:nvPr>
        </p:nvGraphicFramePr>
        <p:xfrm>
          <a:off x="1316383" y="1856702"/>
          <a:ext cx="8127999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0059">
                  <a:extLst>
                    <a:ext uri="{9D8B030D-6E8A-4147-A177-3AD203B41FA5}">
                      <a16:colId xmlns:a16="http://schemas.microsoft.com/office/drawing/2014/main" val="3161380153"/>
                    </a:ext>
                  </a:extLst>
                </a:gridCol>
                <a:gridCol w="1908607">
                  <a:extLst>
                    <a:ext uri="{9D8B030D-6E8A-4147-A177-3AD203B41FA5}">
                      <a16:colId xmlns:a16="http://schemas.microsoft.com/office/drawing/2014/main" val="3719997527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31228994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3200" dirty="0">
                          <a:latin typeface="PT Sans" panose="020B0503020203020204" pitchFamily="34" charset="0"/>
                        </a:rPr>
                        <a:t>Quantity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3200" dirty="0">
                          <a:latin typeface="PT Sans" panose="020B0503020203020204" pitchFamily="34" charset="0"/>
                        </a:rPr>
                        <a:t>Symbol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3200" dirty="0">
                          <a:latin typeface="PT Sans" panose="020B0503020203020204" pitchFamily="34" charset="0"/>
                        </a:rPr>
                        <a:t>Units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24112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3200" dirty="0">
                          <a:latin typeface="PT Sans" panose="020B0503020203020204" pitchFamily="34" charset="0"/>
                        </a:rPr>
                        <a:t>Voltage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3200" dirty="0">
                          <a:latin typeface="PT Sans" panose="020B0503020203020204" pitchFamily="34" charset="0"/>
                        </a:rPr>
                        <a:t>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3200" dirty="0">
                          <a:latin typeface="PT Sans" panose="020B0503020203020204" pitchFamily="34" charset="0"/>
                        </a:rPr>
                        <a:t>Volts (V)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59349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3200" dirty="0">
                          <a:latin typeface="PT Sans" panose="020B0503020203020204" pitchFamily="34" charset="0"/>
                        </a:rPr>
                        <a:t>Current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3200" dirty="0">
                          <a:latin typeface="PT Sans" panose="020B0503020203020204" pitchFamily="34" charset="0"/>
                        </a:rPr>
                        <a:t>I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3200" dirty="0">
                          <a:latin typeface="PT Sans" panose="020B0503020203020204" pitchFamily="34" charset="0"/>
                        </a:rPr>
                        <a:t>Amperes (A)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30725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3200" dirty="0">
                          <a:latin typeface="PT Sans" panose="020B0503020203020204" pitchFamily="34" charset="0"/>
                        </a:rPr>
                        <a:t>Resistance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3200" dirty="0">
                          <a:latin typeface="PT Sans" panose="020B0503020203020204" pitchFamily="34" charset="0"/>
                        </a:rP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3200" dirty="0">
                          <a:latin typeface="PT Sans" panose="020B0503020203020204" pitchFamily="34" charset="0"/>
                        </a:rPr>
                        <a:t>Ohms (</a:t>
                      </a:r>
                      <a:r>
                        <a:rPr lang="el-GR" sz="3200" dirty="0">
                          <a:latin typeface="PT Sans" panose="020B0503020203020204" pitchFamily="34" charset="0"/>
                        </a:rPr>
                        <a:t>Ω</a:t>
                      </a:r>
                      <a:r>
                        <a:rPr lang="en-US" sz="3200" dirty="0">
                          <a:latin typeface="PT Sans" panose="020B0503020203020204" pitchFamily="34" charset="0"/>
                        </a:rPr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39933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3200" dirty="0">
                          <a:latin typeface="PT Sans" panose="020B0503020203020204" pitchFamily="34" charset="0"/>
                        </a:rPr>
                        <a:t>Capacitance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3200" dirty="0">
                          <a:latin typeface="PT Sans" panose="020B0503020203020204" pitchFamily="34" charset="0"/>
                        </a:rPr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3200" dirty="0">
                          <a:latin typeface="PT Sans" panose="020B0503020203020204" pitchFamily="34" charset="0"/>
                        </a:rPr>
                        <a:t>Coulomb (C)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46577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3200" dirty="0">
                          <a:latin typeface="PT Sans" panose="020B0503020203020204" pitchFamily="34" charset="0"/>
                        </a:rPr>
                        <a:t>Inductance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3200" dirty="0">
                          <a:latin typeface="PT Sans" panose="020B0503020203020204" pitchFamily="34" charset="0"/>
                        </a:rPr>
                        <a:t>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3200" dirty="0">
                          <a:latin typeface="PT Sans" panose="020B0503020203020204" pitchFamily="34" charset="0"/>
                        </a:rPr>
                        <a:t>Henry (H)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4729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948613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6C91A-4B70-2A52-C5C0-348C063A2E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Notations</a:t>
            </a:r>
          </a:p>
        </p:txBody>
      </p:sp>
      <p:pic>
        <p:nvPicPr>
          <p:cNvPr id="6" name="Content Placeholder 5" descr="A diagram of electrical diagrams&#10;&#10;Description automatically generated">
            <a:extLst>
              <a:ext uri="{FF2B5EF4-FFF2-40B4-BE49-F238E27FC236}">
                <a16:creationId xmlns:a16="http://schemas.microsoft.com/office/drawing/2014/main" id="{20CDFC15-1C84-8F71-5161-76B3F04F822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4853" y="1159411"/>
            <a:ext cx="3962001" cy="4402223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C4D616-F90A-DB17-4871-806D902B85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644624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5C0E2A-594A-2178-5CB6-396B067E61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Wire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66F089-7C3D-D4B7-E37D-273F254C7F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4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6" name="Picture 5" descr="A black text on a white background&#10;&#10;Description automatically generated">
            <a:extLst>
              <a:ext uri="{FF2B5EF4-FFF2-40B4-BE49-F238E27FC236}">
                <a16:creationId xmlns:a16="http://schemas.microsoft.com/office/drawing/2014/main" id="{85BAB6E6-6CB3-8628-610A-6331F87DBD7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72004" y="249579"/>
            <a:ext cx="7247992" cy="3495486"/>
          </a:xfrm>
          <a:prstGeom prst="rect">
            <a:avLst/>
          </a:prstGeom>
        </p:spPr>
      </p:pic>
      <p:pic>
        <p:nvPicPr>
          <p:cNvPr id="8" name="Picture 7" descr="A white background with black text&#10;&#10;Description automatically generated">
            <a:extLst>
              <a:ext uri="{FF2B5EF4-FFF2-40B4-BE49-F238E27FC236}">
                <a16:creationId xmlns:a16="http://schemas.microsoft.com/office/drawing/2014/main" id="{1C986406-37DB-EEA9-487C-3D95D898215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1912" y="3901850"/>
            <a:ext cx="7668176" cy="2591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56774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D80058-AD09-5A30-E1D5-3ACC0799B0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Resistor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F14F4D-980B-E581-BAD4-5941B0829B5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5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6" name="Picture 5" descr="A black text on a white background&#10;&#10;Description automatically generated">
            <a:extLst>
              <a:ext uri="{FF2B5EF4-FFF2-40B4-BE49-F238E27FC236}">
                <a16:creationId xmlns:a16="http://schemas.microsoft.com/office/drawing/2014/main" id="{DCBBA3AE-7F60-BFB3-E4BD-D04DC80B9BB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96519" y="4436631"/>
            <a:ext cx="6928617" cy="1761849"/>
          </a:xfrm>
          <a:prstGeom prst="rect">
            <a:avLst/>
          </a:prstGeom>
        </p:spPr>
      </p:pic>
      <p:pic>
        <p:nvPicPr>
          <p:cNvPr id="8" name="Picture 7" descr="A black and white text&#10;&#10;Description automatically generated">
            <a:extLst>
              <a:ext uri="{FF2B5EF4-FFF2-40B4-BE49-F238E27FC236}">
                <a16:creationId xmlns:a16="http://schemas.microsoft.com/office/drawing/2014/main" id="{5CF22B0F-A4C9-8690-2DBC-BD2A5348A4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6544" y="659520"/>
            <a:ext cx="7058911" cy="3196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57243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CB0293-636A-A36B-545E-6C89282EB4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circuit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84BDC0-EB94-4BD9-C8E8-D21C93B2A4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6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6" name="Picture 5" descr="A black arrow pointing to a red line&#10;&#10;Description automatically generated">
            <a:extLst>
              <a:ext uri="{FF2B5EF4-FFF2-40B4-BE49-F238E27FC236}">
                <a16:creationId xmlns:a16="http://schemas.microsoft.com/office/drawing/2014/main" id="{39F21257-D2AD-B993-1285-11466F1C7C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5032" y="552616"/>
            <a:ext cx="7101936" cy="3256302"/>
          </a:xfrm>
          <a:prstGeom prst="rect">
            <a:avLst/>
          </a:prstGeom>
        </p:spPr>
      </p:pic>
      <p:pic>
        <p:nvPicPr>
          <p:cNvPr id="8" name="Picture 7" descr="A white background with black text&#10;&#10;Description automatically generated">
            <a:extLst>
              <a:ext uri="{FF2B5EF4-FFF2-40B4-BE49-F238E27FC236}">
                <a16:creationId xmlns:a16="http://schemas.microsoft.com/office/drawing/2014/main" id="{0A45BBD8-9576-20ED-5825-370FFA80609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64504" y="4042078"/>
            <a:ext cx="7959116" cy="2263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32801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E4142F-D8A3-106E-9B19-AE9178C348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Voltage source</a:t>
            </a:r>
          </a:p>
        </p:txBody>
      </p:sp>
      <p:pic>
        <p:nvPicPr>
          <p:cNvPr id="6" name="Content Placeholder 5" descr="A white background with black text&#10;&#10;Description automatically generated">
            <a:extLst>
              <a:ext uri="{FF2B5EF4-FFF2-40B4-BE49-F238E27FC236}">
                <a16:creationId xmlns:a16="http://schemas.microsoft.com/office/drawing/2014/main" id="{BAE5AE10-2501-0F2A-17C5-97287AADDB2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66383" y="174952"/>
            <a:ext cx="6059233" cy="275112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CAE72C-8E69-72F2-7AAD-5A915BBFBD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7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8" name="Picture 7" descr="A white text with black text&#10;&#10;Description automatically generated">
            <a:extLst>
              <a:ext uri="{FF2B5EF4-FFF2-40B4-BE49-F238E27FC236}">
                <a16:creationId xmlns:a16="http://schemas.microsoft.com/office/drawing/2014/main" id="{B51DBC0C-3A1C-4F16-8556-60A9D8267FA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7558" y="3262021"/>
            <a:ext cx="6876883" cy="33455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68440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DF20C5-17D3-9208-879E-6BB842C219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Current source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C56375-1A13-1D05-01D4-515002AB72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8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6" name="Picture 5" descr="A white background with black text and red arrows&#10;&#10;Description automatically generated">
            <a:extLst>
              <a:ext uri="{FF2B5EF4-FFF2-40B4-BE49-F238E27FC236}">
                <a16:creationId xmlns:a16="http://schemas.microsoft.com/office/drawing/2014/main" id="{D6BBA960-71EF-C3F2-00E6-719E8BBF5F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99286" y="63171"/>
            <a:ext cx="6389262" cy="2926519"/>
          </a:xfrm>
          <a:prstGeom prst="rect">
            <a:avLst/>
          </a:prstGeom>
        </p:spPr>
      </p:pic>
      <p:pic>
        <p:nvPicPr>
          <p:cNvPr id="8" name="Picture 7" descr="A close-up of a text&#10;&#10;Description automatically generated">
            <a:extLst>
              <a:ext uri="{FF2B5EF4-FFF2-40B4-BE49-F238E27FC236}">
                <a16:creationId xmlns:a16="http://schemas.microsoft.com/office/drawing/2014/main" id="{BDCC28B3-6A7C-8EB8-D670-9EA182D6B5E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06182" y="2896262"/>
            <a:ext cx="7262161" cy="2590138"/>
          </a:xfrm>
          <a:prstGeom prst="rect">
            <a:avLst/>
          </a:prstGeom>
        </p:spPr>
      </p:pic>
      <p:pic>
        <p:nvPicPr>
          <p:cNvPr id="10" name="Picture 9" descr="A black text on a white background&#10;&#10;Description automatically generated">
            <a:extLst>
              <a:ext uri="{FF2B5EF4-FFF2-40B4-BE49-F238E27FC236}">
                <a16:creationId xmlns:a16="http://schemas.microsoft.com/office/drawing/2014/main" id="{2F706E44-5682-A07D-07E2-2E229C4A5B2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8446" y="5165918"/>
            <a:ext cx="7315107" cy="16289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76216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20ECF-F388-5ADC-5EA8-4EF51BB1CD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Rule of circuit analysis - KCL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C94948-AA9A-6201-F94C-2F18BBA481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9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6" name="Picture 5" descr="A text on a white background&#10;&#10;Description automatically generated">
            <a:extLst>
              <a:ext uri="{FF2B5EF4-FFF2-40B4-BE49-F238E27FC236}">
                <a16:creationId xmlns:a16="http://schemas.microsoft.com/office/drawing/2014/main" id="{7CAFB81E-2858-83DE-EA9E-39F33B6830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588" y="1334797"/>
            <a:ext cx="5692633" cy="4442845"/>
          </a:xfrm>
          <a:prstGeom prst="rect">
            <a:avLst/>
          </a:prstGeom>
        </p:spPr>
      </p:pic>
      <p:pic>
        <p:nvPicPr>
          <p:cNvPr id="8" name="Picture 7" descr="A diagram of a diagram&#10;&#10;Description automatically generated">
            <a:extLst>
              <a:ext uri="{FF2B5EF4-FFF2-40B4-BE49-F238E27FC236}">
                <a16:creationId xmlns:a16="http://schemas.microsoft.com/office/drawing/2014/main" id="{7A55FFC7-2309-1930-D107-4E02A47C181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35971" y="1334797"/>
            <a:ext cx="4034930" cy="26857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97135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00C508-B2DD-74FB-EA6C-1FC172585A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Rule of circuit analysis - KVL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86FDBB-FB87-1C3B-57CD-C8C1BC4130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10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6" name="Picture 5" descr="A text on a page&#10;&#10;Description automatically generated">
            <a:extLst>
              <a:ext uri="{FF2B5EF4-FFF2-40B4-BE49-F238E27FC236}">
                <a16:creationId xmlns:a16="http://schemas.microsoft.com/office/drawing/2014/main" id="{A2015B41-6607-35FD-A55B-4FDCA91EE6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011" y="1248519"/>
            <a:ext cx="5616427" cy="4511431"/>
          </a:xfrm>
          <a:prstGeom prst="rect">
            <a:avLst/>
          </a:prstGeom>
        </p:spPr>
      </p:pic>
      <p:pic>
        <p:nvPicPr>
          <p:cNvPr id="8" name="Picture 7" descr="A black text on a white background&#10;&#10;Description automatically generated">
            <a:extLst>
              <a:ext uri="{FF2B5EF4-FFF2-40B4-BE49-F238E27FC236}">
                <a16:creationId xmlns:a16="http://schemas.microsoft.com/office/drawing/2014/main" id="{6FA8F12A-6F6B-8CCE-D57D-D3C9343617F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5091" y="664319"/>
            <a:ext cx="3316747" cy="584200"/>
          </a:xfrm>
          <a:prstGeom prst="rect">
            <a:avLst/>
          </a:prstGeom>
        </p:spPr>
      </p:pic>
      <p:pic>
        <p:nvPicPr>
          <p:cNvPr id="10" name="Picture 9" descr="A diagram of a loop&#10;&#10;Description automatically generated">
            <a:extLst>
              <a:ext uri="{FF2B5EF4-FFF2-40B4-BE49-F238E27FC236}">
                <a16:creationId xmlns:a16="http://schemas.microsoft.com/office/drawing/2014/main" id="{6EBAE493-747D-D438-8478-B80658D20B2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7678" y="1855809"/>
            <a:ext cx="4528080" cy="19001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8912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FD730-4BE6-DC1F-2977-CB0EEA417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Resistors in series</a:t>
            </a:r>
          </a:p>
        </p:txBody>
      </p:sp>
      <p:pic>
        <p:nvPicPr>
          <p:cNvPr id="6" name="Content Placeholder 5" descr="A diagram of electrical circuits&#10;&#10;Description automatically generated">
            <a:extLst>
              <a:ext uri="{FF2B5EF4-FFF2-40B4-BE49-F238E27FC236}">
                <a16:creationId xmlns:a16="http://schemas.microsoft.com/office/drawing/2014/main" id="{689817DD-B2E3-5450-8E46-71DAC11139B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0467"/>
          <a:stretch/>
        </p:blipFill>
        <p:spPr>
          <a:xfrm>
            <a:off x="1546854" y="847793"/>
            <a:ext cx="4309935" cy="5452390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E05FB1-9B4C-FA18-1372-8FCBD35014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11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162815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FD730-4BE6-DC1F-2977-CB0EEA417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Voltage divider</a:t>
            </a:r>
          </a:p>
        </p:txBody>
      </p:sp>
      <p:pic>
        <p:nvPicPr>
          <p:cNvPr id="6" name="Content Placeholder 5" descr="A diagram of electrical circuits&#10;&#10;Description automatically generated">
            <a:extLst>
              <a:ext uri="{FF2B5EF4-FFF2-40B4-BE49-F238E27FC236}">
                <a16:creationId xmlns:a16="http://schemas.microsoft.com/office/drawing/2014/main" id="{689817DD-B2E3-5450-8E46-71DAC11139B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0467"/>
          <a:stretch/>
        </p:blipFill>
        <p:spPr>
          <a:xfrm>
            <a:off x="690328" y="1027201"/>
            <a:ext cx="3797086" cy="480359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E05FB1-9B4C-FA18-1372-8FCBD35014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12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3" name="Content Placeholder 5" descr="A diagram of electrical circuits&#10;&#10;Description automatically generated">
            <a:extLst>
              <a:ext uri="{FF2B5EF4-FFF2-40B4-BE49-F238E27FC236}">
                <a16:creationId xmlns:a16="http://schemas.microsoft.com/office/drawing/2014/main" id="{9C1E1633-F8F8-67C5-FFC8-60D6510F56C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9732"/>
          <a:stretch/>
        </p:blipFill>
        <p:spPr>
          <a:xfrm>
            <a:off x="6201136" y="95491"/>
            <a:ext cx="4139128" cy="35418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02514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A3599-3D43-82D2-FC24-D5C13871D3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Resistors in parallel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22CB8D-5C56-66F0-D4E1-B2480C8497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13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8" name="Picture 7" descr="A diagram of a circuit&#10;&#10;Description automatically generated">
            <a:extLst>
              <a:ext uri="{FF2B5EF4-FFF2-40B4-BE49-F238E27FC236}">
                <a16:creationId xmlns:a16="http://schemas.microsoft.com/office/drawing/2014/main" id="{F2BED427-FF86-F101-F9F6-0CA9815A02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299" y="837178"/>
            <a:ext cx="6331314" cy="51836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53355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A3599-3D43-82D2-FC24-D5C13871D3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Current divider</a:t>
            </a:r>
          </a:p>
        </p:txBody>
      </p:sp>
      <p:pic>
        <p:nvPicPr>
          <p:cNvPr id="6" name="Content Placeholder 5" descr="A diagram of a circuit&#10;&#10;Description automatically generated">
            <a:extLst>
              <a:ext uri="{FF2B5EF4-FFF2-40B4-BE49-F238E27FC236}">
                <a16:creationId xmlns:a16="http://schemas.microsoft.com/office/drawing/2014/main" id="{5DF4F50E-6D8F-174E-CBA4-3752A354402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7992" y="1008301"/>
            <a:ext cx="2712555" cy="5228451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22CB8D-5C56-66F0-D4E1-B2480C8497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14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464276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C841FD-691A-A308-C3B4-259E396F1B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Measuring voltage, current, resistance</a:t>
            </a:r>
          </a:p>
        </p:txBody>
      </p:sp>
      <p:pic>
        <p:nvPicPr>
          <p:cNvPr id="6" name="Content Placeholder 5" descr="A diagram of a voltage&#10;&#10;Description automatically generated">
            <a:extLst>
              <a:ext uri="{FF2B5EF4-FFF2-40B4-BE49-F238E27FC236}">
                <a16:creationId xmlns:a16="http://schemas.microsoft.com/office/drawing/2014/main" id="{6D605F31-3BE0-93CC-3B45-D1516DF10D5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6366" y="1228715"/>
            <a:ext cx="8062659" cy="2385267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3A1231-9E7D-91AA-BA3A-C222D8039B8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15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3" name="Content Placeholder 5" descr="A diagram of an ammeter&#10;&#10;Description automatically generated">
            <a:extLst>
              <a:ext uri="{FF2B5EF4-FFF2-40B4-BE49-F238E27FC236}">
                <a16:creationId xmlns:a16="http://schemas.microsoft.com/office/drawing/2014/main" id="{26880BB5-E997-47B3-EA6A-36AE3107B3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4687" y="3980939"/>
            <a:ext cx="7902625" cy="2286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67602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681756-92D3-3890-01DC-27906AE199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nodes</a:t>
            </a:r>
          </a:p>
        </p:txBody>
      </p:sp>
      <p:pic>
        <p:nvPicPr>
          <p:cNvPr id="6" name="Content Placeholder 5" descr="A diagram of a circuit&#10;&#10;Description automatically generated">
            <a:extLst>
              <a:ext uri="{FF2B5EF4-FFF2-40B4-BE49-F238E27FC236}">
                <a16:creationId xmlns:a16="http://schemas.microsoft.com/office/drawing/2014/main" id="{BF3A4557-383A-8DED-D073-ECCB7780574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5116" y="1534401"/>
            <a:ext cx="5791702" cy="3139712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201E55-6199-7247-2F79-340F6C8A1B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16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9756200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349207-7691-7E88-CEBF-AF45231384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 the node connected to the source</a:t>
            </a:r>
          </a:p>
        </p:txBody>
      </p:sp>
      <p:pic>
        <p:nvPicPr>
          <p:cNvPr id="6" name="Content Placeholder 5" descr="A diagram of a circuit&#10;&#10;Description automatically generated">
            <a:extLst>
              <a:ext uri="{FF2B5EF4-FFF2-40B4-BE49-F238E27FC236}">
                <a16:creationId xmlns:a16="http://schemas.microsoft.com/office/drawing/2014/main" id="{774790A2-15E9-395E-E358-46FEA6CEC49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7362" y="1447937"/>
            <a:ext cx="6135137" cy="3720159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0B2E3A-2B27-7623-B6BF-F08A1D5D11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17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3530083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349207-7691-7E88-CEBF-AF45231384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 other nodes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0B2E3A-2B27-7623-B6BF-F08A1D5D11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18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8" name="Picture 7" descr="A diagram of a circuit&#10;&#10;Description automatically generated">
            <a:extLst>
              <a:ext uri="{FF2B5EF4-FFF2-40B4-BE49-F238E27FC236}">
                <a16:creationId xmlns:a16="http://schemas.microsoft.com/office/drawing/2014/main" id="{E7C7EAF4-B3DF-2BCD-C421-0A54881B3B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3369" y="1526019"/>
            <a:ext cx="5328402" cy="36247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472292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349207-7691-7E88-CEBF-AF45231384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Merge elements sharing the same nodes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0B2E3A-2B27-7623-B6BF-F08A1D5D11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19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12" name="Picture 11" descr="A diagram of a circuit&#10;&#10;Description automatically generated">
            <a:extLst>
              <a:ext uri="{FF2B5EF4-FFF2-40B4-BE49-F238E27FC236}">
                <a16:creationId xmlns:a16="http://schemas.microsoft.com/office/drawing/2014/main" id="{87FD50CC-79F7-B354-7F20-68CA8A43E5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1965" y="1432927"/>
            <a:ext cx="5814564" cy="3772227"/>
          </a:xfrm>
          <a:prstGeom prst="rect">
            <a:avLst/>
          </a:prstGeom>
        </p:spPr>
      </p:pic>
      <p:pic>
        <p:nvPicPr>
          <p:cNvPr id="11" name="Picture 10" descr="A diagram of a circuit&#10;&#10;Description automatically generated">
            <a:extLst>
              <a:ext uri="{FF2B5EF4-FFF2-40B4-BE49-F238E27FC236}">
                <a16:creationId xmlns:a16="http://schemas.microsoft.com/office/drawing/2014/main" id="{F93EC26A-0335-6F99-04F5-217ACAFA8F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5201" y="1751725"/>
            <a:ext cx="5328402" cy="36247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725668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0AFDF1-7A8B-F227-B5A9-9C1A80F256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Practice problems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C16CC6-1C7A-99E1-E713-4F0B87D481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20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6" name="Picture 5" descr="A text on a white background&#10;&#10;Description automatically generated">
            <a:extLst>
              <a:ext uri="{FF2B5EF4-FFF2-40B4-BE49-F238E27FC236}">
                <a16:creationId xmlns:a16="http://schemas.microsoft.com/office/drawing/2014/main" id="{16795F52-8A7A-344C-0F37-0905487EF7B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3281" y="1667586"/>
            <a:ext cx="10086785" cy="3917198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35D469B6-8407-42CF-08EE-4EE61A643567}"/>
              </a:ext>
            </a:extLst>
          </p:cNvPr>
          <p:cNvSpPr/>
          <p:nvPr/>
        </p:nvSpPr>
        <p:spPr>
          <a:xfrm>
            <a:off x="1232704" y="3680749"/>
            <a:ext cx="6481823" cy="15096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958342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4746AA-8C79-F6DC-A9A7-A2A76FB3FC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Practice problems</a:t>
            </a:r>
          </a:p>
        </p:txBody>
      </p:sp>
      <p:pic>
        <p:nvPicPr>
          <p:cNvPr id="6" name="Content Placeholder 5" descr="A diagram of a circuit&#10;&#10;Description automatically generated">
            <a:extLst>
              <a:ext uri="{FF2B5EF4-FFF2-40B4-BE49-F238E27FC236}">
                <a16:creationId xmlns:a16="http://schemas.microsoft.com/office/drawing/2014/main" id="{338E6884-2949-ABC7-11FC-DB5AC57F0D4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3509" y="1944621"/>
            <a:ext cx="8630259" cy="2760487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36B902-1D0D-C650-E932-4DD9452E1B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21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278942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DA4A47-9910-8427-C294-85EF231A99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Practice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F2CE81-0CB1-A3BA-AAE4-F130651C57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22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6" name="Picture 5" descr="A diagram of a circuit&#10;&#10;Description automatically generated">
            <a:extLst>
              <a:ext uri="{FF2B5EF4-FFF2-40B4-BE49-F238E27FC236}">
                <a16:creationId xmlns:a16="http://schemas.microsoft.com/office/drawing/2014/main" id="{3A373CDE-D6E5-7684-C39C-5E4A32FD51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5158" y="1847896"/>
            <a:ext cx="3177815" cy="22709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175334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A1D2AB-EAC4-5FAE-E7AE-8DBFEF414B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Practice </a:t>
            </a:r>
          </a:p>
        </p:txBody>
      </p:sp>
      <p:pic>
        <p:nvPicPr>
          <p:cNvPr id="6" name="Content Placeholder 5" descr="A diagram of a circuit&#10;&#10;Description automatically generated">
            <a:extLst>
              <a:ext uri="{FF2B5EF4-FFF2-40B4-BE49-F238E27FC236}">
                <a16:creationId xmlns:a16="http://schemas.microsoft.com/office/drawing/2014/main" id="{64802E38-2E12-CFBD-20FF-212270B6CFC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4943" y="1547898"/>
            <a:ext cx="3825572" cy="1996613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F2D2D2-3E67-A7CF-0D2F-2FB485E9789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23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8" name="Picture 7" descr="A diagram of a circuit&#10;&#10;Description automatically generated">
            <a:extLst>
              <a:ext uri="{FF2B5EF4-FFF2-40B4-BE49-F238E27FC236}">
                <a16:creationId xmlns:a16="http://schemas.microsoft.com/office/drawing/2014/main" id="{5C329694-A513-B382-C7B0-BB3C07B35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604419"/>
            <a:ext cx="4214225" cy="20270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761023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CCE621-7927-C8C4-0A58-035B408842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Touch panel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D7B456-ECF4-08FA-7102-F616194B81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24</a:t>
            </a:fld>
            <a:endParaRPr lang="en-US" dirty="0">
              <a:latin typeface="PT Sans" panose="020B0503020203020204" pitchFamily="34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1F4D0485-EBC2-0F56-51FD-F53A5B644FBF}"/>
                  </a:ext>
                </a:extLst>
              </p14:cNvPr>
              <p14:cNvContentPartPr/>
              <p14:nvPr/>
            </p14:nvContentPartPr>
            <p14:xfrm>
              <a:off x="3023212" y="2958653"/>
              <a:ext cx="308160" cy="33120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1F4D0485-EBC2-0F56-51FD-F53A5B644FBF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005212" y="2940653"/>
                <a:ext cx="343800" cy="366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A5DC4948-AE27-3BE9-A578-3AF204442095}"/>
                  </a:ext>
                </a:extLst>
              </p14:cNvPr>
              <p14:cNvContentPartPr/>
              <p14:nvPr/>
            </p14:nvContentPartPr>
            <p14:xfrm>
              <a:off x="4793692" y="2903213"/>
              <a:ext cx="298440" cy="33696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A5DC4948-AE27-3BE9-A578-3AF204442095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776052" y="2885213"/>
                <a:ext cx="334080" cy="37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6A6B3CF2-2F02-307F-DE63-A4603DB5BA9C}"/>
                  </a:ext>
                </a:extLst>
              </p14:cNvPr>
              <p14:cNvContentPartPr/>
              <p14:nvPr/>
            </p14:nvContentPartPr>
            <p14:xfrm>
              <a:off x="6218572" y="2928413"/>
              <a:ext cx="340200" cy="33768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6A6B3CF2-2F02-307F-DE63-A4603DB5BA9C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6200932" y="2910773"/>
                <a:ext cx="375840" cy="37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7DFD70E6-E45E-F9C5-73D4-938D6D9285E5}"/>
                  </a:ext>
                </a:extLst>
              </p14:cNvPr>
              <p14:cNvContentPartPr/>
              <p14:nvPr/>
            </p14:nvContentPartPr>
            <p14:xfrm>
              <a:off x="3040852" y="4143053"/>
              <a:ext cx="280800" cy="39996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7DFD70E6-E45E-F9C5-73D4-938D6D9285E5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023212" y="4125413"/>
                <a:ext cx="316440" cy="43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C0DBD37C-96B3-9CF2-D3FB-50BC15DABBF0}"/>
                  </a:ext>
                </a:extLst>
              </p14:cNvPr>
              <p14:cNvContentPartPr/>
              <p14:nvPr/>
            </p14:nvContentPartPr>
            <p14:xfrm>
              <a:off x="4827172" y="4175093"/>
              <a:ext cx="310320" cy="34344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C0DBD37C-96B3-9CF2-D3FB-50BC15DABBF0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4809172" y="4157093"/>
                <a:ext cx="345960" cy="37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63425266-5B09-3004-0D97-6D67F722D8D2}"/>
                  </a:ext>
                </a:extLst>
              </p14:cNvPr>
              <p14:cNvContentPartPr/>
              <p14:nvPr/>
            </p14:nvContentPartPr>
            <p14:xfrm>
              <a:off x="6227212" y="4229093"/>
              <a:ext cx="252720" cy="29196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63425266-5B09-3004-0D97-6D67F722D8D2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6209572" y="4211093"/>
                <a:ext cx="288360" cy="327600"/>
              </a:xfrm>
              <a:prstGeom prst="rect">
                <a:avLst/>
              </a:prstGeom>
            </p:spPr>
          </p:pic>
        </mc:Fallback>
      </mc:AlternateContent>
      <p:grpSp>
        <p:nvGrpSpPr>
          <p:cNvPr id="30" name="Group 29">
            <a:extLst>
              <a:ext uri="{FF2B5EF4-FFF2-40B4-BE49-F238E27FC236}">
                <a16:creationId xmlns:a16="http://schemas.microsoft.com/office/drawing/2014/main" id="{0B25C7FA-CDF2-E338-0002-F7F8BF201BCA}"/>
              </a:ext>
            </a:extLst>
          </p:cNvPr>
          <p:cNvGrpSpPr/>
          <p:nvPr/>
        </p:nvGrpSpPr>
        <p:grpSpPr>
          <a:xfrm>
            <a:off x="2930332" y="2455013"/>
            <a:ext cx="431640" cy="371880"/>
            <a:chOff x="2930332" y="2455013"/>
            <a:chExt cx="431640" cy="371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06CA1ADA-C998-4FC7-F6A5-DA09A5FB7F45}"/>
                    </a:ext>
                  </a:extLst>
                </p14:cNvPr>
                <p14:cNvContentPartPr/>
                <p14:nvPr/>
              </p14:nvContentPartPr>
              <p14:xfrm>
                <a:off x="2930332" y="2455013"/>
                <a:ext cx="152280" cy="3718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06CA1ADA-C998-4FC7-F6A5-DA09A5FB7F45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2912692" y="2437373"/>
                  <a:ext cx="187920" cy="40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6070D7D9-FB1C-1CEB-AF69-B58729676555}"/>
                    </a:ext>
                  </a:extLst>
                </p14:cNvPr>
                <p14:cNvContentPartPr/>
                <p14:nvPr/>
              </p14:nvContentPartPr>
              <p14:xfrm>
                <a:off x="3237052" y="2619893"/>
                <a:ext cx="124920" cy="705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6070D7D9-FB1C-1CEB-AF69-B58729676555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219052" y="2602253"/>
                  <a:ext cx="160560" cy="106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43817420-2709-3BED-498D-C06E3F7C547F}"/>
              </a:ext>
            </a:extLst>
          </p:cNvPr>
          <p:cNvGrpSpPr/>
          <p:nvPr/>
        </p:nvGrpSpPr>
        <p:grpSpPr>
          <a:xfrm>
            <a:off x="3122212" y="3653813"/>
            <a:ext cx="417240" cy="417240"/>
            <a:chOff x="3122212" y="3653813"/>
            <a:chExt cx="417240" cy="417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C436EA72-91D2-FFAF-DC72-097A4597DCF5}"/>
                    </a:ext>
                  </a:extLst>
                </p14:cNvPr>
                <p14:cNvContentPartPr/>
                <p14:nvPr/>
              </p14:nvContentPartPr>
              <p14:xfrm>
                <a:off x="3122212" y="3653813"/>
                <a:ext cx="98640" cy="29088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C436EA72-91D2-FFAF-DC72-097A4597DCF5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104572" y="3635813"/>
                  <a:ext cx="134280" cy="32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D8849846-F66D-8288-0931-A3DD1BC1F5A9}"/>
                    </a:ext>
                  </a:extLst>
                </p14:cNvPr>
                <p14:cNvContentPartPr/>
                <p14:nvPr/>
              </p14:nvContentPartPr>
              <p14:xfrm>
                <a:off x="3360892" y="3822293"/>
                <a:ext cx="178560" cy="24876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D8849846-F66D-8288-0931-A3DD1BC1F5A9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343252" y="3804293"/>
                  <a:ext cx="214200" cy="284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3C61592C-7B53-9175-1548-983BF6BA4272}"/>
              </a:ext>
            </a:extLst>
          </p:cNvPr>
          <p:cNvGrpSpPr/>
          <p:nvPr/>
        </p:nvGrpSpPr>
        <p:grpSpPr>
          <a:xfrm>
            <a:off x="4916452" y="2584253"/>
            <a:ext cx="388800" cy="298800"/>
            <a:chOff x="4916452" y="2584253"/>
            <a:chExt cx="388800" cy="298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68908455-7BC2-9F5E-7919-FA9575C49102}"/>
                    </a:ext>
                  </a:extLst>
                </p14:cNvPr>
                <p14:cNvContentPartPr/>
                <p14:nvPr/>
              </p14:nvContentPartPr>
              <p14:xfrm>
                <a:off x="4916452" y="2584253"/>
                <a:ext cx="113760" cy="21744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68908455-7BC2-9F5E-7919-FA9575C49102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898452" y="2566253"/>
                  <a:ext cx="149400" cy="25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CFFDF847-2F92-BEA6-FA3A-067838C61C35}"/>
                    </a:ext>
                  </a:extLst>
                </p14:cNvPr>
                <p14:cNvContentPartPr/>
                <p14:nvPr/>
              </p14:nvContentPartPr>
              <p14:xfrm>
                <a:off x="5219932" y="2669933"/>
                <a:ext cx="56880" cy="3708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CFFDF847-2F92-BEA6-FA3A-067838C61C35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5201932" y="2651933"/>
                  <a:ext cx="92520" cy="7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7DE9D3E9-648B-A65C-C3EC-CE8797AEF5DE}"/>
                    </a:ext>
                  </a:extLst>
                </p14:cNvPr>
                <p14:cNvContentPartPr/>
                <p14:nvPr/>
              </p14:nvContentPartPr>
              <p14:xfrm>
                <a:off x="5205532" y="2721053"/>
                <a:ext cx="99720" cy="16200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7DE9D3E9-648B-A65C-C3EC-CE8797AEF5DE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5187892" y="2703053"/>
                  <a:ext cx="135360" cy="197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95D73FF0-2EB2-9B8B-212D-8F59E7088A9F}"/>
              </a:ext>
            </a:extLst>
          </p:cNvPr>
          <p:cNvGrpSpPr/>
          <p:nvPr/>
        </p:nvGrpSpPr>
        <p:grpSpPr>
          <a:xfrm>
            <a:off x="5018332" y="3838853"/>
            <a:ext cx="387720" cy="285840"/>
            <a:chOff x="5018332" y="3838853"/>
            <a:chExt cx="387720" cy="285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0FAD70C7-B712-043F-D016-962C5ECBED6B}"/>
                    </a:ext>
                  </a:extLst>
                </p14:cNvPr>
                <p14:cNvContentPartPr/>
                <p14:nvPr/>
              </p14:nvContentPartPr>
              <p14:xfrm>
                <a:off x="5018332" y="3838853"/>
                <a:ext cx="119160" cy="22320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0FAD70C7-B712-043F-D016-962C5ECBED6B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5000692" y="3820853"/>
                  <a:ext cx="154800" cy="25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B206E8B0-EE89-53C9-AB2A-38287A2F8038}"/>
                    </a:ext>
                  </a:extLst>
                </p14:cNvPr>
                <p14:cNvContentPartPr/>
                <p14:nvPr/>
              </p14:nvContentPartPr>
              <p14:xfrm>
                <a:off x="5265652" y="3913373"/>
                <a:ext cx="140400" cy="21132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B206E8B0-EE89-53C9-AB2A-38287A2F8038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5247652" y="3895733"/>
                  <a:ext cx="176040" cy="246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8B195AE0-875F-8584-5A2B-0F108D886DA8}"/>
              </a:ext>
            </a:extLst>
          </p:cNvPr>
          <p:cNvGrpSpPr/>
          <p:nvPr/>
        </p:nvGrpSpPr>
        <p:grpSpPr>
          <a:xfrm>
            <a:off x="6654532" y="2695133"/>
            <a:ext cx="410760" cy="429120"/>
            <a:chOff x="6654532" y="2695133"/>
            <a:chExt cx="410760" cy="429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898FDA79-01A8-9B0F-EE37-27BDA4CA8CA8}"/>
                    </a:ext>
                  </a:extLst>
                </p14:cNvPr>
                <p14:cNvContentPartPr/>
                <p14:nvPr/>
              </p14:nvContentPartPr>
              <p14:xfrm>
                <a:off x="6654532" y="2695133"/>
                <a:ext cx="123840" cy="28512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898FDA79-01A8-9B0F-EE37-27BDA4CA8CA8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6636532" y="2677493"/>
                  <a:ext cx="159480" cy="32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3E2E2D04-0E4A-D415-962D-734614F5B9BB}"/>
                    </a:ext>
                  </a:extLst>
                </p14:cNvPr>
                <p14:cNvContentPartPr/>
                <p14:nvPr/>
              </p14:nvContentPartPr>
              <p14:xfrm>
                <a:off x="6920572" y="2916173"/>
                <a:ext cx="144720" cy="2080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3E2E2D04-0E4A-D415-962D-734614F5B9BB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6902932" y="2898173"/>
                  <a:ext cx="180360" cy="243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724CAD92-6F7C-3E1A-52AB-FD2BEB54E44D}"/>
              </a:ext>
            </a:extLst>
          </p:cNvPr>
          <p:cNvGrpSpPr/>
          <p:nvPr/>
        </p:nvGrpSpPr>
        <p:grpSpPr>
          <a:xfrm>
            <a:off x="6683692" y="4071053"/>
            <a:ext cx="343440" cy="423720"/>
            <a:chOff x="6683692" y="4071053"/>
            <a:chExt cx="343440" cy="423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CA8BC60B-2E20-F090-490E-81584C5C83A9}"/>
                    </a:ext>
                  </a:extLst>
                </p14:cNvPr>
                <p14:cNvContentPartPr/>
                <p14:nvPr/>
              </p14:nvContentPartPr>
              <p14:xfrm>
                <a:off x="6683692" y="4071053"/>
                <a:ext cx="124200" cy="25848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CA8BC60B-2E20-F090-490E-81584C5C83A9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665692" y="4053053"/>
                  <a:ext cx="159840" cy="29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AB982038-2C14-E1B1-F274-B981AE8B1D90}"/>
                    </a:ext>
                  </a:extLst>
                </p14:cNvPr>
                <p14:cNvContentPartPr/>
                <p14:nvPr/>
              </p14:nvContentPartPr>
              <p14:xfrm>
                <a:off x="6882412" y="4180133"/>
                <a:ext cx="144720" cy="3146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AB982038-2C14-E1B1-F274-B981AE8B1D90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864772" y="4162133"/>
                  <a:ext cx="180360" cy="350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B1E247D7-D54D-A111-40F5-13EA68CCDDDA}"/>
              </a:ext>
            </a:extLst>
          </p:cNvPr>
          <p:cNvGrpSpPr/>
          <p:nvPr/>
        </p:nvGrpSpPr>
        <p:grpSpPr>
          <a:xfrm>
            <a:off x="1968772" y="278453"/>
            <a:ext cx="1425600" cy="1410840"/>
            <a:chOff x="1968772" y="278453"/>
            <a:chExt cx="1425600" cy="1410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C6435D3C-130E-715D-F5B4-043BE5E0624C}"/>
                    </a:ext>
                  </a:extLst>
                </p14:cNvPr>
                <p14:cNvContentPartPr/>
                <p14:nvPr/>
              </p14:nvContentPartPr>
              <p14:xfrm>
                <a:off x="2308612" y="917813"/>
                <a:ext cx="763560" cy="77148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C6435D3C-130E-715D-F5B4-043BE5E0624C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2290972" y="899813"/>
                  <a:ext cx="799200" cy="80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E29A2C98-B262-91D4-D218-2AE74E616BE7}"/>
                    </a:ext>
                  </a:extLst>
                </p14:cNvPr>
                <p14:cNvContentPartPr/>
                <p14:nvPr/>
              </p14:nvContentPartPr>
              <p14:xfrm>
                <a:off x="1968772" y="591293"/>
                <a:ext cx="536400" cy="59544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E29A2C98-B262-91D4-D218-2AE74E616BE7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951132" y="573653"/>
                  <a:ext cx="572040" cy="63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C74B34E1-415F-FE6D-3810-4C4931E917DB}"/>
                    </a:ext>
                  </a:extLst>
                </p14:cNvPr>
                <p14:cNvContentPartPr/>
                <p14:nvPr/>
              </p14:nvContentPartPr>
              <p14:xfrm>
                <a:off x="2690572" y="535853"/>
                <a:ext cx="3240" cy="216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C74B34E1-415F-FE6D-3810-4C4931E917DB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2672572" y="518213"/>
                  <a:ext cx="3888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F5C98F37-8B98-D207-318D-2385087444B0}"/>
                    </a:ext>
                  </a:extLst>
                </p14:cNvPr>
                <p14:cNvContentPartPr/>
                <p14:nvPr/>
              </p14:nvContentPartPr>
              <p14:xfrm>
                <a:off x="2684092" y="513173"/>
                <a:ext cx="200520" cy="27648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F5C98F37-8B98-D207-318D-2385087444B0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2666452" y="495533"/>
                  <a:ext cx="236160" cy="31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04F881A2-34E8-59AB-EDAC-0455EC20753A}"/>
                    </a:ext>
                  </a:extLst>
                </p14:cNvPr>
                <p14:cNvContentPartPr/>
                <p14:nvPr/>
              </p14:nvContentPartPr>
              <p14:xfrm>
                <a:off x="2905132" y="554213"/>
                <a:ext cx="4320" cy="6084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04F881A2-34E8-59AB-EDAC-0455EC20753A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2887492" y="536573"/>
                  <a:ext cx="3996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2C4C2BB7-2432-A385-F1CC-FE8C87F6D9F5}"/>
                    </a:ext>
                  </a:extLst>
                </p14:cNvPr>
                <p14:cNvContentPartPr/>
                <p14:nvPr/>
              </p14:nvContentPartPr>
              <p14:xfrm>
                <a:off x="2974252" y="429293"/>
                <a:ext cx="174600" cy="19764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2C4C2BB7-2432-A385-F1CC-FE8C87F6D9F5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2956612" y="411653"/>
                  <a:ext cx="210240" cy="23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96550CCA-19F4-515E-455E-CE55FC7C83A0}"/>
                    </a:ext>
                  </a:extLst>
                </p14:cNvPr>
                <p14:cNvContentPartPr/>
                <p14:nvPr/>
              </p14:nvContentPartPr>
              <p14:xfrm>
                <a:off x="3261172" y="278453"/>
                <a:ext cx="133200" cy="24372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96550CCA-19F4-515E-455E-CE55FC7C83A0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3243532" y="260453"/>
                  <a:ext cx="168840" cy="279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A2B49FAB-DADA-B2AC-F6FF-471B9FFB3520}"/>
              </a:ext>
            </a:extLst>
          </p:cNvPr>
          <p:cNvGrpSpPr/>
          <p:nvPr/>
        </p:nvGrpSpPr>
        <p:grpSpPr>
          <a:xfrm>
            <a:off x="3077932" y="1578773"/>
            <a:ext cx="5183640" cy="3688920"/>
            <a:chOff x="3077932" y="1578773"/>
            <a:chExt cx="5183640" cy="3688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CC8E3D9F-6120-2FD8-1041-D4C6DD80DA94}"/>
                    </a:ext>
                  </a:extLst>
                </p14:cNvPr>
                <p14:cNvContentPartPr/>
                <p14:nvPr/>
              </p14:nvContentPartPr>
              <p14:xfrm>
                <a:off x="3277372" y="1747613"/>
                <a:ext cx="463680" cy="2376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CC8E3D9F-6120-2FD8-1041-D4C6DD80DA94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3259372" y="1729613"/>
                  <a:ext cx="49932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88D3FC35-6C5A-ADBC-7C03-F482A8EBC0BA}"/>
                    </a:ext>
                  </a:extLst>
                </p14:cNvPr>
                <p14:cNvContentPartPr/>
                <p14:nvPr/>
              </p14:nvContentPartPr>
              <p14:xfrm>
                <a:off x="3775612" y="1606493"/>
                <a:ext cx="275400" cy="18396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88D3FC35-6C5A-ADBC-7C03-F482A8EBC0BA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3757972" y="1588493"/>
                  <a:ext cx="31104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736CE585-231F-FB8A-77BE-9E39415D3EE0}"/>
                    </a:ext>
                  </a:extLst>
                </p14:cNvPr>
                <p14:cNvContentPartPr/>
                <p14:nvPr/>
              </p14:nvContentPartPr>
              <p14:xfrm>
                <a:off x="4104652" y="1728533"/>
                <a:ext cx="370800" cy="5796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736CE585-231F-FB8A-77BE-9E39415D3EE0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4087012" y="1710533"/>
                  <a:ext cx="406440" cy="9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EC185021-572A-4644-38A5-CD943E613765}"/>
                    </a:ext>
                  </a:extLst>
                </p14:cNvPr>
                <p14:cNvContentPartPr/>
                <p14:nvPr/>
              </p14:nvContentPartPr>
              <p14:xfrm>
                <a:off x="4496692" y="1691813"/>
                <a:ext cx="277200" cy="4176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EC185021-572A-4644-38A5-CD943E613765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4479052" y="1673813"/>
                  <a:ext cx="312840" cy="7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F87E7736-A0E6-F9D2-E5BA-E193686B549C}"/>
                    </a:ext>
                  </a:extLst>
                </p14:cNvPr>
                <p14:cNvContentPartPr/>
                <p14:nvPr/>
              </p14:nvContentPartPr>
              <p14:xfrm>
                <a:off x="5079172" y="1715933"/>
                <a:ext cx="277200" cy="1728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F87E7736-A0E6-F9D2-E5BA-E193686B549C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5061532" y="1698293"/>
                  <a:ext cx="312840" cy="5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B749CBB8-40B2-49D7-CC8A-CF18F6D4665C}"/>
                    </a:ext>
                  </a:extLst>
                </p14:cNvPr>
                <p14:cNvContentPartPr/>
                <p14:nvPr/>
              </p14:nvContentPartPr>
              <p14:xfrm>
                <a:off x="5407492" y="1578773"/>
                <a:ext cx="387000" cy="21924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B749CBB8-40B2-49D7-CC8A-CF18F6D4665C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5389492" y="1561133"/>
                  <a:ext cx="422640" cy="25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6243CA03-17B2-E1F2-9F38-14AD16FA9020}"/>
                    </a:ext>
                  </a:extLst>
                </p14:cNvPr>
                <p14:cNvContentPartPr/>
                <p14:nvPr/>
              </p14:nvContentPartPr>
              <p14:xfrm>
                <a:off x="5800972" y="1759853"/>
                <a:ext cx="381600" cy="3168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6243CA03-17B2-E1F2-9F38-14AD16FA9020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5782972" y="1741853"/>
                  <a:ext cx="417240" cy="6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878F81D2-814C-370D-2A74-BC0CBBF10490}"/>
                    </a:ext>
                  </a:extLst>
                </p14:cNvPr>
                <p14:cNvContentPartPr/>
                <p14:nvPr/>
              </p14:nvContentPartPr>
              <p14:xfrm>
                <a:off x="6388492" y="2665253"/>
                <a:ext cx="22680" cy="31176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878F81D2-814C-370D-2A74-BC0CBBF10490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6370852" y="2647253"/>
                  <a:ext cx="58320" cy="34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DD28F330-876F-8DA5-D28A-4D0079823BBD}"/>
                    </a:ext>
                  </a:extLst>
                </p14:cNvPr>
                <p14:cNvContentPartPr/>
                <p14:nvPr/>
              </p14:nvContentPartPr>
              <p14:xfrm>
                <a:off x="6334132" y="1876493"/>
                <a:ext cx="132120" cy="7624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DD28F330-876F-8DA5-D28A-4D0079823BBD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6316492" y="1858853"/>
                  <a:ext cx="167760" cy="79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0F5E2D6C-2214-9A8C-3EB2-5BD403CD07B5}"/>
                    </a:ext>
                  </a:extLst>
                </p14:cNvPr>
                <p14:cNvContentPartPr/>
                <p14:nvPr/>
              </p14:nvContentPartPr>
              <p14:xfrm>
                <a:off x="4904932" y="2036693"/>
                <a:ext cx="12240" cy="5112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0F5E2D6C-2214-9A8C-3EB2-5BD403CD07B5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4886932" y="2019053"/>
                  <a:ext cx="4788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64A6DD56-A60E-84DD-98F5-127DA9D41691}"/>
                    </a:ext>
                  </a:extLst>
                </p14:cNvPr>
                <p14:cNvContentPartPr/>
                <p14:nvPr/>
              </p14:nvContentPartPr>
              <p14:xfrm>
                <a:off x="4823212" y="1892693"/>
                <a:ext cx="131040" cy="106380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64A6DD56-A60E-84DD-98F5-127DA9D41691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4805572" y="1874693"/>
                  <a:ext cx="166680" cy="10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83E6CA23-F47B-4CAC-1258-4A03B5D4D3A5}"/>
                    </a:ext>
                  </a:extLst>
                </p14:cNvPr>
                <p14:cNvContentPartPr/>
                <p14:nvPr/>
              </p14:nvContentPartPr>
              <p14:xfrm>
                <a:off x="3077932" y="1979453"/>
                <a:ext cx="101160" cy="94824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83E6CA23-F47B-4CAC-1258-4A03B5D4D3A5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3060292" y="1961813"/>
                  <a:ext cx="136800" cy="98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5507B6A0-0EA3-5775-6F93-21E7445A6949}"/>
                    </a:ext>
                  </a:extLst>
                </p14:cNvPr>
                <p14:cNvContentPartPr/>
                <p14:nvPr/>
              </p14:nvContentPartPr>
              <p14:xfrm>
                <a:off x="3178372" y="3877013"/>
                <a:ext cx="5400" cy="25452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5507B6A0-0EA3-5775-6F93-21E7445A6949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3160732" y="3859373"/>
                  <a:ext cx="41040" cy="29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7FBA4246-0F06-15FD-8376-99E61636FBA5}"/>
                    </a:ext>
                  </a:extLst>
                </p14:cNvPr>
                <p14:cNvContentPartPr/>
                <p14:nvPr/>
              </p14:nvContentPartPr>
              <p14:xfrm>
                <a:off x="3133372" y="3205973"/>
                <a:ext cx="95040" cy="60912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7FBA4246-0F06-15FD-8376-99E61636FBA5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3115372" y="3188333"/>
                  <a:ext cx="130680" cy="64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EFA2463B-194C-5EDB-53D6-081D6CE74C22}"/>
                    </a:ext>
                  </a:extLst>
                </p14:cNvPr>
                <p14:cNvContentPartPr/>
                <p14:nvPr/>
              </p14:nvContentPartPr>
              <p14:xfrm>
                <a:off x="4856692" y="3249533"/>
                <a:ext cx="158760" cy="96084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EFA2463B-194C-5EDB-53D6-081D6CE74C22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4839052" y="3231893"/>
                  <a:ext cx="194400" cy="9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233E5A46-CEB5-FAA8-9D24-23A28A6DC535}"/>
                    </a:ext>
                  </a:extLst>
                </p14:cNvPr>
                <p14:cNvContentPartPr/>
                <p14:nvPr/>
              </p14:nvContentPartPr>
              <p14:xfrm>
                <a:off x="3287092" y="4301453"/>
                <a:ext cx="751320" cy="13932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233E5A46-CEB5-FAA8-9D24-23A28A6DC535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3269092" y="4283453"/>
                  <a:ext cx="786960" cy="17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500B1390-BEA7-7AF5-E852-920917BE10C1}"/>
                    </a:ext>
                  </a:extLst>
                </p14:cNvPr>
                <p14:cNvContentPartPr/>
                <p14:nvPr/>
              </p14:nvContentPartPr>
              <p14:xfrm>
                <a:off x="4059292" y="4253933"/>
                <a:ext cx="209520" cy="13608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500B1390-BEA7-7AF5-E852-920917BE10C1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4041292" y="4236293"/>
                  <a:ext cx="245160" cy="17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B6EFD802-D900-3DB7-3C73-786A5DE1C20F}"/>
                    </a:ext>
                  </a:extLst>
                </p14:cNvPr>
                <p14:cNvContentPartPr/>
                <p14:nvPr/>
              </p14:nvContentPartPr>
              <p14:xfrm>
                <a:off x="4308052" y="4305413"/>
                <a:ext cx="609480" cy="5544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B6EFD802-D900-3DB7-3C73-786A5DE1C20F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4290052" y="4287773"/>
                  <a:ext cx="645120" cy="9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DC6F2383-9A73-0CAF-F140-53644074A0E1}"/>
                    </a:ext>
                  </a:extLst>
                </p14:cNvPr>
                <p14:cNvContentPartPr/>
                <p14:nvPr/>
              </p14:nvContentPartPr>
              <p14:xfrm>
                <a:off x="5202292" y="4350413"/>
                <a:ext cx="322920" cy="2520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DC6F2383-9A73-0CAF-F140-53644074A0E1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5184652" y="4332413"/>
                  <a:ext cx="358560" cy="6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8997E074-B3F2-E768-93D7-F7ABFA5DF4DD}"/>
                    </a:ext>
                  </a:extLst>
                </p14:cNvPr>
                <p14:cNvContentPartPr/>
                <p14:nvPr/>
              </p14:nvContentPartPr>
              <p14:xfrm>
                <a:off x="5578492" y="4285253"/>
                <a:ext cx="265680" cy="13644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8997E074-B3F2-E768-93D7-F7ABFA5DF4DD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5560852" y="4267613"/>
                  <a:ext cx="301320" cy="17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1B537EE9-B0A9-5341-00F0-0877B6381118}"/>
                    </a:ext>
                  </a:extLst>
                </p14:cNvPr>
                <p14:cNvContentPartPr/>
                <p14:nvPr/>
              </p14:nvContentPartPr>
              <p14:xfrm>
                <a:off x="5864692" y="4378133"/>
                <a:ext cx="376920" cy="1584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1B537EE9-B0A9-5341-00F0-0877B6381118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5846692" y="4360493"/>
                  <a:ext cx="412560" cy="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35E0B0F8-E451-8569-81D1-29076F87AC22}"/>
                    </a:ext>
                  </a:extLst>
                </p14:cNvPr>
                <p14:cNvContentPartPr/>
                <p14:nvPr/>
              </p14:nvContentPartPr>
              <p14:xfrm>
                <a:off x="6419812" y="3922013"/>
                <a:ext cx="37800" cy="26028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35E0B0F8-E451-8569-81D1-29076F87AC22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6401812" y="3904373"/>
                  <a:ext cx="73440" cy="29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E17BA1FE-CEFA-4536-D9A1-6555E83ECF5D}"/>
                    </a:ext>
                  </a:extLst>
                </p14:cNvPr>
                <p14:cNvContentPartPr/>
                <p14:nvPr/>
              </p14:nvContentPartPr>
              <p14:xfrm>
                <a:off x="6311452" y="3535013"/>
                <a:ext cx="123840" cy="39564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E17BA1FE-CEFA-4536-D9A1-6555E83ECF5D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6293452" y="3517013"/>
                  <a:ext cx="159480" cy="43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9EB9E629-A71E-8BAF-6E72-AE9759A39247}"/>
                    </a:ext>
                  </a:extLst>
                </p14:cNvPr>
                <p14:cNvContentPartPr/>
                <p14:nvPr/>
              </p14:nvContentPartPr>
              <p14:xfrm>
                <a:off x="6427012" y="3272933"/>
                <a:ext cx="14040" cy="27576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9EB9E629-A71E-8BAF-6E72-AE9759A39247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6409012" y="3254933"/>
                  <a:ext cx="49680" cy="31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9D23393E-63C2-1182-14D7-DB3E8CFC9554}"/>
                    </a:ext>
                  </a:extLst>
                </p14:cNvPr>
                <p14:cNvContentPartPr/>
                <p14:nvPr/>
              </p14:nvContentPartPr>
              <p14:xfrm>
                <a:off x="6500452" y="4500893"/>
                <a:ext cx="785880" cy="64404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9D23393E-63C2-1182-14D7-DB3E8CFC9554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6482452" y="4483253"/>
                  <a:ext cx="821520" cy="67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E32C1ABA-379A-037F-D206-D36A59B20D25}"/>
                    </a:ext>
                  </a:extLst>
                </p14:cNvPr>
                <p14:cNvContentPartPr/>
                <p14:nvPr/>
              </p14:nvContentPartPr>
              <p14:xfrm>
                <a:off x="7048372" y="4776653"/>
                <a:ext cx="455040" cy="43848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E32C1ABA-379A-037F-D206-D36A59B20D25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7030372" y="4758653"/>
                  <a:ext cx="490680" cy="47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FFDAB2BA-522D-62E6-D697-9F6004C0A43C}"/>
                    </a:ext>
                  </a:extLst>
                </p14:cNvPr>
                <p14:cNvContentPartPr/>
                <p14:nvPr/>
              </p14:nvContentPartPr>
              <p14:xfrm>
                <a:off x="7113172" y="5215493"/>
                <a:ext cx="363960" cy="3168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FFDAB2BA-522D-62E6-D697-9F6004C0A43C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7095532" y="5197853"/>
                  <a:ext cx="399600" cy="6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9781E61D-A1F8-88EB-E805-6CCEA1BE97F8}"/>
                    </a:ext>
                  </a:extLst>
                </p14:cNvPr>
                <p14:cNvContentPartPr/>
                <p14:nvPr/>
              </p14:nvContentPartPr>
              <p14:xfrm>
                <a:off x="7411252" y="4909493"/>
                <a:ext cx="25560" cy="35820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9781E61D-A1F8-88EB-E805-6CCEA1BE97F8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7393612" y="4891853"/>
                  <a:ext cx="61200" cy="39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0CF638E4-1B9C-7D7D-96F5-BFA24A62DDB5}"/>
                    </a:ext>
                  </a:extLst>
                </p14:cNvPr>
                <p14:cNvContentPartPr/>
                <p14:nvPr/>
              </p14:nvContentPartPr>
              <p14:xfrm>
                <a:off x="7644172" y="4947653"/>
                <a:ext cx="313200" cy="17172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0CF638E4-1B9C-7D7D-96F5-BFA24A62DDB5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7626172" y="4929653"/>
                  <a:ext cx="34884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93392DC3-11D5-2D97-0AE6-E6FAEA1F0B4F}"/>
                    </a:ext>
                  </a:extLst>
                </p14:cNvPr>
                <p14:cNvContentPartPr/>
                <p14:nvPr/>
              </p14:nvContentPartPr>
              <p14:xfrm>
                <a:off x="7954852" y="4833173"/>
                <a:ext cx="71640" cy="18504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93392DC3-11D5-2D97-0AE6-E6FAEA1F0B4F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7937212" y="4815533"/>
                  <a:ext cx="107280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41D907FF-8406-F42C-15E8-27C0AEF2380B}"/>
                    </a:ext>
                  </a:extLst>
                </p14:cNvPr>
                <p14:cNvContentPartPr/>
                <p14:nvPr/>
              </p14:nvContentPartPr>
              <p14:xfrm>
                <a:off x="7974292" y="4693493"/>
                <a:ext cx="134640" cy="14688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41D907FF-8406-F42C-15E8-27C0AEF2380B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7956652" y="4675853"/>
                  <a:ext cx="17028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16A8A107-2FAD-CCD9-20F9-3149F4620472}"/>
                    </a:ext>
                  </a:extLst>
                </p14:cNvPr>
                <p14:cNvContentPartPr/>
                <p14:nvPr/>
              </p14:nvContentPartPr>
              <p14:xfrm>
                <a:off x="8067892" y="4626173"/>
                <a:ext cx="173880" cy="11160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16A8A107-2FAD-CCD9-20F9-3149F4620472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8050252" y="4608533"/>
                  <a:ext cx="20952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8676869F-A666-510D-C61D-48468631CE73}"/>
                    </a:ext>
                  </a:extLst>
                </p14:cNvPr>
                <p14:cNvContentPartPr/>
                <p14:nvPr/>
              </p14:nvContentPartPr>
              <p14:xfrm>
                <a:off x="8105692" y="4560653"/>
                <a:ext cx="155880" cy="15336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8676869F-A666-510D-C61D-48468631CE73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8087692" y="4542653"/>
                  <a:ext cx="19152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5A1B96C2-7C24-6135-884B-72CD974F3226}"/>
                    </a:ext>
                  </a:extLst>
                </p14:cNvPr>
                <p14:cNvContentPartPr/>
                <p14:nvPr/>
              </p14:nvContentPartPr>
              <p14:xfrm>
                <a:off x="3403732" y="3052973"/>
                <a:ext cx="246600" cy="1296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5A1B96C2-7C24-6135-884B-72CD974F3226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3385732" y="3035333"/>
                  <a:ext cx="282240" cy="4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CC6DFD98-2D05-21B5-0E97-94C079590253}"/>
                    </a:ext>
                  </a:extLst>
                </p14:cNvPr>
                <p14:cNvContentPartPr/>
                <p14:nvPr/>
              </p14:nvContentPartPr>
              <p14:xfrm>
                <a:off x="3714052" y="2928053"/>
                <a:ext cx="297000" cy="14292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CC6DFD98-2D05-21B5-0E97-94C079590253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3696052" y="2910413"/>
                  <a:ext cx="33264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BE8A486E-1FF2-EEB6-B2A2-238C61CB3B27}"/>
                    </a:ext>
                  </a:extLst>
                </p14:cNvPr>
                <p14:cNvContentPartPr/>
                <p14:nvPr/>
              </p14:nvContentPartPr>
              <p14:xfrm>
                <a:off x="4053532" y="2968733"/>
                <a:ext cx="475920" cy="7200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BE8A486E-1FF2-EEB6-B2A2-238C61CB3B27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4035532" y="2950733"/>
                  <a:ext cx="51156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C6AAE923-5251-3B86-CC45-F4A64A06360F}"/>
                    </a:ext>
                  </a:extLst>
                </p14:cNvPr>
                <p14:cNvContentPartPr/>
                <p14:nvPr/>
              </p14:nvContentPartPr>
              <p14:xfrm>
                <a:off x="5132812" y="3130013"/>
                <a:ext cx="357840" cy="2304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C6AAE923-5251-3B86-CC45-F4A64A06360F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5114812" y="3112013"/>
                  <a:ext cx="39348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7C91E1C5-0F37-AE1F-E998-14EF1381BB09}"/>
                    </a:ext>
                  </a:extLst>
                </p14:cNvPr>
                <p14:cNvContentPartPr/>
                <p14:nvPr/>
              </p14:nvContentPartPr>
              <p14:xfrm>
                <a:off x="5499652" y="2973413"/>
                <a:ext cx="343080" cy="12276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7C91E1C5-0F37-AE1F-E998-14EF1381BB09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5482012" y="2955773"/>
                  <a:ext cx="37872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B5445D84-8AFA-C8D0-B35B-E86329CEA06B}"/>
                    </a:ext>
                  </a:extLst>
                </p14:cNvPr>
                <p14:cNvContentPartPr/>
                <p14:nvPr/>
              </p14:nvContentPartPr>
              <p14:xfrm>
                <a:off x="5907172" y="3123173"/>
                <a:ext cx="418680" cy="8316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B5445D84-8AFA-C8D0-B35B-E86329CEA06B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5889172" y="3105533"/>
                  <a:ext cx="454320" cy="118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FD40DBB8-821E-99FE-A192-CEC9047ACCF8}"/>
              </a:ext>
            </a:extLst>
          </p:cNvPr>
          <p:cNvGrpSpPr/>
          <p:nvPr/>
        </p:nvGrpSpPr>
        <p:grpSpPr>
          <a:xfrm>
            <a:off x="8385052" y="1356293"/>
            <a:ext cx="1635840" cy="704880"/>
            <a:chOff x="8385052" y="1356293"/>
            <a:chExt cx="1635840" cy="704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FF6B9D22-0602-A9D0-0118-E315B9F23C06}"/>
                    </a:ext>
                  </a:extLst>
                </p14:cNvPr>
                <p14:cNvContentPartPr/>
                <p14:nvPr/>
              </p14:nvContentPartPr>
              <p14:xfrm>
                <a:off x="8759452" y="1356293"/>
                <a:ext cx="1235880" cy="8820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FF6B9D22-0602-A9D0-0118-E315B9F23C06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8741812" y="1338293"/>
                  <a:ext cx="1271520" cy="12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E178CB42-BB9F-AB6E-471B-0777753219F9}"/>
                    </a:ext>
                  </a:extLst>
                </p14:cNvPr>
                <p14:cNvContentPartPr/>
                <p14:nvPr/>
              </p14:nvContentPartPr>
              <p14:xfrm>
                <a:off x="8910292" y="1961453"/>
                <a:ext cx="988200" cy="4680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E178CB42-BB9F-AB6E-471B-0777753219F9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8892292" y="1943453"/>
                  <a:ext cx="102384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3A274DF7-D7DD-BA22-A124-7C511B419DEF}"/>
                    </a:ext>
                  </a:extLst>
                </p14:cNvPr>
                <p14:cNvContentPartPr/>
                <p14:nvPr/>
              </p14:nvContentPartPr>
              <p14:xfrm>
                <a:off x="8516812" y="1453853"/>
                <a:ext cx="255600" cy="33264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3A274DF7-D7DD-BA22-A124-7C511B419DEF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8498812" y="1435853"/>
                  <a:ext cx="291240" cy="36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863D28E2-7B63-72A6-E71F-ED6C017E6321}"/>
                    </a:ext>
                  </a:extLst>
                </p14:cNvPr>
                <p14:cNvContentPartPr/>
                <p14:nvPr/>
              </p14:nvContentPartPr>
              <p14:xfrm>
                <a:off x="8385052" y="1873613"/>
                <a:ext cx="537840" cy="18756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863D28E2-7B63-72A6-E71F-ED6C017E6321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8367412" y="1855973"/>
                  <a:ext cx="57348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4B956533-E935-1D90-998E-0CC8A49598F1}"/>
                    </a:ext>
                  </a:extLst>
                </p14:cNvPr>
                <p14:cNvContentPartPr/>
                <p14:nvPr/>
              </p14:nvContentPartPr>
              <p14:xfrm>
                <a:off x="9894532" y="1366373"/>
                <a:ext cx="126360" cy="62604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4B956533-E935-1D90-998E-0CC8A49598F1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9876892" y="1348733"/>
                  <a:ext cx="162000" cy="661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15B79658-7B22-E595-B392-2075982825C2}"/>
              </a:ext>
            </a:extLst>
          </p:cNvPr>
          <p:cNvGrpSpPr/>
          <p:nvPr/>
        </p:nvGrpSpPr>
        <p:grpSpPr>
          <a:xfrm>
            <a:off x="8955652" y="835373"/>
            <a:ext cx="782640" cy="345600"/>
            <a:chOff x="8955652" y="835373"/>
            <a:chExt cx="782640" cy="345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7410AFCC-F516-D476-A113-1C52C2FA3985}"/>
                    </a:ext>
                  </a:extLst>
                </p14:cNvPr>
                <p14:cNvContentPartPr/>
                <p14:nvPr/>
              </p14:nvContentPartPr>
              <p14:xfrm>
                <a:off x="8985172" y="835373"/>
                <a:ext cx="31320" cy="32328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7410AFCC-F516-D476-A113-1C52C2FA3985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8967172" y="817373"/>
                  <a:ext cx="66960" cy="35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32E05ABE-1B35-828D-4CF0-92834527513A}"/>
                    </a:ext>
                  </a:extLst>
                </p14:cNvPr>
                <p14:cNvContentPartPr/>
                <p14:nvPr/>
              </p14:nvContentPartPr>
              <p14:xfrm>
                <a:off x="8955652" y="845813"/>
                <a:ext cx="276840" cy="29196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32E05ABE-1B35-828D-4CF0-92834527513A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8938012" y="828173"/>
                  <a:ext cx="312480" cy="32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E1695E45-713E-1368-33F8-CDFE49411AA4}"/>
                    </a:ext>
                  </a:extLst>
                </p14:cNvPr>
                <p14:cNvContentPartPr/>
                <p14:nvPr/>
              </p14:nvContentPartPr>
              <p14:xfrm>
                <a:off x="9016852" y="1031573"/>
                <a:ext cx="109080" cy="4788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E1695E45-713E-1368-33F8-CDFE49411AA4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8998852" y="1013933"/>
                  <a:ext cx="144720" cy="8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4E0BDBAB-58AA-2C59-6BBB-D3A649D73353}"/>
                    </a:ext>
                  </a:extLst>
                </p14:cNvPr>
                <p14:cNvContentPartPr/>
                <p14:nvPr/>
              </p14:nvContentPartPr>
              <p14:xfrm>
                <a:off x="9202252" y="894773"/>
                <a:ext cx="52200" cy="28620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4E0BDBAB-58AA-2C59-6BBB-D3A649D73353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9184612" y="876773"/>
                  <a:ext cx="87840" cy="32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5D1DC535-ADBB-33C0-2A18-F4A61E914FF9}"/>
                    </a:ext>
                  </a:extLst>
                </p14:cNvPr>
                <p14:cNvContentPartPr/>
                <p14:nvPr/>
              </p14:nvContentPartPr>
              <p14:xfrm>
                <a:off x="9160852" y="903413"/>
                <a:ext cx="212400" cy="27756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5D1DC535-ADBB-33C0-2A18-F4A61E914FF9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9142852" y="885773"/>
                  <a:ext cx="248040" cy="31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851634E9-9199-C90C-D0ED-B9D47B2FEE53}"/>
                    </a:ext>
                  </a:extLst>
                </p14:cNvPr>
                <p14:cNvContentPartPr/>
                <p14:nvPr/>
              </p14:nvContentPartPr>
              <p14:xfrm>
                <a:off x="9492052" y="917453"/>
                <a:ext cx="246240" cy="21996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851634E9-9199-C90C-D0ED-B9D47B2FEE53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9474052" y="899813"/>
                  <a:ext cx="281880" cy="255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6" name="Group 125">
            <a:extLst>
              <a:ext uri="{FF2B5EF4-FFF2-40B4-BE49-F238E27FC236}">
                <a16:creationId xmlns:a16="http://schemas.microsoft.com/office/drawing/2014/main" id="{B5B0C664-84DB-F72B-498D-7CB044227F8B}"/>
              </a:ext>
            </a:extLst>
          </p:cNvPr>
          <p:cNvGrpSpPr/>
          <p:nvPr/>
        </p:nvGrpSpPr>
        <p:grpSpPr>
          <a:xfrm>
            <a:off x="3317332" y="546653"/>
            <a:ext cx="5398560" cy="4436280"/>
            <a:chOff x="3317332" y="546653"/>
            <a:chExt cx="5398560" cy="4436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498DB2A3-9D42-3E12-7CF0-921E767C80C5}"/>
                    </a:ext>
                  </a:extLst>
                </p14:cNvPr>
                <p14:cNvContentPartPr/>
                <p14:nvPr/>
              </p14:nvContentPartPr>
              <p14:xfrm>
                <a:off x="3317332" y="546653"/>
                <a:ext cx="4893840" cy="107244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498DB2A3-9D42-3E12-7CF0-921E767C80C5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3299332" y="529013"/>
                  <a:ext cx="4929480" cy="11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515B3278-598D-A1F5-24BF-860B03F3EC29}"/>
                    </a:ext>
                  </a:extLst>
                </p14:cNvPr>
                <p14:cNvContentPartPr/>
                <p14:nvPr/>
              </p14:nvContentPartPr>
              <p14:xfrm>
                <a:off x="5219932" y="1137413"/>
                <a:ext cx="3138480" cy="51732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515B3278-598D-A1F5-24BF-860B03F3EC29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5201932" y="1119773"/>
                  <a:ext cx="3174120" cy="55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EEBDAF0C-FF33-E904-9700-ADDA0AE9509C}"/>
                    </a:ext>
                  </a:extLst>
                </p14:cNvPr>
                <p14:cNvContentPartPr/>
                <p14:nvPr/>
              </p14:nvContentPartPr>
              <p14:xfrm>
                <a:off x="6574252" y="1680293"/>
                <a:ext cx="1569240" cy="13392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EEBDAF0C-FF33-E904-9700-ADDA0AE9509C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6556612" y="1662293"/>
                  <a:ext cx="160488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2865D6BA-89E5-B2E0-5BF9-0D74DF1D72F8}"/>
                    </a:ext>
                  </a:extLst>
                </p14:cNvPr>
                <p14:cNvContentPartPr/>
                <p14:nvPr/>
              </p14:nvContentPartPr>
              <p14:xfrm>
                <a:off x="3433612" y="1844453"/>
                <a:ext cx="5180400" cy="107208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2865D6BA-89E5-B2E0-5BF9-0D74DF1D72F8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3415972" y="1826813"/>
                  <a:ext cx="5216040" cy="110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9C0EF7A9-6054-7756-9409-F5D4A107917B}"/>
                    </a:ext>
                  </a:extLst>
                </p14:cNvPr>
                <p14:cNvContentPartPr/>
                <p14:nvPr/>
              </p14:nvContentPartPr>
              <p14:xfrm>
                <a:off x="5401732" y="2070533"/>
                <a:ext cx="3120480" cy="93780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9C0EF7A9-6054-7756-9409-F5D4A107917B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5384092" y="2052893"/>
                  <a:ext cx="3156120" cy="97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14EB57A0-56BF-0E3E-A125-08E3D72A7A50}"/>
                    </a:ext>
                  </a:extLst>
                </p14:cNvPr>
                <p14:cNvContentPartPr/>
                <p14:nvPr/>
              </p14:nvContentPartPr>
              <p14:xfrm>
                <a:off x="6609532" y="2071613"/>
                <a:ext cx="1783800" cy="95868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14EB57A0-56BF-0E3E-A125-08E3D72A7A50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6591892" y="2053613"/>
                  <a:ext cx="1819440" cy="9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642E9078-BAA0-EC1C-5462-26BC15C3AA4C}"/>
                    </a:ext>
                  </a:extLst>
                </p14:cNvPr>
                <p14:cNvContentPartPr/>
                <p14:nvPr/>
              </p14:nvContentPartPr>
              <p14:xfrm>
                <a:off x="3464932" y="2331533"/>
                <a:ext cx="5250960" cy="265140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642E9078-BAA0-EC1C-5462-26BC15C3AA4C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3447292" y="2313533"/>
                  <a:ext cx="5286600" cy="268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E7733A14-9ECD-FAF2-3751-CD40F027A5B8}"/>
                    </a:ext>
                  </a:extLst>
                </p14:cNvPr>
                <p14:cNvContentPartPr/>
                <p14:nvPr/>
              </p14:nvContentPartPr>
              <p14:xfrm>
                <a:off x="6767572" y="2179973"/>
                <a:ext cx="1605600" cy="180144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E7733A14-9ECD-FAF2-3751-CD40F027A5B8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6749572" y="2162333"/>
                  <a:ext cx="1641240" cy="18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5FA81319-6222-77BF-FCDD-493C084EEDE8}"/>
                    </a:ext>
                  </a:extLst>
                </p14:cNvPr>
                <p14:cNvContentPartPr/>
                <p14:nvPr/>
              </p14:nvContentPartPr>
              <p14:xfrm>
                <a:off x="5348452" y="2105093"/>
                <a:ext cx="3048840" cy="213228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5FA81319-6222-77BF-FCDD-493C084EEDE8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5330452" y="2087093"/>
                  <a:ext cx="3084480" cy="2167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9" name="Group 138">
            <a:extLst>
              <a:ext uri="{FF2B5EF4-FFF2-40B4-BE49-F238E27FC236}">
                <a16:creationId xmlns:a16="http://schemas.microsoft.com/office/drawing/2014/main" id="{4635D6FD-A71C-8F44-A67E-6CDFDC158F02}"/>
              </a:ext>
            </a:extLst>
          </p:cNvPr>
          <p:cNvGrpSpPr/>
          <p:nvPr/>
        </p:nvGrpSpPr>
        <p:grpSpPr>
          <a:xfrm>
            <a:off x="2653852" y="593813"/>
            <a:ext cx="5576760" cy="1463400"/>
            <a:chOff x="2653852" y="593813"/>
            <a:chExt cx="5576760" cy="1463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FBB06CED-6962-FB97-3876-42A6DD94075F}"/>
                    </a:ext>
                  </a:extLst>
                </p14:cNvPr>
                <p14:cNvContentPartPr/>
                <p14:nvPr/>
              </p14:nvContentPartPr>
              <p14:xfrm>
                <a:off x="2961292" y="1537013"/>
                <a:ext cx="398160" cy="52020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FBB06CED-6962-FB97-3876-42A6DD94075F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2943292" y="1519373"/>
                  <a:ext cx="433800" cy="55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225FF771-E388-765B-A11D-71896A57EB2D}"/>
                    </a:ext>
                  </a:extLst>
                </p14:cNvPr>
                <p14:cNvContentPartPr/>
                <p14:nvPr/>
              </p14:nvContentPartPr>
              <p14:xfrm>
                <a:off x="4719172" y="1514693"/>
                <a:ext cx="426600" cy="48312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225FF771-E388-765B-A11D-71896A57EB2D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4701532" y="1497053"/>
                  <a:ext cx="462240" cy="51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FA0F45DA-9328-FDAB-F15C-22ACD7AAA695}"/>
                    </a:ext>
                  </a:extLst>
                </p14:cNvPr>
                <p14:cNvContentPartPr/>
                <p14:nvPr/>
              </p14:nvContentPartPr>
              <p14:xfrm>
                <a:off x="6139732" y="1538093"/>
                <a:ext cx="414000" cy="36504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FA0F45DA-9328-FDAB-F15C-22ACD7AAA695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6121732" y="1520453"/>
                  <a:ext cx="449640" cy="40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09A2548B-79CA-4902-FCA1-C7F3725F6E6A}"/>
                    </a:ext>
                  </a:extLst>
                </p14:cNvPr>
                <p14:cNvContentPartPr/>
                <p14:nvPr/>
              </p14:nvContentPartPr>
              <p14:xfrm>
                <a:off x="2653852" y="1213013"/>
                <a:ext cx="167400" cy="27648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09A2548B-79CA-4902-FCA1-C7F3725F6E6A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2635852" y="1195013"/>
                  <a:ext cx="203040" cy="31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CF88F615-2EDC-DBED-CCA1-F4EF91F161F5}"/>
                    </a:ext>
                  </a:extLst>
                </p14:cNvPr>
                <p14:cNvContentPartPr/>
                <p14:nvPr/>
              </p14:nvContentPartPr>
              <p14:xfrm>
                <a:off x="2919892" y="1241453"/>
                <a:ext cx="79560" cy="2030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CF88F615-2EDC-DBED-CCA1-F4EF91F161F5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2901892" y="1223453"/>
                  <a:ext cx="115200" cy="23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4EAFBA6E-E029-63A8-329A-C9FA94622241}"/>
                    </a:ext>
                  </a:extLst>
                </p14:cNvPr>
                <p14:cNvContentPartPr/>
                <p14:nvPr/>
              </p14:nvContentPartPr>
              <p14:xfrm>
                <a:off x="4701892" y="1060373"/>
                <a:ext cx="141120" cy="22068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4EAFBA6E-E029-63A8-329A-C9FA94622241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4684252" y="1042733"/>
                  <a:ext cx="176760" cy="25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FDBA55C2-FB85-5F7B-1D39-563B6799DCEF}"/>
                    </a:ext>
                  </a:extLst>
                </p14:cNvPr>
                <p14:cNvContentPartPr/>
                <p14:nvPr/>
              </p14:nvContentPartPr>
              <p14:xfrm>
                <a:off x="4925812" y="1170533"/>
                <a:ext cx="183960" cy="15444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FDBA55C2-FB85-5F7B-1D39-563B6799DCEF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4907812" y="1152533"/>
                  <a:ext cx="219600" cy="19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D74D8C0C-0BD9-1817-1F73-BFAEBFFDD45B}"/>
                    </a:ext>
                  </a:extLst>
                </p14:cNvPr>
                <p14:cNvContentPartPr/>
                <p14:nvPr/>
              </p14:nvContentPartPr>
              <p14:xfrm>
                <a:off x="6681532" y="1083053"/>
                <a:ext cx="120600" cy="2487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D74D8C0C-0BD9-1817-1F73-BFAEBFFDD45B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6663532" y="1065053"/>
                  <a:ext cx="156240" cy="28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8798C6F9-5FEA-3F7D-D3F4-1CD35B0113B6}"/>
                    </a:ext>
                  </a:extLst>
                </p14:cNvPr>
                <p14:cNvContentPartPr/>
                <p14:nvPr/>
              </p14:nvContentPartPr>
              <p14:xfrm>
                <a:off x="6879892" y="1282853"/>
                <a:ext cx="152280" cy="24192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8798C6F9-5FEA-3F7D-D3F4-1CD35B0113B6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6861892" y="1265213"/>
                  <a:ext cx="187920" cy="27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69759EB1-91E5-8629-95BC-8466A3E87C00}"/>
                    </a:ext>
                  </a:extLst>
                </p14:cNvPr>
                <p14:cNvContentPartPr/>
                <p14:nvPr/>
              </p14:nvContentPartPr>
              <p14:xfrm>
                <a:off x="6980332" y="1406693"/>
                <a:ext cx="116280" cy="6660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69759EB1-91E5-8629-95BC-8466A3E87C00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6962692" y="1388693"/>
                  <a:ext cx="15192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93635CA8-FF97-92BA-67FC-12CA16479736}"/>
                    </a:ext>
                  </a:extLst>
                </p14:cNvPr>
                <p14:cNvContentPartPr/>
                <p14:nvPr/>
              </p14:nvContentPartPr>
              <p14:xfrm>
                <a:off x="3390052" y="1425773"/>
                <a:ext cx="134280" cy="11196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93635CA8-FF97-92BA-67FC-12CA16479736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3372412" y="1407773"/>
                  <a:ext cx="16992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4459A571-3EFD-6263-85FC-67393FC5AEE9}"/>
                    </a:ext>
                  </a:extLst>
                </p14:cNvPr>
                <p14:cNvContentPartPr/>
                <p14:nvPr/>
              </p14:nvContentPartPr>
              <p14:xfrm>
                <a:off x="3642772" y="1200413"/>
                <a:ext cx="255240" cy="15588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4459A571-3EFD-6263-85FC-67393FC5AEE9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3625132" y="1182773"/>
                  <a:ext cx="29088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AE13F28A-E464-A0DC-6CA6-A6A85E4CE907}"/>
                    </a:ext>
                  </a:extLst>
                </p14:cNvPr>
                <p14:cNvContentPartPr/>
                <p14:nvPr/>
              </p14:nvContentPartPr>
              <p14:xfrm>
                <a:off x="4025092" y="1076933"/>
                <a:ext cx="125280" cy="7740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AE13F28A-E464-A0DC-6CA6-A6A85E4CE907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4007452" y="1059293"/>
                  <a:ext cx="160920" cy="11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127806D5-A81D-C05C-CD08-F4E6793B4582}"/>
                    </a:ext>
                  </a:extLst>
                </p14:cNvPr>
                <p14:cNvContentPartPr/>
                <p14:nvPr/>
              </p14:nvContentPartPr>
              <p14:xfrm>
                <a:off x="4414612" y="877133"/>
                <a:ext cx="218160" cy="10692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127806D5-A81D-C05C-CD08-F4E6793B4582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4396972" y="859133"/>
                  <a:ext cx="25380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5220B99E-2983-141A-E2A3-5918209FDDC0}"/>
                    </a:ext>
                  </a:extLst>
                </p14:cNvPr>
                <p14:cNvContentPartPr/>
                <p14:nvPr/>
              </p14:nvContentPartPr>
              <p14:xfrm>
                <a:off x="4819972" y="711173"/>
                <a:ext cx="173880" cy="5580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5220B99E-2983-141A-E2A3-5918209FDDC0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4802332" y="693533"/>
                  <a:ext cx="209520" cy="9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1C8C15F1-0F5A-2E09-9554-451B6085CC88}"/>
                    </a:ext>
                  </a:extLst>
                </p14:cNvPr>
                <p14:cNvContentPartPr/>
                <p14:nvPr/>
              </p14:nvContentPartPr>
              <p14:xfrm>
                <a:off x="5260972" y="601373"/>
                <a:ext cx="243360" cy="2448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1C8C15F1-0F5A-2E09-9554-451B6085CC88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5242972" y="583733"/>
                  <a:ext cx="279000" cy="6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DF852782-D534-7BFF-3B07-B90A476FF02A}"/>
                    </a:ext>
                  </a:extLst>
                </p14:cNvPr>
                <p14:cNvContentPartPr/>
                <p14:nvPr/>
              </p14:nvContentPartPr>
              <p14:xfrm>
                <a:off x="5684692" y="593813"/>
                <a:ext cx="274680" cy="1980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DF852782-D534-7BFF-3B07-B90A476FF02A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5666692" y="575813"/>
                  <a:ext cx="310320" cy="5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97BA432A-84D3-202F-CAB5-C1D1B606E7AE}"/>
                    </a:ext>
                  </a:extLst>
                </p14:cNvPr>
                <p14:cNvContentPartPr/>
                <p14:nvPr/>
              </p14:nvContentPartPr>
              <p14:xfrm>
                <a:off x="6187612" y="611093"/>
                <a:ext cx="180720" cy="3996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97BA432A-84D3-202F-CAB5-C1D1B606E7AE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6169972" y="593453"/>
                  <a:ext cx="21636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779E9E6B-8226-48B9-D100-01876E50E665}"/>
                    </a:ext>
                  </a:extLst>
                </p14:cNvPr>
                <p14:cNvContentPartPr/>
                <p14:nvPr/>
              </p14:nvContentPartPr>
              <p14:xfrm>
                <a:off x="6671092" y="688853"/>
                <a:ext cx="316080" cy="8640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779E9E6B-8226-48B9-D100-01876E50E665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6653092" y="671213"/>
                  <a:ext cx="351720" cy="12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5B74506E-BFF1-2B2B-86D4-683F634654A1}"/>
                    </a:ext>
                  </a:extLst>
                </p14:cNvPr>
                <p14:cNvContentPartPr/>
                <p14:nvPr/>
              </p14:nvContentPartPr>
              <p14:xfrm>
                <a:off x="7275172" y="847613"/>
                <a:ext cx="216720" cy="6120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5B74506E-BFF1-2B2B-86D4-683F634654A1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7257172" y="829973"/>
                  <a:ext cx="252360" cy="9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CE9E7415-10E6-C4C7-4E71-631346DCAC92}"/>
                    </a:ext>
                  </a:extLst>
                </p14:cNvPr>
                <p14:cNvContentPartPr/>
                <p14:nvPr/>
              </p14:nvContentPartPr>
              <p14:xfrm>
                <a:off x="7700692" y="1022573"/>
                <a:ext cx="168480" cy="10620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CE9E7415-10E6-C4C7-4E71-631346DCAC92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7683052" y="1004573"/>
                  <a:ext cx="20412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85C93417-901C-B5B3-2853-1A655315470E}"/>
                    </a:ext>
                  </a:extLst>
                </p14:cNvPr>
                <p14:cNvContentPartPr/>
                <p14:nvPr/>
              </p14:nvContentPartPr>
              <p14:xfrm>
                <a:off x="8111812" y="1308413"/>
                <a:ext cx="118800" cy="9972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85C93417-901C-B5B3-2853-1A655315470E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8093812" y="1290773"/>
                  <a:ext cx="154440" cy="1353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24760162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A0B15E-B14A-840F-11F5-ED43654474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Fuse</a:t>
            </a:r>
          </a:p>
        </p:txBody>
      </p:sp>
      <p:pic>
        <p:nvPicPr>
          <p:cNvPr id="6" name="Content Placeholder 5" descr="A diagram of a circuit&#10;&#10;Description automatically generated">
            <a:extLst>
              <a:ext uri="{FF2B5EF4-FFF2-40B4-BE49-F238E27FC236}">
                <a16:creationId xmlns:a16="http://schemas.microsoft.com/office/drawing/2014/main" id="{128D62D5-F191-CFBB-5042-E4E20336218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8396" y="1190074"/>
            <a:ext cx="8855207" cy="2362405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F4647C-4EF8-49CF-1A50-86F96DA7154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25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9" name="Content Placeholder 5" descr="A diagram of a circuit&#10;&#10;Description automatically generated">
            <a:extLst>
              <a:ext uri="{FF2B5EF4-FFF2-40B4-BE49-F238E27FC236}">
                <a16:creationId xmlns:a16="http://schemas.microsoft.com/office/drawing/2014/main" id="{34120F3A-7421-C5FD-B759-B2F9FF963A3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1224" y="4158352"/>
            <a:ext cx="8992379" cy="184420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C5766647-F3D6-8F43-F034-9ADBEAB355C9}"/>
                  </a:ext>
                </a:extLst>
              </p14:cNvPr>
              <p14:cNvContentPartPr/>
              <p14:nvPr/>
            </p14:nvContentPartPr>
            <p14:xfrm>
              <a:off x="7918132" y="2487190"/>
              <a:ext cx="407880" cy="44676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C5766647-F3D6-8F43-F034-9ADBEAB355C9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7900132" y="2469550"/>
                <a:ext cx="443520" cy="4824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261422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marL="285750" indent="-285750">
          <a:buFont typeface="Arial" charset="0"/>
          <a:buChar char="•"/>
          <a:defRPr sz="16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22836</TotalTime>
  <Words>141</Words>
  <Application>Microsoft Office PowerPoint</Application>
  <PresentationFormat>Widescreen</PresentationFormat>
  <Paragraphs>72</Paragraphs>
  <Slides>25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0" baseType="lpstr">
      <vt:lpstr>Arial</vt:lpstr>
      <vt:lpstr>Calibri</vt:lpstr>
      <vt:lpstr>PT Sans</vt:lpstr>
      <vt:lpstr>Times New Roman</vt:lpstr>
      <vt:lpstr>Office Theme</vt:lpstr>
      <vt:lpstr>ECE 105: Introduction to Electrical Engineering</vt:lpstr>
      <vt:lpstr>Basic circuit quantities</vt:lpstr>
      <vt:lpstr>Notations</vt:lpstr>
      <vt:lpstr>Wire</vt:lpstr>
      <vt:lpstr>Resistor</vt:lpstr>
      <vt:lpstr>Open circuit</vt:lpstr>
      <vt:lpstr>Voltage source</vt:lpstr>
      <vt:lpstr>Current source</vt:lpstr>
      <vt:lpstr>Rule of circuit analysis - KCL</vt:lpstr>
      <vt:lpstr>Rule of circuit analysis - KVL</vt:lpstr>
      <vt:lpstr>Resistors in series</vt:lpstr>
      <vt:lpstr>Voltage divider</vt:lpstr>
      <vt:lpstr>Resistors in parallel </vt:lpstr>
      <vt:lpstr>Current divider</vt:lpstr>
      <vt:lpstr>Measuring voltage, current, resistance</vt:lpstr>
      <vt:lpstr>Finding nodes</vt:lpstr>
      <vt:lpstr>Find the node connected to the source</vt:lpstr>
      <vt:lpstr>Find other nodes </vt:lpstr>
      <vt:lpstr>Merge elements sharing the same nodes</vt:lpstr>
      <vt:lpstr>Practice problems</vt:lpstr>
      <vt:lpstr>Practice problems</vt:lpstr>
      <vt:lpstr>Practice</vt:lpstr>
      <vt:lpstr>Practice </vt:lpstr>
      <vt:lpstr>Touch panel </vt:lpstr>
      <vt:lpstr>Fuse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Yasser Khan</dc:creator>
  <cp:lastModifiedBy>Yasser Khan</cp:lastModifiedBy>
  <cp:revision>924</cp:revision>
  <cp:lastPrinted>2017-03-30T23:40:26Z</cp:lastPrinted>
  <dcterms:created xsi:type="dcterms:W3CDTF">2014-02-24T21:19:39Z</dcterms:created>
  <dcterms:modified xsi:type="dcterms:W3CDTF">2025-09-10T14:48:02Z</dcterms:modified>
</cp:coreProperties>
</file>