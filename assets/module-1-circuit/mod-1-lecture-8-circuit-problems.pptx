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794" r:id="rId2"/>
    <p:sldId id="831" r:id="rId3"/>
    <p:sldId id="821" r:id="rId4"/>
    <p:sldId id="849" r:id="rId5"/>
    <p:sldId id="850" r:id="rId6"/>
    <p:sldId id="822" r:id="rId7"/>
    <p:sldId id="851" r:id="rId8"/>
    <p:sldId id="832" r:id="rId9"/>
    <p:sldId id="833" r:id="rId10"/>
    <p:sldId id="834" r:id="rId11"/>
    <p:sldId id="835" r:id="rId12"/>
    <p:sldId id="796" r:id="rId13"/>
    <p:sldId id="804" r:id="rId14"/>
    <p:sldId id="805" r:id="rId15"/>
    <p:sldId id="802" r:id="rId16"/>
    <p:sldId id="803" r:id="rId17"/>
    <p:sldId id="795" r:id="rId18"/>
    <p:sldId id="797" r:id="rId19"/>
    <p:sldId id="799" r:id="rId20"/>
    <p:sldId id="80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531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8.6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7 142 6449 0 0,'-1'-5'-70'0'0,"-4"-60"1881"0"0,5 58-791 0 0,0 0-1 0 0,1 0 0 0 0,-1 0 0 0 0,2 0 0 0 0,-1 0 0 0 0,1 1 0 0 0,3-9 0 0 0,-5 14-937 0 0,0 1-1 0 0,0-1 1 0 0,0 1-1 0 0,0 0 1 0 0,0-1-1 0 0,0 1 1 0 0,0 0-1 0 0,1-1 1 0 0,-1 1-1 0 0,0 0 0 0 0,0-1 1 0 0,0 1-1 0 0,1 0 1 0 0,-1-1-1 0 0,0 1 1 0 0,0 0-1 0 0,1-1 1 0 0,-1 1-1 0 0,0 0 0 0 0,0 0 1 0 0,1 0-1 0 0,-1-1 1 0 0,0 1-1 0 0,1 0 1 0 0,-1 0-1 0 0,0 0 1 0 0,1 0-1 0 0,-1-1 1 0 0,1 1-1 0 0,-1 0 0 0 0,0 0 1 0 0,1 0-1 0 0,-1 0 1 0 0,0 0-1 0 0,1 0 1 0 0,-1 0-1 0 0,1 0 1 0 0,-1 0-1 0 0,0 0 0 0 0,1 0 1 0 0,10 15 1265 0 0,2 22-678 0 0,-4 34-297 0 0,0 136 0 0 0,-8-111-277 0 0,46 628 72 0 0,-13-277-22 0 0,44 302 386 0 0,-67-649-87 0 0,-6 195 0 0 0,-4-262-1205 0 0,1-1 0 0 0,9 46-1 0 0,-9-64-33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243 165 3225 0 0,'-145'21'3296'0'0,"48"-16"7283"0"0,115-9-7804 0 0,391-48 202 0 0,-32 43-2275 0 0,-35 2-326 0 0,-266 2-288 0 0,0-4 0 0 0,110-28 0 0 0,-104 13-46 0 0,-55 14-69 0 0,0 1 1 0 0,1 2-1 0 0,-1 1 0 0 0,2 1 0 0 0,29-1 1 0 0,-57 6-2 0 0,0 0 1 0 0,1-1-1 0 0,-1 1 1 0 0,0 0-1 0 0,1 0 1 0 0,-1 1-1 0 0,0-1 1 0 0,1 0-1 0 0,-1 0 1 0 0,0 1-1 0 0,1-1 1 0 0,-1 0-1 0 0,0 1 1 0 0,0 0-1 0 0,1-1 1 0 0,-1 1-1 0 0,0 0 1 0 0,0-1-1 0 0,0 1 1 0 0,0 0-1 0 0,0 0 1 0 0,0 0-1 0 0,0 0 1 0 0,0 0-1 0 0,0 0 0 0 0,-1 0 1 0 0,1 0-1 0 0,0 1 1 0 0,-1-1-1 0 0,1 0 1 0 0,0 0-1 0 0,-1 0 1 0 0,0 1-1 0 0,1-1 1 0 0,-1 0-1 0 0,0 1 1 0 0,0-1-1 0 0,0 0 1 0 0,1 1-1 0 0,-1-1 1 0 0,-1 3-1 0 0,0 4-667 0 0,-1 1 0 0 0,1 0 1 0 0,-2-1-1 0 0,1 0 0 0 0,-6 11 0 0 0,6-14-33 0 0,-6 16-5949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4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65 5985 0 0,'30'-15'8723'0'0,"26"-8"-4116"0"0,-30 16-3831 0 0,0 1 1 0 0,0 1-1 0 0,40-2 1 0 0,-30 5-925 0 0,-1 2 1 0 0,0 2-1 0 0,1 1 1 0 0,45 10-1 0 0,-5 9-1747 0 0,-45-11-4015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7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58 0 920 0 0,'-1'0'598'0'0,"-1"0"1"0"0,0 1-1 0 0,1-1 0 0 0,-1 0 0 0 0,0 0 0 0 0,1 1 1 0 0,-1-1-1 0 0,1 1 0 0 0,-12 7 4786 0 0,11-6-4786 0 0,0 1-110 0 0,0 0 0 0 0,0 0-1 0 0,0 0 1 0 0,0 0 0 0 0,0 1 0 0 0,1-1-1 0 0,0 0 1 0 0,-1 5 0 0 0,-2 6-247 0 0,2 1-1 0 0,0 0 1 0 0,0 17 0 0 0,1-19 621 0 0,0 305 2359 0 0,2-76-2410 0 0,8 525-1813 0 0,-7-725 467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0.6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39 3225 0 0,'-15'3'-255'0'0,"9"-2"1275"0"0,-1 1-1 0 0,1-1 1 0 0,-1 1-1 0 0,1 0 1 0 0,0 0-1 0 0,0 1 1 0 0,0 0-1 0 0,1 0 0 0 0,-1 0 1 0 0,-5 5-1 0 0,24-7 2120 0 0,19 5-2563 0 0,-29-6-312 0 0,55 10 510 0 0,-1-3 1 0 0,60 0 0 0 0,119-11 152 0 0,-78 0-446 0 0,948-45 666 0 0,-909 37-1056 0 0,101 0 150 0 0,55-4 227 0 0,-277 11-343 0 0,120 7-1 0 0,-167 1-236 0 0,0 0 0 0 0,0 3 0 0 0,-1 0 0 0 0,1 1 0 0 0,-1 2 1 0 0,-1 1-1 0 0,33 17 0 0 0,-45-19-162 0 0,15 8-847 0 0,-9-11-3071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1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19 10594 0 0,'-35'-8'1382'0'0,"3"-1"745"0"0,10 7 3670 0 0,27 45-3659 0 0,7 331-1507 0 0,4 37-615 0 0,-4-321-201 0 0,8 87 386 0 0,-19-150-825 0 0,-1 0-1 0 0,-1-1 1 0 0,-1 1-1 0 0,-9 40 1 0 0,-6-22-2549 0 0,14-39 2733 0 0,0 0-1 0 0,1 0 1 0 0,-1 1-1 0 0,1-1 0 0 0,0 1 1 0 0,1-1-1 0 0,0 1 1 0 0,0-1-1 0 0,0 1 1 0 0,1 0-1 0 0,0 8 1 0 0,2-9 386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 4145 0 0,'-8'3'741'0'0,"1"1"-1"0"0,-1 0 1 0 0,1 1 0 0 0,0 0-1 0 0,1 0 1 0 0,-1 0 0 0 0,1 1 0 0 0,-11 12-1 0 0,-2 1 1364 0 0,16-17-1890 0 0,1 0 1 0 0,0 0 0 0 0,0 0-1 0 0,0 0 1 0 0,0 0 0 0 0,1 0-1 0 0,-1 1 1 0 0,1-1-1 0 0,-1 0 1 0 0,1 1 0 0 0,0-1-1 0 0,-1 1 1 0 0,0 4 0 0 0,2-5-133 0 0,0-1 0 0 0,1 1 0 0 0,-1-1 1 0 0,1 1-1 0 0,-1-1 0 0 0,1 1 1 0 0,-1-1-1 0 0,1 0 0 0 0,0 1 0 0 0,-1-1 1 0 0,1 0-1 0 0,0 1 0 0 0,0-1 1 0 0,0 0-1 0 0,0 0 0 0 0,0 0 0 0 0,1 0 1 0 0,-1 0-1 0 0,0 0 0 0 0,0 0 1 0 0,1 0-1 0 0,-1-1 0 0 0,0 1 0 0 0,1 0 1 0 0,-1-1-1 0 0,2 1 0 0 0,14 6-61 0 0,-1 0-1 0 0,1-1 1 0 0,0-1-1 0 0,0-1 1 0 0,20 3-1 0 0,91 4 73 0 0,-42-5-70 0 0,-86-6-24 0 0,1 0 0 0 0,-1 0 0 0 0,1 0 0 0 0,0 0 1 0 0,-1 0-1 0 0,1 0 0 0 0,-1 0 0 0 0,1 0 0 0 0,0 0 0 0 0,-1 1 0 0 0,1-1 1 0 0,-1 0-1 0 0,1 0 0 0 0,-1 1 0 0 0,1-1 0 0 0,-1 0 0 0 0,1 1 0 0 0,-1-1 1 0 0,1 0-1 0 0,-1 1 0 0 0,1-1 0 0 0,-1 1 0 0 0,1-1 0 0 0,-1 1 0 0 0,0-1 1 0 0,1 1-1 0 0,-1-1 0 0 0,0 1 0 0 0,0-1 0 0 0,1 2 0 0 0,-1-1-3 0 0,0 0-1 0 0,0 1 0 0 0,-1-1 1 0 0,1 0-1 0 0,0 1 1 0 0,0-1-1 0 0,-1 0 0 0 0,1 0 1 0 0,-1 1-1 0 0,1-1 0 0 0,-1 0 1 0 0,0 0-1 0 0,-1 2 1 0 0,-30 33-151 0 0,30-33 138 0 0,-51 46-485 0 0,31-30 362 0 0,1 1 0 0 0,1 1 0 0 0,-28 37-1 0 0,48-57 143 0 0,-1-1 1 0 0,1 1-1 0 0,-1-1 0 0 0,1 1 0 0 0,-1 0 0 0 0,1-1 0 0 0,0 1 0 0 0,-1 0 0 0 0,1 0 0 0 0,0-1 0 0 0,0 1 0 0 0,-1 0 1 0 0,1 0-1 0 0,0-1 0 0 0,0 1 0 0 0,0 0 0 0 0,0 0 0 0 0,0-1 0 0 0,0 1 0 0 0,0 0 0 0 0,0 0 0 0 0,0-1 1 0 0,0 1-1 0 0,1 0 0 0 0,-1 0 0 0 0,0-1 0 0 0,1 1 0 0 0,-1 0 0 0 0,0 0 0 0 0,1 0 0 0 0,1 1-16 0 0,-1-1 0 0 0,1 0 0 0 0,0 0 0 0 0,-1 0 0 0 0,1 0 0 0 0,0-1 0 0 0,-1 1 0 0 0,1 0 0 0 0,0-1 0 0 0,0 1 0 0 0,-1-1 0 0 0,4 0 0 0 0,5 1 3 0 0,1 0 0 0 0,-1-1-1 0 0,18-2 1 0 0,-24 1 89 0 0,10-1 130 0 0,0 0-1 0 0,1 1 1 0 0,-1 1-1 0 0,0 0 1 0 0,16 2-1 0 0,-28-2-187 0 0,1 1-1 0 0,-1-1 1 0 0,0 1 0 0 0,1 0 0 0 0,-1-1-1 0 0,0 1 1 0 0,0 0 0 0 0,0 1 0 0 0,1-1 0 0 0,-1 0-1 0 0,0 1 1 0 0,-1-1 0 0 0,1 1 0 0 0,0-1-1 0 0,3 5 1 0 0,-4-4-20 0 0,0 0-1 0 0,0 0 1 0 0,0 1 0 0 0,-1-1 0 0 0,1 0-1 0 0,0 1 1 0 0,-1-1 0 0 0,0 1-1 0 0,1-1 1 0 0,-1 1 0 0 0,0-1 0 0 0,0 1-1 0 0,-1-1 1 0 0,1 1 0 0 0,0-1-1 0 0,-1 0 1 0 0,1 1 0 0 0,-1-1 0 0 0,-1 3-1 0 0,-5 11-59 0 0,-1 1 0 0 0,0-2-1 0 0,-1 1 1 0 0,-1-1 0 0 0,0 0-1 0 0,-1-1 1 0 0,-17 16 0 0 0,11-10-689 0 0,0 1-1 0 0,-16 26 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0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7802 0 0,'0'1'177'0'0,"1"0"1"0"0,-1 0 0 0 0,1 0 0 0 0,-1 0 0 0 0,0 0 0 0 0,1 0-1 0 0,-1 0 1 0 0,0 0 0 0 0,0 0 0 0 0,0 1 0 0 0,0-1 0 0 0,0 0-1 0 0,0 0 1 0 0,0 0 0 0 0,0 0 0 0 0,0 0 0 0 0,0 0 0 0 0,-1 2-1 0 0,1-1 167 0 0,1 29 2301 0 0,2 1 0 0 0,8 34 0 0 0,2 7-1292 0 0,15 114-204 0 0,8 75-829 0 0,-8 267-178 0 0,-29-495-909 0 0,-9 66 0 0 0,9-97 624 0 0,-1 15-783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0 10594 0 0,'-18'15'2031'0'0,"15"-13"-1493"0"0,1-1 1 0 0,0 1-1 0 0,-1 0 0 0 0,1 0 1 0 0,0 0-1 0 0,0 0 1 0 0,0 0-1 0 0,1 0 1 0 0,-4 5-1 0 0,47-9 1981 0 0,-29 0-2410 0 0,0 2-1 0 0,-1-1 0 0 0,1 1 0 0 0,0 1 1 0 0,-1 0-1 0 0,16 4 0 0 0,-20-3-103 0 0,-1 0 0 0 0,0 0 0 0 0,0 0-1 0 0,0 1 1 0 0,0 0 0 0 0,-1 0 0 0 0,1 1 0 0 0,-1 0-1 0 0,0 0 1 0 0,0 0 0 0 0,0 1 0 0 0,5 5 0 0 0,-10-8-18 0 0,1 0 1 0 0,-1-1 0 0 0,-1 1 0 0 0,1 0 0 0 0,0-1 0 0 0,0 1 0 0 0,-1 0-1 0 0,1 0 1 0 0,-1 0 0 0 0,1 0 0 0 0,-1 0 0 0 0,0 0 0 0 0,0 0 0 0 0,0-1-1 0 0,0 1 1 0 0,0 0 0 0 0,0 0 0 0 0,0 0 0 0 0,-1 0 0 0 0,1 0 0 0 0,-1 0-1 0 0,1 0 1 0 0,-1-1 0 0 0,0 1 0 0 0,0 0 0 0 0,0 0 0 0 0,-1 2 0 0 0,-5 6-104 0 0,0 1 0 0 0,-1-1 0 0 0,-10 11 0 0 0,3-4-57 0 0,-26 29-234 0 0,31-37 311 0 0,0 1 1 0 0,1 0-1 0 0,0 0 1 0 0,1 1-1 0 0,0 0 1 0 0,1 0-1 0 0,0 1 0 0 0,1 0 1 0 0,-6 15-1 0 0,12-25 105 0 0,-1-1 0 0 0,1 1 0 0 0,0-1-1 0 0,0 1 1 0 0,-1-1 0 0 0,1 1 0 0 0,0-1 0 0 0,0 1-1 0 0,1-1 1 0 0,-1 1 0 0 0,0 0 0 0 0,0-1-1 0 0,1 1 1 0 0,-1-1 0 0 0,1 1 0 0 0,-1-1 0 0 0,1 0-1 0 0,0 1 1 0 0,0-1 0 0 0,-1 0 0 0 0,1 1-1 0 0,0-1 1 0 0,0 0 0 0 0,0 0 0 0 0,0 0-1 0 0,1 0 1 0 0,-1 0 0 0 0,0 0 0 0 0,0 0 0 0 0,1 0-1 0 0,-1 0 1 0 0,0 0 0 0 0,1-1 0 0 0,-1 1-1 0 0,1-1 1 0 0,-1 1 0 0 0,1-1 0 0 0,-1 1 0 0 0,3-1-1 0 0,8 2 77 0 0,1 0 0 0 0,-1-1 0 0 0,1 0 0 0 0,14-2 0 0 0,1 1-28 0 0,-21 0-42 0 0,-1 1 1 0 0,1 0-1 0 0,0 0 0 0 0,-1 0 1 0 0,1 1-1 0 0,-1 0 1 0 0,9 4-1 0 0,-13-5-8 0 0,0 0-1 0 0,-1 0 1 0 0,1 0 0 0 0,-1 0-1 0 0,1 1 1 0 0,-1-1-1 0 0,0 0 1 0 0,1 1-1 0 0,-1-1 1 0 0,0 1-1 0 0,0 0 1 0 0,0-1-1 0 0,0 1 1 0 0,0 0 0 0 0,-1 0-1 0 0,1-1 1 0 0,0 1-1 0 0,-1 0 1 0 0,0 0-1 0 0,1 0 1 0 0,-1 0-1 0 0,0 0 1 0 0,0 0-1 0 0,0 0 1 0 0,0 0 0 0 0,0 0-1 0 0,0-1 1 0 0,0 1-1 0 0,-1 0 1 0 0,0 2-1 0 0,-5 17-30 0 0,-1-1 0 0 0,-1 0-1 0 0,0-1 1 0 0,-2 1 0 0 0,0-2 0 0 0,-24 33-1 0 0,18-28-103 0 0,1 1 0 0 0,1 1 0 0 0,-11 28 0 0 0,25-52 59 0 0,-1-1 0 0 0,1 1 0 0 0,0-1 0 0 0,-1 0 0 0 0,1 1 0 0 0,0-1 0 0 0,0 1 0 0 0,0-1 0 0 0,-1 1 0 0 0,1-1 1 0 0,0 1-1 0 0,0-1 0 0 0,0 1 0 0 0,0-1 0 0 0,0 0 0 0 0,0 1 0 0 0,0-1 0 0 0,0 1 0 0 0,0-1 0 0 0,0 1 1 0 0,0-1-1 0 0,0 1 0 0 0,0-1 0 0 0,0 1 0 0 0,1-1 0 0 0,-1 1 0 0 0,0-1 0 0 0,0 1 0 0 0,0-1 0 0 0,1 0 1 0 0,-1 1-1 0 0,0-1 0 0 0,1 1 0 0 0,-1-1 0 0 0,0 0 0 0 0,1 1 0 0 0,-1-1 0 0 0,0 0 0 0 0,1 1 0 0 0,-1-1 1 0 0,1 0-1 0 0,-1 0 0 0 0,1 0 0 0 0,-1 1 0 0 0,0-1 0 0 0,1 0 0 0 0,0 0 0 0 0,24-4-5309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3.7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3424 38 112 0 0,'19'-12'-312'0'0,"7"-5"2872"0"0,-4 9 5518 0 0,-21 8-7860 0 0,-1 0 0 0 0,1 1 0 0 0,0-1 0 0 0,0 1 0 0 0,-1-1 0 0 0,1 1 0 0 0,0-1 0 0 0,-1 1 0 0 0,1-1 0 0 0,0 1 0 0 0,-1-1 0 0 0,1 1 0 0 0,-1 0 0 0 0,1-1 0 0 0,-1 1 0 0 0,0 0 0 0 0,1 0 0 0 0,-1-1 0 0 0,1 1 0 0 0,-1 0 0 0 0,0 0 0 0 0,0 0 0 0 0,0-1 0 0 0,1 1 0 0 0,-1 0 0 0 0,0 0 0 0 0,0 1-1 0 0,2 30 985 0 0,-1-26-728 0 0,35 450 3162 0 0,-16-188-2779 0 0,-17-216-802 0 0,-1-22-46 0 0,0-4 18 0 0,-3 45 1 0 0,0-55-10 0 0,1-1-1 0 0,2 23 1 0 0,-2-33-11 0 0,1 1 0 0 0,0 0 0 0 0,0-1 0 0 0,1 1 0 0 0,-1 0 0 0 0,1-1 1 0 0,0 0-1 0 0,1 1 0 0 0,4 7 0 0 0,-7-13 2 0 0,1 0-1 0 0,-1 1 1 0 0,0-1-1 0 0,1 0 1 0 0,-1 1 0 0 0,1-1-1 0 0,-1 1 1 0 0,0-1 0 0 0,0 1-1 0 0,1-1 1 0 0,-1 1 0 0 0,0-1-1 0 0,0 1 1 0 0,1-1-1 0 0,-1 1 1 0 0,0-1 0 0 0,0 1-1 0 0,0-1 1 0 0,0 1 0 0 0,0-1-1 0 0,0 1 1 0 0,0-1 0 0 0,0 1-1 0 0,0 0 1 0 0,0-1-1 0 0,0 1 1 0 0,0-1 0 0 0,-1 1-1 0 0,-12 4 216 0 0,4-3-275 0 0,-35 13 144 0 0,26-9-87 0 0,0 0-1 0 0,-1-1 0 0 0,1-1 0 0 0,-1 0 1 0 0,-35 1-1 0 0,-433 11-1144 0 0,335-8 763 0 0,-189-13 0 0 0,137-8-966 0 0,-374 24 1 0 0,409 6 473 0 0,-338 17 1948 0 0,422-36-1213 0 0,-588 14 907 0 0,669-11-759 0 0,-9 0 310 0 0,0 0 0 0 0,-25-2 0 0 0,34 1-276 0 0,0-1 1 0 0,0 0-1 0 0,0 0 1 0 0,0 0-1 0 0,0 0 1 0 0,1-1-1 0 0,-1 0 0 0 0,0 1 1 0 0,1-1-1 0 0,-1-1 1 0 0,1 1-1 0 0,0 0 0 0 0,-5-5 1 0 0,6 5-190 0 0,0 0-1 0 0,0 1 1 0 0,0-1 0 0 0,0 1-1 0 0,0 0 1 0 0,0-1 0 0 0,0 1-1 0 0,-1 0 1 0 0,1 0 0 0 0,0 0-1 0 0,0 1 1 0 0,-1-1 0 0 0,-4 0-1 0 0,-19 4-5298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4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5377 0 0,'5'6'14974'0'0,"27"192"-12959"0"0,-6-49-1768 0 0,46 490-7 0 0,-71-629-220 0 0,1 11 58 0 0,0-1 1 0 0,-1 1 0 0 0,-1-1 0 0 0,-1 1-1 0 0,-8 40 1 0 0,6-52-183 0 0,3-11-108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2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76 149 8290 0 0,'-9'-12'1267'0'0,"-32"-46"2508"0"0,37 52-3187 0 0,1 0-1 0 0,-1-1 1 0 0,2 1 0 0 0,-1 0-1 0 0,0-1 1 0 0,1 0 0 0 0,-2-10-1 0 0,4 16-466 0 0,0 0-1 0 0,0 0 1 0 0,0 0 0 0 0,0 0-1 0 0,0 1 1 0 0,-1-1-1 0 0,2 0 1 0 0,-1 0 0 0 0,0 0-1 0 0,0 1 1 0 0,0-1-1 0 0,0 0 1 0 0,0 0 0 0 0,1 0-1 0 0,-1 1 1 0 0,0-1-1 0 0,1 0 1 0 0,0-1-1 0 0,9 4 1460 0 0,12 22-796 0 0,-8 3-758 0 0,-1 1 0 0 0,-1 1 0 0 0,-2 0 1 0 0,0 0-1 0 0,7 49 0 0 0,-2-16-18 0 0,9 35-609 0 0,5 0 0 0 0,4-3-1 0 0,54 110 1 0 0,-77-186-1492 0 0,-1-2-4652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6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51 177 6449 0 0,'-5'-12'368'0'0,"-18"-37"2731"0"0,22 47-2489 0 0,-1 0-1 0 0,0-1 1 0 0,1 1-1 0 0,-1 0 1 0 0,0 0-1 0 0,0 0 1 0 0,0 1-1 0 0,0-1 1 0 0,-4-2-1 0 0,8 37 2020 0 0,5 14-2693 0 0,3 0 1 0 0,31 89-1 0 0,-36-123 34 0 0,0-1 1 0 0,1 1-1 0 0,0-1 0 0 0,1 0 0 0 0,0 0 0 0 0,1-1 0 0 0,1 0 1 0 0,-1 0-1 0 0,2-1 0 0 0,-1-1 0 0 0,2 1 0 0 0,-1-1 0 0 0,1-1 1 0 0,0 0-1 0 0,13 7 0 0 0,-21-14 55 0 0,0 1 0 0 0,0-1 0 0 0,-1 0 0 0 0,1 0 0 0 0,0 0 0 0 0,0 0 0 0 0,0 0 0 0 0,1-1 0 0 0,-1 1 0 0 0,0-1 0 0 0,0 0 0 0 0,0 0 0 0 0,0 0 0 0 0,0 0 0 0 0,0-1 1 0 0,1 1-1 0 0,-1-1 0 0 0,0 1 0 0 0,0-1 0 0 0,0 0 0 0 0,0-1 0 0 0,-1 1 0 0 0,1 0 0 0 0,0-1 0 0 0,0 0 0 0 0,-1 1 0 0 0,1-1 0 0 0,-1 0 0 0 0,0 0 0 0 0,1-1 0 0 0,-1 1 0 0 0,0 0 0 0 0,0-1 0 0 0,0 1 0 0 0,-1-1 0 0 0,1 0 0 0 0,-1 1 0 0 0,2-5 0 0 0,1-2 151 0 0,0 0 0 0 0,-1-1 0 0 0,0 1 0 0 0,-1-1 0 0 0,0 1 0 0 0,0-1 0 0 0,-1 0 1 0 0,-1 0-1 0 0,1 1 0 0 0,-2-1 0 0 0,-1-13-1 0 0,-4-5-41 0 0,-2 1 0 0 0,-2-1-1 0 0,0 2 1 0 0,-1-1 0 0 0,-2 1-1 0 0,-1 1 1 0 0,0 1 0 0 0,-2 0-1 0 0,-23-26 1 0 0,32 41-930 0 0,-1 0 1 0 0,0 1-1 0 0,0 0 0 0 0,-1 1 1 0 0,0 0-1 0 0,0 0 1 0 0,0 1-1 0 0,-21-10 1 0 0,14 10-5768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0.00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0 312 5985 0 0,'10'2'8495'0'0,"5"5"-4204"0"0,-1 1-4118 0 0,0 0-1 0 0,0 1 1 0 0,-1 1-1 0 0,22 20 1 0 0,-2 6-14 0 0,-13-14-192 0 0,1 0 1 0 0,0-1 0 0 0,27 19-1 0 0,-41-35 114 0 0,1 0 1 0 0,-1 0-1 0 0,1-1 0 0 0,0 0 1 0 0,0-1-1 0 0,0 0 0 0 0,0 0 1 0 0,0-1-1 0 0,1 0 0 0 0,-1 0 1 0 0,1-1-1 0 0,0 0 0 0 0,-1 0 1 0 0,1-1-1 0 0,11-1 0 0 0,-17 0-9 0 0,1 0 0 0 0,-1 0 0 0 0,0 0 0 0 0,0 0 0 0 0,1 0 0 0 0,-1-1-1 0 0,0 0 1 0 0,0 0 0 0 0,0 1 0 0 0,-1-2 0 0 0,1 1 0 0 0,0 0-1 0 0,-1 0 1 0 0,1-1 0 0 0,-1 0 0 0 0,0 1 0 0 0,0-1 0 0 0,0 0-1 0 0,0 0 1 0 0,0 0 0 0 0,-1 0 0 0 0,0 0 0 0 0,1 0 0 0 0,-1-1 0 0 0,0 1-1 0 0,0 0 1 0 0,0-6 0 0 0,2-10 76 0 0,0 0-1 0 0,-1-1 1 0 0,-1-31-1 0 0,-1 39-36 0 0,-12-152 428 0 0,6 105-850 0 0,1-70 0 0 0,7 106-126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1.72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53 5529 0 0,'-5'-7'1810'0'0,"0"-1"0"0"0,0 1 0 0 0,-8-23 9931 0 0,31 56-11476 0 0,2 31-102 0 0,-2 0 0 0 0,18 108-1 0 0,-6-26-95 0 0,-24-114-161 0 0,3 11-980 0 0,16 43 0 0 0,-19-63-200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2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7 116 6913 0 0,'-2'-7'707'0'0,"0"1"0"0"0,1 0-1 0 0,0-1 1 0 0,1 1-1 0 0,-1-1 1 0 0,1 1-1 0 0,0 0 1 0 0,1-1-1 0 0,1-6 1 0 0,-2 10-343 0 0,1 0 0 0 0,0 0 0 0 0,0 0 0 0 0,0-1 0 0 0,0 1 0 0 0,0 1 0 0 0,1-1 0 0 0,-1 0 0 0 0,3-3 0 0 0,-3 5-205 0 0,-1 0 0 0 0,1 0 0 0 0,0 0 1 0 0,0 1-1 0 0,0-1 0 0 0,0 0 1 0 0,0 0-1 0 0,0 1 0 0 0,1-1 0 0 0,-1 0 1 0 0,0 1-1 0 0,0-1 0 0 0,0 1 0 0 0,1 0 1 0 0,-1-1-1 0 0,0 1 0 0 0,0 0 1 0 0,1 0-1 0 0,-1-1 0 0 0,0 1 0 0 0,1 0 1 0 0,0 1-1 0 0,1-1-87 0 0,0 1 1 0 0,0 0 0 0 0,0 0-1 0 0,0 1 1 0 0,0-1 0 0 0,0 0-1 0 0,0 1 1 0 0,-1 0-1 0 0,1 0 1 0 0,-1 0 0 0 0,1 0-1 0 0,-1 0 1 0 0,0 0 0 0 0,0 0-1 0 0,0 1 1 0 0,0-1-1 0 0,0 1 1 0 0,0 0 0 0 0,-1 0-1 0 0,2 4 1 0 0,4 8 7 0 0,0 1 1 0 0,6 24 0 0 0,-10-29-8 0 0,20 65-17 0 0,-1 2-407 0 0,3-1-1 0 0,4-1 1 0 0,40 75 0 0 0,-64-140-36 0 0,13 16-3663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5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180 4 1840 0 0,'-2'-1'324'0'0,"0"0"0"0"0,-1 1 0 0 0,1 0 0 0 0,0-1 0 0 0,-1 1 0 0 0,1 0 0 0 0,0 0 0 0 0,-1 0 0 0 0,1 0-1 0 0,0 1 1 0 0,0-1 0 0 0,-1 1 0 0 0,1-1 0 0 0,0 1 0 0 0,0 0 0 0 0,0 0 0 0 0,-1 0 0 0 0,1 0 0 0 0,0 0-1 0 0,0 0 1 0 0,1 0 0 0 0,-1 1 0 0 0,-2 1 0 0 0,-2 2 65 0 0,0 0 0 0 0,0 1-1 0 0,0 0 1 0 0,0 0 0 0 0,-5 8 0 0 0,-42 71 1722 0 0,48-76-1785 0 0,0 1 0 0 0,1-1 1 0 0,0 1-1 0 0,1 0 0 0 0,0 0 0 0 0,0 0 0 0 0,-1 17 1 0 0,4-25-217 0 0,0 0 0 0 0,-1 0 1 0 0,1 0-1 0 0,1 0 0 0 0,-1 0 1 0 0,0 0-1 0 0,0 0 1 0 0,1 0-1 0 0,-1 0 0 0 0,1 0 1 0 0,0 0-1 0 0,0 0 0 0 0,0 0 1 0 0,-1 0-1 0 0,2 0 1 0 0,-1-1-1 0 0,0 1 0 0 0,0 0 1 0 0,1-1-1 0 0,1 3 0 0 0,0-2-3 0 0,-1-1 0 0 0,1 1 0 0 0,0-1 0 0 0,0 1 0 0 0,-1-1-1 0 0,1 0 1 0 0,0 0 0 0 0,0-1 0 0 0,0 1 0 0 0,0 0-1 0 0,0-1 1 0 0,5 0 0 0 0,8 0 178 0 0,0-2 0 0 0,-1 0 0 0 0,1 0-1 0 0,19-7 1 0 0,-28 8-164 0 0,77-26 430 0 0,-64 19-609 0 0,1 1 0 0 0,0 1 1 0 0,0 0-1 0 0,1 2 0 0 0,36-3 0 0 0,-45 9-652 0 0,-3 1-211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72 11058 0 0,'-7'-71'9654'0'0,"23"113"-7825"0"0,-10 1-1732 0 0,-1 1 0 0 0,-3 0 0 0 0,-1-1 0 0 0,-7 54 1 0 0,2 25 24 0 0,3-111-93 0 0,2-1-1 0 0,0 1 1 0 0,0-1 0 0 0,1 1 0 0 0,0-1-1 0 0,0 0 1 0 0,2 0 0 0 0,-1 0 0 0 0,5 10-1 0 0,-6-17-19 0 0,0-1 0 0 0,-1 1 0 0 0,1 0-1 0 0,0-1 1 0 0,0 0 0 0 0,0 1 0 0 0,0-1 0 0 0,1 0-1 0 0,-1 0 1 0 0,1 0 0 0 0,-1 0 0 0 0,1 0 0 0 0,-1-1-1 0 0,1 1 1 0 0,0-1 0 0 0,0 0 0 0 0,0 0-1 0 0,0 0 1 0 0,0 0 0 0 0,0 0 0 0 0,0-1 0 0 0,0 1-1 0 0,1-1 1 0 0,-1 0 0 0 0,0 0 0 0 0,0 0-1 0 0,0 0 1 0 0,0-1 0 0 0,0 1 0 0 0,0-1 0 0 0,0 0-1 0 0,1 0 1 0 0,-2 0 0 0 0,4-1 0 0 0,23-10-168 0 0,-2-2 0 0 0,0 0 1 0 0,31-23-1 0 0,23-12-899 0 0,-16 17-704 0 0,-20 12-5077 0 0,-28 13 1023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6449 0 0,'0'0'819'0'0,"1"25"6521"0"0,11 73 123 0 0,0 6-6221 0 0,2-17-1302 0 0,12 66 874 0 0,-7-79-3325 0 0,9-4-4086 0 0,-20-54 144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0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34 4609 0 0,'1'-33'17019'0'0,"0"33"-16846"0"0,13 15 13 0 0,-9-3 13 0 0,0 0 0 0 0,0 0-1 0 0,-1 0 1 0 0,0 1-1 0 0,3 24 1 0 0,1 70-8 0 0,-1-11-297 0 0,-6-86 50 0 0,3 19-677 0 0,1 1-1 0 0,1-1 1 0 0,13 37 0 0 0,-12-51-570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3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49 73 3225 0 0,'3'-9'145'0'0,"-1"3"613"0"0,1 1-1 0 0,-2-1 0 0 0,1 0 1 0 0,-1 0-1 0 0,0 0 0 0 0,0 0 1 0 0,0 0-1 0 0,-1-8 0 0 0,-4 12 974 0 0,-3 8-772 0 0,-3 8 196 0 0,4-3-682 0 0,0 0 1 0 0,1 0-1 0 0,0 1 1 0 0,0 0-1 0 0,1 0 1 0 0,1 0-1 0 0,0 0 0 0 0,1 0 1 0 0,0 1-1 0 0,1-1 1 0 0,0 1-1 0 0,1-1 0 0 0,2 16 1 0 0,-1-23-434 0 0,-1 0-1 0 0,1 0 1 0 0,0 0 0 0 0,1 0 0 0 0,-1 0-1 0 0,1 0 1 0 0,0-1 0 0 0,0 1 0 0 0,1 0-1 0 0,-1-1 1 0 0,1 0 0 0 0,0 1 0 0 0,0-1-1 0 0,0 0 1 0 0,1-1 0 0 0,0 1 0 0 0,-1-1-1 0 0,1 1 1 0 0,0-1 0 0 0,1 0 0 0 0,-1-1-1 0 0,1 1 1 0 0,-1-1 0 0 0,1 0 0 0 0,0 0-1 0 0,-1 0 1 0 0,1 0 0 0 0,0-1 0 0 0,0 0-1 0 0,0 0 1 0 0,0 0 0 0 0,1-1 0 0 0,-1 0-1 0 0,6 0 1 0 0,2-1-245 0 0,0 0 0 0 0,0-1-1 0 0,-1 0 1 0 0,1 0 0 0 0,-1-2-1 0 0,0 0 1 0 0,0 0 0 0 0,0-1 0 0 0,0 0-1 0 0,-1-1 1 0 0,0 0 0 0 0,12-10-1 0 0,0 0-6820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9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162 159 2304 0 0,'-5'-18'349'0'0,"-4"-20"10100"0"0,15 63-8078 0 0,-4-15-2299 0 0,0 1 1 0 0,1-1 0 0 0,0 0 0 0 0,1-1-1 0 0,0 1 1 0 0,1-1 0 0 0,0 1 0 0 0,11 15-1 0 0,-14-22-66 0 0,1-1 0 0 0,-1 1 0 0 0,1-1-1 0 0,0 0 1 0 0,-1 0 0 0 0,1 0 0 0 0,0 0-1 0 0,0 0 1 0 0,1 0 0 0 0,-1-1-1 0 0,0 0 1 0 0,0 1 0 0 0,1-1 0 0 0,-1 0-1 0 0,1-1 1 0 0,-1 1 0 0 0,1-1 0 0 0,-1 1-1 0 0,1-1 1 0 0,-1 0 0 0 0,1 0 0 0 0,-1-1-1 0 0,1 1 1 0 0,-1-1 0 0 0,0 0 0 0 0,1 0-1 0 0,-1 0 1 0 0,1 0 0 0 0,5-3-1 0 0,-5 2 32 0 0,-1 0 0 0 0,0 1 0 0 0,1-1 0 0 0,-1 0 0 0 0,0 0 0 0 0,0-1 0 0 0,0 1 0 0 0,0-1 0 0 0,-1 1 0 0 0,1-1 0 0 0,-1 0 0 0 0,1 0 0 0 0,-1 0 0 0 0,0-1 0 0 0,0 1 0 0 0,-1 0 0 0 0,1-1 0 0 0,1-4 0 0 0,-1 2 83 0 0,-1 0 0 0 0,0 1 1 0 0,0-1-1 0 0,-1 0 0 0 0,0 0 0 0 0,0 0 0 0 0,0 1 0 0 0,-1-1 0 0 0,0 0 1 0 0,0 0-1 0 0,-2-7 0 0 0,1 6-17 0 0,-1 0 0 0 0,1 0 1 0 0,-1 0-1 0 0,-1 0 0 0 0,1 0 0 0 0,-1 1 1 0 0,0 0-1 0 0,-1-1 0 0 0,1 2 0 0 0,-1-1 0 0 0,0 0 1 0 0,-1 1-1 0 0,1 0 0 0 0,-1 0 0 0 0,0 1 1 0 0,0 0-1 0 0,-1 0 0 0 0,1 0 0 0 0,-9-3 0 0 0,9 6-130 0 0,-1 0 0 0 0,0 0-1 0 0,0 1 1 0 0,0-1 0 0 0,0 2-1 0 0,0-1 1 0 0,0 1-1 0 0,0 0 1 0 0,1 0 0 0 0,-1 1-1 0 0,0 0 1 0 0,1 0 0 0 0,-1 1-1 0 0,1-1 1 0 0,0 1-1 0 0,0 1 1 0 0,-11 7 0 0 0,5-2-45 0 0,-1 0-1 0 0,2 1 1 0 0,-1 0 0 0 0,2 1 0 0 0,-1 0 0 0 0,1 1 0 0 0,-9 14 0 0 0,16-22 37 0 0,1 1 0 0 0,-1-1-1 0 0,1 1 1 0 0,0-1 0 0 0,0 1 0 0 0,1-1 0 0 0,-1 1 0 0 0,1 0 0 0 0,0 0 0 0 0,1 0 0 0 0,-1 0-1 0 0,1 0 1 0 0,0 0 0 0 0,0-1 0 0 0,0 1 0 0 0,1 0 0 0 0,0 0 0 0 0,0 0 0 0 0,0 0-1 0 0,0 0 1 0 0,4 8 0 0 0,-3-10 34 0 0,0 1-1 0 0,1-1 1 0 0,-1 1 0 0 0,1-1-1 0 0,-1 0 1 0 0,1 0-1 0 0,0 0 1 0 0,0-1-1 0 0,1 1 1 0 0,-1-1 0 0 0,0 1-1 0 0,1-1 1 0 0,0 0-1 0 0,-1-1 1 0 0,1 1 0 0 0,0 0-1 0 0,0-1 1 0 0,0 0-1 0 0,0 0 1 0 0,0 0-1 0 0,0-1 1 0 0,0 1 0 0 0,0-1-1 0 0,0 0 1 0 0,0 0-1 0 0,7-1 1 0 0,-1-1 64 0 0,0 0 0 0 0,0 0 0 0 0,0-1-1 0 0,0 0 1 0 0,-1-1 0 0 0,0 0 0 0 0,1 0 0 0 0,-1-1 0 0 0,14-10-1 0 0,-20 12-21 0 0,1 1-1 0 0,0-1 0 0 0,-1 0 0 0 0,1 0 0 0 0,-1-1 0 0 0,0 1 1 0 0,0-1-1 0 0,0 1 0 0 0,0-1 0 0 0,-1 0 0 0 0,0 0 0 0 0,1 0 1 0 0,-2-1-1 0 0,1 1 0 0 0,0 0 0 0 0,-1-1 0 0 0,0 1 0 0 0,0-1 0 0 0,0 1 1 0 0,0-1-1 0 0,-1 0 0 0 0,0 1 0 0 0,0-7 0 0 0,-1 8 17 0 0,0 0-1 0 0,0-1 1 0 0,0 1-1 0 0,0 0 1 0 0,-1 0-1 0 0,1 1 1 0 0,-1-1-1 0 0,0 0 1 0 0,0 0-1 0 0,0 1 1 0 0,0-1-1 0 0,0 1 1 0 0,-3-3-1 0 0,4 5-105 0 0,0-1-1 0 0,0 0 0 0 0,0 0 0 0 0,0 0 0 0 0,0 1 0 0 0,0-1 1 0 0,0 0-1 0 0,0 1 0 0 0,0-1 0 0 0,-1 1 0 0 0,1-1 0 0 0,0 1 1 0 0,0 0-1 0 0,0-1 0 0 0,-1 1 0 0 0,1 0 0 0 0,0 0 0 0 0,0 0 1 0 0,-1 0-1 0 0,1 0 0 0 0,0 0 0 0 0,-1 0 0 0 0,1 1 0 0 0,0-1 1 0 0,0 0-1 0 0,0 1 0 0 0,-1-1 0 0 0,1 1 0 0 0,0-1 0 0 0,0 1 1 0 0,0 0-1 0 0,0-1 0 0 0,0 1 0 0 0,0 0 0 0 0,-2 1 0 0 0,-2 5-1363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0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83 2216 0 0,'-31'2'7245'0'0,"52"-2"199"0"0,107-8-6395 0 0,203 13-1 0 0,-6 1-566 0 0,-218-10-440 0 0,1003-30 748 0 0,-737 30-625 0 0,203-6 193 0 0,-351-6 92 0 0,61-3 300 0 0,-187 18-598 0 0,1 6-1 0 0,-1 3 0 0 0,164 36 1 0 0,-256-43-306 0 0,0 1 0 0 0,0 0 0 0 0,0 1 0 0 0,0 0 0 0 0,12 6 0 0 0,-17-8 29 0 0,0 1 0 0 0,0-1 0 0 0,0 0 0 0 0,-1 0 0 0 0,1 1 0 0 0,-1-1 0 0 0,1 1 0 0 0,-1-1 0 0 0,0 1 0 0 0,1 0 0 0 0,-1 0 0 0 0,0-1 0 0 0,0 1 0 0 0,0 0 0 0 0,0 0 0 0 0,-1 0 0 0 0,1 0 0 0 0,0 0 0 0 0,-1 0 0 0 0,1 0 0 0 0,-1 0 0 0 0,0 1 0 0 0,0-1 0 0 0,0 4 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1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88 1840 0 0,'-18'-27'2404'0'0,"17"24"-1930"0"0,0 0 0 0 0,-1 1 0 0 0,1-1 0 0 0,-1 1 0 0 0,0-1 0 0 0,1 1 0 0 0,-1 0 0 0 0,0 0 0 0 0,-3-3 0 0 0,3 5-313 0 0,1-1 1 0 0,0 1-1 0 0,0-1 1 0 0,-1 1 0 0 0,1 0-1 0 0,0 0 1 0 0,-1-1-1 0 0,1 1 1 0 0,0 0-1 0 0,-1 0 1 0 0,1 0-1 0 0,-1 1 1 0 0,1-1-1 0 0,0 0 1 0 0,-1 0 0 0 0,1 1-1 0 0,0-1 1 0 0,0 1-1 0 0,-1-1 1 0 0,1 1-1 0 0,0 0 1 0 0,0-1-1 0 0,0 1 1 0 0,0 0 0 0 0,-2 1-1 0 0,-26 21 1992 0 0,24-18-1983 0 0,-1 0-1 0 0,1 0 1 0 0,-1-1-1 0 0,0 0 1 0 0,0 0-1 0 0,-11 4 1 0 0,33-13 1512 0 0,4-3-1215 0 0,1 1 1 0 0,0 1-1 0 0,1 1 0 0 0,-1 1 0 0 0,1 1 0 0 0,41-1 1 0 0,85 24-501 0 0,25 0-62 0 0,100-17 21 0 0,81 5 20 0 0,20 10 191 0 0,44 4 188 0 0,-58-8 124 0 0,-285-16-225 0 0,-1-3 1 0 0,137-27-1 0 0,-162 21-143 0 0,296-60 564 0 0,-264 58-559 0 0,0 4 0 0 0,108 2 0 0 0,-60 17-94 0 0,17-1 57 0 0,-124-9-47 0 0,0-1-1 0 0,1-1 1 0 0,-1-1 0 0 0,35-10-1 0 0,-51 11-129 0 0,0 0-5 0 0,0 0 1 0 0,0 1 0 0 0,1-1-1 0 0,11 0 1 0 0,-15 3-466 0 0,1-1-1 0 0,-1 0 1 0 0,0 1-1 0 0,0 0 1 0 0,0 0-1 0 0,0 0 1 0 0,0 0 0 0 0,0 0-1 0 0,-1 1 1 0 0,1-1-1 0 0,0 1 1 0 0,3 2 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4.6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2761 0 0,'39'30'3020'0'0,"-12"-14"2465"0"0,-20-25-6151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5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235 313 1376 0 0,'3'-10'298'0'0,"-1"0"0"0"0,0 0-1 0 0,0-1 1 0 0,-1 1 0 0 0,0-1-1 0 0,0 1 1 0 0,-3-21 0 0 0,1 26-420 0 0,1 0 0 0 0,-1 1 0 0 0,-1-1 1 0 0,1 0-1 0 0,-1 1 0 0 0,1-1 0 0 0,-1 1 1 0 0,-1 0-1 0 0,1 0 0 0 0,0 0 0 0 0,-1 0 1 0 0,0 0-1 0 0,0 0 0 0 0,0 1 0 0 0,-1-1 1 0 0,1 1-1 0 0,-1 0 0 0 0,-5-4 0 0 0,-23-22 2303 0 0,28 24-831 0 0,0 0 0 0 0,-1 1 0 0 0,1 0 0 0 0,-1 0 0 0 0,1 1 0 0 0,-8-5 0 0 0,12 8-1223 0 0,-1 0 1 0 0,1 1 0 0 0,0-1-1 0 0,-1 0 1 0 0,1 0-1 0 0,-1 0 1 0 0,1 1-1 0 0,-1-1 1 0 0,1 0 0 0 0,0 0-1 0 0,-1 1 1 0 0,1-1-1 0 0,0 0 1 0 0,-1 1-1 0 0,1-1 1 0 0,0 0 0 0 0,-1 1-1 0 0,1-1 1 0 0,0 1-1 0 0,0-1 1 0 0,0 0 0 0 0,-1 1-1 0 0,1-1 1 0 0,0 1-1 0 0,0-1 1 0 0,0 1-1 0 0,0-1 1 0 0,0 1 0 0 0,0-1-1 0 0,0 1 1 0 0,0-1-1 0 0,0 0 1 0 0,0 2-1 0 0,-4 22 605 0 0,4-21-432 0 0,-1 4-137 0 0,1 0 1 0 0,-1 0-1 0 0,2 0 1 0 0,-1 0-1 0 0,1 0 1 0 0,0 0-1 0 0,0 0 1 0 0,0 0-1 0 0,5 12 1 0 0,-5-17-129 0 0,0-1 0 0 0,0 1 1 0 0,-1 0-1 0 0,1 0 0 0 0,0-1 0 0 0,0 1 0 0 0,1-1 1 0 0,-1 1-1 0 0,0-1 0 0 0,0 0 0 0 0,1 1 0 0 0,-1-1 0 0 0,1 0 1 0 0,-1 0-1 0 0,1 0 0 0 0,0 0 0 0 0,-1 0 0 0 0,1 0 1 0 0,0 0-1 0 0,0-1 0 0 0,-1 1 0 0 0,1 0 0 0 0,0-1 1 0 0,0 0-1 0 0,0 1 0 0 0,0-1 0 0 0,0 0 0 0 0,-1 0 1 0 0,1 0-1 0 0,0 0 0 0 0,0 0 0 0 0,0-1 0 0 0,0 1 1 0 0,0-1-1 0 0,0 1 0 0 0,-1-1 0 0 0,1 0 0 0 0,0 1 1 0 0,0-1-1 0 0,1-1 0 0 0,3-1-63 0 0,-1-1-1 0 0,0 1 1 0 0,1-1 0 0 0,-1 0-1 0 0,0 0 1 0 0,-1-1 0 0 0,1 0 0 0 0,-1 1-1 0 0,0-1 1 0 0,0-1 0 0 0,-1 1-1 0 0,1-1 1 0 0,-1 1 0 0 0,0-1-1 0 0,3-11 1 0 0,-4 12 9 0 0,0 0 0 0 0,-1 0 0 0 0,1-1 0 0 0,-1 1 0 0 0,-1 0 0 0 0,1-1 0 0 0,-1 1 0 0 0,0-1 0 0 0,0 1 0 0 0,0 0 0 0 0,-1-1 0 0 0,0 1 0 0 0,0 0 0 0 0,0-1 0 0 0,-1 1 0 0 0,1 0 0 0 0,-1 0 0 0 0,-6-10 0 0 0,7 14 52 0 0,0 0-1 0 0,0-1 0 0 0,-1 1 0 0 0,1 0 0 0 0,-1 0 0 0 0,1 0 1 0 0,-1 0-1 0 0,1 0 0 0 0,-1 0 0 0 0,0 0 0 0 0,1 1 0 0 0,-1-1 1 0 0,0 0-1 0 0,0 1 0 0 0,1 0 0 0 0,-1-1 0 0 0,0 1 0 0 0,0 0 1 0 0,0 0-1 0 0,0 0 0 0 0,1 0 0 0 0,-1 0 0 0 0,0 0 1 0 0,0 1-1 0 0,0-1 0 0 0,1 1 0 0 0,-1-1 0 0 0,0 1 0 0 0,0-1 1 0 0,1 1-1 0 0,-1 0 0 0 0,1 0 0 0 0,-1 0 0 0 0,-2 2 0 0 0,-1 0-13 0 0,-1 1-1 0 0,1-1 0 0 0,-1 2 1 0 0,1-1-1 0 0,0 0 0 0 0,1 1 1 0 0,-1 0-1 0 0,-5 8 0 0 0,7-8-49 0 0,0 0-1 0 0,0 1 0 0 0,0 0 1 0 0,0-1-1 0 0,1 1 0 0 0,0 0 1 0 0,1 0-1 0 0,-1 0 0 0 0,1 0 1 0 0,0 1-1 0 0,1-1 0 0 0,-1 0 1 0 0,1 0-1 0 0,1 1 0 0 0,-1-1 1 0 0,1 0-1 0 0,0 0 0 0 0,0 0 1 0 0,1 1-1 0 0,0-2 0 0 0,0 1 1 0 0,0 0-1 0 0,1 0 0 0 0,0-1 1 0 0,0 1-1 0 0,0-1 0 0 0,1 0 1 0 0,0 0-1 0 0,0 0 0 0 0,0 0 1 0 0,0-1-1 0 0,1 1 0 0 0,-1-1 1 0 0,1-1-1 0 0,7 5 0 0 0,-11-7 6 0 0,0 0 0 0 0,0 0 0 0 0,-1-1 0 0 0,1 1 0 0 0,0-1-1 0 0,0 1 1 0 0,0-1 0 0 0,0 1 0 0 0,-1-1 0 0 0,1 1 0 0 0,0-1 0 0 0,0 0 0 0 0,0 1-1 0 0,0-1 1 0 0,0 0 0 0 0,0 0 0 0 0,0 0 0 0 0,0 0 0 0 0,0 0 0 0 0,0 0 0 0 0,0 0-1 0 0,0 0 1 0 0,0 0 0 0 0,0 0 0 0 0,0-1 0 0 0,0 1 0 0 0,0 0 0 0 0,0-1 0 0 0,0 1-1 0 0,0 0 1 0 0,0-1 0 0 0,0 1 0 0 0,-1-1 0 0 0,1 0 0 0 0,0 1 0 0 0,0-1 0 0 0,-1 0-1 0 0,1 1 1 0 0,0-1 0 0 0,-1 0 0 0 0,1 0 0 0 0,-1 0 0 0 0,1 0 0 0 0,-1 1 0 0 0,1-1-1 0 0,-1 0 1 0 0,1 0 0 0 0,-1 0 0 0 0,0 0 0 0 0,1-2 0 0 0,-1-1 53 0 0,1 0 1 0 0,0 0 0 0 0,-1 0-1 0 0,0 0 1 0 0,0 0 0 0 0,0 0 0 0 0,-1 0-1 0 0,1 1 1 0 0,-1-1 0 0 0,0 0-1 0 0,-2-6 1 0 0,0 4 110 0 0,0 0 1 0 0,-1 0-1 0 0,0 0 1 0 0,0 1-1 0 0,0-1 0 0 0,0 1 1 0 0,-1 0-1 0 0,0 1 1 0 0,0-1-1 0 0,-9-6 1 0 0,12 10-126 0 0,1 0 0 0 0,-1 1 0 0 0,1-1 0 0 0,-1 0 0 0 0,1 0 0 0 0,-1 1 1 0 0,0-1-1 0 0,1 1 0 0 0,-1-1 0 0 0,0 1 0 0 0,0 0 0 0 0,1 0 0 0 0,-1-1 1 0 0,0 1-1 0 0,0 1 0 0 0,1-1 0 0 0,-1 0 0 0 0,0 0 0 0 0,1 1 0 0 0,-1-1 0 0 0,0 0 1 0 0,1 1-1 0 0,-1 0 0 0 0,0-1 0 0 0,1 1 0 0 0,-1 0 0 0 0,1 0 0 0 0,-1 0 1 0 0,1 0-1 0 0,0 0 0 0 0,-1 0 0 0 0,1 1 0 0 0,0-1 0 0 0,0 0 0 0 0,0 1 0 0 0,0-1 1 0 0,0 0-1 0 0,0 1 0 0 0,0-1 0 0 0,0 1 0 0 0,0 0 0 0 0,1-1 0 0 0,-1 1 1 0 0,0 2-1 0 0,-2 3-109 0 0,0 1 1 0 0,1-1-1 0 0,0 1 0 0 0,0 0 1 0 0,0-1-1 0 0,1 1 1 0 0,0 0-1 0 0,1 0 1 0 0,0 15-1 0 0,1-20 62 0 0,-1-1-1 0 0,1 0 1 0 0,-1 1 0 0 0,1-1 0 0 0,0 0-1 0 0,0 0 1 0 0,0 1 0 0 0,0-1 0 0 0,0 0-1 0 0,0 0 1 0 0,1 0 0 0 0,-1 0 0 0 0,0 0-1 0 0,1-1 1 0 0,0 1 0 0 0,0 0 0 0 0,-1-1-1 0 0,1 1 1 0 0,0-1 0 0 0,0 0 0 0 0,0 1-1 0 0,0-1 1 0 0,1 0 0 0 0,-1 0 0 0 0,0 0-1 0 0,0-1 1 0 0,1 1 0 0 0,-1 0 0 0 0,0-1-1 0 0,1 0 1 0 0,-1 1 0 0 0,0-1 0 0 0,1 0-1 0 0,-1 0 1 0 0,1-1 0 0 0,3 0 0 0 0,-1 1 59 0 0,1-1 0 0 0,-1 0 0 0 0,0 0 1 0 0,1-1-1 0 0,-1 1 0 0 0,0-1 0 0 0,0 0 0 0 0,0-1 1 0 0,0 1-1 0 0,-1-1 0 0 0,1 0 0 0 0,-1 0 1 0 0,1-1-1 0 0,-1 1 0 0 0,0-1 0 0 0,6-8 1 0 0,-7 9 13 0 0,0-1 1 0 0,-1 0-1 0 0,0 1 1 0 0,1-1-1 0 0,-1 0 1 0 0,-1-1-1 0 0,1 1 1 0 0,0 0-1 0 0,-1 0 1 0 0,0-1-1 0 0,0 1 1 0 0,-1-1-1 0 0,1 1 1 0 0,-1-1-1 0 0,0 1 1 0 0,0-1-1 0 0,0 1 1 0 0,-1-1-1 0 0,1 1 1 0 0,-3-8-1 0 0,-1 2 51 0 0,0-1-1 0 0,-1 0 0 0 0,0 1 1 0 0,-1 0-1 0 0,0 0 0 0 0,-1 0 1 0 0,0 1-1 0 0,0 0 0 0 0,-10-9 1 0 0,13 15-57 0 0,1-1 1 0 0,-1 1 0 0 0,0-1-1 0 0,0 1 1 0 0,0 1-1 0 0,-1-1 1 0 0,1 0 0 0 0,-1 1-1 0 0,1 0 1 0 0,-1 0 0 0 0,0 0-1 0 0,1 1 1 0 0,-1 0 0 0 0,0 0-1 0 0,0 0 1 0 0,0 0-1 0 0,0 1 1 0 0,0 0 0 0 0,0 0-1 0 0,0 0 1 0 0,0 1 0 0 0,0-1-1 0 0,-7 3 1 0 0,8-2-98 0 0,1 1-1 0 0,-1 0 1 0 0,1 0 0 0 0,-1 0 0 0 0,1 0 0 0 0,0 1 0 0 0,0-1-1 0 0,0 1 1 0 0,0 0 0 0 0,0 0 0 0 0,1 0 0 0 0,-1 0-1 0 0,1 0 1 0 0,0 0 0 0 0,0 1 0 0 0,0-1 0 0 0,0 1-1 0 0,1 0 1 0 0,-1-1 0 0 0,1 1 0 0 0,0 0 0 0 0,0 0-1 0 0,1 0 1 0 0,-1 0 0 0 0,1 0 0 0 0,-1 0 0 0 0,1 0-1 0 0,1 0 1 0 0,-1 0 0 0 0,0 0 0 0 0,2 4 0 0 0,-1-2-37 0 0,0 0 1 0 0,0-1-1 0 0,0 0 1 0 0,1 1-1 0 0,0-1 0 0 0,0 0 1 0 0,0 1-1 0 0,0-1 1 0 0,1 0-1 0 0,0-1 1 0 0,0 1-1 0 0,1 0 1 0 0,-1-1-1 0 0,1 0 0 0 0,0 0 1 0 0,0 0-1 0 0,0 0 1 0 0,1-1-1 0 0,-1 1 1 0 0,1-1-1 0 0,9 4 1 0 0,-9-5 45 0 0,-1-1 1 0 0,1 0-1 0 0,0 0 1 0 0,-1 0-1 0 0,1-1 1 0 0,0 1-1 0 0,0-1 1 0 0,0-1-1 0 0,0 1 1 0 0,-1-1-1 0 0,1 1 1 0 0,0-1-1 0 0,0-1 1 0 0,-1 1 0 0 0,1-1-1 0 0,-1 1 1 0 0,1-1-1 0 0,-1-1 1 0 0,0 1-1 0 0,6-4 1 0 0,-8 4 94 0 0,1 0 0 0 0,-1-1 0 0 0,0 1 0 0 0,0 0 0 0 0,0-1 0 0 0,0 1 1 0 0,0-1-1 0 0,0 1 0 0 0,-1-1 0 0 0,0 0 0 0 0,1 0 0 0 0,-1 0 0 0 0,0 0 0 0 0,0 0 1 0 0,0 0-1 0 0,-1 0 0 0 0,1 0 0 0 0,-1 0 0 0 0,0 0 0 0 0,0 0 0 0 0,0 0 0 0 0,0 0 0 0 0,0 0 1 0 0,-1 0-1 0 0,1 0 0 0 0,-1-1 0 0 0,0 1 0 0 0,0 1 0 0 0,0-1 0 0 0,0 0 0 0 0,-1 0 1 0 0,-1-3-1 0 0,0 1 52 0 0,1 0 1 0 0,-1 1-1 0 0,0-1 1 0 0,0 1-1 0 0,-1 0 1 0 0,1-1-1 0 0,-1 2 1 0 0,0-1-1 0 0,0 0 1 0 0,0 1-1 0 0,-1 0 0 0 0,1 0 1 0 0,-1 0-1 0 0,0 0 1 0 0,0 1-1 0 0,0 0 1 0 0,0 0-1 0 0,0 0 1 0 0,0 1-1 0 0,0-1 1 0 0,-1 1-1 0 0,1 1 1 0 0,0-1-1 0 0,-1 1 1 0 0,1 0-1 0 0,-1 0 1 0 0,-6 1-1 0 0,6 0-768 0 0,-1 1 0 0 0,1-1-1 0 0,-1 1 1 0 0,1 1 0 0 0,0-1 0 0 0,0 1-1 0 0,0 0 1 0 0,-9 6 0 0 0,-5 7-5832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6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69 5529 0 0,'-5'10'756'0'0,"0"1"0"0"0,1-1 1 0 0,0 1-1 0 0,1 0 0 0 0,1 0 0 0 0,-1 0 0 0 0,0 12 0 0 0,3-20-687 0 0,0-1-1 0 0,0 0 0 0 0,0 0 1 0 0,0 0-1 0 0,0 0 0 0 0,0 1 0 0 0,0-1 1 0 0,1 0-1 0 0,-1 0 0 0 0,1 0 1 0 0,0 0-1 0 0,-1 0 0 0 0,1 0 0 0 0,0 0 1 0 0,0 0-1 0 0,0 0 0 0 0,1 0 1 0 0,-1-1-1 0 0,0 1 0 0 0,1 0 0 0 0,-1-1 1 0 0,1 1-1 0 0,-1-1 0 0 0,1 1 1 0 0,0-1-1 0 0,0 0 0 0 0,-1 0 0 0 0,1 0 1 0 0,0 0-1 0 0,0 0 0 0 0,0 0 1 0 0,0 0-1 0 0,0-1 0 0 0,1 1 1 0 0,-1-1-1 0 0,0 0 0 0 0,0 1 0 0 0,0-1 1 0 0,0 0-1 0 0,0 0 0 0 0,1 0 1 0 0,-1 0-1 0 0,3-2 0 0 0,0 2-1 0 0,0-1 0 0 0,-1 0 0 0 0,1-1-1 0 0,-1 1 1 0 0,1-1 0 0 0,-1 0 0 0 0,0 0 0 0 0,0 0-1 0 0,1-1 1 0 0,-2 0 0 0 0,1 1 0 0 0,0-1 0 0 0,-1-1 0 0 0,1 1-1 0 0,-1 0 1 0 0,0-1 0 0 0,0 0 0 0 0,0 0 0 0 0,0 1-1 0 0,-1-2 1 0 0,0 1 0 0 0,0 0 0 0 0,0 0 0 0 0,0-1 0 0 0,-1 1-1 0 0,1-1 1 0 0,-1 1 0 0 0,0-1 0 0 0,0-5 0 0 0,0 6 70 0 0,-1-1 0 0 0,1 1 0 0 0,-1-1 0 0 0,1 0 0 0 0,-1 0 0 0 0,-1 1 0 0 0,1-1 0 0 0,-1 0 0 0 0,0 1 0 0 0,0-1 0 0 0,0 1 0 0 0,0-1 0 0 0,-1 1 0 0 0,0-1 0 0 0,0 1 0 0 0,0 0 0 0 0,0 0 1 0 0,-1 0-1 0 0,0 0 0 0 0,0 1 0 0 0,0-1 0 0 0,0 1 0 0 0,0-1 0 0 0,-1 1 0 0 0,1 0 0 0 0,-1 0 0 0 0,0 1 0 0 0,0-1 0 0 0,-5-2 0 0 0,6 4-130 0 0,-1 1 0 0 0,0-1 0 0 0,0 1 1 0 0,0-1-1 0 0,0 1 0 0 0,1 0 0 0 0,-1 0 0 0 0,0 1 0 0 0,0-1 0 0 0,0 1 0 0 0,0 0 0 0 0,1 0 1 0 0,-1 0-1 0 0,0 0 0 0 0,1 1 0 0 0,-1-1 0 0 0,1 1 0 0 0,-1 0 0 0 0,1 0 0 0 0,0 1 1 0 0,0-1-1 0 0,0 0 0 0 0,0 1 0 0 0,0 0 0 0 0,-2 3 0 0 0,-1 0-121 0 0,1 0 0 0 0,0 0 0 0 0,0 1 0 0 0,0-1 0 0 0,1 1 0 0 0,0 0 0 0 0,0 1 0 0 0,1-1 0 0 0,0 0 0 0 0,0 1 0 0 0,-1 10 0 0 0,3-17 92 0 0,1 1 1 0 0,0 0-1 0 0,0 0 0 0 0,0-1 0 0 0,0 1 1 0 0,0 0-1 0 0,0 0 0 0 0,0-1 0 0 0,0 1 1 0 0,1 0-1 0 0,-1-1 0 0 0,1 1 1 0 0,-1 0-1 0 0,1-1 0 0 0,0 1 0 0 0,0-1 1 0 0,0 1-1 0 0,0-1 0 0 0,0 1 0 0 0,0-1 1 0 0,0 1-1 0 0,0-1 0 0 0,2 1 0 0 0,0 0 44 0 0,0 0 0 0 0,0 0 0 0 0,0 0 1 0 0,0-1-1 0 0,1 1 0 0 0,-1-1 0 0 0,0 0 0 0 0,1 0 0 0 0,-1 0 0 0 0,7 0 0 0 0,2 0 124 0 0,0-1 0 0 0,-1 0 0 0 0,1-1 1 0 0,-1 0-1 0 0,1-1 0 0 0,12-3 0 0 0,-20 4-92 0 0,0-1 0 0 0,0 0 0 0 0,0 1-1 0 0,0-1 1 0 0,0 0 0 0 0,0-1 0 0 0,-1 1 0 0 0,1-1-1 0 0,-1 0 1 0 0,0 0 0 0 0,1 0 0 0 0,-1 0 0 0 0,-1 0-1 0 0,1-1 1 0 0,0 1 0 0 0,-1-1 0 0 0,3-5 0 0 0,-4 7-31 0 0,0 0 1 0 0,-1 0 0 0 0,1-1 0 0 0,-1 1-1 0 0,0 0 1 0 0,1 0 0 0 0,-1 0 0 0 0,0-1 0 0 0,0 1-1 0 0,0 0 1 0 0,-1 0 0 0 0,1 0 0 0 0,0 0 0 0 0,-1-1-1 0 0,0 1 1 0 0,1 0 0 0 0,-1 0 0 0 0,0 0 0 0 0,0 0-1 0 0,0 0 1 0 0,0 1 0 0 0,-1-1 0 0 0,1 0-1 0 0,0 0 1 0 0,-1 1 0 0 0,1-1 0 0 0,-1 1 0 0 0,1-1-1 0 0,-1 1 1 0 0,0 0 0 0 0,0-1 0 0 0,0 1 0 0 0,0 0-1 0 0,0 0 1 0 0,0 0 0 0 0,-2 0 0 0 0,1-1-202 0 0,-1 1 0 0 0,1-1 0 0 0,-1 1 0 0 0,0 0 0 0 0,1 0 0 0 0,-1 1 1 0 0,0-1-1 0 0,0 1 0 0 0,1-1 0 0 0,-1 1 0 0 0,0 0 0 0 0,0 1 0 0 0,1-1 0 0 0,-1 1 1 0 0,0 0-1 0 0,0-1 0 0 0,1 2 0 0 0,-1-1 0 0 0,1 0 0 0 0,-7 4 0 0 0,-9 8-6561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8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39 259 4609 0 0,'-6'-25'1516'0'0,"2"-1"0"0"0,-2-28-1 0 0,-1-4 1341 0 0,4 41-1781 0 0,-5-61 5866 0 0,15 178-5344 0 0,-12-2-1539 0 0,-1 44-57 0 0,6-119 2 0 0,1-1 0 0 0,2 1 0 0 0,0 0 0 0 0,7 23 0 0 0,-8-40 27 0 0,0 0 0 0 0,0-1 0 0 0,0 1 0 0 0,1-1 0 0 0,-1 1 0 0 0,1-1 0 0 0,0 0 0 0 0,1 0-1 0 0,-1 0 1 0 0,1-1 0 0 0,0 1 0 0 0,1-1 0 0 0,-1 0 0 0 0,1 0 0 0 0,-1 0 0 0 0,1-1 0 0 0,0 1 0 0 0,1-1 0 0 0,10 4-1 0 0,-8-4 19 0 0,0-1 0 0 0,0 0-1 0 0,1-1 1 0 0,-1 1 0 0 0,1-2 0 0 0,-1 1-1 0 0,1-1 1 0 0,-1-1 0 0 0,1 1-1 0 0,-1-1 1 0 0,1-1 0 0 0,-1 0-1 0 0,12-4 1 0 0,17-8 60 0 0,59-31-1 0 0,12-5-3904 0 0,-91 44-3271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12 4609 0 0,'0'-1'72'0'0,"-1"0"-1"0"0,1 1 1 0 0,-1-1 0 0 0,1 1 0 0 0,-1-1-1 0 0,1 1 1 0 0,-1-1 0 0 0,0 1 0 0 0,1-1-1 0 0,-1 1 1 0 0,0 0 0 0 0,0-1-1 0 0,1 1 1 0 0,-1 0 0 0 0,0 0 0 0 0,0-1-1 0 0,0 1 1 0 0,1 0 0 0 0,-1 0-1 0 0,0 0 1 0 0,0 0 0 0 0,0 0 0 0 0,1 0-1 0 0,-1 0 1 0 0,-1 1 0 0 0,-16 12 3607 0 0,8-3-2984 0 0,-2 0 99 0 0,1 1 1 0 0,0 0 0 0 0,1 1-1 0 0,0 0 1 0 0,1 0 0 0 0,0 1-1 0 0,1 0 1 0 0,-12 28 0 0 0,18-37-762 0 0,0 1 1 0 0,1-1 0 0 0,0 1 0 0 0,0-1 0 0 0,0 1 0 0 0,0 0-1 0 0,0 0 1 0 0,1-1 0 0 0,0 1 0 0 0,0 0 0 0 0,0 0 0 0 0,1-1-1 0 0,0 1 1 0 0,0 0 0 0 0,0-1 0 0 0,0 1 0 0 0,1-1 0 0 0,0 1-1 0 0,-1-1 1 0 0,2 1 0 0 0,-1-1 0 0 0,0 0 0 0 0,1 0 0 0 0,0 0-1 0 0,0-1 1 0 0,0 1 0 0 0,0-1 0 0 0,1 1 0 0 0,-1-1 0 0 0,1 0-1 0 0,0-1 1 0 0,7 5 0 0 0,-5-4-47 0 0,0 0-1 0 0,1 0 1 0 0,-1-1 0 0 0,1 1-1 0 0,-1-2 1 0 0,1 1 0 0 0,0-1-1 0 0,0 0 1 0 0,0 0 0 0 0,-1-1-1 0 0,1 0 1 0 0,0 0-1 0 0,0-1 1 0 0,0 0 0 0 0,0 0-1 0 0,0 0 1 0 0,-1-1 0 0 0,1 0-1 0 0,12-6 1 0 0,-10 5 19 0 0,-1-2 1 0 0,1 1-1 0 0,-1-1 1 0 0,0 0-1 0 0,0-1 1 0 0,-1 0-1 0 0,0 0 0 0 0,0-1 1 0 0,0 1-1 0 0,-1-2 1 0 0,0 1-1 0 0,0-1 1 0 0,-1 1-1 0 0,5-10 0 0 0,-8 13 17 0 0,0 0 0 0 0,-1 0 0 0 0,0 0-1 0 0,0 0 1 0 0,0 0 0 0 0,0 0-1 0 0,-1 0 1 0 0,0-1 0 0 0,1 1 0 0 0,-2 0-1 0 0,1 0 1 0 0,0 0 0 0 0,-1 0-1 0 0,0-1 1 0 0,-1-4 0 0 0,-1 2 34 0 0,1 0-1 0 0,-1 1 1 0 0,-1-1 0 0 0,1 0-1 0 0,-1 1 1 0 0,0 0 0 0 0,-1 0 0 0 0,-6-7-1 0 0,4 6-96 0 0,0 0-1 0 0,-1 0 0 0 0,1 1 0 0 0,-1 0 1 0 0,-1 0-1 0 0,1 1 0 0 0,-1 0 1 0 0,0 0-1 0 0,0 1 0 0 0,0 0 1 0 0,0 1-1 0 0,-1 0 0 0 0,-11-2 0 0 0,5 5-1567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105 11 6449 0 0,'-1'0'180'0'0,"1"-1"-1"0"0,0 0 1 0 0,-1 0-1 0 0,0 1 1 0 0,1-1-1 0 0,-1 1 1 0 0,1-1-1 0 0,-1 0 1 0 0,0 1-1 0 0,1-1 1 0 0,-1 1-1 0 0,0 0 1 0 0,1-1-1 0 0,-1 1 1 0 0,0-1-1 0 0,0 1 1 0 0,0 0-1 0 0,1 0 1 0 0,-1-1-1 0 0,0 1 1 0 0,0 0-1 0 0,0 0 1 0 0,1 0-1 0 0,-1 0 1 0 0,0 0-1 0 0,0 0 1 0 0,0 0-1 0 0,0 0 1 0 0,-1 1-1 0 0,0 0 279 0 0,-1 0 0 0 0,1 0 0 0 0,0 0 0 0 0,-1 1 0 0 0,1-1 1 0 0,0 1-1 0 0,0-1 0 0 0,0 1 0 0 0,-3 3 0 0 0,-2 3 338 0 0,1-1 0 0 0,0 1 1 0 0,1 0-1 0 0,-9 16 0 0 0,10-17-724 0 0,-8 18-5 0 0,12-25-66 0 0,-1 1-1 0 0,1 0 0 0 0,0-1 0 0 0,-1 1 0 0 0,1-1 0 0 0,0 1 1 0 0,0 0-1 0 0,-1-1 0 0 0,1 1 0 0 0,0-1 0 0 0,0 1 0 0 0,0 0 1 0 0,0-1-1 0 0,0 1 0 0 0,0 0 0 0 0,0-1 0 0 0,0 1 0 0 0,0 0 1 0 0,0-1-1 0 0,1 1 0 0 0,-1 0 0 0 0,0-1 0 0 0,0 1 1 0 0,0-1-1 0 0,1 1 0 0 0,-1-1 0 0 0,0 1 0 0 0,2 1 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0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211 1 3457 0 0,'-2'1'420'0'0,"0"1"1"0"0,-1-1 0 0 0,1 0-1 0 0,0 0 1 0 0,0 0 0 0 0,-1 0-1 0 0,1 0 1 0 0,-1 0 0 0 0,1-1-1 0 0,0 1 1 0 0,-1-1 0 0 0,1 0-1 0 0,-1 0 1 0 0,1 1 0 0 0,-1-2-1 0 0,0 1 1 0 0,1 0-1 0 0,-1 0 1 0 0,1-1 0 0 0,-3 0-1 0 0,-29-1 4524 0 0,12 11-4646 0 0,16-4-181 0 0,-1 1 1 0 0,1 1-1 0 0,0-1 0 0 0,0 1 1 0 0,1 0-1 0 0,0 1 1 0 0,0-1-1 0 0,0 1 1 0 0,-3 10-1 0 0,-3 7 356 0 0,-13 45 0 0 0,22-63-651 0 0,0 1 0 0 0,1-1 0 0 0,0 1-1 0 0,0 0 1 0 0,1 0 0 0 0,0 0 0 0 0,0-1 0 0 0,1 1-1 0 0,0 0 1 0 0,3 11 0 0 0,-4-17 124 0 0,1 0-1 0 0,0 1 0 0 0,0-1 1 0 0,0 0-1 0 0,0 0 1 0 0,0 0-1 0 0,0 0 0 0 0,1 0 1 0 0,-1 0-1 0 0,1 0 1 0 0,0 0-1 0 0,-1 0 1 0 0,1-1-1 0 0,0 1 0 0 0,0-1 1 0 0,0 1-1 0 0,0-1 1 0 0,0 0-1 0 0,0 0 0 0 0,0 1 1 0 0,0-2-1 0 0,1 1 1 0 0,-1 0-1 0 0,0 0 1 0 0,1-1-1 0 0,-1 1 0 0 0,1-1 1 0 0,-1 0-1 0 0,0 0 1 0 0,1 0-1 0 0,-1 0 0 0 0,1 0 1 0 0,-1 0-1 0 0,0-1 1 0 0,1 1-1 0 0,-1-1 1 0 0,3-1-1 0 0,2 0 27 0 0,-1-1 0 0 0,1 0 1 0 0,-1 0-1 0 0,0 0 0 0 0,-1-1 0 0 0,1 0 1 0 0,0 0-1 0 0,-1 0 0 0 0,0-1 0 0 0,0 0 1 0 0,-1 0-1 0 0,1 0 0 0 0,-1-1 0 0 0,0 1 0 0 0,0-1 1 0 0,4-9-1 0 0,-2 3 345 0 0,0 0 1 0 0,-1 0 0 0 0,-1 0-1 0 0,0 0 1 0 0,0-1-1 0 0,-2 0 1 0 0,3-22-1 0 0,-3-23 3384 0 0,0 86-2799 0 0,-2-16-970 0 0,1 0 0 0 0,0-1 0 0 0,1 1 0 0 0,0 0 0 0 0,0 0 0 0 0,2-1 0 0 0,4 13 0 0 0,-6-19-1017 0 0,1 0 0 0 0,0 1 1 0 0,0-1-1 0 0,0-1 0 0 0,7 9 1 0 0,6 1-5471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186 416 4609 0 0,'-3'-7'626'0'0,"2"4"179"0"0,0 1-1 0 0,0 0 1 0 0,0-1 0 0 0,0 1 0 0 0,-1 0 0 0 0,1 0-1 0 0,-1 0 1 0 0,0-1 0 0 0,1 2 0 0 0,-5-4 0 0 0,6 4-599 0 0,-1 1 0 0 0,0 0 1 0 0,1 0-1 0 0,-1 0 0 0 0,0-1 0 0 0,0 1 1 0 0,1 0-1 0 0,-1 0 0 0 0,0 0 1 0 0,1 0-1 0 0,-1 0 0 0 0,0 0 1 0 0,0 0-1 0 0,1 1 0 0 0,-1-1 1 0 0,0 0-1 0 0,1 0 0 0 0,-1 0 1 0 0,0 1-1 0 0,1-1 0 0 0,-2 1 1 0 0,-14 12 59 0 0,2 1-66 0 0,1 0-1 0 0,0 1 0 0 0,1 1 1 0 0,1 0-1 0 0,0 0 0 0 0,2 1 1 0 0,0 1-1 0 0,0 0 0 0 0,2 0 1 0 0,0 0-1 0 0,1 1 0 0 0,-3 20 1 0 0,8-36-233 0 0,1 1 1 0 0,-1-1 0 0 0,1 1 0 0 0,0-1-1 0 0,1 0 1 0 0,-1 1 0 0 0,1-1-1 0 0,-1 1 1 0 0,1-1 0 0 0,0 0 0 0 0,0 1-1 0 0,0-1 1 0 0,1 0 0 0 0,-1 0 0 0 0,1 0-1 0 0,0 0 1 0 0,0 0 0 0 0,0 0-1 0 0,0-1 1 0 0,0 1 0 0 0,0-1 0 0 0,5 4-1 0 0,-5-5 5 0 0,0 1-1 0 0,0-1 1 0 0,1 0-1 0 0,-1 0 0 0 0,0 0 1 0 0,1 0-1 0 0,-1 0 1 0 0,1 0-1 0 0,0-1 0 0 0,-1 1 1 0 0,1-1-1 0 0,-1 0 1 0 0,1 0-1 0 0,0 0 0 0 0,-1 0 1 0 0,1 0-1 0 0,0-1 1 0 0,-1 1-1 0 0,1-1 0 0 0,-1 1 1 0 0,1-1-1 0 0,-1 0 0 0 0,1 0 1 0 0,-1 0-1 0 0,0-1 1 0 0,1 1-1 0 0,-1 0 0 0 0,0-1 1 0 0,3-2-1 0 0,4-4-66 0 0,-1 0 0 0 0,0-1 0 0 0,0 1 0 0 0,-1-1 0 0 0,0-1 0 0 0,0 0 0 0 0,-1 0 0 0 0,-1 0 0 0 0,1 0 0 0 0,-2-1 0 0 0,0 0 0 0 0,0 0 0 0 0,-1 0 0 0 0,0 0 0 0 0,2-18 0 0 0,-2 2 237 0 0,-1 1-1 0 0,-2-1 1 0 0,0 0-1 0 0,-2 0 1 0 0,-8-42-1 0 0,-2 0 547 0 0,3 15 229 0 0,-1 0 1 0 0,-24-67-1 0 0,20 95-213 0 0,14 26-694 0 0,0 0-1 0 0,0 0 0 0 0,0 0 0 0 0,0 0 0 0 0,0 0 0 0 0,0 0 1 0 0,0 0-1 0 0,-1 0 0 0 0,1 0 0 0 0,0 0 0 0 0,0 0 0 0 0,0 0 0 0 0,0 0 1 0 0,0 0-1 0 0,0 0 0 0 0,0 0 0 0 0,0 0 0 0 0,0 0 0 0 0,-1 0 0 0 0,1 0 1 0 0,0 0-1 0 0,0 0 0 0 0,0 0 0 0 0,0 0 0 0 0,0 0 0 0 0,0 0 0 0 0,0 0 1 0 0,0 0-1 0 0,0 0 0 0 0,-1 0 0 0 0,1 0 0 0 0,0 0 0 0 0,0 0 1 0 0,0 0-1 0 0,0 0 0 0 0,0 0 0 0 0,0 0 0 0 0,0 1 0 0 0,0-1 0 0 0,0 0 1 0 0,0 0-1 0 0,0 0 0 0 0,0 0 0 0 0,0 0 0 0 0,0 0 0 0 0,0 0 0 0 0,0 0 1 0 0,0 0-1 0 0,-1 1 0 0 0,1-1 0 0 0,0 0 0 0 0,0 0 0 0 0,0 0 0 0 0,0 0 1 0 0,0 0-1 0 0,0 0 0 0 0,1 0 0 0 0,-1 0 0 0 0,0 1 0 0 0,0 16 186 0 0,8 27-93 0 0,1-1-1 0 0,29 81 1 0 0,46 78-2383 0 0,-76-184 1686 0 0,6 14-7172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2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148 252 5777 0 0,'-11'-19'223'0'0,"-46"-69"4488"0"0,49 79-4152 0 0,0-1 0 0 0,0 2 0 0 0,0-1 0 0 0,-1 1-1 0 0,-1 0 1 0 0,-19-9 2800 0 0,31 28-2333 0 0,9 19-1201 0 0,-7-20 409 0 0,37 100-225 0 0,75 198-848 0 0,-106-283 774 0 0,-3-6 24 0 0,19 34-1 0 0,-26-53 70 0 0,0 0 0 0 0,0 1-1 0 0,0-1 1 0 0,0 0-1 0 0,0 0 1 0 0,1 1-1 0 0,-1-1 1 0 0,0 0 0 0 0,0 0-1 0 0,1 0 1 0 0,-1 1-1 0 0,0-1 1 0 0,0 0-1 0 0,1 0 1 0 0,-1 0-1 0 0,0 0 1 0 0,0 1 0 0 0,1-1-1 0 0,-1 0 1 0 0,0 0-1 0 0,1 0 1 0 0,-1 0-1 0 0,0 0 1 0 0,0 0 0 0 0,1 0-1 0 0,-1 0 1 0 0,0 0-1 0 0,1 0 1 0 0,-1 0-1 0 0,0 0 1 0 0,1 0 0 0 0,-1 0-1 0 0,0 0 1 0 0,0 0-1 0 0,1 0 1 0 0,-1-1-1 0 0,0 1 1 0 0,1 0-1 0 0,-1 0 1 0 0,13-13 693 0 0,3-18-17 0 0,73-234 458 0 0,-15 34-2643 0 0,-65 208 800 0 0,6-16-501 0 0,-4 13-3870 0 0,-2 10-474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2304 0 0,'3'-18'11944'0'0,"9"3"-11933"0"0,-9 9-11 0 0,-7-45 2669 0 0,16 368-2729 0 0,-6-148-1042 0 0,-10-57-3575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81 1376 0 0,'-1'0'61'0'0,"1"-1"0"0"0,-1 1 0 0 0,0 0 0 0 0,1-1 0 0 0,-1 1 0 0 0,0 0 0 0 0,0 0 0 0 0,1 0 0 0 0,-1-1 0 0 0,0 1 0 0 0,0 0 0 0 0,1 0 0 0 0,-1 0 0 0 0,0 0 1 0 0,0 0-1 0 0,0 0 0 0 0,1 0 0 0 0,-1 1 0 0 0,0-1 0 0 0,0 0 0 0 0,1 0 0 0 0,-1 1 0 0 0,0-1 0 0 0,1 0 0 0 0,-1 1 0 0 0,0-1 0 0 0,1 1 0 0 0,-1-1 0 0 0,0 0 0 0 0,1 1 0 0 0,-1 0 0 0 0,1-1 0 0 0,-1 1 0 0 0,1-1 0 0 0,-1 1 0 0 0,1 0 0 0 0,-1 0 0 0 0,-24 34 1344 0 0,18-24-921 0 0,1-3-155 0 0,1 1 1 0 0,-1 0-1 0 0,1 0 1 0 0,1 1-1 0 0,0-1 1 0 0,0 1-1 0 0,1 0 1 0 0,0 0-1 0 0,1 0 1 0 0,0 0 0 0 0,-1 20-1 0 0,3-30-327 0 0,0 0 0 0 0,0 1-1 0 0,0-1 1 0 0,0 0 0 0 0,0 0-1 0 0,0 1 1 0 0,0-1 0 0 0,0 0 0 0 0,0 0-1 0 0,0 1 1 0 0,0-1 0 0 0,0 0 0 0 0,0 0-1 0 0,0 1 1 0 0,0-1 0 0 0,0 0 0 0 0,0 0-1 0 0,1 0 1 0 0,-1 1 0 0 0,0-1 0 0 0,0 0-1 0 0,0 0 1 0 0,0 0 0 0 0,0 1 0 0 0,1-1-1 0 0,-1 0 1 0 0,0 0 0 0 0,0 0-1 0 0,0 0 1 0 0,1 1 0 0 0,-1-1 0 0 0,0 0-1 0 0,0 0 1 0 0,0 0 0 0 0,1 0 0 0 0,-1 0-1 0 0,0 0 1 0 0,0 0 0 0 0,1 0 0 0 0,-1 0-1 0 0,12-5 1 0 0,8-15 114 0 0,77-105 690 0 0,-9 10 1633 0 0,-87 114-2345 0 0,-1 1 1 0 0,1-1-1 0 0,0 0 0 0 0,-1 0 1 0 0,1 1-1 0 0,0-1 0 0 0,-1 1 1 0 0,1-1-1 0 0,0 0 0 0 0,0 1 1 0 0,0 0-1 0 0,-1-1 0 0 0,1 1 1 0 0,0-1-1 0 0,0 1 0 0 0,0 0 1 0 0,0 0-1 0 0,0-1 0 0 0,1 1 1 0 0,-1 0-33 0 0,0 0 1 0 0,-1 1-1 0 0,1-1 1 0 0,-1 0-1 0 0,1 1 1 0 0,0-1-1 0 0,-1 0 0 0 0,1 1 1 0 0,-1-1-1 0 0,1 1 1 0 0,-1-1-1 0 0,1 1 1 0 0,-1-1-1 0 0,0 1 1 0 0,1-1-1 0 0,-1 1 1 0 0,1-1-1 0 0,-1 1 1 0 0,0 0-1 0 0,0-1 1 0 0,1 2-1 0 0,1 5 288 0 0,1 1-1 0 0,-2 0 1 0 0,3 16-1 0 0,-2-7-230 0 0,6 20-73 0 0,24 66 0 0 0,9-13-3180 0 0,-27-62-2276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7370 0 0,'0'0'1579'0'0,"2"15"2858"0"0,14 114-2972 0 0,-3-29-1397 0 0,1 101 0 0 0,-38 203 947 0 0,11-255-1078 0 0,-1-48-1492 0 0,-1 0-4938 0 0,15-90 3083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38 156 1840 0 0,'-2'-1'113'0'0,"0"0"0"0"0,-1-1 0 0 0,1 1 0 0 0,0 0 0 0 0,0-1 0 0 0,0 1 0 0 0,0-1 0 0 0,0 0 0 0 0,0 1 0 0 0,1-1 0 0 0,-1 0 0 0 0,1 0 0 0 0,-1 0 0 0 0,1 0 0 0 0,0-1-1 0 0,-1 1 1 0 0,1 0 0 0 0,0 0 0 0 0,1-1 0 0 0,-1 1 0 0 0,0-1 0 0 0,1 1 0 0 0,-1-1 0 0 0,1-2 0 0 0,-1 1 303 0 0,1-1 1 0 0,0 0-1 0 0,0 1 0 0 0,0-1 0 0 0,0 1 1 0 0,1-1-1 0 0,0 0 0 0 0,0 1 0 0 0,0-1 1 0 0,1 1-1 0 0,-1 0 0 0 0,5-8 0 0 0,-6 11-257 0 0,1 0 0 0 0,-1 0 0 0 0,1 0-1 0 0,0 0 1 0 0,-1 1 0 0 0,1-1 0 0 0,0 0-1 0 0,0 0 1 0 0,-1 0 0 0 0,1 1 0 0 0,0-1-1 0 0,0 0 1 0 0,0 1 0 0 0,0-1 0 0 0,0 1-1 0 0,0-1 1 0 0,0 1 0 0 0,0 0-1 0 0,0-1 1 0 0,0 1 0 0 0,0 0 0 0 0,0 0-1 0 0,0 0 1 0 0,0-1 0 0 0,0 1 0 0 0,0 0-1 0 0,2 1 1 0 0,-1-1 20 0 0,1 1 1 0 0,-1 0-1 0 0,1 0 0 0 0,-1 0 1 0 0,0 0-1 0 0,1 1 0 0 0,-1-1 0 0 0,0 0 1 0 0,0 1-1 0 0,4 3 0 0 0,1 2-108 0 0,0 1-1 0 0,0 0 0 0 0,-1 0 0 0 0,10 17 1 0 0,-6-4-185 0 0,-1 1 1 0 0,7 26-1 0 0,-12-31 101 0 0,1-1 0 0 0,1 0 0 0 0,1-1 0 0 0,0 0 0 0 0,1 0 0 0 0,11 16 0 0 0,-18-30 58 0 0,-1 0 1 0 0,1 0-1 0 0,1 0 1 0 0,-1 0-1 0 0,0 0 1 0 0,0 0-1 0 0,0 0 1 0 0,0 0-1 0 0,1-1 1 0 0,-1 1-1 0 0,0 0 1 0 0,1-1-1 0 0,-1 1 1 0 0,1-1-1 0 0,-1 0 1 0 0,0 1-1 0 0,1-1 1 0 0,-1 0-1 0 0,1 0 1 0 0,-1 0-1 0 0,1 0 1 0 0,-1 0-1 0 0,1 0 1 0 0,-1 0-1 0 0,1 0 1 0 0,-1-1-1 0 0,0 1 1 0 0,1 0-1 0 0,-1-1 1 0 0,1 0-1 0 0,-1 1 1 0 0,0-1-1 0 0,1 0 1 0 0,-1 1-1 0 0,0-1 1 0 0,0 0-1 0 0,0 0 1 0 0,0 0-1 0 0,0 0 1 0 0,2-2-1 0 0,6-6 268 0 0,0 0 1 0 0,-1-1-1 0 0,12-18 1 0 0,-13 19-249 0 0,57-85 100 0 0,30-38-4323 0 0,-77 110-1595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6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148 325 2304 0 0,'0'-33'946'0'0,"1"0"41"0"0,-1-1 1 0 0,-1 1 0 0 0,-2 0-1 0 0,-2 1 1 0 0,-11-47-1 0 0,0 48 134 0 0,15 30-903 0 0,0 0 0 0 0,0-1 0 0 0,0 1 1 0 0,0 0-1 0 0,-1 0 0 0 0,1 0 0 0 0,0 0 0 0 0,0 0 0 0 0,-1 0 1 0 0,1 0-1 0 0,-1 0 0 0 0,1 1 0 0 0,0-1 0 0 0,-1 0 0 0 0,1 1 1 0 0,-1-1-1 0 0,0 1 0 0 0,1 0 0 0 0,-2-1 0 0 0,1 42 2444 0 0,-40 900-612 0 0,11-557-1665 0 0,30-377-399 0 0,-3 47-870 0 0,4-51 682 0 0,0 1 1 0 0,0-1-1 0 0,1 1 1 0 0,-1-1 0 0 0,1 1-1 0 0,-1-1 1 0 0,1 0-1 0 0,0 1 1 0 0,0-1 0 0 0,1 0-1 0 0,-1 1 1 0 0,3 2-1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363 1 456 0 0,'-57'2'3620'0'0,"-111"20"0"0"0,155-19-3031 0 0,1 0-1 0 0,-1 1 1 0 0,1 0-1 0 0,-15 8 1 0 0,22-10-384 0 0,0 0 0 0 0,1 1 0 0 0,0-1-1 0 0,-1 1 1 0 0,1 0 0 0 0,0 0 0 0 0,1 1 0 0 0,-1-1 0 0 0,0 1-1 0 0,1 0 1 0 0,0 0 0 0 0,0 0 0 0 0,-4 8 0 0 0,7-12-133 0 0,-1 1 1 0 0,1 0-1 0 0,0-1 1 0 0,-1 1-1 0 0,1 0 1 0 0,0 0-1 0 0,0-1 1 0 0,0 1-1 0 0,0 0 1 0 0,0 0-1 0 0,0 0 1 0 0,0-1-1 0 0,0 1 1 0 0,0 0-1 0 0,0 0 0 0 0,0-1 1 0 0,0 1-1 0 0,0 0 1 0 0,1 0-1 0 0,-1-1 1 0 0,0 1-1 0 0,1 0 1 0 0,-1-1-1 0 0,0 1 1 0 0,1 0-1 0 0,-1-1 1 0 0,1 1-1 0 0,-1 0 1 0 0,2 0-1 0 0,-1 0 13 0 0,1 1 0 0 0,0-1 0 0 0,1 0-1 0 0,-1 0 1 0 0,0 0 0 0 0,0 0 0 0 0,0-1 0 0 0,0 1 0 0 0,1 0-1 0 0,1-1 1 0 0,9 2 279 0 0,0-1-1 0 0,21-1 1 0 0,-33 0-312 0 0,170-6 1639 0 0,200-13-375 0 0,-268 14-1481 0 0,-1 4 0 0 0,111 13 0 0 0,-92-4 76 0 0,87-4-3133 0 0,-177-4 2267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8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71 3225 0 0,'-2'-1'365'0'0,"1"0"1"0"0,-1 0 0 0 0,1 0-1 0 0,-1 0 1 0 0,1 0 0 0 0,0-1-1 0 0,-1 1 1 0 0,1 0 0 0 0,0-1-1 0 0,0 1 1 0 0,0-1 0 0 0,0 1-1 0 0,0-1 1 0 0,0 1 0 0 0,1-1-1 0 0,-1 0 1 0 0,0 0 0 0 0,0-3-1 0 0,1 4-225 0 0,0 0 0 0 0,0 0 0 0 0,0 0-1 0 0,0 0 1 0 0,0 0 0 0 0,0 0 0 0 0,0 0-1 0 0,0 0 1 0 0,0 0 0 0 0,1 0-1 0 0,-1 0 1 0 0,0 0 0 0 0,1 0 0 0 0,-1 0-1 0 0,1 0 1 0 0,-1 0 0 0 0,1 0 0 0 0,-1 0-1 0 0,1 0 1 0 0,0 0 0 0 0,0 1-1 0 0,-1-1 1 0 0,1 0 0 0 0,0 0 0 0 0,0 1-1 0 0,0-1 1 0 0,0 1 0 0 0,0-1 0 0 0,0 1-1 0 0,0-1 1 0 0,0 1 0 0 0,0-1-1 0 0,1 1 1 0 0,11-4 124 0 0,0 2 0 0 0,0-1 0 0 0,0 1 1 0 0,0 1-1 0 0,0 1 0 0 0,26 1 0 0 0,83 17 510 0 0,-92-12-572 0 0,99 11 706 0 0,231 1 0 0 0,122 7-563 0 0,48 0-1202 0 0,-472-29 218 0 0,-34 0-3526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1 170 920 0 0,'7'-36'4407'0'0,"11"-34"1452"0"0,-17 65-5451 0 0,1 0 0 0 0,0 1-1 0 0,0-1 1 0 0,0 1 0 0 0,1 0 0 0 0,-1 0 0 0 0,1 0 0 0 0,0 0 0 0 0,1 0 0 0 0,-1 0 0 0 0,7-5 0 0 0,-9 8-302 0 0,1 0 1 0 0,-1 1-1 0 0,0-1 1 0 0,0 0 0 0 0,0 1-1 0 0,1-1 1 0 0,-1 1-1 0 0,0-1 1 0 0,0 1-1 0 0,1 0 1 0 0,-1-1-1 0 0,0 1 1 0 0,1 0-1 0 0,-1 0 1 0 0,0 0 0 0 0,1 0-1 0 0,-1 0 1 0 0,1 0-1 0 0,-1 0 1 0 0,0 1-1 0 0,1-1 1 0 0,1 1-1 0 0,-1 0 11 0 0,1 1-1 0 0,-1-1 1 0 0,0 1-1 0 0,1 0 1 0 0,-1-1-1 0 0,0 1 0 0 0,0 0 1 0 0,0 0-1 0 0,0 1 1 0 0,2 2-1 0 0,1 4 20 0 0,0 0 0 0 0,0 0 0 0 0,0 0 0 0 0,5 19 0 0 0,9 50-48 0 0,-16-59-273 0 0,1-1 0 0 0,0 1 0 0 0,2-1 0 0 0,0-1 0 0 0,1 1 0 0 0,1-1 0 0 0,16 27 0 0 0,-24-44 178 0 0,0 1 0 0 0,1 0 0 0 0,-1-1 0 0 0,1 1 0 0 0,-1-1 0 0 0,1 1 0 0 0,-1-1-1 0 0,1 1 1 0 0,-1 0 0 0 0,1-1 0 0 0,-1 0 0 0 0,1 1 0 0 0,0-1 0 0 0,-1 1 0 0 0,1-1 0 0 0,0 0 0 0 0,-1 1 0 0 0,1-1 0 0 0,0 0 0 0 0,-1 0 0 0 0,1 0-1 0 0,0 0 1 0 0,0 1 0 0 0,-1-1 0 0 0,1 0 0 0 0,0 0 0 0 0,0 0 0 0 0,-1-1 0 0 0,1 1 0 0 0,0 0 0 0 0,0 0 0 0 0,1-1 0 0 0,0 0 27 0 0,0 0 1 0 0,-1 0 0 0 0,1-1 0 0 0,0 1-1 0 0,0-1 1 0 0,-1 0 0 0 0,1 0 0 0 0,-1 1-1 0 0,1-1 1 0 0,1-4 0 0 0,3-4 180 0 0,-1-1 1 0 0,0 0-1 0 0,4-14 0 0 0,8-35 372 0 0,-11 33-303 0 0,1 1 0 0 0,1 0 0 0 0,2 1 0 0 0,0 0 0 0 0,18-30 0 0 0,-28 54-266 0 0,0 1-1 0 0,0-1 1 0 0,1 1 0 0 0,-1-1 0 0 0,0 1 0 0 0,0-1 0 0 0,1 1 0 0 0,-1 0 0 0 0,0-1 0 0 0,0 1-1 0 0,1-1 1 0 0,-1 1 0 0 0,1 0 0 0 0,-1-1 0 0 0,0 1 0 0 0,1 0 0 0 0,-1 0 0 0 0,1-1 0 0 0,-1 1-1 0 0,0 0 1 0 0,1 0 0 0 0,-1-1 0 0 0,1 1 0 0 0,-1 0 0 0 0,1 0 0 0 0,-1 0 0 0 0,1 0-1 0 0,-1 0 1 0 0,1 0 0 0 0,-1 0 0 0 0,1 0 0 0 0,-1 0 0 0 0,1 0 0 0 0,-1 0 0 0 0,1 0 0 0 0,-1 0-1 0 0,1 0 1 0 0,-1 1 0 0 0,1-1 0 0 0,-1 0 0 0 0,1 0 0 0 0,-1 0 0 0 0,0 1 0 0 0,1-1 0 0 0,-1 0-1 0 0,1 1 1 0 0,-1-1 0 0 0,0 0 0 0 0,1 1 0 0 0,-1-1 0 0 0,0 0 0 0 0,1 1 0 0 0,-1-1-1 0 0,0 1 1 0 0,0-1 0 0 0,1 0 0 0 0,-1 1 0 0 0,0-1 0 0 0,0 1 0 0 0,0-1 0 0 0,0 1 0 0 0,0-1-1 0 0,1 1 1 0 0,-1 0 0 0 0,13 45 294 0 0,-9-28-240 0 0,8 19-372 0 0,32 62 0 0 0,-37-86 221 0 0,0 0 1 0 0,1-1-1 0 0,0 0 1 0 0,1 0-1 0 0,1-1 1 0 0,0 0-1 0 0,22 18 1 0 0,-30-27 76 0 0,0-1 0 0 0,0 1 0 0 0,0-1 1 0 0,1 0-1 0 0,-1 0 0 0 0,0 0 1 0 0,1 0-1 0 0,-1 0 0 0 0,0 0 1 0 0,1-1-1 0 0,-1 1 0 0 0,1-1 1 0 0,0 0-1 0 0,-1 0 0 0 0,1 0 1 0 0,-1 0-1 0 0,1 0 0 0 0,4-1 0 0 0,-3 0-35 0 0,1-1 0 0 0,-1 0 0 0 0,0 0 0 0 0,0 0 0 0 0,0 0 0 0 0,0 0 0 0 0,0-1 0 0 0,0 0 0 0 0,5-5 0 0 0,2-3-65 0 0,-1-1 0 0 0,-1 1 0 0 0,0-2 0 0 0,0 1 0 0 0,8-18 0 0 0,0-4 271 0 0,-7 13 77 0 0,1 1 0 0 0,1 0 0 0 0,14-19 0 0 0,-26 39-217 0 0,0-1 0 0 0,1 1 0 0 0,-1 0 0 0 0,0 0 0 0 0,0 0 0 0 0,0 0-1 0 0,0-1 1 0 0,0 1 0 0 0,0 0 0 0 0,1 0 0 0 0,-1 0 0 0 0,0 0 0 0 0,0 0 0 0 0,0 0 0 0 0,1-1 0 0 0,-1 1 0 0 0,0 0-1 0 0,0 0 1 0 0,0 0 0 0 0,1 0 0 0 0,-1 0 0 0 0,0 0 0 0 0,0 0 0 0 0,0 0 0 0 0,1 0 0 0 0,-1 0 0 0 0,0 0 0 0 0,0 0-1 0 0,0 0 1 0 0,1 0 0 0 0,-1 0 0 0 0,0 0 0 0 0,0 0 0 0 0,0 0 0 0 0,1 0 0 0 0,-1 0 0 0 0,0 1 0 0 0,0-1 0 0 0,0 0-1 0 0,1 0 1 0 0,-1 0 0 0 0,0 0 0 0 0,0 0 0 0 0,0 1 0 0 0,7 12 313 0 0,0 25-132 0 0,-6-31-121 0 0,9 35-199 0 0,1-1-1 0 0,20 47 1 0 0,-13-41-1619 0 0,11 52 1 0 0,-27-90 860 0 0,1 0 1 0 0,-1-1-1 0 0,1 0 0 0 0,1 1 1 0 0,4 7-1 0 0,-8-15 710 0 0,1 0-1 0 0,-1 0 0 0 0,1 0 1 0 0,-1 0-1 0 0,1 0 1 0 0,0 0-1 0 0,-1 0 0 0 0,1-1 1 0 0,0 1-1 0 0,0 0 0 0 0,-1 0 1 0 0,1-1-1 0 0,0 1 0 0 0,0 0 1 0 0,0-1-1 0 0,0 1 1 0 0,0-1-1 0 0,0 1 0 0 0,0-1 1 0 0,0 1-1 0 0,0-1 0 0 0,1 0 1 0 0,-1 0-1 0 0,0 0 0 0 0,0 1 1 0 0,0-1-1 0 0,0 0 1 0 0,0 0-1 0 0,0 0 0 0 0,1-1 1 0 0,-1 1-1 0 0,0 0 0 0 0,0 0 1 0 0,0-1-1 0 0,0 1 0 0 0,0 0 1 0 0,0-1-1 0 0,0 1 1 0 0,0-1-1 0 0,0 0 0 0 0,0 1 1 0 0,0-1-1 0 0,0 0 0 0 0,0 1 1 0 0,-1-1-1 0 0,1 0 0 0 0,0 0 1 0 0,0 0-1 0 0,-1 0 1 0 0,2-1-1 0 0,7-9 17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0 147 1376 0 0,'10'11'10363'0'0,"-10"-12"-10187"0"0,33-3 1131 0 0,-1-1 1 0 0,0-2-1 0 0,36-12 1 0 0,-28 7 229 0 0,70-10 1 0 0,4 13-620 0 0,120 8-1 0 0,-9 0-813 0 0,-132-2-259 0 0,0-5 0 0 0,-1-3 0 0 0,148-39 0 0 0,-218 45-2499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6913 0 0,'0'0'28'0'0,"-1"-1"-1"0"0,1 0 0 0 0,0 0 0 0 0,0 1 0 0 0,0-1 0 0 0,0 0 0 0 0,0 0 0 0 0,1 1 0 0 0,-1-1 1 0 0,0 0-1 0 0,0 0 0 0 0,0 1 0 0 0,1-1 0 0 0,-1 0 0 0 0,0 1 0 0 0,1-1 0 0 0,-1 0 0 0 0,0 1 0 0 0,1-1 1 0 0,-1 1-1 0 0,1-1 0 0 0,-1 0 0 0 0,1 1 0 0 0,0-1 0 0 0,-1 1 0 0 0,1-1 0 0 0,-1 1 0 0 0,1 0 1 0 0,0-1-1 0 0,0 1 0 0 0,27-20 775 0 0,-24 17-87 0 0,6-4 442 0 0,1 1 0 0 0,0 0 0 0 0,1 0 0 0 0,-1 1 0 0 0,15-4 0 0 0,-12 6-612 0 0,-1-1 1 0 0,1 2-1 0 0,1 0 1 0 0,15 0-1 0 0,-11 2-1023 0 0,-1 1-1 0 0,33 5 1 0 0,-26 0-2295 0 0,37 12 0 0 0,-50-14-1728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0 920 0 0,'-15'12'6817'0'0,"14"-11"-6293"0"0,0 0 1 0 0,0 2-1 0 0,-9 28 3774 0 0,3 35-817 0 0,7-59-2909 0 0,0 88 895 0 0,14 116 0 0 0,0-33-1059 0 0,25 579 666 0 0,-38-720-1023 0 0,0-1 1 0 0,-3 1-1 0 0,-1-1 0 0 0,-8 40 1 0 0,6-54-2670 0 0,-1 0 0 0 0,-11 25 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1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3225 0 0,'-1'2'12693'0'0,"5"16"-12382"0"0,-2-10-47 0 0,0 0 0 0 0,-1 0 0 0 0,0 1 0 0 0,-1-1 0 0 0,0 0 0 0 0,-2 16 0 0 0,1 11-1 0 0,11 107 414 0 0,-2-33-1446 0 0,-6-36-3327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2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 4609 0 0,'-2'1'248'0'0,"1"0"1"0"0,-1 1-1 0 0,0 0 0 0 0,1-1 1 0 0,-1 1-1 0 0,1 0 0 0 0,0 0 1 0 0,-1 0-1 0 0,1-1 0 0 0,0 1 1 0 0,0 1-1 0 0,0-1 0 0 0,1 0 1 0 0,-1 0-1 0 0,0 0 0 0 0,1 0 1 0 0,-1 1-1 0 0,1-1 0 0 0,0 0 1 0 0,0 0-1 0 0,0 1 0 0 0,0-1 1 0 0,0 0-1 0 0,0 0 1 0 0,1 1-1 0 0,-1-1 0 0 0,1 0 1 0 0,0 0-1 0 0,-1 0 0 0 0,1 0 1 0 0,0 0-1 0 0,0 0 0 0 0,0 0 1 0 0,0 0-1 0 0,1 0 0 0 0,-1 0 1 0 0,1 0-1 0 0,-1-1 0 0 0,1 1 1 0 0,-1 0-1 0 0,1-1 0 0 0,0 0 1 0 0,0 1-1 0 0,0-1 0 0 0,0 0 1 0 0,0 0-1 0 0,0 0 0 0 0,0 0 1 0 0,0 0-1 0 0,3 0 0 0 0,13 4 116 0 0,0-1-1 0 0,1-1 0 0 0,-1-1 0 0 0,0 0 1 0 0,1-1-1 0 0,24-3 0 0 0,40 3 79 0 0,337 34 209 0 0,113 12-364 0 0,-217-10-283 0 0,62 5-27 0 0,-161-26-363 0 0,-71-3-185 0 0,195-7 0 0 0,271-70 1341 0 0,-57-4-228 0 0,-438 59-523 0 0,-18 0-3 0 0,-1 4 0 0 0,104 8-1 0 0,211 34 1123 0 0,-376-35-1289 0 0,0 2 0 0 0,0 1 0 0 0,56 16 0 0 0,-84-17-631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1 217 10594 0 0,'11'1'6352'0'0,"-7"-1"-6215"0"0,0 1 1 0 0,0 0-1 0 0,-1 0 0 0 0,1 1 0 0 0,0-1 1 0 0,-1 1-1 0 0,1 0 0 0 0,-1 0 1 0 0,1 0-1 0 0,-1 0 0 0 0,0 0 0 0 0,0 1 1 0 0,3 3-1 0 0,54 61 578 0 0,46 49-837 0 0,-92-103 44 0 0,1 0 1 0 0,0-1-1 0 0,1-1 1 0 0,0 0-1 0 0,33 16 1 0 0,-45-25 110 0 0,0 0-1 0 0,1-1 1 0 0,-1 1 0 0 0,0-1 0 0 0,0 0-1 0 0,1 0 1 0 0,-1 0 0 0 0,1-1-1 0 0,-1 0 1 0 0,0 1 0 0 0,1-2 0 0 0,-1 1-1 0 0,1 0 1 0 0,-1-1 0 0 0,1 0-1 0 0,-1 0 1 0 0,0 0 0 0 0,6-3 0 0 0,-7 3 52 0 0,0-2 0 0 0,0 1 0 0 0,-1 0 0 0 0,1 0 0 0 0,0-1 1 0 0,-1 1-1 0 0,0-1 0 0 0,1 0 0 0 0,-1 0 0 0 0,0 0 0 0 0,-1 0 1 0 0,1 0-1 0 0,0 0 0 0 0,-1-1 0 0 0,0 1 0 0 0,0-1 1 0 0,0 1-1 0 0,0 0 0 0 0,0-1 0 0 0,-1 0 0 0 0,1 1 0 0 0,-1-7 1 0 0,-5-154 863 0 0,1 121-1796 0 0,3 0-1 0 0,1 0 1 0 0,10-77 0 0 0,-1 90-5251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0,'10'8'6663'0'0,"11"17"-3585"0"0,-15-19-1972 0 0,14 21-47 0 0,-1 1 1 0 0,-1 1-1 0 0,-1 0 0 0 0,20 52 0 0 0,-22-46-1741 0 0,2-2 1 0 0,1 1 0 0 0,30 41-1 0 0,-36-61-3485 0 0,0-1-1218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11 322 4145 0 0,'-1'1'35'0'0,"1"-1"1"0"0,-1 0-1 0 0,0 1 1 0 0,1-1-1 0 0,-1 1 1 0 0,0-1-1 0 0,1 1 1 0 0,-1 0-1 0 0,1-1 1 0 0,-1 1-1 0 0,1 0 0 0 0,-1-1 1 0 0,1 1-1 0 0,-1 0 1 0 0,1-1-1 0 0,0 1 1 0 0,0 0-1 0 0,-1 0 1 0 0,1 0-1 0 0,0-1 1 0 0,0 1-1 0 0,0 0 1 0 0,0 1-1 0 0,16-4 1772 0 0,27-19 907 0 0,-26 10-2098 0 0,0-1 0 0 0,-1 0 1 0 0,-1-1-1 0 0,0-1 1 0 0,-1-1-1 0 0,14-18 0 0 0,64-103-836 0 0,-74 106-64 0 0,-15 26 302 0 0,-1 0 1 0 0,1 0-1 0 0,0 0 0 0 0,0 0 1 0 0,1 1-1 0 0,-1-1 0 0 0,1 1 1 0 0,4-3-1 0 0,-7 5 48 0 0,0 1 0 0 0,0-1-1 0 0,0 1 1 0 0,-1 0 0 0 0,1-1 0 0 0,0 1-1 0 0,0 0 1 0 0,0 0 0 0 0,0 0 0 0 0,0-1-1 0 0,0 1 1 0 0,0 0 0 0 0,0 0-1 0 0,0 1 1 0 0,0-1 0 0 0,0 0 0 0 0,0 0-1 0 0,0 0 1 0 0,0 1 0 0 0,0-1 0 0 0,0 0-1 0 0,-1 1 1 0 0,1-1 0 0 0,0 1 0 0 0,0-1-1 0 0,0 1 1 0 0,0-1 0 0 0,-1 1-1 0 0,1-1 1 0 0,0 1 0 0 0,-1 0 0 0 0,1 0-1 0 0,0-1 1 0 0,-1 1 0 0 0,1 0 0 0 0,-1 0-1 0 0,1 0 1 0 0,-1 0 0 0 0,0-1 0 0 0,1 1-1 0 0,-1 0 1 0 0,0 0 0 0 0,1 0-1 0 0,-1 2 1 0 0,31 93 757 0 0,-26-75-608 0 0,1-1-1 0 0,0-1 0 0 0,1 1 1 0 0,1-1-1 0 0,1-1 0 0 0,1 1 1 0 0,18 25-1 0 0,-27-42-234 0 0,1 0 1 0 0,-1 0-1 0 0,1 0 0 0 0,-1 0 1 0 0,1-1-1 0 0,0 1 0 0 0,-1-1 0 0 0,1 1 1 0 0,0-1-1 0 0,0 0 0 0 0,0 1 1 0 0,0-1-1 0 0,1 0 0 0 0,-1 0 0 0 0,0-1 1 0 0,0 1-1 0 0,1 0 0 0 0,-1-1 1 0 0,0 0-1 0 0,1 1 0 0 0,-1-1 0 0 0,0 0 1 0 0,1 0-1 0 0,-1 0 0 0 0,0 0 1 0 0,4-1-1 0 0,-3-1-11 0 0,1 0-1 0 0,-1 1 1 0 0,0-1 0 0 0,0 0-1 0 0,-1-1 1 0 0,1 1 0 0 0,0 0 0 0 0,-1-1-1 0 0,1 0 1 0 0,-1 1 0 0 0,0-1-1 0 0,0 0 1 0 0,0 0 0 0 0,0 0-1 0 0,0-1 1 0 0,1-5 0 0 0,20-61 991 0 0,0-1 814 0 0,-20 64-1656 0 0,-1 1 0 0 0,2 0-1 0 0,-1 0 1 0 0,1 0 0 0 0,0 0 0 0 0,0 1-1 0 0,0-1 1 0 0,7-5 0 0 0,-10 10-84 0 0,0 0 1 0 0,0 0-1 0 0,0 0 0 0 0,1 0 1 0 0,-1 0-1 0 0,0 1 0 0 0,1-1 1 0 0,-1 0-1 0 0,1 1 0 0 0,-1-1 1 0 0,0 1-1 0 0,1-1 0 0 0,0 1 1 0 0,-1 0-1 0 0,1 0 0 0 0,-1 0 1 0 0,1 0-1 0 0,-1 0 0 0 0,1 0 1 0 0,-1 0-1 0 0,1 0 1 0 0,-1 0-1 0 0,1 1 0 0 0,-1-1 1 0 0,1 1-1 0 0,-1-1 0 0 0,1 1 1 0 0,-1-1-1 0 0,1 1 0 0 0,-1 0 1 0 0,0 0-1 0 0,1 0 0 0 0,-1 0 1 0 0,0 0-1 0 0,2 1 0 0 0,4 6-12 0 0,0 0 0 0 0,0 0 0 0 0,-1 0 0 0 0,8 14-1 0 0,-1-3-10 0 0,-4-7-273 0 0,1-1 0 0 0,0-1 0 0 0,0 0 0 0 0,20 14-1 0 0,-10-10-736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24 7370 0 0,'-1'-1'223'0'0,"1"1"0"0"0,0-1 0 0 0,0 0 0 0 0,0 0 1 0 0,0 1-1 0 0,0-1 0 0 0,0 0 0 0 0,0 0 1 0 0,0 1-1 0 0,0-1 0 0 0,0 0 0 0 0,0 0 0 0 0,0 0 1 0 0,1 1-1 0 0,-1-1 0 0 0,0 0 0 0 0,0 1 0 0 0,1-1 1 0 0,-1 0-1 0 0,1 1 0 0 0,-1-1 0 0 0,1 0 1 0 0,-1 1-1 0 0,1-1 0 0 0,-1 1 0 0 0,1-1 0 0 0,-1 1 1 0 0,1-1-1 0 0,-1 1 0 0 0,1-1 0 0 0,0 1 0 0 0,-1-1 1 0 0,1 1-1 0 0,0 0 0 0 0,0 0 0 0 0,-1-1 1 0 0,1 1-1 0 0,0 0 0 0 0,0 0 0 0 0,-1 0 0 0 0,1 0 1 0 0,0 0-1 0 0,0 0 0 0 0,-1 0 0 0 0,1 0 0 0 0,1 0 1 0 0,1 1-11 0 0,-1 0 0 0 0,0-1 1 0 0,0 1-1 0 0,0 1 0 0 0,0-1 1 0 0,0 0-1 0 0,0 0 0 0 0,0 1 1 0 0,0-1-1 0 0,0 1 0 0 0,-1 0 1 0 0,1-1-1 0 0,0 1 0 0 0,1 2 0 0 0,2 6-59 0 0,1 0-1 0 0,-2 1 0 0 0,1-1 0 0 0,-1 1 1 0 0,-1 0-1 0 0,3 16 0 0 0,8 73-106 0 0,-9-51-142 0 0,1 1-425 0 0,15 90-1375 0 0,-18-125 1016 0 0,1 0 0 0 0,1-1 0 0 0,0 1 0 0 0,1-1 0 0 0,1 0 0 0 0,0-1-1 0 0,9 14 1 0 0,0-7-4004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67 343 4145 0 0,'-13'-25'730'0'0,"1"-1"0"0"0,-15-44 0 0 0,23 55 159 0 0,1 0-1 0 0,0 0 1 0 0,1 0-1 0 0,0 0 1 0 0,1-1-1 0 0,2-23 1 0 0,0 34-564 0 0,0 1 1 0 0,0-1-1 0 0,1 0 1 0 0,0 1-1 0 0,-1-1 1 0 0,2 1-1 0 0,-1-1 1 0 0,0 1-1 0 0,1 0 1 0 0,0 0-1 0 0,6-7 0 0 0,-7 8-147 0 0,1 0 0 0 0,-1 1 0 0 0,1-1 0 0 0,0 1 0 0 0,0 0 0 0 0,0-1 0 0 0,0 1 0 0 0,0 1 0 0 0,0-1 0 0 0,1 0 0 0 0,-1 1 0 0 0,1 0 0 0 0,-1-1 0 0 0,1 1 0 0 0,-1 1 0 0 0,6-2 0 0 0,-8 3-164 0 0,1-1 1 0 0,-1 0 0 0 0,0 1-1 0 0,1-1 1 0 0,-1 1 0 0 0,0-1-1 0 0,0 1 1 0 0,0 0 0 0 0,0 0 0 0 0,1-1-1 0 0,-1 1 1 0 0,0 0 0 0 0,0 0-1 0 0,0 0 1 0 0,-1 0 0 0 0,1 0 0 0 0,0 0-1 0 0,0 1 1 0 0,-1-1 0 0 0,1 0-1 0 0,0 0 1 0 0,-1 0 0 0 0,1 1 0 0 0,-1-1-1 0 0,0 0 1 0 0,1 1 0 0 0,-1 1-1 0 0,8 42-365 0 0,-7-38 222 0 0,3 35-392 0 0,-2-1 0 0 0,-6 72 0 0 0,-19 82 74 0 0,18-163 565 0 0,4-29 14 0 0,1 0 0 0 0,-1 1 0 0 0,1-1-1 0 0,0 0 1 0 0,0 0 0 0 0,0 1 0 0 0,0-1 0 0 0,1 0 0 0 0,-1 0 0 0 0,1 0-1 0 0,0 1 1 0 0,0-1 0 0 0,1 4 0 0 0,-1-6-49 0 0,-1-1 0 0 0,1 1 0 0 0,0 0 0 0 0,-1-1 0 0 0,1 1 1 0 0,0-1-1 0 0,-1 1 0 0 0,1-1 0 0 0,0 1 0 0 0,-1-1 0 0 0,1 1 0 0 0,0-1 0 0 0,0 0 1 0 0,0 1-1 0 0,-1-1 0 0 0,1 0 0 0 0,0 0 0 0 0,0 0 0 0 0,1 1 0 0 0,1-1 6 0 0,-1 0-1 0 0,1-1 0 0 0,-1 1 0 0 0,1 0 0 0 0,-1-1 1 0 0,1 0-1 0 0,-1 1 0 0 0,1-1 0 0 0,1-1 0 0 0,92-48-160 0 0,-62 30-1852 0 0,41-15 0 0 0,-48 24 565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3681 0 0,'-37'-22'13867'0'0,"32"41"-13279"0"0,3-1-186 0 0,1 0 0 0 0,0-1 0 0 0,2 1 0 0 0,0-1 0 0 0,1 1 0 0 0,1-1 0 0 0,0 0 0 0 0,10 27 0 0 0,1-4-328 0 0,1-1 0 0 0,31 54-1 0 0,2-15-1210 0 0,-26-44-1991 0 0,21 45 1 0 0,-35-58-2366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5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14 390 920 0 0,'-2'-2'248'0'0,"1"0"-1"0"0,-1 0 1 0 0,1 0-1 0 0,0 0 1 0 0,0 0-1 0 0,0 0 1 0 0,0 0-1 0 0,0 0 1 0 0,0-1-1 0 0,1 1 1 0 0,-1 0 0 0 0,1-1-1 0 0,-1 1 1 0 0,1 0-1 0 0,0-1 1 0 0,0 1-1 0 0,0-1 1 0 0,1 1-1 0 0,-1 0 1 0 0,0-1-1 0 0,1 1 1 0 0,-1 0-1 0 0,1-1 1 0 0,0 1-1 0 0,0 0 1 0 0,0 0-1 0 0,0 0 1 0 0,0 0-1 0 0,0 0 1 0 0,1 0 0 0 0,1-3-1 0 0,6-7 1097 0 0,0 1 1 0 0,1 0-1 0 0,18-17 0 0 0,-25 25-1114 0 0,16-13 184 0 0,-1-2-1 0 0,-1-1 0 0 0,0 0 0 0 0,-1-1 1 0 0,-1 0-1 0 0,12-24 0 0 0,-28 48-275 0 0,0 0 1 0 0,0 1-1 0 0,1-1 1 0 0,-1 1-1 0 0,1-1 1 0 0,0 1-1 0 0,0-1 1 0 0,1 0-1 0 0,0 1 0 0 0,-1-1 1 0 0,1 1-1 0 0,3 6 1 0 0,21 56-84 0 0,-19-57-28 0 0,-1 0-1 0 0,1-1 1 0 0,0 0-1 0 0,1 0 1 0 0,0 0-1 0 0,16 14 1 0 0,-19-20-47 0 0,-1 1 0 0 0,1-1 0 0 0,0-1 0 0 0,0 1 1 0 0,0 0-1 0 0,0-1 0 0 0,1 0 0 0 0,-1 0 0 0 0,1 0 0 0 0,-1 0 0 0 0,1-1 0 0 0,0 0 0 0 0,-1 0 1 0 0,1 0-1 0 0,0 0 0 0 0,0-1 0 0 0,0 0 0 0 0,5 0 0 0 0,-6-1 5 0 0,0-1 0 0 0,0 1 1 0 0,0-1-1 0 0,0 0 0 0 0,0 0 0 0 0,0-1 0 0 0,-1 1 0 0 0,1-1 1 0 0,-1 0-1 0 0,0 0 0 0 0,1 0 0 0 0,-1 0 0 0 0,0 0 0 0 0,-1-1 1 0 0,1 1-1 0 0,2-7 0 0 0,4-5-2 0 0,-1 0-1 0 0,11-29 1 0 0,3-33 318 0 0,-19 62 0 0 0,0 0 1 0 0,1 0-1 0 0,1 1 1 0 0,0 0-1 0 0,1 0 1 0 0,0 0-1 0 0,10-15 1 0 0,-15 29-269 0 0,-1-1 1 0 0,0 1-1 0 0,1-1 1 0 0,-1 1-1 0 0,0-1 1 0 0,1 1-1 0 0,-1-1 1 0 0,1 1-1 0 0,-1-1 1 0 0,1 1-1 0 0,-1 0 1 0 0,1-1-1 0 0,-1 1 1 0 0,1 0-1 0 0,0-1 1 0 0,-1 1-1 0 0,1 0 1 0 0,-1 0 0 0 0,1 0-1 0 0,0-1 1 0 0,-1 1-1 0 0,1 0 1 0 0,-1 0-1 0 0,1 0 1 0 0,0 0-1 0 0,-1 0 1 0 0,2 0-1 0 0,12 14 354 0 0,5 30-270 0 0,-17-38-47 0 0,1 2-126 0 0,8 20 209 0 0,18 37-1 0 0,-23-55-419 0 0,0-1 0 0 0,0 1 1 0 0,1-2-1 0 0,0 1 0 0 0,0-1 1 0 0,1 0-1 0 0,11 8 1 0 0,3 2-7292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0 4145 0 0,'-1'3'381'0'0,"0"0"0"0"0,0 0-1 0 0,0 0 1 0 0,0 0 0 0 0,1 1 0 0 0,0-1 0 0 0,-1 0 0 0 0,1 0 0 0 0,0 0-1 0 0,1 0 1 0 0,0 6 0 0 0,-1 2 410 0 0,-1 76 1852 0 0,-2-43-2243 0 0,3 0-1 0 0,1 0 0 0 0,11 65 1 0 0,-11-105-393 0 0,0-1 0 0 0,0 1-1 0 0,1 0 1 0 0,-1-1 0 0 0,1 1 0 0 0,-1-1 0 0 0,1 0 0 0 0,0 0-1 0 0,1 1 1 0 0,-1-1 0 0 0,4 4 0 0 0,-5-7 9 0 0,0 1 0 0 0,-1-1 0 0 0,1 1 0 0 0,-1-1 1 0 0,1 0-1 0 0,0 1 0 0 0,-1-1 0 0 0,1 0 0 0 0,0 1 0 0 0,-1-1 0 0 0,1 0 1 0 0,0 0-1 0 0,-1 0 0 0 0,1 1 0 0 0,0-1 0 0 0,0 0 0 0 0,-1 0 0 0 0,1 0 1 0 0,0 0-1 0 0,0 0 0 0 0,-1-1 0 0 0,1 1 0 0 0,1 0 0 0 0,-1-1 28 0 0,1 0 0 0 0,-1 0 0 0 0,0 0-1 0 0,1 0 1 0 0,-1 0 0 0 0,0-1 0 0 0,0 1-1 0 0,0 0 1 0 0,0-1 0 0 0,0 1 0 0 0,0 0-1 0 0,0-1 1 0 0,-1 1 0 0 0,1-1 0 0 0,0-2 0 0 0,2-4 101 0 0,0-1 1 0 0,-1 0-1 0 0,-1 0 1 0 0,0 0-1 0 0,0 0 1 0 0,0 0-1 0 0,-1 0 1 0 0,-1-1-1 0 0,-1-14 1 0 0,-22-84 838 0 0,20 94-774 0 0,2 5-29 0 0,-17-50 786 0 0,19 57-931 0 0,-1 0 1 0 0,0 0-1 0 0,0 0 1 0 0,1 1-1 0 0,-1-1 1 0 0,0 0-1 0 0,-1 1 1 0 0,1-1-1 0 0,0 0 1 0 0,0 1-1 0 0,-1 0 1 0 0,1-1-1 0 0,0 1 1 0 0,-1 0-1 0 0,1 0 0 0 0,-1 0 1 0 0,0 0-1 0 0,1 0 1 0 0,-1 0-1 0 0,0 0 1 0 0,0 0-1 0 0,0 1 1 0 0,0-1-1 0 0,1 1 1 0 0,-1-1-1 0 0,-3 1 1 0 0,3 0-24 0 0,-1 1-1 0 0,1 0 1 0 0,0 0-1 0 0,-1 0 1 0 0,1 0 0 0 0,0 0-1 0 0,0 1 1 0 0,0-1 0 0 0,0 1-1 0 0,0-1 1 0 0,0 1-1 0 0,0 0 1 0 0,1 0 0 0 0,-1 0-1 0 0,0 0 1 0 0,1 0 0 0 0,0 0-1 0 0,-1 0 1 0 0,1 0-1 0 0,0 1 1 0 0,-1 2 0 0 0,-2 5-172 0 0,0 0-1 0 0,1 0 1 0 0,-4 17 0 0 0,6-19 52 0 0,0 0 0 0 0,0 1 0 0 0,1-1 0 0 0,0 0 0 0 0,1 0 0 0 0,-1 0 0 0 0,2 0 0 0 0,-1 0-1 0 0,1 0 1 0 0,0 0 0 0 0,1 0 0 0 0,-1-1 0 0 0,2 1 0 0 0,-1-1 0 0 0,1 0 0 0 0,0 0 0 0 0,8 10 0 0 0,-9-13 114 0 0,0 0 1 0 0,1-1-1 0 0,0 1 1 0 0,-1-1-1 0 0,2 0 1 0 0,-1 0-1 0 0,0 0 1 0 0,0 0-1 0 0,1-1 1 0 0,0 1-1 0 0,-1-1 1 0 0,1-1-1 0 0,0 1 1 0 0,0-1-1 0 0,0 1 1 0 0,0-1-1 0 0,0-1 1 0 0,0 1-1 0 0,0-1 1 0 0,0 0-1 0 0,1 0 1 0 0,-1 0-1 0 0,0-1 1 0 0,0 0-1 0 0,0 0 1 0 0,0 0-1 0 0,0 0 1 0 0,7-4-1 0 0,-8 4-14 0 0,-1-1-1 0 0,1 1 0 0 0,-1-1 0 0 0,0 0 1 0 0,1 0-1 0 0,-1 0 0 0 0,0 0 0 0 0,0-1 0 0 0,0 1 1 0 0,0-1-1 0 0,-1 0 0 0 0,1 1 0 0 0,3-7 1 0 0,-5 7-41 0 0,-1 0 0 0 0,1 1 0 0 0,-1-1 0 0 0,1 0 0 0 0,-1 1 0 0 0,0-1 0 0 0,0 0 0 0 0,0 0 0 0 0,0 1 0 0 0,0-1 0 0 0,0 0 0 0 0,0 0 0 0 0,0 1 0 0 0,-1-1 0 0 0,1 0 0 0 0,-1 0 1 0 0,1 1-1 0 0,-1-1 0 0 0,0 1 0 0 0,0-1 0 0 0,0 1 0 0 0,0-1 0 0 0,0 1 0 0 0,0-1 0 0 0,0 1 0 0 0,0 0 0 0 0,0-1 0 0 0,-1 1 0 0 0,1 0 0 0 0,0 0 0 0 0,-4-2 0 0 0,1 0-346 0 0,-20-15-642 0 0,5 9-3874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9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108 64 1520 0 0,'-44'27'2721'0'0,"36"-23"-1878"0"0,-1 0 0 0 0,1 1 0 0 0,1 0 0 0 0,-14 11 0 0 0,20-15-669 0 0,1-1-1 0 0,-1 1 0 0 0,0 0 0 0 0,0-1 0 0 0,1 1 0 0 0,-1 0 0 0 0,0 0 0 0 0,1-1 1 0 0,-1 1-1 0 0,1 0 0 0 0,-1 0 0 0 0,1 0 0 0 0,-1 0 0 0 0,1 0 0 0 0,0 0 0 0 0,-1 0 0 0 0,1 0 1 0 0,0 0-1 0 0,0 0 0 0 0,0 0 0 0 0,0 1 0 0 0,0-1-69 0 0,0-1 1 0 0,1 1-1 0 0,-1-1 1 0 0,1 1-1 0 0,-1-1 1 0 0,1 1-1 0 0,-1-1 0 0 0,1 1 1 0 0,-1-1-1 0 0,1 0 1 0 0,-1 1-1 0 0,1-1 1 0 0,0 0-1 0 0,-1 1 0 0 0,1-1 1 0 0,0 0-1 0 0,-1 0 1 0 0,1 0-1 0 0,0 0 1 0 0,-1 0-1 0 0,1 1 0 0 0,1-2 1 0 0,4 2 187 0 0,1-1 0 0 0,-1-1 0 0 0,0 1 0 0 0,0-1 0 0 0,10-3 1 0 0,17-3-63 0 0,1 2 0 0 0,1 1 0 0 0,-1 1 0 0 0,1 2 0 0 0,61 6 0 0 0,-41-2 64 0 0,61-4 0 0 0,80-17-118 0 0,246-13 468 0 0,786-16 1613 0 0,-867 32-1945 0 0,-162 8 57 0 0,-130-2-362 0 0,-34 3-899 0 0,-34 6 790 0 0,-1 0 1 0 0,0 0-1 0 0,0 0 1 0 0,1 0-1 0 0,-1 0 1 0 0,0 0 0 0 0,0 0-1 0 0,1 0 1 0 0,-1 0-1 0 0,0 0 1 0 0,1 0 0 0 0,-1 0-1 0 0,0 0 1 0 0,0 0-1 0 0,1 0 1 0 0,-1 0-1 0 0,0 0 1 0 0,0 0 0 0 0,1 0-1 0 0,-1 1 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0.9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171 204 6913 0 0,'38'3'8837'0'0,"-22"4"-7889"0"0,-15-7-906 0 0,-1 1-1 0 0,1-1 1 0 0,-1 0-1 0 0,1 1 0 0 0,0-1 1 0 0,-1 0-1 0 0,1 0 0 0 0,-1 1 1 0 0,1-1-1 0 0,0 0 0 0 0,-1 0 1 0 0,1 0-1 0 0,0 0 1 0 0,-1 0-1 0 0,1 0 0 0 0,0 0 1 0 0,-1 0-1 0 0,1 0 0 0 0,0 0 1 0 0,-1 0-1 0 0,1 0 1 0 0,0 0-1 0 0,-1 0 0 0 0,1-1 1 0 0,0 1-1 0 0,-1 0 0 0 0,1 0 1 0 0,-1-1-1 0 0,1 1 0 0 0,0-1 1 0 0,-1 1-1 0 0,1 0 1 0 0,-1-1-1 0 0,1 1 0 0 0,-1-1 1 0 0,1 1-1 0 0,-1-1 0 0 0,0 0 1 0 0,1 1-1 0 0,-1-1 1 0 0,1 0-1 0 0,3-4-28 0 0,-1-1 0 0 0,1 1 0 0 0,-1 0 0 0 0,0-1 0 0 0,0 0-1 0 0,-1 0 1 0 0,0 0 0 0 0,0 0 0 0 0,0 0 0 0 0,0 0 0 0 0,-1 0 0 0 0,0 0 0 0 0,-1-1 0 0 0,0 1 0 0 0,0-12 0 0 0,0 13 0 0 0,-1 0 1 0 0,0 0 0 0 0,0 0-1 0 0,0 0 1 0 0,0 0 0 0 0,-1 0-1 0 0,0 0 1 0 0,0 1 0 0 0,0-1-1 0 0,0 1 1 0 0,-1-1-1 0 0,0 1 1 0 0,0 0 0 0 0,0 0-1 0 0,0 0 1 0 0,-1 0 0 0 0,0 1-1 0 0,1-1 1 0 0,-1 1 0 0 0,-6-4-1 0 0,6 6 5 0 0,1 0 0 0 0,0 0 0 0 0,-1 0 0 0 0,1 0 0 0 0,-1 0 0 0 0,1 1 0 0 0,-1 0 0 0 0,1-1 0 0 0,-1 1 0 0 0,1 0 0 0 0,-1 1 0 0 0,1-1 0 0 0,-1 1 0 0 0,1 0 0 0 0,-1-1 0 0 0,1 1 0 0 0,0 1 0 0 0,-1-1 0 0 0,1 0 0 0 0,0 1 0 0 0,0 0 0 0 0,0 0 0 0 0,0 0 0 0 0,-4 3 0 0 0,-7 6 74 0 0,1 0 1 0 0,0 1-1 0 0,-16 20 0 0 0,20-22 12 0 0,1 0-1 0 0,0 1 1 0 0,1 0-1 0 0,0 0 0 0 0,0 1 1 0 0,-8 23-1 0 0,13-30-62 0 0,0 0 0 0 0,1 1 0 0 0,0-1 0 0 0,0 0 0 0 0,0 0 0 0 0,1 1 0 0 0,0-1 0 0 0,0 1 0 0 0,0-1 0 0 0,0 0 0 0 0,1 1 0 0 0,0-1 0 0 0,0 0 0 0 0,1 0 1 0 0,-1 0-1 0 0,1 0 0 0 0,0 0 0 0 0,1 0 0 0 0,4 7 0 0 0,-5-8-30 0 0,1 0 1 0 0,-1 0-1 0 0,1-1 0 0 0,0 1 1 0 0,0-1-1 0 0,1 0 1 0 0,-1 0-1 0 0,1 0 1 0 0,0 0-1 0 0,-1-1 1 0 0,1 0-1 0 0,6 3 1 0 0,-8-4-62 0 0,1 0 0 0 0,-1-1 0 0 0,0 0 0 0 0,0 0 0 0 0,0 1 0 0 0,1-1 0 0 0,-1 0 0 0 0,0-1 1 0 0,0 1-1 0 0,0 0 0 0 0,1-1 0 0 0,-1 1 0 0 0,0-1 0 0 0,0 0 0 0 0,0 1 0 0 0,0-1 0 0 0,0 0 0 0 0,0 0 0 0 0,0-1 1 0 0,0 1-1 0 0,0 0 0 0 0,-1-1 0 0 0,1 1 0 0 0,0-1 0 0 0,-1 1 0 0 0,0-1 0 0 0,3-3 0 0 0,5-6-49 0 0,-1-1 0 0 0,0 0 0 0 0,-1 0 0 0 0,0-1 0 0 0,-1 0 0 0 0,0 0 0 0 0,-1 0 0 0 0,3-16 0 0 0,-6 23 104 0 0,-1-1 0 0 0,0 1 1 0 0,0-1-1 0 0,-1 1 0 0 0,0-1 0 0 0,0 1 1 0 0,-1 0-1 0 0,1-1 0 0 0,-3-6 1 0 0,2 9 21 0 0,0 0 1 0 0,-1 1 0 0 0,1-1-1 0 0,-1 1 1 0 0,0-1 0 0 0,0 1-1 0 0,0 0 1 0 0,0 0 0 0 0,0 0 0 0 0,-1 0-1 0 0,0 0 1 0 0,1 1 0 0 0,-1-1-1 0 0,0 1 1 0 0,0-1 0 0 0,-5-2-1 0 0,5 4 20 0 0,0 0-1 0 0,1 0 1 0 0,-1 0-1 0 0,0 0 1 0 0,0 1-1 0 0,0-1 1 0 0,0 1-1 0 0,0-1 1 0 0,0 1-1 0 0,0 0 1 0 0,0 0 0 0 0,0 1-1 0 0,0-1 1 0 0,0 1-1 0 0,0-1 1 0 0,0 1-1 0 0,1 0 1 0 0,-1 0-1 0 0,0 0 1 0 0,0 0-1 0 0,1 1 1 0 0,-1-1-1 0 0,1 1 1 0 0,-1-1-1 0 0,1 1 1 0 0,-1 0-1 0 0,1 0 1 0 0,-2 3 0 0 0,1-3-24 0 0,0 1 1 0 0,1 0 0 0 0,-1 0-1 0 0,1 0 1 0 0,0 0 0 0 0,-1 0 0 0 0,1 0-1 0 0,1 0 1 0 0,-1 1 0 0 0,1-1-1 0 0,-1 1 1 0 0,1 0 0 0 0,0-1 0 0 0,0 1-1 0 0,0 0 1 0 0,1 0 0 0 0,-1-1-1 0 0,1 1 1 0 0,0 0 0 0 0,0 0 0 0 0,1 6-1 0 0,1-7-3 0 0,-1-1-1 0 0,1 1 0 0 0,-1 0 1 0 0,1-1-1 0 0,0 1 0 0 0,0-1 1 0 0,0 1-1 0 0,0-1 0 0 0,1 0 1 0 0,-1 0-1 0 0,1 0 1 0 0,-1 0-1 0 0,1 0 0 0 0,0-1 1 0 0,-1 1-1 0 0,1-1 0 0 0,0 1 1 0 0,0-1-1 0 0,0 0 0 0 0,0 0 1 0 0,5 0-1 0 0,2 1 26 0 0,1 0 1 0 0,-1 0-1 0 0,1-1 0 0 0,-1-1 0 0 0,14 0 1 0 0,-12-1-25 0 0,0-1-1 0 0,1-1 1 0 0,-1 1 0 0 0,22-10 0 0 0,-31 11-95 0 0,1 0 1 0 0,-1-1 0 0 0,0 1 0 0 0,0-1-1 0 0,0 1 1 0 0,0-1 0 0 0,0 0-1 0 0,0 0 1 0 0,0-1 0 0 0,-1 1 0 0 0,1 0-1 0 0,-1-1 1 0 0,1 0 0 0 0,-1 0-1 0 0,0 1 1 0 0,0-1 0 0 0,0 0 0 0 0,-1-1-1 0 0,1 1 1 0 0,-1 0 0 0 0,2-7-1 0 0,-3 9-41 0 0,1-1-1 0 0,-1 0 1 0 0,-1 1 0 0 0,1-1-1 0 0,0 0 1 0 0,0 1-1 0 0,-1-1 1 0 0,1 1-1 0 0,0-1 1 0 0,-1 0-1 0 0,0 1 1 0 0,1-1-1 0 0,-1 1 1 0 0,0-1-1 0 0,0 1 1 0 0,0 0-1 0 0,0-1 1 0 0,0 1-1 0 0,0 0 1 0 0,0 0-1 0 0,0 0 1 0 0,-3-2 0 0 0,1 1-423 0 0,-1-1 0 0 0,1 2 0 0 0,0-1 0 0 0,-1 0 0 0 0,0 1 0 0 0,1 0 0 0 0,-1 0 0 0 0,-6-2 0 0 0,-2 2-4411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20 240 4609 0 0,'-2'1'224'0'0,"1"0"0"0"0,-1 1 1 0 0,1-1-1 0 0,-1 1 0 0 0,1-1 0 0 0,-1 1 0 0 0,1 0 1 0 0,0 0-1 0 0,0-1 0 0 0,0 1 0 0 0,0 0 1 0 0,0 0-1 0 0,0 0 0 0 0,0 3 0 0 0,1-5-103 0 0,0 0 0 0 0,0 1 0 0 0,0-1 0 0 0,3 6 2540 0 0,-3-6-2540 0 0,1 0 0 0 0,-1 0 0 0 0,0 1 0 0 0,0-1 0 0 0,1 0 0 0 0,20-2 2375 0 0,-4-1-2024 0 0,0 1 0 0 0,-1 1 1 0 0,1 0-1 0 0,0 1 0 0 0,0 0 0 0 0,0 2 0 0 0,18 3 0 0 0,-7-1-512 0 0,43-1 0 0 0,259-33-139 0 0,-205 15 6 0 0,147-20 131 0 0,102-10 900 0 0,101-30-654 0 0,-168 20 933 0 0,-215 42-182 0 0,126 0 0 0 0,-180 14-773 0 0,0 2 0 0 0,-1 1-1 0 0,67 16 1 0 0,-94-18-110 0 0,1-1 0 0 0,-1 0-1 0 0,1-1 1 0 0,-1 0 0 0 0,1-1 0 0 0,-1 0 0 0 0,1 0-1 0 0,-1-1 1 0 0,14-5 0 0 0,19-2 73 0 0,-42 9-164 0 0,1 0 1 0 0,-1 0-1 0 0,0 0 0 0 0,1 0 1 0 0,-1 1-1 0 0,1-1 0 0 0,-1 0 1 0 0,0 1-1 0 0,1-1 0 0 0,-1 1 1 0 0,0-1-1 0 0,1 1 0 0 0,-1-1 1 0 0,0 1-1 0 0,0 0 0 0 0,1 0 1 0 0,-1 0-1 0 0,0 0 0 0 0,0 0 1 0 0,0 0-1 0 0,0 0 0 0 0,0 0 1 0 0,0 0-1 0 0,-1 0 0 0 0,1 1 1 0 0,0-1-1 0 0,-1 0 0 0 0,1 0 1 0 0,0 3-1 0 0,0-2-34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9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87 3225 0 0,'-1'1'443'0'0,"-1"-1"0"0"0,0 1 0 0 0,1 0 0 0 0,-1 0 0 0 0,1 1 0 0 0,-1-1 0 0 0,1 0 0 0 0,0 0 0 0 0,0 1 0 0 0,-1-1 0 0 0,1 1 0 0 0,0-1 1 0 0,0 1-1 0 0,0 0 0 0 0,1-1 0 0 0,-1 1 0 0 0,0 0 0 0 0,0-1 0 0 0,1 1 0 0 0,-1 0 0 0 0,1 3 0 0 0,-1-2-54 0 0,1 0 0 0 0,0 0 0 0 0,1 0 0 0 0,-1 0 0 0 0,1 0 0 0 0,-1 0 0 0 0,1 0 0 0 0,0 0 0 0 0,0 0 0 0 0,0-1 0 0 0,0 1 0 0 0,3 5 0 0 0,-3-6-287 0 0,1 0 0 0 0,-1 0 0 0 0,0 1 0 0 0,1-1 1 0 0,-1 0-1 0 0,1 0 0 0 0,0-1 0 0 0,0 1 0 0 0,0 0 0 0 0,0 0 0 0 0,0-1 0 0 0,0 1 0 0 0,0-1 1 0 0,0 0-1 0 0,1 0 0 0 0,-1 0 0 0 0,0 0 0 0 0,1 0 0 0 0,-1 0 0 0 0,1-1 0 0 0,-1 1 0 0 0,1-1 0 0 0,-1 1 1 0 0,1-1-1 0 0,0 0 0 0 0,-1 0 0 0 0,1 0 0 0 0,-1-1 0 0 0,1 1 0 0 0,-1 0 0 0 0,1-1 0 0 0,-1 0 0 0 0,5-1 1 0 0,-2-1-73 0 0,0-1 0 0 0,1 0 1 0 0,-1 0-1 0 0,0 0 0 0 0,-1 0 1 0 0,1-1-1 0 0,-1 0 1 0 0,0 0-1 0 0,0 0 0 0 0,0 0 1 0 0,-1-1-1 0 0,0 1 0 0 0,0-1 1 0 0,0 0-1 0 0,-1 0 1 0 0,0 0-1 0 0,3-13 0 0 0,-5 16-34 0 0,1 0-1 0 0,-1 0 0 0 0,0-1 0 0 0,0 1 1 0 0,0 0-1 0 0,0 0 0 0 0,-1 0 0 0 0,1-1 1 0 0,-1 1-1 0 0,0 0 0 0 0,0 0 0 0 0,0 0 1 0 0,0 0-1 0 0,-1 0 0 0 0,1 0 1 0 0,-1 1-1 0 0,1-1 0 0 0,-1 0 0 0 0,0 1 1 0 0,0-1-1 0 0,-1 1 0 0 0,1 0 0 0 0,0-1 1 0 0,-1 1-1 0 0,1 0 0 0 0,-1 1 0 0 0,0-1 1 0 0,1 0-1 0 0,-1 1 0 0 0,0-1 0 0 0,0 1 1 0 0,0 0-1 0 0,0 0 0 0 0,0 0 1 0 0,-1 1-1 0 0,1-1 0 0 0,-5 0 0 0 0,-1 0-267 0 0,1 0-1 0 0,-1 1 1 0 0,0 0-1 0 0,0 0 1 0 0,-11 2-1 0 0,-3 3-1123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2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94 2304 0 0,'-2'-7'883'0'0,"1"0"-1"0"0,-1 0 0 0 0,0 0 0 0 0,0 1 1 0 0,-1-1-1 0 0,0 0 0 0 0,0 1 0 0 0,-1 0 1 0 0,0 0-1 0 0,-8-10 0 0 0,4 4 1625 0 0,18 42 2615 0 0,2 39-5050 0 0,-9-52 376 0 0,15 98-368 0 0,-5-28-691 0 0,3 0-1 0 0,30 91 1 0 0,-43-167 584 0 0,2 1 1 0 0,0-1-1 0 0,0 0 1 0 0,1 0-1 0 0,0-1 0 0 0,1 1 1 0 0,14 15-1 0 0,-19-24 67 0 0,0 0 1 0 0,0 0-1 0 0,0 0 0 0 0,0 0 1 0 0,1 0-1 0 0,-1-1 0 0 0,0 1 1 0 0,1-1-1 0 0,-1 0 0 0 0,1 0 1 0 0,-1 0-1 0 0,1 0 0 0 0,-1 0 1 0 0,1 0-1 0 0,0-1 0 0 0,0 0 1 0 0,-1 1-1 0 0,1-1 0 0 0,0 0 1 0 0,0 0-1 0 0,-1 0 0 0 0,1-1 1 0 0,0 1-1 0 0,0 0 0 0 0,-1-1 1 0 0,1 0-1 0 0,-1 0 0 0 0,1 0 1 0 0,0 0-1 0 0,-1 0 0 0 0,0 0 1 0 0,1-1-1 0 0,-1 1 0 0 0,0-1 1 0 0,0 0-1 0 0,1 0 0 0 0,-1 1 1 0 0,-1-1-1 0 0,4-4 0 0 0,11-13 191 0 0,-1 1 0 0 0,-1-2-1 0 0,-1 0 1 0 0,18-35 0 0 0,-17 29-509 0 0,1 0-1 0 0,24-31 1 0 0,-8 21-974 0 0,-14 19 217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30 104 3681 0 0,'-18'-6'11340'0'0,"18"6"-11168"0"0,-1 1 0 0 0,-6 16 3335 0 0,4-2-3672 0 0,4-6 250 0 0,0 0 1 0 0,0-1 0 0 0,1 1 0 0 0,0-1-1 0 0,1 1 1 0 0,0-1 0 0 0,0 0-1 0 0,1 0 1 0 0,0-1 0 0 0,0 1 0 0 0,1-1-1 0 0,0 0 1 0 0,0 0 0 0 0,1 0 0 0 0,0-1-1 0 0,0 1 1 0 0,0-2 0 0 0,1 1-1 0 0,0-1 1 0 0,0 0 0 0 0,0 0 0 0 0,11 5-1 0 0,-9-6-152 0 0,1 0 0 0 0,-1-1 0 0 0,1 0 0 0 0,-1 0 0 0 0,1-1 0 0 0,0 0 0 0 0,-1-1 0 0 0,1 0 0 0 0,0-1 0 0 0,0 0 0 0 0,0 0 0 0 0,0-1 0 0 0,0-1 0 0 0,0 1 0 0 0,-1-2 0 0 0,1 1 0 0 0,-1-1 0 0 0,1-1 0 0 0,10-5-1 0 0,-10 4 111 0 0,0-1 0 0 0,-1 0 0 0 0,1 0 0 0 0,-1-1-1 0 0,-1 0 1 0 0,0-1 0 0 0,0 0 0 0 0,14-17-1 0 0,-20 22-16 0 0,1-1 0 0 0,-1 1 1 0 0,0-1-1 0 0,-1 0 0 0 0,1 1 0 0 0,0-1 0 0 0,-1 0 0 0 0,0 0 0 0 0,0 0 0 0 0,0 0 0 0 0,0 0 0 0 0,-1 0 0 0 0,0 0 0 0 0,0-1 0 0 0,0 1 1 0 0,0 0-1 0 0,0 0 0 0 0,-1 0 0 0 0,0 0 0 0 0,0 0 0 0 0,0 0 0 0 0,0 0 0 0 0,-1 0 0 0 0,1 0 0 0 0,-1 1 0 0 0,0-1 0 0 0,-3-3 0 0 0,-1-2 10 0 0,-1 0 0 0 0,1 1-1 0 0,-2 0 1 0 0,1 0-1 0 0,-1 0 1 0 0,0 1 0 0 0,-1 1-1 0 0,0-1 1 0 0,0 1 0 0 0,-17-8-1 0 0,19 11-111 0 0,0 1 0 0 0,0-1-1 0 0,0 1 1 0 0,-1 0 0 0 0,1 1-1 0 0,-1 0 1 0 0,1 0 0 0 0,-1 0-1 0 0,1 1 1 0 0,-1 0 0 0 0,0 1-1 0 0,1-1 1 0 0,-1 2 0 0 0,1-1-1 0 0,-1 1 1 0 0,-7 3 0 0 0,3 0-645 0 0,-1 0 0 0 0,2 1 0 0 0,-1 0 1 0 0,1 1-1 0 0,-17 14 0 0 0,3 0-4963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7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54 117 1840 0 0,'5'-10'821'0'0,"1"0"1"0"0,-2-1-1 0 0,5-14 0 0 0,-6 16 1210 0 0,-1 0 1 0 0,0 0 0 0 0,0-1 0 0 0,0-14-1 0 0,-19 44 2884 0 0,6-1-4883 0 0,1 1-1 0 0,1 0 1 0 0,0 0 0 0 0,2 1 0 0 0,0 0 0 0 0,2 0 0 0 0,0 1 0 0 0,1 0 0 0 0,1 0 0 0 0,1 0 0 0 0,2 42-1 0 0,1-59-68 0 0,-1 0-1 0 0,1 1 0 0 0,0-1 1 0 0,0 0-1 0 0,1 0 0 0 0,-1 0 1 0 0,1-1-1 0 0,0 1 1 0 0,1 0-1 0 0,-1-1 0 0 0,1 1 1 0 0,0-1-1 0 0,0 0 0 0 0,0 0 1 0 0,1 0-1 0 0,5 5 0 0 0,-6-7 13 0 0,0 0 0 0 0,0 0-1 0 0,0 0 1 0 0,0 0-1 0 0,0-1 1 0 0,1 0 0 0 0,-1 1-1 0 0,0-1 1 0 0,1-1-1 0 0,-1 1 1 0 0,1 0 0 0 0,-1-1-1 0 0,1 0 1 0 0,0 0-1 0 0,-1 0 1 0 0,1 0 0 0 0,-1 0-1 0 0,1-1 1 0 0,-1 0-1 0 0,1 1 1 0 0,-1-1 0 0 0,0 0-1 0 0,1-1 1 0 0,4-2-1 0 0,-2 1-18 0 0,0 0 0 0 0,0-1-1 0 0,0 1 1 0 0,-1-1 0 0 0,0-1-1 0 0,0 1 1 0 0,0-1 0 0 0,0 0-1 0 0,-1 0 1 0 0,0 0 0 0 0,0 0-1 0 0,0-1 1 0 0,-1 0 0 0 0,0 1-1 0 0,0-1 1 0 0,3-8 0 0 0,0-7 380 0 0,0 0 1 0 0,-2 0-1 0 0,4-36 1 0 0,-3 20 665 0 0,2 53 633 0 0,0 14-1533 0 0,-6-21-181 0 0,1 1 0 0 0,1-1 0 0 0,0 0 1 0 0,0-1-1 0 0,0 1 0 0 0,1 0 0 0 0,1-1 1 0 0,-1 0-1 0 0,2 0 0 0 0,-1 0 0 0 0,1-1 0 0 0,8 9 1 0 0,5 2-1963 0 0,2 0 0 0 0,0-2 0 0 0,24 14 0 0 0,-40-27 1543 0 0,22 16-141 0 0,1 0 490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4.2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217 338 4145 0 0,'-1'-4'245'0'0,"1"0"0"0"0,-1 1 0 0 0,0-1 0 0 0,-1 0 0 0 0,1 1 0 0 0,-1-1 0 0 0,1 0 0 0 0,-1 1 0 0 0,0 0 0 0 0,0-1 0 0 0,-1 1 0 0 0,1 0 0 0 0,-1 0 0 0 0,1 1 0 0 0,-5-4 1 0 0,5 4 6 0 0,0 0 1 0 0,0 1 0 0 0,-1 0 0 0 0,1 0 0 0 0,-1-1 0 0 0,1 1 0 0 0,-1 1 0 0 0,1-1 0 0 0,-1 0 0 0 0,1 1 0 0 0,-1-1 0 0 0,1 1 0 0 0,-1 0 0 0 0,0 0 0 0 0,1 0 0 0 0,-1 0 0 0 0,0 0 0 0 0,1 0 0 0 0,-1 1 0 0 0,0-1 0 0 0,1 1-1 0 0,-1 0 1 0 0,-3 2 0 0 0,1-1-45 0 0,0 1 0 0 0,0 1 0 0 0,1-1 0 0 0,0 1 0 0 0,-1-1 0 0 0,1 1-1 0 0,0 0 1 0 0,1 1 0 0 0,-1-1 0 0 0,1 1 0 0 0,0-1 0 0 0,-5 11 0 0 0,-2 7 271 0 0,-13 37 0 0 0,21-52-392 0 0,1-4-72 0 0,-6 17 146 0 0,0 0 0 0 0,-4 32 0 0 0,10-47-192 0 0,0-1-1 0 0,1 1 1 0 0,-1-1 0 0 0,1 1 0 0 0,0 0-1 0 0,1-1 1 0 0,-1 1 0 0 0,1 0-1 0 0,0-1 1 0 0,0 1 0 0 0,0-1-1 0 0,0 1 1 0 0,1-1 0 0 0,0 0-1 0 0,0 0 1 0 0,0 1 0 0 0,6 6-1 0 0,-7-10-41 0 0,1 1-1 0 0,0-1 1 0 0,0 0-1 0 0,0 1 0 0 0,0-1 1 0 0,0 0-1 0 0,0 0 0 0 0,0-1 1 0 0,0 1-1 0 0,0 0 1 0 0,1-1-1 0 0,-1 1 0 0 0,0-1 1 0 0,0 0-1 0 0,1 1 0 0 0,-1-1 1 0 0,0 0-1 0 0,1 0 0 0 0,-1-1 1 0 0,0 1-1 0 0,0-1 1 0 0,1 1-1 0 0,-1-1 0 0 0,0 1 1 0 0,0-1-1 0 0,0 0 0 0 0,0 0 1 0 0,0 0-1 0 0,3-2 0 0 0,4-2-244 0 0,0-1 0 0 0,0 0 0 0 0,-1 0 0 0 0,16-15 0 0 0,-15 11 232 0 0,-1 0 1 0 0,-1 0-1 0 0,1 0 0 0 0,-1-1 0 0 0,-1 0 1 0 0,0 0-1 0 0,-1-1 0 0 0,0 0 1 0 0,-1 0-1 0 0,0 0 0 0 0,-1 0 0 0 0,0-1 1 0 0,-1 1-1 0 0,1-19 0 0 0,-2-14 1292 0 0,-1 0-1 0 0,-12-77 1 0 0,11 113-991 0 0,0 6-124 0 0,1-11 420 0 0,-2 0-1 0 0,0 0 0 0 0,-1 0 0 0 0,0 1 1 0 0,-1-1-1 0 0,-1 1 0 0 0,0 0 0 0 0,-8-16 1 0 0,12 28-468 0 0,1 0 1 0 0,-1 0 0 0 0,0 0-1 0 0,1 0 1 0 0,-1 1 0 0 0,0-1-1 0 0,1 0 1 0 0,-1 0 0 0 0,0 1-1 0 0,0-1 1 0 0,0 0-1 0 0,0 1 1 0 0,0-1 0 0 0,0 1-1 0 0,0-1 1 0 0,0 1 0 0 0,0-1-1 0 0,0 1 1 0 0,0 0 0 0 0,0 0-1 0 0,0-1 1 0 0,0 1 0 0 0,0 0-1 0 0,0 0 1 0 0,0 0 0 0 0,0 0-1 0 0,0 0 1 0 0,0 0 0 0 0,0 1-1 0 0,0-1 1 0 0,0 0 0 0 0,-2 1-1 0 0,2 0-20 0 0,0 0 0 0 0,0-1 0 0 0,0 1 0 0 0,0 0 0 0 0,0 0 0 0 0,0 0-1 0 0,0 0 1 0 0,0 1 0 0 0,1-1 0 0 0,-1 0 0 0 0,0 0 0 0 0,1 0 0 0 0,-1 1-1 0 0,1-1 1 0 0,-1 0 0 0 0,1 1 0 0 0,0-1 0 0 0,0 0 0 0 0,-1 1 0 0 0,1-1-1 0 0,0 0 1 0 0,0 1 0 0 0,0-1 0 0 0,0 0 0 0 0,1 3 0 0 0,6 29 75 0 0,2 0 0 0 0,1 0 0 0 0,1-1 0 0 0,29 56 1 0 0,-19-44-50 0 0,122 222-210 0 0,-118-223-281 0 0,-7-11-1382 0 0,-2 1-5890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32 228 5529 0 0,'0'2'172'0'0,"0"0"-1"0"0,0 0 0 0 0,0 0 1 0 0,0 0-1 0 0,0 0 0 0 0,0 0 1 0 0,1 0-1 0 0,-1 0 0 0 0,1 0 1 0 0,0 0-1 0 0,0 0 0 0 0,-1 0 1 0 0,1 0-1 0 0,0-1 0 0 0,0 1 1 0 0,1 0-1 0 0,-1-1 0 0 0,0 1 1 0 0,1 0-1 0 0,-1-1 0 0 0,1 0 1 0 0,-1 1-1 0 0,1-1 0 0 0,-1 0 1 0 0,1 0-1 0 0,0 0 1 0 0,0 0-1 0 0,0 0 0 0 0,0 0 1 0 0,-1 0-1 0 0,1-1 0 0 0,0 1 1 0 0,0-1-1 0 0,0 1 0 0 0,4-1 1 0 0,-2 0-24 0 0,0 0 1 0 0,1 0-1 0 0,-1 0 1 0 0,0-1 0 0 0,-1 0-1 0 0,1 0 1 0 0,0 0-1 0 0,0 0 1 0 0,0 0 0 0 0,0-1-1 0 0,-1 0 1 0 0,1 0-1 0 0,-1 0 1 0 0,1 0 0 0 0,-1 0-1 0 0,0-1 1 0 0,5-4-1 0 0,-6 4-168 0 0,1 0 0 0 0,-1-1 0 0 0,0 0 0 0 0,0 1 0 0 0,0-1 0 0 0,0 0 0 0 0,-1 0 0 0 0,0 0 0 0 0,0 0 0 0 0,0 0 0 0 0,0 0 0 0 0,0 0 0 0 0,-1-1 0 0 0,0 1 0 0 0,0 0 0 0 0,0 0 0 0 0,0 0 0 0 0,-1-1 0 0 0,1 1 0 0 0,-3-7 0 0 0,1 4 195 0 0,0-1 0 0 0,-1 0 0 0 0,0 1 0 0 0,-1-1 0 0 0,0 1 0 0 0,0 0 0 0 0,0 0 0 0 0,-1 1 0 0 0,1-1 0 0 0,-7-5 0 0 0,9 11-99 0 0,0 0 0 0 0,0 0 1 0 0,0 0-1 0 0,0 0 0 0 0,0 0 1 0 0,0 1-1 0 0,0-1 0 0 0,0 1 1 0 0,-1-1-1 0 0,1 1 0 0 0,0 0 1 0 0,0 0-1 0 0,0 0 1 0 0,0 0-1 0 0,-1 0 0 0 0,1 0 1 0 0,0 1-1 0 0,0-1 0 0 0,0 1 1 0 0,0 0-1 0 0,0-1 0 0 0,0 1 1 0 0,0 0-1 0 0,0 0 0 0 0,0 0 1 0 0,0 0-1 0 0,0 1 0 0 0,-1 0 1 0 0,-5 4-126 0 0,-1 0-1 0 0,1 0 1 0 0,1 0 0 0 0,-14 14 0 0 0,21-19 37 0 0,-1-1-1 0 0,1 1 0 0 0,-1 0 1 0 0,1-1-1 0 0,-1 1 1 0 0,1 0-1 0 0,-1 0 1 0 0,1-1-1 0 0,0 1 1 0 0,-1 0-1 0 0,1 0 0 0 0,0-1 1 0 0,0 1-1 0 0,0 0 1 0 0,-1 0-1 0 0,1 0 1 0 0,0 0-1 0 0,0-1 1 0 0,0 1-1 0 0,0 0 1 0 0,1 0-1 0 0,-1 0 0 0 0,0 0 1 0 0,0-1-1 0 0,0 1 1 0 0,1 0-1 0 0,-1 0 1 0 0,0-1-1 0 0,1 3 1 0 0,1-1 0 0 0,0 0 0 0 0,0 0 0 0 0,0 0 0 0 0,0 0 1 0 0,0 0-1 0 0,0 0 0 0 0,1-1 0 0 0,-1 1 0 0 0,4 1 1 0 0,3 1 23 0 0,1 0-1 0 0,-1 0 1 0 0,1-1 0 0 0,11 3 0 0 0,-17-5 53 0 0,0-1 0 0 0,0 1 1 0 0,0-1-1 0 0,0 0 0 0 0,0 0 0 0 0,-1 0 0 0 0,1 0 0 0 0,0-1 0 0 0,0 0 0 0 0,0 1 0 0 0,-1-2 0 0 0,1 1 0 0 0,0 0 0 0 0,-1-1 0 0 0,1 1 0 0 0,-1-1 0 0 0,0 0 0 0 0,1 0 0 0 0,-1 0 0 0 0,0-1 0 0 0,5-5 0 0 0,-6 5 20 0 0,1 1 0 0 0,-2-2 0 0 0,1 1 1 0 0,0 0-1 0 0,-1 0 0 0 0,1 0 0 0 0,-1-1 0 0 0,0 1 0 0 0,0-1 0 0 0,0 1 0 0 0,-1-1 0 0 0,1 1 0 0 0,-1-1 0 0 0,0 1 0 0 0,0-1 1 0 0,0 1-1 0 0,0-1 0 0 0,-1 0 0 0 0,1 1 0 0 0,-1-1 0 0 0,0 1 0 0 0,0 0 0 0 0,-3-7 0 0 0,1 2 1 0 0,-1 1 0 0 0,0-1 0 0 0,0 1-1 0 0,0 0 1 0 0,-1 0 0 0 0,-10-11 0 0 0,14 16-77 0 0,-1 1 0 0 0,1-1 1 0 0,-1 1-1 0 0,1 0 0 0 0,-1 0 0 0 0,1 0 1 0 0,-1 0-1 0 0,0 0 0 0 0,1 0 0 0 0,-1 0 1 0 0,0 0-1 0 0,0 1 0 0 0,0-1 0 0 0,0 1 0 0 0,0-1 1 0 0,1 1-1 0 0,-1 0 0 0 0,0 0 0 0 0,0-1 1 0 0,0 1-1 0 0,0 1 0 0 0,0-1 0 0 0,0 0 1 0 0,0 0-1 0 0,0 1 0 0 0,0-1 0 0 0,0 1 1 0 0,1 0-1 0 0,-1 0 0 0 0,0-1 0 0 0,0 1 1 0 0,1 0-1 0 0,-1 0 0 0 0,-2 3 0 0 0,0-1-246 0 0,1 0 0 0 0,0 0-1 0 0,0 0 1 0 0,0 0-1 0 0,0 1 1 0 0,-2 4 0 0 0,-8 13-6986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1.8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83 2 1376 0 0,'-5'0'-97'0'0,"-1"-1"806"0"0,1 1 0 0 0,0 0 0 0 0,-1 0 0 0 0,1 0 0 0 0,0 1 0 0 0,-1 0 0 0 0,1 0 0 0 0,0 0 0 0 0,0 1 0 0 0,0-1 0 0 0,0 1 0 0 0,-9 5 0 0 0,14 8 3676 0 0,10 18-2557 0 0,-6-23-1165 0 0,8 36-109 0 0,-3 0 0 0 0,5 65 1 0 0,2 6 22 0 0,4-16-875 0 0,-8-46-222 0 0,-3 1-1 0 0,5 94 1 0 0,-15-139-1468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1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1 169 920 0 0,'10'-17'1069'0'0,"1"-1"0"0"0,1 1 0 0 0,1 1-1 0 0,0 0 1 0 0,19-18 0 0 0,-22 24-384 0 0,-6 6-142 0 0,0 0 1 0 0,0 0 0 0 0,0 0 0 0 0,1 0-1 0 0,-1 1 1 0 0,1-1 0 0 0,0 1 0 0 0,0 1-1 0 0,0-1 1 0 0,7-2 0 0 0,-10 5-436 0 0,0 0-1 0 0,0-1 1 0 0,0 1-1 0 0,1 0 1 0 0,-1 0 0 0 0,0 0-1 0 0,0 1 1 0 0,1-1-1 0 0,-1 0 1 0 0,0 1 0 0 0,0 0-1 0 0,0-1 1 0 0,0 1 0 0 0,0 0-1 0 0,0 0 1 0 0,0 0-1 0 0,0 0 1 0 0,0 1 0 0 0,0-1-1 0 0,-1 0 1 0 0,1 1-1 0 0,0-1 1 0 0,-1 1 0 0 0,1 0-1 0 0,-1-1 1 0 0,0 1-1 0 0,1 0 1 0 0,1 4 0 0 0,1 1-105 0 0,0 0 1 0 0,-1 1 0 0 0,0 0-1 0 0,0 0 1 0 0,-1 0-1 0 0,0 0 1 0 0,0 0 0 0 0,-1 0-1 0 0,0 0 1 0 0,0 1-1 0 0,-1-1 1 0 0,0 0 0 0 0,-1 0-1 0 0,-1 9 1 0 0,-3 16 79 0 0,-2-1 0 0 0,-12 37 0 0 0,13-50 40 0 0,-3 6 48 0 0,6-20-25 0 0,1 0 0 0 0,0 0 0 0 0,0 0 0 0 0,0 0 0 0 0,1 1 0 0 0,0-1 0 0 0,0 0 0 0 0,0 1 0 0 0,1-1 0 0 0,-1 0 0 0 0,2 10 0 0 0,-1-14-91 0 0,1 0 0 0 0,0 0-1 0 0,-1 0 1 0 0,1 0 0 0 0,0 0-1 0 0,-1 0 1 0 0,1 0 0 0 0,0-1-1 0 0,0 1 1 0 0,0 0-1 0 0,0-1 1 0 0,0 1 0 0 0,-1 0-1 0 0,1-1 1 0 0,0 1 0 0 0,0-1-1 0 0,1 0 1 0 0,-1 1-1 0 0,0-1 1 0 0,0 0 0 0 0,0 0-1 0 0,0 1 1 0 0,0-1 0 0 0,0 0-1 0 0,0 0 1 0 0,0 0-1 0 0,1 0 1 0 0,-1-1 0 0 0,0 1-1 0 0,0 0 1 0 0,0 0 0 0 0,0-1-1 0 0,0 1 1 0 0,1-1-1 0 0,43-15 291 0 0,-37 13-250 0 0,67-32-110 0 0,-58 26-619 0 0,1 0 1 0 0,1 0-1 0 0,-1 2 1 0 0,1 1 0 0 0,1 0-1 0 0,-1 1 1 0 0,34-4-1 0 0,-30 9-5518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4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5985 0 0,'10'25'10781'0'0,"5"12"-8148"0"0,21 156-1002 0 0,-22-110-2422 0 0,8 67-2638 0 0,-14-93 2166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28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142 239 9674 0 0,'-3'-5'917'0'0,"-1"0"0"0"0,1 1 0 0 0,-1-1 0 0 0,0 1-1 0 0,0-1 1 0 0,-1 1 0 0 0,1 0 0 0 0,-1 1 0 0 0,0-1 0 0 0,0 1 0 0 0,-8-4-1 0 0,12 7-870 0 0,1 0 0 0 0,0 0-1 0 0,-1 1 1 0 0,1-1 0 0 0,0 0-1 0 0,-1 1 1 0 0,1-1 0 0 0,0 1-1 0 0,0-1 1 0 0,-1 0 0 0 0,1 1-1 0 0,0-1 1 0 0,0 1 0 0 0,0-1-1 0 0,0 1 1 0 0,-1-1-1 0 0,1 0 1 0 0,0 1 0 0 0,0-1-1 0 0,0 1 1 0 0,0-1 0 0 0,0 1-1 0 0,0-1 1 0 0,0 1 0 0 0,0-1-1 0 0,0 1 1 0 0,0-1 0 0 0,1 0-1 0 0,-1 1 1 0 0,0-1 0 0 0,0 1-1 0 0,1 0 1 0 0,3 24 150 0 0,-3-19-52 0 0,23 177 49 0 0,30 180-2066 0 0,-52-352 2256 0 0,-2 3-4265 0 0,-31-50-7592 0 0,-3-29 8021 0 0,-27-82 4337 0 0,49 116-1400 0 0,6 15 551 0 0,1 1 0 0 0,1-1 1 0 0,0 0-1 0 0,1 0 1 0 0,1 0-1 0 0,0 0 0 0 0,2 0 1 0 0,0-1-1 0 0,0 1 1 0 0,1 0-1 0 0,6-24 0 0 0,-3 21 948 0 0,2-1-1 0 0,0 1 0 0 0,12-24 0 0 0,-5 18 1471 0 0,0 0 1 0 0,18-22-1 0 0,-19 29-893 0 0,-5 7-766 0 0,1-1-1 0 0,0 2 0 0 0,1-1 0 0 0,0 1 1 0 0,0 0-1 0 0,18-13 0 0 0,-27 23-776 0 0,1-1-1 0 0,-1 1 1 0 0,0 0-1 0 0,1-1 1 0 0,-1 1-1 0 0,1 0 1 0 0,-1-1-1 0 0,1 1 1 0 0,-1 0-1 0 0,1 0 1 0 0,-1 0-1 0 0,1 0 1 0 0,0-1-1 0 0,-1 1 1 0 0,1 0-1 0 0,-1 0 1 0 0,1 0-1 0 0,-1 0 1 0 0,1 0 0 0 0,-1 0-1 0 0,1 1 1 0 0,0-1-1 0 0,-1 0 1 0 0,1 0-1 0 0,-1 0 1 0 0,1 0-1 0 0,-1 1 1 0 0,1-1-1 0 0,-1 0 1 0 0,1 1-1 0 0,6 17 107 0 0,-9 27-248 0 0,2-42 133 0 0,-9 50-290 0 0,-2 0 0 0 0,-26 74 0 0 0,-4 15-74 0 0,41-141 362 0 0,-1 0-1 0 0,1 0 1 0 0,-1 1 0 0 0,1-1-1 0 0,0 0 1 0 0,-1 0-1 0 0,1 1 1 0 0,0-1 0 0 0,0 0-1 0 0,0 1 1 0 0,0-1 0 0 0,0 0-1 0 0,0 1 1 0 0,1-1-1 0 0,-1 0 1 0 0,0 1 0 0 0,1-1-1 0 0,-1 0 1 0 0,0 1 0 0 0,1-1-1 0 0,0 0 1 0 0,-1 0-1 0 0,1 0 1 0 0,0 0 0 0 0,0 0-1 0 0,-1 1 1 0 0,1-1 0 0 0,0 0-1 0 0,0-1 1 0 0,0 1-1 0 0,2 2 1 0 0,2-2 75 0 0,0 0 1 0 0,0 0-1 0 0,0 0 0 0 0,0 0 0 0 0,0-1 1 0 0,0 1-1 0 0,8-2 0 0 0,-12 1-75 0 0,106-7 789 0 0,-25 0-1561 0 0,-27 8-2599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6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69 6913 0 0,'3'-5'720'0'0,"0"-1"-1"0"0,0 1 0 0 0,1 0 1 0 0,0 0-1 0 0,0 1 0 0 0,0-1 0 0 0,0 1 1 0 0,5-5-1 0 0,-5 5 337 0 0,-3 3-942 0 0,0 0 0 0 0,0 0-1 0 0,0-1 1 0 0,1 1 0 0 0,-1 0 0 0 0,0 0 0 0 0,0 0-1 0 0,1 0 1 0 0,-1 0 0 0 0,1 0 0 0 0,-1 1 0 0 0,1-1-1 0 0,-1 0 1 0 0,1 1 0 0 0,-1-1 0 0 0,1 1-1 0 0,0-1 1 0 0,-1 1 0 0 0,1 0 0 0 0,0 0 0 0 0,-1 0-1 0 0,1 0 1 0 0,-1 0 0 0 0,1 0 0 0 0,0 0 0 0 0,-1 0-1 0 0,3 1 1 0 0,-1 1-15 0 0,-1 0 0 0 0,1 0 0 0 0,-1 0 1 0 0,0 0-1 0 0,0 0 0 0 0,0 0 0 0 0,0 1 0 0 0,0-1 0 0 0,-1 1 0 0 0,1-1 1 0 0,-1 1-1 0 0,1 0 0 0 0,-1 0 0 0 0,1 4 0 0 0,7 21 373 0 0,-1 1 0 0 0,-1 0 0 0 0,5 54 0 0 0,-6-33-147 0 0,-6-46-244 0 0,1-1 0 0 0,0 1 0 0 0,-1-1 0 0 0,1 1 0 0 0,0-1 0 0 0,1 0 0 0 0,-1 1 0 0 0,1-1 0 0 0,-1 0 0 0 0,1 0 0 0 0,4 5 0 0 0,-5-7-59 0 0,0 0 0 0 0,0 0 0 0 0,0-1 0 0 0,0 1 0 0 0,1 0 0 0 0,-1-1-1 0 0,0 1 1 0 0,0-1 0 0 0,1 0 0 0 0,-1 1 0 0 0,0-1 0 0 0,1 0 0 0 0,-1 0 0 0 0,0 0-1 0 0,1 0 1 0 0,-1 0 0 0 0,0 0 0 0 0,1 0 0 0 0,-1 0 0 0 0,0 0 0 0 0,1-1 0 0 0,-1 1-1 0 0,0 0 1 0 0,1-1 0 0 0,-1 0 0 0 0,0 1 0 0 0,0-1 0 0 0,0 1 0 0 0,0-1-1 0 0,1 0 1 0 0,-1 0 0 0 0,0 0 0 0 0,1-2 0 0 0,62-52 247 0 0,-38 29-2992 0 0,-11 11-1312 0 0,6-6-3079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0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61 111 8290 0 0,'-60'-110'11617'0'0,"61"170"-8850"0"0,4 209-2480 0 0,-2-29-312 0 0,1-179 28 0 0,22 113-1 0 0,-22-154-68 0 0,0-4-511 0 0,0 0 1 0 0,-2 1 0 0 0,2 17 0 0 0,-4-59-9912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4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21 388 4145 0 0,'-10'-60'1745'0'0,"7"41"-200"0"0,0-1 0 0 0,-1-37 1 0 0,4 50-1161 0 0,1-1 0 0 0,0 1 0 0 0,0-1 0 0 0,1 1 0 0 0,0 0 1 0 0,0-1-1 0 0,1 1 0 0 0,-1 0 0 0 0,2 1 0 0 0,-1-1 0 0 0,7-8 0 0 0,4-5 795 0 0,0 0 0 0 0,29-28 1 0 0,-38 43-997 0 0,0 1 0 0 0,-1-1 0 0 0,1 1 0 0 0,1 0 0 0 0,-1 0 0 0 0,1 1 1 0 0,-1 0-1 0 0,1 0 0 0 0,0 0 0 0 0,0 0 0 0 0,0 1 0 0 0,1 0 1 0 0,-1 1-1 0 0,13-3 0 0 0,-14 5-163 0 0,-1-1-1 0 0,1 1 1 0 0,0 0 0 0 0,-1 0-1 0 0,0 1 1 0 0,1-1-1 0 0,-1 1 1 0 0,0 0 0 0 0,0 0-1 0 0,1 1 1 0 0,-2-1 0 0 0,1 1-1 0 0,0 0 1 0 0,-1 0 0 0 0,1 0-1 0 0,-1 0 1 0 0,0 1 0 0 0,0-1-1 0 0,0 1 1 0 0,0 0-1 0 0,-1 0 1 0 0,1 0 0 0 0,-1 0-1 0 0,3 9 1 0 0,0-1-22 0 0,0 1 0 0 0,-1 0 0 0 0,0 0-1 0 0,-1 0 1 0 0,-1 0 0 0 0,0 1 0 0 0,0 18 0 0 0,-6 16 18 0 0,-2 1 1 0 0,-1-1 0 0 0,-3 0-1 0 0,-23 66 1 0 0,2-3 450 0 0,28-99-400 0 0,2-10-15 0 0,1 0-1 0 0,-1 0 1 0 0,0 0 0 0 0,1 1 0 0 0,-1-1 0 0 0,1 0 0 0 0,0 0 0 0 0,0 0 0 0 0,0 0 0 0 0,0 0-1 0 0,0 1 1 0 0,1 2 0 0 0,0-4-32 0 0,0 0 1 0 0,0 0-1 0 0,0-1 0 0 0,1 1 0 0 0,-1 0 1 0 0,0-1-1 0 0,0 1 0 0 0,1-1 0 0 0,-1 1 1 0 0,1-1-1 0 0,-1 1 0 0 0,0-1 1 0 0,1 0-1 0 0,-1 0 0 0 0,1 0 0 0 0,-1 0 1 0 0,0 0-1 0 0,1 0 0 0 0,-1 0 0 0 0,1 0 1 0 0,-1-1-1 0 0,3 0 0 0 0,14 0-52 0 0,6-2-659 0 0,0 1 0 0 0,1 1 0 0 0,-1 1 1 0 0,0 1-1 0 0,31 6 0 0 0,-31-2-6454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8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64 5985 0 0,'-1'-2'260'0'0,"1"0"-1"0"0,-1 1 1 0 0,1-1 0 0 0,0 0-1 0 0,-1 1 1 0 0,1-1-1 0 0,0 0 1 0 0,0 0 0 0 0,0 1-1 0 0,0-1 1 0 0,1 0-1 0 0,-1 1 1 0 0,0-1-1 0 0,1 0 1 0 0,-1 1 0 0 0,1-1-1 0 0,0 0 1 0 0,-1 1-1 0 0,1-1 1 0 0,0 1 0 0 0,0-1-1 0 0,0 1 1 0 0,0-1-1 0 0,0 1 1 0 0,0 0-1 0 0,0 0 1 0 0,1-1 0 0 0,-1 1-1 0 0,0 0 1 0 0,1 0-1 0 0,-1 0 1 0 0,1 0-1 0 0,-1 1 1 0 0,1-1 0 0 0,-1 0-1 0 0,3 0 1 0 0,0-1 349 0 0,0 0 0 0 0,0 1 0 0 0,0 0-1 0 0,0-1 1 0 0,1 1 0 0 0,-1 1 0 0 0,0-1 0 0 0,7 0 0 0 0,-9 1-541 0 0,0 1 1 0 0,1-1-1 0 0,-1 0 1 0 0,0 0-1 0 0,0 1 0 0 0,0 0 1 0 0,0-1-1 0 0,1 1 1 0 0,2 1-1 0 0,0 2-13 0 0,0 1 0 0 0,0-1-1 0 0,0 1 1 0 0,0 0 0 0 0,-1 0 0 0 0,0 1-1 0 0,0-1 1 0 0,0 1 0 0 0,-1 0 0 0 0,0-1 0 0 0,0 2-1 0 0,0-1 1 0 0,-1 0 0 0 0,2 8 0 0 0,3 12-11 0 0,-1 1 0 0 0,3 28 1 0 0,-6-21 20 0 0,-2 0-1 0 0,-2-1 1 0 0,-7 57 0 0 0,3-52 81 0 0,2 0-1 0 0,3 52 1 0 0,0-90-152 0 0,-1 1 0 0 0,1 0 1 0 0,0 0-1 0 0,0 0 0 0 0,0 0 0 0 0,0 0 0 0 0,0 0 0 0 0,0 0 1 0 0,1 0-1 0 0,-1 0 0 0 0,0 0 0 0 0,0 0 0 0 0,1 0 1 0 0,-1 0-1 0 0,1 0 0 0 0,-1 0 0 0 0,1 0 0 0 0,-1 0 0 0 0,1-1 1 0 0,-1 1-1 0 0,1 0 0 0 0,0 0 0 0 0,-1-1 0 0 0,1 1 0 0 0,0 0 1 0 0,0-1-1 0 0,-1 1 0 0 0,1-1 0 0 0,0 1 0 0 0,0-1 1 0 0,0 1-1 0 0,0-1 0 0 0,0 0 0 0 0,0 1 0 0 0,0-1 0 0 0,0 0 1 0 0,0 0-1 0 0,0 0 0 0 0,0 1 0 0 0,0-1 0 0 0,0 0 0 0 0,0 0 1 0 0,0-1-1 0 0,0 1 0 0 0,0 0 0 0 0,0 0 0 0 0,0 0 1 0 0,-1-1-1 0 0,1 1 0 0 0,0 0 0 0 0,0-1 0 0 0,0 1 0 0 0,0-1 1 0 0,0 1-1 0 0,0-1 0 0 0,-1 0 0 0 0,2 0 0 0 0,7-5-117 0 0,-1 0 1 0 0,0 0-1 0 0,0-1 0 0 0,8-9 0 0 0,34-45-1492 0 0,-30 39 325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6.9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300 844 920 0 0,'-64'-71'1893'0'0,"35"38"-340"0"0,-43-39-1 0 0,62 63-416 0 0,-1 1-1 0 0,0 0 1 0 0,0 1 0 0 0,0 0 0 0 0,-1 1 0 0 0,0 0 0 0 0,0 1 0 0 0,-32-14 4770 0 0,46 19-5779 0 0,0 0-1 0 0,0 0 1 0 0,0 0-1 0 0,0 1 1 0 0,0-1 0 0 0,0 1-1 0 0,-1-1 1 0 0,1 1-1 0 0,0-1 1 0 0,3 3-1 0 0,30 18 9 0 0,-2 2 0 0 0,49 43 0 0 0,55 65-172 0 0,-83-78 59 0 0,-23-22-26 0 0,-20-18-5 0 0,1-1 1 0 0,1 0-1 0 0,-1-1 0 0 0,2 0 1 0 0,0-1-1 0 0,26 15 1 0 0,-39-24 16 0 0,0-1 0 0 0,0 1 0 0 0,0-1 0 0 0,0 1 0 0 0,1-1 0 0 0,-1 0 0 0 0,0 0 0 0 0,0 1 0 0 0,0-1 0 0 0,0 0-1 0 0,0 0 1 0 0,0 0 0 0 0,1 0 0 0 0,-1-1 0 0 0,0 1 0 0 0,0 0 0 0 0,0 0 0 0 0,0-1 0 0 0,0 1 0 0 0,0 0 0 0 0,0-1 0 0 0,0 1 0 0 0,0-1 0 0 0,0 0 0 0 0,0 1 0 0 0,0-1 0 0 0,0 0 0 0 0,0 1 0 0 0,0-1 0 0 0,-1 0 0 0 0,1 0 0 0 0,0 0 0 0 0,-1 0 0 0 0,1 0 0 0 0,0 0 0 0 0,-1 0 0 0 0,1 0 0 0 0,-1 0 0 0 0,0 0 0 0 0,1 0 0 0 0,-1-1-1 0 0,3-7 108 0 0,-1 0 1 0 0,0 0-1 0 0,-1 0 0 0 0,1-12 0 0 0,-1 9-64 0 0,13-152 245 0 0,-10-222-1 0 0,-5 373-405 0 0,1-163-338 0 0,2 158-58 0 0,0 0-1 0 0,1 0 1 0 0,0 0 0 0 0,2 0-1 0 0,0 1 1 0 0,1 0 0 0 0,13-26-1 0 0,-4 18-6630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5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64 5529 0 0,'0'-2'517'0'0,"0"-1"-1"0"0,0 1 1 0 0,0 0 0 0 0,1-1-1 0 0,-1 1 1 0 0,1 0 0 0 0,-1-1-1 0 0,1 1 1 0 0,0 0-1 0 0,0 0 1 0 0,0 0 0 0 0,0 0-1 0 0,0 0 1 0 0,1 0 0 0 0,-1 0-1 0 0,0 0 1 0 0,1 1-1 0 0,0-1 1 0 0,1-1 0 0 0,0 0-142 0 0,1 1 0 0 0,-1 0 1 0 0,1 0-1 0 0,0 0 1 0 0,-1 0-1 0 0,1 1 0 0 0,0 0 1 0 0,0 0-1 0 0,0 0 0 0 0,5-1 1 0 0,1 1-740 0 0,0 0 0 0 0,0 1 1 0 0,0 0-1 0 0,0 1 0 0 0,0 0 0 0 0,0 0 1 0 0,17 6-1 0 0,-11-2-5875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7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66 6913 0 0,'10'-9'2124'0'0,"1"1"0"0"0,21-15-1 0 0,8 4-2510 0 0,-36 17-178 0 0,1 1 0 0 0,-1 0 0 0 0,1 0 1 0 0,-1 0-1 0 0,1 1 0 0 0,9-1 0 0 0,1 3-1579 0 0,1-1-22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8.7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98 303 5065 0 0,'-7'-1'557'0'0,"0"1"1"0"0,1 0-1 0 0,-1 0 0 0 0,-12 1 1 0 0,14 0-155 0 0,0 0-1 0 0,-1-1 1 0 0,1 0 0 0 0,-1 0 0 0 0,1-1 0 0 0,-1 1 0 0 0,-8-3-1 0 0,34-2 4864 0 0,32-7-4164 0 0,400-65 635 0 0,-263 50-633 0 0,244-5 1 0 0,-101 12-655 0 0,300-82 773 0 0,-589 93-1159 0 0,-40 9-60 0 0,18-5-27 0 0,-1 1 1 0 0,1 0 0 0 0,0 2 0 0 0,0 1-1 0 0,-1 0 1 0 0,29 4 0 0 0,-47-3-115 0 0,0 1 0 0 0,0-1 1 0 0,0 1-1 0 0,0 0 0 0 0,0-1 0 0 0,0 1 1 0 0,0 0-1 0 0,-1 0 0 0 0,1 0 0 0 0,0 1 0 0 0,-1-1 1 0 0,1 0-1 0 0,-1 1 0 0 0,1-1 0 0 0,-1 1 1 0 0,1-1-1 0 0,-1 1 0 0 0,0-1 0 0 0,0 1 1 0 0,0 0-1 0 0,0 0 0 0 0,0 0 0 0 0,0 0 0 0 0,-1-1 1 0 0,1 1-1 0 0,0 3 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0.7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34 5065 0 0,'-9'1'5301'0'0,"16"2"-2071"0"0,14 1-1776 0 0,1-4-283 0 0,0 0-1 0 0,0-2 1 0 0,1-1 0 0 0,-1-1-1 0 0,26-7 1 0 0,40-7-559 0 0,-76 16-1101 0 0,0 1 1 0 0,1 1-1 0 0,-1 0 1 0 0,0 0-1 0 0,15 3 1 0 0,-10 3-1890 0 0,-9-3 828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1.1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85 1 1376 0 0,'-13'4'696'0'0,"7"-2"359"0"0,0-1 0 0 0,0 2 1 0 0,0-1-1 0 0,0 1 0 0 0,0 0 1 0 0,-8 6-1 0 0,12-7-719 0 0,0 0 0 0 0,0 0 0 0 0,0 0-1 0 0,1 0 1 0 0,-1 0 0 0 0,0 1 0 0 0,1-1 0 0 0,0 1 0 0 0,0-1 0 0 0,0 1 0 0 0,0-1 0 0 0,0 1 0 0 0,0 0-1 0 0,1 0 1 0 0,-1-1 0 0 0,1 1 0 0 0,0 0 0 0 0,0 0 0 0 0,0 3 0 0 0,0 3-61 0 0,0-1 0 0 0,1 1 0 0 0,0 0 0 0 0,1-1 0 0 0,0 1 1 0 0,0-1-1 0 0,1 0 0 0 0,0 0 0 0 0,0 0 0 0 0,1 0 0 0 0,0 0 0 0 0,0-1 1 0 0,1 0-1 0 0,0 1 0 0 0,0-2 0 0 0,10 11 0 0 0,-5-8-229 0 0,1 1 0 0 0,1-2 0 0 0,0 0 0 0 0,0 0 0 0 0,0-1 0 0 0,1-1 0 0 0,0 0 0 0 0,0-1 0 0 0,19 5 0 0 0,-27-9-18 0 0,-1 1 1 0 0,1-1 0 0 0,0 1-1 0 0,-1 0 1 0 0,1 0-1 0 0,-1 1 1 0 0,1-1-1 0 0,-1 1 1 0 0,0 0 0 0 0,0 0-1 0 0,3 4 1 0 0,-5-5-9 0 0,-1 0 0 0 0,1 0 0 0 0,-1 1-1 0 0,0-1 1 0 0,0 1 0 0 0,0 0 0 0 0,0-1 0 0 0,0 1 0 0 0,-1 0 0 0 0,1-1 0 0 0,-1 1 0 0 0,0 0 0 0 0,1-1 0 0 0,-1 1 0 0 0,0 0 0 0 0,-1 0 0 0 0,1-1 0 0 0,-1 1 0 0 0,1 0 0 0 0,-1 0-1 0 0,-1 2 1 0 0,-4 12-18 0 0,0 0 0 0 0,-2 0 0 0 0,0-1-1 0 0,-1 0 1 0 0,0 0 0 0 0,-1-1-1 0 0,-1-1 1 0 0,-1 0 0 0 0,0 0 0 0 0,0-1-1 0 0,-2 0 1 0 0,1-1 0 0 0,-2-1 0 0 0,1 0-1 0 0,-2-1 1 0 0,-16 8 0 0 0,20-13-1250 0 0,-1-1-3852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2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77 4609 0 0,'-1'-2'393'0'0,"1"0"-1"0"0,-1-1 1 0 0,1 1-1 0 0,-1-1 1 0 0,1 1 0 0 0,0-1-1 0 0,0 1 1 0 0,0-1 0 0 0,0 1-1 0 0,1-1 1 0 0,-1 1 0 0 0,0 0-1 0 0,1-1 1 0 0,0 1-1 0 0,0-1 1 0 0,0 1 0 0 0,0 0-1 0 0,1-3 1 0 0,-1 3-79 0 0,0 1-1 0 0,0-1 1 0 0,0 0 0 0 0,0 0-1 0 0,0 1 1 0 0,0-1-1 0 0,0 1 1 0 0,1-1 0 0 0,-1 1-1 0 0,1-1 1 0 0,-1 1 0 0 0,1 0-1 0 0,0 0 1 0 0,-1 0 0 0 0,1 0-1 0 0,0 0 1 0 0,0 0 0 0 0,0 0-1 0 0,-1 0 1 0 0,1 1-1 0 0,0-1 1 0 0,3 1 0 0 0,-3 0-269 0 0,0 0 1 0 0,-1 0-1 0 0,1 1 0 0 0,0-1 1 0 0,0 1-1 0 0,-1 0 0 0 0,1 0 1 0 0,0-1-1 0 0,-1 1 0 0 0,1 0 1 0 0,0 0-1 0 0,-1 0 1 0 0,0 1-1 0 0,1-1 0 0 0,-1 0 1 0 0,0 1-1 0 0,1-1 0 0 0,-1 0 1 0 0,0 1-1 0 0,0-1 1 0 0,0 1-1 0 0,0 0 0 0 0,0-1 1 0 0,-1 1-1 0 0,1 0 0 0 0,-1 0 1 0 0,1-1-1 0 0,-1 1 1 0 0,1 2-1 0 0,2 10 315 0 0,-1-1 0 0 0,0 0 1 0 0,0 15-1 0 0,-2-14-264 0 0,2 11-88 0 0,0 13 89 0 0,2 0-1 0 0,14 60 1 0 0,-16-89-82 0 0,1 1-1 0 0,0-1 1 0 0,1 0 0 0 0,-1 0 0 0 0,2 0 0 0 0,-1-1 0 0 0,1 0 0 0 0,1 1 0 0 0,-1-2 0 0 0,1 1-1 0 0,1-1 1 0 0,0 0 0 0 0,0 0 0 0 0,0-1 0 0 0,12 9 0 0 0,-14-13-6 0 0,-1 0 0 0 0,1 0 1 0 0,0 0-1 0 0,0-1 0 0 0,0 1 0 0 0,1-1 0 0 0,-1 0 1 0 0,0-1-1 0 0,0 1 0 0 0,1-1 0 0 0,-1 0 0 0 0,0-1 1 0 0,0 1-1 0 0,1-1 0 0 0,-1 0 0 0 0,0 0 1 0 0,0-1-1 0 0,7-2 0 0 0,10-5-660 0 0,0-1 0 0 0,35-22 0 0 0,-42 23-284 0 0,4-3-2140 0 0,-1-1 0 0 0,25-23-1 0 0,-34 28 1620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5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40 4145 0 0,'-5'-6'-826'0'0,"-6"-9"2428"0"0,-20-3 11276 0 0,30 18-12666 0 0,0 2 5 0 0,0-1 0 0 0,0 1-1 0 0,0-1 1 0 0,0 1 0 0 0,0-1 0 0 0,0 1 0 0 0,1-1 0 0 0,-1 1-1 0 0,0 0 1 0 0,1-1 0 0 0,0 1 0 0 0,-1 3 0 0 0,0 11 242 0 0,0-1 1 0 0,1 1 0 0 0,0 0-1 0 0,1-1 1 0 0,5 20-1 0 0,1 30 84 0 0,-6-25-610 0 0,10 143 278 0 0,-6-143-1714 0 0,1-1 0 0 0,20 64 1 0 0,-19-82-5709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4.7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28 19 1376 0 0,'-15'-19'19690'0'0,"9"29"-21739"0"0,-1 12-2735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0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0 8754 0 0,'-7'3'7238'0'0,"7"-2"-7037"0"0,-5 13 2684 0 0,2 14-2621 0 0,3-26-15 0 0,-8 63 197 0 0,2 109 0 0 0,7-155-641 0 0,0 0 0 0 0,1 0 0 0 0,1 0 0 0 0,1 0 0 0 0,1 0 0 0 0,0-1 0 0 0,2 0 0 0 0,0 0 0 0 0,1 0 1 0 0,11 19-1 0 0,-8-23-608 0 0,1 0 1 0 0,0-1-1 0 0,1 0 1 0 0,0-1 0 0 0,1-1-1 0 0,17 12 1 0 0,-20-15-406 0 0,-2-2 744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4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29 271 5065 0 0,'-3'2'337'0'0,"1"0"0"0"0,0 0 0 0 0,-1 1 0 0 0,1-1 0 0 0,0 1 0 0 0,0-1 0 0 0,1 1 0 0 0,-1 0 0 0 0,0 0 0 0 0,1 0 0 0 0,0 0 1 0 0,0 0-1 0 0,0 0 0 0 0,0 0 0 0 0,0 0 0 0 0,0 0 0 0 0,1 0 0 0 0,0 1 0 0 0,-1-1 0 0 0,1 0 0 0 0,1 5 0 0 0,0 3 270 0 0,0 0 0 0 0,0 0 0 0 0,2 0 0 0 0,5 18 0 0 0,-2-12-298 0 0,1 1-1 0 0,1-1 0 0 0,1 0 1 0 0,0 0-1 0 0,1-1 1 0 0,20 25-1 0 0,-25-36-284 0 0,0 1 1 0 0,0-1-1 0 0,1-1 1 0 0,0 1-1 0 0,0-1 1 0 0,0 0-1 0 0,0 0 1 0 0,14 6-1 0 0,-16-9 4 0 0,0 1 0 0 0,0-1 0 0 0,1 0 0 0 0,-1-1 0 0 0,1 1 0 0 0,-1-1 0 0 0,0 1 0 0 0,1-2 0 0 0,-1 1 0 0 0,1 0 0 0 0,-1-1 0 0 0,1 0-1 0 0,-1 0 1 0 0,0 0 0 0 0,8-3 0 0 0,-6 1 82 0 0,-1 1 1 0 0,0-1-1 0 0,0 0 0 0 0,0 0 0 0 0,0-1 1 0 0,-1 1-1 0 0,0-1 0 0 0,1 0 0 0 0,-1 0 1 0 0,-1-1-1 0 0,1 1 0 0 0,0-1 0 0 0,2-5 1 0 0,-1 1 27 0 0,-1 1 1 0 0,-1-1 0 0 0,1 0-1 0 0,-2 0 1 0 0,1 0 0 0 0,-1-1-1 0 0,1-11 1 0 0,-1-10 192 0 0,-2 0-1 0 0,-1 0 1 0 0,-8-55 0 0 0,4 52-196 0 0,-1-1 0 0 0,-15-45 0 0 0,18 70-239 0 0,0 1 1 0 0,0 0-1 0 0,-1 1 1 0 0,-1-1 0 0 0,0 1-1 0 0,0 0 1 0 0,0 0-1 0 0,-1 0 1 0 0,0 1 0 0 0,0-1-1 0 0,-1 2 1 0 0,0-1-1 0 0,-15-10 1 0 0,7 10-1822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0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4145 0 0,'11'12'16717'0'0,"4"16"-13667"0"0,4 17-5621 0 0,-13-29 4106 0 0,20 62-1378 0 0,-8-19-228 0 0,3 0 0 0 0,3-2 0 0 0,46 83 0 0 0,-70-140 79 0 0,0 1 0 0 0,0-1-1 0 0,0 0 1 0 0,0 1 0 0 0,0-1 0 0 0,1 0 0 0 0,-1 1 0 0 0,0-1-1 0 0,0 0 1 0 0,0 1 0 0 0,1-1 0 0 0,-1 0 0 0 0,0 1 0 0 0,0-1-1 0 0,1 0 1 0 0,-1 0 0 0 0,0 0 0 0 0,1 1 0 0 0,-1-1-1 0 0,0 0 1 0 0,1 0 0 0 0,-1 0 0 0 0,1 0 0 0 0,-1 1 0 0 0,0-1-1 0 0,1 0 1 0 0,-1 0 0 0 0,0 0 0 0 0,1 0 0 0 0,-1 0 0 0 0,1 0-1 0 0,-1 0 1 0 0,0 0 0 0 0,1 0 0 0 0,-1 0 0 0 0,0-1 0 0 0,1 1-1 0 0,-1 0 1 0 0,1 0 0 0 0,-1 0 0 0 0,0 0 0 0 0,1 0 0 0 0,-1-1-1 0 0,0 1 1 0 0,1 0 0 0 0,-1 0 0 0 0,0-1 0 0 0,0 1 0 0 0,1 0-1 0 0,-1 0 1 0 0,0-1 0 0 0,0 1 0 0 0,1 0 0 0 0,-1-1 0 0 0,0 1-1 0 0,0 0 1 0 0,0-1 0 0 0,0 1 0 0 0,1 0 0 0 0,-1-1 0 0 0,0 1-1 0 0,0-1 1 0 0,0 1 0 0 0,0 0 0 0 0,0-1 0 0 0,0 1 0 0 0,0 0-1 0 0,0-1 1 0 0,0 0 0 0 0,8-35 255 0 0,-7 30-234 0 0,22-230 386 0 0,-13 88-2686 0 0,-6 107-5547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3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 0 15667 0 0,'-2'2'54'0'0,"-11"27"1942"0"0,12-28-1910 0 0,1 0 1 0 0,0 0 0 0 0,0 0 0 0 0,0-1 0 0 0,0 1 0 0 0,0 0 0 0 0,0 0 0 0 0,1-1 0 0 0,-1 1 0 0 0,0 0 0 0 0,0 0 0 0 0,0-1 0 0 0,1 1 0 0 0,-1 0 0 0 0,0-1 0 0 0,1 1 0 0 0,-1 0 0 0 0,1-1 0 0 0,-1 1 0 0 0,1-1 0 0 0,-1 1 0 0 0,1 0 0 0 0,-1-1 0 0 0,1 1 0 0 0,-1-1-1 0 0,1 0 1 0 0,0 1 0 0 0,-1-1 0 0 0,1 1 0 0 0,0-1 0 0 0,-1 0 0 0 0,1 0 0 0 0,0 1 0 0 0,-1-1 0 0 0,1 0 0 0 0,0 0 0 0 0,0 0 0 0 0,-1 0 0 0 0,1 0 0 0 0,1 0 0 0 0,-1 0-33 0 0,1 0 0 0 0,-1 0 1 0 0,0 0-1 0 0,0 0 0 0 0,1-1 1 0 0,-1 1-1 0 0,0-1 0 0 0,0 1 0 0 0,0-1 1 0 0,1 1-1 0 0,-1-1 0 0 0,0 1 1 0 0,0-1-1 0 0,0 0 0 0 0,0 0 0 0 0,0 0 1 0 0,0 0-1 0 0,1-1 0 0 0,-1 0-243 0 0,0 1 0 0 0,0 0-1 0 0,0 0 1 0 0,0 0-1 0 0,1 0 1 0 0,-1 0-1 0 0,0 0 1 0 0,1 0 0 0 0,-1 1-1 0 0,0-1 1 0 0,1 0-1 0 0,-1 1 1 0 0,1-1 0 0 0,-1 1-1 0 0,1 0 1 0 0,-1-1-1 0 0,1 1 1 0 0,2 0 0 0 0,4 1-1021 0 0,0 1-92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5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50 11058 0 0,'2'3'1664'0'0,"-1"-3"-1588"0"0,-1 0-1 0 0,0 0 1 0 0,0 0-1 0 0,0 0 1 0 0,1 0 0 0 0,-1 0-1 0 0,0 0 1 0 0,0 0 0 0 0,2-1 831 0 0,-1 1-831 0 0,15-7 1199 0 0,19-13-2841 0 0,-32 19 1077 0 0,47-19-2091 0 0,-41 17 2580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4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133 386 2761 0 0,'-4'0'417'0'0,"0"0"0"0"0,0-1 1 0 0,0 0-1 0 0,0 0 1 0 0,0-1-1 0 0,0 1 0 0 0,0-1 1 0 0,0 1-1 0 0,1-1 1 0 0,-1 0-1 0 0,-5-5 1 0 0,-32-30 4711 0 0,38 33-4827 0 0,1 0 0 0 0,0 0 0 0 0,0 0 0 0 0,0 0 0 0 0,0 0 0 0 0,1 0-1 0 0,-1 0 1 0 0,1 0 0 0 0,0-1 0 0 0,1 1 0 0 0,-1 0 0 0 0,1-1 0 0 0,0 1 0 0 0,0-1 0 0 0,0 1 0 0 0,0-1 0 0 0,1 1 0 0 0,0 0 0 0 0,0-1 0 0 0,2-5 0 0 0,1-2-8 0 0,0-1-1 0 0,1 2 1 0 0,0-1 0 0 0,1 1-1 0 0,13-20 1 0 0,-7 14-147 0 0,1 1 1 0 0,1 1-1 0 0,0 0 1 0 0,26-20-1 0 0,-34 29-142 0 0,1 1 1 0 0,0 1-1 0 0,0-1 1 0 0,0 1-1 0 0,0 1 1 0 0,1-1-1 0 0,0 1 1 0 0,-1 1-1 0 0,1-1 0 0 0,0 1 1 0 0,0 1-1 0 0,1-1 1 0 0,-1 2-1 0 0,11-1 1 0 0,-16 1-26 0 0,-1 1 1 0 0,1-1 0 0 0,0 1-1 0 0,0 0 1 0 0,-1 0-1 0 0,1 0 1 0 0,0 0 0 0 0,-1 1-1 0 0,1-1 1 0 0,-1 1-1 0 0,0-1 1 0 0,1 1 0 0 0,-1 0-1 0 0,0 0 1 0 0,0 0 0 0 0,0 0-1 0 0,0 0 1 0 0,0 1-1 0 0,-1-1 1 0 0,1 0 0 0 0,-1 1-1 0 0,0 0 1 0 0,1-1 0 0 0,-1 1-1 0 0,0 0 1 0 0,0-1-1 0 0,-1 1 1 0 0,2 5 0 0 0,1 8-234 0 0,-1 0 1 0 0,0 0 0 0 0,-1 28-1 0 0,-1-42 224 0 0,-4 44-314 0 0,-1-1-1 0 0,-2 0 1 0 0,-3-1 0 0 0,-14 44-1 0 0,1-2 42 0 0,17-62 177 0 0,-3 9-215 0 0,-6 51 1 0 0,14-75 298 0 0,1 0 0 0 0,0 0 0 0 0,0 0 1 0 0,0 1-1 0 0,1-1 0 0 0,0-1 0 0 0,1 1 0 0 0,0 0 0 0 0,1 0 0 0 0,6 14 1 0 0,-8-20 60 0 0,0 0 0 0 0,1 0 0 0 0,0 0 0 0 0,0 0 0 0 0,0-1 0 0 0,0 1 1 0 0,0-1-1 0 0,0 1 0 0 0,1-1 0 0 0,-1 0 0 0 0,1 0 0 0 0,-1 0 0 0 0,1 0 0 0 0,0-1 1 0 0,0 1-1 0 0,0-1 0 0 0,0 1 0 0 0,5 0 0 0 0,-4-1 106 0 0,1 0 1 0 0,0-1-1 0 0,-1 0 1 0 0,1 0-1 0 0,0 0 0 0 0,-1 0 1 0 0,1-1-1 0 0,-1 0 0 0 0,1 0 1 0 0,-1 0-1 0 0,9-3 1 0 0,-2-1 154 0 0,0-1 1 0 0,-1 0 0 0 0,1 0-1 0 0,-1-1 1 0 0,-1 0 0 0 0,1 0-1 0 0,-1-1 1 0 0,0-1 0 0 0,8-10-1 0 0,-12 13-214 0 0,-1-1-1 0 0,1 1 0 0 0,-1-1 0 0 0,-1 0 1 0 0,1-1-1 0 0,-1 1 0 0 0,0 0 0 0 0,-1-1 1 0 0,0 0-1 0 0,0 1 0 0 0,-1-1 0 0 0,1 0 1 0 0,-2 0-1 0 0,1-13 0 0 0,-2 16-36 0 0,1 0 0 0 0,-1 0-1 0 0,0 0 1 0 0,-1 0 0 0 0,1 1 0 0 0,-1-1 0 0 0,0 1 0 0 0,0-1-1 0 0,0 1 1 0 0,0 0 0 0 0,-1-1 0 0 0,0 1 0 0 0,0 0-1 0 0,0 1 1 0 0,0-1 0 0 0,-1 1 0 0 0,1-1 0 0 0,-1 1-1 0 0,0 0 1 0 0,0 0 0 0 0,0 1 0 0 0,0-1 0 0 0,0 1 0 0 0,-9-4-1 0 0,-15-3 15 0 0,-1 2 0 0 0,0 0-1 0 0,0 2 1 0 0,-57-3-1 0 0,61 7-583 0 0,-1-1 0 0 0,1-1-1 0 0,-1-1 1 0 0,1-1 0 0 0,0-1-1 0 0,1-2 1 0 0,-31-13-1 0 0,36 11-6497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9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86 398 6449 0 0,'-15'-23'2226'0'0,"1"-1"0"0"0,1-1 0 0 0,1 0-1 0 0,-15-46 1 0 0,26 68-1960 0 0,-3-16 833 0 0,16 30 648 0 0,15 31 584 0 0,-13-19-2333 0 0,107 162-77 0 0,-101-159 68 0 0,1 0 1 0 0,1-1-1 0 0,1-2 1 0 0,42 34 0 0 0,-64-56 23 0 0,-1 0-1 0 0,1-1 1 0 0,0 1 0 0 0,0 0 0 0 0,0-1 0 0 0,0 1 0 0 0,0-1 0 0 0,0 1 0 0 0,0-1 0 0 0,0 0 0 0 0,0 1 0 0 0,0-1 0 0 0,0 0 0 0 0,0 0 0 0 0,1 0 0 0 0,0 1 0 0 0,-1-2 5 0 0,-1 1 1 0 0,1 0-1 0 0,-1 0 0 0 0,1-1 1 0 0,-1 1-1 0 0,1 0 0 0 0,-1 0 1 0 0,0-1-1 0 0,1 1 0 0 0,-1-1 1 0 0,1 1-1 0 0,-1 0 0 0 0,0-1 1 0 0,1 1-1 0 0,-1-1 0 0 0,0 1 1 0 0,0-1-1 0 0,1 1 0 0 0,-1-1 1 0 0,0 1-1 0 0,0-1 0 0 0,0 1 1 0 0,1-2-1 0 0,0-4 175 0 0,-1 0 1 0 0,1 0-1 0 0,-1-1 1 0 0,-2-10 0 0 0,1 1 31 0 0,3-27 50 0 0,1-1 0 0 0,3 0 0 0 0,10-43 0 0 0,42-126-1334 0 0,-36 139 233 0 0,-11 43 347 0 0,1 2-1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1.5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130 593 6913 0 0,'-3'-2'158'0'0,"-1"0"-1"0"0,1 0 0 0 0,0 0 1 0 0,-1 0-1 0 0,1-1 0 0 0,1 1 1 0 0,-1-1-1 0 0,-5-5 0 0 0,4 3 655 0 0,-4-4 201 0 0,-1 0 1 0 0,2-1-1 0 0,-1-1 0 0 0,1 1 1 0 0,1-1-1 0 0,-9-20 1 0 0,8 14-307 0 0,1 0 0 0 0,1 0 0 0 0,1-1 0 0 0,-3-26 0 0 0,5 26-499 0 0,0 0 0 0 0,2-1 0 0 0,0 1 1 0 0,2-1-1 0 0,0 1 0 0 0,0-1 1 0 0,2 1-1 0 0,0 0 0 0 0,2 1 0 0 0,8-23 1 0 0,-8 29-171 0 0,0 0-1 0 0,0 0 1 0 0,1 1 0 0 0,0 0 0 0 0,1 0 0 0 0,0 1-1 0 0,1 0 1 0 0,16-13 0 0 0,-21 18-37 0 0,1 1-1 0 0,0 0 1 0 0,-1-1 0 0 0,2 2 0 0 0,-1-1-1 0 0,0 0 1 0 0,1 1 0 0 0,-1 0 0 0 0,1 1-1 0 0,-1-1 1 0 0,1 1 0 0 0,0 0 0 0 0,0 0 0 0 0,-1 1-1 0 0,1-1 1 0 0,0 1 0 0 0,0 1 0 0 0,0-1-1 0 0,0 1 1 0 0,7 2 0 0 0,-9-1-21 0 0,0 0 0 0 0,0 0 0 0 0,0 1 0 0 0,0-1 0 0 0,-1 1-1 0 0,0 0 1 0 0,1 0 0 0 0,-1 0 0 0 0,0 0 0 0 0,0 0 0 0 0,-1 1 0 0 0,1 0 0 0 0,-1-1 0 0 0,1 1 0 0 0,-1 0 0 0 0,0 0 0 0 0,-1 0 0 0 0,1 0 0 0 0,-1 0 0 0 0,2 9 0 0 0,2 8-151 0 0,-2 1 1 0 0,3 39 0 0 0,-1 59-381 0 0,6-1 1 0 0,29 132 0 0 0,-38-242 511 0 0,0-1 0 0 0,1 0 1 0 0,0-1-1 0 0,0 1 0 0 0,1 0 1 0 0,0-1-1 0 0,6 8 0 0 0,-9-13 4 0 0,0 0-1 0 0,0-1 0 0 0,1 1 1 0 0,-1-1-1 0 0,0 1 0 0 0,1-1 1 0 0,0 1-1 0 0,-1-1 1 0 0,1 0-1 0 0,-1 0 0 0 0,1 0 1 0 0,0 0-1 0 0,0 0 0 0 0,0 0 1 0 0,0 0-1 0 0,0-1 1 0 0,0 1-1 0 0,0-1 0 0 0,0 1 1 0 0,0-1-1 0 0,0 0 0 0 0,0 0 1 0 0,0 0-1 0 0,0 0 1 0 0,0 0-1 0 0,0 0 0 0 0,0-1 1 0 0,0 1-1 0 0,0-1 0 0 0,0 1 1 0 0,0-1-1 0 0,0 0 1 0 0,-1 0-1 0 0,4-1 0 0 0,5-4 175 0 0,-1-1-1 0 0,1 0 1 0 0,-2 0 0 0 0,1-1-1 0 0,-1 0 1 0 0,0 0-1 0 0,-1-1 1 0 0,0 0-1 0 0,0-1 1 0 0,-1 1 0 0 0,0-1-1 0 0,-1 0 1 0 0,0-1-1 0 0,0 1 1 0 0,-1-1-1 0 0,-1 0 1 0 0,0 0 0 0 0,0 0-1 0 0,-1-1 1 0 0,-1 1-1 0 0,0-1 1 0 0,0 1 0 0 0,-1 0-1 0 0,0-1 1 0 0,-1 1-1 0 0,-1-1 1 0 0,0 1-1 0 0,0 0 1 0 0,-1 0 0 0 0,0 0-1 0 0,-1 0 1 0 0,-1 0-1 0 0,-9-17 1 0 0,10 21-93 0 0,1 1 0 0 0,-1 0 0 0 0,-1 0 0 0 0,1 1 0 0 0,-1-1 0 0 0,0 1 0 0 0,0 0 0 0 0,-1 0 0 0 0,1 1 0 0 0,-1-1 0 0 0,0 1 0 0 0,-1 1 0 0 0,1-1 0 0 0,-7-2 0 0 0,3 3-29 0 0,-1 0 0 0 0,1 0 0 0 0,-1 1 0 0 0,0 1 0 0 0,0 0 0 0 0,1 0 0 0 0,-1 1 0 0 0,-19 2 0 0 0,1 1-222 0 0,1 2 1 0 0,0 1 0 0 0,-41 14-1 0 0,43-10-2142 0 0,-43 22 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2.0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42 375 7834 0 0,'-1'0'33'0'0,"-40"-1"13593"0"0,51 6-13536 0 0,-1 0 0 0 0,0 0 0 0 0,0 0 0 0 0,0 1 0 0 0,-1 1 0 0 0,0-1 0 0 0,0 1 0 0 0,13 15 0 0 0,-9-9-57 0 0,1 0-1 0 0,26 18 1 0 0,-27-23 13 0 0,1 1 0 0 0,0-2 1 0 0,1 0-1 0 0,0 0 0 0 0,0-1 1 0 0,0-1-1 0 0,1-1 0 0 0,0 0 1 0 0,0 0-1 0 0,23 1 0 0 0,-43-60 1524 0 0,4 27-1450 0 0,-1-1-1 0 0,-2 1 1 0 0,-1 0 0 0 0,-1 0 0 0 0,-1 0 0 0 0,-2 0-1 0 0,-1 1 1 0 0,0 1 0 0 0,-2 0 0 0 0,-17-27 0 0 0,21 42-387 0 0,1-1 1 0 0,1-1 0 0 0,0 1 0 0 0,1-1-1 0 0,0 0 1 0 0,1 0 0 0 0,0 0 0 0 0,1-1-1 0 0,1 0 1 0 0,-1-14 0 0 0,3 4-7992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8.6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7 142 6449 0 0,'-1'-5'-70'0'0,"-4"-60"1881"0"0,5 58-791 0 0,0 0-1 0 0,1 0 0 0 0,-1 0 0 0 0,2 0 0 0 0,-1 0 0 0 0,1 1 0 0 0,3-9 0 0 0,-5 14-937 0 0,0 1-1 0 0,0-1 1 0 0,0 1-1 0 0,0 0 1 0 0,0-1-1 0 0,0 1 1 0 0,0 0-1 0 0,1-1 1 0 0,-1 1-1 0 0,0 0 0 0 0,0-1 1 0 0,0 1-1 0 0,1 0 1 0 0,-1-1-1 0 0,0 1 1 0 0,0 0-1 0 0,1-1 1 0 0,-1 1-1 0 0,0 0 0 0 0,0 0 1 0 0,1 0-1 0 0,-1-1 1 0 0,0 1-1 0 0,1 0 1 0 0,-1 0-1 0 0,0 0 1 0 0,1 0-1 0 0,-1-1 1 0 0,1 1-1 0 0,-1 0 0 0 0,0 0 1 0 0,1 0-1 0 0,-1 0 1 0 0,0 0-1 0 0,1 0 1 0 0,-1 0-1 0 0,1 0 1 0 0,-1 0-1 0 0,0 0 0 0 0,1 0 1 0 0,10 15 1265 0 0,2 22-678 0 0,-4 34-297 0 0,0 136 0 0 0,-8-111-277 0 0,46 628 72 0 0,-13-277-22 0 0,44 302 386 0 0,-67-649-87 0 0,-6 195 0 0 0,-4-262-1205 0 0,1-1 0 0 0,9 46-1 0 0,-9-64-33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243 165 3225 0 0,'-145'21'3296'0'0,"48"-16"7283"0"0,115-9-7804 0 0,391-48 202 0 0,-32 43-2275 0 0,-35 2-326 0 0,-266 2-288 0 0,0-4 0 0 0,110-28 0 0 0,-104 13-46 0 0,-55 14-69 0 0,0 1 1 0 0,1 2-1 0 0,-1 1 0 0 0,2 1 0 0 0,29-1 1 0 0,-57 6-2 0 0,0 0 1 0 0,1-1-1 0 0,-1 1 1 0 0,0 0-1 0 0,1 0 1 0 0,-1 1-1 0 0,0-1 1 0 0,1 0-1 0 0,-1 0 1 0 0,0 1-1 0 0,1-1 1 0 0,-1 0-1 0 0,0 1 1 0 0,0 0-1 0 0,1-1 1 0 0,-1 1-1 0 0,0 0 1 0 0,0-1-1 0 0,0 1 1 0 0,0 0-1 0 0,0 0 1 0 0,0 0-1 0 0,0 0 1 0 0,0 0-1 0 0,0 0 0 0 0,-1 0 1 0 0,1 0-1 0 0,0 1 1 0 0,-1-1-1 0 0,1 0 1 0 0,0 0-1 0 0,-1 0 1 0 0,0 1-1 0 0,1-1 1 0 0,-1 0-1 0 0,0 1 1 0 0,0-1-1 0 0,0 0 1 0 0,1 1-1 0 0,-1-1 1 0 0,-1 3-1 0 0,0 4-667 0 0,-1 1 0 0 0,1 0 1 0 0,-2-1-1 0 0,1 0 0 0 0,-6 11 0 0 0,6-14-33 0 0,-6 16-5949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4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65 5985 0 0,'30'-15'8723'0'0,"26"-8"-4116"0"0,-30 16-3831 0 0,0 1 1 0 0,0 1-1 0 0,40-2 1 0 0,-30 5-925 0 0,-1 2 1 0 0,0 2-1 0 0,1 1 1 0 0,45 10-1 0 0,-5 9-1747 0 0,-45-11-4015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7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58 0 920 0 0,'-1'0'598'0'0,"-1"0"1"0"0,0 1-1 0 0,1-1 0 0 0,-1 0 0 0 0,0 0 0 0 0,1 1 1 0 0,-1-1-1 0 0,1 1 0 0 0,-12 7 4786 0 0,11-6-4786 0 0,0 1-110 0 0,0 0 0 0 0,0 0-1 0 0,0 0 1 0 0,0 0 0 0 0,0 1 0 0 0,1-1-1 0 0,0 0 1 0 0,-1 5 0 0 0,-2 6-247 0 0,2 1-1 0 0,0 0 1 0 0,0 17 0 0 0,1-19 621 0 0,0 305 2359 0 0,2-76-2410 0 0,8 525-1813 0 0,-7-725 467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0.6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39 3225 0 0,'-15'3'-255'0'0,"9"-2"1275"0"0,-1 1-1 0 0,1-1 1 0 0,-1 1-1 0 0,1 0 1 0 0,0 0-1 0 0,0 1 1 0 0,0 0-1 0 0,1 0 0 0 0,-1 0 1 0 0,-5 5-1 0 0,24-7 2120 0 0,19 5-2563 0 0,-29-6-312 0 0,55 10 510 0 0,-1-3 1 0 0,60 0 0 0 0,119-11 152 0 0,-78 0-446 0 0,948-45 666 0 0,-909 37-1056 0 0,101 0 150 0 0,55-4 227 0 0,-277 11-343 0 0,120 7-1 0 0,-167 1-236 0 0,0 0 0 0 0,0 3 0 0 0,-1 0 0 0 0,1 1 0 0 0,-1 2 1 0 0,-1 1-1 0 0,33 17 0 0 0,-45-19-162 0 0,15 8-847 0 0,-9-11-3071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1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19 10594 0 0,'-35'-8'1382'0'0,"3"-1"745"0"0,10 7 3670 0 0,27 45-3659 0 0,7 331-1507 0 0,4 37-615 0 0,-4-321-201 0 0,8 87 386 0 0,-19-150-825 0 0,-1 0-1 0 0,-1-1 1 0 0,-1 1-1 0 0,-9 40 1 0 0,-6-22-2549 0 0,14-39 2733 0 0,0 0-1 0 0,1 0 1 0 0,-1 1-1 0 0,1-1 0 0 0,0 1 1 0 0,1-1-1 0 0,0 1 1 0 0,0-1-1 0 0,0 1 1 0 0,1 0-1 0 0,0 8 1 0 0,2-9 386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 4145 0 0,'-8'3'741'0'0,"1"1"-1"0"0,-1 0 1 0 0,1 1 0 0 0,0 0-1 0 0,1 0 1 0 0,-1 0 0 0 0,1 1 0 0 0,-11 12-1 0 0,-2 1 1364 0 0,16-17-1890 0 0,1 0 1 0 0,0 0 0 0 0,0 0-1 0 0,0 0 1 0 0,0 0 0 0 0,1 0-1 0 0,-1 1 1 0 0,1-1-1 0 0,-1 0 1 0 0,1 1 0 0 0,0-1-1 0 0,-1 1 1 0 0,0 4 0 0 0,2-5-133 0 0,0-1 0 0 0,1 1 0 0 0,-1-1 1 0 0,1 1-1 0 0,-1-1 0 0 0,1 1 1 0 0,-1-1-1 0 0,1 0 0 0 0,0 1 0 0 0,-1-1 1 0 0,1 0-1 0 0,0 1 0 0 0,0-1 1 0 0,0 0-1 0 0,0 0 0 0 0,0 0 0 0 0,1 0 1 0 0,-1 0-1 0 0,0 0 0 0 0,0 0 1 0 0,1 0-1 0 0,-1-1 0 0 0,0 1 0 0 0,1 0 1 0 0,-1-1-1 0 0,2 1 0 0 0,14 6-61 0 0,-1 0-1 0 0,1-1 1 0 0,0-1-1 0 0,0-1 1 0 0,20 3-1 0 0,91 4 73 0 0,-42-5-70 0 0,-86-6-24 0 0,1 0 0 0 0,-1 0 0 0 0,1 0 0 0 0,0 0 1 0 0,-1 0-1 0 0,1 0 0 0 0,-1 0 0 0 0,1 0 0 0 0,0 0 0 0 0,-1 1 0 0 0,1-1 1 0 0,-1 0-1 0 0,1 0 0 0 0,-1 1 0 0 0,1-1 0 0 0,-1 0 0 0 0,1 1 0 0 0,-1-1 1 0 0,1 0-1 0 0,-1 1 0 0 0,1-1 0 0 0,-1 1 0 0 0,1-1 0 0 0,-1 1 0 0 0,0-1 1 0 0,1 1-1 0 0,-1-1 0 0 0,0 1 0 0 0,0-1 0 0 0,1 2 0 0 0,-1-1-3 0 0,0 0-1 0 0,0 1 0 0 0,-1-1 1 0 0,1 0-1 0 0,0 1 1 0 0,0-1-1 0 0,-1 0 0 0 0,1 0 1 0 0,-1 1-1 0 0,1-1 0 0 0,-1 0 1 0 0,0 0-1 0 0,-1 2 1 0 0,-30 33-151 0 0,30-33 138 0 0,-51 46-485 0 0,31-30 362 0 0,1 1 0 0 0,1 1 0 0 0,-28 37-1 0 0,48-57 143 0 0,-1-1 1 0 0,1 1-1 0 0,-1-1 0 0 0,1 1 0 0 0,-1 0 0 0 0,1-1 0 0 0,0 1 0 0 0,-1 0 0 0 0,1 0 0 0 0,0-1 0 0 0,0 1 0 0 0,-1 0 1 0 0,1 0-1 0 0,0-1 0 0 0,0 1 0 0 0,0 0 0 0 0,0 0 0 0 0,0-1 0 0 0,0 1 0 0 0,0 0 0 0 0,0 0 0 0 0,0-1 1 0 0,0 1-1 0 0,1 0 0 0 0,-1 0 0 0 0,0-1 0 0 0,1 1 0 0 0,-1 0 0 0 0,0 0 0 0 0,1 0 0 0 0,1 1-16 0 0,-1-1 0 0 0,1 0 0 0 0,0 0 0 0 0,-1 0 0 0 0,1 0 0 0 0,0-1 0 0 0,-1 1 0 0 0,1 0 0 0 0,0-1 0 0 0,0 1 0 0 0,-1-1 0 0 0,4 0 0 0 0,5 1 3 0 0,1 0 0 0 0,-1-1-1 0 0,18-2 1 0 0,-24 1 89 0 0,10-1 130 0 0,0 0-1 0 0,1 1 1 0 0,-1 1-1 0 0,0 0 1 0 0,16 2-1 0 0,-28-2-187 0 0,1 1-1 0 0,-1-1 1 0 0,0 1 0 0 0,1 0 0 0 0,-1-1-1 0 0,0 1 1 0 0,0 0 0 0 0,0 1 0 0 0,1-1 0 0 0,-1 0-1 0 0,0 1 1 0 0,-1-1 0 0 0,1 1 0 0 0,0-1-1 0 0,3 5 1 0 0,-4-4-20 0 0,0 0-1 0 0,0 0 1 0 0,0 1 0 0 0,-1-1 0 0 0,1 0-1 0 0,0 1 1 0 0,-1-1 0 0 0,0 1-1 0 0,1-1 1 0 0,-1 1 0 0 0,0-1 0 0 0,0 1-1 0 0,-1-1 1 0 0,1 1 0 0 0,0-1-1 0 0,-1 0 1 0 0,1 1 0 0 0,-1-1 0 0 0,-1 3-1 0 0,-5 11-59 0 0,-1 1 0 0 0,0-2-1 0 0,-1 1 1 0 0,-1-1 0 0 0,0 0-1 0 0,-1-1 1 0 0,-17 16 0 0 0,11-10-689 0 0,0 1-1 0 0,-16 26 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0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7802 0 0,'0'1'177'0'0,"1"0"1"0"0,-1 0 0 0 0,1 0 0 0 0,-1 0 0 0 0,0 0 0 0 0,1 0-1 0 0,-1 0 1 0 0,0 0 0 0 0,0 0 0 0 0,0 1 0 0 0,0-1 0 0 0,0 0-1 0 0,0 0 1 0 0,0 0 0 0 0,0 0 0 0 0,0 0 0 0 0,0 0 0 0 0,-1 2-1 0 0,1-1 167 0 0,1 29 2301 0 0,2 1 0 0 0,8 34 0 0 0,2 7-1292 0 0,15 114-204 0 0,8 75-829 0 0,-8 267-178 0 0,-29-495-909 0 0,-9 66 0 0 0,9-97 624 0 0,-1 15-783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0 10594 0 0,'-18'15'2031'0'0,"15"-13"-1493"0"0,1-1 1 0 0,0 1-1 0 0,-1 0 0 0 0,1 0 1 0 0,0 0-1 0 0,0 0 1 0 0,0 0-1 0 0,1 0 1 0 0,-4 5-1 0 0,47-9 1981 0 0,-29 0-2410 0 0,0 2-1 0 0,-1-1 0 0 0,1 1 0 0 0,0 1 1 0 0,-1 0-1 0 0,16 4 0 0 0,-20-3-103 0 0,-1 0 0 0 0,0 0 0 0 0,0 0-1 0 0,0 1 1 0 0,0 0 0 0 0,-1 0 0 0 0,1 1 0 0 0,-1 0-1 0 0,0 0 1 0 0,0 0 0 0 0,0 1 0 0 0,5 5 0 0 0,-10-8-18 0 0,1 0 1 0 0,-1-1 0 0 0,-1 1 0 0 0,1 0 0 0 0,0-1 0 0 0,0 1 0 0 0,-1 0-1 0 0,1 0 1 0 0,-1 0 0 0 0,1 0 0 0 0,-1 0 0 0 0,0 0 0 0 0,0 0 0 0 0,0-1-1 0 0,0 1 1 0 0,0 0 0 0 0,0 0 0 0 0,0 0 0 0 0,-1 0 0 0 0,1 0 0 0 0,-1 0-1 0 0,1 0 1 0 0,-1-1 0 0 0,0 1 0 0 0,0 0 0 0 0,0 0 0 0 0,-1 2 0 0 0,-5 6-104 0 0,0 1 0 0 0,-1-1 0 0 0,-10 11 0 0 0,3-4-57 0 0,-26 29-234 0 0,31-37 311 0 0,0 1 1 0 0,1 0-1 0 0,0 0 1 0 0,1 1-1 0 0,0 0 1 0 0,1 0-1 0 0,0 1 0 0 0,1 0 1 0 0,-6 15-1 0 0,12-25 105 0 0,-1-1 0 0 0,1 1 0 0 0,0-1-1 0 0,0 1 1 0 0,-1-1 0 0 0,1 1 0 0 0,0-1 0 0 0,0 1-1 0 0,1-1 1 0 0,-1 1 0 0 0,0 0 0 0 0,0-1-1 0 0,1 1 1 0 0,-1-1 0 0 0,1 1 0 0 0,-1-1 0 0 0,1 0-1 0 0,0 1 1 0 0,0-1 0 0 0,-1 0 0 0 0,1 1-1 0 0,0-1 1 0 0,0 0 0 0 0,0 0 0 0 0,0 0-1 0 0,1 0 1 0 0,-1 0 0 0 0,0 0 0 0 0,0 0 0 0 0,1 0-1 0 0,-1 0 1 0 0,0 0 0 0 0,1-1 0 0 0,-1 1-1 0 0,1-1 1 0 0,-1 1 0 0 0,1-1 0 0 0,-1 1 0 0 0,3-1-1 0 0,8 2 77 0 0,1 0 0 0 0,-1-1 0 0 0,1 0 0 0 0,14-2 0 0 0,1 1-28 0 0,-21 0-42 0 0,-1 1 1 0 0,1 0-1 0 0,0 0 0 0 0,-1 0 1 0 0,1 1-1 0 0,-1 0 1 0 0,9 4-1 0 0,-13-5-8 0 0,0 0-1 0 0,-1 0 1 0 0,1 0 0 0 0,-1 0-1 0 0,1 1 1 0 0,-1-1-1 0 0,0 0 1 0 0,1 1-1 0 0,-1-1 1 0 0,0 1-1 0 0,0 0 1 0 0,0-1-1 0 0,0 1 1 0 0,0 0 0 0 0,-1 0-1 0 0,1-1 1 0 0,0 1-1 0 0,-1 0 1 0 0,0 0-1 0 0,1 0 1 0 0,-1 0-1 0 0,0 0 1 0 0,0 0-1 0 0,0 0 1 0 0,0 0 0 0 0,0 0-1 0 0,0-1 1 0 0,0 1-1 0 0,-1 0 1 0 0,0 2-1 0 0,-5 17-30 0 0,-1-1 0 0 0,-1 0-1 0 0,0-1 1 0 0,-2 1 0 0 0,0-2 0 0 0,-24 33-1 0 0,18-28-103 0 0,1 1 0 0 0,1 1 0 0 0,-11 28 0 0 0,25-52 59 0 0,-1-1 0 0 0,1 1 0 0 0,0-1 0 0 0,-1 0 0 0 0,1 1 0 0 0,0-1 0 0 0,0 1 0 0 0,0-1 0 0 0,-1 1 0 0 0,1-1 1 0 0,0 1-1 0 0,0-1 0 0 0,0 1 0 0 0,0-1 0 0 0,0 0 0 0 0,0 1 0 0 0,0-1 0 0 0,0 1 0 0 0,0-1 0 0 0,0 1 1 0 0,0-1-1 0 0,0 1 0 0 0,0-1 0 0 0,0 1 0 0 0,1-1 0 0 0,-1 1 0 0 0,0-1 0 0 0,0 1 0 0 0,0-1 0 0 0,1 0 1 0 0,-1 1-1 0 0,0-1 0 0 0,1 1 0 0 0,-1-1 0 0 0,0 0 0 0 0,1 1 0 0 0,-1-1 0 0 0,0 0 0 0 0,1 1 0 0 0,-1-1 1 0 0,1 0-1 0 0,-1 0 0 0 0,1 0 0 0 0,-1 1 0 0 0,0-1 0 0 0,1 0 0 0 0,0 0 0 0 0,24-4-5309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3.7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3424 38 112 0 0,'19'-12'-312'0'0,"7"-5"2872"0"0,-4 9 5518 0 0,-21 8-7860 0 0,-1 0 0 0 0,1 1 0 0 0,0-1 0 0 0,0 1 0 0 0,-1-1 0 0 0,1 1 0 0 0,0-1 0 0 0,-1 1 0 0 0,1-1 0 0 0,0 1 0 0 0,-1-1 0 0 0,1 1 0 0 0,-1 0 0 0 0,1-1 0 0 0,-1 1 0 0 0,0 0 0 0 0,1 0 0 0 0,-1-1 0 0 0,1 1 0 0 0,-1 0 0 0 0,0 0 0 0 0,0 0 0 0 0,0-1 0 0 0,1 1 0 0 0,-1 0 0 0 0,0 0 0 0 0,0 1-1 0 0,2 30 985 0 0,-1-26-728 0 0,35 450 3162 0 0,-16-188-2779 0 0,-17-216-802 0 0,-1-22-46 0 0,0-4 18 0 0,-3 45 1 0 0,0-55-10 0 0,1-1-1 0 0,2 23 1 0 0,-2-33-11 0 0,1 1 0 0 0,0 0 0 0 0,0-1 0 0 0,1 1 0 0 0,-1 0 0 0 0,1-1 1 0 0,0 0-1 0 0,1 1 0 0 0,4 7 0 0 0,-7-13 2 0 0,1 0-1 0 0,-1 1 1 0 0,0-1-1 0 0,1 0 1 0 0,-1 1 0 0 0,1-1-1 0 0,-1 1 1 0 0,0-1 0 0 0,0 1-1 0 0,1-1 1 0 0,-1 1 0 0 0,0-1-1 0 0,0 1 1 0 0,1-1-1 0 0,-1 1 1 0 0,0-1 0 0 0,0 1-1 0 0,0-1 1 0 0,0 1 0 0 0,0-1-1 0 0,0 1 1 0 0,0-1 0 0 0,0 1-1 0 0,0 0 1 0 0,0-1-1 0 0,0 1 1 0 0,0-1 0 0 0,-1 1-1 0 0,-12 4 216 0 0,4-3-275 0 0,-35 13 144 0 0,26-9-87 0 0,0 0-1 0 0,-1-1 0 0 0,1-1 0 0 0,-1 0 1 0 0,-35 1-1 0 0,-433 11-1144 0 0,335-8 763 0 0,-189-13 0 0 0,137-8-966 0 0,-374 24 1 0 0,409 6 473 0 0,-338 17 1948 0 0,422-36-1213 0 0,-588 14 907 0 0,669-11-759 0 0,-9 0 310 0 0,0 0 0 0 0,-25-2 0 0 0,34 1-276 0 0,0-1 1 0 0,0 0-1 0 0,0 0 1 0 0,0 0-1 0 0,0 0 1 0 0,1-1-1 0 0,-1 0 0 0 0,0 1 1 0 0,1-1-1 0 0,-1-1 1 0 0,1 1-1 0 0,0 0 0 0 0,-5-5 1 0 0,6 5-190 0 0,0 0-1 0 0,0 1 1 0 0,0-1 0 0 0,0 1-1 0 0,0 0 1 0 0,0-1 0 0 0,0 1-1 0 0,-1 0 1 0 0,1 0 0 0 0,0 0-1 0 0,0 1 1 0 0,-1-1 0 0 0,-4 0-1 0 0,-19 4-5298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4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5377 0 0,'5'6'14974'0'0,"27"192"-12959"0"0,-6-49-1768 0 0,46 490-7 0 0,-71-629-220 0 0,1 11 58 0 0,0-1 1 0 0,-1 1 0 0 0,-1-1 0 0 0,-1 1-1 0 0,-8 40 1 0 0,6-52-183 0 0,3-11-108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2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76 149 8290 0 0,'-9'-12'1267'0'0,"-32"-46"2508"0"0,37 52-3187 0 0,1 0-1 0 0,-1-1 1 0 0,2 1 0 0 0,-1 0-1 0 0,0-1 1 0 0,1 0 0 0 0,-2-10-1 0 0,4 16-466 0 0,0 0-1 0 0,0 0 1 0 0,0 0 0 0 0,0 0-1 0 0,0 1 1 0 0,-1-1-1 0 0,2 0 1 0 0,-1 0 0 0 0,0 0-1 0 0,0 1 1 0 0,0-1-1 0 0,0 0 1 0 0,0 0 0 0 0,1 0-1 0 0,-1 1 1 0 0,0-1-1 0 0,1 0 1 0 0,0-1-1 0 0,9 4 1460 0 0,12 22-796 0 0,-8 3-758 0 0,-1 1 0 0 0,-1 1 0 0 0,-2 0 1 0 0,0 0-1 0 0,7 49 0 0 0,-2-16-18 0 0,9 35-609 0 0,5 0 0 0 0,4-3-1 0 0,54 110 1 0 0,-77-186-1492 0 0,-1-2-4652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6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51 177 6449 0 0,'-5'-12'368'0'0,"-18"-37"2731"0"0,22 47-2489 0 0,-1 0-1 0 0,0-1 1 0 0,1 1-1 0 0,-1 0 1 0 0,0 0-1 0 0,0 0 1 0 0,0 1-1 0 0,0-1 1 0 0,-4-2-1 0 0,8 37 2020 0 0,5 14-2693 0 0,3 0 1 0 0,31 89-1 0 0,-36-123 34 0 0,0-1 1 0 0,1 1-1 0 0,0-1 0 0 0,1 0 0 0 0,0 0 0 0 0,1-1 0 0 0,1 0 1 0 0,-1 0-1 0 0,2-1 0 0 0,-1-1 0 0 0,2 1 0 0 0,-1-1 0 0 0,1-1 1 0 0,0 0-1 0 0,13 7 0 0 0,-21-14 55 0 0,0 1 0 0 0,0-1 0 0 0,-1 0 0 0 0,1 0 0 0 0,0 0 0 0 0,0 0 0 0 0,0 0 0 0 0,1-1 0 0 0,-1 1 0 0 0,0-1 0 0 0,0 0 0 0 0,0 0 0 0 0,0 0 0 0 0,0 0 0 0 0,0-1 1 0 0,1 1-1 0 0,-1-1 0 0 0,0 1 0 0 0,0-1 0 0 0,0 0 0 0 0,0-1 0 0 0,-1 1 0 0 0,1 0 0 0 0,0-1 0 0 0,0 0 0 0 0,-1 1 0 0 0,1-1 0 0 0,-1 0 0 0 0,0 0 0 0 0,1-1 0 0 0,-1 1 0 0 0,0 0 0 0 0,0-1 0 0 0,0 1 0 0 0,-1-1 0 0 0,1 0 0 0 0,-1 1 0 0 0,2-5 0 0 0,1-2 151 0 0,0 0 0 0 0,-1-1 0 0 0,0 1 0 0 0,-1-1 0 0 0,0 1 0 0 0,0-1 0 0 0,-1 0 1 0 0,-1 0-1 0 0,1 1 0 0 0,-2-1 0 0 0,-1-13-1 0 0,-4-5-41 0 0,-2 1 0 0 0,-2-1-1 0 0,0 2 1 0 0,-1-1 0 0 0,-2 1-1 0 0,-1 1 1 0 0,0 1 0 0 0,-2 0-1 0 0,-23-26 1 0 0,32 41-930 0 0,-1 0 1 0 0,0 1-1 0 0,0 0 0 0 0,-1 1 1 0 0,0 0-1 0 0,0 0 1 0 0,0 1-1 0 0,-21-10 1 0 0,14 10-5768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0.00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0 312 5985 0 0,'10'2'8495'0'0,"5"5"-4204"0"0,-1 1-4118 0 0,0 0-1 0 0,0 1 1 0 0,-1 1-1 0 0,22 20 1 0 0,-2 6-14 0 0,-13-14-192 0 0,1 0 1 0 0,0-1 0 0 0,27 19-1 0 0,-41-35 114 0 0,1 0 1 0 0,-1 0-1 0 0,1-1 0 0 0,0 0 1 0 0,0-1-1 0 0,0 0 0 0 0,0 0 1 0 0,0-1-1 0 0,1 0 0 0 0,-1 0 1 0 0,1-1-1 0 0,0 0 0 0 0,-1 0 1 0 0,1-1-1 0 0,11-1 0 0 0,-17 0-9 0 0,1 0 0 0 0,-1 0 0 0 0,0 0 0 0 0,0 0 0 0 0,1 0 0 0 0,-1-1-1 0 0,0 0 1 0 0,0 0 0 0 0,0 1 0 0 0,-1-2 0 0 0,1 1 0 0 0,0 0-1 0 0,-1 0 1 0 0,1-1 0 0 0,-1 0 0 0 0,0 1 0 0 0,0-1 0 0 0,0 0-1 0 0,0 0 1 0 0,0 0 0 0 0,-1 0 0 0 0,0 0 0 0 0,1 0 0 0 0,-1-1 0 0 0,0 1-1 0 0,0 0 1 0 0,0-6 0 0 0,2-10 76 0 0,0 0-1 0 0,-1-1 1 0 0,-1-31-1 0 0,-1 39-36 0 0,-12-152 428 0 0,6 105-850 0 0,1-70 0 0 0,7 106-126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1.72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53 5529 0 0,'-5'-7'1810'0'0,"0"-1"0"0"0,0 1 0 0 0,-8-23 9931 0 0,31 56-11476 0 0,2 31-102 0 0,-2 0 0 0 0,18 108-1 0 0,-6-26-95 0 0,-24-114-161 0 0,3 11-980 0 0,16 43 0 0 0,-19-63-200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2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7 116 6913 0 0,'-2'-7'707'0'0,"0"1"0"0"0,1 0-1 0 0,0-1 1 0 0,1 1-1 0 0,-1-1 1 0 0,1 1-1 0 0,0 0 1 0 0,1-1-1 0 0,1-6 1 0 0,-2 10-343 0 0,1 0 0 0 0,0 0 0 0 0,0 0 0 0 0,0-1 0 0 0,0 1 0 0 0,0 1 0 0 0,1-1 0 0 0,-1 0 0 0 0,3-3 0 0 0,-3 5-205 0 0,-1 0 0 0 0,1 0 0 0 0,0 0 1 0 0,0 1-1 0 0,0-1 0 0 0,0 0 1 0 0,0 0-1 0 0,0 1 0 0 0,1-1 0 0 0,-1 0 1 0 0,0 1-1 0 0,0-1 0 0 0,0 1 0 0 0,1 0 1 0 0,-1-1-1 0 0,0 1 0 0 0,0 0 1 0 0,1 0-1 0 0,-1-1 0 0 0,0 1 0 0 0,1 0 1 0 0,0 1-1 0 0,1-1-87 0 0,0 1 1 0 0,0 0 0 0 0,0 0-1 0 0,0 1 1 0 0,0-1 0 0 0,0 0-1 0 0,0 1 1 0 0,-1 0-1 0 0,1 0 1 0 0,-1 0 0 0 0,1 0-1 0 0,-1 0 1 0 0,0 0 0 0 0,0 0-1 0 0,0 1 1 0 0,0-1-1 0 0,0 1 1 0 0,0 0 0 0 0,-1 0-1 0 0,2 4 1 0 0,4 8 7 0 0,0 1 1 0 0,6 24 0 0 0,-10-29-8 0 0,20 65-17 0 0,-1 2-407 0 0,3-1-1 0 0,4-1 1 0 0,40 75 0 0 0,-64-140-36 0 0,13 16-3663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5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180 4 1840 0 0,'-2'-1'324'0'0,"0"0"0"0"0,-1 1 0 0 0,1 0 0 0 0,0-1 0 0 0,-1 1 0 0 0,1 0 0 0 0,0 0 0 0 0,-1 0 0 0 0,1 0-1 0 0,0 1 1 0 0,0-1 0 0 0,-1 1 0 0 0,1-1 0 0 0,0 1 0 0 0,0 0 0 0 0,0 0 0 0 0,-1 0 0 0 0,1 0 0 0 0,0 0-1 0 0,0 0 1 0 0,1 0 0 0 0,-1 1 0 0 0,-2 1 0 0 0,-2 2 65 0 0,0 0 0 0 0,0 1-1 0 0,0 0 1 0 0,0 0 0 0 0,-5 8 0 0 0,-42 71 1722 0 0,48-76-1785 0 0,0 1 0 0 0,1-1 1 0 0,0 1-1 0 0,1 0 0 0 0,0 0 0 0 0,0 0 0 0 0,-1 17 1 0 0,4-25-217 0 0,0 0 0 0 0,-1 0 1 0 0,1 0-1 0 0,1 0 0 0 0,-1 0 1 0 0,0 0-1 0 0,0 0 1 0 0,1 0-1 0 0,-1 0 0 0 0,1 0 1 0 0,0 0-1 0 0,0 0 0 0 0,0 0 1 0 0,-1 0-1 0 0,2 0 1 0 0,-1-1-1 0 0,0 1 0 0 0,0 0 1 0 0,1-1-1 0 0,1 3 0 0 0,0-2-3 0 0,-1-1 0 0 0,1 1 0 0 0,0-1 0 0 0,0 1 0 0 0,-1-1-1 0 0,1 0 1 0 0,0 0 0 0 0,0-1 0 0 0,0 1 0 0 0,0 0-1 0 0,0-1 1 0 0,5 0 0 0 0,8 0 178 0 0,0-2 0 0 0,-1 0 0 0 0,1 0-1 0 0,19-7 1 0 0,-28 8-164 0 0,77-26 430 0 0,-64 19-609 0 0,1 1 0 0 0,0 1 1 0 0,0 0-1 0 0,1 2 0 0 0,36-3 0 0 0,-45 9-652 0 0,-3 1-211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72 11058 0 0,'-7'-71'9654'0'0,"23"113"-7825"0"0,-10 1-1732 0 0,-1 1 0 0 0,-3 0 0 0 0,-1-1 0 0 0,-7 54 1 0 0,2 25 24 0 0,3-111-93 0 0,2-1-1 0 0,0 1 1 0 0,0-1 0 0 0,1 1 0 0 0,0-1-1 0 0,0 0 1 0 0,2 0 0 0 0,-1 0 0 0 0,5 10-1 0 0,-6-17-19 0 0,0-1 0 0 0,-1 1 0 0 0,1 0-1 0 0,0-1 1 0 0,0 0 0 0 0,0 1 0 0 0,0-1 0 0 0,1 0-1 0 0,-1 0 1 0 0,1 0 0 0 0,-1 0 0 0 0,1 0 0 0 0,-1-1-1 0 0,1 1 1 0 0,0-1 0 0 0,0 0 0 0 0,0 0-1 0 0,0 0 1 0 0,0 0 0 0 0,0 0 0 0 0,0-1 0 0 0,0 1-1 0 0,1-1 1 0 0,-1 0 0 0 0,0 0 0 0 0,0 0-1 0 0,0 0 1 0 0,0-1 0 0 0,0 1 0 0 0,0-1 0 0 0,0 0-1 0 0,1 0 1 0 0,-2 0 0 0 0,4-1 0 0 0,23-10-168 0 0,-2-2 0 0 0,0 0 1 0 0,31-23-1 0 0,23-12-899 0 0,-16 17-704 0 0,-20 12-5077 0 0,-28 13 1023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6449 0 0,'0'0'819'0'0,"1"25"6521"0"0,11 73 123 0 0,0 6-6221 0 0,2-17-1302 0 0,12 66 874 0 0,-7-79-3325 0 0,9-4-4086 0 0,-20-54 144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0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34 4609 0 0,'1'-33'17019'0'0,"0"33"-16846"0"0,13 15 13 0 0,-9-3 13 0 0,0 0 0 0 0,0 0-1 0 0,-1 0 1 0 0,0 1-1 0 0,3 24 1 0 0,1 70-8 0 0,-1-11-297 0 0,-6-86 50 0 0,3 19-677 0 0,1 1-1 0 0,1-1 1 0 0,13 37 0 0 0,-12-51-570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3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49 73 3225 0 0,'3'-9'145'0'0,"-1"3"613"0"0,1 1-1 0 0,-2-1 0 0 0,1 0 1 0 0,-1 0-1 0 0,0 0 0 0 0,0 0 1 0 0,0 0-1 0 0,-1-8 0 0 0,-4 12 974 0 0,-3 8-772 0 0,-3 8 196 0 0,4-3-682 0 0,0 0 1 0 0,1 0-1 0 0,0 1 1 0 0,0 0-1 0 0,1 0 1 0 0,1 0-1 0 0,0 0 0 0 0,1 0 1 0 0,0 1-1 0 0,1-1 1 0 0,0 1-1 0 0,1-1 0 0 0,2 16 1 0 0,-1-23-434 0 0,-1 0-1 0 0,1 0 1 0 0,0 0 0 0 0,1 0 0 0 0,-1 0-1 0 0,1 0 1 0 0,0-1 0 0 0,0 1 0 0 0,1 0-1 0 0,-1-1 1 0 0,1 0 0 0 0,0 1 0 0 0,0-1-1 0 0,0 0 1 0 0,1-1 0 0 0,0 1 0 0 0,-1-1-1 0 0,1 1 1 0 0,0-1 0 0 0,1 0 0 0 0,-1-1-1 0 0,1 1 1 0 0,-1-1 0 0 0,1 0 0 0 0,0 0-1 0 0,-1 0 1 0 0,1 0 0 0 0,0-1 0 0 0,0 0-1 0 0,0 0 1 0 0,0 0 0 0 0,1-1 0 0 0,-1 0-1 0 0,6 0 1 0 0,2-1-245 0 0,0 0 0 0 0,0-1-1 0 0,-1 0 1 0 0,1 0 0 0 0,-1-2-1 0 0,0 0 1 0 0,0 0 0 0 0,0-1 0 0 0,0 0-1 0 0,-1-1 1 0 0,0 0 0 0 0,12-10-1 0 0,0 0-6820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9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162 159 2304 0 0,'-5'-18'349'0'0,"-4"-20"10100"0"0,15 63-8078 0 0,-4-15-2299 0 0,0 1 1 0 0,1-1 0 0 0,0 0 0 0 0,1-1-1 0 0,0 1 1 0 0,1-1 0 0 0,0 1 0 0 0,11 15-1 0 0,-14-22-66 0 0,1-1 0 0 0,-1 1 0 0 0,1-1-1 0 0,0 0 1 0 0,-1 0 0 0 0,1 0 0 0 0,0 0-1 0 0,0 0 1 0 0,1 0 0 0 0,-1-1-1 0 0,0 0 1 0 0,0 1 0 0 0,1-1 0 0 0,-1 0-1 0 0,1-1 1 0 0,-1 1 0 0 0,1-1 0 0 0,-1 1-1 0 0,1-1 1 0 0,-1 0 0 0 0,1 0 0 0 0,-1-1-1 0 0,1 1 1 0 0,-1-1 0 0 0,0 0 0 0 0,1 0-1 0 0,-1 0 1 0 0,1 0 0 0 0,5-3-1 0 0,-5 2 32 0 0,-1 0 0 0 0,0 1 0 0 0,1-1 0 0 0,-1 0 0 0 0,0 0 0 0 0,0-1 0 0 0,0 1 0 0 0,0-1 0 0 0,-1 1 0 0 0,1-1 0 0 0,-1 0 0 0 0,1 0 0 0 0,-1 0 0 0 0,0-1 0 0 0,0 1 0 0 0,-1 0 0 0 0,1-1 0 0 0,1-4 0 0 0,-1 2 83 0 0,-1 0 0 0 0,0 1 1 0 0,0-1-1 0 0,-1 0 0 0 0,0 0 0 0 0,0 0 0 0 0,0 1 0 0 0,-1-1 0 0 0,0 0 1 0 0,0 0-1 0 0,-2-7 0 0 0,1 6-17 0 0,-1 0 0 0 0,1 0 1 0 0,-1 0-1 0 0,-1 0 0 0 0,1 0 0 0 0,-1 1 1 0 0,0 0-1 0 0,-1-1 0 0 0,1 2 0 0 0,-1-1 0 0 0,0 0 1 0 0,-1 1-1 0 0,1 0 0 0 0,-1 0 0 0 0,0 1 1 0 0,0 0-1 0 0,-1 0 0 0 0,1 0 0 0 0,-9-3 0 0 0,9 6-130 0 0,-1 0 0 0 0,0 0-1 0 0,0 1 1 0 0,0-1 0 0 0,0 2-1 0 0,0-1 1 0 0,0 1-1 0 0,0 0 1 0 0,1 0 0 0 0,-1 1-1 0 0,0 0 1 0 0,1 0 0 0 0,-1 1-1 0 0,1-1 1 0 0,0 1-1 0 0,0 1 1 0 0,-11 7 0 0 0,5-2-45 0 0,-1 0-1 0 0,2 1 1 0 0,-1 0 0 0 0,2 1 0 0 0,-1 0 0 0 0,1 1 0 0 0,-9 14 0 0 0,16-22 37 0 0,1 1 0 0 0,-1-1-1 0 0,1 1 1 0 0,0-1 0 0 0,0 1 0 0 0,1-1 0 0 0,-1 1 0 0 0,1 0 0 0 0,0 0 0 0 0,1 0 0 0 0,-1 0-1 0 0,1 0 1 0 0,0 0 0 0 0,0-1 0 0 0,0 1 0 0 0,1 0 0 0 0,0 0 0 0 0,0 0 0 0 0,0 0-1 0 0,0 0 1 0 0,4 8 0 0 0,-3-10 34 0 0,0 1-1 0 0,1-1 1 0 0,-1 1 0 0 0,1-1-1 0 0,-1 0 1 0 0,1 0-1 0 0,0 0 1 0 0,0-1-1 0 0,1 1 1 0 0,-1-1 0 0 0,0 1-1 0 0,1-1 1 0 0,0 0-1 0 0,-1-1 1 0 0,1 1 0 0 0,0 0-1 0 0,0-1 1 0 0,0 0-1 0 0,0 0 1 0 0,0 0-1 0 0,0-1 1 0 0,0 1 0 0 0,0-1-1 0 0,0 0 1 0 0,0 0-1 0 0,7-1 1 0 0,-1-1 64 0 0,0 0 0 0 0,0 0 0 0 0,0-1-1 0 0,0 0 1 0 0,-1-1 0 0 0,0 0 0 0 0,1 0 0 0 0,-1-1 0 0 0,14-10-1 0 0,-20 12-21 0 0,1 1-1 0 0,0-1 0 0 0,-1 0 0 0 0,1 0 0 0 0,-1-1 0 0 0,0 1 1 0 0,0-1-1 0 0,0 1 0 0 0,0-1 0 0 0,-1 0 0 0 0,0 0 0 0 0,1 0 1 0 0,-2-1-1 0 0,1 1 0 0 0,0 0 0 0 0,-1-1 0 0 0,0 1 0 0 0,0-1 0 0 0,0 1 1 0 0,0-1-1 0 0,-1 0 0 0 0,0 1 0 0 0,0-7 0 0 0,-1 8 17 0 0,0 0-1 0 0,0-1 1 0 0,0 1-1 0 0,0 0 1 0 0,-1 0-1 0 0,1 1 1 0 0,-1-1-1 0 0,0 0 1 0 0,0 0-1 0 0,0 1 1 0 0,0-1-1 0 0,0 1 1 0 0,-3-3-1 0 0,4 5-105 0 0,0-1-1 0 0,0 0 0 0 0,0 0 0 0 0,0 0 0 0 0,0 1 0 0 0,0-1 1 0 0,0 0-1 0 0,0 1 0 0 0,0-1 0 0 0,-1 1 0 0 0,1-1 0 0 0,0 1 1 0 0,0 0-1 0 0,0-1 0 0 0,-1 1 0 0 0,1 0 0 0 0,0 0 0 0 0,0 0 1 0 0,-1 0-1 0 0,1 0 0 0 0,0 0 0 0 0,-1 0 0 0 0,1 1 0 0 0,0-1 1 0 0,0 0-1 0 0,0 1 0 0 0,-1-1 0 0 0,1 1 0 0 0,0-1 0 0 0,0 1 1 0 0,0 0-1 0 0,0-1 0 0 0,0 1 0 0 0,0 0 0 0 0,-2 1 0 0 0,-2 5-1363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0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83 2216 0 0,'-31'2'7245'0'0,"52"-2"199"0"0,107-8-6395 0 0,203 13-1 0 0,-6 1-566 0 0,-218-10-440 0 0,1003-30 748 0 0,-737 30-625 0 0,203-6 193 0 0,-351-6 92 0 0,61-3 300 0 0,-187 18-598 0 0,1 6-1 0 0,-1 3 0 0 0,164 36 1 0 0,-256-43-306 0 0,0 1 0 0 0,0 0 0 0 0,0 1 0 0 0,0 0 0 0 0,12 6 0 0 0,-17-8 29 0 0,0 1 0 0 0,0-1 0 0 0,0 0 0 0 0,-1 0 0 0 0,1 1 0 0 0,-1-1 0 0 0,1 1 0 0 0,-1-1 0 0 0,0 1 0 0 0,1 0 0 0 0,-1 0 0 0 0,0-1 0 0 0,0 1 0 0 0,0 0 0 0 0,0 0 0 0 0,-1 0 0 0 0,1 0 0 0 0,0 0 0 0 0,-1 0 0 0 0,1 0 0 0 0,-1 0 0 0 0,0 1 0 0 0,0-1 0 0 0,0 4 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1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88 1840 0 0,'-18'-27'2404'0'0,"17"24"-1930"0"0,0 0 0 0 0,-1 1 0 0 0,1-1 0 0 0,-1 1 0 0 0,0-1 0 0 0,1 1 0 0 0,-1 0 0 0 0,0 0 0 0 0,-3-3 0 0 0,3 5-313 0 0,1-1 1 0 0,0 1-1 0 0,0-1 1 0 0,-1 1 0 0 0,1 0-1 0 0,0 0 1 0 0,-1-1-1 0 0,1 1 1 0 0,0 0-1 0 0,-1 0 1 0 0,1 0-1 0 0,-1 1 1 0 0,1-1-1 0 0,0 0 1 0 0,-1 0 0 0 0,1 1-1 0 0,0-1 1 0 0,0 1-1 0 0,-1-1 1 0 0,1 1-1 0 0,0 0 1 0 0,0-1-1 0 0,0 1 1 0 0,0 0 0 0 0,-2 1-1 0 0,-26 21 1992 0 0,24-18-1983 0 0,-1 0-1 0 0,1 0 1 0 0,-1-1-1 0 0,0 0 1 0 0,0 0-1 0 0,-11 4 1 0 0,33-13 1512 0 0,4-3-1215 0 0,1 1 1 0 0,0 1-1 0 0,1 1 0 0 0,-1 1 0 0 0,1 1 0 0 0,41-1 1 0 0,85 24-501 0 0,25 0-62 0 0,100-17 21 0 0,81 5 20 0 0,20 10 191 0 0,44 4 188 0 0,-58-8 124 0 0,-285-16-225 0 0,-1-3 1 0 0,137-27-1 0 0,-162 21-143 0 0,296-60 564 0 0,-264 58-559 0 0,0 4 0 0 0,108 2 0 0 0,-60 17-94 0 0,17-1 57 0 0,-124-9-47 0 0,0-1-1 0 0,1-1 1 0 0,-1-1 0 0 0,35-10-1 0 0,-51 11-129 0 0,0 0-5 0 0,0 0 1 0 0,0 1 0 0 0,1-1-1 0 0,11 0 1 0 0,-15 3-466 0 0,1-1-1 0 0,-1 0 1 0 0,0 1-1 0 0,0 0 1 0 0,0 0-1 0 0,0 0 1 0 0,0 0 0 0 0,0 0-1 0 0,-1 1 1 0 0,1-1-1 0 0,0 1 1 0 0,3 2 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4.6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2761 0 0,'39'30'3020'0'0,"-12"-14"2465"0"0,-20-25-6151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5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235 313 1376 0 0,'3'-10'298'0'0,"-1"0"0"0"0,0 0-1 0 0,0-1 1 0 0,-1 1 0 0 0,0-1-1 0 0,0 1 1 0 0,-3-21 0 0 0,1 26-420 0 0,1 0 0 0 0,-1 1 0 0 0,-1-1 1 0 0,1 0-1 0 0,-1 1 0 0 0,1-1 0 0 0,-1 1 1 0 0,-1 0-1 0 0,1 0 0 0 0,0 0 0 0 0,-1 0 1 0 0,0 0-1 0 0,0 0 0 0 0,0 1 0 0 0,-1-1 1 0 0,1 1-1 0 0,-1 0 0 0 0,-5-4 0 0 0,-23-22 2303 0 0,28 24-831 0 0,0 0 0 0 0,-1 1 0 0 0,1 0 0 0 0,-1 0 0 0 0,1 1 0 0 0,-8-5 0 0 0,12 8-1223 0 0,-1 0 1 0 0,1 1 0 0 0,0-1-1 0 0,-1 0 1 0 0,1 0-1 0 0,-1 0 1 0 0,1 1-1 0 0,-1-1 1 0 0,1 0 0 0 0,0 0-1 0 0,-1 1 1 0 0,1-1-1 0 0,0 0 1 0 0,-1 1-1 0 0,1-1 1 0 0,0 0 0 0 0,-1 1-1 0 0,1-1 1 0 0,0 1-1 0 0,0-1 1 0 0,0 0 0 0 0,-1 1-1 0 0,1-1 1 0 0,0 1-1 0 0,0-1 1 0 0,0 1-1 0 0,0-1 1 0 0,0 1 0 0 0,0-1-1 0 0,0 1 1 0 0,0-1-1 0 0,0 0 1 0 0,0 2-1 0 0,-4 22 605 0 0,4-21-432 0 0,-1 4-137 0 0,1 0 1 0 0,-1 0-1 0 0,2 0 1 0 0,-1 0-1 0 0,1 0 1 0 0,0 0-1 0 0,0 0 1 0 0,0 0-1 0 0,5 12 1 0 0,-5-17-129 0 0,0-1 0 0 0,0 1 1 0 0,-1 0-1 0 0,1 0 0 0 0,0-1 0 0 0,0 1 0 0 0,1-1 1 0 0,-1 1-1 0 0,0-1 0 0 0,0 0 0 0 0,1 1 0 0 0,-1-1 0 0 0,1 0 1 0 0,-1 0-1 0 0,1 0 0 0 0,0 0 0 0 0,-1 0 0 0 0,1 0 1 0 0,0 0-1 0 0,0-1 0 0 0,-1 1 0 0 0,1 0 0 0 0,0-1 1 0 0,0 0-1 0 0,0 1 0 0 0,0-1 0 0 0,0 0 0 0 0,-1 0 1 0 0,1 0-1 0 0,0 0 0 0 0,0 0 0 0 0,0-1 0 0 0,0 1 1 0 0,0-1-1 0 0,0 1 0 0 0,-1-1 0 0 0,1 0 0 0 0,0 1 1 0 0,0-1-1 0 0,1-1 0 0 0,3-1-63 0 0,-1-1-1 0 0,0 1 1 0 0,1-1 0 0 0,-1 0-1 0 0,0 0 1 0 0,-1-1 0 0 0,1 0 0 0 0,-1 1-1 0 0,0-1 1 0 0,0-1 0 0 0,-1 1-1 0 0,1-1 1 0 0,-1 1 0 0 0,0-1-1 0 0,3-11 1 0 0,-4 12 9 0 0,0 0 0 0 0,-1 0 0 0 0,1-1 0 0 0,-1 1 0 0 0,-1 0 0 0 0,1-1 0 0 0,-1 1 0 0 0,0-1 0 0 0,0 1 0 0 0,0 0 0 0 0,-1-1 0 0 0,0 1 0 0 0,0 0 0 0 0,0-1 0 0 0,-1 1 0 0 0,1 0 0 0 0,-1 0 0 0 0,-6-10 0 0 0,7 14 52 0 0,0 0-1 0 0,0-1 0 0 0,-1 1 0 0 0,1 0 0 0 0,-1 0 0 0 0,1 0 1 0 0,-1 0-1 0 0,1 0 0 0 0,-1 0 0 0 0,0 0 0 0 0,1 1 0 0 0,-1-1 1 0 0,0 0-1 0 0,0 1 0 0 0,1 0 0 0 0,-1-1 0 0 0,0 1 0 0 0,0 0 1 0 0,0 0-1 0 0,0 0 0 0 0,1 0 0 0 0,-1 0 0 0 0,0 0 1 0 0,0 1-1 0 0,0-1 0 0 0,1 1 0 0 0,-1-1 0 0 0,0 1 0 0 0,0-1 1 0 0,1 1-1 0 0,-1 0 0 0 0,1 0 0 0 0,-1 0 0 0 0,-2 2 0 0 0,-1 0-13 0 0,-1 1-1 0 0,1-1 0 0 0,-1 2 1 0 0,1-1-1 0 0,0 0 0 0 0,1 1 1 0 0,-1 0-1 0 0,-5 8 0 0 0,7-8-49 0 0,0 0-1 0 0,0 1 0 0 0,0 0 1 0 0,0-1-1 0 0,1 1 0 0 0,0 0 1 0 0,1 0-1 0 0,-1 0 0 0 0,1 0 1 0 0,0 1-1 0 0,1-1 0 0 0,-1 0 1 0 0,1 0-1 0 0,1 1 0 0 0,-1-1 1 0 0,1 0-1 0 0,0 0 0 0 0,0 0 1 0 0,1 1-1 0 0,0-2 0 0 0,0 1 1 0 0,0 0-1 0 0,1 0 0 0 0,0-1 1 0 0,0 1-1 0 0,0-1 0 0 0,1 0 1 0 0,0 0-1 0 0,0 0 0 0 0,0 0 1 0 0,0-1-1 0 0,1 1 0 0 0,-1-1 1 0 0,1-1-1 0 0,7 5 0 0 0,-11-7 6 0 0,0 0 0 0 0,0 0 0 0 0,-1-1 0 0 0,1 1 0 0 0,0-1-1 0 0,0 1 1 0 0,0-1 0 0 0,0 1 0 0 0,-1-1 0 0 0,1 1 0 0 0,0-1 0 0 0,0 0 0 0 0,0 1-1 0 0,0-1 1 0 0,0 0 0 0 0,0 0 0 0 0,0 0 0 0 0,0 0 0 0 0,0 0 0 0 0,0 0 0 0 0,0 0-1 0 0,0 0 1 0 0,0 0 0 0 0,0 0 0 0 0,0-1 0 0 0,0 1 0 0 0,0 0 0 0 0,0-1 0 0 0,0 1-1 0 0,0 0 1 0 0,0-1 0 0 0,0 1 0 0 0,-1-1 0 0 0,1 0 0 0 0,0 1 0 0 0,0-1 0 0 0,-1 0-1 0 0,1 1 1 0 0,0-1 0 0 0,-1 0 0 0 0,1 0 0 0 0,-1 0 0 0 0,1 0 0 0 0,-1 1 0 0 0,1-1-1 0 0,-1 0 1 0 0,1 0 0 0 0,-1 0 0 0 0,0 0 0 0 0,1-2 0 0 0,-1-1 53 0 0,1 0 1 0 0,0 0 0 0 0,-1 0-1 0 0,0 0 1 0 0,0 0 0 0 0,0 0 0 0 0,-1 0-1 0 0,1 1 1 0 0,-1-1 0 0 0,0 0-1 0 0,-2-6 1 0 0,0 4 110 0 0,0 0 1 0 0,-1 0-1 0 0,0 0 1 0 0,0 1-1 0 0,0-1 0 0 0,0 1 1 0 0,-1 0-1 0 0,0 1 1 0 0,0-1-1 0 0,-9-6 1 0 0,12 10-126 0 0,1 0 0 0 0,-1 1 0 0 0,1-1 0 0 0,-1 0 0 0 0,1 0 0 0 0,-1 1 1 0 0,0-1-1 0 0,1 1 0 0 0,-1-1 0 0 0,0 1 0 0 0,0 0 0 0 0,1 0 0 0 0,-1-1 1 0 0,0 1-1 0 0,0 1 0 0 0,1-1 0 0 0,-1 0 0 0 0,0 0 0 0 0,1 1 0 0 0,-1-1 0 0 0,0 0 1 0 0,1 1-1 0 0,-1 0 0 0 0,0-1 0 0 0,1 1 0 0 0,-1 0 0 0 0,1 0 0 0 0,-1 0 1 0 0,1 0-1 0 0,0 0 0 0 0,-1 0 0 0 0,1 1 0 0 0,0-1 0 0 0,0 0 0 0 0,0 1 0 0 0,0-1 1 0 0,0 0-1 0 0,0 1 0 0 0,0-1 0 0 0,0 1 0 0 0,0 0 0 0 0,1-1 0 0 0,-1 1 1 0 0,0 2-1 0 0,-2 3-109 0 0,0 1 1 0 0,1-1-1 0 0,0 1 0 0 0,0 0 1 0 0,0-1-1 0 0,1 1 1 0 0,0 0-1 0 0,1 0 1 0 0,0 15-1 0 0,1-20 62 0 0,-1-1-1 0 0,1 0 1 0 0,-1 1 0 0 0,1-1 0 0 0,0 0-1 0 0,0 0 1 0 0,0 1 0 0 0,0-1 0 0 0,0 0-1 0 0,0 0 1 0 0,1 0 0 0 0,-1 0 0 0 0,0 0-1 0 0,1-1 1 0 0,0 1 0 0 0,0 0 0 0 0,-1-1-1 0 0,1 1 1 0 0,0-1 0 0 0,0 0 0 0 0,0 1-1 0 0,0-1 1 0 0,1 0 0 0 0,-1 0 0 0 0,0 0-1 0 0,0-1 1 0 0,1 1 0 0 0,-1 0 0 0 0,0-1-1 0 0,1 0 1 0 0,-1 1 0 0 0,0-1 0 0 0,1 0-1 0 0,-1 0 1 0 0,1-1 0 0 0,3 0 0 0 0,-1 1 59 0 0,1-1 0 0 0,-1 0 0 0 0,0 0 1 0 0,1-1-1 0 0,-1 1 0 0 0,0-1 0 0 0,0 0 0 0 0,0-1 1 0 0,0 1-1 0 0,-1-1 0 0 0,1 0 0 0 0,-1 0 1 0 0,1-1-1 0 0,-1 1 0 0 0,0-1 0 0 0,6-8 1 0 0,-7 9 13 0 0,0-1 1 0 0,-1 0-1 0 0,0 1 1 0 0,1-1-1 0 0,-1 0 1 0 0,-1-1-1 0 0,1 1 1 0 0,0 0-1 0 0,-1 0 1 0 0,0-1-1 0 0,0 1 1 0 0,-1-1-1 0 0,1 1 1 0 0,-1-1-1 0 0,0 1 1 0 0,0-1-1 0 0,0 1 1 0 0,-1-1-1 0 0,1 1 1 0 0,-3-8-1 0 0,-1 2 51 0 0,0-1-1 0 0,-1 0 0 0 0,0 1 1 0 0,-1 0-1 0 0,0 0 0 0 0,-1 0 1 0 0,0 1-1 0 0,0 0 0 0 0,-10-9 1 0 0,13 15-57 0 0,1-1 1 0 0,-1 1 0 0 0,0-1-1 0 0,0 1 1 0 0,0 1-1 0 0,-1-1 1 0 0,1 0 0 0 0,-1 1-1 0 0,1 0 1 0 0,-1 0 0 0 0,0 0-1 0 0,1 1 1 0 0,-1 0 0 0 0,0 0-1 0 0,0 0 1 0 0,0 0-1 0 0,0 1 1 0 0,0 0 0 0 0,0 0-1 0 0,0 0 1 0 0,0 1 0 0 0,0-1-1 0 0,-7 3 1 0 0,8-2-98 0 0,1 1-1 0 0,-1 0 1 0 0,1 0 0 0 0,-1 0 0 0 0,1 0 0 0 0,0 1 0 0 0,0-1-1 0 0,0 1 1 0 0,0 0 0 0 0,0 0 0 0 0,1 0 0 0 0,-1 0-1 0 0,1 0 1 0 0,0 0 0 0 0,0 1 0 0 0,0-1 0 0 0,0 1-1 0 0,1 0 1 0 0,-1-1 0 0 0,1 1 0 0 0,0 0 0 0 0,0 0-1 0 0,1 0 1 0 0,-1 0 0 0 0,1 0 0 0 0,-1 0 0 0 0,1 0-1 0 0,1 0 1 0 0,-1 0 0 0 0,0 0 0 0 0,2 4 0 0 0,-1-2-37 0 0,0 0 1 0 0,0-1-1 0 0,0 0 1 0 0,1 1-1 0 0,0-1 0 0 0,0 0 1 0 0,0 1-1 0 0,0-1 1 0 0,1 0-1 0 0,0-1 1 0 0,0 1-1 0 0,1 0 1 0 0,-1-1-1 0 0,1 0 0 0 0,0 0 1 0 0,0 0-1 0 0,0 0 1 0 0,1-1-1 0 0,-1 1 1 0 0,1-1-1 0 0,9 4 1 0 0,-9-5 45 0 0,-1-1 1 0 0,1 0-1 0 0,0 0 1 0 0,-1 0-1 0 0,1-1 1 0 0,0 1-1 0 0,0-1 1 0 0,0-1-1 0 0,0 1 1 0 0,-1-1-1 0 0,1 1 1 0 0,0-1-1 0 0,0-1 1 0 0,-1 1 0 0 0,1-1-1 0 0,-1 1 1 0 0,1-1-1 0 0,-1-1 1 0 0,0 1-1 0 0,6-4 1 0 0,-8 4 94 0 0,1 0 0 0 0,-1-1 0 0 0,0 1 0 0 0,0 0 0 0 0,0-1 0 0 0,0 1 1 0 0,0-1-1 0 0,0 1 0 0 0,-1-1 0 0 0,0 0 0 0 0,1 0 0 0 0,-1 0 0 0 0,0 0 0 0 0,0 0 1 0 0,0 0-1 0 0,-1 0 0 0 0,1 0 0 0 0,-1 0 0 0 0,0 0 0 0 0,0 0 0 0 0,0 0 0 0 0,0 0 0 0 0,0 0 1 0 0,-1 0-1 0 0,1 0 0 0 0,-1-1 0 0 0,0 1 0 0 0,0 1 0 0 0,0-1 0 0 0,0 0 0 0 0,-1 0 1 0 0,-1-3-1 0 0,0 1 52 0 0,1 0 1 0 0,-1 1-1 0 0,0-1 1 0 0,0 1-1 0 0,-1 0 1 0 0,1-1-1 0 0,-1 2 1 0 0,0-1-1 0 0,0 0 1 0 0,0 1-1 0 0,-1 0 0 0 0,1 0 1 0 0,-1 0-1 0 0,0 0 1 0 0,0 1-1 0 0,0 0 1 0 0,0 0-1 0 0,0 0 1 0 0,0 1-1 0 0,0-1 1 0 0,-1 1-1 0 0,1 1 1 0 0,0-1-1 0 0,-1 1 1 0 0,1 0-1 0 0,-1 0 1 0 0,-6 1-1 0 0,6 0-768 0 0,-1 1 0 0 0,1-1-1 0 0,-1 1 1 0 0,1 1 0 0 0,0-1 0 0 0,0 1-1 0 0,0 0 1 0 0,-9 6 0 0 0,-5 7-5832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6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69 5529 0 0,'-5'10'756'0'0,"0"1"0"0"0,1-1 1 0 0,0 1-1 0 0,1 0 0 0 0,1 0 0 0 0,-1 0 0 0 0,0 12 0 0 0,3-20-687 0 0,0-1-1 0 0,0 0 0 0 0,0 0 1 0 0,0 0-1 0 0,0 0 0 0 0,0 1 0 0 0,0-1 1 0 0,1 0-1 0 0,-1 0 0 0 0,1 0 1 0 0,0 0-1 0 0,-1 0 0 0 0,1 0 0 0 0,0 0 1 0 0,0 0-1 0 0,0 0 0 0 0,1 0 1 0 0,-1-1-1 0 0,0 1 0 0 0,1 0 0 0 0,-1-1 1 0 0,1 1-1 0 0,-1-1 0 0 0,1 1 1 0 0,0-1-1 0 0,0 0 0 0 0,-1 0 0 0 0,1 0 1 0 0,0 0-1 0 0,0 0 0 0 0,0 0 1 0 0,0 0-1 0 0,0-1 0 0 0,1 1 1 0 0,-1-1-1 0 0,0 0 0 0 0,0 1 0 0 0,0-1 1 0 0,0 0-1 0 0,0 0 0 0 0,1 0 1 0 0,-1 0-1 0 0,3-2 0 0 0,0 2-1 0 0,0-1 0 0 0,-1 0 0 0 0,1-1-1 0 0,-1 1 1 0 0,1-1 0 0 0,-1 0 0 0 0,0 0 0 0 0,0 0-1 0 0,1-1 1 0 0,-2 0 0 0 0,1 1 0 0 0,0-1 0 0 0,-1-1 0 0 0,1 1-1 0 0,-1 0 1 0 0,0-1 0 0 0,0 0 0 0 0,0 0 0 0 0,0 1-1 0 0,-1-2 1 0 0,0 1 0 0 0,0 0 0 0 0,0 0 0 0 0,0-1 0 0 0,-1 1-1 0 0,1-1 1 0 0,-1 1 0 0 0,0-1 0 0 0,0-5 0 0 0,0 6 70 0 0,-1-1 0 0 0,1 1 0 0 0,-1-1 0 0 0,1 0 0 0 0,-1 0 0 0 0,-1 1 0 0 0,1-1 0 0 0,-1 0 0 0 0,0 1 0 0 0,0-1 0 0 0,0 1 0 0 0,0-1 0 0 0,-1 1 0 0 0,0-1 0 0 0,0 1 0 0 0,0 0 0 0 0,0 0 1 0 0,-1 0-1 0 0,0 0 0 0 0,0 1 0 0 0,0-1 0 0 0,0 1 0 0 0,0-1 0 0 0,-1 1 0 0 0,1 0 0 0 0,-1 0 0 0 0,0 1 0 0 0,0-1 0 0 0,-5-2 0 0 0,6 4-130 0 0,-1 1 0 0 0,0-1 0 0 0,0 1 1 0 0,0-1-1 0 0,0 1 0 0 0,1 0 0 0 0,-1 0 0 0 0,0 1 0 0 0,0-1 0 0 0,0 1 0 0 0,0 0 0 0 0,1 0 1 0 0,-1 0-1 0 0,0 0 0 0 0,1 1 0 0 0,-1-1 0 0 0,1 1 0 0 0,-1 0 0 0 0,1 0 0 0 0,0 1 1 0 0,0-1-1 0 0,0 0 0 0 0,0 1 0 0 0,0 0 0 0 0,-2 3 0 0 0,-1 0-121 0 0,1 0 0 0 0,0 0 0 0 0,0 1 0 0 0,0-1 0 0 0,1 1 0 0 0,0 0 0 0 0,0 1 0 0 0,1-1 0 0 0,0 0 0 0 0,0 1 0 0 0,-1 10 0 0 0,3-17 92 0 0,1 1 1 0 0,0 0-1 0 0,0 0 0 0 0,0-1 0 0 0,0 1 1 0 0,0 0-1 0 0,0 0 0 0 0,0-1 0 0 0,0 1 1 0 0,1 0-1 0 0,-1-1 0 0 0,1 1 1 0 0,-1 0-1 0 0,1-1 0 0 0,0 1 0 0 0,0-1 1 0 0,0 1-1 0 0,0-1 0 0 0,0 1 0 0 0,0-1 1 0 0,0 1-1 0 0,0-1 0 0 0,2 1 0 0 0,0 0 44 0 0,0 0 0 0 0,0 0 0 0 0,0 0 1 0 0,0-1-1 0 0,1 1 0 0 0,-1-1 0 0 0,0 0 0 0 0,1 0 0 0 0,-1 0 0 0 0,7 0 0 0 0,2 0 124 0 0,0-1 0 0 0,-1 0 0 0 0,1-1 1 0 0,-1 0-1 0 0,1-1 0 0 0,12-3 0 0 0,-20 4-92 0 0,0-1 0 0 0,0 0 0 0 0,0 1-1 0 0,0-1 1 0 0,0 0 0 0 0,0-1 0 0 0,-1 1 0 0 0,1-1-1 0 0,-1 0 1 0 0,0 0 0 0 0,1 0 0 0 0,-1 0 0 0 0,-1 0-1 0 0,1-1 1 0 0,0 1 0 0 0,-1-1 0 0 0,3-5 0 0 0,-4 7-31 0 0,0 0 1 0 0,-1 0 0 0 0,1-1 0 0 0,-1 1-1 0 0,0 0 1 0 0,1 0 0 0 0,-1 0 0 0 0,0-1 0 0 0,0 1-1 0 0,0 0 1 0 0,-1 0 0 0 0,1 0 0 0 0,0 0 0 0 0,-1-1-1 0 0,0 1 1 0 0,1 0 0 0 0,-1 0 0 0 0,0 0 0 0 0,0 0-1 0 0,0 0 1 0 0,0 1 0 0 0,-1-1 0 0 0,1 0-1 0 0,0 0 1 0 0,-1 1 0 0 0,1-1 0 0 0,-1 1 0 0 0,1-1-1 0 0,-1 1 1 0 0,0 0 0 0 0,0-1 0 0 0,0 1 0 0 0,0 0-1 0 0,0 0 1 0 0,0 0 0 0 0,-2 0 0 0 0,1-1-202 0 0,-1 1 0 0 0,1-1 0 0 0,-1 1 0 0 0,0 0 0 0 0,1 0 0 0 0,-1 1 1 0 0,0-1-1 0 0,0 1 0 0 0,1-1 0 0 0,-1 1 0 0 0,0 0 0 0 0,0 1 0 0 0,1-1 0 0 0,-1 1 1 0 0,0 0-1 0 0,0-1 0 0 0,1 2 0 0 0,-1-1 0 0 0,1 0 0 0 0,-7 4 0 0 0,-9 8-6561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8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39 259 4609 0 0,'-6'-25'1516'0'0,"2"-1"0"0"0,-2-28-1 0 0,-1-4 1341 0 0,4 41-1781 0 0,-5-61 5866 0 0,15 178-5344 0 0,-12-2-1539 0 0,-1 44-57 0 0,6-119 2 0 0,1-1 0 0 0,2 1 0 0 0,0 0 0 0 0,7 23 0 0 0,-8-40 27 0 0,0 0 0 0 0,0-1 0 0 0,0 1 0 0 0,1-1 0 0 0,-1 1 0 0 0,1-1 0 0 0,0 0 0 0 0,1 0-1 0 0,-1 0 1 0 0,1-1 0 0 0,0 1 0 0 0,1-1 0 0 0,-1 0 0 0 0,1 0 0 0 0,-1 0 0 0 0,1-1 0 0 0,0 1 0 0 0,1-1 0 0 0,10 4-1 0 0,-8-4 19 0 0,0-1 0 0 0,0 0-1 0 0,1-1 1 0 0,-1 1 0 0 0,1-2 0 0 0,-1 1-1 0 0,1-1 1 0 0,-1-1 0 0 0,1 1-1 0 0,-1-1 1 0 0,1-1 0 0 0,-1 0-1 0 0,12-4 1 0 0,17-8 60 0 0,59-31-1 0 0,12-5-3904 0 0,-91 44-3271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12 4609 0 0,'0'-1'72'0'0,"-1"0"-1"0"0,1 1 1 0 0,-1-1 0 0 0,1 1 0 0 0,-1-1-1 0 0,1 1 1 0 0,-1-1 0 0 0,0 1 0 0 0,1-1-1 0 0,-1 1 1 0 0,0 0 0 0 0,0-1-1 0 0,1 1 1 0 0,-1 0 0 0 0,0 0 0 0 0,0-1-1 0 0,0 1 1 0 0,1 0 0 0 0,-1 0-1 0 0,0 0 1 0 0,0 0 0 0 0,0 0 0 0 0,1 0-1 0 0,-1 0 1 0 0,-1 1 0 0 0,-16 12 3607 0 0,8-3-2984 0 0,-2 0 99 0 0,1 1 1 0 0,0 0 0 0 0,1 1-1 0 0,0 0 1 0 0,1 0 0 0 0,0 1-1 0 0,1 0 1 0 0,-12 28 0 0 0,18-37-762 0 0,0 1 1 0 0,1-1 0 0 0,0 1 0 0 0,0-1 0 0 0,0 1 0 0 0,0 0-1 0 0,0 0 1 0 0,1-1 0 0 0,0 1 0 0 0,0 0 0 0 0,0 0 0 0 0,1-1-1 0 0,0 1 1 0 0,0 0 0 0 0,0-1 0 0 0,0 1 0 0 0,1-1 0 0 0,0 1-1 0 0,-1-1 1 0 0,2 1 0 0 0,-1-1 0 0 0,0 0 0 0 0,1 0 0 0 0,0 0-1 0 0,0-1 1 0 0,0 1 0 0 0,0-1 0 0 0,1 1 0 0 0,-1-1 0 0 0,1 0-1 0 0,0-1 1 0 0,7 5 0 0 0,-5-4-47 0 0,0 0-1 0 0,1 0 1 0 0,-1-1 0 0 0,1 1-1 0 0,-1-2 1 0 0,1 1 0 0 0,0-1-1 0 0,0 0 1 0 0,0 0 0 0 0,-1-1-1 0 0,1 0 1 0 0,0 0-1 0 0,0-1 1 0 0,0 0 0 0 0,0 0-1 0 0,0 0 1 0 0,-1-1 0 0 0,1 0-1 0 0,12-6 1 0 0,-10 5 19 0 0,-1-2 1 0 0,1 1-1 0 0,-1-1 1 0 0,0 0-1 0 0,0-1 1 0 0,-1 0-1 0 0,0 0 0 0 0,0-1 1 0 0,0 1-1 0 0,-1-2 1 0 0,0 1-1 0 0,0-1 1 0 0,-1 1-1 0 0,5-10 0 0 0,-8 13 17 0 0,0 0 0 0 0,-1 0 0 0 0,0 0-1 0 0,0 0 1 0 0,0 0 0 0 0,0 0-1 0 0,-1 0 1 0 0,0-1 0 0 0,1 1 0 0 0,-2 0-1 0 0,1 0 1 0 0,0 0 0 0 0,-1 0-1 0 0,0-1 1 0 0,-1-4 0 0 0,-1 2 34 0 0,1 0-1 0 0,-1 1 1 0 0,-1-1 0 0 0,1 0-1 0 0,-1 1 1 0 0,0 0 0 0 0,-1 0 0 0 0,-6-7-1 0 0,4 6-96 0 0,0 0-1 0 0,-1 0 0 0 0,1 1 0 0 0,-1 0 1 0 0,-1 0-1 0 0,1 1 0 0 0,-1 0 1 0 0,0 0-1 0 0,0 1 0 0 0,0 0 1 0 0,0 1-1 0 0,-1 0 0 0 0,-11-2 0 0 0,5 5-1567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105 11 6449 0 0,'-1'0'180'0'0,"1"-1"-1"0"0,0 0 1 0 0,-1 0-1 0 0,0 1 1 0 0,1-1-1 0 0,-1 1 1 0 0,1-1-1 0 0,-1 0 1 0 0,0 1-1 0 0,1-1 1 0 0,-1 1-1 0 0,0 0 1 0 0,1-1-1 0 0,-1 1 1 0 0,0-1-1 0 0,0 1 1 0 0,0 0-1 0 0,1 0 1 0 0,-1-1-1 0 0,0 1 1 0 0,0 0-1 0 0,0 0 1 0 0,1 0-1 0 0,-1 0 1 0 0,0 0-1 0 0,0 0 1 0 0,0 0-1 0 0,0 0 1 0 0,-1 1-1 0 0,0 0 279 0 0,-1 0 0 0 0,1 0 0 0 0,0 0 0 0 0,-1 1 0 0 0,1-1 1 0 0,0 1-1 0 0,0-1 0 0 0,0 1 0 0 0,-3 3 0 0 0,-2 3 338 0 0,1-1 0 0 0,0 1 1 0 0,1 0-1 0 0,-9 16 0 0 0,10-17-724 0 0,-8 18-5 0 0,12-25-66 0 0,-1 1-1 0 0,1 0 0 0 0,0-1 0 0 0,-1 1 0 0 0,1-1 0 0 0,0 1 1 0 0,0 0-1 0 0,-1-1 0 0 0,1 1 0 0 0,0-1 0 0 0,0 1 0 0 0,0 0 1 0 0,0-1-1 0 0,0 1 0 0 0,0 0 0 0 0,0-1 0 0 0,0 1 0 0 0,0 0 1 0 0,0-1-1 0 0,1 1 0 0 0,-1 0 0 0 0,0-1 0 0 0,0 1 1 0 0,0-1-1 0 0,1 1 0 0 0,-1-1 0 0 0,0 1 0 0 0,2 1 0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0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211 1 3457 0 0,'-2'1'420'0'0,"0"1"1"0"0,-1-1 0 0 0,1 0-1 0 0,0 0 1 0 0,0 0 0 0 0,-1 0-1 0 0,1 0 1 0 0,-1 0 0 0 0,1-1-1 0 0,0 1 1 0 0,-1-1 0 0 0,1 0-1 0 0,-1 0 1 0 0,1 1 0 0 0,-1-2-1 0 0,0 1 1 0 0,1 0-1 0 0,-1 0 1 0 0,1-1 0 0 0,-3 0-1 0 0,-29-1 4524 0 0,12 11-4646 0 0,16-4-181 0 0,-1 1 1 0 0,1 1-1 0 0,0-1 0 0 0,0 1 1 0 0,1 0-1 0 0,0 1 1 0 0,0-1-1 0 0,0 1 1 0 0,-3 10-1 0 0,-3 7 356 0 0,-13 45 0 0 0,22-63-651 0 0,0 1 0 0 0,1-1 0 0 0,0 1-1 0 0,0 0 1 0 0,1 0 0 0 0,0 0 0 0 0,0-1 0 0 0,1 1-1 0 0,0 0 1 0 0,3 11 0 0 0,-4-17 124 0 0,1 0-1 0 0,0 1 0 0 0,0-1 1 0 0,0 0-1 0 0,0 0 1 0 0,0 0-1 0 0,0 0 0 0 0,1 0 1 0 0,-1 0-1 0 0,1 0 1 0 0,0 0-1 0 0,-1 0 1 0 0,1-1-1 0 0,0 1 0 0 0,0-1 1 0 0,0 1-1 0 0,0-1 1 0 0,0 0-1 0 0,0 0 0 0 0,0 1 1 0 0,0-2-1 0 0,1 1 1 0 0,-1 0-1 0 0,0 0 1 0 0,1-1-1 0 0,-1 1 0 0 0,1-1 1 0 0,-1 0-1 0 0,0 0 1 0 0,1 0-1 0 0,-1 0 0 0 0,1 0 1 0 0,-1 0-1 0 0,0-1 1 0 0,1 1-1 0 0,-1-1 1 0 0,3-1-1 0 0,2 0 27 0 0,-1-1 0 0 0,1 0 1 0 0,-1 0-1 0 0,0 0 0 0 0,-1-1 0 0 0,1 0 1 0 0,0 0-1 0 0,-1 0 0 0 0,0-1 0 0 0,0 0 1 0 0,-1 0-1 0 0,1 0 0 0 0,-1-1 0 0 0,0 1 0 0 0,0-1 1 0 0,4-9-1 0 0,-2 3 345 0 0,0 0 1 0 0,-1 0 0 0 0,-1 0-1 0 0,0 0 1 0 0,0-1-1 0 0,-2 0 1 0 0,3-22-1 0 0,-3-23 3384 0 0,0 86-2799 0 0,-2-16-970 0 0,1 0 0 0 0,0-1 0 0 0,1 1 0 0 0,0 0 0 0 0,0 0 0 0 0,2-1 0 0 0,4 13 0 0 0,-6-19-1017 0 0,1 0 0 0 0,0 1 1 0 0,0-1-1 0 0,0-1 0 0 0,7 9 1 0 0,6 1-5471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186 416 4609 0 0,'-3'-7'626'0'0,"2"4"179"0"0,0 1-1 0 0,0 0 1 0 0,0-1 0 0 0,0 1 0 0 0,-1 0 0 0 0,1 0-1 0 0,-1 0 1 0 0,0-1 0 0 0,1 2 0 0 0,-5-4 0 0 0,6 4-599 0 0,-1 1 0 0 0,0 0 1 0 0,1 0-1 0 0,-1 0 0 0 0,0-1 0 0 0,0 1 1 0 0,1 0-1 0 0,-1 0 0 0 0,0 0 1 0 0,1 0-1 0 0,-1 0 0 0 0,0 0 1 0 0,0 0-1 0 0,1 1 0 0 0,-1-1 1 0 0,0 0-1 0 0,1 0 0 0 0,-1 0 1 0 0,0 1-1 0 0,1-1 0 0 0,-2 1 1 0 0,-14 12 59 0 0,2 1-66 0 0,1 0-1 0 0,0 1 0 0 0,1 1 1 0 0,1 0-1 0 0,0 0 0 0 0,2 1 1 0 0,0 1-1 0 0,0 0 0 0 0,2 0 1 0 0,0 0-1 0 0,1 1 0 0 0,-3 20 1 0 0,8-36-233 0 0,1 1 1 0 0,-1-1 0 0 0,1 1 0 0 0,0-1-1 0 0,1 0 1 0 0,-1 1 0 0 0,1-1-1 0 0,-1 1 1 0 0,1-1 0 0 0,0 0 0 0 0,0 1-1 0 0,0-1 1 0 0,1 0 0 0 0,-1 0 0 0 0,1 0-1 0 0,0 0 1 0 0,0 0 0 0 0,0 0-1 0 0,0-1 1 0 0,0 1 0 0 0,0-1 0 0 0,5 4-1 0 0,-5-5 5 0 0,0 1-1 0 0,0-1 1 0 0,1 0-1 0 0,-1 0 0 0 0,0 0 1 0 0,1 0-1 0 0,-1 0 1 0 0,1 0-1 0 0,0-1 0 0 0,-1 1 1 0 0,1-1-1 0 0,-1 0 1 0 0,1 0-1 0 0,0 0 0 0 0,-1 0 1 0 0,1 0-1 0 0,0-1 1 0 0,-1 1-1 0 0,1-1 0 0 0,-1 1 1 0 0,1-1-1 0 0,-1 0 0 0 0,1 0 1 0 0,-1 0-1 0 0,0-1 1 0 0,1 1-1 0 0,-1 0 0 0 0,0-1 1 0 0,3-2-1 0 0,4-4-66 0 0,-1 0 0 0 0,0-1 0 0 0,0 1 0 0 0,-1-1 0 0 0,0-1 0 0 0,0 0 0 0 0,-1 0 0 0 0,-1 0 0 0 0,1 0 0 0 0,-2-1 0 0 0,0 0 0 0 0,0 0 0 0 0,-1 0 0 0 0,0 0 0 0 0,2-18 0 0 0,-2 2 237 0 0,-1 1-1 0 0,-2-1 1 0 0,0 0-1 0 0,-2 0 1 0 0,-8-42-1 0 0,-2 0 547 0 0,3 15 229 0 0,-1 0 1 0 0,-24-67-1 0 0,20 95-213 0 0,14 26-694 0 0,0 0-1 0 0,0 0 0 0 0,0 0 0 0 0,0 0 0 0 0,0 0 0 0 0,0 0 1 0 0,0 0-1 0 0,-1 0 0 0 0,1 0 0 0 0,0 0 0 0 0,0 0 0 0 0,0 0 0 0 0,0 0 1 0 0,0 0-1 0 0,0 0 0 0 0,0 0 0 0 0,0 0 0 0 0,0 0 0 0 0,-1 0 0 0 0,1 0 1 0 0,0 0-1 0 0,0 0 0 0 0,0 0 0 0 0,0 0 0 0 0,0 0 0 0 0,0 0 0 0 0,0 0 1 0 0,0 0-1 0 0,0 0 0 0 0,-1 0 0 0 0,1 0 0 0 0,0 0 0 0 0,0 0 1 0 0,0 0-1 0 0,0 0 0 0 0,0 0 0 0 0,0 0 0 0 0,0 1 0 0 0,0-1 0 0 0,0 0 1 0 0,0 0-1 0 0,0 0 0 0 0,0 0 0 0 0,0 0 0 0 0,0 0 0 0 0,0 0 0 0 0,0 0 1 0 0,0 0-1 0 0,-1 1 0 0 0,1-1 0 0 0,0 0 0 0 0,0 0 0 0 0,0 0 0 0 0,0 0 1 0 0,0 0-1 0 0,0 0 0 0 0,1 0 0 0 0,-1 0 0 0 0,0 1 0 0 0,0 16 186 0 0,8 27-93 0 0,1-1-1 0 0,29 81 1 0 0,46 78-2383 0 0,-76-184 1686 0 0,6 14-7172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2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148 252 5777 0 0,'-11'-19'223'0'0,"-46"-69"4488"0"0,49 79-4152 0 0,0-1 0 0 0,0 2 0 0 0,0-1 0 0 0,-1 1-1 0 0,-1 0 1 0 0,-19-9 2800 0 0,31 28-2333 0 0,9 19-1201 0 0,-7-20 409 0 0,37 100-225 0 0,75 198-848 0 0,-106-283 774 0 0,-3-6 24 0 0,19 34-1 0 0,-26-53 70 0 0,0 0 0 0 0,0 1-1 0 0,0-1 1 0 0,0 0-1 0 0,0 0 1 0 0,1 1-1 0 0,-1-1 1 0 0,0 0 0 0 0,0 0-1 0 0,1 0 1 0 0,-1 1-1 0 0,0-1 1 0 0,0 0-1 0 0,1 0 1 0 0,-1 0-1 0 0,0 0 1 0 0,0 1 0 0 0,1-1-1 0 0,-1 0 1 0 0,0 0-1 0 0,1 0 1 0 0,-1 0-1 0 0,0 0 1 0 0,0 0 0 0 0,1 0-1 0 0,-1 0 1 0 0,0 0-1 0 0,1 0 1 0 0,-1 0-1 0 0,0 0 1 0 0,1 0 0 0 0,-1 0-1 0 0,0 0 1 0 0,0 0-1 0 0,1 0 1 0 0,-1-1-1 0 0,0 1 1 0 0,1 0-1 0 0,-1 0 1 0 0,13-13 693 0 0,3-18-17 0 0,73-234 458 0 0,-15 34-2643 0 0,-65 208 800 0 0,6-16-501 0 0,-4 13-3870 0 0,-2 10-474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2304 0 0,'3'-18'11944'0'0,"9"3"-11933"0"0,-9 9-11 0 0,-7-45 2669 0 0,16 368-2729 0 0,-6-148-1042 0 0,-10-57-3575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81 1376 0 0,'-1'0'61'0'0,"1"-1"0"0"0,-1 1 0 0 0,0 0 0 0 0,1-1 0 0 0,-1 1 0 0 0,0 0 0 0 0,0 0 0 0 0,1 0 0 0 0,-1-1 0 0 0,0 1 0 0 0,0 0 0 0 0,1 0 0 0 0,-1 0 0 0 0,0 0 1 0 0,0 0-1 0 0,0 0 0 0 0,1 0 0 0 0,-1 1 0 0 0,0-1 0 0 0,0 0 0 0 0,1 0 0 0 0,-1 1 0 0 0,0-1 0 0 0,1 0 0 0 0,-1 1 0 0 0,0-1 0 0 0,1 1 0 0 0,-1-1 0 0 0,0 0 0 0 0,1 1 0 0 0,-1 0 0 0 0,1-1 0 0 0,-1 1 0 0 0,1-1 0 0 0,-1 1 0 0 0,1 0 0 0 0,-1 0 0 0 0,-24 34 1344 0 0,18-24-921 0 0,1-3-155 0 0,1 1 1 0 0,-1 0-1 0 0,1 0 1 0 0,1 1-1 0 0,0-1 1 0 0,0 1-1 0 0,1 0 1 0 0,0 0-1 0 0,1 0 1 0 0,0 0 0 0 0,-1 20-1 0 0,3-30-327 0 0,0 0 0 0 0,0 1-1 0 0,0-1 1 0 0,0 0 0 0 0,0 0-1 0 0,0 1 1 0 0,0-1 0 0 0,0 0 0 0 0,0 0-1 0 0,0 1 1 0 0,0-1 0 0 0,0 0 0 0 0,0 0-1 0 0,0 1 1 0 0,0-1 0 0 0,0 0 0 0 0,0 0-1 0 0,1 0 1 0 0,-1 1 0 0 0,0-1 0 0 0,0 0-1 0 0,0 0 1 0 0,0 0 0 0 0,0 1 0 0 0,1-1-1 0 0,-1 0 1 0 0,0 0 0 0 0,0 0-1 0 0,0 0 1 0 0,1 1 0 0 0,-1-1 0 0 0,0 0-1 0 0,0 0 1 0 0,0 0 0 0 0,1 0 0 0 0,-1 0-1 0 0,0 0 1 0 0,0 0 0 0 0,1 0 0 0 0,-1 0-1 0 0,12-5 1 0 0,8-15 114 0 0,77-105 690 0 0,-9 10 1633 0 0,-87 114-2345 0 0,-1 1 1 0 0,1-1-1 0 0,0 0 0 0 0,-1 0 1 0 0,1 1-1 0 0,0-1 0 0 0,-1 1 1 0 0,1-1-1 0 0,0 0 0 0 0,0 1 1 0 0,0 0-1 0 0,-1-1 0 0 0,1 1 1 0 0,0-1-1 0 0,0 1 0 0 0,0 0 1 0 0,0 0-1 0 0,0-1 0 0 0,1 1 1 0 0,-1 0-33 0 0,0 0 1 0 0,-1 1-1 0 0,1-1 1 0 0,-1 0-1 0 0,1 1 1 0 0,0-1-1 0 0,-1 0 0 0 0,1 1 1 0 0,-1-1-1 0 0,1 1 1 0 0,-1-1-1 0 0,1 1 1 0 0,-1-1-1 0 0,0 1 1 0 0,1-1-1 0 0,-1 1 1 0 0,1-1-1 0 0,-1 1 1 0 0,0 0-1 0 0,0-1 1 0 0,1 2-1 0 0,1 5 288 0 0,1 1-1 0 0,-2 0 1 0 0,3 16-1 0 0,-2-7-230 0 0,6 20-73 0 0,24 66 0 0 0,9-13-3180 0 0,-27-62-2276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7370 0 0,'0'0'1579'0'0,"2"15"2858"0"0,14 114-2972 0 0,-3-29-1397 0 0,1 101 0 0 0,-38 203 947 0 0,11-255-1078 0 0,-1-48-1492 0 0,-1 0-4938 0 0,15-90 3083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38 156 1840 0 0,'-2'-1'113'0'0,"0"0"0"0"0,-1-1 0 0 0,1 1 0 0 0,0 0 0 0 0,0-1 0 0 0,0 1 0 0 0,0-1 0 0 0,0 0 0 0 0,0 1 0 0 0,1-1 0 0 0,-1 0 0 0 0,1 0 0 0 0,-1 0 0 0 0,1 0 0 0 0,0-1-1 0 0,-1 1 1 0 0,1 0 0 0 0,0 0 0 0 0,1-1 0 0 0,-1 1 0 0 0,0-1 0 0 0,1 1 0 0 0,-1-1 0 0 0,1-2 0 0 0,-1 1 303 0 0,1-1 1 0 0,0 0-1 0 0,0 1 0 0 0,0-1 0 0 0,0 1 1 0 0,1-1-1 0 0,0 0 0 0 0,0 1 0 0 0,0-1 1 0 0,1 1-1 0 0,-1 0 0 0 0,5-8 0 0 0,-6 11-257 0 0,1 0 0 0 0,-1 0 0 0 0,1 0-1 0 0,0 0 1 0 0,-1 1 0 0 0,1-1 0 0 0,0 0-1 0 0,0 0 1 0 0,-1 0 0 0 0,1 1 0 0 0,0-1-1 0 0,0 0 1 0 0,0 1 0 0 0,0-1 0 0 0,0 1-1 0 0,0-1 1 0 0,0 1 0 0 0,0 0-1 0 0,0-1 1 0 0,0 1 0 0 0,0 0 0 0 0,0 0-1 0 0,0 0 1 0 0,0-1 0 0 0,0 1 0 0 0,0 0-1 0 0,2 1 1 0 0,-1-1 20 0 0,1 1 1 0 0,-1 0-1 0 0,1 0 0 0 0,-1 0 1 0 0,0 0-1 0 0,1 1 0 0 0,-1-1 0 0 0,0 0 1 0 0,0 1-1 0 0,4 3 0 0 0,1 2-108 0 0,0 1-1 0 0,0 0 0 0 0,-1 0 0 0 0,10 17 1 0 0,-6-4-185 0 0,-1 1 1 0 0,7 26-1 0 0,-12-31 101 0 0,1-1 0 0 0,1 0 0 0 0,1-1 0 0 0,0 0 0 0 0,1 0 0 0 0,11 16 0 0 0,-18-30 58 0 0,-1 0 1 0 0,1 0-1 0 0,1 0 1 0 0,-1 0-1 0 0,0 0 1 0 0,0 0-1 0 0,0 0 1 0 0,0 0-1 0 0,1-1 1 0 0,-1 1-1 0 0,0 0 1 0 0,1-1-1 0 0,-1 1 1 0 0,1-1-1 0 0,-1 0 1 0 0,0 1-1 0 0,1-1 1 0 0,-1 0-1 0 0,1 0 1 0 0,-1 0-1 0 0,1 0 1 0 0,-1 0-1 0 0,1 0 1 0 0,-1 0-1 0 0,1 0 1 0 0,-1-1-1 0 0,0 1 1 0 0,1 0-1 0 0,-1-1 1 0 0,1 0-1 0 0,-1 1 1 0 0,0-1-1 0 0,1 0 1 0 0,-1 1-1 0 0,0-1 1 0 0,0 0-1 0 0,0 0 1 0 0,0 0-1 0 0,0 0 1 0 0,2-2-1 0 0,6-6 268 0 0,0 0 1 0 0,-1-1-1 0 0,12-18 1 0 0,-13 19-249 0 0,57-85 100 0 0,30-38-4323 0 0,-77 110-1595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6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148 325 2304 0 0,'0'-33'946'0'0,"1"0"41"0"0,-1-1 1 0 0,-1 1 0 0 0,-2 0-1 0 0,-2 1 1 0 0,-11-47-1 0 0,0 48 134 0 0,15 30-903 0 0,0 0 0 0 0,0-1 0 0 0,0 1 1 0 0,0 0-1 0 0,-1 0 0 0 0,1 0 0 0 0,0 0 0 0 0,0 0 0 0 0,-1 0 1 0 0,1 0-1 0 0,-1 0 0 0 0,1 1 0 0 0,0-1 0 0 0,-1 0 0 0 0,1 1 1 0 0,-1-1-1 0 0,0 1 0 0 0,1 0 0 0 0,-2-1 0 0 0,1 42 2444 0 0,-40 900-612 0 0,11-557-1665 0 0,30-377-399 0 0,-3 47-870 0 0,4-51 682 0 0,0 1 1 0 0,0-1-1 0 0,1 1 1 0 0,-1-1 0 0 0,1 1-1 0 0,-1-1 1 0 0,1 0-1 0 0,0 1 1 0 0,0-1 0 0 0,1 0-1 0 0,-1 1 1 0 0,3 2-1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363 1 456 0 0,'-57'2'3620'0'0,"-111"20"0"0"0,155-19-3031 0 0,1 0-1 0 0,-1 1 1 0 0,1 0-1 0 0,-15 8 1 0 0,22-10-384 0 0,0 0 0 0 0,1 1 0 0 0,0-1-1 0 0,-1 1 1 0 0,1 0 0 0 0,0 0 0 0 0,1 1 0 0 0,-1-1 0 0 0,0 1-1 0 0,1 0 1 0 0,0 0 0 0 0,0 0 0 0 0,-4 8 0 0 0,7-12-133 0 0,-1 1 1 0 0,1 0-1 0 0,0-1 1 0 0,-1 1-1 0 0,1 0 1 0 0,0 0-1 0 0,0-1 1 0 0,0 1-1 0 0,0 0 1 0 0,0 0-1 0 0,0 0 1 0 0,0-1-1 0 0,0 1 1 0 0,0 0-1 0 0,0 0 0 0 0,0-1 1 0 0,0 1-1 0 0,0 0 1 0 0,1 0-1 0 0,-1-1 1 0 0,0 1-1 0 0,1 0 1 0 0,-1-1-1 0 0,0 1 1 0 0,1 0-1 0 0,-1-1 1 0 0,1 1-1 0 0,-1 0 1 0 0,2 0-1 0 0,-1 0 13 0 0,1 1 0 0 0,0-1 0 0 0,1 0-1 0 0,-1 0 1 0 0,0 0 0 0 0,0 0 0 0 0,0-1 0 0 0,0 1 0 0 0,1 0-1 0 0,1-1 1 0 0,9 2 279 0 0,0-1-1 0 0,21-1 1 0 0,-33 0-312 0 0,170-6 1639 0 0,200-13-375 0 0,-268 14-1481 0 0,-1 4 0 0 0,111 13 0 0 0,-92-4 76 0 0,87-4-3133 0 0,-177-4 2267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8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71 3225 0 0,'-2'-1'365'0'0,"1"0"1"0"0,-1 0 0 0 0,1 0-1 0 0,-1 0 1 0 0,1 0 0 0 0,0-1-1 0 0,-1 1 1 0 0,1 0 0 0 0,0-1-1 0 0,0 1 1 0 0,0-1 0 0 0,0 1-1 0 0,0-1 1 0 0,0 1 0 0 0,1-1-1 0 0,-1 0 1 0 0,0 0 0 0 0,0-3-1 0 0,1 4-225 0 0,0 0 0 0 0,0 0 0 0 0,0 0-1 0 0,0 0 1 0 0,0 0 0 0 0,0 0 0 0 0,0 0-1 0 0,0 0 1 0 0,0 0 0 0 0,1 0-1 0 0,-1 0 1 0 0,0 0 0 0 0,1 0 0 0 0,-1 0-1 0 0,1 0 1 0 0,-1 0 0 0 0,1 0 0 0 0,-1 0-1 0 0,1 0 1 0 0,0 0 0 0 0,0 1-1 0 0,-1-1 1 0 0,1 0 0 0 0,0 0 0 0 0,0 1-1 0 0,0-1 1 0 0,0 1 0 0 0,0-1 0 0 0,0 1-1 0 0,0-1 1 0 0,0 1 0 0 0,0-1-1 0 0,1 1 1 0 0,11-4 124 0 0,0 2 0 0 0,0-1 0 0 0,0 1 1 0 0,0 1-1 0 0,0 1 0 0 0,26 1 0 0 0,83 17 510 0 0,-92-12-572 0 0,99 11 706 0 0,231 1 0 0 0,122 7-563 0 0,48 0-1202 0 0,-472-29 218 0 0,-34 0-3526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1 170 920 0 0,'7'-36'4407'0'0,"11"-34"1452"0"0,-17 65-5451 0 0,1 0 0 0 0,0 1-1 0 0,0-1 1 0 0,0 1 0 0 0,1 0 0 0 0,-1 0 0 0 0,1 0 0 0 0,0 0 0 0 0,1 0 0 0 0,-1 0 0 0 0,7-5 0 0 0,-9 8-302 0 0,1 0 1 0 0,-1 1-1 0 0,0-1 1 0 0,0 0 0 0 0,0 1-1 0 0,1-1 1 0 0,-1 1-1 0 0,0-1 1 0 0,0 1-1 0 0,1 0 1 0 0,-1-1-1 0 0,0 1 1 0 0,1 0-1 0 0,-1 0 1 0 0,0 0 0 0 0,1 0-1 0 0,-1 0 1 0 0,1 0-1 0 0,-1 0 1 0 0,0 1-1 0 0,1-1 1 0 0,1 1-1 0 0,-1 0 11 0 0,1 1-1 0 0,-1-1 1 0 0,0 1-1 0 0,1 0 1 0 0,-1-1-1 0 0,0 1 0 0 0,0 0 1 0 0,0 0-1 0 0,0 1 1 0 0,2 2-1 0 0,1 4 20 0 0,0 0 0 0 0,0 0 0 0 0,0 0 0 0 0,5 19 0 0 0,9 50-48 0 0,-16-59-273 0 0,1-1 0 0 0,0 1 0 0 0,2-1 0 0 0,0-1 0 0 0,1 1 0 0 0,1-1 0 0 0,16 27 0 0 0,-24-44 178 0 0,0 1 0 0 0,1 0 0 0 0,-1-1 0 0 0,1 1 0 0 0,-1-1 0 0 0,1 1 0 0 0,-1-1-1 0 0,1 1 1 0 0,-1 0 0 0 0,1-1 0 0 0,-1 0 0 0 0,1 1 0 0 0,0-1 0 0 0,-1 1 0 0 0,1-1 0 0 0,0 0 0 0 0,-1 1 0 0 0,1-1 0 0 0,0 0 0 0 0,-1 0 0 0 0,1 0-1 0 0,0 0 1 0 0,0 1 0 0 0,-1-1 0 0 0,1 0 0 0 0,0 0 0 0 0,0 0 0 0 0,-1-1 0 0 0,1 1 0 0 0,0 0 0 0 0,0 0 0 0 0,1-1 0 0 0,0 0 27 0 0,0 0 1 0 0,-1 0 0 0 0,1-1 0 0 0,0 1-1 0 0,0-1 1 0 0,-1 0 0 0 0,1 0 0 0 0,-1 1-1 0 0,1-1 1 0 0,1-4 0 0 0,3-4 180 0 0,-1-1 1 0 0,0 0-1 0 0,4-14 0 0 0,8-35 372 0 0,-11 33-303 0 0,1 1 0 0 0,1 0 0 0 0,2 1 0 0 0,0 0 0 0 0,18-30 0 0 0,-28 54-266 0 0,0 1-1 0 0,0-1 1 0 0,1 1 0 0 0,-1-1 0 0 0,0 1 0 0 0,0-1 0 0 0,1 1 0 0 0,-1 0 0 0 0,0-1 0 0 0,0 1-1 0 0,1-1 1 0 0,-1 1 0 0 0,1 0 0 0 0,-1-1 0 0 0,0 1 0 0 0,1 0 0 0 0,-1 0 0 0 0,1-1 0 0 0,-1 1-1 0 0,0 0 1 0 0,1 0 0 0 0,-1-1 0 0 0,1 1 0 0 0,-1 0 0 0 0,1 0 0 0 0,-1 0 0 0 0,1 0-1 0 0,-1 0 1 0 0,1 0 0 0 0,-1 0 0 0 0,1 0 0 0 0,-1 0 0 0 0,1 0 0 0 0,-1 0 0 0 0,1 0 0 0 0,-1 0-1 0 0,1 0 1 0 0,-1 1 0 0 0,1-1 0 0 0,-1 0 0 0 0,1 0 0 0 0,-1 0 0 0 0,0 1 0 0 0,1-1 0 0 0,-1 0-1 0 0,1 1 1 0 0,-1-1 0 0 0,0 0 0 0 0,1 1 0 0 0,-1-1 0 0 0,0 0 0 0 0,1 1 0 0 0,-1-1-1 0 0,0 1 1 0 0,0-1 0 0 0,1 0 0 0 0,-1 1 0 0 0,0-1 0 0 0,0 1 0 0 0,0-1 0 0 0,0 1 0 0 0,0-1-1 0 0,1 1 1 0 0,-1 0 0 0 0,13 45 294 0 0,-9-28-240 0 0,8 19-372 0 0,32 62 0 0 0,-37-86 221 0 0,0 0 1 0 0,1-1-1 0 0,0 0 1 0 0,1 0-1 0 0,1-1 1 0 0,0 0-1 0 0,22 18 1 0 0,-30-27 76 0 0,0-1 0 0 0,0 1 0 0 0,0-1 1 0 0,1 0-1 0 0,-1 0 0 0 0,0 0 1 0 0,1 0-1 0 0,-1 0 0 0 0,0 0 1 0 0,1-1-1 0 0,-1 1 0 0 0,1-1 1 0 0,0 0-1 0 0,-1 0 0 0 0,1 0 1 0 0,-1 0-1 0 0,1 0 0 0 0,4-1 0 0 0,-3 0-35 0 0,1-1 0 0 0,-1 0 0 0 0,0 0 0 0 0,0 0 0 0 0,0 0 0 0 0,0 0 0 0 0,0-1 0 0 0,0 0 0 0 0,5-5 0 0 0,2-3-65 0 0,-1-1 0 0 0,-1 1 0 0 0,0-2 0 0 0,0 1 0 0 0,8-18 0 0 0,0-4 271 0 0,-7 13 77 0 0,1 1 0 0 0,1 0 0 0 0,14-19 0 0 0,-26 39-217 0 0,0-1 0 0 0,1 1 0 0 0,-1 0 0 0 0,0 0 0 0 0,0 0 0 0 0,0 0-1 0 0,0-1 1 0 0,0 1 0 0 0,0 0 0 0 0,1 0 0 0 0,-1 0 0 0 0,0 0 0 0 0,0 0 0 0 0,0 0 0 0 0,1-1 0 0 0,-1 1 0 0 0,0 0-1 0 0,0 0 1 0 0,0 0 0 0 0,1 0 0 0 0,-1 0 0 0 0,0 0 0 0 0,0 0 0 0 0,0 0 0 0 0,1 0 0 0 0,-1 0 0 0 0,0 0 0 0 0,0 0-1 0 0,0 0 1 0 0,1 0 0 0 0,-1 0 0 0 0,0 0 0 0 0,0 0 0 0 0,0 0 0 0 0,1 0 0 0 0,-1 0 0 0 0,0 1 0 0 0,0-1 0 0 0,0 0-1 0 0,1 0 1 0 0,-1 0 0 0 0,0 0 0 0 0,0 0 0 0 0,0 1 0 0 0,7 12 313 0 0,0 25-132 0 0,-6-31-121 0 0,9 35-199 0 0,1-1-1 0 0,20 47 1 0 0,-13-41-1619 0 0,11 52 1 0 0,-27-90 860 0 0,1 0 1 0 0,-1-1-1 0 0,1 0 0 0 0,1 1 1 0 0,4 7-1 0 0,-8-15 710 0 0,1 0-1 0 0,-1 0 0 0 0,1 0 1 0 0,-1 0-1 0 0,1 0 1 0 0,0 0-1 0 0,-1 0 0 0 0,1-1 1 0 0,0 1-1 0 0,0 0 0 0 0,-1 0 1 0 0,1-1-1 0 0,0 1 0 0 0,0 0 1 0 0,0-1-1 0 0,0 1 1 0 0,0-1-1 0 0,0 1 0 0 0,0-1 1 0 0,0 1-1 0 0,0-1 0 0 0,1 0 1 0 0,-1 0-1 0 0,0 0 0 0 0,0 1 1 0 0,0-1-1 0 0,0 0 1 0 0,0 0-1 0 0,0 0 0 0 0,1-1 1 0 0,-1 1-1 0 0,0 0 0 0 0,0 0 1 0 0,0-1-1 0 0,0 1 0 0 0,0 0 1 0 0,0-1-1 0 0,0 1 1 0 0,0-1-1 0 0,0 0 0 0 0,0 1 1 0 0,0-1-1 0 0,0 0 0 0 0,0 1 1 0 0,-1-1-1 0 0,1 0 0 0 0,0 0 1 0 0,0 0-1 0 0,-1 0 1 0 0,2-1-1 0 0,7-9 17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0 147 1376 0 0,'10'11'10363'0'0,"-10"-12"-10187"0"0,33-3 1131 0 0,-1-1 1 0 0,0-2-1 0 0,36-12 1 0 0,-28 7 229 0 0,70-10 1 0 0,4 13-620 0 0,120 8-1 0 0,-9 0-813 0 0,-132-2-259 0 0,0-5 0 0 0,-1-3 0 0 0,148-39 0 0 0,-218 45-2499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6913 0 0,'0'0'28'0'0,"-1"-1"-1"0"0,1 0 0 0 0,0 0 0 0 0,0 1 0 0 0,0-1 0 0 0,0 0 0 0 0,0 0 0 0 0,1 1 0 0 0,-1-1 1 0 0,0 0-1 0 0,0 0 0 0 0,0 1 0 0 0,1-1 0 0 0,-1 0 0 0 0,0 1 0 0 0,1-1 0 0 0,-1 0 0 0 0,0 1 0 0 0,1-1 1 0 0,-1 1-1 0 0,1-1 0 0 0,-1 0 0 0 0,1 1 0 0 0,0-1 0 0 0,-1 1 0 0 0,1-1 0 0 0,-1 1 0 0 0,1 0 1 0 0,0-1-1 0 0,0 1 0 0 0,27-20 775 0 0,-24 17-87 0 0,6-4 442 0 0,1 1 0 0 0,0 0 0 0 0,1 0 0 0 0,-1 1 0 0 0,15-4 0 0 0,-12 6-612 0 0,-1-1 1 0 0,1 2-1 0 0,1 0 1 0 0,15 0-1 0 0,-11 2-1023 0 0,-1 1-1 0 0,33 5 1 0 0,-26 0-2295 0 0,37 12 0 0 0,-50-14-1728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0 920 0 0,'-15'12'6817'0'0,"14"-11"-6293"0"0,0 0 1 0 0,0 2-1 0 0,-9 28 3774 0 0,3 35-817 0 0,7-59-2909 0 0,0 88 895 0 0,14 116 0 0 0,0-33-1059 0 0,25 579 666 0 0,-38-720-1023 0 0,0-1 1 0 0,-3 1-1 0 0,-1-1 0 0 0,-8 40 1 0 0,6-54-2670 0 0,-1 0 0 0 0,-11 25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1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3225 0 0,'-1'2'12693'0'0,"5"16"-12382"0"0,-2-10-47 0 0,0 0 0 0 0,-1 0 0 0 0,0 1 0 0 0,-1-1 0 0 0,0 0 0 0 0,-2 16 0 0 0,1 11-1 0 0,11 107 414 0 0,-2-33-1446 0 0,-6-36-3327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2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 4609 0 0,'-2'1'248'0'0,"1"0"1"0"0,-1 1-1 0 0,0 0 0 0 0,1-1 1 0 0,-1 1-1 0 0,1 0 0 0 0,0 0 1 0 0,-1 0-1 0 0,1-1 0 0 0,0 1 1 0 0,0 1-1 0 0,0-1 0 0 0,1 0 1 0 0,-1 0-1 0 0,0 0 0 0 0,1 0 1 0 0,-1 1-1 0 0,1-1 0 0 0,0 0 1 0 0,0 0-1 0 0,0 1 0 0 0,0-1 1 0 0,0 0-1 0 0,0 0 1 0 0,1 1-1 0 0,-1-1 0 0 0,1 0 1 0 0,0 0-1 0 0,-1 0 0 0 0,1 0 1 0 0,0 0-1 0 0,0 0 0 0 0,0 0 1 0 0,0 0-1 0 0,1 0 0 0 0,-1 0 1 0 0,1 0-1 0 0,-1-1 0 0 0,1 1 1 0 0,-1 0-1 0 0,1-1 0 0 0,0 0 1 0 0,0 1-1 0 0,0-1 0 0 0,0 0 1 0 0,0 0-1 0 0,0 0 0 0 0,0 0 1 0 0,0 0-1 0 0,3 0 0 0 0,13 4 116 0 0,0-1-1 0 0,1-1 0 0 0,-1-1 0 0 0,0 0 1 0 0,1-1-1 0 0,24-3 0 0 0,40 3 79 0 0,337 34 209 0 0,113 12-364 0 0,-217-10-283 0 0,62 5-27 0 0,-161-26-363 0 0,-71-3-185 0 0,195-7 0 0 0,271-70 1341 0 0,-57-4-228 0 0,-438 59-523 0 0,-18 0-3 0 0,-1 4 0 0 0,104 8-1 0 0,211 34 1123 0 0,-376-35-1289 0 0,0 2 0 0 0,0 1 0 0 0,56 16 0 0 0,-84-17-631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1 217 10594 0 0,'11'1'6352'0'0,"-7"-1"-6215"0"0,0 1 1 0 0,0 0-1 0 0,-1 0 0 0 0,1 1 0 0 0,0-1 1 0 0,-1 1-1 0 0,1 0 0 0 0,-1 0 1 0 0,1 0-1 0 0,-1 0 0 0 0,0 0 0 0 0,0 1 1 0 0,3 3-1 0 0,54 61 578 0 0,46 49-837 0 0,-92-103 44 0 0,1 0 1 0 0,0-1-1 0 0,1-1 1 0 0,0 0-1 0 0,33 16 1 0 0,-45-25 110 0 0,0 0-1 0 0,1-1 1 0 0,-1 1 0 0 0,0-1 0 0 0,0 0-1 0 0,1 0 1 0 0,-1 0 0 0 0,1-1-1 0 0,-1 0 1 0 0,0 1 0 0 0,1-2 0 0 0,-1 1-1 0 0,1 0 1 0 0,-1-1 0 0 0,1 0-1 0 0,-1 0 1 0 0,0 0 0 0 0,6-3 0 0 0,-7 3 52 0 0,0-2 0 0 0,0 1 0 0 0,-1 0 0 0 0,1 0 0 0 0,0-1 1 0 0,-1 1-1 0 0,0-1 0 0 0,1 0 0 0 0,-1 0 0 0 0,0 0 0 0 0,-1 0 1 0 0,1 0-1 0 0,0 0 0 0 0,-1-1 0 0 0,0 1 0 0 0,0-1 1 0 0,0 1-1 0 0,0 0 0 0 0,0-1 0 0 0,-1 0 0 0 0,1 1 0 0 0,-1-7 1 0 0,-5-154 863 0 0,1 121-1796 0 0,3 0-1 0 0,1 0 1 0 0,10-77 0 0 0,-1 90-5251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0,'10'8'6663'0'0,"11"17"-3585"0"0,-15-19-1972 0 0,14 21-47 0 0,-1 1 1 0 0,-1 1-1 0 0,-1 0 0 0 0,20 52 0 0 0,-22-46-1741 0 0,2-2 1 0 0,1 1 0 0 0,30 41-1 0 0,-36-61-3485 0 0,0-1-1218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11 322 4145 0 0,'-1'1'35'0'0,"1"-1"1"0"0,-1 0-1 0 0,0 1 1 0 0,1-1-1 0 0,-1 1 1 0 0,0-1-1 0 0,1 1 1 0 0,-1 0-1 0 0,1-1 1 0 0,-1 1-1 0 0,1 0 0 0 0,-1-1 1 0 0,1 1-1 0 0,-1 0 1 0 0,1-1-1 0 0,0 1 1 0 0,0 0-1 0 0,-1 0 1 0 0,1 0-1 0 0,0-1 1 0 0,0 1-1 0 0,0 0 1 0 0,0 1-1 0 0,16-4 1772 0 0,27-19 907 0 0,-26 10-2098 0 0,0-1 0 0 0,-1 0 1 0 0,-1-1-1 0 0,0-1 1 0 0,-1-1-1 0 0,14-18 0 0 0,64-103-836 0 0,-74 106-64 0 0,-15 26 302 0 0,-1 0 1 0 0,1 0-1 0 0,0 0 0 0 0,0 0 1 0 0,1 1-1 0 0,-1-1 0 0 0,1 1 1 0 0,4-3-1 0 0,-7 5 48 0 0,0 1 0 0 0,0-1-1 0 0,0 1 1 0 0,-1 0 0 0 0,1-1 0 0 0,0 1-1 0 0,0 0 1 0 0,0 0 0 0 0,0 0 0 0 0,0-1-1 0 0,0 1 1 0 0,0 0 0 0 0,0 0-1 0 0,0 1 1 0 0,0-1 0 0 0,0 0 0 0 0,0 0-1 0 0,0 0 1 0 0,0 1 0 0 0,0-1 0 0 0,0 0-1 0 0,-1 1 1 0 0,1-1 0 0 0,0 1 0 0 0,0-1-1 0 0,0 1 1 0 0,0-1 0 0 0,-1 1-1 0 0,1-1 1 0 0,0 1 0 0 0,-1 0 0 0 0,1 0-1 0 0,0-1 1 0 0,-1 1 0 0 0,1 0 0 0 0,-1 0-1 0 0,1 0 1 0 0,-1 0 0 0 0,0-1 0 0 0,1 1-1 0 0,-1 0 1 0 0,0 0 0 0 0,1 0-1 0 0,-1 2 1 0 0,31 93 757 0 0,-26-75-608 0 0,1-1-1 0 0,0-1 0 0 0,1 1 1 0 0,1-1-1 0 0,1-1 0 0 0,1 1 1 0 0,18 25-1 0 0,-27-42-234 0 0,1 0 1 0 0,-1 0-1 0 0,1 0 0 0 0,-1 0 1 0 0,1-1-1 0 0,0 1 0 0 0,-1-1 0 0 0,1 1 1 0 0,0-1-1 0 0,0 0 0 0 0,0 1 1 0 0,0-1-1 0 0,1 0 0 0 0,-1 0 0 0 0,0-1 1 0 0,0 1-1 0 0,1 0 0 0 0,-1-1 1 0 0,0 0-1 0 0,1 1 0 0 0,-1-1 0 0 0,0 0 1 0 0,1 0-1 0 0,-1 0 0 0 0,0 0 1 0 0,4-1-1 0 0,-3-1-11 0 0,1 0-1 0 0,-1 1 1 0 0,0-1 0 0 0,0 0-1 0 0,-1-1 1 0 0,1 1 0 0 0,0 0 0 0 0,-1-1-1 0 0,1 0 1 0 0,-1 1 0 0 0,0-1-1 0 0,0 0 1 0 0,0 0 0 0 0,0 0-1 0 0,0-1 1 0 0,1-5 0 0 0,20-61 991 0 0,0-1 814 0 0,-20 64-1656 0 0,-1 1 0 0 0,2 0-1 0 0,-1 0 1 0 0,1 0 0 0 0,0 0 0 0 0,0 1-1 0 0,0-1 1 0 0,7-5 0 0 0,-10 10-84 0 0,0 0 1 0 0,0 0-1 0 0,0 0 0 0 0,1 0 1 0 0,-1 0-1 0 0,0 1 0 0 0,1-1 1 0 0,-1 0-1 0 0,1 1 0 0 0,-1-1 1 0 0,0 1-1 0 0,1-1 0 0 0,0 1 1 0 0,-1 0-1 0 0,1 0 0 0 0,-1 0 1 0 0,1 0-1 0 0,-1 0 0 0 0,1 0 1 0 0,-1 0-1 0 0,1 0 1 0 0,-1 0-1 0 0,1 1 0 0 0,-1-1 1 0 0,1 1-1 0 0,-1-1 0 0 0,1 1 1 0 0,-1-1-1 0 0,1 1 0 0 0,-1 0 1 0 0,0 0-1 0 0,1 0 0 0 0,-1 0 1 0 0,0 0-1 0 0,2 1 0 0 0,4 6-12 0 0,0 0 0 0 0,0 0 0 0 0,-1 0 0 0 0,8 14-1 0 0,-1-3-10 0 0,-4-7-273 0 0,1-1 0 0 0,0-1 0 0 0,0 0 0 0 0,20 14-1 0 0,-10-10-736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24 7370 0 0,'-1'-1'223'0'0,"1"1"0"0"0,0-1 0 0 0,0 0 0 0 0,0 0 1 0 0,0 1-1 0 0,0-1 0 0 0,0 0 0 0 0,0 0 1 0 0,0 1-1 0 0,0-1 0 0 0,0 0 0 0 0,0 0 0 0 0,0 0 1 0 0,1 1-1 0 0,-1-1 0 0 0,0 0 0 0 0,0 1 0 0 0,1-1 1 0 0,-1 0-1 0 0,1 1 0 0 0,-1-1 0 0 0,1 0 1 0 0,-1 1-1 0 0,1-1 0 0 0,-1 1 0 0 0,1-1 0 0 0,-1 1 1 0 0,1-1-1 0 0,-1 1 0 0 0,1-1 0 0 0,0 1 0 0 0,-1-1 1 0 0,1 1-1 0 0,0 0 0 0 0,0 0 0 0 0,-1-1 1 0 0,1 1-1 0 0,0 0 0 0 0,0 0 0 0 0,-1 0 0 0 0,1 0 1 0 0,0 0-1 0 0,0 0 0 0 0,-1 0 0 0 0,1 0 0 0 0,1 0 1 0 0,1 1-11 0 0,-1 0 0 0 0,0-1 1 0 0,0 1-1 0 0,0 1 0 0 0,0-1 1 0 0,0 0-1 0 0,0 0 0 0 0,0 1 1 0 0,0-1-1 0 0,0 1 0 0 0,-1 0 1 0 0,1-1-1 0 0,0 1 0 0 0,1 2 0 0 0,2 6-59 0 0,1 0-1 0 0,-2 1 0 0 0,1-1 0 0 0,-1 1 1 0 0,-1 0-1 0 0,3 16 0 0 0,8 73-106 0 0,-9-51-142 0 0,1 1-425 0 0,15 90-1375 0 0,-18-125 1016 0 0,1 0 0 0 0,1-1 0 0 0,0 1 0 0 0,1-1 0 0 0,1 0 0 0 0,0-1-1 0 0,9 14 1 0 0,0-7-4004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67 343 4145 0 0,'-13'-25'730'0'0,"1"-1"0"0"0,-15-44 0 0 0,23 55 159 0 0,1 0-1 0 0,0 0 1 0 0,1 0-1 0 0,0 0 1 0 0,1-1-1 0 0,2-23 1 0 0,0 34-564 0 0,0 1 1 0 0,0-1-1 0 0,1 0 1 0 0,0 1-1 0 0,-1-1 1 0 0,2 1-1 0 0,-1-1 1 0 0,0 1-1 0 0,1 0 1 0 0,0 0-1 0 0,6-7 0 0 0,-7 8-147 0 0,1 0 0 0 0,-1 1 0 0 0,1-1 0 0 0,0 1 0 0 0,0 0 0 0 0,0-1 0 0 0,0 1 0 0 0,0 1 0 0 0,0-1 0 0 0,1 0 0 0 0,-1 1 0 0 0,1 0 0 0 0,-1-1 0 0 0,1 1 0 0 0,-1 1 0 0 0,6-2 0 0 0,-8 3-164 0 0,1-1 1 0 0,-1 0 0 0 0,0 1-1 0 0,1-1 1 0 0,-1 1 0 0 0,0-1-1 0 0,0 1 1 0 0,0 0 0 0 0,0 0 0 0 0,1-1-1 0 0,-1 1 1 0 0,0 0 0 0 0,0 0-1 0 0,0 0 1 0 0,-1 0 0 0 0,1 0 0 0 0,0 0-1 0 0,0 1 1 0 0,-1-1 0 0 0,1 0-1 0 0,0 0 1 0 0,-1 0 0 0 0,1 1 0 0 0,-1-1-1 0 0,0 0 1 0 0,1 1 0 0 0,-1 1-1 0 0,8 42-365 0 0,-7-38 222 0 0,3 35-392 0 0,-2-1 0 0 0,-6 72 0 0 0,-19 82 74 0 0,18-163 565 0 0,4-29 14 0 0,1 0 0 0 0,-1 1 0 0 0,1-1-1 0 0,0 0 1 0 0,0 0 0 0 0,0 1 0 0 0,0-1 0 0 0,1 0 0 0 0,-1 0 0 0 0,1 0-1 0 0,0 1 1 0 0,0-1 0 0 0,1 4 0 0 0,-1-6-49 0 0,-1-1 0 0 0,1 1 0 0 0,0 0 0 0 0,-1-1 0 0 0,1 1 1 0 0,0-1-1 0 0,-1 1 0 0 0,1-1 0 0 0,0 1 0 0 0,-1-1 0 0 0,1 1 0 0 0,0-1 0 0 0,0 0 1 0 0,0 1-1 0 0,-1-1 0 0 0,1 0 0 0 0,0 0 0 0 0,0 0 0 0 0,1 1 0 0 0,1-1 6 0 0,-1 0-1 0 0,1-1 0 0 0,-1 1 0 0 0,1 0 0 0 0,-1-1 1 0 0,1 0-1 0 0,-1 1 0 0 0,1-1 0 0 0,1-1 0 0 0,92-48-160 0 0,-62 30-1852 0 0,41-15 0 0 0,-48 24 565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3681 0 0,'-37'-22'13867'0'0,"32"41"-13279"0"0,3-1-186 0 0,1 0 0 0 0,0-1 0 0 0,2 1 0 0 0,0-1 0 0 0,1 1 0 0 0,1-1 0 0 0,0 0 0 0 0,10 27 0 0 0,1-4-328 0 0,1-1 0 0 0,31 54-1 0 0,2-15-1210 0 0,-26-44-1991 0 0,21 45 1 0 0,-35-58-2366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5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14 390 920 0 0,'-2'-2'248'0'0,"1"0"-1"0"0,-1 0 1 0 0,1 0-1 0 0,0 0 1 0 0,0 0-1 0 0,0 0 1 0 0,0 0-1 0 0,0 0 1 0 0,0-1-1 0 0,1 1 1 0 0,-1 0 0 0 0,1-1-1 0 0,-1 1 1 0 0,1 0-1 0 0,0-1 1 0 0,0 1-1 0 0,0-1 1 0 0,1 1-1 0 0,-1 0 1 0 0,0-1-1 0 0,1 1 1 0 0,-1 0-1 0 0,1-1 1 0 0,0 1-1 0 0,0 0 1 0 0,0 0-1 0 0,0 0 1 0 0,0 0-1 0 0,0 0 1 0 0,1 0 0 0 0,1-3-1 0 0,6-7 1097 0 0,0 1 1 0 0,1 0-1 0 0,18-17 0 0 0,-25 25-1114 0 0,16-13 184 0 0,-1-2-1 0 0,-1-1 0 0 0,0 0 0 0 0,-1-1 1 0 0,-1 0-1 0 0,12-24 0 0 0,-28 48-275 0 0,0 0 1 0 0,0 1-1 0 0,1-1 1 0 0,-1 1-1 0 0,1-1 1 0 0,0 1-1 0 0,0-1 1 0 0,1 0-1 0 0,0 1 0 0 0,-1-1 1 0 0,1 1-1 0 0,3 6 1 0 0,21 56-84 0 0,-19-57-28 0 0,-1 0-1 0 0,1-1 1 0 0,0 0-1 0 0,1 0 1 0 0,0 0-1 0 0,16 14 1 0 0,-19-20-47 0 0,-1 1 0 0 0,1-1 0 0 0,0-1 0 0 0,0 1 1 0 0,0 0-1 0 0,0-1 0 0 0,1 0 0 0 0,-1 0 0 0 0,1 0 0 0 0,-1 0 0 0 0,1-1 0 0 0,0 0 0 0 0,-1 0 1 0 0,1 0-1 0 0,0 0 0 0 0,0-1 0 0 0,0 0 0 0 0,5 0 0 0 0,-6-1 5 0 0,0-1 0 0 0,0 1 1 0 0,0-1-1 0 0,0 0 0 0 0,0 0 0 0 0,0-1 0 0 0,-1 1 0 0 0,1-1 1 0 0,-1 0-1 0 0,0 0 0 0 0,1 0 0 0 0,-1 0 0 0 0,0 0 0 0 0,-1-1 1 0 0,1 1-1 0 0,2-7 0 0 0,4-5-2 0 0,-1 0-1 0 0,11-29 1 0 0,3-33 318 0 0,-19 62 0 0 0,0 0 1 0 0,1 0-1 0 0,1 1 1 0 0,0 0-1 0 0,1 0 1 0 0,0 0-1 0 0,10-15 1 0 0,-15 29-269 0 0,-1-1 1 0 0,0 1-1 0 0,1-1 1 0 0,-1 1-1 0 0,0-1 1 0 0,1 1-1 0 0,-1-1 1 0 0,1 1-1 0 0,-1-1 1 0 0,1 1-1 0 0,-1 0 1 0 0,1-1-1 0 0,-1 1 1 0 0,1 0-1 0 0,0-1 1 0 0,-1 1-1 0 0,1 0 1 0 0,-1 0 0 0 0,1 0-1 0 0,0-1 1 0 0,-1 1-1 0 0,1 0 1 0 0,-1 0-1 0 0,1 0 1 0 0,0 0-1 0 0,-1 0 1 0 0,2 0-1 0 0,12 14 354 0 0,5 30-270 0 0,-17-38-47 0 0,1 2-126 0 0,8 20 209 0 0,18 37-1 0 0,-23-55-419 0 0,0-1 0 0 0,0 1 1 0 0,1-2-1 0 0,0 1 0 0 0,0-1 1 0 0,1 0-1 0 0,11 8 1 0 0,3 2-7292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0 4145 0 0,'-1'3'381'0'0,"0"0"0"0"0,0 0-1 0 0,0 0 1 0 0,0 0 0 0 0,1 1 0 0 0,0-1 0 0 0,-1 0 0 0 0,1 0 0 0 0,0 0-1 0 0,1 0 1 0 0,0 6 0 0 0,-1 2 410 0 0,-1 76 1852 0 0,-2-43-2243 0 0,3 0-1 0 0,1 0 0 0 0,11 65 1 0 0,-11-105-393 0 0,0-1 0 0 0,0 1-1 0 0,1 0 1 0 0,-1-1 0 0 0,1 1 0 0 0,-1-1 0 0 0,1 0 0 0 0,0 0-1 0 0,1 1 1 0 0,-1-1 0 0 0,4 4 0 0 0,-5-7 9 0 0,0 1 0 0 0,-1-1 0 0 0,1 1 0 0 0,-1-1 1 0 0,1 0-1 0 0,0 1 0 0 0,-1-1 0 0 0,1 0 0 0 0,0 1 0 0 0,-1-1 0 0 0,1 0 1 0 0,0 0-1 0 0,-1 0 0 0 0,1 1 0 0 0,0-1 0 0 0,0 0 0 0 0,-1 0 0 0 0,1 0 1 0 0,0 0-1 0 0,0 0 0 0 0,-1-1 0 0 0,1 1 0 0 0,1 0 0 0 0,-1-1 28 0 0,1 0 0 0 0,-1 0 0 0 0,0 0-1 0 0,1 0 1 0 0,-1 0 0 0 0,0-1 0 0 0,0 1-1 0 0,0 0 1 0 0,0-1 0 0 0,0 1 0 0 0,0 0-1 0 0,0-1 1 0 0,-1 1 0 0 0,1-1 0 0 0,0-2 0 0 0,2-4 101 0 0,0-1 1 0 0,-1 0-1 0 0,-1 0 1 0 0,0 0-1 0 0,0 0 1 0 0,0 0-1 0 0,-1 0 1 0 0,-1-1-1 0 0,-1-14 1 0 0,-22-84 838 0 0,20 94-774 0 0,2 5-29 0 0,-17-50 786 0 0,19 57-931 0 0,-1 0 1 0 0,0 0-1 0 0,0 0 1 0 0,1 1-1 0 0,-1-1 1 0 0,0 0-1 0 0,-1 1 1 0 0,1-1-1 0 0,0 0 1 0 0,0 1-1 0 0,-1 0 1 0 0,1-1-1 0 0,0 1 1 0 0,-1 0-1 0 0,1 0 0 0 0,-1 0 1 0 0,0 0-1 0 0,1 0 1 0 0,-1 0-1 0 0,0 0 1 0 0,0 0-1 0 0,0 1 1 0 0,0-1-1 0 0,1 1 1 0 0,-1-1-1 0 0,-3 1 1 0 0,3 0-24 0 0,-1 1-1 0 0,1 0 1 0 0,0 0-1 0 0,-1 0 1 0 0,1 0 0 0 0,0 0-1 0 0,0 1 1 0 0,0-1 0 0 0,0 1-1 0 0,0-1 1 0 0,0 1-1 0 0,0 0 1 0 0,1 0 0 0 0,-1 0-1 0 0,0 0 1 0 0,1 0 0 0 0,0 0-1 0 0,-1 0 1 0 0,1 0-1 0 0,0 1 1 0 0,-1 2 0 0 0,-2 5-172 0 0,0 0-1 0 0,1 0 1 0 0,-4 17 0 0 0,6-19 52 0 0,0 0 0 0 0,0 1 0 0 0,1-1 0 0 0,0 0 0 0 0,1 0 0 0 0,-1 0 0 0 0,2 0 0 0 0,-1 0-1 0 0,1 0 1 0 0,0 0 0 0 0,1 0 0 0 0,-1-1 0 0 0,2 1 0 0 0,-1-1 0 0 0,1 0 0 0 0,0 0 0 0 0,8 10 0 0 0,-9-13 114 0 0,0 0 1 0 0,1-1-1 0 0,0 1 1 0 0,-1-1-1 0 0,2 0 1 0 0,-1 0-1 0 0,0 0 1 0 0,0 0-1 0 0,1-1 1 0 0,0 1-1 0 0,-1-1 1 0 0,1-1-1 0 0,0 1 1 0 0,0-1-1 0 0,0 1 1 0 0,0-1-1 0 0,0-1 1 0 0,0 1-1 0 0,0-1 1 0 0,0 0-1 0 0,1 0 1 0 0,-1 0-1 0 0,0-1 1 0 0,0 0-1 0 0,0 0 1 0 0,0 0-1 0 0,0 0 1 0 0,7-4-1 0 0,-8 4-14 0 0,-1-1-1 0 0,1 1 0 0 0,-1-1 0 0 0,0 0 1 0 0,1 0-1 0 0,-1 0 0 0 0,0 0 0 0 0,0-1 0 0 0,0 1 1 0 0,0-1-1 0 0,-1 0 0 0 0,1 1 0 0 0,3-7 1 0 0,-5 7-41 0 0,-1 0 0 0 0,1 1 0 0 0,-1-1 0 0 0,1 0 0 0 0,-1 1 0 0 0,0-1 0 0 0,0 0 0 0 0,0 0 0 0 0,0 1 0 0 0,0-1 0 0 0,0 0 0 0 0,0 0 0 0 0,0 1 0 0 0,-1-1 0 0 0,1 0 0 0 0,-1 0 1 0 0,1 1-1 0 0,-1-1 0 0 0,0 1 0 0 0,0-1 0 0 0,0 1 0 0 0,0-1 0 0 0,0 1 0 0 0,0-1 0 0 0,0 1 0 0 0,0 0 0 0 0,0-1 0 0 0,-1 1 0 0 0,1 0 0 0 0,0 0 0 0 0,-4-2 0 0 0,1 0-346 0 0,-20-15-642 0 0,5 9-3874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9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108 64 1520 0 0,'-44'27'2721'0'0,"36"-23"-1878"0"0,-1 0 0 0 0,1 1 0 0 0,1 0 0 0 0,-14 11 0 0 0,20-15-669 0 0,1-1-1 0 0,-1 1 0 0 0,0 0 0 0 0,0-1 0 0 0,1 1 0 0 0,-1 0 0 0 0,0 0 0 0 0,1-1 1 0 0,-1 1-1 0 0,1 0 0 0 0,-1 0 0 0 0,1 0 0 0 0,-1 0 0 0 0,1 0 0 0 0,0 0 0 0 0,-1 0 0 0 0,1 0 1 0 0,0 0-1 0 0,0 0 0 0 0,0 0 0 0 0,0 1 0 0 0,0-1-69 0 0,0-1 1 0 0,1 1-1 0 0,-1-1 1 0 0,1 1-1 0 0,-1-1 1 0 0,1 1-1 0 0,-1-1 0 0 0,1 1 1 0 0,-1-1-1 0 0,1 0 1 0 0,-1 1-1 0 0,1-1 1 0 0,0 0-1 0 0,-1 1 0 0 0,1-1 1 0 0,0 0-1 0 0,-1 0 1 0 0,1 0-1 0 0,0 0 1 0 0,-1 0-1 0 0,1 1 0 0 0,1-2 1 0 0,4 2 187 0 0,1-1 0 0 0,-1-1 0 0 0,0 1 0 0 0,0-1 0 0 0,10-3 1 0 0,17-3-63 0 0,1 2 0 0 0,1 1 0 0 0,-1 1 0 0 0,1 2 0 0 0,61 6 0 0 0,-41-2 64 0 0,61-4 0 0 0,80-17-118 0 0,246-13 468 0 0,786-16 1613 0 0,-867 32-1945 0 0,-162 8 57 0 0,-130-2-362 0 0,-34 3-899 0 0,-34 6 790 0 0,-1 0 1 0 0,0 0-1 0 0,0 0 1 0 0,1 0-1 0 0,-1 0 1 0 0,0 0 0 0 0,0 0-1 0 0,1 0 1 0 0,-1 0-1 0 0,0 0 1 0 0,1 0 0 0 0,-1 0-1 0 0,0 0 1 0 0,0 0-1 0 0,1 0 1 0 0,-1 0-1 0 0,0 0 1 0 0,0 0 0 0 0,1 0-1 0 0,-1 1 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0.9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171 204 6913 0 0,'38'3'8837'0'0,"-22"4"-7889"0"0,-15-7-906 0 0,-1 1-1 0 0,1-1 1 0 0,-1 0-1 0 0,1 1 0 0 0,0-1 1 0 0,-1 0-1 0 0,1 0 0 0 0,-1 1 1 0 0,1-1-1 0 0,0 0 0 0 0,-1 0 1 0 0,1 0-1 0 0,0 0 1 0 0,-1 0-1 0 0,1 0 0 0 0,0 0 1 0 0,-1 0-1 0 0,1 0 0 0 0,0 0 1 0 0,-1 0-1 0 0,1 0 1 0 0,0 0-1 0 0,-1 0 0 0 0,1-1 1 0 0,0 1-1 0 0,-1 0 0 0 0,1 0 1 0 0,-1-1-1 0 0,1 1 0 0 0,0-1 1 0 0,-1 1-1 0 0,1 0 1 0 0,-1-1-1 0 0,1 1 0 0 0,-1-1 1 0 0,1 1-1 0 0,-1-1 0 0 0,0 0 1 0 0,1 1-1 0 0,-1-1 1 0 0,1 0-1 0 0,3-4-28 0 0,-1-1 0 0 0,1 1 0 0 0,-1 0 0 0 0,0-1 0 0 0,0 0-1 0 0,-1 0 1 0 0,0 0 0 0 0,0 0 0 0 0,0 0 0 0 0,0 0 0 0 0,-1 0 0 0 0,0 0 0 0 0,-1-1 0 0 0,0 1 0 0 0,0-12 0 0 0,0 13 0 0 0,-1 0 1 0 0,0 0 0 0 0,0 0-1 0 0,0 0 1 0 0,0 0 0 0 0,-1 0-1 0 0,0 0 1 0 0,0 1 0 0 0,0-1-1 0 0,0 1 1 0 0,-1-1-1 0 0,0 1 1 0 0,0 0 0 0 0,0 0-1 0 0,0 0 1 0 0,-1 0 0 0 0,0 1-1 0 0,1-1 1 0 0,-1 1 0 0 0,-6-4-1 0 0,6 6 5 0 0,1 0 0 0 0,0 0 0 0 0,-1 0 0 0 0,1 0 0 0 0,-1 0 0 0 0,1 1 0 0 0,-1 0 0 0 0,1-1 0 0 0,-1 1 0 0 0,1 0 0 0 0,-1 1 0 0 0,1-1 0 0 0,-1 1 0 0 0,1 0 0 0 0,-1-1 0 0 0,1 1 0 0 0,0 1 0 0 0,-1-1 0 0 0,1 0 0 0 0,0 1 0 0 0,0 0 0 0 0,0 0 0 0 0,0 0 0 0 0,-4 3 0 0 0,-7 6 74 0 0,1 0 1 0 0,0 1-1 0 0,-16 20 0 0 0,20-22 12 0 0,1 0-1 0 0,0 1 1 0 0,1 0-1 0 0,0 0 0 0 0,0 1 1 0 0,-8 23-1 0 0,13-30-62 0 0,0 0 0 0 0,1 1 0 0 0,0-1 0 0 0,0 0 0 0 0,0 0 0 0 0,1 1 0 0 0,0-1 0 0 0,0 1 0 0 0,0-1 0 0 0,0 0 0 0 0,1 1 0 0 0,0-1 0 0 0,0 0 0 0 0,1 0 1 0 0,-1 0-1 0 0,1 0 0 0 0,0 0 0 0 0,1 0 0 0 0,4 7 0 0 0,-5-8-30 0 0,1 0 1 0 0,-1 0-1 0 0,1-1 0 0 0,0 1 1 0 0,0-1-1 0 0,1 0 1 0 0,-1 0-1 0 0,1 0 1 0 0,0 0-1 0 0,-1-1 1 0 0,1 0-1 0 0,6 3 1 0 0,-8-4-62 0 0,1 0 0 0 0,-1-1 0 0 0,0 0 0 0 0,0 0 0 0 0,0 1 0 0 0,1-1 0 0 0,-1 0 0 0 0,0-1 1 0 0,0 1-1 0 0,0 0 0 0 0,1-1 0 0 0,-1 1 0 0 0,0-1 0 0 0,0 0 0 0 0,0 1 0 0 0,0-1 0 0 0,0 0 0 0 0,0 0 0 0 0,0-1 1 0 0,0 1-1 0 0,0 0 0 0 0,-1-1 0 0 0,1 1 0 0 0,0-1 0 0 0,-1 1 0 0 0,0-1 0 0 0,3-3 0 0 0,5-6-49 0 0,-1-1 0 0 0,0 0 0 0 0,-1 0 0 0 0,0-1 0 0 0,-1 0 0 0 0,0 0 0 0 0,-1 0 0 0 0,3-16 0 0 0,-6 23 104 0 0,-1-1 0 0 0,0 1 1 0 0,0-1-1 0 0,-1 1 0 0 0,0-1 0 0 0,0 1 1 0 0,-1 0-1 0 0,1-1 0 0 0,-3-6 1 0 0,2 9 21 0 0,0 0 1 0 0,-1 1 0 0 0,1-1-1 0 0,-1 1 1 0 0,0-1 0 0 0,0 1-1 0 0,0 0 1 0 0,0 0 0 0 0,0 0 0 0 0,-1 0-1 0 0,0 0 1 0 0,1 1 0 0 0,-1-1-1 0 0,0 1 1 0 0,0-1 0 0 0,-5-2-1 0 0,5 4 20 0 0,0 0-1 0 0,1 0 1 0 0,-1 0-1 0 0,0 0 1 0 0,0 1-1 0 0,0-1 1 0 0,0 1-1 0 0,0-1 1 0 0,0 1-1 0 0,0 0 1 0 0,0 0 0 0 0,0 1-1 0 0,0-1 1 0 0,0 1-1 0 0,0-1 1 0 0,0 1-1 0 0,1 0 1 0 0,-1 0-1 0 0,0 0 1 0 0,0 0-1 0 0,1 1 1 0 0,-1-1-1 0 0,1 1 1 0 0,-1-1-1 0 0,1 1 1 0 0,-1 0-1 0 0,1 0 1 0 0,-2 3 0 0 0,1-3-24 0 0,0 1 1 0 0,1 0 0 0 0,-1 0-1 0 0,1 0 1 0 0,0 0 0 0 0,-1 0 0 0 0,1 0-1 0 0,1 0 1 0 0,-1 1 0 0 0,1-1-1 0 0,-1 1 1 0 0,1 0 0 0 0,0-1 0 0 0,0 1-1 0 0,0 0 1 0 0,1 0 0 0 0,-1-1-1 0 0,1 1 1 0 0,0 0 0 0 0,0 0 0 0 0,1 6-1 0 0,1-7-3 0 0,-1-1-1 0 0,1 1 0 0 0,-1 0 1 0 0,1-1-1 0 0,0 1 0 0 0,0-1 1 0 0,0 1-1 0 0,0-1 0 0 0,1 0 1 0 0,-1 0-1 0 0,1 0 1 0 0,-1 0-1 0 0,1 0 0 0 0,0-1 1 0 0,-1 1-1 0 0,1-1 0 0 0,0 1 1 0 0,0-1-1 0 0,0 0 0 0 0,0 0 1 0 0,5 0-1 0 0,2 1 26 0 0,1 0 1 0 0,-1 0-1 0 0,1-1 0 0 0,-1-1 0 0 0,14 0 1 0 0,-12-1-25 0 0,0-1-1 0 0,1-1 1 0 0,-1 1 0 0 0,22-10 0 0 0,-31 11-95 0 0,1 0 1 0 0,-1-1 0 0 0,0 1 0 0 0,0-1-1 0 0,0 1 1 0 0,0-1 0 0 0,0 0-1 0 0,0 0 1 0 0,0-1 0 0 0,-1 1 0 0 0,1 0-1 0 0,-1-1 1 0 0,1 0 0 0 0,-1 0-1 0 0,0 1 1 0 0,0-1 0 0 0,0 0 0 0 0,-1-1-1 0 0,1 1 1 0 0,-1 0 0 0 0,2-7-1 0 0,-3 9-41 0 0,1-1-1 0 0,-1 0 1 0 0,-1 1 0 0 0,1-1-1 0 0,0 0 1 0 0,0 1-1 0 0,-1-1 1 0 0,1 1-1 0 0,0-1 1 0 0,-1 0-1 0 0,0 1 1 0 0,1-1-1 0 0,-1 1 1 0 0,0-1-1 0 0,0 1 1 0 0,0 0-1 0 0,0-1 1 0 0,0 1-1 0 0,0 0 1 0 0,0 0-1 0 0,0 0 1 0 0,-3-2 0 0 0,1 1-423 0 0,-1-1 0 0 0,1 2 0 0 0,0-1 0 0 0,-1 0 0 0 0,0 1 0 0 0,1 0 0 0 0,-1 0 0 0 0,-6-2 0 0 0,-2 2-4411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20 240 4609 0 0,'-2'1'224'0'0,"1"0"0"0"0,-1 1 1 0 0,1-1-1 0 0,-1 1 0 0 0,1-1 0 0 0,-1 1 0 0 0,1 0 1 0 0,0 0-1 0 0,0-1 0 0 0,0 1 0 0 0,0 0 1 0 0,0 0-1 0 0,0 0 0 0 0,0 3 0 0 0,1-5-103 0 0,0 0 0 0 0,0 1 0 0 0,0-1 0 0 0,3 6 2540 0 0,-3-6-2540 0 0,1 0 0 0 0,-1 0 0 0 0,0 1 0 0 0,0-1 0 0 0,1 0 0 0 0,20-2 2375 0 0,-4-1-2024 0 0,0 1 0 0 0,-1 1 1 0 0,1 0-1 0 0,0 1 0 0 0,0 0 0 0 0,0 2 0 0 0,18 3 0 0 0,-7-1-512 0 0,43-1 0 0 0,259-33-139 0 0,-205 15 6 0 0,147-20 131 0 0,102-10 900 0 0,101-30-654 0 0,-168 20 933 0 0,-215 42-182 0 0,126 0 0 0 0,-180 14-773 0 0,0 2 0 0 0,-1 1-1 0 0,67 16 1 0 0,-94-18-110 0 0,1-1 0 0 0,-1 0-1 0 0,1-1 1 0 0,-1 0 0 0 0,1-1 0 0 0,-1 0 0 0 0,1 0-1 0 0,-1-1 1 0 0,14-5 0 0 0,19-2 73 0 0,-42 9-164 0 0,1 0 1 0 0,-1 0-1 0 0,0 0 0 0 0,1 0 1 0 0,-1 1-1 0 0,1-1 0 0 0,-1 0 1 0 0,0 1-1 0 0,1-1 0 0 0,-1 1 1 0 0,0-1-1 0 0,1 1 0 0 0,-1-1 1 0 0,0 1-1 0 0,0 0 0 0 0,1 0 1 0 0,-1 0-1 0 0,0 0 0 0 0,0 0 1 0 0,0 0-1 0 0,0 0 0 0 0,0 0 1 0 0,0 0-1 0 0,-1 0 0 0 0,1 1 1 0 0,0-1-1 0 0,-1 0 0 0 0,1 0 1 0 0,0 3-1 0 0,0-2-34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9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87 3225 0 0,'-1'1'443'0'0,"-1"-1"0"0"0,0 1 0 0 0,1 0 0 0 0,-1 0 0 0 0,1 1 0 0 0,-1-1 0 0 0,1 0 0 0 0,0 0 0 0 0,0 1 0 0 0,-1-1 0 0 0,1 1 0 0 0,0-1 1 0 0,0 1-1 0 0,0 0 0 0 0,1-1 0 0 0,-1 1 0 0 0,0 0 0 0 0,0-1 0 0 0,1 1 0 0 0,-1 0 0 0 0,1 3 0 0 0,-1-2-54 0 0,1 0 0 0 0,0 0 0 0 0,1 0 0 0 0,-1 0 0 0 0,1 0 0 0 0,-1 0 0 0 0,1 0 0 0 0,0 0 0 0 0,0 0 0 0 0,0-1 0 0 0,0 1 0 0 0,3 5 0 0 0,-3-6-287 0 0,1 0 0 0 0,-1 0 0 0 0,0 1 0 0 0,1-1 1 0 0,-1 0-1 0 0,1 0 0 0 0,0-1 0 0 0,0 1 0 0 0,0 0 0 0 0,0 0 0 0 0,0-1 0 0 0,0 1 0 0 0,0-1 1 0 0,0 0-1 0 0,1 0 0 0 0,-1 0 0 0 0,0 0 0 0 0,1 0 0 0 0,-1 0 0 0 0,1-1 0 0 0,-1 1 0 0 0,1-1 0 0 0,-1 1 1 0 0,1-1-1 0 0,0 0 0 0 0,-1 0 0 0 0,1 0 0 0 0,-1-1 0 0 0,1 1 0 0 0,-1 0 0 0 0,1-1 0 0 0,-1 0 0 0 0,5-1 1 0 0,-2-1-73 0 0,0-1 0 0 0,1 0 1 0 0,-1 0-1 0 0,0 0 0 0 0,-1 0 1 0 0,1-1-1 0 0,-1 0 1 0 0,0 0-1 0 0,0 0 0 0 0,0 0 1 0 0,-1-1-1 0 0,0 1 0 0 0,0-1 1 0 0,0 0-1 0 0,-1 0 1 0 0,0 0-1 0 0,3-13 0 0 0,-5 16-34 0 0,1 0-1 0 0,-1 0 0 0 0,0-1 0 0 0,0 1 1 0 0,0 0-1 0 0,0 0 0 0 0,-1 0 0 0 0,1-1 1 0 0,-1 1-1 0 0,0 0 0 0 0,0 0 0 0 0,0 0 1 0 0,0 0-1 0 0,-1 0 0 0 0,1 0 1 0 0,-1 1-1 0 0,1-1 0 0 0,-1 0 0 0 0,0 1 1 0 0,0-1-1 0 0,-1 1 0 0 0,1 0 0 0 0,0-1 1 0 0,-1 1-1 0 0,1 0 0 0 0,-1 1 0 0 0,0-1 1 0 0,1 0-1 0 0,-1 1 0 0 0,0-1 0 0 0,0 1 1 0 0,0 0-1 0 0,0 0 0 0 0,0 0 1 0 0,-1 1-1 0 0,1-1 0 0 0,-5 0 0 0 0,-1 0-267 0 0,1 0-1 0 0,-1 1 1 0 0,0 0-1 0 0,0 0 1 0 0,-11 2-1 0 0,-3 3-1123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2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94 2304 0 0,'-2'-7'883'0'0,"1"0"-1"0"0,-1 0 0 0 0,0 0 0 0 0,0 1 1 0 0,-1-1-1 0 0,0 0 0 0 0,0 1 0 0 0,-1 0 1 0 0,0 0-1 0 0,-8-10 0 0 0,4 4 1625 0 0,18 42 2615 0 0,2 39-5050 0 0,-9-52 376 0 0,15 98-368 0 0,-5-28-691 0 0,3 0-1 0 0,30 91 1 0 0,-43-167 584 0 0,2 1 1 0 0,0-1-1 0 0,0 0 1 0 0,1 0-1 0 0,0-1 0 0 0,1 1 1 0 0,14 15-1 0 0,-19-24 67 0 0,0 0 1 0 0,0 0-1 0 0,0 0 0 0 0,0 0 1 0 0,1 0-1 0 0,-1-1 0 0 0,0 1 1 0 0,1-1-1 0 0,-1 0 0 0 0,1 0 1 0 0,-1 0-1 0 0,1 0 0 0 0,-1 0 1 0 0,1 0-1 0 0,0-1 0 0 0,0 0 1 0 0,-1 1-1 0 0,1-1 0 0 0,0 0 1 0 0,0 0-1 0 0,-1 0 0 0 0,1-1 1 0 0,0 1-1 0 0,0 0 0 0 0,-1-1 1 0 0,1 0-1 0 0,-1 0 0 0 0,1 0 1 0 0,0 0-1 0 0,-1 0 0 0 0,0 0 1 0 0,1-1-1 0 0,-1 1 0 0 0,0-1 1 0 0,0 0-1 0 0,1 0 0 0 0,-1 1 1 0 0,-1-1-1 0 0,4-4 0 0 0,11-13 191 0 0,-1 1 0 0 0,-1-2-1 0 0,-1 0 1 0 0,18-35 0 0 0,-17 29-509 0 0,1 0-1 0 0,24-31 1 0 0,-8 21-974 0 0,-14 19 217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30 104 3681 0 0,'-18'-6'11340'0'0,"18"6"-11168"0"0,-1 1 0 0 0,-6 16 3335 0 0,4-2-3672 0 0,4-6 250 0 0,0 0 1 0 0,0-1 0 0 0,1 1 0 0 0,0-1-1 0 0,1 1 1 0 0,0-1 0 0 0,0 0-1 0 0,1 0 1 0 0,0-1 0 0 0,0 1 0 0 0,1-1-1 0 0,0 0 1 0 0,0 0 0 0 0,1 0 0 0 0,0-1-1 0 0,0 1 1 0 0,0-2 0 0 0,1 1-1 0 0,0-1 1 0 0,0 0 0 0 0,0 0 0 0 0,11 5-1 0 0,-9-6-152 0 0,1 0 0 0 0,-1-1 0 0 0,1 0 0 0 0,-1 0 0 0 0,1-1 0 0 0,0 0 0 0 0,-1-1 0 0 0,1 0 0 0 0,0-1 0 0 0,0 0 0 0 0,0 0 0 0 0,0-1 0 0 0,0-1 0 0 0,0 1 0 0 0,-1-2 0 0 0,1 1 0 0 0,-1-1 0 0 0,1-1 0 0 0,10-5-1 0 0,-10 4 111 0 0,0-1 0 0 0,-1 0 0 0 0,1 0 0 0 0,-1-1-1 0 0,-1 0 1 0 0,0-1 0 0 0,0 0 0 0 0,14-17-1 0 0,-20 22-16 0 0,1-1 0 0 0,-1 1 1 0 0,0-1-1 0 0,-1 0 0 0 0,1 1 0 0 0,0-1 0 0 0,-1 0 0 0 0,0 0 0 0 0,0 0 0 0 0,0 0 0 0 0,0 0 0 0 0,-1 0 0 0 0,0 0 0 0 0,0-1 0 0 0,0 1 1 0 0,0 0-1 0 0,0 0 0 0 0,-1 0 0 0 0,0 0 0 0 0,0 0 0 0 0,0 0 0 0 0,0 0 0 0 0,-1 0 0 0 0,1 0 0 0 0,-1 1 0 0 0,0-1 0 0 0,-3-3 0 0 0,-1-2 10 0 0,-1 0 0 0 0,1 1-1 0 0,-2 0 1 0 0,1 0-1 0 0,-1 0 1 0 0,0 1 0 0 0,-1 1-1 0 0,0-1 1 0 0,0 1 0 0 0,-17-8-1 0 0,19 11-111 0 0,0 1 0 0 0,0-1-1 0 0,0 1 1 0 0,-1 0 0 0 0,1 1-1 0 0,-1 0 1 0 0,1 0 0 0 0,-1 0-1 0 0,1 1 1 0 0,-1 0 0 0 0,0 1-1 0 0,1-1 1 0 0,-1 2 0 0 0,1-1-1 0 0,-1 1 1 0 0,-7 3 0 0 0,3 0-645 0 0,-1 0 0 0 0,2 1 0 0 0,-1 0 1 0 0,1 1-1 0 0,-17 14 0 0 0,3 0-4963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7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54 117 1840 0 0,'5'-10'821'0'0,"1"0"1"0"0,-2-1-1 0 0,5-14 0 0 0,-6 16 1210 0 0,-1 0 1 0 0,0 0 0 0 0,0-1 0 0 0,0-14-1 0 0,-19 44 2884 0 0,6-1-4883 0 0,1 1-1 0 0,1 0 1 0 0,0 0 0 0 0,2 1 0 0 0,0 0 0 0 0,2 0 0 0 0,0 1 0 0 0,1 0 0 0 0,1 0 0 0 0,1 0 0 0 0,2 42-1 0 0,1-59-68 0 0,-1 0-1 0 0,1 1 0 0 0,0-1 1 0 0,0 0-1 0 0,1 0 0 0 0,-1 0 1 0 0,1-1-1 0 0,0 1 1 0 0,1 0-1 0 0,-1-1 0 0 0,1 1 1 0 0,0-1-1 0 0,0 0 0 0 0,0 0 1 0 0,1 0-1 0 0,5 5 0 0 0,-6-7 13 0 0,0 0 0 0 0,0 0-1 0 0,0 0 1 0 0,0 0-1 0 0,0-1 1 0 0,1 0 0 0 0,-1 1-1 0 0,0-1 1 0 0,1-1-1 0 0,-1 1 1 0 0,1 0 0 0 0,-1-1-1 0 0,1 0 1 0 0,0 0-1 0 0,-1 0 1 0 0,1 0 0 0 0,-1 0-1 0 0,1-1 1 0 0,-1 0-1 0 0,1 1 1 0 0,-1-1 0 0 0,0 0-1 0 0,1-1 1 0 0,4-2-1 0 0,-2 1-18 0 0,0 0 0 0 0,0-1-1 0 0,0 1 1 0 0,-1-1 0 0 0,0-1-1 0 0,0 1 1 0 0,0-1 0 0 0,0 0-1 0 0,-1 0 1 0 0,0 0 0 0 0,0 0-1 0 0,0-1 1 0 0,-1 0 0 0 0,0 1-1 0 0,0-1 1 0 0,3-8 0 0 0,0-7 380 0 0,0 0 1 0 0,-2 0-1 0 0,4-36 1 0 0,-3 20 665 0 0,2 53 633 0 0,0 14-1533 0 0,-6-21-181 0 0,1 1 0 0 0,1-1 0 0 0,0 0 1 0 0,0-1-1 0 0,0 1 0 0 0,1 0 0 0 0,1-1 1 0 0,-1 0-1 0 0,2 0 0 0 0,-1 0 0 0 0,1-1 0 0 0,8 9 1 0 0,5 2-1963 0 0,2 0 0 0 0,0-2 0 0 0,24 14 0 0 0,-40-27 1543 0 0,22 16-141 0 0,1 0 490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4.2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217 338 4145 0 0,'-1'-4'245'0'0,"1"0"0"0"0,-1 1 0 0 0,0-1 0 0 0,-1 0 0 0 0,1 1 0 0 0,-1-1 0 0 0,1 0 0 0 0,-1 1 0 0 0,0 0 0 0 0,0-1 0 0 0,-1 1 0 0 0,1 0 0 0 0,-1 0 0 0 0,1 1 0 0 0,-5-4 1 0 0,5 4 6 0 0,0 0 1 0 0,0 1 0 0 0,-1 0 0 0 0,1 0 0 0 0,-1-1 0 0 0,1 1 0 0 0,-1 1 0 0 0,1-1 0 0 0,-1 0 0 0 0,1 1 0 0 0,-1-1 0 0 0,1 1 0 0 0,-1 0 0 0 0,0 0 0 0 0,1 0 0 0 0,-1 0 0 0 0,0 0 0 0 0,1 0 0 0 0,-1 1 0 0 0,0-1 0 0 0,1 1-1 0 0,-1 0 1 0 0,-3 2 0 0 0,1-1-45 0 0,0 1 0 0 0,0 1 0 0 0,1-1 0 0 0,0 1 0 0 0,-1-1 0 0 0,1 1-1 0 0,0 0 1 0 0,1 1 0 0 0,-1-1 0 0 0,1 1 0 0 0,0-1 0 0 0,-5 11 0 0 0,-2 7 271 0 0,-13 37 0 0 0,21-52-392 0 0,1-4-72 0 0,-6 17 146 0 0,0 0 0 0 0,-4 32 0 0 0,10-47-192 0 0,0-1-1 0 0,1 1 1 0 0,-1-1 0 0 0,1 1 0 0 0,0 0-1 0 0,1-1 1 0 0,-1 1 0 0 0,1 0-1 0 0,0-1 1 0 0,0 1 0 0 0,0-1-1 0 0,0 1 1 0 0,1-1 0 0 0,0 0-1 0 0,0 0 1 0 0,0 1 0 0 0,6 6-1 0 0,-7-10-41 0 0,1 1-1 0 0,0-1 1 0 0,0 0-1 0 0,0 1 0 0 0,0-1 1 0 0,0 0-1 0 0,0 0 0 0 0,0-1 1 0 0,0 1-1 0 0,0 0 1 0 0,1-1-1 0 0,-1 1 0 0 0,0-1 1 0 0,0 0-1 0 0,1 1 0 0 0,-1-1 1 0 0,0 0-1 0 0,1 0 0 0 0,-1-1 1 0 0,0 1-1 0 0,0-1 1 0 0,1 1-1 0 0,-1-1 0 0 0,0 1 1 0 0,0-1-1 0 0,0 0 0 0 0,0 0 1 0 0,0 0-1 0 0,3-2 0 0 0,4-2-244 0 0,0-1 0 0 0,0 0 0 0 0,-1 0 0 0 0,16-15 0 0 0,-15 11 232 0 0,-1 0 1 0 0,-1 0-1 0 0,1 0 0 0 0,-1-1 0 0 0,-1 0 1 0 0,0 0-1 0 0,-1-1 0 0 0,0 0 1 0 0,-1 0-1 0 0,0 0 0 0 0,-1 0 0 0 0,0-1 1 0 0,-1 1-1 0 0,1-19 0 0 0,-2-14 1292 0 0,-1 0-1 0 0,-12-77 1 0 0,11 113-991 0 0,0 6-124 0 0,1-11 420 0 0,-2 0-1 0 0,0 0 0 0 0,-1 0 0 0 0,0 1 1 0 0,-1-1-1 0 0,-1 1 0 0 0,0 0 0 0 0,-8-16 1 0 0,12 28-468 0 0,1 0 1 0 0,-1 0 0 0 0,0 0-1 0 0,1 0 1 0 0,-1 1 0 0 0,0-1-1 0 0,1 0 1 0 0,-1 0 0 0 0,0 1-1 0 0,0-1 1 0 0,0 0-1 0 0,0 1 1 0 0,0-1 0 0 0,0 1-1 0 0,0-1 1 0 0,0 1 0 0 0,0-1-1 0 0,0 1 1 0 0,0 0 0 0 0,0 0-1 0 0,0-1 1 0 0,0 1 0 0 0,0 0-1 0 0,0 0 1 0 0,0 0 0 0 0,0 0-1 0 0,0 0 1 0 0,0 0 0 0 0,0 1-1 0 0,0-1 1 0 0,0 0 0 0 0,-2 1-1 0 0,2 0-20 0 0,0 0 0 0 0,0-1 0 0 0,0 1 0 0 0,0 0 0 0 0,0 0 0 0 0,0 0-1 0 0,0 0 1 0 0,0 1 0 0 0,1-1 0 0 0,-1 0 0 0 0,0 0 0 0 0,1 0 0 0 0,-1 1-1 0 0,1-1 1 0 0,-1 0 0 0 0,1 1 0 0 0,0-1 0 0 0,0 0 0 0 0,-1 1 0 0 0,1-1-1 0 0,0 0 1 0 0,0 1 0 0 0,0-1 0 0 0,0 0 0 0 0,1 3 0 0 0,6 29 75 0 0,2 0 0 0 0,1 0 0 0 0,1-1 0 0 0,29 56 1 0 0,-19-44-50 0 0,122 222-210 0 0,-118-223-281 0 0,-7-11-1382 0 0,-2 1-5890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32 228 5529 0 0,'0'2'172'0'0,"0"0"-1"0"0,0 0 0 0 0,0 0 1 0 0,0 0-1 0 0,0 0 0 0 0,0 0 1 0 0,1 0-1 0 0,-1 0 0 0 0,1 0 1 0 0,0 0-1 0 0,0 0 0 0 0,-1 0 1 0 0,1 0-1 0 0,0-1 0 0 0,0 1 1 0 0,1 0-1 0 0,-1-1 0 0 0,0 1 1 0 0,1 0-1 0 0,-1-1 0 0 0,1 0 1 0 0,-1 1-1 0 0,1-1 0 0 0,-1 0 1 0 0,1 0-1 0 0,0 0 1 0 0,0 0-1 0 0,0 0 0 0 0,0 0 1 0 0,-1 0-1 0 0,1-1 0 0 0,0 1 1 0 0,0-1-1 0 0,0 1 0 0 0,4-1 1 0 0,-2 0-24 0 0,0 0 1 0 0,1 0-1 0 0,-1 0 1 0 0,0-1 0 0 0,-1 0-1 0 0,1 0 1 0 0,0 0-1 0 0,0 0 1 0 0,0 0 0 0 0,0-1-1 0 0,-1 0 1 0 0,1 0-1 0 0,-1 0 1 0 0,1 0 0 0 0,-1 0-1 0 0,0-1 1 0 0,5-4-1 0 0,-6 4-168 0 0,1 0 0 0 0,-1-1 0 0 0,0 0 0 0 0,0 1 0 0 0,0-1 0 0 0,0 0 0 0 0,-1 0 0 0 0,0 0 0 0 0,0 0 0 0 0,0 0 0 0 0,0 0 0 0 0,0 0 0 0 0,-1-1 0 0 0,0 1 0 0 0,0 0 0 0 0,0 0 0 0 0,0 0 0 0 0,-1-1 0 0 0,1 1 0 0 0,-3-7 0 0 0,1 4 195 0 0,0-1 0 0 0,-1 0 0 0 0,0 1 0 0 0,-1-1 0 0 0,0 1 0 0 0,0 0 0 0 0,0 0 0 0 0,-1 1 0 0 0,1-1 0 0 0,-7-5 0 0 0,9 11-99 0 0,0 0 0 0 0,0 0 1 0 0,0 0-1 0 0,0 0 0 0 0,0 0 1 0 0,0 1-1 0 0,0-1 0 0 0,0 1 1 0 0,-1-1-1 0 0,1 1 0 0 0,0 0 1 0 0,0 0-1 0 0,0 0 1 0 0,0 0-1 0 0,-1 0 0 0 0,1 0 1 0 0,0 1-1 0 0,0-1 0 0 0,0 1 1 0 0,0 0-1 0 0,0-1 0 0 0,0 1 1 0 0,0 0-1 0 0,0 0 0 0 0,0 0 1 0 0,0 0-1 0 0,0 1 0 0 0,-1 0 1 0 0,-5 4-126 0 0,-1 0-1 0 0,1 0 1 0 0,1 0 0 0 0,-14 14 0 0 0,21-19 37 0 0,-1-1-1 0 0,1 1 0 0 0,-1 0 1 0 0,1-1-1 0 0,-1 1 1 0 0,1 0-1 0 0,-1 0 1 0 0,1-1-1 0 0,0 1 1 0 0,-1 0-1 0 0,1 0 0 0 0,0-1 1 0 0,0 1-1 0 0,0 0 1 0 0,-1 0-1 0 0,1 0 1 0 0,0 0-1 0 0,0-1 1 0 0,0 1-1 0 0,0 0 1 0 0,1 0-1 0 0,-1 0 0 0 0,0 0 1 0 0,0-1-1 0 0,0 1 1 0 0,1 0-1 0 0,-1 0 1 0 0,0-1-1 0 0,1 3 1 0 0,1-1 0 0 0,0 0 0 0 0,0 0 0 0 0,0 0 0 0 0,0 0 1 0 0,0 0-1 0 0,0 0 0 0 0,1-1 0 0 0,-1 1 0 0 0,4 1 1 0 0,3 1 23 0 0,1 0-1 0 0,-1 0 1 0 0,1-1 0 0 0,11 3 0 0 0,-17-5 53 0 0,0-1 0 0 0,0 1 1 0 0,0-1-1 0 0,0 0 0 0 0,0 0 0 0 0,-1 0 0 0 0,1 0 0 0 0,0-1 0 0 0,0 0 0 0 0,0 1 0 0 0,-1-2 0 0 0,1 1 0 0 0,0 0 0 0 0,-1-1 0 0 0,1 1 0 0 0,-1-1 0 0 0,0 0 0 0 0,1 0 0 0 0,-1 0 0 0 0,0-1 0 0 0,5-5 0 0 0,-6 5 20 0 0,1 1 0 0 0,-2-2 0 0 0,1 1 1 0 0,0 0-1 0 0,-1 0 0 0 0,1 0 0 0 0,-1-1 0 0 0,0 1 0 0 0,0-1 0 0 0,0 1 0 0 0,-1-1 0 0 0,1 1 0 0 0,-1-1 0 0 0,0 1 0 0 0,0-1 1 0 0,0 1-1 0 0,0-1 0 0 0,-1 0 0 0 0,1 1 0 0 0,-1-1 0 0 0,0 1 0 0 0,0 0 0 0 0,-3-7 0 0 0,1 2 1 0 0,-1 1 0 0 0,0-1 0 0 0,0 1-1 0 0,0 0 1 0 0,-1 0 0 0 0,-10-11 0 0 0,14 16-77 0 0,-1 1 0 0 0,1-1 1 0 0,-1 1-1 0 0,1 0 0 0 0,-1 0 0 0 0,1 0 1 0 0,-1 0-1 0 0,0 0 0 0 0,1 0 0 0 0,-1 0 1 0 0,0 0-1 0 0,0 1 0 0 0,0-1 0 0 0,0 1 0 0 0,0-1 1 0 0,1 1-1 0 0,-1 0 0 0 0,0 0 0 0 0,0-1 1 0 0,0 1-1 0 0,0 1 0 0 0,0-1 0 0 0,0 0 1 0 0,0 0-1 0 0,0 1 0 0 0,0-1 0 0 0,0 1 1 0 0,1 0-1 0 0,-1 0 0 0 0,0-1 0 0 0,0 1 1 0 0,1 0-1 0 0,-1 0 0 0 0,-2 3 0 0 0,0-1-246 0 0,1 0 0 0 0,0 0-1 0 0,0 0 1 0 0,0 0-1 0 0,0 1 1 0 0,-2 4 0 0 0,-8 13-6986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1.8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83 2 1376 0 0,'-5'0'-97'0'0,"-1"-1"806"0"0,1 1 0 0 0,0 0 0 0 0,-1 0 0 0 0,1 0 0 0 0,0 1 0 0 0,-1 0 0 0 0,1 0 0 0 0,0 0 0 0 0,0 1 0 0 0,0-1 0 0 0,0 1 0 0 0,-9 5 0 0 0,14 8 3676 0 0,10 18-2557 0 0,-6-23-1165 0 0,8 36-109 0 0,-3 0 0 0 0,5 65 1 0 0,2 6 22 0 0,4-16-875 0 0,-8-46-222 0 0,-3 1-1 0 0,5 94 1 0 0,-15-139-1468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1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1 169 920 0 0,'10'-17'1069'0'0,"1"-1"0"0"0,1 1 0 0 0,1 1-1 0 0,0 0 1 0 0,19-18 0 0 0,-22 24-384 0 0,-6 6-142 0 0,0 0 1 0 0,0 0 0 0 0,0 0 0 0 0,1 0-1 0 0,-1 1 1 0 0,1-1 0 0 0,0 1 0 0 0,0 1-1 0 0,0-1 1 0 0,7-2 0 0 0,-10 5-436 0 0,0 0-1 0 0,0-1 1 0 0,0 1-1 0 0,1 0 1 0 0,-1 0 0 0 0,0 0-1 0 0,0 1 1 0 0,1-1-1 0 0,-1 0 1 0 0,0 1 0 0 0,0 0-1 0 0,0-1 1 0 0,0 1 0 0 0,0 0-1 0 0,0 0 1 0 0,0 0-1 0 0,0 0 1 0 0,0 1 0 0 0,0-1-1 0 0,-1 0 1 0 0,1 1-1 0 0,0-1 1 0 0,-1 1 0 0 0,1 0-1 0 0,-1-1 1 0 0,0 1-1 0 0,1 0 1 0 0,1 4 0 0 0,1 1-105 0 0,0 0 1 0 0,-1 1 0 0 0,0 0-1 0 0,0 0 1 0 0,-1 0-1 0 0,0 0 1 0 0,0 0 0 0 0,-1 0-1 0 0,0 0 1 0 0,0 1-1 0 0,-1-1 1 0 0,0 0 0 0 0,-1 0-1 0 0,-1 9 1 0 0,-3 16 79 0 0,-2-1 0 0 0,-12 37 0 0 0,13-50 40 0 0,-3 6 48 0 0,6-20-25 0 0,1 0 0 0 0,0 0 0 0 0,0 0 0 0 0,0 0 0 0 0,1 1 0 0 0,0-1 0 0 0,0 0 0 0 0,0 1 0 0 0,1-1 0 0 0,-1 0 0 0 0,2 10 0 0 0,-1-14-91 0 0,1 0 0 0 0,0 0-1 0 0,-1 0 1 0 0,1 0 0 0 0,0 0-1 0 0,-1 0 1 0 0,1 0 0 0 0,0-1-1 0 0,0 1 1 0 0,0 0-1 0 0,0-1 1 0 0,0 1 0 0 0,-1 0-1 0 0,1-1 1 0 0,0 1 0 0 0,0-1-1 0 0,1 0 1 0 0,-1 1-1 0 0,0-1 1 0 0,0 0 0 0 0,0 0-1 0 0,0 1 1 0 0,0-1 0 0 0,0 0-1 0 0,0 0 1 0 0,0 0-1 0 0,1 0 1 0 0,-1-1 0 0 0,0 1-1 0 0,0 0 1 0 0,0 0 0 0 0,0-1-1 0 0,0 1 1 0 0,1-1-1 0 0,43-15 291 0 0,-37 13-250 0 0,67-32-110 0 0,-58 26-619 0 0,1 0 1 0 0,1 0-1 0 0,-1 2 1 0 0,1 1 0 0 0,1 0-1 0 0,-1 1 1 0 0,34-4-1 0 0,-30 9-5518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4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5985 0 0,'10'25'10781'0'0,"5"12"-8148"0"0,21 156-1002 0 0,-22-110-2422 0 0,8 67-2638 0 0,-14-93 2166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28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142 239 9674 0 0,'-3'-5'917'0'0,"-1"0"0"0"0,1 1 0 0 0,-1-1 0 0 0,0 1-1 0 0,0-1 1 0 0,-1 1 0 0 0,1 0 0 0 0,-1 1 0 0 0,0-1 0 0 0,0 1 0 0 0,-8-4-1 0 0,12 7-870 0 0,1 0 0 0 0,0 0-1 0 0,-1 1 1 0 0,1-1 0 0 0,0 0-1 0 0,-1 1 1 0 0,1-1 0 0 0,0 1-1 0 0,0-1 1 0 0,-1 0 0 0 0,1 1-1 0 0,0-1 1 0 0,0 1 0 0 0,0-1-1 0 0,0 1 1 0 0,-1-1-1 0 0,1 0 1 0 0,0 1 0 0 0,0-1-1 0 0,0 1 1 0 0,0-1 0 0 0,0 1-1 0 0,0-1 1 0 0,0 1 0 0 0,0-1-1 0 0,0 1 1 0 0,0-1 0 0 0,1 0-1 0 0,-1 1 1 0 0,0-1 0 0 0,0 1-1 0 0,1 0 1 0 0,3 24 150 0 0,-3-19-52 0 0,23 177 49 0 0,30 180-2066 0 0,-52-352 2256 0 0,-2 3-4265 0 0,-31-50-7592 0 0,-3-29 8021 0 0,-27-82 4337 0 0,49 116-1400 0 0,6 15 551 0 0,1 1 0 0 0,1-1 1 0 0,0 0-1 0 0,1 0 1 0 0,1 0-1 0 0,0 0 0 0 0,2 0 1 0 0,0-1-1 0 0,0 1 1 0 0,1 0-1 0 0,6-24 0 0 0,-3 21 948 0 0,2-1-1 0 0,0 1 0 0 0,12-24 0 0 0,-5 18 1471 0 0,0 0 1 0 0,18-22-1 0 0,-19 29-893 0 0,-5 7-766 0 0,1-1-1 0 0,0 2 0 0 0,1-1 0 0 0,0 1 1 0 0,0 0-1 0 0,18-13 0 0 0,-27 23-776 0 0,1-1-1 0 0,-1 1 1 0 0,0 0-1 0 0,1-1 1 0 0,-1 1-1 0 0,1 0 1 0 0,-1-1-1 0 0,1 1 1 0 0,-1 0-1 0 0,1 0 1 0 0,-1 0-1 0 0,1 0 1 0 0,0-1-1 0 0,-1 1 1 0 0,1 0-1 0 0,-1 0 1 0 0,1 0-1 0 0,-1 0 1 0 0,1 0 0 0 0,-1 0-1 0 0,1 1 1 0 0,0-1-1 0 0,-1 0 1 0 0,1 0-1 0 0,-1 0 1 0 0,1 0-1 0 0,-1 1 1 0 0,1-1-1 0 0,-1 0 1 0 0,1 1-1 0 0,6 17 107 0 0,-9 27-248 0 0,2-42 133 0 0,-9 50-290 0 0,-2 0 0 0 0,-26 74 0 0 0,-4 15-74 0 0,41-141 362 0 0,-1 0-1 0 0,1 0 1 0 0,-1 1 0 0 0,1-1-1 0 0,0 0 1 0 0,-1 0-1 0 0,1 1 1 0 0,0-1 0 0 0,0 0-1 0 0,0 1 1 0 0,0-1 0 0 0,0 0-1 0 0,0 1 1 0 0,1-1-1 0 0,-1 0 1 0 0,0 1 0 0 0,1-1-1 0 0,-1 0 1 0 0,0 1 0 0 0,1-1-1 0 0,0 0 1 0 0,-1 0-1 0 0,1 0 1 0 0,0 0 0 0 0,0 0-1 0 0,-1 1 1 0 0,1-1 0 0 0,0 0-1 0 0,0-1 1 0 0,0 1-1 0 0,2 2 1 0 0,2-2 75 0 0,0 0 1 0 0,0 0-1 0 0,0 0 0 0 0,0 0 0 0 0,0-1 1 0 0,0 1-1 0 0,8-2 0 0 0,-12 1-75 0 0,106-7 789 0 0,-25 0-1561 0 0,-27 8-2599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6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69 6913 0 0,'3'-5'720'0'0,"0"-1"-1"0"0,0 1 0 0 0,1 0 1 0 0,0 0-1 0 0,0 1 0 0 0,0-1 0 0 0,0 1 1 0 0,5-5-1 0 0,-5 5 337 0 0,-3 3-942 0 0,0 0 0 0 0,0 0-1 0 0,0-1 1 0 0,1 1 0 0 0,-1 0 0 0 0,0 0 0 0 0,0 0-1 0 0,1 0 1 0 0,-1 0 0 0 0,1 0 0 0 0,-1 1 0 0 0,1-1-1 0 0,-1 0 1 0 0,1 1 0 0 0,-1-1 0 0 0,1 1-1 0 0,0-1 1 0 0,-1 1 0 0 0,1 0 0 0 0,0 0 0 0 0,-1 0-1 0 0,1 0 1 0 0,-1 0 0 0 0,1 0 0 0 0,0 0 0 0 0,-1 0-1 0 0,3 1 1 0 0,-1 1-15 0 0,-1 0 0 0 0,1 0 0 0 0,-1 0 1 0 0,0 0-1 0 0,0 0 0 0 0,0 0 0 0 0,0 1 0 0 0,0-1 0 0 0,-1 1 0 0 0,1-1 1 0 0,-1 1-1 0 0,1 0 0 0 0,-1 0 0 0 0,1 4 0 0 0,7 21 373 0 0,-1 1 0 0 0,-1 0 0 0 0,5 54 0 0 0,-6-33-147 0 0,-6-46-244 0 0,1-1 0 0 0,0 1 0 0 0,-1-1 0 0 0,1 1 0 0 0,0-1 0 0 0,1 0 0 0 0,-1 1 0 0 0,1-1 0 0 0,-1 0 0 0 0,1 0 0 0 0,4 5 0 0 0,-5-7-59 0 0,0 0 0 0 0,0 0 0 0 0,0-1 0 0 0,0 1 0 0 0,1 0 0 0 0,-1-1-1 0 0,0 1 1 0 0,0-1 0 0 0,1 0 0 0 0,-1 1 0 0 0,0-1 0 0 0,1 0 0 0 0,-1 0 0 0 0,0 0-1 0 0,1 0 1 0 0,-1 0 0 0 0,0 0 0 0 0,1 0 0 0 0,-1 0 0 0 0,0 0 0 0 0,1-1 0 0 0,-1 1-1 0 0,0 0 1 0 0,1-1 0 0 0,-1 0 0 0 0,0 1 0 0 0,0-1 0 0 0,0 1 0 0 0,0-1-1 0 0,1 0 1 0 0,-1 0 0 0 0,0 0 0 0 0,1-2 0 0 0,62-52 247 0 0,-38 29-2992 0 0,-11 11-1312 0 0,6-6-3079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0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61 111 8290 0 0,'-60'-110'11617'0'0,"61"170"-8850"0"0,4 209-2480 0 0,-2-29-312 0 0,1-179 28 0 0,22 113-1 0 0,-22-154-68 0 0,0-4-511 0 0,0 0 1 0 0,-2 1 0 0 0,2 17 0 0 0,-4-59-9912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4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21 388 4145 0 0,'-10'-60'1745'0'0,"7"41"-200"0"0,0-1 0 0 0,-1-37 1 0 0,4 50-1161 0 0,1-1 0 0 0,0 1 0 0 0,0-1 0 0 0,1 1 0 0 0,0 0 1 0 0,0-1-1 0 0,1 1 0 0 0,-1 0 0 0 0,2 1 0 0 0,-1-1 0 0 0,7-8 0 0 0,4-5 795 0 0,0 0 0 0 0,29-28 1 0 0,-38 43-997 0 0,0 1 0 0 0,-1-1 0 0 0,1 1 0 0 0,1 0 0 0 0,-1 0 0 0 0,1 1 1 0 0,-1 0-1 0 0,1 0 0 0 0,0 0 0 0 0,0 0 0 0 0,0 1 0 0 0,1 0 1 0 0,-1 1-1 0 0,13-3 0 0 0,-14 5-163 0 0,-1-1-1 0 0,1 1 1 0 0,0 0 0 0 0,-1 0-1 0 0,0 1 1 0 0,1-1-1 0 0,-1 1 1 0 0,0 0 0 0 0,0 0-1 0 0,1 1 1 0 0,-2-1 0 0 0,1 1-1 0 0,0 0 1 0 0,-1 0 0 0 0,1 0-1 0 0,-1 0 1 0 0,0 1 0 0 0,0-1-1 0 0,0 1 1 0 0,0 0-1 0 0,-1 0 1 0 0,1 0 0 0 0,-1 0-1 0 0,3 9 1 0 0,0-1-22 0 0,0 1 0 0 0,-1 0 0 0 0,0 0-1 0 0,-1 0 1 0 0,-1 0 0 0 0,0 1 0 0 0,0 18 0 0 0,-6 16 18 0 0,-2 1 1 0 0,-1-1 0 0 0,-3 0-1 0 0,-23 66 1 0 0,2-3 450 0 0,28-99-400 0 0,2-10-15 0 0,1 0-1 0 0,-1 0 1 0 0,0 0 0 0 0,1 1 0 0 0,-1-1 0 0 0,1 0 0 0 0,0 0 0 0 0,0 0 0 0 0,0 0 0 0 0,0 0-1 0 0,0 1 1 0 0,1 2 0 0 0,0-4-32 0 0,0 0 1 0 0,0 0-1 0 0,0-1 0 0 0,1 1 0 0 0,-1 0 1 0 0,0-1-1 0 0,0 1 0 0 0,1-1 0 0 0,-1 1 1 0 0,1-1-1 0 0,-1 1 0 0 0,0-1 1 0 0,1 0-1 0 0,-1 0 0 0 0,1 0 0 0 0,-1 0 1 0 0,0 0-1 0 0,1 0 0 0 0,-1 0 0 0 0,1 0 1 0 0,-1-1-1 0 0,3 0 0 0 0,14 0-52 0 0,6-2-659 0 0,0 1 0 0 0,1 1 0 0 0,-1 1 1 0 0,0 1-1 0 0,31 6 0 0 0,-31-2-6454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8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64 5985 0 0,'-1'-2'260'0'0,"1"0"-1"0"0,-1 1 1 0 0,1-1 0 0 0,0 0-1 0 0,-1 1 1 0 0,1-1-1 0 0,0 0 1 0 0,0 0 0 0 0,0 1-1 0 0,0-1 1 0 0,1 0-1 0 0,-1 1 1 0 0,0-1-1 0 0,1 0 1 0 0,-1 1 0 0 0,1-1-1 0 0,0 0 1 0 0,-1 1-1 0 0,1-1 1 0 0,0 1 0 0 0,0-1-1 0 0,0 1 1 0 0,0-1-1 0 0,0 1 1 0 0,0 0-1 0 0,0 0 1 0 0,1-1 0 0 0,-1 1-1 0 0,0 0 1 0 0,1 0-1 0 0,-1 0 1 0 0,1 0-1 0 0,-1 1 1 0 0,1-1 0 0 0,-1 0-1 0 0,3 0 1 0 0,0-1 349 0 0,0 0 0 0 0,0 1 0 0 0,0 0-1 0 0,0-1 1 0 0,1 1 0 0 0,-1 1 0 0 0,0-1 0 0 0,7 0 0 0 0,-9 1-541 0 0,0 1 1 0 0,1-1-1 0 0,-1 0 1 0 0,0 0-1 0 0,0 1 0 0 0,0 0 1 0 0,0-1-1 0 0,1 1 1 0 0,2 1-1 0 0,0 2-13 0 0,0 1 0 0 0,0-1-1 0 0,0 1 1 0 0,0 0 0 0 0,-1 0 0 0 0,0 1-1 0 0,0-1 1 0 0,0 1 0 0 0,-1 0 0 0 0,0-1 0 0 0,0 2-1 0 0,0-1 1 0 0,-1 0 0 0 0,2 8 0 0 0,3 12-11 0 0,-1 1 0 0 0,3 28 1 0 0,-6-21 20 0 0,-2 0-1 0 0,-2-1 1 0 0,-7 57 0 0 0,3-52 81 0 0,2 0-1 0 0,3 52 1 0 0,0-90-152 0 0,-1 1 0 0 0,1 0 1 0 0,0 0-1 0 0,0 0 0 0 0,0 0 0 0 0,0 0 0 0 0,0 0 0 0 0,0 0 1 0 0,1 0-1 0 0,-1 0 0 0 0,0 0 0 0 0,0 0 0 0 0,1 0 1 0 0,-1 0-1 0 0,1 0 0 0 0,-1 0 0 0 0,1 0 0 0 0,-1 0 0 0 0,1-1 1 0 0,-1 1-1 0 0,1 0 0 0 0,0 0 0 0 0,-1-1 0 0 0,1 1 0 0 0,0 0 1 0 0,0-1-1 0 0,-1 1 0 0 0,1-1 0 0 0,0 1 0 0 0,0-1 1 0 0,0 1-1 0 0,0-1 0 0 0,0 0 0 0 0,0 1 0 0 0,0-1 0 0 0,0 0 1 0 0,0 0-1 0 0,0 0 0 0 0,0 1 0 0 0,0-1 0 0 0,0 0 0 0 0,0 0 1 0 0,0-1-1 0 0,0 1 0 0 0,0 0 0 0 0,0 0 0 0 0,0 0 1 0 0,-1-1-1 0 0,1 1 0 0 0,0 0 0 0 0,0-1 0 0 0,0 1 0 0 0,0-1 1 0 0,0 1-1 0 0,0-1 0 0 0,-1 0 0 0 0,2 0 0 0 0,7-5-117 0 0,-1 0 1 0 0,0 0-1 0 0,0-1 0 0 0,8-9 0 0 0,34-45-1492 0 0,-30 39 325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6.9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300 844 920 0 0,'-64'-71'1893'0'0,"35"38"-340"0"0,-43-39-1 0 0,62 63-416 0 0,-1 1-1 0 0,0 0 1 0 0,0 1 0 0 0,0 0 0 0 0,-1 1 0 0 0,0 0 0 0 0,0 1 0 0 0,-32-14 4770 0 0,46 19-5779 0 0,0 0-1 0 0,0 0 1 0 0,0 0-1 0 0,0 1 1 0 0,0-1 0 0 0,0 1-1 0 0,-1-1 1 0 0,1 1-1 0 0,0-1 1 0 0,3 3-1 0 0,30 18 9 0 0,-2 2 0 0 0,49 43 0 0 0,55 65-172 0 0,-83-78 59 0 0,-23-22-26 0 0,-20-18-5 0 0,1-1 1 0 0,1 0-1 0 0,-1-1 0 0 0,2 0 1 0 0,0-1-1 0 0,26 15 1 0 0,-39-24 16 0 0,0-1 0 0 0,0 1 0 0 0,0-1 0 0 0,0 1 0 0 0,1-1 0 0 0,-1 0 0 0 0,0 0 0 0 0,0 1 0 0 0,0-1 0 0 0,0 0-1 0 0,0 0 1 0 0,0 0 0 0 0,1 0 0 0 0,-1-1 0 0 0,0 1 0 0 0,0 0 0 0 0,0 0 0 0 0,0-1 0 0 0,0 1 0 0 0,0 0 0 0 0,0-1 0 0 0,0 1 0 0 0,0-1 0 0 0,0 0 0 0 0,0 1 0 0 0,0-1 0 0 0,0 0 0 0 0,0 1 0 0 0,0-1 0 0 0,-1 0 0 0 0,1 0 0 0 0,0 0 0 0 0,-1 0 0 0 0,1 0 0 0 0,0 0 0 0 0,-1 0 0 0 0,1 0 0 0 0,-1 0 0 0 0,0 0 0 0 0,1 0 0 0 0,-1-1-1 0 0,3-7 108 0 0,-1 0 1 0 0,0 0-1 0 0,-1 0 0 0 0,1-12 0 0 0,-1 9-64 0 0,13-152 245 0 0,-10-222-1 0 0,-5 373-405 0 0,1-163-338 0 0,2 158-58 0 0,0 0-1 0 0,1 0 1 0 0,0 0 0 0 0,2 0-1 0 0,0 1 1 0 0,1 0 0 0 0,13-26-1 0 0,-4 18-6630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5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64 5529 0 0,'0'-2'517'0'0,"0"-1"-1"0"0,0 1 1 0 0,0 0 0 0 0,1-1-1 0 0,-1 1 1 0 0,1 0 0 0 0,-1-1-1 0 0,1 1 1 0 0,0 0-1 0 0,0 0 1 0 0,0 0 0 0 0,0 0-1 0 0,0 0 1 0 0,1 0 0 0 0,-1 0-1 0 0,0 0 1 0 0,1 1-1 0 0,0-1 1 0 0,1-1 0 0 0,0 0-142 0 0,1 1 0 0 0,-1 0 1 0 0,1 0-1 0 0,0 0 1 0 0,-1 0-1 0 0,1 1 0 0 0,0 0 1 0 0,0 0-1 0 0,0 0 0 0 0,5-1 1 0 0,1 1-740 0 0,0 0 0 0 0,0 1 1 0 0,0 0-1 0 0,0 1 0 0 0,0 0 0 0 0,0 0 1 0 0,17 6-1 0 0,-11-2-5875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7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66 6913 0 0,'10'-9'2124'0'0,"1"1"0"0"0,21-15-1 0 0,8 4-2510 0 0,-36 17-178 0 0,1 1 0 0 0,-1 0 0 0 0,1 0 1 0 0,-1 0-1 0 0,1 1 0 0 0,9-1 0 0 0,1 3-1579 0 0,1-1-22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8.7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98 303 5065 0 0,'-7'-1'557'0'0,"0"1"1"0"0,1 0-1 0 0,-1 0 0 0 0,-12 1 1 0 0,14 0-155 0 0,0 0-1 0 0,-1-1 1 0 0,1 0 0 0 0,-1 0 0 0 0,1-1 0 0 0,-1 1 0 0 0,-8-3-1 0 0,34-2 4864 0 0,32-7-4164 0 0,400-65 635 0 0,-263 50-633 0 0,244-5 1 0 0,-101 12-655 0 0,300-82 773 0 0,-589 93-1159 0 0,-40 9-60 0 0,18-5-27 0 0,-1 1 1 0 0,1 0 0 0 0,0 2 0 0 0,0 1-1 0 0,-1 0 1 0 0,29 4 0 0 0,-47-3-115 0 0,0 1 0 0 0,0-1 1 0 0,0 1-1 0 0,0 0 0 0 0,0-1 0 0 0,0 1 1 0 0,0 0-1 0 0,-1 0 0 0 0,1 0 0 0 0,0 1 0 0 0,-1-1 1 0 0,1 0-1 0 0,-1 1 0 0 0,1-1 0 0 0,-1 1 1 0 0,1-1-1 0 0,-1 1 0 0 0,0-1 0 0 0,0 1 1 0 0,0 0-1 0 0,0 0 0 0 0,0 0 0 0 0,0 0 0 0 0,-1-1 1 0 0,1 1-1 0 0,0 3 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0.7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34 5065 0 0,'-9'1'5301'0'0,"16"2"-2071"0"0,14 1-1776 0 0,1-4-283 0 0,0 0-1 0 0,0-2 1 0 0,1-1 0 0 0,-1-1-1 0 0,26-7 1 0 0,40-7-559 0 0,-76 16-1101 0 0,0 1 1 0 0,1 1-1 0 0,-1 0 1 0 0,0 0-1 0 0,15 3 1 0 0,-10 3-1890 0 0,-9-3 828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1.1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85 1 1376 0 0,'-13'4'696'0'0,"7"-2"359"0"0,0-1 0 0 0,0 2 1 0 0,0-1-1 0 0,0 1 0 0 0,0 0 1 0 0,-8 6-1 0 0,12-7-719 0 0,0 0 0 0 0,0 0 0 0 0,0 0-1 0 0,1 0 1 0 0,-1 0 0 0 0,0 1 0 0 0,1-1 0 0 0,0 1 0 0 0,0-1 0 0 0,0 1 0 0 0,0-1 0 0 0,0 1 0 0 0,0 0-1 0 0,1 0 1 0 0,-1-1 0 0 0,1 1 0 0 0,0 0 0 0 0,0 0 0 0 0,0 3 0 0 0,0 3-61 0 0,0-1 0 0 0,1 1 0 0 0,0 0 0 0 0,1-1 0 0 0,0 1 1 0 0,0-1-1 0 0,1 0 0 0 0,0 0 0 0 0,0 0 0 0 0,1 0 0 0 0,0 0 0 0 0,0-1 1 0 0,1 0-1 0 0,0 1 0 0 0,0-2 0 0 0,10 11 0 0 0,-5-8-229 0 0,1 1 0 0 0,1-2 0 0 0,0 0 0 0 0,0 0 0 0 0,0-1 0 0 0,1-1 0 0 0,0 0 0 0 0,0-1 0 0 0,19 5 0 0 0,-27-9-18 0 0,-1 1 1 0 0,1-1 0 0 0,0 1-1 0 0,-1 0 1 0 0,1 0-1 0 0,-1 1 1 0 0,1-1-1 0 0,-1 1 1 0 0,0 0 0 0 0,0 0-1 0 0,3 4 1 0 0,-5-5-9 0 0,-1 0 0 0 0,1 0 0 0 0,-1 1-1 0 0,0-1 1 0 0,0 1 0 0 0,0 0 0 0 0,0-1 0 0 0,0 1 0 0 0,-1 0 0 0 0,1-1 0 0 0,-1 1 0 0 0,0 0 0 0 0,1-1 0 0 0,-1 1 0 0 0,0 0 0 0 0,-1 0 0 0 0,1-1 0 0 0,-1 1 0 0 0,1 0 0 0 0,-1 0-1 0 0,-1 2 1 0 0,-4 12-18 0 0,0 0 0 0 0,-2 0 0 0 0,0-1-1 0 0,-1 0 1 0 0,0 0 0 0 0,-1-1-1 0 0,-1-1 1 0 0,-1 0 0 0 0,0 0 0 0 0,0-1-1 0 0,-2 0 1 0 0,1-1 0 0 0,-2-1 0 0 0,1 0-1 0 0,-2-1 1 0 0,-16 8 0 0 0,20-13-1250 0 0,-1-1-3852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2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77 4609 0 0,'-1'-2'393'0'0,"1"0"-1"0"0,-1-1 1 0 0,1 1-1 0 0,-1-1 1 0 0,1 1 0 0 0,0-1-1 0 0,0 1 1 0 0,0-1 0 0 0,0 1-1 0 0,1-1 1 0 0,-1 1 0 0 0,0 0-1 0 0,1-1 1 0 0,0 1-1 0 0,0-1 1 0 0,0 1 0 0 0,0 0-1 0 0,1-3 1 0 0,-1 3-79 0 0,0 1-1 0 0,0-1 1 0 0,0 0 0 0 0,0 0-1 0 0,0 1 1 0 0,0-1-1 0 0,0 1 1 0 0,1-1 0 0 0,-1 1-1 0 0,1-1 1 0 0,-1 1 0 0 0,1 0-1 0 0,0 0 1 0 0,-1 0 0 0 0,1 0-1 0 0,0 0 1 0 0,0 0 0 0 0,0 0-1 0 0,-1 0 1 0 0,1 1-1 0 0,0-1 1 0 0,3 1 0 0 0,-3 0-269 0 0,0 0 1 0 0,-1 0-1 0 0,1 1 0 0 0,0-1 1 0 0,0 1-1 0 0,-1 0 0 0 0,1 0 1 0 0,0-1-1 0 0,-1 1 0 0 0,1 0 1 0 0,0 0-1 0 0,-1 0 1 0 0,0 1-1 0 0,1-1 0 0 0,-1 0 1 0 0,0 1-1 0 0,1-1 0 0 0,-1 0 1 0 0,0 1-1 0 0,0-1 1 0 0,0 1-1 0 0,0 0 0 0 0,0-1 1 0 0,-1 1-1 0 0,1 0 0 0 0,-1 0 1 0 0,1-1-1 0 0,-1 1 1 0 0,1 2-1 0 0,2 10 315 0 0,-1-1 0 0 0,0 0 1 0 0,0 15-1 0 0,-2-14-264 0 0,2 11-88 0 0,0 13 89 0 0,2 0-1 0 0,14 60 1 0 0,-16-89-82 0 0,1 1-1 0 0,0-1 1 0 0,1 0 0 0 0,-1 0 0 0 0,2 0 0 0 0,-1-1 0 0 0,1 0 0 0 0,1 1 0 0 0,-1-2 0 0 0,1 1-1 0 0,1-1 1 0 0,0 0 0 0 0,0 0 0 0 0,0-1 0 0 0,12 9 0 0 0,-14-13-6 0 0,-1 0 0 0 0,1 0 1 0 0,0 0-1 0 0,0-1 0 0 0,0 1 0 0 0,1-1 0 0 0,-1 0 1 0 0,0-1-1 0 0,0 1 0 0 0,1-1 0 0 0,-1 0 0 0 0,0-1 1 0 0,0 1-1 0 0,1-1 0 0 0,-1 0 0 0 0,0 0 1 0 0,0-1-1 0 0,7-2 0 0 0,10-5-660 0 0,0-1 0 0 0,35-22 0 0 0,-42 23-284 0 0,4-3-2140 0 0,-1-1 0 0 0,25-23-1 0 0,-34 28 1620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5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40 4145 0 0,'-5'-6'-826'0'0,"-6"-9"2428"0"0,-20-3 11276 0 0,30 18-12666 0 0,0 2 5 0 0,0-1 0 0 0,0 1-1 0 0,0-1 1 0 0,0 1 0 0 0,0-1 0 0 0,0 1 0 0 0,1-1 0 0 0,-1 1-1 0 0,0 0 1 0 0,1-1 0 0 0,0 1 0 0 0,-1 3 0 0 0,0 11 242 0 0,0-1 1 0 0,1 1 0 0 0,0 0-1 0 0,1-1 1 0 0,5 20-1 0 0,1 30 84 0 0,-6-25-610 0 0,10 143 278 0 0,-6-143-1714 0 0,1-1 0 0 0,20 64 1 0 0,-19-82-5709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4.7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28 19 1376 0 0,'-15'-19'19690'0'0,"9"29"-21739"0"0,-1 12-2735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0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0 8754 0 0,'-7'3'7238'0'0,"7"-2"-7037"0"0,-5 13 2684 0 0,2 14-2621 0 0,3-26-15 0 0,-8 63 197 0 0,2 109 0 0 0,7-155-641 0 0,0 0 0 0 0,1 0 0 0 0,1 0 0 0 0,1 0 0 0 0,1 0 0 0 0,0-1 0 0 0,2 0 0 0 0,0 0 0 0 0,1 0 1 0 0,11 19-1 0 0,-8-23-608 0 0,1 0 1 0 0,0-1-1 0 0,1 0 1 0 0,0-1 0 0 0,1-1-1 0 0,17 12 1 0 0,-20-15-406 0 0,-2-2 744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4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29 271 5065 0 0,'-3'2'337'0'0,"1"0"0"0"0,0 0 0 0 0,-1 1 0 0 0,1-1 0 0 0,0 1 0 0 0,0-1 0 0 0,1 1 0 0 0,-1 0 0 0 0,0 0 0 0 0,1 0 0 0 0,0 0 1 0 0,0 0-1 0 0,0 0 0 0 0,0 0 0 0 0,0 0 0 0 0,0 0 0 0 0,1 0 0 0 0,0 1 0 0 0,-1-1 0 0 0,1 0 0 0 0,1 5 0 0 0,0 3 270 0 0,0 0 0 0 0,0 0 0 0 0,2 0 0 0 0,5 18 0 0 0,-2-12-298 0 0,1 1-1 0 0,1-1 0 0 0,1 0 1 0 0,0 0-1 0 0,1-1 1 0 0,20 25-1 0 0,-25-36-284 0 0,0 1 1 0 0,0-1-1 0 0,1-1 1 0 0,0 1-1 0 0,0-1 1 0 0,0 0-1 0 0,0 0 1 0 0,14 6-1 0 0,-16-9 4 0 0,0 1 0 0 0,0-1 0 0 0,1 0 0 0 0,-1-1 0 0 0,1 1 0 0 0,-1-1 0 0 0,0 1 0 0 0,1-2 0 0 0,-1 1 0 0 0,1 0 0 0 0,-1-1 0 0 0,1 0-1 0 0,-1 0 1 0 0,0 0 0 0 0,8-3 0 0 0,-6 1 82 0 0,-1 1 1 0 0,0-1-1 0 0,0 0 0 0 0,0 0 0 0 0,0-1 1 0 0,-1 1-1 0 0,0-1 0 0 0,1 0 0 0 0,-1 0 1 0 0,-1-1-1 0 0,1 1 0 0 0,0-1 0 0 0,2-5 1 0 0,-1 1 27 0 0,-1 1 1 0 0,-1-1 0 0 0,1 0-1 0 0,-2 0 1 0 0,1 0 0 0 0,-1-1-1 0 0,1-11 1 0 0,-1-10 192 0 0,-2 0-1 0 0,-1 0 1 0 0,-8-55 0 0 0,4 52-196 0 0,-1-1 0 0 0,-15-45 0 0 0,18 70-239 0 0,0 1 1 0 0,0 0-1 0 0,-1 1 1 0 0,-1-1 0 0 0,0 1-1 0 0,0 0 1 0 0,0 0-1 0 0,-1 0 1 0 0,0 1 0 0 0,0-1-1 0 0,-1 2 1 0 0,0-1-1 0 0,-15-10 1 0 0,7 10-1822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0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4145 0 0,'11'12'16717'0'0,"4"16"-13667"0"0,4 17-5621 0 0,-13-29 4106 0 0,20 62-1378 0 0,-8-19-228 0 0,3 0 0 0 0,3-2 0 0 0,46 83 0 0 0,-70-140 79 0 0,0 1 0 0 0,0-1-1 0 0,0 0 1 0 0,0 1 0 0 0,0-1 0 0 0,1 0 0 0 0,-1 1 0 0 0,0-1-1 0 0,0 0 1 0 0,0 1 0 0 0,1-1 0 0 0,-1 0 0 0 0,0 1 0 0 0,0-1-1 0 0,1 0 1 0 0,-1 0 0 0 0,0 0 0 0 0,1 1 0 0 0,-1-1-1 0 0,0 0 1 0 0,1 0 0 0 0,-1 0 0 0 0,1 0 0 0 0,-1 1 0 0 0,0-1-1 0 0,1 0 1 0 0,-1 0 0 0 0,0 0 0 0 0,1 0 0 0 0,-1 0 0 0 0,1 0-1 0 0,-1 0 1 0 0,0 0 0 0 0,1 0 0 0 0,-1 0 0 0 0,0-1 0 0 0,1 1-1 0 0,-1 0 1 0 0,1 0 0 0 0,-1 0 0 0 0,0 0 0 0 0,1 0 0 0 0,-1-1-1 0 0,0 1 1 0 0,1 0 0 0 0,-1 0 0 0 0,0-1 0 0 0,0 1 0 0 0,1 0-1 0 0,-1 0 1 0 0,0-1 0 0 0,0 1 0 0 0,1 0 0 0 0,-1-1 0 0 0,0 1-1 0 0,0 0 1 0 0,0-1 0 0 0,0 1 0 0 0,1 0 0 0 0,-1-1 0 0 0,0 1-1 0 0,0-1 1 0 0,0 1 0 0 0,0 0 0 0 0,0-1 0 0 0,0 1 0 0 0,0 0-1 0 0,0-1 1 0 0,0 0 0 0 0,8-35 255 0 0,-7 30-234 0 0,22-230 386 0 0,-13 88-2686 0 0,-6 107-5547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3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 0 15667 0 0,'-2'2'54'0'0,"-11"27"1942"0"0,12-28-1910 0 0,1 0 1 0 0,0 0 0 0 0,0 0 0 0 0,0-1 0 0 0,0 1 0 0 0,0 0 0 0 0,0 0 0 0 0,1-1 0 0 0,-1 1 0 0 0,0 0 0 0 0,0 0 0 0 0,0-1 0 0 0,1 1 0 0 0,-1 0 0 0 0,0-1 0 0 0,1 1 0 0 0,-1 0 0 0 0,1-1 0 0 0,-1 1 0 0 0,1-1 0 0 0,-1 1 0 0 0,1 0 0 0 0,-1-1 0 0 0,1 1 0 0 0,-1-1-1 0 0,1 0 1 0 0,0 1 0 0 0,-1-1 0 0 0,1 1 0 0 0,0-1 0 0 0,-1 0 0 0 0,1 0 0 0 0,0 1 0 0 0,-1-1 0 0 0,1 0 0 0 0,0 0 0 0 0,0 0 0 0 0,-1 0 0 0 0,1 0 0 0 0,1 0 0 0 0,-1 0-33 0 0,1 0 0 0 0,-1 0 1 0 0,0 0-1 0 0,0 0 0 0 0,1-1 1 0 0,-1 1-1 0 0,0-1 0 0 0,0 1 0 0 0,0-1 1 0 0,1 1-1 0 0,-1-1 0 0 0,0 1 1 0 0,0-1-1 0 0,0 0 0 0 0,0 0 0 0 0,0 0 1 0 0,0 0-1 0 0,1-1 0 0 0,-1 0-243 0 0,0 1 0 0 0,0 0-1 0 0,0 0 1 0 0,0 0-1 0 0,1 0 1 0 0,-1 0-1 0 0,0 0 1 0 0,1 0 0 0 0,-1 1-1 0 0,0-1 1 0 0,1 0-1 0 0,-1 1 1 0 0,1-1 0 0 0,-1 1-1 0 0,1 0 1 0 0,-1-1-1 0 0,1 1 1 0 0,2 0 0 0 0,4 1-1021 0 0,0 1-92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5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50 11058 0 0,'2'3'1664'0'0,"-1"-3"-1588"0"0,-1 0-1 0 0,0 0 1 0 0,0 0-1 0 0,0 0 1 0 0,1 0 0 0 0,-1 0-1 0 0,0 0 1 0 0,0 0 0 0 0,2-1 831 0 0,-1 1-831 0 0,15-7 1199 0 0,19-13-2841 0 0,-32 19 1077 0 0,47-19-2091 0 0,-41 17 2580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4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133 386 2761 0 0,'-4'0'417'0'0,"0"0"0"0"0,0-1 1 0 0,0 0-1 0 0,0 0 1 0 0,0-1-1 0 0,0 1 0 0 0,0-1 1 0 0,0 1-1 0 0,1-1 1 0 0,-1 0-1 0 0,-5-5 1 0 0,-32-30 4711 0 0,38 33-4827 0 0,1 0 0 0 0,0 0 0 0 0,0 0 0 0 0,0 0 0 0 0,0 0 0 0 0,1 0-1 0 0,-1 0 1 0 0,1 0 0 0 0,0-1 0 0 0,1 1 0 0 0,-1 0 0 0 0,1-1 0 0 0,0 1 0 0 0,0-1 0 0 0,0 1 0 0 0,0-1 0 0 0,1 1 0 0 0,0 0 0 0 0,0-1 0 0 0,2-5 0 0 0,1-2-8 0 0,0-1-1 0 0,1 2 1 0 0,0-1 0 0 0,1 1-1 0 0,13-20 1 0 0,-7 14-147 0 0,1 1 1 0 0,1 1-1 0 0,0 0 1 0 0,26-20-1 0 0,-34 29-142 0 0,1 1 1 0 0,0 1-1 0 0,0-1 1 0 0,0 1-1 0 0,0 1 1 0 0,1-1-1 0 0,0 1 1 0 0,-1 1-1 0 0,1-1 0 0 0,0 1 1 0 0,0 1-1 0 0,1-1 1 0 0,-1 2-1 0 0,11-1 1 0 0,-16 1-26 0 0,-1 1 1 0 0,1-1 0 0 0,0 1-1 0 0,0 0 1 0 0,-1 0-1 0 0,1 0 1 0 0,0 0 0 0 0,-1 1-1 0 0,1-1 1 0 0,-1 1-1 0 0,0-1 1 0 0,1 1 0 0 0,-1 0-1 0 0,0 0 1 0 0,0 0 0 0 0,0 0-1 0 0,0 0 1 0 0,0 1-1 0 0,-1-1 1 0 0,1 0 0 0 0,-1 1-1 0 0,0 0 1 0 0,1-1 0 0 0,-1 1-1 0 0,0 0 1 0 0,0-1-1 0 0,-1 1 1 0 0,2 5 0 0 0,1 8-234 0 0,-1 0 1 0 0,0 0 0 0 0,-1 28-1 0 0,-1-42 224 0 0,-4 44-314 0 0,-1-1-1 0 0,-2 0 1 0 0,-3-1 0 0 0,-14 44-1 0 0,1-2 42 0 0,17-62 177 0 0,-3 9-215 0 0,-6 51 1 0 0,14-75 298 0 0,1 0 0 0 0,0 0 0 0 0,0 0 1 0 0,0 1-1 0 0,1-1 0 0 0,0-1 0 0 0,1 1 0 0 0,0 0 0 0 0,1 0 0 0 0,6 14 1 0 0,-8-20 60 0 0,0 0 0 0 0,1 0 0 0 0,0 0 0 0 0,0 0 0 0 0,0-1 0 0 0,0 1 1 0 0,0-1-1 0 0,0 1 0 0 0,1-1 0 0 0,-1 0 0 0 0,1 0 0 0 0,-1 0 0 0 0,1 0 0 0 0,0-1 1 0 0,0 1-1 0 0,0-1 0 0 0,0 1 0 0 0,5 0 0 0 0,-4-1 106 0 0,1 0 1 0 0,0-1-1 0 0,-1 0 1 0 0,1 0-1 0 0,0 0 0 0 0,-1 0 1 0 0,1-1-1 0 0,-1 0 0 0 0,1 0 1 0 0,-1 0-1 0 0,9-3 1 0 0,-2-1 154 0 0,0-1 1 0 0,-1 0 0 0 0,1 0-1 0 0,-1-1 1 0 0,-1 0 0 0 0,1 0-1 0 0,-1-1 1 0 0,0-1 0 0 0,8-10-1 0 0,-12 13-214 0 0,-1-1-1 0 0,1 1 0 0 0,-1-1 0 0 0,-1 0 1 0 0,1-1-1 0 0,-1 1 0 0 0,0 0 0 0 0,-1-1 1 0 0,0 0-1 0 0,0 1 0 0 0,-1-1 0 0 0,1 0 1 0 0,-2 0-1 0 0,1-13 0 0 0,-2 16-36 0 0,1 0 0 0 0,-1 0-1 0 0,0 0 1 0 0,-1 0 0 0 0,1 1 0 0 0,-1-1 0 0 0,0 1 0 0 0,0-1-1 0 0,0 1 1 0 0,0 0 0 0 0,-1-1 0 0 0,0 1 0 0 0,0 0-1 0 0,0 1 1 0 0,0-1 0 0 0,-1 1 0 0 0,1-1 0 0 0,-1 1-1 0 0,0 0 1 0 0,0 0 0 0 0,0 1 0 0 0,0-1 0 0 0,0 1 0 0 0,-9-4-1 0 0,-15-3 15 0 0,-1 2 0 0 0,0 0-1 0 0,0 2 1 0 0,-57-3-1 0 0,61 7-583 0 0,-1-1 0 0 0,1-1-1 0 0,-1-1 1 0 0,1-1 0 0 0,0-1-1 0 0,1-2 1 0 0,-31-13-1 0 0,36 11-6497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9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86 398 6449 0 0,'-15'-23'2226'0'0,"1"-1"0"0"0,1-1 0 0 0,1 0-1 0 0,-15-46 1 0 0,26 68-1960 0 0,-3-16 833 0 0,16 30 648 0 0,15 31 584 0 0,-13-19-2333 0 0,107 162-77 0 0,-101-159 68 0 0,1 0 1 0 0,1-1-1 0 0,1-2 1 0 0,42 34 0 0 0,-64-56 23 0 0,-1 0-1 0 0,1-1 1 0 0,0 1 0 0 0,0 0 0 0 0,0-1 0 0 0,0 1 0 0 0,0-1 0 0 0,0 1 0 0 0,0-1 0 0 0,0 0 0 0 0,0 1 0 0 0,0-1 0 0 0,0 0 0 0 0,0 0 0 0 0,1 0 0 0 0,0 1 0 0 0,-1-2 5 0 0,-1 1 1 0 0,1 0-1 0 0,-1 0 0 0 0,1-1 1 0 0,-1 1-1 0 0,1 0 0 0 0,-1 0 1 0 0,0-1-1 0 0,1 1 0 0 0,-1-1 1 0 0,1 1-1 0 0,-1 0 0 0 0,0-1 1 0 0,1 1-1 0 0,-1-1 0 0 0,0 1 1 0 0,0-1-1 0 0,1 1 0 0 0,-1-1 1 0 0,0 1-1 0 0,0-1 0 0 0,0 1 1 0 0,1-2-1 0 0,0-4 175 0 0,-1 0 1 0 0,1 0-1 0 0,-1-1 1 0 0,-2-10 0 0 0,1 1 31 0 0,3-27 50 0 0,1-1 0 0 0,3 0 0 0 0,10-43 0 0 0,42-126-1334 0 0,-36 139 233 0 0,-11 43 347 0 0,1 2-1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1.5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130 593 6913 0 0,'-3'-2'158'0'0,"-1"0"-1"0"0,1 0 0 0 0,0 0 1 0 0,-1 0-1 0 0,1-1 0 0 0,1 1 1 0 0,-1-1-1 0 0,-5-5 0 0 0,4 3 655 0 0,-4-4 201 0 0,-1 0 1 0 0,2-1-1 0 0,-1-1 0 0 0,1 1 1 0 0,1-1-1 0 0,-9-20 1 0 0,8 14-307 0 0,1 0 0 0 0,1 0 0 0 0,1-1 0 0 0,-3-26 0 0 0,5 26-499 0 0,0 0 0 0 0,2-1 0 0 0,0 1 1 0 0,2-1-1 0 0,0 1 0 0 0,0-1 1 0 0,2 1-1 0 0,0 0 0 0 0,2 1 0 0 0,8-23 1 0 0,-8 29-171 0 0,0 0-1 0 0,0 0 1 0 0,1 1 0 0 0,0 0 0 0 0,1 0 0 0 0,0 1-1 0 0,1 0 1 0 0,16-13 0 0 0,-21 18-37 0 0,1 1-1 0 0,0 0 1 0 0,-1-1 0 0 0,2 2 0 0 0,-1-1-1 0 0,0 0 1 0 0,1 1 0 0 0,-1 0 0 0 0,1 1-1 0 0,-1-1 1 0 0,1 1 0 0 0,0 0 0 0 0,0 0 0 0 0,-1 1-1 0 0,1-1 1 0 0,0 1 0 0 0,0 1 0 0 0,0-1-1 0 0,0 1 1 0 0,7 2 0 0 0,-9-1-21 0 0,0 0 0 0 0,0 0 0 0 0,0 1 0 0 0,0-1 0 0 0,-1 1-1 0 0,0 0 1 0 0,1 0 0 0 0,-1 0 0 0 0,0 0 0 0 0,0 0 0 0 0,-1 1 0 0 0,1 0 0 0 0,-1-1 0 0 0,1 1 0 0 0,-1 0 0 0 0,0 0 0 0 0,-1 0 0 0 0,1 0 0 0 0,-1 0 0 0 0,2 9 0 0 0,2 8-151 0 0,-2 1 1 0 0,3 39 0 0 0,-1 59-381 0 0,6-1 1 0 0,29 132 0 0 0,-38-242 511 0 0,0-1 0 0 0,1 0 1 0 0,0-1-1 0 0,0 1 0 0 0,1 0 1 0 0,0-1-1 0 0,6 8 0 0 0,-9-13 4 0 0,0 0-1 0 0,0-1 0 0 0,1 1 1 0 0,-1-1-1 0 0,0 1 0 0 0,1-1 1 0 0,0 1-1 0 0,-1-1 1 0 0,1 0-1 0 0,-1 0 0 0 0,1 0 1 0 0,0 0-1 0 0,0 0 0 0 0,0 0 1 0 0,0 0-1 0 0,0-1 1 0 0,0 1-1 0 0,0-1 0 0 0,0 1 1 0 0,0-1-1 0 0,0 0 0 0 0,0 0 1 0 0,0 0-1 0 0,0 0 1 0 0,0 0-1 0 0,0 0 0 0 0,0-1 1 0 0,0 1-1 0 0,0-1 0 0 0,0 1 1 0 0,0-1-1 0 0,0 0 1 0 0,-1 0-1 0 0,4-1 0 0 0,5-4 175 0 0,-1-1-1 0 0,1 0 1 0 0,-2 0 0 0 0,1-1-1 0 0,-1 0 1 0 0,0 0-1 0 0,-1-1 1 0 0,0 0-1 0 0,0-1 1 0 0,-1 1 0 0 0,0-1-1 0 0,-1 0 1 0 0,0-1-1 0 0,0 1 1 0 0,-1-1-1 0 0,-1 0 1 0 0,0 0 0 0 0,0 0-1 0 0,-1-1 1 0 0,-1 1-1 0 0,0-1 1 0 0,0 1 0 0 0,-1 0-1 0 0,0-1 1 0 0,-1 1-1 0 0,-1-1 1 0 0,0 1-1 0 0,0 0 1 0 0,-1 0 0 0 0,0 0-1 0 0,-1 0 1 0 0,-1 0-1 0 0,-9-17 1 0 0,10 21-93 0 0,1 1 0 0 0,-1 0 0 0 0,-1 0 0 0 0,1 1 0 0 0,-1-1 0 0 0,0 1 0 0 0,0 0 0 0 0,-1 0 0 0 0,1 1 0 0 0,-1-1 0 0 0,0 1 0 0 0,-1 1 0 0 0,1-1 0 0 0,-7-2 0 0 0,3 3-29 0 0,-1 0 0 0 0,1 0 0 0 0,-1 1 0 0 0,0 1 0 0 0,0 0 0 0 0,1 0 0 0 0,-1 1 0 0 0,-19 2 0 0 0,1 1-222 0 0,1 2 1 0 0,0 1 0 0 0,-41 14-1 0 0,43-10-2142 0 0,-43 22 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2.0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42 375 7834 0 0,'-1'0'33'0'0,"-40"-1"13593"0"0,51 6-13536 0 0,-1 0 0 0 0,0 0 0 0 0,0 0 0 0 0,0 1 0 0 0,-1 1 0 0 0,0-1 0 0 0,0 1 0 0 0,13 15 0 0 0,-9-9-57 0 0,1 0-1 0 0,26 18 1 0 0,-27-23 13 0 0,1 1 0 0 0,0-2 1 0 0,1 0-1 0 0,0 0 0 0 0,0-1 1 0 0,0-1-1 0 0,1-1 0 0 0,0 0 1 0 0,0 0-1 0 0,23 1 0 0 0,-43-60 1524 0 0,4 27-1450 0 0,-1-1-1 0 0,-2 1 1 0 0,-1 0 0 0 0,-1 0 0 0 0,-1 0 0 0 0,-2 0-1 0 0,-1 1 1 0 0,0 1 0 0 0,-2 0 0 0 0,-17-27 0 0 0,21 42-387 0 0,1-1 1 0 0,1-1 0 0 0,0 1 0 0 0,1-1-1 0 0,0 0 1 0 0,1 0 0 0 0,0 0 0 0 0,1-1-1 0 0,1 0 1 0 0,-1-14 0 0 0,3 4-7992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33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3225 0 0,'0'-2'288'0'0,"0"1"-288"0"0,0-1 0 0 0,0 0 0 0 0,0 0 0 0 0,1 1 0 0 0,-1 2 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8.1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58 6913 0 0,'-20'-46'5082'0'0,"13"34"-1412"0"0,17 34-2831 0 0,21 49-208 0 0,-3 1 1 0 0,29 119-1 0 0,14 154-198 0 0,27 100-644 0 0,-52-307-510 0 0,-35-114-949 0 0,21 37 0 0 0,-15-34-3743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8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0 264 6913 0 0,'0'-8'107'0'0,"0"0"-1"0"0,1 1 0 0 0,0-1 0 0 0,0 1 0 0 0,1 0 0 0 0,0-1 0 0 0,0 1 0 0 0,6-13 0 0 0,-1 8 271 0 0,0 0 0 0 0,1 0 0 0 0,19-20-1 0 0,-26 31-342 0 0,18-20 1298 0 0,33-31 0 0 0,-47 48-1116 0 0,0 0-1 0 0,0 0 0 0 0,1 0 0 0 0,-1 0 0 0 0,1 1 0 0 0,0 0 1 0 0,0 0-1 0 0,0 0 0 0 0,0 1 0 0 0,0 0 0 0 0,1 0 1 0 0,-1 1-1 0 0,9-2 0 0 0,-12 3-173 0 0,-1 0 0 0 0,0 0 1 0 0,0 1-1 0 0,0-1 0 0 0,0 0 1 0 0,0 1-1 0 0,0-1 0 0 0,0 1 0 0 0,0 0 1 0 0,0 0-1 0 0,0-1 0 0 0,-1 1 1 0 0,1 0-1 0 0,0 1 0 0 0,0-1 0 0 0,-1 0 1 0 0,1 0-1 0 0,-1 1 0 0 0,1-1 1 0 0,1 3-1 0 0,-1 0-10 0 0,0-1 0 0 0,0 1 0 0 0,0-1 0 0 0,-1 1 0 0 0,0-1 0 0 0,1 1 0 0 0,-1 0 0 0 0,-1 0 0 0 0,1 0 0 0 0,0 4-1 0 0,-1 9 10 0 0,0-1-1 0 0,-1 0 0 0 0,0 0 0 0 0,-5 18 0 0 0,-13 37 134 0 0,-2 0-1 0 0,-3-2 0 0 0,-51 101 1 0 0,8-19 1522 0 0,66-148-1596 0 0,0 0 0 0 0,-1 1 0 0 0,1-1 0 0 0,0 1 0 0 0,1 0 0 0 0,-1-1-1 0 0,1 1 1 0 0,0 0 0 0 0,-1-1 0 0 0,2 6 0 0 0,-1-8-77 0 0,0 0 0 0 0,1 0 0 0 0,-1 0 0 0 0,1 1 0 0 0,-1-1 0 0 0,1 0 0 0 0,-1 0 0 0 0,1 0 0 0 0,-1 0 0 0 0,1 0 0 0 0,0 0 0 0 0,0 0 0 0 0,0 0 0 0 0,-1-1 0 0 0,1 1 0 0 0,0 0 0 0 0,0 0 0 0 0,0-1 0 0 0,0 1 0 0 0,0 0 0 0 0,1-1 0 0 0,-1 1 0 0 0,0-1 0 0 0,0 0 0 0 0,0 1 0 0 0,0-1 0 0 0,0 0 0 0 0,1 0 0 0 0,-1 1 0 0 0,0-1-1 0 0,0 0 1 0 0,1 0 0 0 0,1-1 0 0 0,110-4 704 0 0,25 0 153 0 0,-69 13-3172 0 0,-53-5 395 0 0,-1 1 1 0 0,23 9 0 0 0,-15-3-4324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8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8 10138 0 0,'-9'-3'75'0'0,"7"2"185"0"0,1 0 0 0 0,-1 1 0 0 0,0-1 0 0 0,1 1 0 0 0,-1-1 0 0 0,0 1 0 0 0,0 0 0 0 0,0 0 0 0 0,1 0 0 0 0,-1 0 0 0 0,0 0 0 0 0,-2 0 0 0 0,3 1-103 0 0,0 0-1 0 0,0 0 0 0 0,0 0 1 0 0,1 0-1 0 0,-1 0 1 0 0,1 0-1 0 0,-1 0 1 0 0,1 0-1 0 0,-1 0 1 0 0,1 0-1 0 0,-1 1 0 0 0,1-1 1 0 0,0 0-1 0 0,0 0 1 0 0,-1 0-1 0 0,1 0 1 0 0,0 1-1 0 0,0-1 0 0 0,0 0 1 0 0,0 0-1 0 0,1 0 1 0 0,-1 1-1 0 0,1 1 1 0 0,2 20 524 0 0,2 1-1 0 0,0-1 1 0 0,2 0 0 0 0,14 34 0 0 0,-3-9-342 0 0,5 21-464 0 0,63 170 1175 0 0,-32-125-2445 0 0,-33-77-982 0 0,25 34-1 0 0,-30-51-3598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49 380 7834 0 0,'-3'-2'271'0'0,"-1"0"1"0"0,0 0 0 0 0,0 0-1 0 0,1 0 1 0 0,0 0 0 0 0,-1-1-1 0 0,1 0 1 0 0,0 0 0 0 0,0 0-1 0 0,0 0 1 0 0,-4-6 0 0 0,6 7-111 0 0,1 0 0 0 0,-1-1 1 0 0,0 1-1 0 0,1-1 0 0 0,-1 1 1 0 0,1 0-1 0 0,0-1 0 0 0,0 1 1 0 0,0-1-1 0 0,0 1 0 0 0,0 0 1 0 0,0-1-1 0 0,1 1 0 0 0,-1-1 1 0 0,1 1-1 0 0,0 0 0 0 0,0-1 1 0 0,0 1-1 0 0,0 0 0 0 0,0 0 1 0 0,3-4-1 0 0,8-12 241 0 0,1 0 0 0 0,2 1 0 0 0,-1 0 0 0 0,2 1-1 0 0,0 1 1 0 0,1 1 0 0 0,27-18 0 0 0,-13 8-840 0 0,30-28 0 0 0,-54 44 51 0 0,-4 6 279 0 0,1-1 0 0 0,-1 0 1 0 0,0 0-1 0 0,0 0 0 0 0,-1 0 1 0 0,1 0-1 0 0,-1-1 0 0 0,1 1 0 0 0,-1-1 1 0 0,0 1-1 0 0,-1-1 0 0 0,1 0 1 0 0,0 0-1 0 0,1-7 0 0 0,-3 16 381 0 0,1-1-1 0 0,0 1 0 0 0,0 0 0 0 0,1-1 1 0 0,-1 1-1 0 0,1-1 0 0 0,0 1 1 0 0,0-1-1 0 0,1 0 0 0 0,2 5 1 0 0,36 47-366 0 0,-13-19 332 0 0,23 52-11 0 0,-42-69-163 0 0,2 0 0 0 0,0-1 0 0 0,1 0 0 0 0,1 0-1 0 0,0-2 1 0 0,2 1 0 0 0,23 20 0 0 0,-37-36-69 0 0,1 0 0 0 0,0-1 0 0 0,0 1-1 0 0,0-1 1 0 0,0 0 0 0 0,1 0 0 0 0,-1 0 0 0 0,0 0 0 0 0,0 0 0 0 0,1 0-1 0 0,-1-1 1 0 0,0 1 0 0 0,1-1 0 0 0,-1 1 0 0 0,1-1 0 0 0,-1 0 0 0 0,1 0-1 0 0,-1 0 1 0 0,1 0 0 0 0,3-1 0 0 0,-3-1-10 0 0,0 1 0 0 0,0 0 0 0 0,0-1 0 0 0,0 0 0 0 0,0 0 0 0 0,-1 0 0 0 0,1 0 0 0 0,0 0 0 0 0,-1 0 0 0 0,0-1 0 0 0,0 1 0 0 0,0-1 0 0 0,3-4 0 0 0,4-8-52 0 0,-1-1 0 0 0,-1-1 1 0 0,0 1-1 0 0,6-26 0 0 0,-11 37 62 0 0,8-40 36 0 0,-9 36 172 0 0,1 0 0 0 0,0 0 0 0 0,0 0-1 0 0,1 0 1 0 0,0 0 0 0 0,0 0 0 0 0,1 1 0 0 0,0-1 0 0 0,6-7 0 0 0,-10 16-183 0 0,1-1 0 0 0,0 0 0 0 0,0 1 0 0 0,0-1 0 0 0,0 1 0 0 0,-1-1 0 0 0,1 1 0 0 0,0-1 0 0 0,0 1 0 0 0,0 0 0 0 0,0-1 0 0 0,0 1 0 0 0,0 0 0 0 0,0 0 0 0 0,0 0 0 0 0,0-1 0 0 0,0 1 0 0 0,0 1 0 0 0,0-1 0 0 0,0 0 0 0 0,0 0 0 0 0,0 0 0 0 0,0 0 0 0 0,0 1 0 0 0,0-1 0 0 0,0 0 0 0 0,0 1 0 0 0,0-1 0 0 0,0 1 0 0 0,0-1 0 0 0,0 1 0 0 0,0-1 0 0 0,-1 1 0 0 0,1 0 0 0 0,0 0 0 0 0,0-1 0 0 0,-1 1 0 0 0,1 0 0 0 0,0 0 0 0 0,-1 0 0 0 0,1 0 0 0 0,31 43 917 0 0,-28-36-876 0 0,6 8-86 0 0,43 58-668 0 0,-34-53 15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0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0 510 3225 0 0,'3'-5'111'0'0,"-1"0"0"0"0,1 0 1 0 0,0 0-1 0 0,0 1 0 0 0,0-1 1 0 0,0 1-1 0 0,1 0 0 0 0,0 0 1 0 0,0 0-1 0 0,0 1 0 0 0,9-7 1 0 0,5-1 642 0 0,34-16 1 0 0,-24 14-817 0 0,36-17 889 0 0,1 3 0 0 0,133-36 0 0 0,146-5 1894 0 0,-194 50-1555 0 0,227 0 0 0 0,152 36-126 0 0,-106-2-1700 0 0,-2-27-1790 0 0,-367 7 1974 0 0,-1-3 0 0 0,1-1 0 0 0,-1-4 1 0 0,-1-1-1 0 0,0-3 0 0 0,-1-2 0 0 0,68-34 1 0 0,-114 49 404 0 0,0 0 0 0 0,0 0 0 0 0,-1-1 0 0 0,0 1-1 0 0,1-1 1 0 0,4-5 0 0 0,-8 8 115 0 0,-1 0 0 0 0,1 0 0 0 0,0 0 0 0 0,0 0 0 0 0,-1 0 0 0 0,1 0-1 0 0,0 0 1 0 0,-1 0 0 0 0,1 0 0 0 0,-1 0 0 0 0,1 0 0 0 0,-1 0 0 0 0,0-1-1 0 0,0 1 1 0 0,1 0 0 0 0,-1 0 0 0 0,0 0 0 0 0,0-1 0 0 0,0 1 0 0 0,0 0-1 0 0,0 0 1 0 0,0 0 0 0 0,-1-1 0 0 0,1 1 0 0 0,0 0 0 0 0,-1 0 0 0 0,1 0-1 0 0,0 0 1 0 0,-1 0 0 0 0,0-1 0 0 0,1 1 0 0 0,-1 0 0 0 0,1 0-1 0 0,-1 0 1 0 0,-1-1 0 0 0,3 17 5119 0 0,-10 20-4040 0 0,5-21-641 0 0,-9 44-264 0 0,4 1 0 0 0,2 1 0 0 0,2 0 0 0 0,3 0 0 0 0,3 0 0 0 0,2 0 0 0 0,14 71-1 0 0,108 409 1388 0 0,-118-515-1600 0 0,82 329 247 0 0,-35-133-48 0 0,-22-104-267 0 0,-9-35 228 0 0,16 101 0 0 0,-37-168-96 0 0,-1 0 1 0 0,-1 0 0 0 0,0 0-1 0 0,-1 0 1 0 0,-1-1-1 0 0,0 1 1 0 0,-1 0 0 0 0,-8 26-1 0 0,8-32-58 0 0,-1 0 1 0 0,0 0-1 0 0,-1 0 0 0 0,1-1 0 0 0,-2 0 0 0 0,1 0 0 0 0,-1 0 0 0 0,0 0 1 0 0,-1-1-1 0 0,0 0 0 0 0,0 0 0 0 0,0-1 0 0 0,-1 0 0 0 0,-10 7 0 0 0,-32 11 191 0 0,-1-2 0 0 0,0-3 0 0 0,-81 21-1 0 0,49-16-91 0 0,-62 19-15 0 0,-236 39 0 0 0,230-60-183 0 0,-372 39-1231 0 0,437-56 1121 0 0,1-5-1 0 0,-1-3 1 0 0,1-4-1 0 0,-98-20 1 0 0,-164-39-481 0 0,236 51 141 0 0,-130-1 0 0 0,65 12-3622 0 0,121 0-791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0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59 8754 0 0,'0'-4'360'0'0,"0"1"1"0"0,0-1-1 0 0,0 0 0 0 0,0 1 1 0 0,1-1-1 0 0,-1 0 0 0 0,1 1 1 0 0,0-1-1 0 0,0 0 1 0 0,0 1-1 0 0,0-1 0 0 0,1 1 1 0 0,3-6-1 0 0,-5 9-331 0 0,1 0 0 0 0,-1-1-1 0 0,0 1 1 0 0,0 0 0 0 0,1 0 0 0 0,-1 0-1 0 0,0 0 1 0 0,1-1 0 0 0,-1 1 0 0 0,0 0 0 0 0,1 0-1 0 0,-1 0 1 0 0,0 0 0 0 0,1 0 0 0 0,-1 0-1 0 0,0 0 1 0 0,1 0 0 0 0,-1 0 0 0 0,0 0 0 0 0,1 0-1 0 0,-1 0 1 0 0,0 0 0 0 0,1 0 0 0 0,-1 0 0 0 0,0 1-1 0 0,1-1 1 0 0,-1 0 0 0 0,0 0 0 0 0,1 0-1 0 0,-1 0 1 0 0,0 1 0 0 0,0-1 0 0 0,1 0 0 0 0,-1 0-1 0 0,0 1 1 0 0,0-1 0 0 0,1 0 0 0 0,-1 0-1 0 0,0 1 1 0 0,0-1 0 0 0,0 0 0 0 0,0 1 0 0 0,1-1-1 0 0,-1 0 1 0 0,0 0 0 0 0,0 1 0 0 0,0-1 0 0 0,0 0-1 0 0,0 1 1 0 0,0 0 0 0 0,8 18 633 0 0,4 29 72 0 0,-1 0 1 0 0,3 53-1 0 0,2 104-97 0 0,-10-109-458 0 0,43 496 95 0 0,38-1-100 0 0,-22-270-3038 0 0,-53-260-3162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2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53 9562 0 0,'0'-47'2681'0'0,"0"41"-356"0"0,0 24-928 0 0,0-8-1329 0 0,-12 307 773 0 0,3-155-136 0 0,12 164 0 0 0,32 75-671 0 0,16 265 80 0 0,38 514 1006 0 0,-86-1144-916 0 0,14 208 1499 0 0,3 41-1179 0 0,-17-261-2381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2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15 192 5137 0 0,'-15'-5'6532'0'0,"33"-6"-4661"0"0,37-9-1068 0 0,-15 11-629 0 0,0 2 0 0 0,1 2 0 0 0,0 1 0 0 0,52 3 0 0 0,-24 0-144 0 0,231-4-7 0 0,126-5 1081 0 0,-1-29 725 0 0,-192 4-235 0 0,256-5 0 0 0,-357 45-1251 0 0,184 29 0 0 0,-307-33-307 0 0,26 4-19 0 0,74 12 132 0 0,-99-14-230 0 0,1 0 1 0 0,0 0-1 0 0,-1 1 0 0 0,0 0 0 0 0,0 1 0 0 0,0 0 0 0 0,14 11 1 0 0,-12-5-877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3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 3225 0 0,'-15'-17'9141'0'0,"19"27"-8121"0"0,1 5 89 0 0,-1 0 1 0 0,0 0-1 0 0,1 17 1 0 0,2 92 448 0 0,-4-46-1128 0 0,41 308 38 0 0,-1-15-144 0 0,-41-335-349 0 0,-1 1-1 0 0,-2-1 0 0 0,-1 1 0 0 0,-10 44 1 0 0,6-51-1204 0 0,-14 34 1 0 0,6-15-4144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3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228 1 2761 0 0,'-24'9'1302'0'0,"0"1"1"0"0,0 1 0 0 0,1 2 0 0 0,0 0-1 0 0,1 1 1 0 0,1 1 0 0 0,-34 31 0 0 0,44-29-421 0 0,11-16-824 0 0,0-1 1 0 0,0 1 0 0 0,0-1-1 0 0,0 1 1 0 0,0-1 0 0 0,0 1 0 0 0,0-1-1 0 0,0 1 1 0 0,0-1 0 0 0,0 1-1 0 0,0-1 1 0 0,0 1 0 0 0,1-1-1 0 0,-1 1 1 0 0,0-1 0 0 0,0 0-1 0 0,1 1 1 0 0,-1-1 0 0 0,0 1 0 0 0,0-1-1 0 0,1 0 1 0 0,-1 1 0 0 0,0-1-1 0 0,1 1 1 0 0,3 1 246 0 0,0-1 0 0 0,-1 1 0 0 0,1-1 0 0 0,0 1 1 0 0,0-1-1 0 0,0 0 0 0 0,4 0 0 0 0,0 1-202 0 0,87 15-97 0 0,-57-11-1 0 0,-1 1-1 0 0,-1 2 0 0 0,40 15 1 0 0,-70-22 38 0 0,-3-1-83 0 0,0 0 1 0 0,0 0-1 0 0,0 1 1 0 0,0-1-1 0 0,0 1 1 0 0,0 0 0 0 0,0 0-1 0 0,4 3 1 0 0,-7-4 24 0 0,1 0-1 0 0,-1 0 1 0 0,0 0 0 0 0,1 0 0 0 0,-1 0 0 0 0,0 0 0 0 0,0 0 0 0 0,0 0 0 0 0,0 0 0 0 0,0 0 0 0 0,0 0 0 0 0,0 0-1 0 0,0 0 1 0 0,0 0 0 0 0,0 0 0 0 0,-1 0 0 0 0,1 0 0 0 0,0 0 0 0 0,-1 0 0 0 0,1 0 0 0 0,0 0 0 0 0,-1 0-1 0 0,1 0 1 0 0,-1 0 0 0 0,0-1 0 0 0,1 1 0 0 0,-1 0 0 0 0,0 0 0 0 0,1-1 0 0 0,-1 1 0 0 0,0 0 0 0 0,0-1-1 0 0,-1 2 1 0 0,-60 55-822 0 0,36-34 59 0 0,1 0 1 0 0,-43 55-1 0 0,68-78 787 0 0,-1 0-1 0 0,1 1 1 0 0,0-1-1 0 0,0 1 0 0 0,-1-1 1 0 0,1 0-1 0 0,0 1 0 0 0,0-1 1 0 0,0 1-1 0 0,0-1 1 0 0,0 1-1 0 0,-1-1 0 0 0,1 1 1 0 0,0-1-1 0 0,0 0 1 0 0,0 1-1 0 0,0-1 0 0 0,0 1 1 0 0,0-1-1 0 0,0 1 0 0 0,1-1 1 0 0,-1 1-1 0 0,0-1 1 0 0,0 0-1 0 0,0 1 0 0 0,0-1 1 0 0,1 1-1 0 0,-1-1 1 0 0,0 1-1 0 0,0-1 0 0 0,1 1 1 0 0,15 8 195 0 0,20-1-53 0 0,-8-6-167 0 0,1-1 106 0 0,0 1-1 0 0,32 8 0 0 0,-54-9-81 0 0,0 1-1 0 0,0 0 0 0 0,-1 0 0 0 0,1 1 0 0 0,0-1 1 0 0,-1 2-1 0 0,0-1 0 0 0,0 1 0 0 0,0 0 1 0 0,0 0-1 0 0,0 0 0 0 0,-1 1 0 0 0,0 0 0 0 0,5 6 1 0 0,-8-9 25 0 0,-1 1 1 0 0,1-1 0 0 0,-1 1 0 0 0,0-1 0 0 0,0 1-1 0 0,0 0 1 0 0,0-1 0 0 0,-1 1 0 0 0,1 0 0 0 0,-1 0 0 0 0,1-1-1 0 0,-1 1 1 0 0,0 0 0 0 0,0 0 0 0 0,0 0 0 0 0,-1-1-1 0 0,1 1 1 0 0,-1 0 0 0 0,1 0 0 0 0,-1-1 0 0 0,0 1-1 0 0,0 0 1 0 0,0-1 0 0 0,0 1 0 0 0,-1-1 0 0 0,-1 4 0 0 0,-6 7-125 0 0,-1 0 1 0 0,0 0 0 0 0,-19 18-1 0 0,4-4-2031 0 0,13-13-1326 0 0,3-3-901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3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4 2304 0 0,'-11'-3'11851'0'0,"6"52"-10929"0"0,2 0 0 0 0,2 0 0 0 0,7 55 0 0 0,-1 4-16 0 0,-4 45 10 0 0,4 95-157 0 0,-1-195-405 0 0,2-1 0 0 0,22 88 0 0 0,13 30 559 0 0,14 50-331 0 0,-42-187-847 0 0,3 13 215 0 0,-16-42-1033 0 0,1-1-1 0 0,-1 1 1 0 0,0 0-1 0 0,0 0 0 0 0,0-1 1 0 0,-1 1-1 0 0,0 4 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4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57 3225 0 0,'-7'1'136'0'0,"4"-1"40"0"0,-1 0-176 0 0,1 0 0 0 0,1 0 0 0 0,2-1 512 0 0,-2-1 64 0 0,0 0 8 0 0,2-3 8 0 0,2 0-288 0 0,0-2-56 0 0,3 0-16 0 0,0-2 0 0 0,1 2-232 0 0,-1 0 0 0 0,-4 2 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4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25 920 0 0,'0'-3'80'0'0,"2"-1"-80"0"0,0 1 0 0 0,-1-1 0 0 0,-1 3 624 0 0,2-1-280 0 0,-2 0 0 0 0,2-1-344 0 0,0 1 0 0 0,-20 33-128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5.2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168 210 3225 0 0,'-4'-1'411'0'0,"0"-1"0"0"0,0 0 1 0 0,-1 1-1 0 0,1 0 1 0 0,-1 0-1 0 0,1 0 0 0 0,-1 1 1 0 0,-7-1-1 0 0,10 1-117 0 0,0 0-1 0 0,0 0 1 0 0,-1 0 0 0 0,1 0-1 0 0,0 0 1 0 0,0 0 0 0 0,-1 1-1 0 0,1-1 1 0 0,0 1 0 0 0,0-1-1 0 0,0 1 1 0 0,-1 0 0 0 0,1 0-1 0 0,0 0 1 0 0,0 0 0 0 0,1 0-1 0 0,-1 0 1 0 0,-3 4 0 0 0,4-5-240 0 0,1 0 1 0 0,0 1 0 0 0,0-1 0 0 0,0 0 0 0 0,0 0 0 0 0,-1 1-1 0 0,1-1 1 0 0,0 1 0 0 0,0-1 0 0 0,0 0 0 0 0,0 1-1 0 0,0-1 1 0 0,0 0 0 0 0,0 1 0 0 0,0-1 0 0 0,0 0-1 0 0,0 1 1 0 0,0-1 0 0 0,0 1 0 0 0,0-1 0 0 0,0 0-1 0 0,1 1 1 0 0,-1-1 0 0 0,0 0 0 0 0,0 1 0 0 0,0-1 0 0 0,0 0-1 0 0,1 1 1 0 0,-1-1 0 0 0,0 0 0 0 0,0 0 0 0 0,1 1-1 0 0,-1-1 1 0 0,15 7 992 0 0,18-2 281 0 0,-30-5-1233 0 0,1-1-1 0 0,0 1 1 0 0,-1-1 0 0 0,1 1-1 0 0,0-1 1 0 0,-1 0-1 0 0,1 0 1 0 0,-1-1 0 0 0,1 1-1 0 0,-1-1 1 0 0,0 1 0 0 0,1-1-1 0 0,-1 0 1 0 0,0-1 0 0 0,0 1-1 0 0,0 0 1 0 0,-1-1 0 0 0,1 0-1 0 0,-1 1 1 0 0,4-5 0 0 0,-5 5-67 0 0,0 0 0 0 0,0 0 0 0 0,0 0 0 0 0,0-1 0 0 0,0 1 0 0 0,-1 0 0 0 0,1 0 1 0 0,-1-1-1 0 0,1 1 0 0 0,-1 0 0 0 0,0-1 0 0 0,0 1 0 0 0,0-1 0 0 0,0 1 0 0 0,0 0 0 0 0,-1-1 0 0 0,1 1 1 0 0,-1 0-1 0 0,1-1 0 0 0,-1 1 0 0 0,0 0 0 0 0,0 0 0 0 0,0 0 0 0 0,0 0 0 0 0,0 0 0 0 0,-1 0 1 0 0,1 0-1 0 0,0 0 0 0 0,-1 0 0 0 0,0 0 0 0 0,1 1 0 0 0,-4-3 0 0 0,0 0 10 0 0,1 1-1 0 0,0 0 0 0 0,-1 0 0 0 0,0 0 1 0 0,1 1-1 0 0,-1 0 0 0 0,0-1 1 0 0,0 2-1 0 0,-1-1 0 0 0,1 1 1 0 0,0 0-1 0 0,0 0 0 0 0,-1 0 1 0 0,1 1-1 0 0,-1-1 0 0 0,1 1 0 0 0,0 1 1 0 0,-9 0-1 0 0,10 0-21 0 0,0 0 0 0 0,0 0 0 0 0,0 0 1 0 0,0 1-1 0 0,0-1 0 0 0,1 1 0 0 0,-1 0 0 0 0,0 0 0 0 0,1 0 0 0 0,0 0 1 0 0,-1 1-1 0 0,1-1 0 0 0,0 1 0 0 0,0 0 0 0 0,1 0 0 0 0,-1 0 0 0 0,1 0 0 0 0,-1 0 1 0 0,1 1-1 0 0,0-1 0 0 0,0 1 0 0 0,0 0 0 0 0,1-1 0 0 0,-1 1 0 0 0,0 6 0 0 0,1-8-19 0 0,1-1-1 0 0,-1 1 1 0 0,1 0-1 0 0,0 0 1 0 0,-1 0 0 0 0,1 0-1 0 0,0 0 1 0 0,0-1-1 0 0,1 1 1 0 0,-1 0-1 0 0,0 0 1 0 0,0 0-1 0 0,1-1 1 0 0,0 1-1 0 0,-1 0 1 0 0,1 0-1 0 0,0-1 1 0 0,0 1-1 0 0,-1 0 1 0 0,1-1-1 0 0,0 1 1 0 0,1-1-1 0 0,1 3 1 0 0,-1-2-11 0 0,1 0-1 0 0,0-1 1 0 0,0 1 0 0 0,0-1 0 0 0,0 1 0 0 0,0-1-1 0 0,0 0 1 0 0,0 0 0 0 0,0 0 0 0 0,0 0 0 0 0,1-1 0 0 0,4 1-1 0 0,1-1-11 0 0,-1 0-1 0 0,1 0 0 0 0,0-1 0 0 0,0 0 0 0 0,0 0 1 0 0,0-1-1 0 0,-1 0 0 0 0,1-1 0 0 0,9-3 0 0 0,-12 2 94 0 0,0 0-1 0 0,0 0 0 0 0,-1 0 1 0 0,1-1-1 0 0,-1 0 0 0 0,0 0 1 0 0,0 0-1 0 0,-1 0 0 0 0,0-1 1 0 0,0 0-1 0 0,0 0 0 0 0,0 0 1 0 0,-1 0-1 0 0,0-1 0 0 0,0 1 1 0 0,3-14-1 0 0,-5 17-32 0 0,-1-1-1 0 0,1 0 1 0 0,-1 1 0 0 0,1-1 0 0 0,-1 0-1 0 0,0 1 1 0 0,0-1 0 0 0,-1 0 0 0 0,1 1-1 0 0,-1-1 1 0 0,0 1 0 0 0,0-1 0 0 0,0 1-1 0 0,0-1 1 0 0,-1 1 0 0 0,1-1 0 0 0,-1 1-1 0 0,0 0 1 0 0,0 0 0 0 0,0 0 0 0 0,0 0-1 0 0,0 0 1 0 0,-1 1 0 0 0,0-1 0 0 0,1 1-1 0 0,-1-1 1 0 0,0 1 0 0 0,0 0 0 0 0,0 0-1 0 0,0 0 1 0 0,-1 1 0 0 0,1-1 0 0 0,-7-1-1 0 0,7 1-76 0 0,0 1 0 0 0,0 0 0 0 0,0 1 0 0 0,0-1 0 0 0,0 1 0 0 0,0-1 0 0 0,0 1 0 0 0,0 0 0 0 0,0 0 0 0 0,0 0 0 0 0,0 0 0 0 0,0 1 0 0 0,0-1 0 0 0,0 1 0 0 0,0 0 0 0 0,0 0 0 0 0,0 0 0 0 0,0 0 0 0 0,0 0 0 0 0,0 1 0 0 0,1-1 0 0 0,-4 3 0 0 0,-7 8-1067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5.7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93 3681 0 0,'-34'-65'6621'0'0,"21"38"986"0"0,16 52-3868 0 0,-1-13-3392 0 0,15 337 276 0 0,-14-220-540 0 0,-2 157-866 0 0,17 233-1636 0 0,-14-487-108 0 0,13 42 1 0 0,-12-54-2862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6.3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1 2761 0 0,'-9'0'898'0'0,"0"1"0"0"0,0 0 1 0 0,1 0-1 0 0,-1 1 1 0 0,0 0-1 0 0,1 1 0 0 0,-1 0 1 0 0,1 0-1 0 0,0 1 0 0 0,0 0 1 0 0,0 0-1 0 0,1 1 1 0 0,-13 9-1 0 0,18-11-770 0 0,0 0-1 0 0,0 0 1 0 0,0 0 0 0 0,1 0-1 0 0,-1 0 1 0 0,1 0 0 0 0,0 0-1 0 0,-1 0 1 0 0,1 1 0 0 0,1-1-1 0 0,-1 1 1 0 0,0-1 0 0 0,1 0-1 0 0,0 1 1 0 0,0-1 0 0 0,0 1-1 0 0,0-1 1 0 0,1 1 0 0 0,-1-1-1 0 0,1 0 1 0 0,0 1 0 0 0,0-1-1 0 0,0 0 1 0 0,0 1 0 0 0,0-1-1 0 0,1 0 1 0 0,-1 0 0 0 0,1 0-1 0 0,2 3 1 0 0,0-1-151 0 0,0 0 0 0 0,0 0 0 0 0,0 0 1 0 0,0 0-1 0 0,1-1 0 0 0,0 0 0 0 0,0 0 0 0 0,0 0 0 0 0,0-1 1 0 0,1 1-1 0 0,-1-1 0 0 0,1-1 0 0 0,0 1 0 0 0,12 3 0 0 0,104 6-102 0 0,-122-11 125 0 0,0-1 0 0 0,1 0 0 0 0,-1 0 0 0 0,0 0 0 0 0,1 0 0 0 0,-1 0 0 0 0,0 1 0 0 0,0-1 0 0 0,1 0 0 0 0,-1 0 0 0 0,0 1 0 0 0,1-1 0 0 0,-1 0 0 0 0,0 0 0 0 0,0 1 0 0 0,0-1 0 0 0,1 0 0 0 0,-1 1 0 0 0,0-1 0 0 0,0 0 0 0 0,0 1 0 0 0,0-1 0 0 0,1 0 0 0 0,-1 1 0 0 0,0-1 0 0 0,0 0 0 0 0,0 1 0 0 0,0-1 0 0 0,0 0 0 0 0,0 1 0 0 0,0-1 0 0 0,0 0 0 0 0,0 1 0 0 0,0 0 0 0 0,-6 18 0 0 0,-13 19 0 0 0,18-37 0 0 0,-15 24-111 0 0,-39 44-1 0 0,40-52 45 0 0,0 0-1 0 0,2 1 1 0 0,0 0-1 0 0,-20 40 1 0 0,33-57 70 0 0,-1 1-1 0 0,0 0 1 0 0,0-1 0 0 0,1 1-1 0 0,-1 0 1 0 0,1 0 0 0 0,-1 0-1 0 0,1-1 1 0 0,0 1 0 0 0,0 0 0 0 0,-1 0-1 0 0,1 0 1 0 0,1 0 0 0 0,-1-1-1 0 0,0 1 1 0 0,0 0 0 0 0,1 0-1 0 0,-1 0 1 0 0,1 0 0 0 0,-1-1 0 0 0,1 1-1 0 0,1 2 1 0 0,0-2 7 0 0,0 0-1 0 0,0 0 1 0 0,0-1-1 0 0,0 1 1 0 0,0-1 0 0 0,0 0-1 0 0,0 1 1 0 0,0-1-1 0 0,1 0 1 0 0,-1 0 0 0 0,0 0-1 0 0,1 0 1 0 0,-1-1-1 0 0,5 1 1 0 0,9 1 46 0 0,0 0 0 0 0,1-2 1 0 0,-1 0-1 0 0,18-3 0 0 0,-24 2-39 0 0,4 0 75 0 0,-12 0-34 0 0,0 1-1 0 0,-1-1 0 0 0,1 1 0 0 0,0 0 0 0 0,0 0 0 0 0,0 0 1 0 0,-1 0-1 0 0,1 0 0 0 0,0 0 0 0 0,0 1 0 0 0,1 0 0 0 0,-2-1-43 0 0,0 1 0 0 0,0 0 0 0 0,-1 0 0 0 0,1-1 0 0 0,-1 1 0 0 0,1 0 0 0 0,-1 0 0 0 0,1 0 0 0 0,-1 0 0 0 0,1 0 0 0 0,-1 0 0 0 0,0 0 0 0 0,1 0 0 0 0,-1 0 0 0 0,0 0 0 0 0,0 0 0 0 0,0 0 0 0 0,0 0 0 0 0,0 0 0 0 0,0 0 0 0 0,0 0 0 0 0,0 0 0 0 0,0 0 0 0 0,0 0 0 0 0,-1 1 0 0 0,-1 12-272 0 0,-1 1 0 0 0,-1-1 0 0 0,0 0 0 0 0,-1 0 0 0 0,-8 17 1 0 0,-20 35-4312 0 0,16-33 332 0 0,11-20 2190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6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152 0 456 0 0,'1'1'272'0'0,"1"-1"0"0"0,-1 1 1 0 0,0-1-1 0 0,0 1 0 0 0,0 0 0 0 0,-1 0 0 0 0,1 0 0 0 0,0-1 1 0 0,0 1-1 0 0,0 0 0 0 0,0 0 0 0 0,-1 0 0 0 0,1 0 0 0 0,-1 0 1 0 0,1 0-1 0 0,0 1 0 0 0,-1-1 0 0 0,0 0 0 0 0,1 0 0 0 0,-1 0 1 0 0,0 0-1 0 0,0 1 0 0 0,1-1 0 0 0,-1 0 0 0 0,0 2 0 0 0,2 33 3045 0 0,-8 44 463 0 0,-19 93 1 0 0,-73 196 398 0 0,86-327-4086 0 0,3 0 0 0 0,1 1-1 0 0,2 0 1 0 0,1 1 0 0 0,3 60 0 0 0,28 222 382 0 0,-8-155-435 0 0,-16-101 136 0 0,-3-50-192 0 0,1 0 0 0 0,2-1 0 0 0,0 1 0 0 0,0 0 0 0 0,7 19 0 0 0,-9-39-15 0 0,0 0 1 0 0,0 0-1 0 0,0 0 0 0 0,0 1 0 0 0,0-1 0 0 0,0 0 1 0 0,0 0-1 0 0,0 0 0 0 0,0 0 0 0 0,0 1 1 0 0,0-1-1 0 0,0 0 0 0 0,0 0 0 0 0,0 0 0 0 0,0 0 1 0 0,0 1-1 0 0,0-1 0 0 0,0 0 0 0 0,0 0 1 0 0,1 0-1 0 0,-1 0 0 0 0,0 0 0 0 0,0 1 0 0 0,0-1 1 0 0,0 0-1 0 0,0 0 0 0 0,0 0 0 0 0,1 0 1 0 0,-1 0-1 0 0,0 0 0 0 0,0 0 0 0 0,0 0 0 0 0,0 0 1 0 0,1 0-1 0 0,-1 1 0 0 0,0-1 0 0 0,0 0 1 0 0,0 0-1 0 0,0 0 0 0 0,1 0 0 0 0,-1 0 0 0 0,0 0 1 0 0,0 0-1 0 0,0 0 0 0 0,0 0 0 0 0,1 0 0 0 0,-1-1 1 0 0,0 1-1 0 0,0 0 0 0 0,0 0 0 0 0,0 0 1 0 0,1 0-1 0 0,-1 0 0 0 0,0 0 0 0 0,0 0 0 0 0,0 0 1 0 0,0 0-1 0 0,0 0 0 0 0,0-1 0 0 0,1 1 1 0 0,-1 0-1 0 0,0 0 0 0 0,0 0 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7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 5529 0 0,'-2'1'146'0'0,"1"0"0"0"0,-1 1 0 0 0,1-1 0 0 0,-1 1 0 0 0,1-1 0 0 0,0 1 0 0 0,0-1 0 0 0,0 1 0 0 0,0 0 0 0 0,0-1 0 0 0,0 1 0 0 0,0 0 0 0 0,1 0 0 0 0,-2 2 0 0 0,-7 34 787 0 0,6-25-428 0 0,-5 24 398 0 0,2 1 1 0 0,1 0-1 0 0,1 47 1 0 0,11 119 689 0 0,-2-106-1139 0 0,56 1099 971 0 0,-47-884-1381 0 0,-52 588 0 0 0,12-299 83 0 0,25-557-977 0 0,1 29 216 0 0,4-26-3892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7.9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69 3681 0 0,'-10'3'8001'0'0,"20"-13"-6062"0"0,27-16-565 0 0,-18 19-926 0 0,0 0-1 0 0,0 2 1 0 0,1 0-1 0 0,0 1 1 0 0,0 1-1 0 0,26-1 1 0 0,123 8-322 0 0,-70 1 567 0 0,184 7 1317 0 0,170 1-1130 0 0,-289-9-556 0 0,180 27 0 0 0,-129-8 217 0 0,125-20-59 0 0,-90-6-115 0 0,-196 5-51 0 0,-1 3-1 0 0,88 18 0 0 0,-129-20-269 0 0,0 0-1 0 0,1-1 0 0 0,-1-1 1 0 0,24 0-1 0 0,-31-1-51 0 0,0-1 0 0 0,0 1-1 0 0,0-1 1 0 0,0 0 0 0 0,-1-1-1 0 0,1 1 1 0 0,0-1 0 0 0,-1 0-1 0 0,1 0 1 0 0,-1-1 0 0 0,1 1-1 0 0,-1-1 1 0 0,0 0 0 0 0,7-6-1 0 0,0-2-373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9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86 157 5065 0 0,'-9'-22'2035'0'0,"0"0"1"0"0,-2 1-1 0 0,-17-26 1 0 0,0 2 3978 0 0,53 94-2772 0 0,9 41-3184 0 0,-7-17-22 0 0,172 331-52 0 0,-115-244-7567 0 0,-69-131 1131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1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28 3225 0 0,'0'-5'8609'0'0,"0"-9"-9178"0"0,0 11 1396 0 0,0 3-756 0 0,0 0 0 0 0,0 0 0 0 0,0-1 0 0 0,0 1 0 0 0,0 0 0 0 0,0 0 0 0 0,0-1 0 0 0,0 1 0 0 0,-1 0 0 0 0,1 0 0 0 0,0 0-1 0 0,0-1 1 0 0,0 1 0 0 0,0 0 0 0 0,0 0 0 0 0,0 0 0 0 0,-1-1 0 0 0,1 1 0 0 0,0 0 0 0 0,0 0 0 0 0,0 0 0 0 0,0 0 0 0 0,-1-1 0 0 0,1 1 0 0 0,0 0 0 0 0,0 0 0 0 0,-1 0 0 0 0,1 0 0 0 0,0 0 0 0 0,0 0 0 0 0,0 0 0 0 0,-1 0 0 0 0,1 0 0 0 0,0 0 0 0 0,0 0 0 0 0,-1 0 0 0 0,1 0 0 0 0,0 0-1 0 0,0 0 1 0 0,-1 0 0 0 0,1 0 0 0 0,0 0 0 0 0,0 0 0 0 0,0 0 0 0 0,-1 0 0 0 0,1 0 0 0 0,0 0 0 0 0,0 0 0 0 0,-1 0 0 0 0,1 1 0 0 0,0-1 0 0 0,0 0 0 0 0,0 0 0 0 0,0 0 0 0 0,-1 0 0 0 0,1 1 0 0 0,0-1 0 0 0,0 0 0 0 0,0 0 0 0 0,0 0 0 0 0,-1 1 0 0 0,-10 11 1505 0 0,7 1-1355 0 0,1 1 0 0 0,1 0 0 0 0,-2 22 0 0 0,4-22-102 0 0,-1-1 1 0 0,-1 0-1 0 0,-1 1 0 0 0,-4 15 0 0 0,-3 5 274 0 0,2 0 0 0 0,2 1 0 0 0,1 0 0 0 0,-1 54 0 0 0,-2 9-240 0 0,-4 49-398 0 0,6-1 0 0 0,16 180 0 0 0,-10-326 264 0 0,2 20-1525 0 0,1 10-6368 0 0,-3-24 5914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1.8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67 192 920 0 0,'-1'-3'345'0'0,"-19"-41"4662"0"0,13 16 2561 0 0,10 28-7250 0 0,0 1 1 0 0,0 0-1 0 0,0-1 0 0 0,0 1 0 0 0,0-1 0 0 0,0 0 0 0 0,0 0 1 0 0,0 0-1 0 0,0 0 0 0 0,0 0 0 0 0,0-1 0 0 0,0 0 0 0 0,4 0 1 0 0,-5-2-280 0 0,-1 0 1 0 0,1 0-1 0 0,-1 0 1 0 0,0 0 0 0 0,0 0-1 0 0,0 0 1 0 0,0 0 0 0 0,0 0-1 0 0,-1 0 1 0 0,1-1 0 0 0,-1 1-1 0 0,0 0 1 0 0,0 0-1 0 0,0-1 1 0 0,-1 1 0 0 0,1 0-1 0 0,-1 0 1 0 0,1 0 0 0 0,-1 0-1 0 0,0 0 1 0 0,0 0 0 0 0,-2-4-1 0 0,2 5-13 0 0,1 0 0 0 0,-1 0 0 0 0,0 0 0 0 0,0-1-1 0 0,0 1 1 0 0,0 0 0 0 0,0 0 0 0 0,0 0 0 0 0,-1 0 0 0 0,1 1 0 0 0,-1-1-1 0 0,1 0 1 0 0,-1 0 0 0 0,0 1 0 0 0,0-1 0 0 0,1 1 0 0 0,-1 0 0 0 0,0 0-1 0 0,0-1 1 0 0,0 1 0 0 0,-1 0 0 0 0,1 1 0 0 0,0-1 0 0 0,0 0 0 0 0,0 1-1 0 0,-1-1 1 0 0,1 1 0 0 0,0-1 0 0 0,-1 1 0 0 0,1 0 0 0 0,-3 0 0 0 0,4 1-16 0 0,-1-1 1 0 0,1 0 0 0 0,-1 1 0 0 0,0-1 0 0 0,1 1 0 0 0,-1 0-1 0 0,1 0 1 0 0,0-1 0 0 0,-1 1 0 0 0,1 0 0 0 0,0 0-1 0 0,-1 0 1 0 0,1 0 0 0 0,0 1 0 0 0,0-1 0 0 0,0 0 0 0 0,0 0-1 0 0,0 1 1 0 0,0-1 0 0 0,0 0 0 0 0,0 1 0 0 0,1-1 0 0 0,-1 1-1 0 0,0-1 1 0 0,1 1 0 0 0,0 0 0 0 0,-1-1 0 0 0,1 1-1 0 0,0-1 1 0 0,0 1 0 0 0,0 0 0 0 0,0-1 0 0 0,0 1 0 0 0,0 0-1 0 0,0-1 1 0 0,0 1 0 0 0,1 3 0 0 0,0-3 0 0 0,0 1 0 0 0,0 0 0 0 0,0-1-1 0 0,0 1 1 0 0,0-1 0 0 0,1 1 0 0 0,-1-1 0 0 0,1 0 0 0 0,-1 1 0 0 0,1-1 0 0 0,0 0 0 0 0,0 0-1 0 0,0 0 1 0 0,0-1 0 0 0,0 1 0 0 0,1 0 0 0 0,-1-1 0 0 0,0 1 0 0 0,1-1 0 0 0,-1 0 0 0 0,4 2-1 0 0,3 0 522 0 0,-11 3 450 0 0,-2 4-471 0 0,3-9-531 0 0,1 0 1 0 0,0-1-1 0 0,-1 1 1 0 0,1-1 0 0 0,0 1-1 0 0,-1 0 1 0 0,1 0-1 0 0,0-1 1 0 0,0 1-1 0 0,0 0 1 0 0,0-1-1 0 0,0 1 1 0 0,0 0 0 0 0,0-1-1 0 0,0 1 1 0 0,0 0-1 0 0,0 0 1 0 0,0-1-1 0 0,0 1 1 0 0,0 0-1 0 0,1-1 1 0 0,-1 1-1 0 0,0 0 1 0 0,1-1 0 0 0,-1 1-1 0 0,0 0 1 0 0,1-1-1 0 0,-1 1 1 0 0,1-1-1 0 0,-1 1 1 0 0,1-1-1 0 0,-1 1 1 0 0,1-1 0 0 0,-1 1-1 0 0,1-1 1 0 0,-1 1-1 0 0,1-1 1 0 0,0 0-1 0 0,-1 1 1 0 0,1-1-1 0 0,0 0 1 0 0,-1 0-1 0 0,1 1 1 0 0,0-1 0 0 0,-1 0-1 0 0,1 0 1 0 0,0 0-1 0 0,-1 0 1 0 0,1 0-1 0 0,0 0 1 0 0,0 0-1 0 0,0 0 1 0 0,2 0-104 0 0,-1-1-1 0 0,1 1 1 0 0,-1-1 0 0 0,0 0-1 0 0,1 0 1 0 0,-1 0-1 0 0,0 0 1 0 0,1 0 0 0 0,-1 0-1 0 0,0 0 1 0 0,0-1 0 0 0,0 1-1 0 0,2-3 1 0 0,5-8-1328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3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74 964 5985 0 0,'2'-44'7475'0'0,"3"19"-5534"0"0,-1 0 0 0 0,2-40-1 0 0,-11-114-580 0 0,0-103 118 0 0,6 169-1401 0 0,-8 43-1205 0 0,9 71 608 0 0,0 0 1 0 0,0 0 0 0 0,1 0 0 0 0,-1 0-1 0 0,0 0 1 0 0,0 0 0 0 0,0 0 0 0 0,1-1-1 0 0,-1 1 1 0 0,0-1 0 0 0,1 0 0 0 0,-1 0 0 0 0,1 1-1 0 0,2-2 1 0 0,2 2-286 0 0,-6-1 786 0 0,-1 0 0 0 0,1 1 0 0 0,0-1 0 0 0,0 0 0 0 0,-1 0 0 0 0,1 0 0 0 0,0 0 0 0 0,0 0 0 0 0,0 0 1 0 0,0 0-1 0 0,-1 0 0 0 0,1 0 0 0 0,0 0 0 0 0,0 0 0 0 0,-1 0 0 0 0,1-1 0 0 0,0 1 0 0 0,0 0 0 0 0,-1-1 0 0 0,1 1 0 0 0,0 0 1 0 0,0-1-1 0 0,-1 1 0 0 0,1-1 0 0 0,-1 1 0 0 0,1-1 0 0 0,0 1 0 0 0,-1-1 0 0 0,1 0 0 0 0,-1 1 0 0 0,1-1 0 0 0,-1 0 0 0 0,0 1 1 0 0,1-1-1 0 0,-1 0 0 0 0,0 0 0 0 0,1 1 0 0 0,-1-2 0 0 0,0-34 1292 0 0,-1 28-1096 0 0,0-2 24 0 0,-1-1 1 0 0,0 1 0 0 0,-4-14-1 0 0,5 22-188 0 0,1 0-1 0 0,-1-1 1 0 0,0 1 0 0 0,0 0-1 0 0,0 0 1 0 0,0 0-1 0 0,0 0 1 0 0,-1 0 0 0 0,1 0-1 0 0,0 0 1 0 0,-1 0-1 0 0,0 0 1 0 0,1 0 0 0 0,-1 1-1 0 0,0-1 1 0 0,0 1-1 0 0,0 0 1 0 0,0-1 0 0 0,0 1-1 0 0,-4-1 1 0 0,5 2 23 0 0,-1 0 1 0 0,1 0-1 0 0,-1 0 1 0 0,1 1-1 0 0,-1-1 1 0 0,0 1-1 0 0,1-1 1 0 0,0 1-1 0 0,-1 0 1 0 0,1 0-1 0 0,-1-1 0 0 0,1 1 1 0 0,0 0-1 0 0,-1 0 1 0 0,1 0-1 0 0,0 1 1 0 0,0-1-1 0 0,0 0 1 0 0,0 0-1 0 0,0 1 1 0 0,0-1-1 0 0,0 0 1 0 0,1 1-1 0 0,-1-1 1 0 0,0 2-1 0 0,-20 45 1116 0 0,18-40-1090 0 0,1-3-87 0 0,0 0-1 0 0,0 1 1 0 0,1-1 0 0 0,0 1 0 0 0,0-1 0 0 0,1 1 0 0 0,-1 10 0 0 0,1-15 21 0 0,0 0 0 0 0,0 1 0 0 0,1-1-1 0 0,-1 0 1 0 0,0 0 0 0 0,0 0 0 0 0,1 0-1 0 0,-1 0 1 0 0,1 0 0 0 0,-1 0 0 0 0,1 0-1 0 0,-1 0 1 0 0,1 0 0 0 0,0 0 0 0 0,-1 0-1 0 0,1 0 1 0 0,0-1 0 0 0,0 1 0 0 0,0 0-1 0 0,0 0 1 0 0,-1-1 0 0 0,1 1 0 0 0,0-1-1 0 0,0 1 1 0 0,0-1 0 0 0,0 1 0 0 0,0-1-1 0 0,1 1 1 0 0,-1-1 0 0 0,0 0 0 0 0,0 0-1 0 0,0 1 1 0 0,0-1 0 0 0,0 0 0 0 0,0 0-1 0 0,0 0 1 0 0,1 0 0 0 0,-1-1-1 0 0,0 1 1 0 0,0 0 0 0 0,0 0 0 0 0,0-1-1 0 0,0 1 1 0 0,0 0 0 0 0,0-1 0 0 0,2 0-1 0 0,-1 0 77 0 0,0 0 0 0 0,0-1 0 0 0,1 1 0 0 0,-1 0-1 0 0,0-1 1 0 0,0 1 0 0 0,0-1 0 0 0,-1 0-1 0 0,1 0 1 0 0,0 0 0 0 0,-1 0 0 0 0,1 0-1 0 0,-1 0 1 0 0,1 0 0 0 0,-1 0 0 0 0,0 0 0 0 0,0-1-1 0 0,0 1 1 0 0,0 0 0 0 0,-1-1 0 0 0,1 1-1 0 0,-1-1 1 0 0,1 1 0 0 0,-1-1 0 0 0,0 1-1 0 0,0-1 1 0 0,0 1 0 0 0,0-1 0 0 0,-1-3 0 0 0,1-2 73 0 0,-1 1 1 0 0,0 0-1 0 0,0 0 1 0 0,-1 0-1 0 0,0 0 1 0 0,0 0-1 0 0,-1 0 1 0 0,0 0 0 0 0,-4-7-1 0 0,6 12-112 0 0,-1-1 0 0 0,1 1 1 0 0,-1 0-1 0 0,1 0 0 0 0,-1 0 0 0 0,0 0 0 0 0,0 0 0 0 0,0 0 1 0 0,0 0-1 0 0,-1 1 0 0 0,1-1 0 0 0,0 1 0 0 0,-1 0 0 0 0,1-1 1 0 0,-1 1-1 0 0,1 0 0 0 0,-1 0 0 0 0,1 1 0 0 0,-4-2 0 0 0,4 3-12 0 0,0-1-1 0 0,1 1 1 0 0,-1-1-1 0 0,0 1 1 0 0,1-1-1 0 0,-1 1 1 0 0,0 0-1 0 0,1 0 1 0 0,-1 0-1 0 0,1 0 0 0 0,0 0 1 0 0,-1 0-1 0 0,1 0 1 0 0,0 0-1 0 0,-1 1 1 0 0,1-1-1 0 0,0 0 1 0 0,0 1-1 0 0,0-1 1 0 0,0 1-1 0 0,0-1 1 0 0,1 1-1 0 0,-1 0 1 0 0,0-1-1 0 0,1 1 0 0 0,-1 0 1 0 0,1 0-1 0 0,0-1 1 0 0,-1 1-1 0 0,1 2 1 0 0,-1-1-21 0 0,0 0 0 0 0,1 0 0 0 0,-1-1 0 0 0,1 1 0 0 0,0 0 0 0 0,-1 0 0 0 0,1 0 0 0 0,0-1 0 0 0,1 1 0 0 0,-1 0 1 0 0,0 0-1 0 0,1 0 0 0 0,1 3 0 0 0,-1-5-16 0 0,0 0 0 0 0,0 0 0 0 0,0 0 1 0 0,0 0-1 0 0,0 0 0 0 0,0-1 0 0 0,0 1 1 0 0,0 0-1 0 0,1-1 0 0 0,-1 1 0 0 0,0-1 1 0 0,1 1-1 0 0,-1-1 0 0 0,0 0 0 0 0,1 1 1 0 0,-1-1-1 0 0,0 0 0 0 0,1 0 0 0 0,-1 0 1 0 0,1 0-1 0 0,-1 0 0 0 0,0 0 0 0 0,1 0 1 0 0,-1-1-1 0 0,0 1 0 0 0,1 0 0 0 0,-1-1 0 0 0,2 0 1 0 0,13-3-1894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5.7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6913 0 0,'1'-5'3551'0'0,"-1"5"-3497"0"0,14 8 3262 0 0,-1 5-2765 0 0,-1 1 1 0 0,0 0 0 0 0,-1 1 0 0 0,0 0-1 0 0,-2 1 1 0 0,11 23 0 0 0,41 114 936 0 0,2 3-3536 0 0,-49-128-4142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6.0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90 3225 0 0,'-10'-9'334'0'0,"9"9"-182"0"0,1-1-1 0 0,0 1 1 0 0,-1 0 0 0 0,1 0-1 0 0,0 0 1 0 0,-1 0 0 0 0,1 0-1 0 0,-1 0 1 0 0,1 0 0 0 0,0 0-1 0 0,-1 0 1 0 0,1 0 0 0 0,-6 2 2426 0 0,5-1-2426 0 0,0 1 283 0 0,0 0 1 0 0,0 0-1 0 0,0 0 0 0 0,0 0 1 0 0,1 0-1 0 0,-1 0 1 0 0,1 0-1 0 0,-1 0 1 0 0,1 0-1 0 0,0 0 1 0 0,-1 0-1 0 0,1 4 1 0 0,0-5-288 0 0,0 0 1 0 0,0 0 0 0 0,0 0-1 0 0,1 0 1 0 0,-1 0 0 0 0,0 0 0 0 0,0 0-1 0 0,1 1 1 0 0,-1-1 0 0 0,0 0-1 0 0,1 0 1 0 0,-1 0 0 0 0,1 0 0 0 0,0-1-1 0 0,-1 1 1 0 0,1 0 0 0 0,0 0-1 0 0,-1 0 1 0 0,1 0 0 0 0,0-1 0 0 0,0 1-1 0 0,0 0 1 0 0,-1 0 0 0 0,3 0-1 0 0,0 0 54 0 0,-1 0 0 0 0,1 0-1 0 0,-1 0 1 0 0,1-1 0 0 0,-1 1-1 0 0,1-1 1 0 0,0 0-1 0 0,-1 0 1 0 0,1 0 0 0 0,3 0-1 0 0,2-1 81 0 0,0 0-1 0 0,0-1 1 0 0,-1 0-1 0 0,1 0 0 0 0,-1 0 1 0 0,9-5-1 0 0,-2-2-146 0 0,-1 0-1 0 0,0 0 1 0 0,0-1-1 0 0,19-21 1 0 0,27-21-1146 0 0,-49 47-1967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6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0 4609 0 0,'-28'13'6448'0'0,"30"1"-345"0"0,5 2-5955 0 0,6 18 394 0 0,-1 0 1 0 0,-2 0-1 0 0,7 39 0 0 0,-12-43-323 0 0,2-1-1 0 0,1 0 1 0 0,1 0-1 0 0,2-1 1 0 0,17 35-1 0 0,-26-60-174 0 0,0 0 0 0 0,0 1 0 0 0,0-1 0 0 0,1 0-1 0 0,-1-1 1 0 0,1 1 0 0 0,-1 0 0 0 0,1-1 0 0 0,0 1-1 0 0,0-1 1 0 0,0 0 0 0 0,0 0 0 0 0,0 0 0 0 0,1 0-1 0 0,-1 0 1 0 0,1-1 0 0 0,-1 0 0 0 0,1 0 0 0 0,-1 0-1 0 0,1 0 1 0 0,0 0 0 0 0,0-1 0 0 0,-1 1 0 0 0,1-1-1 0 0,6-1 1 0 0,-4 0-61 0 0,-1 0 0 0 0,1 0 0 0 0,0-1 0 0 0,-1 0 0 0 0,0 0 0 0 0,1-1-1 0 0,-1 1 1 0 0,0-1 0 0 0,0 0 0 0 0,-1-1 0 0 0,1 1 0 0 0,-1-1 0 0 0,1 0 0 0 0,-1 0 0 0 0,0 0 0 0 0,3-5 0 0 0,13-20-1887 0 0,18-33 0 0 0,-7 10-5919 0 0,-22 41 3482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6.9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 3209 0 0,'-7'-3'105'0'0,"-38"0"12376"0"0,55 26-10585 0 0,-6-13-1022 0 0,47 191 3165 0 0,-18 4-5791 0 0,-29-177 978 0 0,2 7-6477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7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3681 0 0,'-7'4'9140'0'0,"10"7"-5308"0"0,10 9-3143 0 0,-12-18-343 0 0,22 44 985 0 0,-1 0 1 0 0,22 69 0 0 0,-4 27-5279 0 0,-34-114-2579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7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61 3225 0 0,'3'-35'648'0'0,"-3"31"-113"0"0,13-18 8498 0 0,-14 55-6599 0 0,-7 6-837 0 0,-4 38 228 0 0,11-69-1574 0 0,1 0 1 0 0,0 0-1 0 0,0 0 0 0 0,0 0 0 0 0,1 0 1 0 0,1-1-1 0 0,2 10 0 0 0,-4-15-197 0 0,1 0 0 0 0,-1 0-1 0 0,1 0 1 0 0,0 0 0 0 0,0 0-1 0 0,0 0 1 0 0,0 0 0 0 0,0-1-1 0 0,0 1 1 0 0,0 0 0 0 0,1-1-1 0 0,-1 1 1 0 0,0-1 0 0 0,1 0 0 0 0,0 1-1 0 0,-1-1 1 0 0,1 0 0 0 0,0 0-1 0 0,-1 0 1 0 0,1 0 0 0 0,3 1-1 0 0,-2-2-22 0 0,-1 1-1 0 0,1-1 0 0 0,0 0 0 0 0,-1 0 0 0 0,1 0 1 0 0,0 0-1 0 0,-1-1 0 0 0,1 1 0 0 0,-1-1 0 0 0,1 0 0 0 0,0 1 1 0 0,-1-1-1 0 0,1-1 0 0 0,2 0 0 0 0,7-5-30 0 0,-1-1-1 0 0,0 0 0 0 0,0 0 1 0 0,19-20-1 0 0,32-36-2269 0 0,-41 43-5171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4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22 140 920 0 0,'-3'-1'380'0'0,"-16"-30"12342"0"0,46 28-11525 0 0,0 2 0 0 0,0 0 1 0 0,53 7-1 0 0,22 1-402 0 0,-61-7-921 0 0,1-2 1 0 0,-1-2 0 0 0,1-1 0 0 0,-2-3 0 0 0,1-1 0 0 0,-1-2 0 0 0,0-1 0 0 0,38-19 0 0 0,-41 15-1773 0 0,-12 6-2699 0 0,-6 2-579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4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62 291 2761 0 0,'-61'0'14009'0'0,"75"-10"-13482"0"0,-1-1 0 0 0,-1 0-1 0 0,1 0 1 0 0,-2-1 0 0 0,18-24 0 0 0,42-73-259 0 0,-37 54-39 0 0,-22 41-161 0 0,-11 14-64 0 0,-1 0-1 0 0,0 0 1 0 0,0 0-1 0 0,1 0 0 0 0,-1 0 1 0 0,0 0-1 0 0,1 0 1 0 0,-1 0-1 0 0,0 0 1 0 0,1 0-1 0 0,-1 0 1 0 0,0 0-1 0 0,1 0 0 0 0,-1 0 1 0 0,0 0-1 0 0,0 0 1 0 0,1 0-1 0 0,-1 0 1 0 0,0 0-1 0 0,1 0 0 0 0,-1 0 1 0 0,0 1-1 0 0,0-1 1 0 0,1 0-1 0 0,-1 0 1 0 0,0 0-1 0 0,0 1 1 0 0,1-1-1 0 0,-1 0 0 0 0,12 29 169 0 0,-9-15-167 0 0,2 0 8 0 0,1 1 0 0 0,0-1 0 0 0,1-1 0 0 0,1 1 0 0 0,0-1 0 0 0,0 0 0 0 0,2-1 0 0 0,-1 0 0 0 0,2 0 0 0 0,-1-1 0 0 0,18 13 0 0 0,-26-22-11 0 0,0-1-1 0 0,0 0 1 0 0,0 0-1 0 0,0 0 1 0 0,0 0-1 0 0,0-1 0 0 0,0 1 1 0 0,0-1-1 0 0,1 1 1 0 0,-1-1-1 0 0,0 0 0 0 0,0 0 1 0 0,0 1-1 0 0,0-2 1 0 0,1 1-1 0 0,-1 0 1 0 0,0 0-1 0 0,0-1 0 0 0,0 1 1 0 0,0-1-1 0 0,1 0 1 0 0,-1 1-1 0 0,0-1 0 0 0,0 0 1 0 0,0 0-1 0 0,-1 0 1 0 0,1-1-1 0 0,0 1 1 0 0,0 0-1 0 0,-1-1 0 0 0,1 1 1 0 0,-1-1-1 0 0,3-2 1 0 0,6-7 19 0 0,-1-1 0 0 0,0 1 0 0 0,13-26 0 0 0,-13 22-4 0 0,9-17 172 0 0,18-26 64 0 0,-33 53-228 0 0,1 0 1 0 0,-1 1 0 0 0,1 0-1 0 0,0-1 1 0 0,1 1-1 0 0,-1 1 1 0 0,1-1-1 0 0,9-5 1 0 0,-13 9-14 0 0,1-1 0 0 0,-1 1 1 0 0,1-1-1 0 0,-1 1 0 0 0,1-1 0 0 0,-1 1 1 0 0,1 0-1 0 0,-1 0 0 0 0,1 0 0 0 0,-1 0 0 0 0,1 0 1 0 0,0 0-1 0 0,-1 1 0 0 0,1-1 0 0 0,-1 0 1 0 0,1 1-1 0 0,-1-1 0 0 0,1 1 0 0 0,-1-1 0 0 0,0 1 1 0 0,1 0-1 0 0,-1 0 0 0 0,0 0 0 0 0,1-1 1 0 0,-1 1-1 0 0,0 0 0 0 0,0 1 0 0 0,0-1 0 0 0,0 0 1 0 0,0 0-1 0 0,1 2 0 0 0,5 6 33 0 0,-1 0 0 0 0,0 1 0 0 0,6 15 0 0 0,-1-4 27 0 0,-1-3-58 0 0,-1-1 13 0 0,1-1-1 0 0,0 0 0 0 0,18 21 0 0 0,-26-34-41 0 0,1 0-1 0 0,-1-1 0 0 0,1 1 1 0 0,-1-1-1 0 0,1 1 0 0 0,0-1 1 0 0,0 0-1 0 0,0 0 0 0 0,0 0 1 0 0,0-1-1 0 0,1 1 0 0 0,-1-1 1 0 0,0 0-1 0 0,1 0 0 0 0,-1 0 1 0 0,1 0-1 0 0,-1 0 0 0 0,1-1 1 0 0,0 1-1 0 0,-1-1 0 0 0,1 0 1 0 0,-1 0-1 0 0,1-1 0 0 0,5 0 1 0 0,-7 0-67 0 0,0 0 0 0 0,-1 0 1 0 0,1 0-1 0 0,0 0 0 0 0,0 0 1 0 0,-1 0-1 0 0,1-1 0 0 0,0 1 1 0 0,-1 0-1 0 0,0-1 0 0 0,1 1 1 0 0,-1-1-1 0 0,0 0 0 0 0,0 1 1 0 0,0-1-1 0 0,0 0 0 0 0,2-3 1 0 0,11-39-1549 0 0,-7 20 363 0 0,-1 10 390 0 0,-4 4 308 0 0,2 1-1 0 0,-1 0 0 0 0,1 0 0 0 0,1 0 0 0 0,0 0 0 0 0,0 1 0 0 0,0 0 0 0 0,1 0 0 0 0,10-11 0 0 0,-15 19 653 0 0,1-1 0 0 0,-1 0 0 0 0,0 1 0 0 0,1 0 0 0 0,-1-1 0 0 0,0 1 0 0 0,1 0-1 0 0,-1 0 1 0 0,0-1 0 0 0,1 1 0 0 0,-1 0 0 0 0,0 1 0 0 0,1-1 0 0 0,-1 0-1 0 0,0 0 1 0 0,1 0 0 0 0,-1 1 0 0 0,0-1 0 0 0,1 1 0 0 0,-1-1 0 0 0,0 1 0 0 0,0-1-1 0 0,1 1 1 0 0,-1 0 0 0 0,0 0 0 0 0,0 0 0 0 0,0-1 0 0 0,0 1 0 0 0,0 0 0 0 0,0 0-1 0 0,0 0 1 0 0,0 1 0 0 0,-1-1 0 0 0,2 1 0 0 0,3 4 112 0 0,-1 0 0 0 0,0 1 1 0 0,0-1-1 0 0,6 14 0 0 0,0 17-882 0 0,-1-3-3840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5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 3625 0 0,'5'0'8248'0'0,"19"-4"-4530"0"0,53-7-93 0 0,-25 11-2180 0 0,102 14 0 0 0,-52-2-1146 0 0,-49-9-222 0 0,1-2 0 0 0,-1-2 1 0 0,1-3-1 0 0,-1-2 1 0 0,0-2-1 0 0,53-16 0 0 0,-102 23-222 0 0,0 0-1 0 0,-1 0 0 0 0,1 0 1 0 0,0 1-1 0 0,0-1 1 0 0,0 1-1 0 0,0 0 1 0 0,0 0-1 0 0,0 0 0 0 0,0 0 1 0 0,0 1-1 0 0,-1 0 1 0 0,1 0-1 0 0,0 0 0 0 0,0 0 1 0 0,-1 0-1 0 0,5 3 1 0 0,1 4-1553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5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90 4145 0 0,'-1'-1'172'0'0,"1"1"0"0"0,-1-1 0 0 0,0 1-1 0 0,1-1 1 0 0,-1 0 0 0 0,1 1 0 0 0,-1-1 0 0 0,1 0 0 0 0,-1 0 0 0 0,1 0 0 0 0,-1 1-1 0 0,1-1 1 0 0,0 0 0 0 0,-1 0 0 0 0,1 0 0 0 0,0 0 0 0 0,0 1 0 0 0,0-1 0 0 0,0 0 0 0 0,0 0-1 0 0,0 0 1 0 0,0 0 0 0 0,0 0 0 0 0,0 0 0 0 0,0 0 0 0 0,0 1 0 0 0,0-1 0 0 0,1 0 0 0 0,-1 0-1 0 0,0 0 1 0 0,1 0 0 0 0,-1 1 0 0 0,0-1 0 0 0,1 0 0 0 0,-1 0 0 0 0,1 1 0 0 0,0-1-1 0 0,-1 0 1 0 0,1 1 0 0 0,-1-1 0 0 0,2 0 0 0 0,1-1 213 0 0,-1 0-1 0 0,1 0 1 0 0,0 0 0 0 0,0 1 0 0 0,0-1-1 0 0,0 1 1 0 0,0 0 0 0 0,0 0 0 0 0,4-1-1 0 0,21-4-228 0 0,43-7 1903 0 0,98-7 0 0 0,-146 19-1701 0 0,1 1 0 0 0,-1 1 1 0 0,0 1-1 0 0,1 1 0 0 0,-1 1 0 0 0,0 2 0 0 0,-1 0 1 0 0,30 12-1 0 0,-35-11-711 0 0,0 0-1 0 0,1-1 1 0 0,-1-1 0 0 0,1-1-1 0 0,28 3 1 0 0,-32-6-116 0 0,-1-1 0 0 0,1 0 0 0 0,-1-1 0 0 0,0-1 0 0 0,1 0 1 0 0,-1-1-1 0 0,0 0 0 0 0,16-7 0 0 0,-1-1-5642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0 260 2304 0 0,'22'-34'7622'0'0,"-18"26"-6530"0"0,26-52 3809 0 0,-25 47-4168 0 0,1 0 0 0 0,1 0 0 0 0,0 0 0 0 0,0 1 0 0 0,2 0 0 0 0,9-12 0 0 0,-16 23-694 0 0,-1 0 0 0 0,0 0 0 0 0,0-1 0 0 0,1 1-1 0 0,-1 0 1 0 0,0 0 0 0 0,1 0 0 0 0,-1 1 0 0 0,1-1 0 0 0,-1 0 0 0 0,1 0 0 0 0,0 1 0 0 0,-1-1 0 0 0,1 1 0 0 0,0 0 0 0 0,-1-1 0 0 0,1 1 0 0 0,0 0-1 0 0,-1 0 1 0 0,1 0 0 0 0,0 0 0 0 0,0 0 0 0 0,-1 0 0 0 0,1 1 0 0 0,0-1 0 0 0,-1 0 0 0 0,1 1 0 0 0,0 0 0 0 0,-1-1 0 0 0,1 1 0 0 0,-1 0 0 0 0,1 0-1 0 0,-1 0 1 0 0,1 0 0 0 0,-1 0 0 0 0,0 0 0 0 0,2 1 0 0 0,5 7-33 0 0,0-1 1 0 0,-1 1-1 0 0,0 0 0 0 0,10 18 0 0 0,-1-4 39 0 0,-4-7-45 0 0,1 0 0 0 0,30 25 0 0 0,-39-37 0 0 0,1 0 0 0 0,0 0 0 0 0,0 0 0 0 0,1-1 0 0 0,-1 0 0 0 0,1 0 0 0 0,-1 0 0 0 0,1-1 0 0 0,0 0 0 0 0,0 0 0 0 0,0 0 0 0 0,0-1 0 0 0,10 1 0 0 0,-14-2-1 0 0,-1 0-1 0 0,1 0 1 0 0,0-1 0 0 0,-1 1 0 0 0,1-1-1 0 0,-1 0 1 0 0,1 1 0 0 0,-1-1 0 0 0,0 0-1 0 0,1 0 1 0 0,-1 0 0 0 0,0 0-1 0 0,1 0 1 0 0,-1 0 0 0 0,0 0 0 0 0,0-1-1 0 0,0 1 1 0 0,0 0 0 0 0,0-1 0 0 0,0 1-1 0 0,0-1 1 0 0,-1 1 0 0 0,1 0 0 0 0,0-4-1 0 0,15-44-46 0 0,-12 31 49 0 0,1 0-64 0 0,22-61 43 0 0,-25 74 41 0 0,0-1-1 0 0,1 1 1 0 0,0-1-1 0 0,0 1 1 0 0,1 0-1 0 0,-1 0 1 0 0,1 0-1 0 0,0 1 1 0 0,0 0-1 0 0,8-7 1 0 0,-11 11-21 0 0,0 0 1 0 0,0-1-1 0 0,-1 1 1 0 0,1 0-1 0 0,0 0 1 0 0,-1 0-1 0 0,1 1 1 0 0,0-1 0 0 0,0 0-1 0 0,-1 0 1 0 0,1 0-1 0 0,0 0 1 0 0,-1 1-1 0 0,1-1 1 0 0,0 0-1 0 0,-1 1 1 0 0,1-1-1 0 0,0 0 1 0 0,-1 1-1 0 0,1-1 1 0 0,-1 1-1 0 0,1-1 1 0 0,-1 1-1 0 0,1-1 1 0 0,-1 1-1 0 0,1 0 1 0 0,16 19 83 0 0,-15-16-51 0 0,41 57 64 0 0,-35-47-108 0 0,1 0 0 0 0,1 0 0 0 0,0-1 0 0 0,1 0 0 0 0,0-1 0 0 0,1 0 0 0 0,14 11 0 0 0,-25-23-42 0 0,0 0 1 0 0,0 1-1 0 0,0-1 1 0 0,0 0-1 0 0,0 0 1 0 0,1 0-1 0 0,-1 0 1 0 0,0 0-1 0 0,0 0 1 0 0,0 0-1 0 0,0 0 1 0 0,0 0-1 0 0,0 0 1 0 0,0-1-1 0 0,0 1 1 0 0,0 0-1 0 0,0-1 1 0 0,0 1-1 0 0,0-1 1 0 0,0 1-1 0 0,0-1 1 0 0,0 1-1 0 0,0-1 1 0 0,0 0-1 0 0,0 1 1 0 0,-1-1-1 0 0,1 0 1 0 0,0 0-1 0 0,-1 0 1 0 0,1 0-1 0 0,0 1 1 0 0,-1-1-1 0 0,1 0 1 0 0,0-2-1 0 0,25-42-1585 0 0,-20 32 1173 0 0,4-7-177 0 0,-6 12 551 0 0,0 0 0 0 0,1 0-1 0 0,0 0 1 0 0,0 1-1 0 0,0-1 1 0 0,1 1 0 0 0,0 1-1 0 0,9-8 1 0 0,-12 12 106 0 0,0 0 0 0 0,1 1 0 0 0,-1-1 0 0 0,1 1 0 0 0,-1 0 0 0 0,1 0 0 0 0,-1 1 0 0 0,1-1 0 0 0,0 1 0 0 0,-1-1 0 0 0,5 1 0 0 0,48 4 181 0 0,-35-2 28 0 0,28 2-3113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6.8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70 9418 0 0,'8'-1'630'0'0,"0"0"0"0"0,0 0-1 0 0,0-1 1 0 0,11-4 0 0 0,13-3 1870 0 0,47-6 1472 0 0,91-13-202 0 0,-137 24-3664 0 0,0 2 0 0 0,0 2 0 0 0,43 4 0 0 0,-71-4-359 0 0,93 8 204 0 0,-57-11-6476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7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30 6913 0 0,'-39'-29'16000'0'0,"87"232"-15491"0"0,-6-37-441 0 0,69 539-77 0 0,-97-594-24 0 0,-10-43 223 0 0,-1-12-589 0 0,3-20-2764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7.9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0 9674 0 0,'-1'1'235'0'0,"-1"-1"0"0"0,1 0 0 0 0,0 1 0 0 0,0-1 0 0 0,0 1 0 0 0,0 0 0 0 0,0-1 0 0 0,0 1 0 0 0,0 0 0 0 0,0 0 0 0 0,0 0 0 0 0,0 0 0 0 0,0 0 0 0 0,0 0 0 0 0,1 0 0 0 0,-1 0 0 0 0,0 0 0 0 0,1 0 0 0 0,-1 0 0 0 0,1 0 0 0 0,-1 0 0 0 0,1 1 0 0 0,0-1-1 0 0,-1 0 1 0 0,1 0 0 0 0,0 0 0 0 0,0 1 0 0 0,0-1 0 0 0,0 0 0 0 0,0 2 0 0 0,-2 42 875 0 0,2-43-975 0 0,47 547 724 0 0,34-3-133 0 0,-66-448-702 0 0,-3-17-3054 0 0,2 128 0 0 0,-14-193-2888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8.3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947 67 2745 0 0,'0'-2'351'0'0,"0"-1"0"0"0,0 0 1 0 0,0 1-1 0 0,0-1 0 0 0,0 1 1 0 0,-1-1-1 0 0,1 1 1 0 0,-1-1-1 0 0,0 1 0 0 0,0-1 1 0 0,1 1-1 0 0,-2-1 1 0 0,1 1-1 0 0,0 0 0 0 0,0 0 1 0 0,-1 0-1 0 0,1-1 0 0 0,-1 1 1 0 0,0 0-1 0 0,1 1 1 0 0,-1-1-1 0 0,0 0 0 0 0,0 1 1 0 0,0-1-1 0 0,0 1 0 0 0,-1-1 1 0 0,1 1-1 0 0,0 0 1 0 0,-1 0-1 0 0,1 0 0 0 0,-1 0 1 0 0,1 0-1 0 0,-1 1 1 0 0,1-1-1 0 0,-1 1 0 0 0,1 0 1 0 0,-5-1-1 0 0,-8 2 537 0 0,-1 0-1 0 0,0 0 1 0 0,1 1-1 0 0,0 1 1 0 0,-17 6 0 0 0,4-2-689 0 0,-40 5-98 0 0,0-2 0 0 0,0-3 0 0 0,-1-3-1 0 0,0-3 1 0 0,1-3 0 0 0,-1-4 0 0 0,-78-15 0 0 0,107 12-503 0 0,25 5-71 0 0,0 1 0 0 0,0 0 0 0 0,-23-1 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8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68 3225 0 0,'-1'-2'117'0'0,"0"0"0"0"0,1 0 0 0 0,-1-1 1 0 0,0 1-1 0 0,0 0 0 0 0,0 0 0 0 0,0 0 1 0 0,0 0-1 0 0,-1 0 0 0 0,1 1 0 0 0,-1-1 1 0 0,1 0-1 0 0,-1 1 0 0 0,1-1 0 0 0,-1 1 0 0 0,0-1 1 0 0,0 1-1 0 0,0 0 0 0 0,0-1 0 0 0,0 1 1 0 0,0 0-1 0 0,0 1 0 0 0,0-1 0 0 0,0 0 1 0 0,-1 1-1 0 0,1-1 0 0 0,0 1 0 0 0,0-1 0 0 0,-3 1 1 0 0,2-1 179 0 0,-1 0 0 0 0,1 1 0 0 0,-1 0 0 0 0,1-1 0 0 0,-1 1 0 0 0,1 0 0 0 0,-1 0 0 0 0,1 1 0 0 0,-1-1 0 0 0,1 1 0 0 0,-1 0 0 0 0,1 0 0 0 0,-1 0 0 0 0,1 0 0 0 0,0 0 0 0 0,0 1 0 0 0,0 0 0 0 0,-6 3 0 0 0,6 0-35 0 0,-1 0 0 0 0,1 0 0 0 0,0 0 0 0 0,1 0 0 0 0,-1 1 0 0 0,1-1 0 0 0,0 1 1 0 0,0 0-1 0 0,1 0 0 0 0,0-1 0 0 0,0 1 0 0 0,0 0 0 0 0,1 0 0 0 0,0 0 0 0 0,0 0 0 0 0,1 9 0 0 0,-1-12-219 0 0,0 0 1 0 0,1-1 0 0 0,-1 1-1 0 0,1 0 1 0 0,0 0 0 0 0,0-1-1 0 0,0 1 1 0 0,0 0-1 0 0,0-1 1 0 0,0 1 0 0 0,1-1-1 0 0,-1 1 1 0 0,1-1 0 0 0,-1 0-1 0 0,1 0 1 0 0,0 0 0 0 0,0 0-1 0 0,0 0 1 0 0,1 0-1 0 0,-1 0 1 0 0,0-1 0 0 0,1 1-1 0 0,-1-1 1 0 0,0 1 0 0 0,1-1-1 0 0,0 0 1 0 0,-1 0 0 0 0,1 0-1 0 0,0-1 1 0 0,0 1-1 0 0,-1 0 1 0 0,1-1 0 0 0,0 0-1 0 0,0 0 1 0 0,5 0 0 0 0,-5 0 3 0 0,-1-1 1 0 0,1 1 0 0 0,-1-1-1 0 0,1 1 1 0 0,-1-1 0 0 0,1 0-1 0 0,-1 0 1 0 0,0 0 0 0 0,1 0-1 0 0,-1-1 1 0 0,0 1 0 0 0,0-1-1 0 0,0 1 1 0 0,0-1 0 0 0,0 0-1 0 0,0 1 1 0 0,0-1 0 0 0,-1 0-1 0 0,1 0 1 0 0,-1-1 0 0 0,1 1-1 0 0,-1 0 1 0 0,0 0-1 0 0,0-1 1 0 0,0 1 0 0 0,0 0-1 0 0,0-1 1 0 0,0 1 0 0 0,-1-1-1 0 0,1 0 1 0 0,-1 1 0 0 0,0-5-1 0 0,1 2 34 0 0,-1 0-1 0 0,0 0 0 0 0,-1 0 1 0 0,1 0-1 0 0,-1 0 0 0 0,0 0 1 0 0,0 0-1 0 0,0 0 0 0 0,-1 0 1 0 0,0 1-1 0 0,0-1 0 0 0,0 0 1 0 0,0 1-1 0 0,-1 0 0 0 0,-5-9 1 0 0,0 6 19 0 0,0 0 0 0 0,0 1 0 0 0,0 0 0 0 0,-1 0 0 0 0,0 0 0 0 0,-12-4 0 0 0,18 8-96 0 0,0 0-1 0 0,-1 1 1 0 0,1-1-1 0 0,-1 1 0 0 0,1 0 1 0 0,-1 0-1 0 0,0 0 1 0 0,1 0-1 0 0,-1 1 1 0 0,0 0-1 0 0,1 0 1 0 0,-1 0-1 0 0,0 0 1 0 0,0 0-1 0 0,1 1 1 0 0,-1-1-1 0 0,0 1 1 0 0,1 0-1 0 0,-1 0 1 0 0,-5 3-1 0 0,3 1-383 0 0,2 0-101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9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14 221 6913 0 0,'-13'8'4451'0'0,"44"-11"1195"0"0,-15 1-6072 0 0,194-29 2933 0 0,65-6 543 0 0,-253 36-3051 0 0,41-1-49 0 0,0-2 0 0 0,-1-4 0 0 0,86-20 1 0 0,-86 13-1083 0 0,-20 12-5922 0 0,-70 7-2453 0 0,-2 0 6711 0 0,28-5 3015 0 0,-1 1 0 0 0,0 0-1 0 0,1-1 1 0 0,-1 1 0 0 0,1-1 0 0 0,-1 0-1 0 0,1 0 1 0 0,-1 0 0 0 0,1 0-1 0 0,-1-1 1 0 0,-1 0 0 0 0,3 1 105 0 0,0 0 0 0 0,0 0 0 0 0,0 1 1 0 0,0-1-1 0 0,0 0 0 0 0,0 1 0 0 0,0-1 0 0 0,-1 1 0 0 0,1-1 0 0 0,0 1 1 0 0,0 0-1 0 0,0-1 0 0 0,-1 1 0 0 0,1 0 0 0 0,0 0 0 0 0,0 0 1 0 0,-1 0-1 0 0,1 0 0 0 0,0 0 0 0 0,0 0 0 0 0,-2 1 0 0 0,2-1-78 0 0,0 1 0 0 0,1 0-1 0 0,-1-1 1 0 0,0 1-1 0 0,0 0 1 0 0,1-1 0 0 0,-1 1-1 0 0,1 0 1 0 0,-1 0-1 0 0,1 0 1 0 0,-1 0 0 0 0,1-1-1 0 0,-1 1 1 0 0,1 0-1 0 0,0 0 1 0 0,-1 0 0 0 0,1 0-1 0 0,0 0 1 0 0,0 0-1 0 0,-1 2 1 0 0,1 1 98 0 0,0 0-1 0 0,0 0 1 0 0,0 1 0 0 0,1-1 0 0 0,-1 0-1 0 0,1 1 1 0 0,0-1 0 0 0,0 0 0 0 0,0 0-1 0 0,4 8 1 0 0,-1-7-296 0 0,-1 1 1 0 0,1-1-1 0 0,0 0 1 0 0,0 0-1 0 0,1-1 1 0 0,0 1-1 0 0,-1-1 1 0 0,1 0-1 0 0,1 0 1 0 0,-1-1-1 0 0,1 1 1 0 0,-1-1-1 0 0,1 0 1 0 0,0-1-1 0 0,0 0 1 0 0,0 0-1 0 0,0 0 1 0 0,0 0-1 0 0,1-1 1 0 0,-1 0-1 0 0,1-1 1 0 0,11 1-1 0 0,-13-1 7 0 0,1-1 0 0 0,-1 0-1 0 0,1 0 1 0 0,-1 0 0 0 0,1 0 0 0 0,-1-1-1 0 0,0 0 1 0 0,0 0 0 0 0,0-1 0 0 0,0 1 0 0 0,0-1-1 0 0,0 0 1 0 0,-1 0 0 0 0,1-1 0 0 0,-1 1-1 0 0,0-1 1 0 0,0 0 0 0 0,0 0 0 0 0,-1 0-1 0 0,1-1 1 0 0,-1 1 0 0 0,0-1 0 0 0,0 0 0 0 0,-1 0-1 0 0,1 0 1 0 0,2-9 0 0 0,-4 10-25 0 0,0 0 0 0 0,-1-1 0 0 0,1 1 0 0 0,-1-1 1 0 0,0 1-1 0 0,0-1 0 0 0,0 1 0 0 0,0-1 0 0 0,-1 1 0 0 0,0-1 0 0 0,0 1 1 0 0,0-1-1 0 0,0 1 0 0 0,-1 0 0 0 0,0 0 0 0 0,0 0 0 0 0,0 0 0 0 0,0 0 0 0 0,-1 0 1 0 0,1 0-1 0 0,-1 1 0 0 0,0-1 0 0 0,0 1 0 0 0,0 0 0 0 0,-1 0 0 0 0,1 0 1 0 0,-1 0-1 0 0,-6-3 0 0 0,6 3-101 0 0,0 1 0 0 0,0-1 1 0 0,0 1-1 0 0,0 0 0 0 0,0 0 0 0 0,-1 1 1 0 0,1-1-1 0 0,-1 1 0 0 0,1 0 0 0 0,-1 0 1 0 0,0 1-1 0 0,1-1 0 0 0,-1 1 0 0 0,0 0 1 0 0,1 0-1 0 0,-1 1 0 0 0,1-1 0 0 0,-1 1 1 0 0,0 0-1 0 0,1 0 0 0 0,-1 1 0 0 0,1-1 1 0 0,0 1-1 0 0,-1 0 0 0 0,1 0 0 0 0,0 0 1 0 0,-7 6-1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20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10370 0 0,'0'0'506'0'0,"-4"25"1151"0"0,4-16-961 0 0,0 0 1 0 0,0-1-1 0 0,1 1 0 0 0,0 0 0 0 0,1 0 0 0 0,0 0 0 0 0,0-1 0 0 0,6 14 0 0 0,4 5 221 0 0,20 32 0 0 0,4 10-282 0 0,41 130-864 0 0,-58-140-429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21.2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12443 0 0,'9'10'9655'0'0,"6"3"-9526"0"0,-1 0 0 0 0,-1 2 0 0 0,-1-1-1 0 0,0 2 1 0 0,-1 0 0 0 0,0 0 0 0 0,-1 1 0 0 0,-1 0 0 0 0,11 31 0 0 0,6 23-253 0 0,18 85 0 0 0,-35-122 77 0 0,38 145-3191 0 0,-38-151-3973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22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14 105 4145 0 0,'-2'-4'493'0'0,"0"1"0"0"0,1-1 0 0 0,-1 1 0 0 0,1-1 0 0 0,-1 0 0 0 0,1 1 0 0 0,0-1 1 0 0,1 0-1 0 0,-1 0 0 0 0,0 0 0 0 0,8-28 11572 0 0,-7 29-12058 0 0,1 2-6 0 0,-1-1 1 0 0,0 1 0 0 0,0-1-1 0 0,0 1 1 0 0,0-1-1 0 0,0 0 1 0 0,0 1-1 0 0,0-1 1 0 0,0 0 0 0 0,0 1-1 0 0,-1-1 1 0 0,1 1-1 0 0,-1-1 1 0 0,1 1-1 0 0,-2-3 1 0 0,0 3 84 0 0,1 9 628 0 0,6 30-711 0 0,1 0 1 0 0,12 38-1 0 0,-12-57 0 0 0,0 0-1 0 0,1 0 1 0 0,2-1-1 0 0,-1 0 1 0 0,2-1 0 0 0,12 18-1 0 0,-20-33 10 0 0,-1 0-1 0 0,1 0 1 0 0,0 0 0 0 0,0 0-1 0 0,0 0 1 0 0,1 0 0 0 0,-1 0 0 0 0,0 0-1 0 0,1-1 1 0 0,-1 0 0 0 0,1 1-1 0 0,-1-1 1 0 0,1 0 0 0 0,0 0-1 0 0,0 0 1 0 0,-1 0 0 0 0,1-1-1 0 0,5 1 1 0 0,-3-1-8 0 0,0 0 0 0 0,0-1 0 0 0,0 1 0 0 0,0-1 1 0 0,0 0-1 0 0,0-1 0 0 0,0 1 0 0 0,-1-1 0 0 0,9-4 0 0 0,6-5-19 0 0,-1-1 0 0 0,-1 0 0 0 0,31-29-1 0 0,-47 41 17 0 0,34-33-181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0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55 4609 0 0,'-16'-55'5460'0'0,"17"92"-1001"0"0,1 7-3276 0 0,8 29-135 0 0,39 138 1 0 0,42 66-778 0 0,6 18-1810 0 0,-83-246 322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0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87 272 920 0 0,'-13'3'1717'0'0,"0"1"0"0"0,0 0 0 0 0,0 1 0 0 0,-21 12 0 0 0,48-23-503 0 0,0 0 1 0 0,1 1 0 0 0,16-3-1 0 0,-3 1-656 0 0,1072-238 5369 0 0,-867 219-5918 0 0,-186 25-568 0 0,0 2 0 0 0,92 12 0 0 0,-129-11-213 0 0,1 0 0 0 0,-1 1 0 0 0,18 7-1 0 0,-6 3-5188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15 10138 0 0,'-11'-11'1170'0'0,"11"11"-1121"0"0,0-1 0 0 0,0 1 0 0 0,1 0-1 0 0,-1 0 1 0 0,0-1 0 0 0,0 1 0 0 0,0 0-1 0 0,1 0 1 0 0,-1 0 0 0 0,0-1-1 0 0,0 1 1 0 0,1 0 0 0 0,-1 0 0 0 0,0 0-1 0 0,0 0 1 0 0,1 0 0 0 0,-1-1-1 0 0,0 1 1 0 0,1 0 0 0 0,-1 0 0 0 0,0 0-1 0 0,0 0 1 0 0,1 0 0 0 0,-1 0 0 0 0,0 0-1 0 0,1 0 1 0 0,-1 0 0 0 0,0 0-1 0 0,1 0 1 0 0,-1 0 0 0 0,0 0 0 0 0,0 1-1 0 0,1-1 1 0 0,3 2 1593 0 0,2 2-444 0 0,11 7-730 0 0,-1 1-1 0 0,0 1 1 0 0,-1 1 0 0 0,0 0 0 0 0,-1 1 0 0 0,-1 0-1 0 0,0 1 1 0 0,-1 1 0 0 0,-1 0 0 0 0,-1 0 0 0 0,13 29 0 0 0,11 31-208 0 0,33 116 0 0 0,-63-180-244 0 0,9 27-554 0 0,22 82-679 0 0,-32-108-356 0 0,-1 0 0 0 0,0 0 0 0 0,-1 24 0 0 0,-3-23-3789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0 192 3225 0 0,'2'-4'185'0'0,"-1"0"-1"0"0,1 0 1 0 0,0 0 0 0 0,0 0 0 0 0,0 0 0 0 0,0 1-1 0 0,1-1 1 0 0,0 1 0 0 0,-1-1 0 0 0,1 1 0 0 0,6-5 0 0 0,-6 5 476 0 0,19-20 1102 0 0,2-1 377 0 0,27-22 0 0 0,-44 40-1603 0 0,1 0-1 0 0,-1 1 1 0 0,1 0-1 0 0,1 1 1 0 0,-1 0-1 0 0,0 0 1 0 0,1 0-1 0 0,15-3 1 0 0,-23 7-475 0 0,0 0 0 0 0,0-1 1 0 0,0 1-1 0 0,0 0 1 0 0,0 0-1 0 0,-1 0 1 0 0,1 0-1 0 0,0 0 1 0 0,0 0-1 0 0,0 0 0 0 0,0 0 1 0 0,0 1-1 0 0,0-1 1 0 0,-1 0-1 0 0,1 0 1 0 0,0 1-1 0 0,0-1 0 0 0,0 0 1 0 0,-1 1-1 0 0,1-1 1 0 0,0 1-1 0 0,0-1 1 0 0,-1 1-1 0 0,1 0 0 0 0,0-1 1 0 0,-1 1-1 0 0,1 0 1 0 0,-1-1-1 0 0,2 2 1 0 0,-1 1-14 0 0,0-1 0 0 0,0 1 0 0 0,-1 0 0 0 0,1-1 0 0 0,-1 1 0 0 0,1 0 0 0 0,-1-1 0 0 0,0 1 0 0 0,0 0 0 0 0,0 2 0 0 0,-2 9-30 0 0,0 0 0 0 0,-7 23-1 0 0,-27 61 18 0 0,23-65 431 0 0,-16 62 0 0 0,28-94-426 0 0,1 1 1 0 0,-1 0-1 0 0,1 0 1 0 0,0-1 0 0 0,0 1-1 0 0,0 0 1 0 0,0 0-1 0 0,0-1 1 0 0,0 1 0 0 0,1 0-1 0 0,-1-1 1 0 0,1 1-1 0 0,-1 0 1 0 0,1 0-1 0 0,-1-1 1 0 0,1 1 0 0 0,0-1-1 0 0,0 1 1 0 0,0-1-1 0 0,0 1 1 0 0,0-1 0 0 0,0 1-1 0 0,0-1 1 0 0,0 0-1 0 0,1 0 1 0 0,-1 0 0 0 0,0 0-1 0 0,1 0 1 0 0,-1 0-1 0 0,1 0 1 0 0,-1 0-1 0 0,1 0 1 0 0,0 0 0 0 0,-1-1-1 0 0,1 1 1 0 0,0-1-1 0 0,2 1 1 0 0,9 2 92 0 0,0-1 0 0 0,1-1 0 0 0,-1 0 0 0 0,17-1 0 0 0,6 1-169 0 0,-23 2-459 0 0,1 0 1 0 0,-1 0-1 0 0,0 2 0 0 0,-1 0 1 0 0,1 0-1 0 0,-1 1 0 0 0,0 0 1 0 0,14 11-1 0 0,-8-6-1344 0 0,0-1 0 0 0,27 11 0 0 0,-40-20 1825 0 0,-1 1 0 0 0,1-1 0 0 0,-1-1 0 0 0,1 1 0 0 0,0-1 0 0 0,0 1 0 0 0,-1-1 0 0 0,1-1 0 0 0,0 1 0 0 0,-1-1-1 0 0,1 1 1 0 0,0-1 0 0 0,7-3 0 0 0,13-6-73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53 237 1840 0 0,'1'1'173'0'0,"1"1"-1"0"0,-1-1 1 0 0,1 0 0 0 0,-1 1-1 0 0,1-1 1 0 0,-1 0-1 0 0,1 0 1 0 0,0 0-1 0 0,-1 0 1 0 0,1 0-1 0 0,0-1 1 0 0,0 1-1 0 0,0 0 1 0 0,0-1-1 0 0,0 0 1 0 0,-1 1-1 0 0,1-1 1 0 0,0 0 0 0 0,0 0-1 0 0,4 0 1 0 0,0 0 689 0 0,1 0 1 0 0,-1-1 0 0 0,0 1 0 0 0,1-1 0 0 0,7-3 0 0 0,-11 3-657 0 0,0 0 1 0 0,0 0-1 0 0,0-1 0 0 0,0 0 1 0 0,0 1-1 0 0,-1-1 0 0 0,1 0 1 0 0,0 0-1 0 0,-1-1 0 0 0,0 1 1 0 0,1 0-1 0 0,-1-1 0 0 0,0 0 1 0 0,0 1-1 0 0,0-1 0 0 0,-1 0 1 0 0,1 0-1 0 0,-1 0 1 0 0,1 0-1 0 0,-1 0 0 0 0,0 0 1 0 0,0 0-1 0 0,-1-1 0 0 0,1 1 1 0 0,0 0-1 0 0,-1-1 0 0 0,0 1 1 0 0,0 0-1 0 0,0-1 0 0 0,0 1 1 0 0,-1 0-1 0 0,1 0 0 0 0,-2-5 1 0 0,0-1 5 0 0,0-1 0 0 0,-1 1 0 0 0,0 0 0 0 0,-1 0 0 0 0,1 0 0 0 0,-2 1 0 0 0,1-1 0 0 0,-1 1 0 0 0,-1 0 1 0 0,-8-10-1 0 0,9 12-181 0 0,0 1 1 0 0,-1 0-1 0 0,0 0 1 0 0,1 1-1 0 0,-2-1 1 0 0,1 2-1 0 0,-9-6 1 0 0,13 9-27 0 0,1-1-1 0 0,-1 0 1 0 0,0 1 0 0 0,1-1 0 0 0,-1 1-1 0 0,0-1 1 0 0,0 1 0 0 0,0 0 0 0 0,1 0-1 0 0,-1 0 1 0 0,0 0 0 0 0,0 0 0 0 0,0 0-1 0 0,1 0 1 0 0,-1 0 0 0 0,0 1-1 0 0,0-1 1 0 0,1 1 0 0 0,-1 0 0 0 0,0-1-1 0 0,1 1 1 0 0,-1 0 0 0 0,0 0 0 0 0,1 0-1 0 0,-1 0 1 0 0,1 0 0 0 0,0 0-1 0 0,-1 1 1 0 0,1-1 0 0 0,0 0 0 0 0,0 1-1 0 0,0-1 1 0 0,0 1 0 0 0,0-1 0 0 0,-1 2-1 0 0,-2 5-43 0 0,0 1 0 0 0,1-1 0 0 0,0 1 0 0 0,0-1 0 0 0,1 1 0 0 0,0 0 0 0 0,0 0 0 0 0,1 0 0 0 0,0 0 0 0 0,1 0 0 0 0,0 0 0 0 0,1 0 0 0 0,0 0 0 0 0,0 0 0 0 0,0 0 0 0 0,4 11 0 0 0,-1-9-41 0 0,0 0-1 0 0,0 0 1 0 0,1 0 0 0 0,0 0-1 0 0,1-1 1 0 0,0 1 0 0 0,1-2 0 0 0,0 1-1 0 0,0-1 1 0 0,1 0 0 0 0,17 15-1 0 0,-17-18-291 0 0,1 0-1 0 0,-1 0 1 0 0,1-1-1 0 0,1-1 1 0 0,-1 1-1 0 0,1-1 1 0 0,-1-1-1 0 0,1 0 1 0 0,0 0-1 0 0,0-1 1 0 0,1-1-1 0 0,11 2 1 0 0,9-3-4801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2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76 1376 0 0,'10'-37'2774'0'0,"-10"35"-2440"0"0,0-1-1 0 0,1 1 1 0 0,-1 0 0 0 0,0 0-1 0 0,0-1 1 0 0,0 1 0 0 0,0 0-1 0 0,-1 0 1 0 0,1-1 0 0 0,-1 1 0 0 0,1 0-1 0 0,-1 0 1 0 0,0 0 0 0 0,-1-3-1 0 0,2 5-274 0 0,0-1 0 0 0,0 1 0 0 0,0 0-1 0 0,-1 0 1 0 0,1 0 0 0 0,0 0 0 0 0,0 0-1 0 0,0 0 1 0 0,0-1 0 0 0,0 1 0 0 0,-1 0-1 0 0,1 0 1 0 0,0 0 0 0 0,0 0 0 0 0,0 0-1 0 0,0 0 1 0 0,-1 0 0 0 0,1 0 0 0 0,0 0-1 0 0,0 0 1 0 0,0 0 0 0 0,-1 0 0 0 0,1 0-1 0 0,0 0 1 0 0,0 0 0 0 0,0 0-1 0 0,-1 0 1 0 0,1 0 0 0 0,0 0 0 0 0,0 0-1 0 0,0 0 1 0 0,-1 0 0 0 0,1 0 0 0 0,0 0-1 0 0,0 0 1 0 0,0 0 0 0 0,0 1 0 0 0,0-1-1 0 0,-1 0 1 0 0,1 0 0 0 0,-8 10 1041 0 0,-4 15-187 0 0,11-24-786 0 0,-12 30 483 0 0,2 0 0 0 0,1 1 0 0 0,-8 41 0 0 0,15-54-512 0 0,0 1-1 0 0,1 0 0 0 0,1-1 0 0 0,1 1 0 0 0,1 0 1 0 0,6 36-1 0 0,-6-49-82 0 0,1-1 0 0 0,1 1 1 0 0,-1-1-1 0 0,1 0 0 0 0,0 0 0 0 0,0 0 0 0 0,1-1 1 0 0,5 8-1 0 0,-8-12-19 0 0,0 0 1 0 0,0 0-1 0 0,0 0 1 0 0,0 0-1 0 0,0 0 0 0 0,1 0 1 0 0,-1 0-1 0 0,0-1 1 0 0,0 1-1 0 0,1 0 1 0 0,-1-1-1 0 0,0 1 0 0 0,1-1 1 0 0,-1 1-1 0 0,0-1 1 0 0,1 0-1 0 0,2 1 1 0 0,-2-1-15 0 0,-1-1 0 0 0,0 1 1 0 0,1-1-1 0 0,-1 1 1 0 0,1-1-1 0 0,-1 0 0 0 0,0 1 1 0 0,0-1-1 0 0,1 0 1 0 0,-1 0-1 0 0,0 0 0 0 0,0 0 1 0 0,0 0-1 0 0,0 0 0 0 0,0 0 1 0 0,0 0-1 0 0,0-1 1 0 0,0 1-1 0 0,0 0 0 0 0,-1-1 1 0 0,2-1-1 0 0,3-10-149 0 0,1-1 0 0 0,-2 1 0 0 0,0-1 1 0 0,-1 0-1 0 0,3-24 0 0 0,10-39 774 0 0,-14 71-517 0 0,0 0-1 0 0,1 1 0 0 0,-1-1 0 0 0,1 0 1 0 0,0 1-1 0 0,0 0 0 0 0,1 0 1 0 0,0 0-1 0 0,0 0 0 0 0,4-4 0 0 0,-6 7-47 0 0,-1 1 0 0 0,1 0 0 0 0,-1-1 0 0 0,1 1 0 0 0,0 0 0 0 0,-1 0 0 0 0,1 0 0 0 0,0 1 0 0 0,-1-1 0 0 0,1 0 0 0 0,0 1 0 0 0,0-1 0 0 0,0 1 0 0 0,0-1 0 0 0,0 1 0 0 0,0 0 0 0 0,0 0 0 0 0,0 0 0 0 0,0 0 0 0 0,-1 0 0 0 0,4 1-1 0 0,-1 0 29 0 0,-1 0-1 0 0,1 1 0 0 0,-1-1 0 0 0,0 1 1 0 0,0 0-1 0 0,1 0 0 0 0,-1 0 0 0 0,-1 0 1 0 0,1 1-1 0 0,4 3 0 0 0,2 5 115 0 0,0 0 0 0 0,0 0 0 0 0,-1 1 0 0 0,11 22 0 0 0,3 15 5 0 0,-9-20 91 0 0,24 39 1 0 0,-32-60-249 0 0,0 0 0 0 0,1-1 0 0 0,0 1 0 0 0,0-2 0 0 0,0 1 0 0 0,1-1-1 0 0,0 0 1 0 0,1 0 0 0 0,10 7 0 0 0,-17-13-31 0 0,-1 0-1 0 0,0 0 0 0 0,1 0 0 0 0,-1 1 0 0 0,0-1 0 0 0,1 0 0 0 0,-1 0 1 0 0,0 0-1 0 0,1 0 0 0 0,-1 0 0 0 0,0 0 0 0 0,1 1 0 0 0,-1-1 0 0 0,0 0 0 0 0,1 0 1 0 0,-1 0-1 0 0,0 0 0 0 0,1 0 0 0 0,-1 0 0 0 0,1-1 0 0 0,-1 1 0 0 0,0 0 1 0 0,1 0-1 0 0,-1 0 0 0 0,0 0 0 0 0,1 0 0 0 0,-1 0 0 0 0,0-1 0 0 0,1 1 0 0 0,-1 0 1 0 0,0 0-1 0 0,0 0 0 0 0,1-1 0 0 0,3-15 0 0 0,-7-33-100 0 0,1 27-62 0 0,0-5-365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2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60 11522 0 0,'0'0'513'0'0,"0"-2"223"0"0,-2 1-736 0 0,2-1 128 0 0,2 0 8 0 0,-2-1 0 0 0,1-3 0 0 0,3 1-296 0 0,1-2-56 0 0,0-2-8 0 0,2 2-8 0 0,0 0 160 0 0,-1 2 72 0 0,-5 2-64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2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62 2304 0 0,'3'5'201'0'0,"1"-3"-201"0"0,1-1 0 0 0,-1-1 0 0 0,-1 0 480 0 0,1-1 64 0 0,1-1 0 0 0,4-2 8 0 0,8 1-128 0 0,2-6-24 0 0,6 0-8 0 0,-1-1 0 0 0,1-2-328 0 0,-4 1-64 0 0,-4 2 0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3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9 7834 0 0,'3'-9'6153'0'0,"-5"24"-2292"0"0,-2 54-3005 0 0,2 1 1 0 0,4 0 0 0 0,3-1-1 0 0,17 87 1 0 0,80 276-797 0 0,-58-285-1973 0 0,-20-71-5386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3.4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1 203 2304 0 0,'17'1'3388'0'0,"26"-1"395"0"0,139-40 3876 0 0,-1-15-4211 0 0,59-14-1725 0 0,-196 58-1968 0 0,0 1 1 0 0,1 2-1 0 0,0 3 0 0 0,76-1 1 0 0,-114 7-222 0 0,1 0 0 0 0,-1 0 0 0 0,1 0 0 0 0,-1 1 0 0 0,0 0 0 0 0,0 1 0 0 0,0-1 0 0 0,10 6 0 0 0,4 6-5796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3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23 1840 0 0,'-16'-22'19861'0'0,"19"29"-19449"0"0,158 404 453 0 0,-58-136-2098 0 0,-91-244-797 0 0,-1-1-5162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5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65 4609 0 0,'-14'-20'974'0'0,"10"13"247"0"0,-1 0 1 0 0,0 0-1 0 0,-1 0 0 0 0,1 1 0 0 0,-11-5 2798 0 0,17 21-2817 0 0,4 10-404 0 0,70 182 1472 0 0,10 32-2976 0 0,-76-201-977 0 0,0 1-4704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5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7 7370 0 0,'14'-6'833'0'0,"-9"8"162"0"0,-13 19 1173 0 0,-28 34 691 0 0,35-54-2833 0 0,-17 23 714 0 0,-47 69 50 0 0,58-81-730 0 0,0 1-1 0 0,1 0 1 0 0,0 0 0 0 0,1 0 0 0 0,-6 25-1 0 0,10-34 47 0 0,0 0-1 0 0,0 0 1 0 0,1 0 0 0 0,-1 0-1 0 0,1 0 1 0 0,0 1-1 0 0,0-1 1 0 0,1 0-1 0 0,-1 0 1 0 0,1 0-1 0 0,0 0 1 0 0,0 0-1 0 0,1 0 1 0 0,-1 0-1 0 0,1 0 1 0 0,0 0-1 0 0,0 0 1 0 0,0-1-1 0 0,0 1 1 0 0,0-1-1 0 0,1 1 1 0 0,0-1 0 0 0,0 0-1 0 0,0 0 1 0 0,0 0-1 0 0,7 4 1 0 0,-4-4-69 0 0,0 1 0 0 0,0-1 0 0 0,1-1 1 0 0,-1 1-1 0 0,1-1 0 0 0,0-1 0 0 0,0 1 0 0 0,0-1 1 0 0,0 0-1 0 0,0-1 0 0 0,0 1 0 0 0,0-1 1 0 0,0-1-1 0 0,0 1 0 0 0,8-3 0 0 0,58-16-2495 0 0,-44 10-3762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5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1 135 6913 0 0,'0'-1'80'0'0,"1"0"-1"0"0,-1 0 0 0 0,0 0 1 0 0,1 0-1 0 0,-1 0 0 0 0,1 0 1 0 0,0 0-1 0 0,-1 0 0 0 0,1 1 0 0 0,0-1 1 0 0,-1 0-1 0 0,1 0 0 0 0,0 1 1 0 0,0-1-1 0 0,0 0 0 0 0,0 1 0 0 0,0-1 1 0 0,-1 1-1 0 0,1-1 0 0 0,0 1 1 0 0,0 0-1 0 0,0-1 0 0 0,2 1 0 0 0,30-10 1016 0 0,-21 7-746 0 0,96-33 2160 0 0,-46 14-637 0 0,104-21 1 0 0,-152 39-2600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6.0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10594 0 0,'-1'1'62'0'0,"0"0"-1"0"0,0 0 0 0 0,0 0 1 0 0,0 0-1 0 0,0 0 1 0 0,1-1-1 0 0,-1 1 0 0 0,0 1 1 0 0,1-1-1 0 0,-1 0 1 0 0,1 0-1 0 0,-1 0 1 0 0,1 0-1 0 0,0 0 0 0 0,-1 0 1 0 0,1 0-1 0 0,0 1 1 0 0,0-1-1 0 0,0 0 0 0 0,0 0 1 0 0,0 0-1 0 0,0 1 1 0 0,0-1-1 0 0,0 0 0 0 0,0 0 1 0 0,1 2-1 0 0,10 38 862 0 0,-7-28-547 0 0,73 232 6288 0 0,-54-178-7584 0 0,20 41-442 0 0,-27-71 1345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 10914 0 0,'0'0'132'0'0,"0"-1"-1"0"0,0 0 1 0 0,0 0-1 0 0,0 0 0 0 0,0 1 1 0 0,0-1-1 0 0,0 0 0 0 0,0 0 1 0 0,0 0-1 0 0,0 1 1 0 0,0-1-1 0 0,0 0 0 0 0,1 0 1 0 0,-1 0-1 0 0,0 1 1 0 0,1-1-1 0 0,-1 0 0 0 0,0 1 1 0 0,1-1-1 0 0,-1 0 1 0 0,1 1-1 0 0,-1-1 0 0 0,1 0 1 0 0,-1 1-1 0 0,1-1 0 0 0,0 1 1 0 0,-1-1-1 0 0,1 1 1 0 0,0 0-1 0 0,-1-1 0 0 0,1 1 1 0 0,1-1-1 0 0,-1 1 22 0 0,0 1-1 0 0,0-1 1 0 0,0 0-1 0 0,0 1 1 0 0,0-1 0 0 0,0 0-1 0 0,0 1 1 0 0,0-1-1 0 0,0 1 1 0 0,0 0-1 0 0,-1-1 1 0 0,1 1-1 0 0,0 0 1 0 0,0 0 0 0 0,-1-1-1 0 0,1 1 1 0 0,0 0-1 0 0,-1 0 1 0 0,1 0-1 0 0,0 0 1 0 0,-1 0-1 0 0,1 0 1 0 0,-1 0 0 0 0,1 1-1 0 0,6 16 228 0 0,0 0 1 0 0,-2 0-1 0 0,0 1 0 0 0,0 0 0 0 0,1 19 0 0 0,3 101 102 0 0,-7-91-288 0 0,31 369 68 0 0,13-143-4070 0 0,-30-204-2977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6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19 225 8290 0 0,'-17'-7'3723'0'0,"17"7"-3669"0"0,0 0 0 0 0,0 0 0 0 0,0 0 0 0 0,0-1 0 0 0,-1 1 0 0 0,1 0 0 0 0,0 0 0 0 0,0 0 0 0 0,0 0 0 0 0,0-1 0 0 0,0 1 0 0 0,0 0 0 0 0,0 0 0 0 0,0 0 0 0 0,0-1 0 0 0,0 1 0 0 0,-1 0 0 0 0,1 0 0 0 0,3-5 2214 0 0,4 1-1504 0 0,40-15 460 0 0,1 2-1 0 0,77-18 0 0 0,113-10-54 0 0,-47 10-861 0 0,-184 33-350 0 0,229-41-175 0 0,-191 37-2176 0 0,67 2 1 0 0,-76 6-3636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7.4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10594 0 0,'1'-33'2161'0'0,"5"23"-245"0"0,-5 10-1816 0 0,0 1 1 0 0,-1-1-1 0 0,1 0 1 0 0,0 1-1 0 0,0-1 0 0 0,-1 1 1 0 0,1-1-1 0 0,0 0 1 0 0,-1 1-1 0 0,1 0 0 0 0,-1-1 1 0 0,1 1-1 0 0,-1-1 1 0 0,1 1-1 0 0,-1 0 1 0 0,1-1-1 0 0,-1 1 0 0 0,0 0 1 0 0,1-1-1 0 0,-1 2 1 0 0,37 74 2201 0 0,-32-62-2212 0 0,0 0-1 0 0,1-1 1 0 0,1 0 0 0 0,0 0-1 0 0,1-1 1 0 0,1 0-1 0 0,-1 0 1 0 0,14 12-1 0 0,-11-15-47 0 0,0 0 0 0 0,0-1 0 0 0,1-1 0 0 0,0 1-1 0 0,1-2 1 0 0,-1 0 0 0 0,1-1 0 0 0,0 0 0 0 0,1-1 0 0 0,-1 0-1 0 0,21 2 1 0 0,-26-4-223 0 0,1-1 0 0 0,0-1 0 0 0,0 1 1 0 0,-1-1-1 0 0,1-1 0 0 0,0 0 0 0 0,0 0 0 0 0,-1-1 0 0 0,1 0 0 0 0,-1 0 0 0 0,0-1 0 0 0,1 0 0 0 0,-1-1 0 0 0,0 0 0 0 0,-1 0 0 0 0,1 0 0 0 0,-1-1 0 0 0,0 0 1 0 0,9-8-1 0 0,-14 10-133 0 0,1 1 0 0 0,-1-1 0 0 0,0 0 0 0 0,0 0 1 0 0,0 0-1 0 0,-1 0 0 0 0,1 0 0 0 0,-1-1 1 0 0,1 1-1 0 0,-1 0 0 0 0,0-1 0 0 0,0 1 0 0 0,0-6 1 0 0,1-5 313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7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4721 0 0,'0'0'353'0'0,"11"36"5638"0"0,20 171 2558 0 0,4 17-5989 0 0,-23-183-3391 0 0,1-1-1 0 0,27 58 1 0 0,-26-69-6302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7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3 6913 0 0,'-1'-1'82'0'0,"1"1"-1"0"0,0 0 0 0 0,0 0 0 0 0,-1 0 0 0 0,1-1 0 0 0,0 1 0 0 0,-1 0 0 0 0,1 0 0 0 0,0 0 0 0 0,-1 0 0 0 0,1 0 0 0 0,0 0 0 0 0,-1-1 0 0 0,1 1 0 0 0,0 0 0 0 0,-1 0 0 0 0,1 0 0 0 0,0 0 0 0 0,-1 0 0 0 0,1 1 0 0 0,0-1 0 0 0,0 0 0 0 0,-1 0 0 0 0,1 0 0 0 0,0 0 0 0 0,-1 0 0 0 0,1 0 0 0 0,0 0 0 0 0,-1 1 0 0 0,1-1 0 0 0,0 0 0 0 0,0 0 0 0 0,-1 0 0 0 0,1 1 0 0 0,0-1 0 0 0,0 0 0 0 0,-1 0 0 0 0,1 1 0 0 0,0-1 1 0 0,0 1-1 0 0,2 16 4993 0 0,66 126-459 0 0,-43-93-5851 0 0,0-2-3333 0 0,-11-24-1501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8.1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1 9962 0 0,'0'0'475'0'0,"-9"18"366"0"0,0 1 671 0 0,0 1 0 0 0,2 0 0 0 0,0 0 0 0 0,1 0-1 0 0,-5 38 1 0 0,10-52-1416 0 0,1-1 1 0 0,0 1-1 0 0,0 0 0 0 0,0 0 0 0 0,1 0 0 0 0,0 0 0 0 0,0-1 1 0 0,0 1-1 0 0,1-1 0 0 0,0 1 0 0 0,0-1 0 0 0,0 1 1 0 0,1-1-1 0 0,-1 0 0 0 0,2 0 0 0 0,-1 0 0 0 0,0 0 1 0 0,1-1-1 0 0,0 1 0 0 0,0-1 0 0 0,0 0 0 0 0,0 0 1 0 0,1-1-1 0 0,-1 1 0 0 0,11 5 0 0 0,-6-5-30 0 0,-1 0 0 0 0,1-1 0 0 0,-1 1 1 0 0,1-2-1 0 0,0 1 0 0 0,0-1 0 0 0,0-1 0 0 0,1 0 0 0 0,-1 0 0 0 0,0-1 0 0 0,0 0 0 0 0,15-2 0 0 0,43-11-1101 0 0,-3-9-5217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8.7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28 6913 0 0,'-11'14'2029'0'0,"11"-14"-1996"0"0,-1 0 0 0 0,1 0 0 0 0,0 0 0 0 0,0 1 0 0 0,0-1-1 0 0,0 0 1 0 0,0 0 0 0 0,0 0 0 0 0,0 0 0 0 0,0 0 0 0 0,0 0 0 0 0,0 0 0 0 0,0 0-1 0 0,0 0 1 0 0,0 1 0 0 0,0-1 0 0 0,0 0 0 0 0,0 0 0 0 0,1 1 427 0 0,-1-1-427 0 0,0 0 0 0 0,0 0-1 0 0,0 0 1 0 0,1 0 0 0 0,-1 0 0 0 0,0 0 0 0 0,0 0 0 0 0,0 0 0 0 0,0 0 0 0 0,0 0-1 0 0,0 0 1 0 0,0 0 0 0 0,0 0 0 0 0,0 0 0 0 0,1 0 0 0 0,-1 0 0 0 0,0 0-1 0 0,0 0 1 0 0,0 0 0 0 0,0 0 0 0 0,0 0 0 0 0,0 0 0 0 0,0 0 0 0 0,0 0 0 0 0,0 0-1 0 0,1 0 1 0 0,-1 0 0 0 0,0 0 0 0 0,0 0 0 0 0,0 0 0 0 0,29-12 2550 0 0,-16 5-2964 0 0,21-6 335 0 0,-11 5-3521 0 0,-7 3-571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8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0 100 6913 0 0,'0'1'24'0'0,"0"-1"-1"0"0,0 0 1 0 0,0 0-1 0 0,0 0 0 0 0,0 0 1 0 0,0 1-1 0 0,0-1 0 0 0,0 0 1 0 0,0 0-1 0 0,0 0 1 0 0,0 0-1 0 0,0 1 0 0 0,0-1 1 0 0,1 0-1 0 0,-1 0 0 0 0,0 0 1 0 0,0 0-1 0 0,0 1 1 0 0,0-1-1 0 0,0 0 0 0 0,0 0 1 0 0,0 0-1 0 0,0 0 0 0 0,1 0 1 0 0,-1 0-1 0 0,0 0 1 0 0,0 1-1 0 0,0-1 0 0 0,0 0 1 0 0,1 0-1 0 0,-1 0 0 0 0,0 0 1 0 0,0 0-1 0 0,0 0 1 0 0,0 0-1 0 0,1 0 0 0 0,-1 0 1 0 0,0 0-1 0 0,0 0 0 0 0,0 0 1 0 0,0 0-1 0 0,1 0 1 0 0,-1 0-1 0 0,0 0 0 0 0,0 0 1 0 0,0 0-1 0 0,0 0 0 0 0,1 0 1 0 0,-1 0-1 0 0,0 0 1 0 0,0 0-1 0 0,0 0 0 0 0,0-1 1 0 0,0 1-1 0 0,1 0 0 0 0,-1 0 1 0 0,0 0-1 0 0,0 0 1 0 0,0 0-1 0 0,0 0 0 0 0,0-1 1 0 0,24-6 871 0 0,24-15 457 0 0,-26 10-1026 0 0,-8 6-1096 0 0,-1-2-1 0 0,0 0 1 0 0,21-16 0 0 0,-18 9 477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9.4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53 4609 0 0,'-42'14'553'0'0,"1"2"-1"0"0,-44 29 5403 0 0,85-45-5869 0 0,16 4 1741 0 0,16 2-995 0 0,38-7 66 0 0,-1-2 1 0 0,85-17-1 0 0,-30 4-127 0 0,388-25 2492 0 0,-47 5-1971 0 0,-278 22-1081 0 0,1 8-1 0 0,0 8 1 0 0,289 40-1 0 0,-161-12-703 0 0,-245-25-1324 0 0,-37-3-5731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49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19 126 3225 0 0,'-3'-3'176'0'0,"1"0"0"0"0,0-1 0 0 0,0 1 0 0 0,1-1 0 0 0,-1 1 0 0 0,1-1 0 0 0,0 0 0 0 0,-1 1 0 0 0,2-1 0 0 0,-2-7 0 0 0,1-42 6085 0 0,2 27-1626 0 0,2 48 456 0 0,8 21-4318 0 0,-2-7-617 0 0,19 155 52 0 0,2 12-1030 0 0,-22-169-2671 0 0,23 63-1 0 0,-20-70-2748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49.2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4 8754 0 0,'-5'-3'10687'0'0,"2"17"-12111"0"0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0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4609 0 0,'10'-28'13526'0'0,"-6"23"-12297"0"0,5-6-1589 0 0,-10 16 728 0 0,0 0-1 0 0,1 0 1 0 0,-1 0-1 0 0,1-1 1 0 0,0 1-1 0 0,0 5 1 0 0,0 8-223 0 0,-5 124 105 0 0,6-122-252 0 0,0 0 1 0 0,2 0 0 0 0,0 0 0 0 0,2-1 0 0 0,6 21 0 0 0,-9-33 1 0 0,1-1 0 0 0,-1 0 0 0 0,1 0 0 0 0,1-1 0 0 0,-1 1 0 0 0,1-1 0 0 0,0 0 0 0 0,0 1 0 0 0,0-2 0 0 0,1 1 0 0 0,0 0 0 0 0,0-1 0 0 0,0 0 0 0 0,0 0 0 0 0,1-1 0 0 0,0 1 0 0 0,-1-1 0 0 0,1 0 0 0 0,7 2 0 0 0,-4-3 0 0 0,-1 0 0 0 0,1 0 0 0 0,0-1 0 0 0,0 0 0 0 0,0-1 0 0 0,-1 1 0 0 0,1-2 0 0 0,0 1 0 0 0,0-2 0 0 0,0 1 0 0 0,0-1 0 0 0,-1 0 0 0 0,14-6 0 0 0,12-6 32 0 0,-2-2 0 0 0,47-31 1 0 0,19-9-3616 0 0,-89 50 2260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0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1376 0 0,'-26'5'11619'0'0,"24"-3"-11218"0"0,0 0 47 0 0,1 1 1 0 0,0 0-1 0 0,0 0 0 0 0,-1-1 1 0 0,2 1-1 0 0,-1 0 1 0 0,0 0-1 0 0,1 0 1 0 0,-1 0-1 0 0,1 3 1 0 0,-1 7 157 0 0,1 0 0 0 0,1-1 1 0 0,4 26-1 0 0,7 12-1281 0 0,21 58 0 0 0,-26-86-685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1.2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60 3425 0 0,'-2'-15'-575'0'0,"1"11"1495"0"0,1-1 0 0 0,-1 1-1 0 0,0-1 1 0 0,0 1 0 0 0,0-1-1 0 0,-3-4 1 0 0,4 8-769 0 0,0 1-1 0 0,-1-1 1 0 0,1 0 0 0 0,-1 1 0 0 0,1-1-1 0 0,-1 1 1 0 0,0-1 0 0 0,1 1 0 0 0,-1-1-1 0 0,1 1 1 0 0,-1 0 0 0 0,0-1 0 0 0,1 1-1 0 0,-1 0 1 0 0,0-1 0 0 0,1 1 0 0 0,-1 0-1 0 0,0 0 1 0 0,0-1 0 0 0,1 1 0 0 0,-1 0-1 0 0,0 0 1 0 0,0 0 0 0 0,1 0 0 0 0,-1 0-1 0 0,0 0 1 0 0,0 1 0 0 0,1-1-1 0 0,-1 0 1 0 0,0 0 0 0 0,0 0 0 0 0,1 1-1 0 0,-1-1 1 0 0,0 0 0 0 0,1 1 0 0 0,-1-1-1 0 0,0 0 1 0 0,1 1 0 0 0,-1-1 0 0 0,1 1-1 0 0,-1-1 1 0 0,1 1 0 0 0,-1 0 0 0 0,0 0-1 0 0,0 0-91 0 0,0 1 0 0 0,0-1 0 0 0,0 1-1 0 0,0-1 1 0 0,1 0 0 0 0,-1 1-1 0 0,0 0 1 0 0,1-1 0 0 0,-1 1-1 0 0,1-1 1 0 0,0 1 0 0 0,-1-1 0 0 0,1 1-1 0 0,0 0 1 0 0,0-1 0 0 0,0 1-1 0 0,0 0 1 0 0,0-1 0 0 0,1 1-1 0 0,0 2 1 0 0,9 43 477 0 0,-5-29-131 0 0,6 40 139 0 0,-3-12-572 0 0,2-1 1 0 0,1 0-1 0 0,28 68 1 0 0,-30-94-6681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2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1 122 8290 0 0,'188'-54'9949'0'0,"2"12"-7966"0"0,-171 38-3827 0 0,0-1 0 0 0,27-11 0 0 0,-42 15 465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2.7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0 3681 0 0,'-6'6'14063'0'0,"0"14"-14758"0"0,3-10 906 0 0,1-1 0 0 0,0 1 0 0 0,1 0 1 0 0,0-1-1 0 0,0 1 0 0 0,1 0 0 0 0,0 0 0 0 0,1 0 0 0 0,0 0 1 0 0,0-1-1 0 0,1 1 0 0 0,0-1 0 0 0,7 16 0 0 0,-5-17-88 0 0,0 1 0 0 0,1-1 0 0 0,1 0 0 0 0,-1-1 0 0 0,1 1 0 0 0,0-1 0 0 0,1 0-1 0 0,0-1 1 0 0,0 0 0 0 0,0 0 0 0 0,1 0 0 0 0,0-1 0 0 0,16 8 0 0 0,-4-3 226 0 0,37 10-1 0 0,15 8-281 0 0,-71-28-65 0 0,0 1 0 0 0,0 0 1 0 0,1-1-1 0 0,-1 1 0 0 0,0 0 0 0 0,0-1 0 0 0,0 1 0 0 0,0 0 0 0 0,0 0 0 0 0,0 0 1 0 0,-1 0-1 0 0,1 0 0 0 0,0 0 0 0 0,0 0 0 0 0,-1 0 0 0 0,1 0 0 0 0,0 0 0 0 0,-1 1 1 0 0,1-1-1 0 0,-1 0 0 0 0,0 0 0 0 0,1 0 0 0 0,-1 1 0 0 0,0 2 0 0 0,0-2 4 0 0,0 1 0 0 0,-1-1 0 0 0,1 1 0 0 0,-1-1 0 0 0,0 1-1 0 0,0-1 1 0 0,0 1 0 0 0,0-1 0 0 0,0 1 0 0 0,-1-1 0 0 0,-2 4-1 0 0,-3 2 13 0 0,0 1-1 0 0,-1-1 1 0 0,0 0-1 0 0,-15 11 1 0 0,-2-2-1026 0 0,-1-1 0 0 0,-1-2 1 0 0,0 0-1 0 0,-32 10 0 0 0,42-17-5556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4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62 5529 0 0,'6'5'11350'0'0,"24"-11"-8480"0"0,36-13-2209 0 0,-40 11-663 0 0,41-14 303 0 0,-21 13-6502 0 0,-25 7-41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4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54 8034 0 0,'-4'7'176'0'0,"1"-3"40"0"0,3-2 8 0 0,0-1 0 0 0,1-1-224 0 0,3 0 0 0 0,-1 2 0 0 0,3-2 0 0 0,2-2 376 0 0,5 1 32 0 0,2-1 8 0 0,3-3 0 0 0,1 1-416 0 0,2-6-176 0 0,0-3 16 0 0,0 0 0 0 0,3-7 160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4.6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53 6449 0 0,'10'-6'5798'0'0,"19"-1"-3239"0"0,92-14 2851 0 0,-25 4-4650 0 0,-95 17-809 0 0,31-1-1082 0 0,-31 1 944 0 0,1 0 0 0 0,-1 0 0 0 0,0 0 1 0 0,0 0-1 0 0,0 0 0 0 0,0 1 0 0 0,0-1 0 0 0,0 0 0 0 0,-1 1 1 0 0,1-1-1 0 0,0 1 0 0 0,0-1 0 0 0,0 1 0 0 0,0-1 0 0 0,0 1 1 0 0,-1 0-1 0 0,1 0 0 0 0,0-1 0 0 0,0 1 0 0 0,-1 0 0 0 0,1 0 1 0 0,-1 0-1 0 0,1-1 0 0 0,-1 1 0 0 0,1 0 0 0 0,-1 0 0 0 0,1 0 1 0 0,-1 1-1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5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1 6913 0 0,'-8'2'359'0'0,"1"0"-1"0"0,-1 1 0 0 0,1 0 0 0 0,-1 1 0 0 0,1 0 0 0 0,0 0 0 0 0,0 0 0 0 0,1 1 0 0 0,-1 0 0 0 0,1 0 0 0 0,0 1 0 0 0,1-1 0 0 0,-1 1 0 0 0,1 1 0 0 0,-6 7 0 0 0,-3 7 711 0 0,1 0-1 0 0,1 0 0 0 0,-16 41 1 0 0,24-52-854 0 0,0 0 1 0 0,0 1-1 0 0,1-1 0 0 0,1 1 1 0 0,0 0-1 0 0,0 0 1 0 0,1 0-1 0 0,1 17 1 0 0,0-23-164 0 0,1-1 0 0 0,0 1 0 0 0,0-1 0 0 0,0 0-1 0 0,0 1 1 0 0,1-1 0 0 0,0 0 0 0 0,0 0 0 0 0,0 0 0 0 0,0-1 0 0 0,1 1 0 0 0,-1 0 0 0 0,1-1 0 0 0,0 1 0 0 0,0-1 0 0 0,0 0 0 0 0,1 0 0 0 0,-1 0 0 0 0,1-1 0 0 0,0 1 0 0 0,-1-1 0 0 0,1 0 0 0 0,0 0 0 0 0,5 2 0 0 0,7 1 31 0 0,1 0 1 0 0,0-1-1 0 0,1-1 1 0 0,-1 0-1 0 0,0-2 1 0 0,1 0 0 0 0,0-1-1 0 0,28-3 1 0 0,-23 2 14 0 0,1 0 0 0 0,-1 2 0 0 0,45 6 0 0 0,-66-7-97 0 0,0 0-1 0 0,1 1 1 0 0,-1-1 0 0 0,0 1 0 0 0,0-1-1 0 0,0 1 1 0 0,0 0 0 0 0,0 0-1 0 0,0 0 1 0 0,0 0 0 0 0,-1 0 0 0 0,1 1-1 0 0,0-1 1 0 0,0 1 0 0 0,-1-1-1 0 0,1 1 1 0 0,-1-1 0 0 0,0 1 0 0 0,1 0-1 0 0,-1 0 1 0 0,2 3 0 0 0,-3-3-2 0 0,1 1 0 0 0,-1-1 0 0 0,1 1 1 0 0,-1-1-1 0 0,0 1 0 0 0,0 0 0 0 0,0-1 0 0 0,-1 1 0 0 0,1-1 1 0 0,0 1-1 0 0,-1 0 0 0 0,0-1 0 0 0,0 1 0 0 0,0-1 1 0 0,-1 4-1 0 0,-4 4 25 0 0,0 0 0 0 0,0 0 0 0 0,-1-1 0 0 0,0 1 0 0 0,-1-1 0 0 0,-15 14 0 0 0,7-11-171 0 0,0 0-1 0 0,-1-1 1 0 0,0-1 0 0 0,-1 0 0 0 0,0-2 0 0 0,-37 13 0 0 0,40-16-1096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5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147 232 3225 0 0,'-45'4'557'0'0,"13"0"3917"0"0,-38 9-1 0 0,228-43 604 0 0,-35 8-3848 0 0,586-97 2677 0 0,-535 81-3721 0 0,-127 25-419 0 0,0 2 0 0 0,97-9-1 0 0,-110 22-511 0 0,-12 5-5324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5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8754 0 0,'6'-6'3765'0'0,"-5"6"-3527"0"0,-1-1 0 0 0,1 1-1 0 0,0 0 1 0 0,-1 0 0 0 0,1 0 0 0 0,-1-1 0 0 0,1 1-1 0 0,0 0 1 0 0,-1 0 0 0 0,1 0 0 0 0,-1 0 0 0 0,1 0 0 0 0,0 0-1 0 0,-1 0 1 0 0,1 1 0 0 0,0-1 0 0 0,-1 0 0 0 0,1 0-1 0 0,0 1-63 0 0,0 0 0 0 0,0 0 0 0 0,0 0 0 0 0,-1 0 0 0 0,1 0 0 0 0,0 0-1 0 0,-1 0 1 0 0,1 1 0 0 0,-1-1 0 0 0,1 0 0 0 0,-1 0 0 0 0,0 0 0 0 0,0 1-1 0 0,1 0 1 0 0,0 43 459 0 0,-3-25-442 0 0,-6 122 548 0 0,8-126-615 0 0,0-1 0 0 0,2 1 1 0 0,0-1-1 0 0,0 1 0 0 0,2-1 0 0 0,9 28 0 0 0,-11-39-82 0 0,-1 1 1 0 0,2-1-1 0 0,-1 0 0 0 0,0 0 1 0 0,1 0-1 0 0,0 0 1 0 0,0 0-1 0 0,0 0 1 0 0,0-1-1 0 0,1 1 0 0 0,-1-1 1 0 0,1 0-1 0 0,0 0 1 0 0,0 0-1 0 0,9 4 1 0 0,-8-6-31 0 0,0 1 0 0 0,0-1 0 0 0,0 0 0 0 0,0 0 0 0 0,0-1 0 0 0,0 1 0 0 0,0-1 0 0 0,0 0 0 0 0,1-1 0 0 0,-1 1 0 0 0,0-1 0 0 0,0 0 0 0 0,0 0 0 0 0,8-4 0 0 0,15-5 83 0 0,0-2 1 0 0,-1 0-1 0 0,49-33 1 0 0,65-62-4286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6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 6449 0 0,'-8'1'456'0'0,"0"0"0"0"0,0 1 0 0 0,0 0 0 0 0,1 1 0 0 0,-1 0 0 0 0,1 0 0 0 0,-10 6-1 0 0,15-8-87 0 0,-1 0-1 0 0,1 0 0 0 0,0 1 0 0 0,1-1 0 0 0,-1 1 0 0 0,0 0 0 0 0,0 0 1 0 0,1-1-1 0 0,-1 1 0 0 0,1 0 0 0 0,-1 0 0 0 0,1 1 0 0 0,0-1 0 0 0,0 0 1 0 0,0 0-1 0 0,0 0 0 0 0,0 1 0 0 0,1-1 0 0 0,-1 1 0 0 0,1-1 0 0 0,-1 0 1 0 0,1 1-1 0 0,0-1 0 0 0,0 1 0 0 0,0-1 0 0 0,0 1 0 0 0,1 4 0 0 0,37 190 2988 0 0,-2 103-2894 0 0,-31-228-526 0 0,3 50-178 0 0,-5-40-3051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8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88 5065 0 0,'-62'5'7275'0'0,"76"-8"-5576"0"0,6-1-1356 0 0,274-40 5158 0 0,-168 28-4824 0 0,-55 4-1720 0 0,-41 6-2067 0 0,-17 4 527 0 0,13-4-3375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9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79 14283 0 0,'0'-5'203'0'0,"0"0"1"0"0,0 1-1 0 0,0-1 1 0 0,0 1-1 0 0,1-1 0 0 0,0 0 1 0 0,0 1-1 0 0,1-1 1 0 0,-1 1-1 0 0,1 0 1 0 0,0 0-1 0 0,0-1 0 0 0,4-5 1 0 0,-1 1 1870 0 0,-5 9-2003 0 0,0 0 0 0 0,1 0 0 0 0,-1 0 0 0 0,1 0 0 0 0,-1 0 0 0 0,0 0 0 0 0,1 1 0 0 0,-1-1 0 0 0,0 0 0 0 0,1 0 0 0 0,-1 0 0 0 0,0 1 0 0 0,1-1 0 0 0,-1 0 0 0 0,0 0 0 0 0,0 1 0 0 0,1-1 0 0 0,-1 0 0 0 0,0 1-1 0 0,0-1 1 0 0,1 0 0 0 0,-1 1 0 0 0,0-1 0 0 0,0 0 0 0 0,0 1 0 0 0,0-1 0 0 0,0 0 0 0 0,1 1 0 0 0,-1-1 0 0 0,0 1 0 0 0,0-1 0 0 0,0 0 0 0 0,0 1 0 0 0,0-1 0 0 0,0 0 0 0 0,0 1 0 0 0,6 19 235 0 0,57 230 104 0 0,-13-85-3840 0 0,-32-113-3548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9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10138 0 0,'0'0'109'0'0,"-1"0"0"0"0,1 0 1 0 0,0 0-1 0 0,-1 1 0 0 0,1-1 0 0 0,-1 0 0 0 0,1 0 0 0 0,-1 0 0 0 0,1 1 1 0 0,0-1-1 0 0,-1 0 0 0 0,1 0 0 0 0,-1 1 0 0 0,1-1 0 0 0,0 0 1 0 0,-1 1-1 0 0,1-1 0 0 0,0 1 0 0 0,0-1 0 0 0,-1 0 0 0 0,1 1 0 0 0,0-1 1 0 0,0 1-1 0 0,0-1 0 0 0,-1 1 0 0 0,1-1 0 0 0,0 0 0 0 0,0 1 0 0 0,0-1 1 0 0,0 1-1 0 0,0-1 0 0 0,0 1 0 0 0,0 26 2074 0 0,11 25 494 0 0,50 233 1783 0 0,-12-49-8875 0 0,-45-220 2398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9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0 200 2304 0 0,'9'-16'753'0'0,"0"0"-1"0"0,1 0 0 0 0,0 1 1 0 0,2 0-1 0 0,-1 1 0 0 0,2 0 0 0 0,0 1 1 0 0,1 1-1 0 0,0 0 0 0 0,0 0 0 0 0,2 2 1 0 0,27-16-1 0 0,-41 25-628 0 0,-1 0 0 0 0,1 0 0 0 0,0 0 0 0 0,-1 0 0 0 0,1 1 0 0 0,0-1 0 0 0,-1 1 0 0 0,1-1 0 0 0,0 1 0 0 0,0-1 0 0 0,-1 1 0 0 0,1 0 0 0 0,0 0 0 0 0,0 0 0 0 0,0 0 0 0 0,0 0 0 0 0,-1 0-1 0 0,1 1 1 0 0,0-1 0 0 0,2 1 0 0 0,-3 0-57 0 0,1 0 0 0 0,-1 0 0 0 0,0 1 0 0 0,0-1 0 0 0,-1 0 0 0 0,1 0 0 0 0,0 0 0 0 0,0 1 0 0 0,0-1 0 0 0,-1 0 0 0 0,1 1 0 0 0,-1-1-1 0 0,1 1 1 0 0,-1-1 0 0 0,0 0 0 0 0,1 1 0 0 0,-1-1 0 0 0,0 1 0 0 0,0-1 0 0 0,0 1 0 0 0,0-1 0 0 0,0 1 0 0 0,0-1 0 0 0,0 1 0 0 0,-1 1 0 0 0,-6 32 215 0 0,-2-1 1 0 0,-1 0 0 0 0,-2 0 0 0 0,-25 50 0 0 0,3-4-276 0 0,24-56 141 0 0,4-11 142 0 0,0 1 1 0 0,1 0-1 0 0,1 0 0 0 0,0 0 1 0 0,1 1-1 0 0,-3 24 1 0 0,7-37-221 0 0,-1 0 0 0 0,0 0 0 0 0,0-1 0 0 0,1 1 0 0 0,-1 0-1 0 0,1 0 1 0 0,0-1 0 0 0,-1 1 0 0 0,1 0 0 0 0,0-1 0 0 0,0 1 0 0 0,0-1 0 0 0,0 1 0 0 0,0-1 0 0 0,0 0 0 0 0,0 1 0 0 0,1-1 0 0 0,-1 0 0 0 0,1 0 0 0 0,-1 0 0 0 0,0 0 0 0 0,1 0 0 0 0,0 0 0 0 0,-1 0 0 0 0,1 0 0 0 0,0-1 0 0 0,-1 1 0 0 0,1-1 0 0 0,0 1 0 0 0,-1-1 0 0 0,1 0 0 0 0,0 0 0 0 0,0 1 0 0 0,0-1 0 0 0,1-1 0 0 0,11 2 48 0 0,-1-1-1 0 0,0-1 1 0 0,21-3-1 0 0,-26 3-11 0 0,66-13 196 0 0,-11 2-1849 0 0,-22 6-4456 0 0,-18 5-824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0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75 372 10594 0 0,'30'-35'5906'0'0,"-22"25"-4734"0"0,-1-1 1 0 0,0 0 0 0 0,11-22 0 0 0,-11 18-845 0 0,-1-1 1 0 0,7-31 0 0 0,-10 35-356 0 0,-1 0-1 0 0,0 0 1 0 0,-1-1 0 0 0,-1 1 0 0 0,0 0 0 0 0,0-1 0 0 0,-1 1-1 0 0,-1-1 1 0 0,0 1 0 0 0,-6-20 0 0 0,7 30 21 0 0,1 0 1 0 0,-1 0-1 0 0,1 0 0 0 0,-1 0 0 0 0,0 0 1 0 0,0 1-1 0 0,0-1 0 0 0,0 0 0 0 0,0 0 1 0 0,0 1-1 0 0,-1-1 0 0 0,1 1 0 0 0,0-1 1 0 0,-1 1-1 0 0,1-1 0 0 0,-1 1 0 0 0,0 0 1 0 0,1 0-1 0 0,-1 0 0 0 0,0 0 1 0 0,0 0-1 0 0,0 0 0 0 0,0 0 0 0 0,0 1 1 0 0,0-1-1 0 0,0 1 0 0 0,0-1 0 0 0,0 1 1 0 0,0 0-1 0 0,0 0 0 0 0,0 0 0 0 0,0 0 1 0 0,0 0-1 0 0,0 0 0 0 0,0 1 1 0 0,0-1-1 0 0,0 1 0 0 0,0-1 0 0 0,0 1 1 0 0,0 0-1 0 0,1 0 0 0 0,-1-1 0 0 0,0 1 1 0 0,0 1-1 0 0,-2 0 0 0 0,-3 3-43 0 0,1 0-1 0 0,-1 0 0 0 0,1 0 1 0 0,0 1-1 0 0,0-1 1 0 0,0 2-1 0 0,1-1 0 0 0,0 0 1 0 0,0 1-1 0 0,-4 9 0 0 0,5-6 23 0 0,0 1 0 0 0,1-1 0 0 0,0 0 0 0 0,0 1 0 0 0,1 0 0 0 0,1 0 0 0 0,0-1 0 0 0,1 1 0 0 0,0 0 0 0 0,0 0 0 0 0,1 0 0 0 0,0 0 0 0 0,1-1 0 0 0,1 1 0 0 0,-1-1 0 0 0,9 19 0 0 0,-7-18 22 0 0,1 0 0 0 0,0 0 0 0 0,1-1 1 0 0,1 0-1 0 0,-1 0 0 0 0,1-1 0 0 0,1 0 0 0 0,0 0 1 0 0,0-1-1 0 0,1 0 0 0 0,0 0 0 0 0,0-1 1 0 0,1 0-1 0 0,-1-1 0 0 0,18 8 0 0 0,-17-10-345 0 0,0-1 0 0 0,0-1 0 0 0,0 0-1 0 0,0 0 1 0 0,1-1 0 0 0,-1 0-1 0 0,1-1 1 0 0,12-1 0 0 0,6 0-5996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0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54 156 3225 0 0,'4'-7'121'0'0,"0"0"0"0"0,-1 0 0 0 0,0 0 0 0 0,0 0 1 0 0,0-1-1 0 0,-1 1 0 0 0,2-13 0 0 0,-4 16 225 0 0,1 1 0 0 0,-1 0 0 0 0,0-1 0 0 0,0 1 0 0 0,-1-1-1 0 0,1 1 1 0 0,-1 0 0 0 0,-2-7 0 0 0,2 8 125 0 0,0-1 0 0 0,0 1 0 0 0,0 0 0 0 0,0 0 0 0 0,-1 0 0 0 0,1 0 0 0 0,-1 0 0 0 0,0 0 0 0 0,1 0 0 0 0,-1 0-1 0 0,0 1 1 0 0,0-1 0 0 0,-3-1 0 0 0,4 2-329 0 0,1 1-1 0 0,-1 0 1 0 0,1 0 0 0 0,-1-1-1 0 0,1 1 1 0 0,-1 0-1 0 0,1 0 1 0 0,-1-1-1 0 0,0 1 1 0 0,1 0-1 0 0,-1 0 1 0 0,1 0 0 0 0,-1 0-1 0 0,0 0 1 0 0,1 0-1 0 0,-1 0 1 0 0,1 0-1 0 0,-1 0 1 0 0,0 0 0 0 0,1 0-1 0 0,-1 0 1 0 0,1 1-1 0 0,-1-1 1 0 0,1 0-1 0 0,-1 0 1 0 0,0 1-1 0 0,1-1 1 0 0,-1 0 0 0 0,1 1-1 0 0,-1-1 1 0 0,1 0-1 0 0,-1 2 1 0 0,-11 22 1607 0 0,1 32-1311 0 0,11-54-362 0 0,-6 58 9 0 0,2 1-1 0 0,9 117 1 0 0,-4-169-98 0 0,1-1 0 0 0,0 0 0 0 0,0 0 0 0 0,6 16 0 0 0,-7-23-22 0 0,0 1 1 0 0,-1 0-1 0 0,1 0 0 0 0,0-1 0 0 0,0 1 0 0 0,0-1 1 0 0,0 1-1 0 0,0 0 0 0 0,0-1 0 0 0,0 0 0 0 0,1 1 1 0 0,-1-1-1 0 0,0 0 0 0 0,1 0 0 0 0,-1 0 0 0 0,1 0 1 0 0,0 0-1 0 0,-1 0 0 0 0,1 0 0 0 0,0 0 0 0 0,-1-1 1 0 0,1 1-1 0 0,0 0 0 0 0,0-1 0 0 0,0 0 0 0 0,-1 1 1 0 0,1-1-1 0 0,2 0 0 0 0,-2-1-30 0 0,-1 1 0 0 0,0-1 0 0 0,1 0 0 0 0,-1 1 0 0 0,0-1 0 0 0,0 0 0 0 0,1 0 0 0 0,-1 0 1 0 0,0 0-1 0 0,0 0 0 0 0,0 0 0 0 0,0-1 0 0 0,0 1 0 0 0,-1 0 0 0 0,1 0 0 0 0,0-1 0 0 0,0 1 0 0 0,-1-1 0 0 0,1 1 0 0 0,-1 0 0 0 0,1-3 0 0 0,9-36-217 0 0,-8 33 178 0 0,9-66 547 0 0,5-21 251 0 0,-13 85-487 0 0,-1-1 0 0 0,1 1 1 0 0,1-1-1 0 0,0 1 1 0 0,0 0-1 0 0,11-16 0 0 0,-14 23-172 0 0,0 1-1 0 0,0-1 1 0 0,0 1-1 0 0,0-1 1 0 0,0 1-1 0 0,0 0 1 0 0,1-1-1 0 0,-1 1 1 0 0,0 0 0 0 0,1 0-1 0 0,-1 0 1 0 0,1 0-1 0 0,-1 0 1 0 0,1 0-1 0 0,-1 0 1 0 0,1 1-1 0 0,0-1 1 0 0,-1 0-1 0 0,1 1 1 0 0,0-1-1 0 0,0 1 1 0 0,0 0-1 0 0,-1 0 1 0 0,1 0-1 0 0,0 0 1 0 0,0 0-1 0 0,0 0 1 0 0,-1 0-1 0 0,1 0 1 0 0,0 1-1 0 0,0-1 1 0 0,-1 1-1 0 0,1-1 1 0 0,0 1-1 0 0,-1 0 1 0 0,1-1-1 0 0,0 1 1 0 0,-1 0-1 0 0,1 0 1 0 0,-1 0-1 0 0,0 0 1 0 0,3 3-1 0 0,5 6 22 0 0,0 0 0 0 0,0 0 0 0 0,-1 1 0 0 0,12 21-1 0 0,-7-11-1 0 0,-7-13-21 0 0,0 0 1 0 0,0-1-1 0 0,1 0 0 0 0,0 0 1 0 0,10 8-1 0 0,-14-13-17 0 0,-1 0 0 0 0,0 0 0 0 0,1-1 0 0 0,0 1 0 0 0,-1-1 0 0 0,1 1 0 0 0,0-1 0 0 0,0 0 1 0 0,0 0-1 0 0,0 0 0 0 0,0 0 0 0 0,0-1 0 0 0,0 1 0 0 0,0-1 0 0 0,0 0 0 0 0,0 0 0 0 0,0 0 0 0 0,1 0 0 0 0,-1-1 0 0 0,0 1 0 0 0,3-2 0 0 0,-4 2 25 0 0,0-1 0 0 0,-1 0 0 0 0,1-1 1 0 0,0 1-1 0 0,-1 0 0 0 0,1 0 0 0 0,-1-1 0 0 0,1 1 0 0 0,-1-1 0 0 0,0 1 0 0 0,0-1 0 0 0,1 0 0 0 0,-1 1 0 0 0,0-1 0 0 0,0 0 0 0 0,-1 0 0 0 0,1 0 0 0 0,0 1 0 0 0,-1-1 0 0 0,1 0 0 0 0,-1 0 0 0 0,1-4 1 0 0,0-5 44 0 0,0 0 0 0 0,-1-1 0 0 0,-2-10 0 0 0,1 5-41 0 0,-1-34-199 0 0,0-30 108 0 0,3 27-6826 0 0,2 31-618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9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 5177 0 0,'0'-16'0'0'0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9.6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34 11979 0 0,'-11'-10'1944'0'0,"9"7"-1385"0"0,0 1-1 0 0,0 0 1 0 0,0 0-1 0 0,0 0 1 0 0,-1 0-1 0 0,1 0 1 0 0,-1 1-1 0 0,0-1 1 0 0,1 1 0 0 0,-1-1-1 0 0,-3 0 1 0 0,5 2-498 0 0,1 0 1 0 0,-1 1 0 0 0,1-1-1 0 0,-1 1 1 0 0,1-1 0 0 0,0 1-1 0 0,-1-1 1 0 0,1 1 0 0 0,0-1-1 0 0,-1 1 1 0 0,1-1 0 0 0,0 1-1 0 0,-1-1 1 0 0,1 1 0 0 0,0 0-1 0 0,0-1 1 0 0,0 1 0 0 0,0-1-1 0 0,0 1 1 0 0,-1 0 0 0 0,1-1-1 0 0,0 1 1 0 0,0-1 0 0 0,1 1-1 0 0,-1 0 1 0 0,0-1 0 0 0,0 2-1 0 0,2 23 335 0 0,-2-20-300 0 0,38 269 967 0 0,-14-118-904 0 0,73 567-1527 0 0,-95-700 694 0 0,2 8-5260 0 0,1-11-986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9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53 433 5065 0 0,'-13'-59'188'0'0,"0"6"2363"0"0,3-2 0 0 0,-6-101 1 0 0,16 151-2236 0 0,0 0 1 0 0,0 0 0 0 0,1 0 0 0 0,0 0-1 0 0,0 1 1 0 0,0-1 0 0 0,1 0 0 0 0,-1 0-1 0 0,1 1 1 0 0,0-1 0 0 0,0 1 0 0 0,1 0-1 0 0,-1 0 1 0 0,1 0 0 0 0,0 0 0 0 0,0 0-1 0 0,0 0 1 0 0,1 1 0 0 0,5-5-1 0 0,-5 5-189 0 0,-1 1 0 0 0,1 0-1 0 0,-1 0 1 0 0,1 1 0 0 0,0-1-1 0 0,0 1 1 0 0,0 0 0 0 0,0 0-1 0 0,0 0 1 0 0,0 0-1 0 0,0 1 1 0 0,0-1 0 0 0,0 1-1 0 0,1 0 1 0 0,-1 0 0 0 0,0 1-1 0 0,0-1 1 0 0,0 1 0 0 0,0 0-1 0 0,0 0 1 0 0,0 1-1 0 0,0-1 1 0 0,5 3 0 0 0,-4-1-100 0 0,1 0 1 0 0,-1 1-1 0 0,0-1 0 0 0,0 1 1 0 0,0 0-1 0 0,0 0 1 0 0,0 0-1 0 0,-1 1 1 0 0,0 0-1 0 0,0 0 0 0 0,-1 0 1 0 0,5 7-1 0 0,-3-3-21 0 0,-1 1 1 0 0,0-1-1 0 0,0 1 0 0 0,-1 1 0 0 0,-1-1 0 0 0,3 18 1 0 0,-2 1-28 0 0,-2 0 0 0 0,-2 0 0 0 0,0 0 1 0 0,-7 39-1 0 0,-39 146-271 0 0,-2 8 660 0 0,49-220-337 0 0,0 0 0 0 0,-1-1 0 0 0,1 1 0 0 0,0 0 0 0 0,0 0 1 0 0,0 0-1 0 0,0 0 0 0 0,0-1 0 0 0,0 1 0 0 0,0 0 0 0 0,1 0 0 0 0,-1 0 0 0 0,1-1 0 0 0,0 1 1 0 0,-1 0-1 0 0,1 0 0 0 0,0-1 0 0 0,0 1 0 0 0,0-1 0 0 0,0 1 0 0 0,0-1 0 0 0,0 1 1 0 0,3 1-1 0 0,-2-1 15 0 0,1-1 1 0 0,0 1-1 0 0,0-1 1 0 0,0 0-1 0 0,0 0 1 0 0,0-1-1 0 0,0 1 1 0 0,1 0-1 0 0,-1-1 1 0 0,0 0-1 0 0,0 0 1 0 0,0 0-1 0 0,5-1 0 0 0,66-4 381 0 0,-28 1-362 0 0,0 2-1 0 0,52 4 1 0 0,-82 0-510 0 0,1 0 0 0 0,-1 2 0 0 0,0-1 0 0 0,0 2 0 0 0,-1 0 0 0 0,1 1 0 0 0,-1 1 1 0 0,0 0-1 0 0,24 16 0 0 0,-16-6-668 0 0,0 0 0 0 0,28 29 1 0 0,-24-16 976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0.4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0 566 11058 0 0,'0'0'17'0'0,"0"0"-1"0"0,0 0 1 0 0,0 0 0 0 0,1 0-1 0 0,-1 0 1 0 0,0 0-1 0 0,0 0 1 0 0,0 0-1 0 0,0 0 1 0 0,0 0-1 0 0,0 0 1 0 0,0 0-1 0 0,0 0 1 0 0,0 0-1 0 0,0 0 1 0 0,1 0-1 0 0,-1 0 1 0 0,0 0 0 0 0,0 0-1 0 0,0 0 1 0 0,0 0-1 0 0,0 0 1 0 0,0 0-1 0 0,0 0 1 0 0,0 1-1 0 0,0-1 1 0 0,0 0-1 0 0,0 0 1 0 0,0 0-1 0 0,0 0 1 0 0,1 0 0 0 0,-1 0-1 0 0,0 0 1 0 0,0 0-1 0 0,0 0 1 0 0,0 0-1 0 0,0 0 1 0 0,0 0-1 0 0,0 1 1 0 0,0-1-1 0 0,0 0 1 0 0,0 0-1 0 0,0 0 1 0 0,0 0-1 0 0,0 0 1 0 0,0 0 0 0 0,0 0-1 0 0,0 0 1 0 0,0 0-1 0 0,0 0 1 0 0,0 1-1 0 0,0-1 1 0 0,0 0-1 0 0,0 0 1 0 0,0 0-1 0 0,0 0 1 0 0,0 0-1 0 0,0 0 1 0 0,0 0 0 0 0,-1 0-1 0 0,1 0 1 0 0,0 0-1 0 0,0 0 1 0 0,0 0-1 0 0,0 1 1 0 0,0-1-1 0 0,0 0 1 0 0,0 0-1 0 0,0 0 1 0 0,10-5 988 0 0,10-8 570 0 0,7-7-28 0 0,0-2-1 0 0,-2 0 0 0 0,23-27 1 0 0,-30 28-1308 0 0,-1 0 0 0 0,0 0 0 0 0,-2-2 1 0 0,-1 0-1 0 0,-1-1 0 0 0,0 0 0 0 0,13-39 1 0 0,-23 50-226 0 0,1 0 1 0 0,-2 0 0 0 0,0-1-1 0 0,0 1 1 0 0,-1 0 0 0 0,-2-23-1 0 0,1 31-10 0 0,0 0 0 0 0,-1 0 0 0 0,0 0 0 0 0,1 0 0 0 0,-2 1 0 0 0,1-1 0 0 0,0 1 0 0 0,-1-1 0 0 0,0 1 0 0 0,0-1 0 0 0,-1 1 0 0 0,1 0-1 0 0,-1 0 1 0 0,0 0 0 0 0,0 0 0 0 0,0 0 0 0 0,0 1 0 0 0,-1 0 0 0 0,1-1 0 0 0,-1 1 0 0 0,-7-4 0 0 0,7 5-10 0 0,0 1 1 0 0,1 0-1 0 0,-1 0 0 0 0,0 0 1 0 0,0 0-1 0 0,-1 1 0 0 0,1-1 1 0 0,0 1-1 0 0,0 0 1 0 0,0 0-1 0 0,0 1 0 0 0,0-1 1 0 0,0 1-1 0 0,0 0 0 0 0,0 0 1 0 0,0 0-1 0 0,0 1 0 0 0,1-1 1 0 0,-1 1-1 0 0,0 0 0 0 0,1 0 1 0 0,-1 0-1 0 0,1 1 1 0 0,-4 3-1 0 0,1-2-5 0 0,1 0 1 0 0,0 1-1 0 0,1 0 1 0 0,-1 0-1 0 0,1 0 0 0 0,0 0 1 0 0,0 1-1 0 0,1 0 0 0 0,-1-1 1 0 0,1 1-1 0 0,1 1 1 0 0,-1-1-1 0 0,1 0 0 0 0,-2 8 1 0 0,3-2 7 0 0,0 1 1 0 0,1 0-1 0 0,1-1 1 0 0,0 1-1 0 0,0-1 1 0 0,1 1-1 0 0,8 23 0 0 0,-5-19 22 0 0,1 0-1 0 0,1 0 1 0 0,1 0-1 0 0,18 28 1 0 0,-22-38-10 0 0,1 0 0 0 0,0 0-1 0 0,1 0 1 0 0,0-1 0 0 0,0 0 0 0 0,0 0 0 0 0,1-1-1 0 0,0 0 1 0 0,0 0 0 0 0,0 0 0 0 0,0-1 0 0 0,1 0-1 0 0,0 0 1 0 0,0-1 0 0 0,0 0 0 0 0,0-1 0 0 0,0 1-1 0 0,0-2 1 0 0,1 1 0 0 0,-1-1 0 0 0,1 0 0 0 0,-1-1 0 0 0,1 0-1 0 0,0 0 1 0 0,-1-1 0 0 0,1 0 0 0 0,-1-1 0 0 0,0 0-1 0 0,1 0 1 0 0,-1 0 0 0 0,0-1 0 0 0,15-8 0 0 0,-9 3-568 0 0,1-1 0 0 0,-1-1 0 0 0,-1 0 0 0 0,19-18 0 0 0,19-26-4352 0 0,-35 34-921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0.9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13 920 0 0,'-1'-1'353'0'0,"0"0"0"0"0,0 0 0 0 0,0 0 1 0 0,0 0-1 0 0,0 0 0 0 0,0 1 0 0 0,0-1 0 0 0,0 0 0 0 0,-1 1 0 0 0,1-1 0 0 0,0 1 0 0 0,-1-1 0 0 0,1 1 1 0 0,0-1-1 0 0,-1 1 0 0 0,1 0 0 0 0,0 0 0 0 0,-1 0 0 0 0,1-1 0 0 0,0 1 0 0 0,-3 1 0 0 0,-33-2 3651 0 0,32 2-3615 0 0,-1 0 0 0 0,1 1 1 0 0,0 0-1 0 0,-1 0 0 0 0,1 0 0 0 0,0 1 0 0 0,0-1 0 0 0,1 1 1 0 0,-1 0-1 0 0,1 1 0 0 0,-1-1 0 0 0,1 1 0 0 0,0 0 1 0 0,0 0-1 0 0,1 0 0 0 0,-1 0 0 0 0,1 1 0 0 0,-5 8 0 0 0,-4 9 102 0 0,1 0 0 0 0,1 1 0 0 0,-6 23-1 0 0,3-10-200 0 0,4-12-200 0 0,-6 13-3 0 0,-13 51 1 0 0,26-79-88 0 0,0 1 0 0 0,0-1 0 0 0,1 0 0 0 0,0 1 0 0 0,1-1 0 0 0,0 1 0 0 0,0-1 0 0 0,1 1 1 0 0,0-1-1 0 0,1 1 0 0 0,3 10 0 0 0,-4-17-11 0 0,-1-1 1 0 0,1 0-1 0 0,0 0 0 0 0,0 0 1 0 0,0 0-1 0 0,0 0 0 0 0,0 0 1 0 0,1 0-1 0 0,-1-1 0 0 0,1 1 1 0 0,-1 0-1 0 0,1-1 0 0 0,-1 1 1 0 0,1-1-1 0 0,0 1 0 0 0,3 1 1 0 0,-3-3-28 0 0,-1 1 1 0 0,1-1 0 0 0,-1 0 0 0 0,1 1 0 0 0,-1-1-1 0 0,1 0 1 0 0,-1 0 0 0 0,0 0 0 0 0,1 0 0 0 0,-1-1-1 0 0,1 1 1 0 0,-1 0 0 0 0,1-1 0 0 0,-1 1 0 0 0,0-1-1 0 0,1 1 1 0 0,-1-1 0 0 0,0 1 0 0 0,2-2 0 0 0,3-2-74 0 0,-1 0 0 0 0,0 0 0 0 0,-1-1 1 0 0,1 1-1 0 0,-1-1 0 0 0,0 0 1 0 0,0 0-1 0 0,0-1 0 0 0,5-10 0 0 0,1-10 296 0 0,-1-1 0 0 0,-1 0 0 0 0,-1 0 0 0 0,-1-1 0 0 0,-1 0 0 0 0,1-53-1 0 0,-3 38 524 0 0,-3 43-702 0 0,0-1-1 0 0,0 1 1 0 0,0 0-1 0 0,0-1 1 0 0,0 1 0 0 0,0 0-1 0 0,0-1 1 0 0,-1 1-1 0 0,1 0 1 0 0,0-1-1 0 0,1 1 1 0 0,-1 0 0 0 0,0-1-1 0 0,0 1 1 0 0,0 0-1 0 0,0-1 1 0 0,0 1-1 0 0,0 0 1 0 0,0-1 0 0 0,0 1-1 0 0,0 0 1 0 0,1-1-1 0 0,-1 1 1 0 0,0 0-1 0 0,0-1 1 0 0,1 1 0 0 0,-1 0-1 0 0,0 0 1 0 0,0-1-1 0 0,1 1 1 0 0,-1 0-1 0 0,0 0 1 0 0,0 0 0 0 0,1-1-1 0 0,-1 1 1 0 0,0 0-1 0 0,1 0 1 0 0,-1 0-1 0 0,0 0 1 0 0,1 0 0 0 0,0-1-1 0 0,9 15 372 0 0,8 27 154 0 0,-17-41-530 0 0,53 156-1 0 0,17 41 0 0 0,-54-159 0 0 0,1 0 0 0 0,2-2 0 0 0,26 38 0 0 0,-35-58 16 0 0,18 25 88 0 0,-27-38-92 0 0,0-1-1 0 0,1 1 1 0 0,-1-1 0 0 0,1 1 0 0 0,0-1 0 0 0,-1 0-1 0 0,1 0 1 0 0,0 0 0 0 0,0 0 0 0 0,6 2-1 0 0,-8-4 2 0 0,0 0-1 0 0,0 0 0 0 0,-1-1 0 0 0,1 1 0 0 0,0 0 0 0 0,-1 0 0 0 0,1 0 0 0 0,0-1 0 0 0,-1 1 0 0 0,1 0 0 0 0,0-1 1 0 0,-1 1-1 0 0,1 0 0 0 0,0-1 0 0 0,-1 1 0 0 0,1-1 0 0 0,-1 1 0 0 0,1-1 0 0 0,-1 1 0 0 0,1-1 0 0 0,-1 0 0 0 0,1 1 1 0 0,-1-1-1 0 0,0 1 0 0 0,1-1 0 0 0,-1 0 0 0 0,0 1 0 0 0,0-1 0 0 0,1 0 0 0 0,-1 0 0 0 0,0 1 0 0 0,0-1 0 0 0,0 0 1 0 0,0 0-1 0 0,5-29 102 0 0,-4 29-109 0 0,3-76 350 0 0,-5-92 0 0 0,0-45-515 0 0,4 185-1164 0 0,0 0 1 0 0,2 0-1 0 0,1 1 1 0 0,1-1 0 0 0,13-32-1 0 0,0 15-6048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1.1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10 117 11979 0 0,'-9'4'3244'0'0,"16"-19"2110"0"0,-2 8-4200 0 0,2-6-873 0 0,24-37 960 0 0,-29 47-1459 0 0,0-1 0 0 0,1 1 1 0 0,-1 0-1 0 0,1 1 1 0 0,0-1-1 0 0,0 0 1 0 0,0 1-1 0 0,0 0 1 0 0,0-1-1 0 0,0 1 0 0 0,1 1 1 0 0,6-4-1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1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72 6449 0 0,'-1'1'57'0'0,"1"1"0"0"0,-1-1 0 0 0,1 0 0 0 0,-1 1-1 0 0,1-1 1 0 0,0 1 0 0 0,0-1 0 0 0,0 0 0 0 0,-1 1-1 0 0,1-1 1 0 0,1 1 0 0 0,-1-1 0 0 0,0 1 0 0 0,0-1 0 0 0,0 0-1 0 0,1 1 1 0 0,-1-1 0 0 0,1 1 0 0 0,0 1 0 0 0,1-2 96 0 0,-1-1 0 0 0,1 1 1 0 0,-1-1-1 0 0,1 0 0 0 0,-1 0 1 0 0,1 1-1 0 0,-1-1 1 0 0,1 0-1 0 0,-1 0 0 0 0,1 0 1 0 0,-1-1-1 0 0,1 1 0 0 0,-1 0 1 0 0,1 0-1 0 0,-1-1 0 0 0,1 1 1 0 0,-1-1-1 0 0,1 0 1 0 0,1 0-1 0 0,16-7 269 0 0,-1-1-1 0 0,30-19 1 0 0,-32 18-1545 0 0,0 1 0 0 0,1 0 0 0 0,29-10 0 0 0,-24 12 1083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1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184 383 3225 0 0,'-31'7'2855'0'0,"23"-4"-2085"0"0,1-1 1 0 0,0-1-1 0 0,-1 0 1 0 0,1 0-1 0 0,-11 0 1 0 0,15-1-479 0 0,-1-1 0 0 0,0 1 0 0 0,1-1 0 0 0,-1 0 0 0 0,1 0 1 0 0,-1-1-1 0 0,1 1 0 0 0,-1-1 0 0 0,1 0 0 0 0,0 1 0 0 0,0-2 0 0 0,0 1 0 0 0,0 0 0 0 0,-4-4 1 0 0,3 1-122 0 0,-1 0 0 0 0,1 0 0 0 0,0-1 0 0 0,1 0 0 0 0,-1 1 0 0 0,1-1 0 0 0,0 0 0 0 0,1-1 0 0 0,-1 1 0 0 0,1 0 0 0 0,0-1 0 0 0,1 1 0 0 0,0-1 0 0 0,0 0 0 0 0,0 1 0 0 0,1-1 0 0 0,0 0 0 0 0,0 1 1 0 0,0-1-1 0 0,1 0 0 0 0,0 1 0 0 0,1-1 0 0 0,2-9 0 0 0,0 4 121 0 0,0 0 1 0 0,0 0 0 0 0,1 1-1 0 0,1-1 1 0 0,0 1-1 0 0,1 0 1 0 0,0 0-1 0 0,0 1 1 0 0,1 0 0 0 0,0 0-1 0 0,16-13 1 0 0,-13 15-341 0 0,0 0 0 0 0,0 0 0 0 0,1 2 0 0 0,0-1 0 0 0,1 1 0 0 0,0 1 0 0 0,-1 0 0 0 0,1 1 0 0 0,1 0 0 0 0,-1 1 0 0 0,17-1 0 0 0,-25 3 23 0 0,1 1-1 0 0,-1-1 1 0 0,0 1 0 0 0,0 1 0 0 0,1-1-1 0 0,-1 1 1 0 0,0 0 0 0 0,0 0 0 0 0,0 0 0 0 0,0 1-1 0 0,0 0 1 0 0,0 0 0 0 0,-1 0 0 0 0,1 0-1 0 0,0 1 1 0 0,-1 0 0 0 0,0 0 0 0 0,0 0 0 0 0,0 0-1 0 0,0 1 1 0 0,0 0 0 0 0,-1-1 0 0 0,1 1-1 0 0,-1 1 1 0 0,0-1 0 0 0,0 0 0 0 0,-1 1 0 0 0,1-1-1 0 0,-1 1 1 0 0,0 0 0 0 0,0 0 0 0 0,1 5 0 0 0,2 12-448 0 0,-1-1 1 0 0,-1 1 0 0 0,0 0 0 0 0,-2 0-1 0 0,-1 26 1 0 0,-15 114-1488 0 0,7-91 1188 0 0,6-55 707 0 0,-1 14-146 0 0,0 0-1 0 0,4 57 0 0 0,0-81 194 0 0,-1 1-1 0 0,1-1 0 0 0,0 0 0 0 0,0 0 0 0 0,1 1 1 0 0,0-1-1 0 0,0 0 0 0 0,0-1 0 0 0,1 1 0 0 0,0 0 0 0 0,0-1 1 0 0,0 1-1 0 0,1-1 0 0 0,0 0 0 0 0,0 0 0 0 0,0 0 1 0 0,1-1-1 0 0,-1 0 0 0 0,11 8 0 0 0,-12-10 68 0 0,0-1 0 0 0,0 0 0 0 0,0 0 0 0 0,0 0 0 0 0,0 0 0 0 0,0 0 0 0 0,0-1 0 0 0,0 1 0 0 0,0-1 0 0 0,0 0 0 0 0,0 0 0 0 0,0 0 0 0 0,0 0 0 0 0,0 0 0 0 0,0-1 0 0 0,0 1 0 0 0,0-1 0 0 0,4-1 0 0 0,-2-1 158 0 0,1 1 0 0 0,-1-1 0 0 0,0 0 0 0 0,0 0 0 0 0,0 0 0 0 0,-1-1 0 0 0,1 0 0 0 0,-1 1 0 0 0,6-9 0 0 0,-6 8-61 0 0,0 0 0 0 0,0-1 1 0 0,-1 1-1 0 0,0-1 0 0 0,0 0 0 0 0,0 0 0 0 0,-1 0 0 0 0,1 0 0 0 0,-1-1 0 0 0,0 1 1 0 0,-1-1-1 0 0,1 1 0 0 0,-1-1 0 0 0,-1 1 0 0 0,1-1 0 0 0,-1 0 0 0 0,1 1 1 0 0,-2-1-1 0 0,1 0 0 0 0,-1 0 0 0 0,-1-6 0 0 0,-2 4-15 0 0,0 1 1 0 0,-1 0-1 0 0,0 0 0 0 0,0 1 0 0 0,0 0 0 0 0,-1-1 1 0 0,0 2-1 0 0,0-1 0 0 0,-1 1 0 0 0,1 0 1 0 0,-1 0-1 0 0,0 0 0 0 0,-1 1 0 0 0,1 1 0 0 0,-10-5 1 0 0,-8-2 45 0 0,-1 1 0 0 0,0 1-1 0 0,-38-6 1 0 0,30 8-198 0 0,0 3 0 0 0,0 0-1 0 0,-69 5 1 0 0,17 11-6836 0 0,59-6-337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2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204 159 6913 0 0,'5'-9'3930'0'0,"-25"15"384"0"0,10 0-3853 0 0,1 1 1 0 0,-1 1 0 0 0,2 0 0 0 0,-1 0 0 0 0,1 0 0 0 0,0 1 0 0 0,1 1 0 0 0,0-1-1 0 0,0 1 1 0 0,1 0 0 0 0,0 0 0 0 0,1 1 0 0 0,-7 19 0 0 0,6-13-365 0 0,1 0 0 0 0,0 1 0 0 0,2 0 0 0 0,0 0 0 0 0,0 0 0 0 0,2 0 1 0 0,1 0-1 0 0,1 24 0 0 0,1-29-39 0 0,1 1 0 0 0,0-1 0 0 0,1 0 0 0 0,0 0 0 0 0,1-1 0 0 0,1 1 0 0 0,0-1 0 0 0,0 0 0 0 0,1 0 0 0 0,1-1 0 0 0,0 0 0 0 0,13 14 0 0 0,-15-18-31 0 0,1-1 0 0 0,-1 0-1 0 0,1 0 1 0 0,0 0 0 0 0,1-1 0 0 0,0 0 0 0 0,0 0 0 0 0,0-1 0 0 0,0 0 0 0 0,0 0 0 0 0,1-1 0 0 0,0 0 0 0 0,-1-1 0 0 0,1 0 0 0 0,0 0-1 0 0,0-1 1 0 0,0 0 0 0 0,1-1 0 0 0,10 0 0 0 0,-17 0-23 0 0,-1 0 0 0 0,1 0 0 0 0,-1 0-1 0 0,1-1 1 0 0,-1 1 0 0 0,1-1 0 0 0,-1 1 0 0 0,0-1 0 0 0,1 0 0 0 0,-1 0-1 0 0,0 0 1 0 0,0 0 0 0 0,1-1 0 0 0,-1 1 0 0 0,0-1 0 0 0,0 1-1 0 0,0-1 1 0 0,-1 1 0 0 0,1-1 0 0 0,0 0 0 0 0,-1 0 0 0 0,1 0-1 0 0,-1 0 1 0 0,1 0 0 0 0,-1 0 0 0 0,0-1 0 0 0,0 1 0 0 0,0 0 0 0 0,0-1-1 0 0,-1 1 1 0 0,1-1 0 0 0,0 1 0 0 0,-1 0 0 0 0,0-1 0 0 0,0 1-1 0 0,1-1 1 0 0,-2 1 0 0 0,1-1 0 0 0,0 1 0 0 0,0-1 0 0 0,-1 1 0 0 0,1-1-1 0 0,-2-2 1 0 0,-1-6 34 0 0,-1-1-1 0 0,0 1 1 0 0,0 0-1 0 0,-2 1 1 0 0,1-1-1 0 0,-1 1 1 0 0,-14-18 0 0 0,-6-1-36 0 0,-1 2 0 0 0,-56-43 0 0 0,59 51-62 0 0,0-1 1 0 0,1-1 0 0 0,1 0 0 0 0,1-2-1 0 0,-24-33 1 0 0,43 53 43 0 0,0 0-1 0 0,0 0 1 0 0,0 0-1 0 0,0 0 1 0 0,1-1-1 0 0,0 1 1 0 0,-1 0 0 0 0,1-1-1 0 0,1 1 1 0 0,-1-1-1 0 0,0 1 1 0 0,1-1-1 0 0,-1 0 1 0 0,1 1-1 0 0,0-1 1 0 0,1 1 0 0 0,-1-1-1 0 0,1 0 1 0 0,-1 1-1 0 0,2-5 1 0 0,0 4-31 0 0,0 0 0 0 0,0 1 0 0 0,1 0 0 0 0,-1-1 0 0 0,1 1-1 0 0,0 0 1 0 0,0 0 0 0 0,0 0 0 0 0,0 1 0 0 0,0-1 0 0 0,0 1 0 0 0,1 0 0 0 0,-1-1 0 0 0,1 2 0 0 0,0-1 0 0 0,0 0 0 0 0,5-1 0 0 0,21-6-788 0 0,0 2 0 0 0,0 1 0 0 0,35-3 0 0 0,-32 5-314 0 0,0-1 1 0 0,46-13-1 0 0,-2-13 281 0 0,8-1 1884 0 0,-74 28-156 0 0,2 1 1 0 0,-1 0 0 0 0,0 1 0 0 0,1 0-1 0 0,12 0 1 0 0,-24 3-828 0 0,0-1 0 0 0,0 0-1 0 0,0 1 1 0 0,0-1 0 0 0,0 0-1 0 0,0 1 1 0 0,-1-1 0 0 0,1 1 0 0 0,0-1-1 0 0,0 1 1 0 0,0 0 0 0 0,-1-1-1 0 0,1 1 1 0 0,0 0 0 0 0,-1 0-1 0 0,1-1 1 0 0,-1 1 0 0 0,1 0 0 0 0,-1 0-1 0 0,1 0 1 0 0,-1 0 0 0 0,1-1-1 0 0,-1 1 1 0 0,0 0 0 0 0,0 0-1 0 0,1 0 1 0 0,-1 0 0 0 0,0 0 0 0 0,0 0-1 0 0,0 0 1 0 0,0 0 0 0 0,0 0-1 0 0,0 2 1 0 0,-3 41 1063 0 0,2-34-998 0 0,-2 35-172 0 0,1 1 0 0 0,3-1 0 0 0,11 85 0 0 0,-8-112 39 0 0,0-1 0 0 0,1 1 0 0 0,1-1 0 0 0,0 0 0 0 0,13 22 0 0 0,-14-30 25 0 0,1 0-1 0 0,0 0 1 0 0,0 0 0 0 0,1-1 0 0 0,1 0 0 0 0,-1 0 0 0 0,1-1 0 0 0,0 0 0 0 0,1-1 0 0 0,9 6 0 0 0,-13-8 23 0 0,0-1 0 0 0,0-1 0 0 0,0 1 0 0 0,0-1 0 0 0,0 0 0 0 0,1 0 0 0 0,-1 0 1 0 0,1-1-1 0 0,0 0 0 0 0,-1 0 0 0 0,1-1 0 0 0,0 1 0 0 0,-1-1 0 0 0,1 0 0 0 0,0-1 1 0 0,0 1-1 0 0,-1-1 0 0 0,1 0 0 0 0,-1-1 0 0 0,1 1 0 0 0,-1-1 0 0 0,1 0 0 0 0,-1-1 1 0 0,0 1-1 0 0,0-1 0 0 0,0 0 0 0 0,0 0 0 0 0,-1-1 0 0 0,1 1 0 0 0,-1-1 0 0 0,0 0 1 0 0,0 0-1 0 0,0-1 0 0 0,-1 1 0 0 0,1-1 0 0 0,-1 0 0 0 0,0 0 0 0 0,0 0 0 0 0,-1 0 1 0 0,0 0-1 0 0,0 0 0 0 0,0-1 0 0 0,2-8 0 0 0,-2 4 26 0 0,-1 0 0 0 0,0 0 1 0 0,0 1-1 0 0,-1-1 0 0 0,0 0 0 0 0,0 0 1 0 0,-1 0-1 0 0,-1 1 0 0 0,0-1 0 0 0,0 0 1 0 0,-6-15-1 0 0,-6-11 171 0 0,-32-56 1 0 0,29 60-112 0 0,10 20-95 0 0,0-1 0 0 0,-1 1 1 0 0,-1 1-1 0 0,0 0 0 0 0,-12-13 0 0 0,17 20-109 0 0,1 0 0 0 0,-1 1 0 0 0,0-1 0 0 0,-1 1 0 0 0,1 0 0 0 0,-1 0 0 0 0,1 1 0 0 0,-1-1 0 0 0,0 1 0 0 0,0 0 0 0 0,0 0 0 0 0,0 1-1 0 0,0 0 1 0 0,0 0 0 0 0,0 0 0 0 0,0 0 0 0 0,-7 0 0 0 0,3 3-1853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3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0 426 6449 0 0,'15'12'2730'0'0,"-1"-1"1"0"0,1 0-1 0 0,33 18 0 0 0,-4-3 319 0 0,-32-19-2447 0 0,-8-5-489 0 0,-1-1 0 0 0,1 1 0 0 0,0 1 0 0 0,-1-1-1 0 0,0 0 1 0 0,1 1 0 0 0,-1 0 0 0 0,0 0 0 0 0,0 0 0 0 0,-1 0 0 0 0,1 0 0 0 0,-1 1 0 0 0,1-1-1 0 0,-1 1 1 0 0,0-1 0 0 0,-1 1 0 0 0,4 7 0 0 0,-5-10-88 0 0,0 0 0 0 0,0-1 0 0 0,0 1 0 0 0,1 0 0 0 0,-1 0 1 0 0,0-1-1 0 0,1 1 0 0 0,-1 0 0 0 0,0-1 0 0 0,1 1 0 0 0,-1 0 0 0 0,1-1 0 0 0,-1 1 0 0 0,1-1 1 0 0,-1 1-1 0 0,1-1 0 0 0,0 1 0 0 0,-1-1 0 0 0,1 1 0 0 0,0-1 0 0 0,-1 1 0 0 0,1-1 0 0 0,0 0 0 0 0,0 1 1 0 0,-1-1-1 0 0,1 0 0 0 0,0 0 0 0 0,0 0 0 0 0,-1 0 0 0 0,2 1 0 0 0,-1-1-19 0 0,0-1 0 0 0,-1 1 0 0 0,1 0 0 0 0,-1 0 1 0 0,1 0-1 0 0,-1 0 0 0 0,1-1 0 0 0,-1 1 0 0 0,1 0 0 0 0,-1 0 0 0 0,1-1 0 0 0,-1 1 0 0 0,0-1 0 0 0,1 1 0 0 0,-1 0 0 0 0,1-1 0 0 0,-1 1 1 0 0,0-1-1 0 0,1 1 0 0 0,-1-1 0 0 0,0 1 0 0 0,0 0 0 0 0,1-1 0 0 0,-1 0 0 0 0,0 1 0 0 0,0-1 0 0 0,0 1 0 0 0,1-1 0 0 0,-1 1 0 0 0,0-1 0 0 0,0 1 1 0 0,0-1-1 0 0,0 1 0 0 0,0-1 0 0 0,0 0 0 0 0,0 1 0 0 0,-1-1 0 0 0,1 1 0 0 0,0-1 0 0 0,0 1 0 0 0,0-1 0 0 0,0 1 0 0 0,-1-2 0 0 0,-7-20 91 0 0,0-1-1 0 0,-23-39 0 0 0,18 36-162 0 0,-16-40 1 0 0,18 35 31 0 0,2 6-31 0 0,0 1-1 0 0,2-1 1 0 0,0-1-1 0 0,2 1 1 0 0,-3-38-1 0 0,9 57 74 0 0,0 0 0 0 0,0 1 0 0 0,0-1 0 0 0,1 0 0 0 0,0 0 0 0 0,0 1 0 0 0,1-1 0 0 0,-1 1 0 0 0,1 0 0 0 0,0 0 0 0 0,0 0 0 0 0,1 0 0 0 0,0 1 0 0 0,0-1 0 0 0,0 1 0 0 0,0 0 0 0 0,6-4 0 0 0,-1 0 10 0 0,0 1 0 0 0,1 0 0 0 0,0 0 0 0 0,0 2 0 0 0,1-1 0 0 0,0 1 0 0 0,17-6 0 0 0,-21 9-21 0 0,-1 1 0 0 0,1 0 0 0 0,-1 0-1 0 0,1 0 1 0 0,-1 0 0 0 0,1 1 0 0 0,0 1 0 0 0,-1-1 0 0 0,1 1-1 0 0,-1 0 1 0 0,1 0 0 0 0,-1 1 0 0 0,1 0 0 0 0,7 3 0 0 0,-5 0-14 0 0,-1-1 1 0 0,1 2-1 0 0,-1-1 1 0 0,0 1-1 0 0,0 0 1 0 0,-1 1-1 0 0,0 0 1 0 0,11 13 0 0 0,0 6-37 0 0,-1 0 0 0 0,-1 2 1 0 0,-1 0-1 0 0,21 55 0 0 0,-18-31 287 0 0,-2 2-1 0 0,10 64 1 0 0,-26-117-184 0 0,0 0 0 0 0,0 0 0 0 0,0 1 0 0 0,1-1 0 0 0,-1 0 1 0 0,1 0-1 0 0,-1 1 0 0 0,0-1 0 0 0,1 0 0 0 0,0 0 1 0 0,-1 0-1 0 0,1 0 0 0 0,0 0 0 0 0,0 0 0 0 0,-1 0 0 0 0,1 0 1 0 0,0 0-1 0 0,0 0 0 0 0,1 1 0 0 0,-1-2-9 0 0,0 0-1 0 0,0 0 1 0 0,-1 0 0 0 0,1 0-1 0 0,0 0 1 0 0,0 0-1 0 0,0 0 1 0 0,-1 0 0 0 0,1 0-1 0 0,0 0 1 0 0,0 0-1 0 0,-1-1 1 0 0,1 1 0 0 0,0 0-1 0 0,0-1 1 0 0,-1 1-1 0 0,1 0 1 0 0,0-1 0 0 0,-1 1-1 0 0,1-1 1 0 0,0 1-1 0 0,0-2 1 0 0,6-4 142 0 0,-1-1 1 0 0,0 0 0 0 0,-1 0-1 0 0,6-9 1 0 0,-7 11-216 0 0,33-47 141 0 0,3 1 0 0 0,60-58 0 0 0,36-16-3315 0 0,-85 81-5590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7.1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44 123 456 0 0,'-23'10'2461'0'0,"23"-10"-2294"0"0,-1 0 0 0 0,1 1 0 0 0,-1-1 0 0 0,1 0 0 0 0,-1 1 0 0 0,1-1 0 0 0,-1 0 0 0 0,0 0 0 0 0,1 1 0 0 0,-1-1 0 0 0,1 0 0 0 0,-1 0 0 0 0,0 0 0 0 0,1 0 0 0 0,-1 0 0 0 0,1 0 0 0 0,-1 0 1 0 0,0 0-1 0 0,1 0 0 0 0,-1 0 0 0 0,1 0 0 0 0,-1 0 0 0 0,0 0 0 0 0,1-1 0 0 0,-1 1 0 0 0,1 0 0 0 0,-1 0 0 0 0,1-1 0 0 0,-1 1 0 0 0,1 0 0 0 0,-1-1 0 0 0,1 1 0 0 0,-1 0 0 0 0,1-1 0 0 0,-1 0 0 0 0,1-1 124 0 0,1 0 0 0 0,-1 0 0 0 0,1 0 0 0 0,0-1-1 0 0,0 1 1 0 0,0 1 0 0 0,0-1 0 0 0,0 0 0 0 0,0 0 0 0 0,1 0 0 0 0,-1 0 0 0 0,0 1 0 0 0,1-1 0 0 0,3-2-1 0 0,28-23 1833 0 0,-26 22-1537 0 0,7-5 4 0 0,0 1 0 0 0,1 1-1 0 0,0 0 1 0 0,21-8 0 0 0,-28 13-718 0 0,0 0-1 0 0,1 0 1 0 0,0 1 0 0 0,0 0 0 0 0,-1 1 0 0 0,1 0 0 0 0,0 0-1 0 0,0 1 1 0 0,17 1 0 0 0,-4 8-1839 0 0,-10 2-2469 0 0,-3 0-445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7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0 133 5065 0 0,'4'-3'418'0'0,"-1"0"0"0"0,1 0 0 0 0,-1 0 0 0 0,1 1 0 0 0,0-1 0 0 0,0 1 0 0 0,0 0 0 0 0,0 0 0 0 0,0 0 0 0 0,7-1 0 0 0,4-3 329 0 0,26-13 1556 0 0,47-21 828 0 0,-66 31-3497 0 0,-1 2 1 0 0,27-6-1 0 0,17 5-354 0 0,-45 5 720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8.0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62 390 7834 0 0,'-5'-4'483'0'0,"0"0"0"0"0,0-1 1 0 0,0 1-1 0 0,1-1 0 0 0,-1 0 0 0 0,1-1 1 0 0,1 1-1 0 0,-1-1 0 0 0,1 0 1 0 0,-1 0-1 0 0,2 0 0 0 0,-1 0 0 0 0,1 0 1 0 0,0-1-1 0 0,0 1 0 0 0,1-1 1 0 0,-2-9-1 0 0,3 9-351 0 0,1-1 0 0 0,0 0 0 0 0,0 1 0 0 0,0-1 0 0 0,1 1 0 0 0,0-1 0 0 0,1 1 0 0 0,0 0 1 0 0,0 0-1 0 0,0 0 0 0 0,1 0 0 0 0,0 1 0 0 0,0 0 0 0 0,1-1 0 0 0,-1 1 0 0 0,1 1 0 0 0,1-1 0 0 0,11-9 0 0 0,5-3 126 0 0,1 0-1 0 0,1 1 1 0 0,43-22-1 0 0,-49 30-193 0 0,1 0 0 0 0,0 0-1 0 0,21-4 1 0 0,-35 11-91 0 0,1 0 0 0 0,1 1 0 0 0,-1 0 0 0 0,0 0 0 0 0,0 0 0 0 0,0 1 1 0 0,1 0-1 0 0,-1 0 0 0 0,0 1 0 0 0,0-1 0 0 0,0 1 0 0 0,1 1 0 0 0,-1-1 0 0 0,10 5 0 0 0,-14-5-25 0 0,0 0 0 0 0,0 1 0 0 0,0-1 0 0 0,0 1 0 0 0,0-1 0 0 0,0 1 0 0 0,0 0 0 0 0,-1 0 0 0 0,1 0 0 0 0,-1 0 1 0 0,1 0-1 0 0,-1 0 0 0 0,0 0 0 0 0,0 0 0 0 0,0 0 0 0 0,2 4 0 0 0,-2-1-33 0 0,0 1-1 0 0,0-1 1 0 0,0 1 0 0 0,0-1-1 0 0,-1 1 1 0 0,0-1 0 0 0,-1 7-1 0 0,-1 8-100 0 0,-2 0-1 0 0,-1 0 1 0 0,-7 20-1 0 0,11-34 164 0 0,-63 157-768 0 0,44-117 384 0 0,2 0 0 0 0,1 1 1 0 0,-14 73-1 0 0,30-115 409 0 0,1 1 0 0 0,-1 0 0 0 0,1-1 0 0 0,0 1 0 0 0,1 0 0 0 0,-1 0-1 0 0,1-1 1 0 0,1 1 0 0 0,-1-1 0 0 0,1 1 0 0 0,0-1 0 0 0,0 1 0 0 0,0-1 0 0 0,6 9 0 0 0,-7-12 58 0 0,1 0 0 0 0,0 0 0 0 0,0 0 0 0 0,-1 0 0 0 0,2 0 0 0 0,-1 0 0 0 0,0 0 0 0 0,0 0 1 0 0,1-1-1 0 0,-1 1 0 0 0,1-1 0 0 0,-1 0 0 0 0,1 0 0 0 0,-1 0 0 0 0,1 0 0 0 0,0 0 0 0 0,-1 0 0 0 0,1-1 0 0 0,0 1 0 0 0,0-1 0 0 0,0 0 0 0 0,0 0 0 0 0,-1 0 0 0 0,1 0 1 0 0,0-1-1 0 0,0 1 0 0 0,0-1 0 0 0,-1 1 0 0 0,1-1 0 0 0,0 0 0 0 0,4-2 0 0 0,-4 2 75 0 0,0-1 0 0 0,1 1 0 0 0,-1-1 0 0 0,0 0 0 0 0,0 0 0 0 0,0 0 0 0 0,0 0 0 0 0,0-1 0 0 0,-1 1 0 0 0,1-1 0 0 0,-1 1 0 0 0,1-1 1 0 0,-1 0-1 0 0,0 0 0 0 0,0 0 0 0 0,-1 0 0 0 0,1-1 0 0 0,0 1 0 0 0,-1 0 0 0 0,0-1 0 0 0,0 1 0 0 0,0-1 0 0 0,0 1 0 0 0,-1-1 0 0 0,1 1 0 0 0,-1-5 0 0 0,0 4-60 0 0,0-1 1 0 0,-1 1-1 0 0,1 0 0 0 0,-1 0 0 0 0,0 0 1 0 0,-1 0-1 0 0,1 0 0 0 0,-1 0 0 0 0,1 0 1 0 0,-1 0-1 0 0,-1 1 0 0 0,1-1 1 0 0,0 0-1 0 0,-1 1 0 0 0,1 0 0 0 0,-1 0 1 0 0,0 0-1 0 0,0 0 0 0 0,-1 0 0 0 0,1 0 1 0 0,0 1-1 0 0,-6-3 0 0 0,0 0-46 0 0,-1 1 1 0 0,0 0-1 0 0,0 0 0 0 0,0 1 0 0 0,0 1 0 0 0,0 0 0 0 0,-1 0 1 0 0,1 1-1 0 0,-1 0 0 0 0,-11 1 0 0 0,-15 2-297 0 0,-57 11 0 0 0,23-3-1573 0 0,50-7-3199 0 0,3 0-1592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8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4145 0 0,'9'-7'1663'0'0,"0"0"-1"0"0,1 0 1 0 0,0 1 0 0 0,17-8 0 0 0,-26 13-1560 0 0,-1 1 1 0 0,0 0-1 0 0,1 0 1 0 0,-1 0-1 0 0,0 0 1 0 0,1 0-1 0 0,-1-1 1 0 0,0 1-1 0 0,1 0 1 0 0,-1 0-1 0 0,1 0 1 0 0,-1 0-1 0 0,0 0 1 0 0,1 0 0 0 0,-1 0-1 0 0,1 0 1 0 0,-1 0-1 0 0,0 0 1 0 0,1 0-1 0 0,-1 1 1 0 0,0-1-1 0 0,1 0 1 0 0,-1 0-1 0 0,1 0 1 0 0,-1 0-1 0 0,0 0 1 0 0,1 1-1 0 0,-1-1 1 0 0,0 0-1 0 0,0 0 1 0 0,1 1-1 0 0,-1-1 1 0 0,0 0-1 0 0,1 1 1 0 0,4 17 1605 0 0,-5 25-765 0 0,0-38-699 0 0,-1 16 70 0 0,-1 11-103 0 0,1-1 1 0 0,1 1-1 0 0,2-1 0 0 0,11 58 1 0 0,-11-81-199 0 0,0-1 1 0 0,0 0-1 0 0,1 0 1 0 0,0 0-1 0 0,0 0 1 0 0,0-1-1 0 0,1 1 1 0 0,0-1-1 0 0,0 0 1 0 0,1 0-1 0 0,0 0 1 0 0,0 0-1 0 0,0-1 1 0 0,1 0-1 0 0,0 0 1 0 0,0-1-1 0 0,0 1 1 0 0,0-1-1 0 0,1 0 1 0 0,-1-1-1 0 0,1 0 1 0 0,0 0-1 0 0,0 0 1 0 0,0-1-1 0 0,1 0 1 0 0,8 1-1 0 0,-14-3 0 0 0,0 1-1 0 0,0 0 0 0 0,1-1 0 0 0,-1 0 1 0 0,0 0-1 0 0,1 1 0 0 0,-1-1 1 0 0,0-1-1 0 0,1 1 0 0 0,-1 0 0 0 0,0 0 1 0 0,1-1-1 0 0,-1 0 0 0 0,0 1 0 0 0,0-1 1 0 0,0 0-1 0 0,1 0 0 0 0,-1 0 0 0 0,0 0 1 0 0,0-1-1 0 0,0 1 0 0 0,-1 0 0 0 0,1-1 1 0 0,0 1-1 0 0,0-1 0 0 0,-1 0 0 0 0,1 0 1 0 0,-1 1-1 0 0,3-5 0 0 0,-3 3 11 0 0,0-1 0 0 0,0 1-1 0 0,-1 0 1 0 0,1-1 0 0 0,-1 1 0 0 0,1-1-1 0 0,-1 1 1 0 0,0-1 0 0 0,-1 1-1 0 0,1-1 1 0 0,-1 1 0 0 0,1 0 0 0 0,-1-1-1 0 0,0 1 1 0 0,0 0 0 0 0,0-1-1 0 0,-1 1 1 0 0,1 0 0 0 0,-4-4 0 0 0,-45-73 164 0 0,27 45 140 0 0,-38-75 1 0 0,56 99-293 0 0,0-1 0 0 0,1-1 0 0 0,0 1 0 0 0,1 0-1 0 0,1-1 1 0 0,0 0 0 0 0,0 1 0 0 0,1-1 0 0 0,1 0 0 0 0,2-24 0 0 0,-1 36-35 0 0,-1 0 0 0 0,1-1 0 0 0,0 1 1 0 0,0 0-1 0 0,-1 0 0 0 0,1 0 0 0 0,0 0 0 0 0,0 0 1 0 0,0 0-1 0 0,0 0 0 0 0,0 0 0 0 0,0 0 0 0 0,1 0 1 0 0,-1 0-1 0 0,0 1 0 0 0,0-1 0 0 0,1 0 0 0 0,1 0 1 0 0,31-11 32 0 0,-22 8-27 0 0,-5 1-7 0 0,139-47 0 0 0,-132 46 0 0 0,0 1 0 0 0,0 1 0 0 0,1 0 0 0 0,-1 1 0 0 0,1 1 0 0 0,-1 0 0 0 0,1 0 0 0 0,20 5 0 0 0,-30-4-6 0 0,-1 0 0 0 0,1 0 1 0 0,0 1-1 0 0,-1-1 0 0 0,1 1 1 0 0,-1 0-1 0 0,1 1 0 0 0,-1-1 1 0 0,0 1-1 0 0,0 0 0 0 0,0 0 0 0 0,0 0 1 0 0,-1 0-1 0 0,1 1 0 0 0,-1 0 1 0 0,0-1-1 0 0,0 1 0 0 0,0 0 1 0 0,-1 1-1 0 0,1-1 0 0 0,-1 0 0 0 0,0 1 1 0 0,0-1-1 0 0,0 1 0 0 0,-1 0 1 0 0,0 0-1 0 0,1 6 0 0 0,0 12-50 0 0,0-1 0 0 0,-2 0 0 0 0,-1 1 0 0 0,-7 42-1 0 0,1 6-37 0 0,7-62 31 0 0,0 0 0 0 0,1 0 1 0 0,0 0-1 0 0,1 0 0 0 0,0 0 0 0 0,0 0 0 0 0,1-1 0 0 0,0 1 0 0 0,0-1 0 0 0,1 0 1 0 0,0 0-1 0 0,7 9 0 0 0,-9-13 71 0 0,0-1 1 0 0,0 0-1 0 0,1-1 0 0 0,-1 1 1 0 0,1 0-1 0 0,0-1 0 0 0,0 1 1 0 0,0-1-1 0 0,0 0 0 0 0,0 0 1 0 0,0 0-1 0 0,1-1 0 0 0,-1 1 1 0 0,1-1-1 0 0,-1 0 1 0 0,1 0-1 0 0,0 0 0 0 0,-1 0 1 0 0,1 0-1 0 0,0-1 0 0 0,-1 0 1 0 0,1 0-1 0 0,0 0 0 0 0,0 0 1 0 0,0 0-1 0 0,-1-1 1 0 0,1 1-1 0 0,0-1 0 0 0,-1 0 1 0 0,1-1-1 0 0,-1 1 0 0 0,4-2 1 0 0,-2 1 39 0 0,-1 0 0 0 0,0-1 0 0 0,0 1 0 0 0,0-1 0 0 0,0 0 1 0 0,0 0-1 0 0,-1 0 0 0 0,1-1 0 0 0,-1 1 0 0 0,0-1 0 0 0,0 0 1 0 0,0 0-1 0 0,0 0 0 0 0,2-5 0 0 0,-2 2 10 0 0,0 0-1 0 0,0-1 1 0 0,-1 0-1 0 0,0 1 1 0 0,0-1 0 0 0,-1 0-1 0 0,1-16 1 0 0,-3 6 43 0 0,0-1 0 0 0,0 1 0 0 0,-2 0 0 0 0,-1-1 1 0 0,0 1-1 0 0,-11-29 0 0 0,8 31-52 0 0,0 1 0 0 0,0 0 0 0 0,-2 1 0 0 0,1-1 0 0 0,-2 2 0 0 0,0-1 0 0 0,-1 1 0 0 0,-14-13 0 0 0,19 20-169 0 0,-1 0 0 0 0,0 0 1 0 0,-1 0-1 0 0,1 1 1 0 0,-1 1-1 0 0,0-1 0 0 0,0 1 1 0 0,-1 0-1 0 0,1 1 1 0 0,-1 0-1 0 0,0 0 0 0 0,1 1 1 0 0,-1 0-1 0 0,0 1 1 0 0,-1 0-1 0 0,-13 0 0 0 0,20 1-179 0 0,1 0-1 0 0,-1 1 0 0 0,0-1 0 0 0,1 1 0 0 0,-1-1 1 0 0,1 1-1 0 0,-1 0 0 0 0,1 0 0 0 0,-3 1 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9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1 478 8290 0 0,'148'-7'13861'0'0,"-130"5"-13807"0"0,-14 2-36 0 0,0-1 1 0 0,0 1-1 0 0,0 0 0 0 0,-1 0 1 0 0,1 1-1 0 0,0-1 0 0 0,0 1 1 0 0,0 0-1 0 0,0 0 1 0 0,-1 0-1 0 0,1 0 0 0 0,0 0 1 0 0,-1 1-1 0 0,1 0 1 0 0,-1 0-1 0 0,0 0 0 0 0,1 0 1 0 0,-1 0-1 0 0,0 1 0 0 0,-1 0 1 0 0,1-1-1 0 0,0 1 1 0 0,-1 0-1 0 0,1 0 0 0 0,-1 0 1 0 0,0 1-1 0 0,2 3 1 0 0,-6-5-33 0 0,-17-13 17 0 0,5 1-3 0 0,0 0 0 0 0,1-1 0 0 0,1 0 0 0 0,-16-18 0 0 0,23 23 0 0 0,1 0 0 0 0,0 0 0 0 0,1 0 0 0 0,0 0 0 0 0,-1 0 0 0 0,2-1 0 0 0,-1 0 0 0 0,1 1 0 0 0,0-1 0 0 0,0 0 0 0 0,1 0 0 0 0,0 0 0 0 0,0-14 0 0 0,1 4 37 0 0,1 1-1 0 0,1-1 1 0 0,1 0 0 0 0,0 1 0 0 0,1 0 0 0 0,1 0 0 0 0,0 0-1 0 0,2 1 1 0 0,8-18 0 0 0,-9 23-8 0 0,0-1 0 0 0,0 1 0 0 0,2 0 1 0 0,-1 1-1 0 0,1 0 0 0 0,0 0 0 0 0,1 0 0 0 0,0 1 0 0 0,0 0 0 0 0,1 1 1 0 0,0 0-1 0 0,0 1 0 0 0,15-7 0 0 0,-14 8 4 0 0,0 0 0 0 0,1 1 0 0 0,-1 0 1 0 0,1 1-1 0 0,20-3 0 0 0,-29 6-28 0 0,-1-1 0 0 0,1 1 0 0 0,-1 0 0 0 0,1 1 0 0 0,-1-1 0 0 0,1 0 0 0 0,-1 1 0 0 0,1-1 0 0 0,-1 1 0 0 0,0 0 0 0 0,1 0 0 0 0,-1 0 0 0 0,0 0 0 0 0,1 0 0 0 0,-1 1 0 0 0,0-1-1 0 0,0 1 1 0 0,0-1 0 0 0,0 1 0 0 0,-1 0 0 0 0,1-1 0 0 0,0 1 0 0 0,-1 0 0 0 0,1 0 0 0 0,-1 1 0 0 0,0-1 0 0 0,1 0 0 0 0,-1 0 0 0 0,0 0 0 0 0,0 1 0 0 0,-1-1 0 0 0,1 1 0 0 0,0 4 0 0 0,4 20-119 0 0,-1 1 0 0 0,1 51 0 0 0,2 24-138 0 0,-6-91 243 0 0,2-1 0 0 0,-1 0 0 0 0,1 0 0 0 0,1 0 0 0 0,0 0 0 0 0,9 17 0 0 0,-11-25 50 0 0,0 0 1 0 0,0 1 0 0 0,1-2-1 0 0,-1 1 1 0 0,1 0 0 0 0,-1 0-1 0 0,1-1 1 0 0,0 1 0 0 0,0-1-1 0 0,0 0 1 0 0,0 0 0 0 0,1 0-1 0 0,-1 0 1 0 0,0-1 0 0 0,1 1-1 0 0,-1-1 1 0 0,1 0 0 0 0,0 0-1 0 0,-1 0 1 0 0,1 0 0 0 0,0-1-1 0 0,-1 1 1 0 0,1-1 0 0 0,0 0-1 0 0,0-1 1 0 0,-1 1 0 0 0,1 0-1 0 0,0-1 1 0 0,0 0 0 0 0,-1 0-1 0 0,1 0 1 0 0,5-2 0 0 0,11-6 156 0 0,0 0 0 0 0,-1-1 1 0 0,0 0-1 0 0,24-20 1 0 0,-30 21-245 0 0,166-109-2371 0 0,-142 95-5904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1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91 266 3225 0 0,'-10'-39'181'0'0,"-2"-4"2276"0"0,3-1 1 0 0,-5-46-1 0 0,14 63-127 0 0,0 25-2175 0 0,0 1-1 0 0,1 0 1 0 0,-1 0-1 0 0,0-1 0 0 0,0 1 1 0 0,1 0-1 0 0,-1 0 0 0 0,1 0 1 0 0,-1 0-1 0 0,1 0 0 0 0,-1 0 1 0 0,1 0-1 0 0,0 0 0 0 0,-1 0 1 0 0,1 0-1 0 0,0 0 0 0 0,0 0 1 0 0,0 0-1 0 0,1-1 0 0 0,4 41 1301 0 0,-13 118-784 0 0,0-68-428 0 0,-2 152 194 0 0,-27 438 73 0 0,31-572-601 0 0,14 170 0 0 0,-9-268-797 0 0,1 0-1 0 0,-1 1 1 0 0,-3 16-1 0 0,0-11-4932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117 112 3225 0 0,'-4'-7'91'0'0,"0"0"0"0"0,0 1 1 0 0,0-1-1 0 0,-1 1 0 0 0,0 0 1 0 0,0 0-1 0 0,0 1 0 0 0,-10-8 0 0 0,-16-18 1037 0 0,31 30-1026 0 0,-1 0 0 0 0,0 0 0 0 0,0-1 0 0 0,0 1-1 0 0,1 0 1 0 0,-1 0 0 0 0,0 0 0 0 0,0 0 0 0 0,0 0-1 0 0,-1 1 1 0 0,1-1 0 0 0,0 0 0 0 0,0 0 0 0 0,0 1-1 0 0,-1-1 1 0 0,1 1 0 0 0,0-1 0 0 0,0 1 0 0 0,-1-1-1 0 0,-1 1 1 0 0,3 0-15 0 0,-1 1 0 0 0,0-1 0 0 0,1 1 0 0 0,-1-1 0 0 0,0 1 1 0 0,1-1-1 0 0,-1 1 0 0 0,1 0 0 0 0,-1-1 0 0 0,1 1 0 0 0,-1 0 0 0 0,1-1 0 0 0,-1 1 0 0 0,1 0 0 0 0,0-1 0 0 0,-1 1 0 0 0,1 0 0 0 0,0 0 0 0 0,0 0 1 0 0,0-1-1 0 0,0 1 0 0 0,-1 0 0 0 0,1 1 0 0 0,-1 12 671 0 0,1 0 1 0 0,2 25-1 0 0,-1-31-842 0 0,5 45 422 0 0,3 0-1 0 0,2-1 0 0 0,2 0 1 0 0,3-1-1 0 0,41 93 1 0 0,-40-101-3911 0 0,-13-32-247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272 85 2761 0 0,'-37'7'1444'0'0,"-1"1"0"0"0,1 2 0 0 0,0 2 1 0 0,1 2-1 0 0,-38 19 0 0 0,61-27-886 0 0,13-6-519 0 0,1 0 1 0 0,-1 0-1 0 0,0 0 1 0 0,0 0-1 0 0,0 0 0 0 0,1 0 1 0 0,-1 0-1 0 0,0 0 1 0 0,0 0-1 0 0,0 0 1 0 0,1 0-1 0 0,-1 0 0 0 0,0 0 1 0 0,0 1-1 0 0,0-1 1 0 0,0 0-1 0 0,1 0 1 0 0,-1 0-1 0 0,0 0 0 0 0,0 0 1 0 0,0 0-1 0 0,0 1 1 0 0,0-1-1 0 0,1 0 1 0 0,-1 0-1 0 0,0 0 0 0 0,0 0 1 0 0,0 1-1 0 0,0-1 1 0 0,0 0-1 0 0,0 0 1 0 0,0 0-1 0 0,0 0 0 0 0,0 1 1 0 0,0-1-1 0 0,0 0 1 0 0,0 0-1 0 0,0 0 0 0 0,0 1 1 0 0,0-1-1 0 0,0 0 1 0 0,0 0-1 0 0,0 0 1 0 0,0 1-1 0 0,0-1 0 0 0,0 0 1 0 0,0 0-1 0 0,0 0 1 0 0,0 1-1 0 0,0-1 1 0 0,0 0-1 0 0,-1 0 0 0 0,1 0 1 0 0,0 0-1 0 0,0 1 1 0 0,0-1-1 0 0,0 0 1 0 0,0 0-1 0 0,0 0 0 0 0,-1 0 1 0 0,1 0-1 0 0,0 0 1 0 0,0 1-1 0 0,0-1 1 0 0,-1 0-1 0 0,1 0 0 0 0,0 0 1 0 0,30 9 855 0 0,40 1-298 0 0,-26-10-184 0 0,-1-1-1 0 0,1-2 1 0 0,67-14 0 0 0,127-43 745 0 0,-43 9-216 0 0,117-7 191 0 0,-261 51-1220 0 0,1 3 0 0 0,-1 3-1 0 0,1 1 1 0 0,56 9-1 0 0,-98-8-269 0 0,0 1 0 0 0,0 0 1 0 0,-1 0-1 0 0,1 1 0 0 0,-1 1 0 0 0,0-1 0 0 0,0 2 0 0 0,0-1 0 0 0,0 1 0 0 0,-1 0 0 0 0,13 11 0 0 0,-10-6-1049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1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62 3681 0 0,'-3'-2'713'0'0,"11"-3"554"0"0,13-3 604 0 0,30-6 1926 0 0,68-11 0 0 0,-91 21-3767 0 0,0 2 1 0 0,0 0-1 0 0,0 2 0 0 0,36 4 1 0 0,-46-1-1673 0 0,-1 1-3392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0,'2'17'2173'0'0,"0"0"1"0"0,1 0-1 0 0,6 19 0 0 0,3 16-535 0 0,8 75-813 0 0,3 184-1 0 0,-24 131 1333 0 0,-2-177-1626 0 0,3-188-659 0 0,-9 239-1759 0 0,6-292 637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4.1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151 105 456 0 0,'-12'-1'342'0'0,"1"0"-1"0"0,0-1 0 0 0,0 0 1 0 0,0-1-1 0 0,0-1 1 0 0,0 1-1 0 0,-15-9 1 0 0,-20-7 2121 0 0,66 21 2614 0 0,22-7-4326 0 0,-36 4-462 0 0,89-7 854 0 0,1 4 0 0 0,141 11 1 0 0,-124-1-1059 0 0,137-10 1 0 0,280-35 108 0 0,-490 34-685 0 0,-31 3 206 0 0,0 0-1 0 0,1 1 1 0 0,-1 0 0 0 0,0 1-1 0 0,1 0 1 0 0,12 2 0 0 0,-19-1-867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5.1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7 137 3225 0 0,'-7'3'-334'0'0,"11"-5"940"0"0,15-7 16 0 0,0 0 0 0 0,1 2 0 0 0,0 0 0 0 0,34-6 0 0 0,97-11 1889 0 0,-89 15-1883 0 0,16-3 55 0 0,263-33 2043 0 0,-305 43-2634 0 0,-1 2 1 0 0,1 1-1 0 0,-1 1 0 0 0,0 2 1 0 0,0 2-1 0 0,51 14 1 0 0,-77-16 198 0 0,1-1 0 0 0,0-1 0 0 0,0 0 0 0 0,0 0-1 0 0,0-1 1 0 0,0 0 0 0 0,0-1 0 0 0,0 0 0 0 0,1 0 0 0 0,16-4 0 0 0,0-9 405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12 2304 0 0,'-2'-1'283'0'0,"1"0"-1"0"0,-1-1 0 0 0,0 1 1 0 0,0 0-1 0 0,0 0 0 0 0,0 1 1 0 0,0-1-1 0 0,0 0 0 0 0,0 1 0 0 0,0-1 1 0 0,0 1-1 0 0,-4-1 0 0 0,6 1-240 0 0,0 0-1 0 0,0 0 0 0 0,0 0 0 0 0,0 0 1 0 0,-1 0-1 0 0,1 0 0 0 0,0 0 0 0 0,0 0 1 0 0,0 0-1 0 0,0 0 0 0 0,-1 0 1 0 0,1 0-1 0 0,0 0 0 0 0,0 0 0 0 0,0 0 1 0 0,0 0-1 0 0,-1 0 0 0 0,1 0 1 0 0,0 0-1 0 0,0 0 0 0 0,0 0 0 0 0,0 0 1 0 0,0 0-1 0 0,-1 1 0 0 0,1-1 1 0 0,0 0-1 0 0,0 0 0 0 0,0 0 0 0 0,0 0 1 0 0,0 0-1 0 0,0 0 0 0 0,0 1 0 0 0,-1-1 1 0 0,1 0-1 0 0,0 0 0 0 0,0 0 1 0 0,0 0-1 0 0,0 0 0 0 0,0 1 0 0 0,0-1 1 0 0,0 0-1 0 0,0 0 0 0 0,0 0 1 0 0,0 0-1 0 0,0 1 0 0 0,0-1 0 0 0,0 0 1 0 0,0 0-1 0 0,0 0 0 0 0,15 14 774 0 0,1-4-520 0 0,1-2 0 0 0,0 0 0 0 0,0 0 0 0 0,0-2 0 0 0,1 0 1 0 0,0-1-1 0 0,34 5 0 0 0,1-4 647 0 0,78-1-1 0 0,-49-4-424 0 0,139 21 0 0 0,-166-18-800 0 0,-44-4 134 0 0,0 0 0 0 0,0 1 0 0 0,0 0 0 0 0,0 1 0 0 0,-1 0 0 0 0,1 0 0 0 0,-1 1 0 0 0,1 1 0 0 0,-1 0 0 0 0,12 6 0 0 0,-11 0-2658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57 456 0 0,'-4'-24'1143'0'0,"4"20"-468"0"0,-1 1 1 0 0,0-1-1 0 0,1 0 0 0 0,6-13 6556 0 0,3 38-5578 0 0,16 136 2405 0 0,-10 81-2346 0 0,-1-11-1338 0 0,6-68-75 0 0,-2-21-989 0 0,-10-46-4093 0 0,-7-78 3168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4.6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 36 3065 0 0,'3'0'48'0'0,"1"0"0"0"0,-1 0 0 0 0,1 0 0 0 0,-1-1 0 0 0,1 0 0 0 0,-1 1 0 0 0,0-1 0 0 0,1-1 0 0 0,-1 1 0 0 0,0 0 1 0 0,0-1-1 0 0,0 0 0 0 0,0 1 0 0 0,0-1 0 0 0,0 0 0 0 0,0-1 0 0 0,-1 1 0 0 0,3-3 0 0 0,-5 5 51 0 0,0-1 0 0 0,0 1 0 0 0,0 0 0 0 0,0-1 0 0 0,0 1-1 0 0,0 0 1 0 0,0-1 0 0 0,0 1 0 0 0,0 0 0 0 0,0-1 0 0 0,0 1 0 0 0,0 0 0 0 0,0-1-1 0 0,-1 1 1 0 0,1 0 0 0 0,0-1 0 0 0,0 1 0 0 0,0 0 0 0 0,-1-1 0 0 0,1 1-1 0 0,0 0 1 0 0,0 0 0 0 0,-1-1 0 0 0,1 1 0 0 0,0 0 0 0 0,0 0 0 0 0,-1 0 0 0 0,1 0-1 0 0,0-1 1 0 0,-1 1 0 0 0,1 0 0 0 0,0 0 0 0 0,-1 0 0 0 0,1 0 0 0 0,0 0 0 0 0,-1 0-1 0 0,1 0 1 0 0,0 0 0 0 0,-1 0 0 0 0,1 0 0 0 0,-1 0 0 0 0,1 0 0 0 0,0 0 0 0 0,-1 0-1 0 0,1 0 1 0 0,0 0 0 0 0,-1 0 0 0 0,-19 2 1635 0 0,-16 17-533 0 0,0 0-1 0 0,2 3 1 0 0,-44 34-1 0 0,46-32-670 0 0,9-8-103 0 0,8-6-48 0 0,-1 2 0 0 0,1-1 1 0 0,1 2-1 0 0,0 0 0 0 0,-13 16 0 0 0,26-28-396 0 0,1 0 1 0 0,0-1-1 0 0,-1 1 1 0 0,1 0-1 0 0,0-1 1 0 0,-1 1-1 0 0,1 0 1 0 0,0-1-1 0 0,0 1 1 0 0,-1 0 0 0 0,1 0-1 0 0,0-1 1 0 0,0 1-1 0 0,0 0 1 0 0,0 0-1 0 0,0-1 1 0 0,0 1-1 0 0,0 0 1 0 0,1 0-1 0 0,-1 0 1 0 0,0-1-1 0 0,0 1 1 0 0,0 0-1 0 0,1-1 1 0 0,-1 1-1 0 0,0 0 1 0 0,1-1-1 0 0,-1 1 1 0 0,1 0-1 0 0,-1-1 1 0 0,1 1-1 0 0,-1-1 1 0 0,1 1-1 0 0,-1-1 1 0 0,1 1-1 0 0,0-1 1 0 0,-1 1-1 0 0,1-1 1 0 0,0 1-1 0 0,-1-1 1 0 0,1 0-1 0 0,0 1 1 0 0,-1-1-1 0 0,1 0 1 0 0,0 0-1 0 0,0 0 1 0 0,0 1-1 0 0,48 10-989 0 0,-35-8 901 0 0,65 18-60 0 0,99 40 0 0 0,-175-60 165 0 0,-1 0 0 0 0,1 0 0 0 0,0 0 0 0 0,0 0 0 0 0,-1 1 0 0 0,1 0 0 0 0,-1-1 0 0 0,0 1 0 0 0,1 0 0 0 0,-1 0 0 0 0,0 0 0 0 0,0 1 0 0 0,2 2 0 0 0,-3-3 0 0 0,-1-1 0 0 0,1 1 0 0 0,-1-1 0 0 0,1 1 0 0 0,-1 0 0 0 0,0-1 0 0 0,0 1 0 0 0,0 0 0 0 0,0 0 0 0 0,0-1 0 0 0,0 1 0 0 0,0 0 0 0 0,0-1 0 0 0,-1 1 0 0 0,1 0 0 0 0,-1-1 0 0 0,1 1 0 0 0,-1 0 0 0 0,0-1 0 0 0,1 1 0 0 0,-1-1 0 0 0,0 0 0 0 0,0 1 0 0 0,-2 1 0 0 0,-21 28 78 0 0,-1-2 0 0 0,-35 34-1 0 0,38-44-18 0 0,2 2-1 0 0,0 1 1 0 0,1 0 0 0 0,2 1-1 0 0,-22 36 1 0 0,39-58-71 0 0,-1 0 1 0 0,1 0-1 0 0,-1 0 0 0 0,0 0 1 0 0,1 0-1 0 0,0 0 1 0 0,-1 0-1 0 0,1 0 1 0 0,0 1-1 0 0,-1-1 1 0 0,1 0-1 0 0,0 0 0 0 0,0 0 1 0 0,0 0-1 0 0,0 0 1 0 0,0 1-1 0 0,0-1 1 0 0,0 0-1 0 0,1 0 1 0 0,-1 0-1 0 0,0 0 0 0 0,1 0 1 0 0,0 2-1 0 0,0-3-23 0 0,-1 1 1 0 0,1 0-1 0 0,0 0 0 0 0,0-1 0 0 0,0 1 0 0 0,1 0 0 0 0,-1-1 0 0 0,0 1 1 0 0,0-1-1 0 0,0 1 0 0 0,0-1 0 0 0,0 0 0 0 0,1 0 0 0 0,-1 1 0 0 0,0-1 0 0 0,0 0 1 0 0,1 0-1 0 0,0 0 0 0 0,11-1-263 0 0,-1-1 0 0 0,1 0 0 0 0,18-5 0 0 0,-15 3 306 0 0,-10 3-14 0 0,-1 0-1 0 0,1 1 0 0 0,-1-1 0 0 0,1 1 0 0 0,0 1 0 0 0,10 1 0 0 0,-15-2 4 0 0,0 0-1 0 0,0 0 0 0 0,0 1 1 0 0,0-1-1 0 0,0 0 0 0 0,0 1 0 0 0,0-1 1 0 0,0 1-1 0 0,0-1 0 0 0,0 1 1 0 0,0 0-1 0 0,0-1 0 0 0,0 1 0 0 0,-1 0 1 0 0,1 0-1 0 0,0 0 0 0 0,-1 0 0 0 0,1-1 1 0 0,0 1-1 0 0,-1 0 0 0 0,1 0 1 0 0,-1 0-1 0 0,1 0 0 0 0,-1 0 0 0 0,0 0 1 0 0,1 0-1 0 0,-1 0 0 0 0,0 1 1 0 0,0-1-1 0 0,0 0 0 0 0,0 0 0 0 0,0 0 1 0 0,0 0-1 0 0,0 0 0 0 0,0 0 0 0 0,0 0 1 0 0,0 0-1 0 0,-1 0 0 0 0,1 0 1 0 0,0 0-1 0 0,-1 1 0 0 0,0 0 0 0 0,-6 15-20 0 0,-2-1 0 0 0,1 0 0 0 0,-2-1 0 0 0,0 0-1 0 0,-23 27 1 0 0,-5 8 152 0 0,30-40-169 0 0,-20 31 292 0 0,27-39-311 0 0,1-1 0 0 0,-1 1 1 0 0,0-1-1 0 0,0 1 1 0 0,1-1-1 0 0,-1 1 0 0 0,1 0 1 0 0,-1-1-1 0 0,1 1 0 0 0,-1 0 1 0 0,1 0-1 0 0,0-1 0 0 0,0 1 1 0 0,0 0-1 0 0,0-1 1 0 0,0 1-1 0 0,1 0 0 0 0,-1 0 1 0 0,0-1-1 0 0,1 1 0 0 0,-1 0 1 0 0,1-1-1 0 0,0 2 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5.0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0 1376 0 0,'-14'6'5048'0'0,"12"-4"-4728"0"0,0 0 0 0 0,0 0 0 0 0,1 1 0 0 0,-1-1 1 0 0,1 0-1 0 0,-1 1 0 0 0,1-1 0 0 0,-2 5 0 0 0,1-2 77 0 0,1 0-1 0 0,0 0 0 0 0,-1 0 0 0 0,1 1 0 0 0,1-1 0 0 0,-1 0 1 0 0,1 8-1 0 0,4 11 808 0 0,1-1 0 0 0,1 0 0 0 0,10 26-1 0 0,7 27-137 0 0,-1 7-178 0 0,-10-42-340 0 0,-1 2-1 0 0,-3-1 1 0 0,5 61 0 0 0,-13-60-446 0 0,0-25 82 0 0,1 0-1 0 0,0 0 1 0 0,4 21 0 0 0,-3-32-634 0 0,0 0 0 0 0,0 0 0 0 0,1 0 0 0 0,0 0 0 0 0,0 0 1 0 0,7 9-1 0 0,-1 0-3981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2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3139 4 1376 0 0,'-8'-3'10824'0'0,"-169"147"-4496"0"0,177-143-6299 0 0,-1-1 0 0 0,1 0 0 0 0,-1 0 0 0 0,0 0 1 0 0,1 1-1 0 0,-1-1 0 0 0,1 0 0 0 0,-1 1 0 0 0,1-1 0 0 0,-1 1 0 0 0,1-1 0 0 0,-1 1 0 0 0,1-1 1 0 0,-1 1-1 0 0,1-1 0 0 0,0 1 0 0 0,-1-1 0 0 0,1 1 0 0 0,0-1 0 0 0,-1 1 0 0 0,1-1 1 0 0,0 1-1 0 0,0 0 0 0 0,0-1 0 0 0,-1 1 0 0 0,1 0 0 0 0,0-1 0 0 0,0 1 0 0 0,0 0 0 0 0,0-1 1 0 0,0 1-1 0 0,0-1 0 0 0,0 1 0 0 0,1 0 0 0 0,-1-1 0 0 0,0 1 0 0 0,0 0 0 0 0,19 9 389 0 0,-13-8-538 0 0,38 11 310 0 0,-38-12-148 0 0,1 0 1 0 0,-1 1 0 0 0,0 0-1 0 0,1 0 1 0 0,-1 1 0 0 0,8 4-1 0 0,-2 0-42 0 0,-1 1 0 0 0,0 0 0 0 0,-1 0 0 0 0,0 1 0 0 0,13 14 0 0 0,-21-21 0 0 0,0 0 0 0 0,0 0 0 0 0,-1 1 0 0 0,1-1 0 0 0,0 0 0 0 0,-1 1 0 0 0,0 0 0 0 0,1-1 0 0 0,-1 1 0 0 0,0 0 0 0 0,0-1 0 0 0,0 1 0 0 0,-1 0 0 0 0,1 0 0 0 0,-1 0 0 0 0,0 0 0 0 0,1-1 0 0 0,-1 1 0 0 0,-1 0 0 0 0,1 0 0 0 0,0 0 0 0 0,-1 0 0 0 0,1 0 0 0 0,-1 0 0 0 0,0-1 0 0 0,0 1 0 0 0,0 0 0 0 0,0-1 0 0 0,0 1 0 0 0,-3 3 0 0 0,-32 39-186 0 0,-69 68-1 0 0,16-19 8 0 0,89-93 174 0 0,-1-1 1 0 0,1 0-1 0 0,-1 1 0 0 0,1-1 0 0 0,0 1 0 0 0,0-1 0 0 0,-1 0 0 0 0,1 1 1 0 0,0-1-1 0 0,0 1 0 0 0,-1-1 0 0 0,1 1 0 0 0,0-1 0 0 0,0 1 0 0 0,0-1 1 0 0,0 1-1 0 0,0-1 0 0 0,0 1 0 0 0,0-1 0 0 0,0 1 0 0 0,0-1 0 0 0,0 1 0 0 0,0-1 1 0 0,0 1-1 0 0,0-1 0 0 0,0 1 0 0 0,0-1 0 0 0,0 0 0 0 0,0 1 0 0 0,1-1 1 0 0,-1 1-1 0 0,0-1 0 0 0,0 1 0 0 0,1-1 0 0 0,-1 1 0 0 0,1 0 0 0 0,21 10-306 0 0,34-1-217 0 0,-54-10 516 0 0,41 4-186 0 0,-27-3 170 0 0,0 0 0 0 0,1 1-1 0 0,-1 0 1 0 0,0 1 0 0 0,0 1 0 0 0,-1 1 0 0 0,21 8-1 0 0,-34-12-16 0 0,0 1 0 0 0,0-1-1 0 0,0 1 1 0 0,-1-1 0 0 0,1 1-1 0 0,0 0 1 0 0,-1 0 0 0 0,1 0-1 0 0,-1 0 1 0 0,0 0 0 0 0,0 0-1 0 0,0 0 1 0 0,0 0 0 0 0,0 0 0 0 0,0 1-1 0 0,0-1 1 0 0,0 0 0 0 0,-1 1-1 0 0,0-1 1 0 0,1 0 0 0 0,-1 1-1 0 0,0-1 1 0 0,0 1 0 0 0,0-1-1 0 0,0 0 1 0 0,-1 1 0 0 0,1-1-1 0 0,-1 1 1 0 0,1-1 0 0 0,-1 0 0 0 0,-1 3-1 0 0,-4 10-278 0 0,0-1 0 0 0,0-1-1 0 0,-16 25 1 0 0,12-22 263 0 0,-46 84 105 0 0,56-100-86 0 0,0 0 1 0 0,-1 0 0 0 0,1 0-1 0 0,0 0 1 0 0,0 0 0 0 0,0 1-1 0 0,0-1 1 0 0,0 0 0 0 0,0 0-1 0 0,0 0 1 0 0,0 0-1 0 0,-1 0 1 0 0,1 1 0 0 0,0-1-1 0 0,0 0 1 0 0,0 0 0 0 0,0 0-1 0 0,0 0 1 0 0,0 1 0 0 0,0-1-1 0 0,0 0 1 0 0,0 0 0 0 0,0 0-1 0 0,0 0 1 0 0,0 1 0 0 0,0-1-1 0 0,0 0 1 0 0,0 0 0 0 0,0 0-1 0 0,0 0 1 0 0,0 0 0 0 0,1 1-1 0 0,-1-1 1 0 0,0 0-1 0 0,0 0 1 0 0,0 0 0 0 0,0 0-1 0 0,0 0 1 0 0,0 1 0 0 0,0-1-1 0 0,0 0 1 0 0,1 0 0 0 0,-1 0-1 0 0,0 0 1 0 0,0 0 0 0 0,0 0-1 0 0,0 0 1 0 0,0 0 0 0 0,1 1-1 0 0,10-4-2987 0 0,10-8-1550 0 0,24-33-44 0 0,-44 49 5623 0 0,0-1 1 0 0,0 1 0 0 0,-1 0 0 0 0,0 0 0 0 0,0-1-1 0 0,-1 9 1 0 0,-2 4 1174 0 0,0 1 1 0 0,0 25-1 0 0,9 80 74 0 0,-1-20-1567 0 0,-14 174 312 0 0,2 92 1103 0 0,8-338-2057 0 0,8 125-155 0 0,-5-128 217 0 0,0 0 0 0 0,2-1-1 0 0,15 43 1 0 0,-15-50 272 0 0,-5-16-345 0 0,-1 0 1 0 0,1 0-1 0 0,0-1 0 0 0,1 1 0 0 0,-1 0 0 0 0,1 0 1 0 0,-1-1-1 0 0,1 1 0 0 0,0-1 0 0 0,0 1 1 0 0,1-1-1 0 0,-1 0 0 0 0,1 0 0 0 0,0 0 1 0 0,-1 0-1 0 0,7 4 0 0 0,-8-6-18 0 0,-1 1-11 0 0,1 0 11 0 0,-1-2-1 0 0,-7 4 22 0 0,-10 7-23 0 0,0-1 0 0 0,-1-1 0 0 0,0-1 0 0 0,-1 0 0 0 0,1-1 0 0 0,-2-2 0 0 0,1 1 0 0 0,-29 2 0 0 0,-174 9 360 0 0,123-12-264 0 0,-437 0-185 0 0,95-4 108 0 0,-81-4 8 0 0,240-15 44 0 0,-85-8 40 0 0,274 22-190 0 0,-146 12-1 0 0,30 0-266 0 0,173-13-579 0 0,22-2-4878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9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112 184 2304 0 0,'-4'-36'349'0'0,"4"25"31"0"0,0 1 1 0 0,-2-1-1 0 0,1 1 1 0 0,-1-1-1 0 0,-1 1 1 0 0,0 0 0 0 0,0 0-1 0 0,-1 0 1 0 0,0 0-1 0 0,-10-16 1 0 0,12 24-155 0 0,1 0 0 0 0,-1 1 0 0 0,0-1 0 0 0,1 1 0 0 0,-1-1 0 0 0,0 1 0 0 0,0 0 0 0 0,0 0 0 0 0,0 0 0 0 0,0 0 0 0 0,0 0 0 0 0,0 0 1 0 0,-1 1-1 0 0,1-1 0 0 0,-3 0 0 0 0,5 1-97 0 0,-1 0 1 0 0,0 0 0 0 0,0 0 0 0 0,0 0-1 0 0,0 0 1 0 0,0 0 0 0 0,0 0 0 0 0,0 1-1 0 0,0-1 1 0 0,0 0 0 0 0,1 0 0 0 0,-1 1-1 0 0,0-1 1 0 0,0 1 0 0 0,0-1 0 0 0,1 1-1 0 0,-1-1 1 0 0,0 1 0 0 0,0-1 0 0 0,1 1-1 0 0,-1 0 1 0 0,0-1 0 0 0,1 1 0 0 0,-1 0-1 0 0,1-1 1 0 0,-1 1 0 0 0,1 0-1 0 0,-1 0 1 0 0,1 0 0 0 0,0-1 0 0 0,-1 1-1 0 0,1 0 1 0 0,0 0 0 0 0,0 0 0 0 0,-1 0-1 0 0,1 0 1 0 0,0 2 0 0 0,-10 120 698 0 0,6 128 0 0 0,23 126-798 0 0,-4-125 8 0 0,7 219 162 0 0,-29-225 52 0 0,-1-42 1773 0 0,11-173-1833 0 0,-2-26-275 0 0,0 0 0 0 0,0 0 0 0 0,-1 0 0 0 0,0 0 1 0 0,0 1-1 0 0,-1 7 0 0 0,1-13 76 0 0,0 0 0 0 0,0 1 0 0 0,0-1 0 0 0,0 0 1 0 0,-1 0-1 0 0,1 0 0 0 0,0 1 0 0 0,0-1 0 0 0,0 0 0 0 0,0 1 0 0 0,0-1 1 0 0,0 0-1 0 0,0 0 0 0 0,0 1 0 0 0,0-1 0 0 0,0 0 0 0 0,0 0 0 0 0,0 1 1 0 0,0-1-1 0 0,0 0 0 0 0,0 0 0 0 0,0 1 0 0 0,0-1 0 0 0,0 0 1 0 0,1 0-1 0 0,-1 1 0 0 0,0-1 0 0 0,0 0 0 0 0,0 0 0 0 0,0 1 0 0 0,0-1 1 0 0,1 0-1 0 0,-1 0 0 0 0,0 0 0 0 0,0 0 0 0 0,0 1 0 0 0,1-1 0 0 0,-1 0 1 0 0,0 0-1 0 0,1 0 0 0 0,6-6-1719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1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38 5529 0 0,'-18'-26'3625'0'0,"10"15"744"0"0,17 26-1927 0 0,165 331-943 0 0,7 13-3280 0 0,-160-325 724 0 0,-3-2-230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5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11 5985 0 0,'-2'0'32'0'0,"0"0"0"0"0,0 0 0 0 0,1 1 0 0 0,-1-1 0 0 0,0 1 0 0 0,0 0-1 0 0,0-1 1 0 0,1 1 0 0 0,-1 0 0 0 0,0 0 0 0 0,1 0 0 0 0,-1 0 0 0 0,1 0-1 0 0,-1 0 1 0 0,1 1 0 0 0,-1-1 0 0 0,1 0 0 0 0,0 1 0 0 0,-2 1 0 0 0,1 2-57 0 0,0 0 1 0 0,0 0 0 0 0,0 1-1 0 0,0-1 1 0 0,0 9-1 0 0,1-11 56 0 0,-2 16 409 0 0,1 0-1 0 0,1 0 1 0 0,0 1 0 0 0,2-1 0 0 0,0 0 0 0 0,1 0-1 0 0,1 0 1 0 0,1 0 0 0 0,6 19 0 0 0,2 1 16 0 0,2-1 1 0 0,2-1-1 0 0,26 46 1 0 0,-34-71-434 0 0,0 0 0 0 0,0-1 1 0 0,1 0-1 0 0,1 0 0 0 0,0-1 0 0 0,0 0 1 0 0,1-1-1 0 0,0 0 0 0 0,21 12 0 0 0,-26-17-12 0 0,0 0 0 0 0,1-1-1 0 0,-1 0 1 0 0,1 0 0 0 0,0 0-1 0 0,0-1 1 0 0,0 0 0 0 0,0 0-1 0 0,0-1 1 0 0,1 0-1 0 0,-1 0 1 0 0,0-1 0 0 0,1 0-1 0 0,-1 0 1 0 0,0-1 0 0 0,0 0-1 0 0,1 0 1 0 0,-1 0 0 0 0,0-1-1 0 0,10-4 1 0 0,-13 3 63 0 0,0 1 0 0 0,0-1 0 0 0,0-1 0 0 0,-1 1 0 0 0,1 0 0 0 0,-1-1 0 0 0,0 0 0 0 0,0 0 0 0 0,0 0 0 0 0,0 0 0 0 0,-1 0 0 0 0,1 0 0 0 0,-1-1 0 0 0,0 1 1 0 0,-1-1-1 0 0,1 0 0 0 0,-1 1 0 0 0,2-8 0 0 0,0-2 296 0 0,-1-2 0 0 0,-1 1 0 0 0,0 0 1 0 0,-1-26-1 0 0,-3 17 10 0 0,0 0 0 0 0,-1 1-1 0 0,-2-1 1 0 0,0 1 0 0 0,-2 0 0 0 0,0 0 0 0 0,-1 1 0 0 0,-2 0-1 0 0,0 1 1 0 0,-23-31 0 0 0,26 39-469 0 0,-1 2-1 0 0,-1-1 1 0 0,0 1 0 0 0,-1 1 0 0 0,0 0-1 0 0,0 0 1 0 0,-1 1 0 0 0,-1 1 0 0 0,1 0-1 0 0,-1 1 1 0 0,0 0 0 0 0,-1 0-1 0 0,0 2 1 0 0,0 0 0 0 0,0 0 0 0 0,-1 2-1 0 0,1 0 1 0 0,-19-2 0 0 0,8 5-907 0 0,1 6-11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2.2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1 565 11522 0 0,'8'2'181'0'0,"-1"1"0"0"0,1 0-1 0 0,-1 0 1 0 0,1 0 0 0 0,-1 1-1 0 0,0 0 1 0 0,10 9 0 0 0,-7-7 15 0 0,204 122 107 0 0,-203-121-43 0 0,1-1-1 0 0,-1 0 1 0 0,1 0 0 0 0,1-1-1 0 0,24 6 1 0 0,-35-11-213 0 0,0 1 1 0 0,1-1-1 0 0,-1 0 1 0 0,0 0-1 0 0,1 1 1 0 0,-1-1-1 0 0,0-1 1 0 0,1 1 0 0 0,-1 0-1 0 0,0-1 1 0 0,1 1-1 0 0,-1-1 1 0 0,0 0-1 0 0,0 1 1 0 0,1-1-1 0 0,-1 0 1 0 0,0 0-1 0 0,0-1 1 0 0,0 1-1 0 0,0 0 1 0 0,0-1-1 0 0,-1 1 1 0 0,1-1-1 0 0,0 0 1 0 0,-1 1-1 0 0,1-1 1 0 0,-1 0-1 0 0,0 0 1 0 0,1 0-1 0 0,-1 0 1 0 0,0 0-1 0 0,0 0 1 0 0,0-1-1 0 0,0 1 1 0 0,-1 0-1 0 0,1 0 1 0 0,-1-1-1 0 0,1 1 1 0 0,-1 0-1 0 0,0-4 1 0 0,1-16 502 0 0,-1 0-1 0 0,-1 1 1 0 0,-1-1 0 0 0,-1 1-1 0 0,-1-1 1 0 0,-10-32 0 0 0,4 12-241 0 0,-37-224 163 0 0,24 88-4129 0 0,16 127-2942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3.9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6449 0 0,'0'0'499'0'0,"22"12"2283"0"0,-8 0-1827 0 0,-1 1 1 0 0,0 0-1 0 0,-1 1 0 0 0,0 0 0 0 0,-1 1 1 0 0,-1 0-1 0 0,0 1 0 0 0,13 29 0 0 0,2 15-5 0 0,20 72 0 0 0,-21-55-634 0 0,-8-28-648 0 0,2 7-5352 0 0,-6-25-561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6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175 200 3833 0 0,'-5'6'801'0'0,"-27"11"4519"0"0,27-54-3995 0 0,5 35-1060 0 0,-1 0 0 0 0,1-1 0 0 0,-1 1 0 0 0,1 0 0 0 0,-1-1 0 0 0,0 1 0 0 0,0 0 0 0 0,0 0 0 0 0,0-1 0 0 0,-1 1 0 0 0,1 0 0 0 0,0 0 0 0 0,-1 1 0 0 0,0-1 0 0 0,-11-9 5350 0 0,10-1-5809 0 0,3 5 499 0 0,-1 2-307 0 0,1 0 0 0 0,-1 0 0 0 0,-1 1 0 0 0,1-1 0 0 0,0 0 0 0 0,-1 1 0 0 0,0-1-1 0 0,0 1 1 0 0,-1-1 0 0 0,1 1 0 0 0,-1 0 0 0 0,0 0 0 0 0,0 0 0 0 0,0 0-1 0 0,0 1 1 0 0,-1-1 0 0 0,1 1 0 0 0,-1 0 0 0 0,0 0 0 0 0,0 0 0 0 0,-7-3-1 0 0,-29-25-14 0 0,48 41 54 0 0,0 2-1 0 0,-2-1 1 0 0,1 1-1 0 0,-1 0 0 0 0,-1 0 1 0 0,7 24-1 0 0,-1-5 55 0 0,4 4-25 0 0,1 0 0 0 0,39 59 0 0 0,55 56 87 0 0,-84-111-1472 0 0,-18-26-611 0 0,0-1 0 0 0,20 22 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8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4 3681 0 0,'-2'-1'182'0'0,"0"0"-1"0"0,0 1 1 0 0,0-1 0 0 0,0 1 0 0 0,0 0-1 0 0,0-1 1 0 0,0 1 0 0 0,0 0 0 0 0,0 1 0 0 0,0-1-1 0 0,0 0 1 0 0,0 0 0 0 0,0 1 0 0 0,0-1-1 0 0,0 1 1 0 0,0 0 0 0 0,0-1 0 0 0,0 1-1 0 0,1 0 1 0 0,-1 0 0 0 0,-3 2 0 0 0,3-1 131 0 0,0 1 0 0 0,-1-1 0 0 0,1 1 0 0 0,0-1 0 0 0,0 1 0 0 0,0 0 0 0 0,1 0 0 0 0,-1 0 0 0 0,1 0 0 0 0,-1 0 0 0 0,1 0 0 0 0,-1 5 0 0 0,1-4-97 0 0,-1 0 1 0 0,2 0-1 0 0,-1-1 0 0 0,0 1 0 0 0,1 0 1 0 0,0 0-1 0 0,0 0 0 0 0,0 0 1 0 0,0 0-1 0 0,1 0 0 0 0,0 0 0 0 0,0-1 1 0 0,0 1-1 0 0,0 0 0 0 0,0 0 0 0 0,1-1 1 0 0,-1 1-1 0 0,1-1 0 0 0,0 1 0 0 0,0-1 1 0 0,0 0-1 0 0,1 0 0 0 0,-1 0 0 0 0,4 3 1 0 0,-2-4-116 0 0,0 1 1 0 0,0-1 0 0 0,1 0 0 0 0,-1-1-1 0 0,1 1 1 0 0,-1-1 0 0 0,1 0 0 0 0,0 0-1 0 0,-1 0 1 0 0,1-1 0 0 0,0 0 0 0 0,0 0 0 0 0,0 0-1 0 0,-1 0 1 0 0,1-1 0 0 0,0 0 0 0 0,-1 0-1 0 0,1 0 1 0 0,6-3 0 0 0,10-3-979 0 0,0-2 1 0 0,35-20-1 0 0,-44 22-195 0 0,6-3-4631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5.5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79 6449 0 0,'-1'14'2116'0'0,"1"-12"-1766"0"0,-1 1 0 0 0,1-1 1 0 0,0 0-1 0 0,0 1 0 0 0,0-1 1 0 0,0 1-1 0 0,0-1 1 0 0,1 5-1 0 0,0-6-290 0 0,-1 0 0 0 0,1 0 0 0 0,-1-1 0 0 0,1 1 0 0 0,-1 0 0 0 0,1-1 0 0 0,0 1 0 0 0,-1 0 0 0 0,1-1 0 0 0,0 1 0 0 0,0-1 0 0 0,0 1 0 0 0,-1-1 0 0 0,1 1 0 0 0,0-1 0 0 0,0 0 0 0 0,0 1 0 0 0,0-1 0 0 0,0 0 0 0 0,0 0 0 0 0,-1 0 0 0 0,1 0 0 0 0,0 0 0 0 0,0 0 0 0 0,0 0 0 0 0,0 0 0 0 0,0 0 0 0 0,0 0 0 0 0,0 0 0 0 0,1-1 0 0 0,0 1 12 0 0,-1 0 1 0 0,1 0-1 0 0,0 0 1 0 0,0 0-1 0 0,-1 0 1 0 0,1-1 0 0 0,0 1-1 0 0,0-1 1 0 0,-1 1-1 0 0,1-1 1 0 0,-1 0-1 0 0,1 1 1 0 0,0-1-1 0 0,-1 0 1 0 0,1 0 0 0 0,-1 0-1 0 0,0 0 1 0 0,1 0-1 0 0,-1-1 1 0 0,0 1-1 0 0,0 0 1 0 0,0-1 0 0 0,0 1-1 0 0,0-1 1 0 0,0 1-1 0 0,0-1 1 0 0,0 1-1 0 0,0-1 1 0 0,-1 0-1 0 0,1 1 1 0 0,-1-1 0 0 0,1 0-1 0 0,-1 1 1 0 0,0-1-1 0 0,0 0 1 0 0,0 0-1 0 0,1 1 1 0 0,-2-1 0 0 0,1 0-1 0 0,0 0 1 0 0,-1-2-1 0 0,0 0-44 0 0,0 0 1 0 0,0-1-1 0 0,-1 1 0 0 0,1 0 0 0 0,-1 0 0 0 0,0 0 0 0 0,-1 0 0 0 0,1 0 1 0 0,-1 1-1 0 0,1-1 0 0 0,-1 1 0 0 0,0-1 0 0 0,-1 1 0 0 0,1 0 0 0 0,-4-3 1 0 0,3 4-10 0 0,0 0-1 0 0,1 0 1 0 0,-1 0 0 0 0,0 1 0 0 0,0-1 0 0 0,0 1 0 0 0,0 0 0 0 0,0 0 0 0 0,-1 0 0 0 0,1 1 0 0 0,-6 0 0 0 0,7 0-91 0 0,0 0 0 0 0,1 0 0 0 0,-1 0 1 0 0,1 1-1 0 0,-1-1 0 0 0,1 1 1 0 0,0 0-1 0 0,-1-1 0 0 0,1 1 0 0 0,-1 0 1 0 0,1 1-1 0 0,0-1 0 0 0,0 0 1 0 0,0 1-1 0 0,0-1 0 0 0,0 1 1 0 0,0 0-1 0 0,0-1 0 0 0,0 1 0 0 0,-1 3 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0 187 6449 0 0,'0'6'227'0'0,"1"0"-1"0"0,-1-1 0 0 0,1 1 0 0 0,0 0 0 0 0,1 0 1 0 0,-1-1-1 0 0,1 1 0 0 0,0-1 0 0 0,0 0 0 0 0,1 1 1 0 0,0-1-1 0 0,0 0 0 0 0,0 0 0 0 0,1-1 0 0 0,3 6 0 0 0,-4-8-95 0 0,-1 0 0 0 0,0 0 0 0 0,0 0 0 0 0,1 0 0 0 0,-1 0 0 0 0,1-1 0 0 0,0 1 0 0 0,0-1-1 0 0,-1 0 1 0 0,1 0 0 0 0,0 0 0 0 0,0 0 0 0 0,0 0 0 0 0,0 0 0 0 0,0-1 0 0 0,0 1 0 0 0,0-1-1 0 0,0 0 1 0 0,0 0 0 0 0,0 0 0 0 0,1-1 0 0 0,-1 1 0 0 0,0-1 0 0 0,0 1 0 0 0,0-1-1 0 0,-1 0 1 0 0,1 0 0 0 0,0-1 0 0 0,4-1 0 0 0,2-3 153 0 0,0 0 0 0 0,0-1-1 0 0,-1 0 1 0 0,0 0 0 0 0,0-1 0 0 0,-1 0-1 0 0,0-1 1 0 0,0 1 0 0 0,-1-1 0 0 0,0-1 0 0 0,6-12-1 0 0,-2 2 72 0 0,-1 0-1 0 0,-1-1 0 0 0,-1 0 1 0 0,7-35-1 0 0,-13 53-342 0 0,0 0 1 0 0,-1 1-1 0 0,0-1 1 0 0,1 0-1 0 0,-1 0 0 0 0,-1 0 1 0 0,1 0-1 0 0,0 1 0 0 0,0-1 1 0 0,-1 0-1 0 0,0 0 0 0 0,-1-4 1 0 0,2 7-11 0 0,-1-1 0 0 0,1 1 1 0 0,0 0-1 0 0,0 0 0 0 0,-1-1 1 0 0,1 1-1 0 0,0 0 0 0 0,0-1 1 0 0,-1 1-1 0 0,1 0 1 0 0,0 0-1 0 0,-1-1 0 0 0,1 1 1 0 0,0 0-1 0 0,-1 0 0 0 0,1 0 1 0 0,-1 0-1 0 0,1 0 0 0 0,0 0 1 0 0,-1-1-1 0 0,1 1 0 0 0,-1 0 1 0 0,1 0-1 0 0,0 0 0 0 0,-1 0 1 0 0,1 0-1 0 0,-1 0 1 0 0,1 0-1 0 0,0 1 0 0 0,-1-1 1 0 0,-1 1 6 0 0,0 0 0 0 0,0 0 1 0 0,1 0-1 0 0,-1 0 1 0 0,0 0-1 0 0,1 0 1 0 0,-1 1-1 0 0,1-1 1 0 0,0 1-1 0 0,-2 2 1 0 0,-6 7-7 0 0,0 1 1 0 0,2 0-1 0 0,-1 1 1 0 0,2 0 0 0 0,-1 0-1 0 0,2 0 1 0 0,0 1 0 0 0,1 0-1 0 0,0 0 1 0 0,1 0 0 0 0,0 1-1 0 0,1-1 1 0 0,1 0 0 0 0,0 15-1 0 0,2-23-29 0 0,1-1-1 0 0,-1 0 0 0 0,1 0 1 0 0,0 0-1 0 0,0 0 1 0 0,0-1-1 0 0,1 1 0 0 0,-1-1 1 0 0,1 1-1 0 0,0-1 1 0 0,1 0-1 0 0,-1 0 0 0 0,1 0 1 0 0,0 0-1 0 0,-1-1 1 0 0,2 0-1 0 0,-1 0 0 0 0,0 0 1 0 0,1 0-1 0 0,-1 0 1 0 0,1-1-1 0 0,0 0 0 0 0,0 0 1 0 0,0 0-1 0 0,0-1 1 0 0,0 1-1 0 0,0-1 0 0 0,0-1 1 0 0,0 1-1 0 0,1-1 0 0 0,-1 0 1 0 0,0 0-1 0 0,0 0 1 0 0,1 0-1 0 0,-1-1 0 0 0,0 0 1 0 0,9-3-1 0 0,7-6-666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8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69 3225 0 0,'0'0'-1'0'0,"-33"7"7423"0"0,44 3-5333 0 0,-6-8-1857 0 0,0 0 1 0 0,0-1-1 0 0,0 0 1 0 0,1 0-1 0 0,-1 0 1 0 0,0 0-1 0 0,1-1 1 0 0,-1 0-1 0 0,0 0 1 0 0,1 0-1 0 0,-1-1 1 0 0,0 1-1 0 0,0-1 1 0 0,1-1-1 0 0,5-1 1 0 0,-5 1-126 0 0,-1 0 1 0 0,1 1 0 0 0,-1-2-1 0 0,0 1 1 0 0,0-1-1 0 0,0 0 1 0 0,0 0 0 0 0,0 0-1 0 0,0 0 1 0 0,-1-1 0 0 0,0 0-1 0 0,0 0 1 0 0,0 0 0 0 0,4-5-1 0 0,-8 8-97 0 0,0 1 0 0 0,1-1 0 0 0,-1 0 0 0 0,0 1 0 0 0,1-1 0 0 0,-1 0 0 0 0,0 1 0 0 0,1-1-1 0 0,-1 0 1 0 0,0 0 0 0 0,0 1 0 0 0,0-1 0 0 0,0 0 0 0 0,0 0 0 0 0,0 1 0 0 0,0-1 0 0 0,0 0 0 0 0,0 0 0 0 0,0 1 0 0 0,0-1-1 0 0,-1 0 1 0 0,1 1 0 0 0,0-1 0 0 0,-1 0 0 0 0,1 1 0 0 0,0-1 0 0 0,-1 0 0 0 0,1 1 0 0 0,-1-2 0 0 0,-1 0-1 0 0,0 1 0 0 0,0 0 1 0 0,1 0-1 0 0,-1 0 1 0 0,0 0-1 0 0,0 0 0 0 0,0 0 1 0 0,0 0-1 0 0,0 0 1 0 0,-4 0-1 0 0,0 0 5 0 0,-1 0 0 0 0,0 0 0 0 0,1 0 0 0 0,-1 1 0 0 0,0 0 0 0 0,-8 1 0 0 0,7 2-23 0 0,1 0 1 0 0,-1 0-1 0 0,1 0 0 0 0,-1 1 0 0 0,1 0 1 0 0,0 1-1 0 0,1-1 0 0 0,-1 1 1 0 0,1 0-1 0 0,0 1 0 0 0,-11 12 1 0 0,9-10-148 0 0,8-7 134 0 0,-1-1 0 0 0,1 0 1 0 0,0 0-1 0 0,0 0 0 0 0,0 1 0 0 0,-1-1 0 0 0,1 0 1 0 0,0 0-1 0 0,0 1 0 0 0,0-1 0 0 0,0 0 0 0 0,0 0 1 0 0,0 0-1 0 0,-1 1 0 0 0,1-1 0 0 0,0 0 0 0 0,0 1 1 0 0,0-1-1 0 0,0 0 0 0 0,0 0 0 0 0,0 1 0 0 0,0-1 1 0 0,0 0-1 0 0,0 0 0 0 0,0 1 0 0 0,0-1 1 0 0,0 0-1 0 0,1 0 0 0 0,-1 1 0 0 0,0-1 0 0 0,0 0 1 0 0,0 0-1 0 0,0 1 0 0 0,0-1 0 0 0,0 0 0 0 0,1 0 1 0 0,-1 1-1 0 0,0-1 0 0 0,0 0 0 0 0,0 0 0 0 0,0 0 1 0 0,1 1-1 0 0,-1-1 0 0 0,0 0 0 0 0,0 0 0 0 0,1 0 1 0 0,-1 0-1 0 0,0 0 0 0 0,0 0 0 0 0,1 0 1 0 0,-1 1-1 0 0,15 3-4041 0 0,-10-4 2609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9218 0 0,'2'0'178'0'0,"-1"1"0"0"0,0-1 0 0 0,1 1 0 0 0,-1 0 0 0 0,1-1 0 0 0,-1 1 0 0 0,0 0 0 0 0,0 0 0 0 0,1 0-1 0 0,-1 0 1 0 0,0 0 0 0 0,0 0 0 0 0,0 0 0 0 0,0 1 0 0 0,0-1 0 0 0,0 0 0 0 0,0 1 0 0 0,-1-1 0 0 0,1 0 0 0 0,0 1 0 0 0,0 1 0 0 0,12 32 1694 0 0,6 49 526 0 0,-14-53-1607 0 0,19 58 0 0 0,-21-81-726 0 0,0-1 0 0 0,0 0 0 0 0,1 1 0 0 0,0-1 0 0 0,0 0 0 0 0,1-1 0 0 0,0 1 0 0 0,0-1 0 0 0,0 0 0 0 0,1 0 0 0 0,0-1 0 0 0,9 7 0 0 0,-11-9-73 0 0,0-1 1 0 0,0 0 0 0 0,1-1 0 0 0,-1 1 0 0 0,0-1-1 0 0,1 0 1 0 0,-1 0 0 0 0,1 0 0 0 0,-1 0-1 0 0,1-1 1 0 0,0 0 0 0 0,-1 0 0 0 0,1 0 0 0 0,-1-1-1 0 0,1 1 1 0 0,-1-1 0 0 0,1 0 0 0 0,-1 0-1 0 0,1-1 1 0 0,4-2 0 0 0,10-4-925 0 0,-1-1 0 0 0,-1-1 0 0 0,21-14 0 0 0,-33 20 560 0 0,7-5-1574 0 0,0 0 0 0 0,14-16-1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5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23 101 456 0 0,'-13'-38'3267'0'0,"10"27"77"0"0,1 0 0 0 0,0 0 1 0 0,-1-19-1 0 0,13 35 436 0 0,10 17-2946 0 0,-13-7-653 0 0,-1-1 0 0 0,-1 1 0 0 0,0 0 0 0 0,-1 0 0 0 0,3 18-1 0 0,6 82-48 0 0,-8-67-122 0 0,-2-14-110 0 0,24 173-1917 0 0,-22-172 557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8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7 133 3225 0 0,'-2'-8'410'0'0,"0"0"0"0"0,1 0 0 0 0,0-1 1 0 0,1 1-1 0 0,0-13 0 0 0,10-49 13269 0 0,-9 70-13580 0 0,-1 0 0 0 0,0 0 1 0 0,0 0-1 0 0,1 0 1 0 0,-1 0-1 0 0,8 12 1457 0 0,4 19-1102 0 0,16 140 375 0 0,-20-106-1778 0 0,3-1 1 0 0,21 65 0 0 0,-25-106-6284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0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3681 0 0,'2'-15'-268'0'0,"5"-16"2763"0"0,-7 31-2313 0 0,0-1 1 0 0,0 1-1 0 0,0-1 0 0 0,1 1 0 0 0,-1-1 0 0 0,0 1 0 0 0,1-1 0 0 0,-1 1 0 0 0,0-1 0 0 0,1 1 0 0 0,-1-1 0 0 0,0 1 0 0 0,1-1 0 0 0,-1 1 0 0 0,1 0 0 0 0,-1-1 0 0 0,1 1 0 0 0,-1 0 0 0 0,1 0 0 0 0,-1-1 0 0 0,1 1 0 0 0,0 0 0 0 0,-1 0 0 0 0,1 0 0 0 0,-1-1 0 0 0,1 1 0 0 0,-1 0 0 0 0,1 0 0 0 0,0 0 0 0 0,-1 0 0 0 0,1 0 0 0 0,-1 0 0 0 0,1 0 0 0 0,0 0 0 0 0,-1 1 0 0 0,1-1 0 0 0,-1 0 0 0 0,1 0 0 0 0,-1 0 0 0 0,2 1 0 0 0,3 1 192 0 0,1 0 0 0 0,-1-1 0 0 0,1 1 1 0 0,0-1-1 0 0,-1-1 0 0 0,1 1 0 0 0,0-1 0 0 0,0 0 1 0 0,0 0-1 0 0,-1-1 0 0 0,1 1 0 0 0,0-1 0 0 0,0-1 1 0 0,8-2-1 0 0,33-15-883 0 0,-4-3-4492 0 0,-22 10-791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7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3 372 2128 0 0,'-1'2'228'0'0,"0"11"1335"0"0,1-12-1396 0 0,1-1-1 0 0,-1 0 0 0 0,0 0 1 0 0,1 0-1 0 0,-1 0 0 0 0,1 0 1 0 0,-1 0-1 0 0,0 0 0 0 0,1 0 1 0 0,-1 0-1 0 0,1 0 0 0 0,-1 0 1 0 0,1 0-1 0 0,-1 0 0 0 0,0 0 1 0 0,1 0-1 0 0,3-2 1497 0 0,-4 2-1496 0 0,121-38 4612 0 0,-18 4-2267 0 0,175-32 0 0 0,-153 47-2078 0 0,214-35 235 0 0,-74 9-442 0 0,121-26 1050 0 0,-304 52-988 0 0,151-17-1 0 0,-182 33-128 0 0,0 2-1 0 0,0 2 0 0 0,1 3 0 0 0,61 11 1 0 0,-49 4-1257 0 0,-48-13-908 0 0,0-1 0 0 0,0-1 0 0 0,20 3 0 0 0,-19-9-2277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9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72 79 1840 0 0,'-36'-2'2731'0'0,"34"2"-2393"0"0,0 0 0 0 0,-1 1 0 0 0,1-1 1 0 0,0 0-1 0 0,0 0 0 0 0,-1 1 0 0 0,1 0 1 0 0,0-1-1 0 0,0 1 0 0 0,0 0 0 0 0,0 0 1 0 0,0 0-1 0 0,-3 2 0 0 0,5-2-202 0 0,-1 0-1 0 0,1 0 1 0 0,-1 1-1 0 0,1-1 1 0 0,0 0 0 0 0,0 1-1 0 0,0-1 1 0 0,0 0-1 0 0,0 1 1 0 0,0-1 0 0 0,0 0-1 0 0,0 1 1 0 0,0-1-1 0 0,1 0 1 0 0,-1 0 0 0 0,1 1-1 0 0,-1-1 1 0 0,0 0-1 0 0,1 0 1 0 0,0 0 0 0 0,-1 0-1 0 0,3 2 1 0 0,17 28 932 0 0,-17-28-855 0 0,4 6 88 0 0,0 0 0 0 0,1 0 0 0 0,0-1 1 0 0,1 0-1 0 0,0 0 0 0 0,0-1 0 0 0,1-1 1 0 0,0 1-1 0 0,0-1 0 0 0,0-1 0 0 0,14 5 1 0 0,-19-8-182 0 0,0 0 1 0 0,1-1 0 0 0,-1 0 0 0 0,0 0 0 0 0,1 0 0 0 0,-1-1 0 0 0,1 0 0 0 0,-1 0 0 0 0,1 0 0 0 0,-1-1 0 0 0,1 0 0 0 0,-1 0-1 0 0,0 0 1 0 0,0-1 0 0 0,1 1 0 0 0,-1-1 0 0 0,0-1 0 0 0,0 1 0 0 0,-1-1 0 0 0,1 1 0 0 0,0-1 0 0 0,-1-1 0 0 0,0 1 0 0 0,1-1-1 0 0,6-7 1 0 0,-8 6-34 0 0,0 1-1 0 0,0-1 0 0 0,0 0 0 0 0,-1 0 0 0 0,1 0 0 0 0,-1 0 1 0 0,0 0-1 0 0,-1 0 0 0 0,1-1 0 0 0,-1 1 0 0 0,0-1 0 0 0,0 1 1 0 0,-1-1-1 0 0,0 1 0 0 0,0-1 0 0 0,0 1 0 0 0,0-1 1 0 0,-1 1-1 0 0,0-1 0 0 0,0 1 0 0 0,-1 0 0 0 0,1-1 0 0 0,-5-6 1 0 0,4 7-152 0 0,0 0 1 0 0,-1 0-1 0 0,1 0 1 0 0,-1 0-1 0 0,-1 1 1 0 0,1-1-1 0 0,-1 1 1 0 0,1 0-1 0 0,-1 0 1 0 0,-7-5-1 0 0,7 6-298 0 0,1 1 0 0 0,-1 0 0 0 0,1 0-1 0 0,-1 1 1 0 0,1-1 0 0 0,-1 1 0 0 0,0 0-1 0 0,0 0 1 0 0,0 0 0 0 0,0 0 0 0 0,0 0-1 0 0,0 1 1 0 0,0 0 0 0 0,0 0 0 0 0,-6 1-1 0 0,-11 3-6517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5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50 5985 0 0,'-1'0'62'0'0,"0"1"0"0"0,0-1 0 0 0,1 1 0 0 0,-1-1 0 0 0,0 1 0 0 0,1 0 0 0 0,-1-1 0 0 0,1 1 0 0 0,-1 0 0 0 0,1 0-1 0 0,-1-1 1 0 0,1 1 0 0 0,0 0 0 0 0,-1 0 0 0 0,1 0 0 0 0,0-1 0 0 0,0 1 0 0 0,-1 0 0 0 0,1 0 0 0 0,0 0 0 0 0,0 0 0 0 0,0 0 0 0 0,0 0-1 0 0,0-1 1 0 0,1 3 0 0 0,0-3 97 0 0,1 1 0 0 0,0-1 0 0 0,-1 0 0 0 0,1 1 0 0 0,0-1 0 0 0,0 0-1 0 0,0 0 1 0 0,-1 0 0 0 0,1-1 0 0 0,0 1 0 0 0,0 0 0 0 0,-1-1 0 0 0,4 0-1 0 0,101-24 3486 0 0,-56 12-1815 0 0,82-11 0 0 0,8 17-561 0 0,210 16-1 0 0,-84 1-1005 0 0,-25-10-54 0 0,324 14 1749 0 0,-440-6-1618 0 0,-48-5-249 0 0,-1 4 0 0 0,128 27 1 0 0,-149-18-22 0 0,33 8-2983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8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1696 0 0,'-5'0'265'0'0,"-13"7"5614"0"0,19-1-4702 0 0,6 20 452 0 0,-1 3-790 0 0,1 0-1 0 0,2-1 1 0 0,1 0 0 0 0,18 36 0 0 0,-24-58-755 0 0,0 1 1 0 0,0-1-1 0 0,0 0 1 0 0,1 0-1 0 0,0 0 1 0 0,0-1-1 0 0,1 1 1 0 0,0-1-1 0 0,10 7 1 0 0,-11-10-8 0 0,-1 1 0 0 0,1-1 0 0 0,0 0 0 0 0,0-1 0 0 0,0 1-1 0 0,0-1 1 0 0,0 0 0 0 0,0 0 0 0 0,0-1 0 0 0,0 1 0 0 0,0-1 0 0 0,1 0 0 0 0,-1-1 0 0 0,0 1 0 0 0,9-3 0 0 0,-7 1 93 0 0,-1 0 0 0 0,0-1 1 0 0,0 1-1 0 0,0-1 0 0 0,0-1 0 0 0,0 1 1 0 0,-1-1-1 0 0,0 0 0 0 0,1 0 1 0 0,-1-1-1 0 0,-1 0 0 0 0,1 1 0 0 0,-1-2 1 0 0,0 1-1 0 0,0 0 0 0 0,0-1 1 0 0,-1 0-1 0 0,3-6 0 0 0,-2 4-12 0 0,0 0-1 0 0,-1 0 0 0 0,0-1 0 0 0,0 0 0 0 0,-1 0 1 0 0,0 0-1 0 0,0 0 0 0 0,-1 0 0 0 0,0 0 1 0 0,-1 0-1 0 0,0 0 0 0 0,-3-16 0 0 0,2 21-189 0 0,-1-1-1 0 0,1 1 1 0 0,-1 0-1 0 0,-1-1 1 0 0,1 1-1 0 0,-1 0 0 0 0,1 1 1 0 0,-1-1-1 0 0,0 0 1 0 0,0 1-1 0 0,-1-1 1 0 0,1 1-1 0 0,-1 0 0 0 0,0 0 1 0 0,1 1-1 0 0,-1-1 1 0 0,0 1-1 0 0,-1 0 1 0 0,1 0-1 0 0,0 0 1 0 0,-1 0-1 0 0,1 1 0 0 0,-1 0 1 0 0,1 0-1 0 0,-1 0 1 0 0,0 0-1 0 0,1 1 1 0 0,-1 0-1 0 0,0 0 0 0 0,-7 1 1 0 0,-16 3-7543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5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57 920 0 0,'-29'-3'2366'0'0,"-43"2"0"0"0,44 2 424 0 0,32 0-2506 0 0,-1 0 1 0 0,1 0-1 0 0,-1 1 0 0 0,0-1 1 0 0,0 1-1 0 0,0 0 0 0 0,0 0 1 0 0,0 0-1 0 0,0 0 0 0 0,0 1 1 0 0,-1-1-1 0 0,1 1 1 0 0,-1-1-1 0 0,0 1 0 0 0,1 0 1 0 0,-1 0-1 0 0,2 4 0 0 0,-2-3-209 0 0,0 0 1 0 0,1 0-1 0 0,0 0 0 0 0,0-1 0 0 0,0 1 0 0 0,0-1 0 0 0,1 0 0 0 0,-1 0 0 0 0,1 0 1 0 0,0-1-1 0 0,0 1 0 0 0,0-1 0 0 0,0 0 0 0 0,5 2 0 0 0,-8-4-59 0 0,0 1 0 0 0,0-1 0 0 0,0 0 0 0 0,-1 0 0 0 0,1 0 0 0 0,0 0 0 0 0,0 0 0 0 0,0 0 0 0 0,0 0 0 0 0,-1 0 0 0 0,1-1 0 0 0,0 1 0 0 0,0 0 0 0 0,0 0 0 0 0,-1-1 0 0 0,1 1 0 0 0,0 0 0 0 0,0-1 0 0 0,-1 1 0 0 0,1-1 0 0 0,0 1 0 0 0,-1-1 0 0 0,1 1 0 0 0,0-1 0 0 0,-1 1 0 0 0,1-1 0 0 0,0-1 0 0 0,0 0 19 0 0,0 0 0 0 0,-1 1 0 0 0,1-1 0 0 0,-1 0 0 0 0,1 0 0 0 0,-1 0 0 0 0,0 0 0 0 0,1 0 0 0 0,-1 0 0 0 0,0 0 0 0 0,-1-3 0 0 0,1-2 70 0 0,-1 1 0 0 0,-1-1-1 0 0,1 0 1 0 0,-1 1 0 0 0,0-1 0 0 0,-3-6 0 0 0,2 9-61 0 0,1 0 1 0 0,-1 0 0 0 0,0 0-1 0 0,0 0 1 0 0,0 0-1 0 0,0 0 1 0 0,-1 1 0 0 0,1-1-1 0 0,-1 1 1 0 0,0 0-1 0 0,0 1 1 0 0,0-1-1 0 0,-1 0 1 0 0,-7-2 0 0 0,10 4-7 0 0,0 1 1 0 0,1-1 0 0 0,-1 1 0 0 0,0 0-1 0 0,0-1 1 0 0,0 1 0 0 0,0 0 0 0 0,0 0-1 0 0,1 0 1 0 0,-1 1 0 0 0,0-1 0 0 0,0 0-1 0 0,0 1 1 0 0,0-1 0 0 0,1 1-1 0 0,-4 1 1 0 0,3 0 2 0 0,0-1 0 0 0,-1 1 0 0 0,1 0 0 0 0,0 0-1 0 0,0 0 1 0 0,0 0 0 0 0,1 0 0 0 0,-1 0 0 0 0,0 1 0 0 0,1-1-1 0 0,-1 1 1 0 0,1-1 0 0 0,-2 6 0 0 0,1-5-23 0 0,1 1 1 0 0,0 0-1 0 0,0-1 1 0 0,0 1-1 0 0,0 0 1 0 0,0 0-1 0 0,1 0 1 0 0,0 0-1 0 0,0-1 1 0 0,0 1-1 0 0,0 0 1 0 0,0 0-1 0 0,1 0 1 0 0,0 0-1 0 0,0-1 1 0 0,0 1-1 0 0,0 0 1 0 0,0-1-1 0 0,3 6 1 0 0,-2-7-7 0 0,0 1-1 0 0,0-1 1 0 0,0 0-1 0 0,0 0 1 0 0,1 0 0 0 0,-1 0-1 0 0,0 0 1 0 0,1 0 0 0 0,0-1-1 0 0,-1 1 1 0 0,1-1-1 0 0,0 0 1 0 0,-1 0 0 0 0,1 0-1 0 0,0 0 1 0 0,0 0-1 0 0,0 0 1 0 0,0-1 0 0 0,0 0-1 0 0,0 1 1 0 0,0-1 0 0 0,0 0-1 0 0,0-1 1 0 0,0 1-1 0 0,4-1 1 0 0,8-2-36 0 0,0 0 0 0 0,0-1 0 0 0,0 0 1 0 0,26-13-1 0 0,-36 15 8 0 0,0 0 0 0 0,0-1 0 0 0,0 0 1 0 0,0 0-1 0 0,-1 0 0 0 0,1-1 1 0 0,-1 1-1 0 0,0-1 0 0 0,0 0 0 0 0,0 0 1 0 0,0-1-1 0 0,-1 1 0 0 0,0-1 0 0 0,0 0 1 0 0,0 0-1 0 0,3-8 0 0 0,-6 13-21 0 0,0-1-1 0 0,1 0 1 0 0,-1 1-1 0 0,0-1 1 0 0,0 0 0 0 0,0 0-1 0 0,0 1 1 0 0,0-1-1 0 0,0 0 1 0 0,0 0-1 0 0,0 1 1 0 0,0-1-1 0 0,0 0 1 0 0,0 0-1 0 0,0 1 1 0 0,-1-1-1 0 0,1 0 1 0 0,0 0-1 0 0,0 1 1 0 0,-1-1 0 0 0,1 0-1 0 0,-1 1 1 0 0,1-1-1 0 0,0 1 1 0 0,-1-1-1 0 0,1 0 1 0 0,-1 1-1 0 0,0-1 1 0 0,-1 0-45 0 0,0 0 1 0 0,1 0-1 0 0,-1 0 1 0 0,0 1-1 0 0,0-1 1 0 0,1 0-1 0 0,-1 1 1 0 0,0 0-1 0 0,0-1 1 0 0,0 1-1 0 0,-2 0 1 0 0,-3 0-314 0 0,-1 0-1 0 0,1 1 1 0 0,0 0 0 0 0,-13 3-1 0 0,9 0-514 0 0,-1 2-153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14 920 0 0,'-3'-1'658'0'0,"0"1"0"0"0,0 0-1 0 0,0 1 1 0 0,0-1 0 0 0,0 1-1 0 0,0-1 1 0 0,0 1 0 0 0,0 0-1 0 0,0 0 1 0 0,0 0 0 0 0,0 0-1 0 0,0 1 1 0 0,1-1 0 0 0,-1 1-1 0 0,1-1 1 0 0,-1 1 0 0 0,-3 4-1 0 0,4-3-430 0 0,0-1 0 0 0,0 0-1 0 0,1 1 1 0 0,0-1 0 0 0,-1 1 0 0 0,1 0-1 0 0,0 0 1 0 0,0-1 0 0 0,1 1 0 0 0,-1 0 0 0 0,1 0-1 0 0,-1 0 1 0 0,1 0 0 0 0,0-1 0 0 0,0 7-1 0 0,1-4-196 0 0,-1 0-1 0 0,1 1 1 0 0,0-1 0 0 0,1 0-1 0 0,0 1 1 0 0,-1-1-1 0 0,2 0 1 0 0,-1 0 0 0 0,0 0-1 0 0,1-1 1 0 0,0 1-1 0 0,0 0 1 0 0,1-1 0 0 0,-1 0-1 0 0,1 0 1 0 0,0 0 0 0 0,0 0-1 0 0,0-1 1 0 0,6 4-1 0 0,0-2 56 0 0,0-1 1 0 0,0 0-1 0 0,1 0 0 0 0,-1-1 0 0 0,1-1 0 0 0,0 1 0 0 0,0-2 1 0 0,0 0-1 0 0,0 0 0 0 0,0-1 0 0 0,22-2 0 0 0,0-3 340 0 0,1-1 0 0 0,53-16 0 0 0,41-20 322 0 0,-35 12-37 0 0,134-28 0 0 0,-112 40-353 0 0,122-3-1 0 0,-162 19-321 0 0,-1 3 1 0 0,131 21-1 0 0,-74-3-1780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7370 0 0,'0'0'107'0'0,"0"-1"0"0"0,0 1 0 0 0,0 0 1 0 0,0-1-1 0 0,0 1 0 0 0,0 0 1 0 0,-1-1-1 0 0,1 1 0 0 0,0 0 0 0 0,0-1 1 0 0,0 1-1 0 0,1 0 0 0 0,-1-1 0 0 0,0 1 1 0 0,0-1-1 0 0,0 1 0 0 0,0 0 1 0 0,0-1-1 0 0,0 1 0 0 0,0 0 0 0 0,1 0 1 0 0,-1-1-1 0 0,0 1 0 0 0,0 0 0 0 0,0-1 1 0 0,1 1-1 0 0,-1 0 0 0 0,0 0 1 0 0,0-1-1 0 0,1 1 0 0 0,-1 0 0 0 0,0 0 1 0 0,1-1-1 0 0,-1 1 0 0 0,0 0 1 0 0,1 0-1 0 0,-1 0 0 0 0,0 0 0 0 0,1 0 1 0 0,-1 0-1 0 0,0 0 0 0 0,1-1 0 0 0,-1 1 1 0 0,0 0-1 0 0,1 0 0 0 0,-1 0 1 0 0,0 0-1 0 0,1 0 0 0 0,-1 1 0 0 0,1-1 1 0 0,-1 0-1 0 0,0 0 0 0 0,1 0 0 0 0,-1 0 1 0 0,0 0-1 0 0,1 0 0 0 0,-1 1 1 0 0,0-1-1 0 0,0 0 0 0 0,1 0 0 0 0,2 1 1105 0 0,0 3-430 0 0,9 9-212 0 0,-1 0-1 0 0,-1 0 0 0 0,0 2 0 0 0,-1-1 1 0 0,12 25-1 0 0,31 90 383 0 0,-33-81-859 0 0,24 48-1 0 0,-40-89-73 0 0,8 12 17 0 0,0 0 0 0 0,17 22 0 0 0,-25-37-3 0 0,0 0 0 0 0,1 0-1 0 0,-1 0 1 0 0,1 0 0 0 0,0-1-1 0 0,0 1 1 0 0,1-1 0 0 0,-1 0 0 0 0,1 0-1 0 0,-1-1 1 0 0,1 1 0 0 0,0-1-1 0 0,0 0 1 0 0,10 2 0 0 0,-10-4 3 0 0,0 0-1 0 0,0 0 1 0 0,0-1 0 0 0,0 0-1 0 0,0 0 1 0 0,0 0 0 0 0,0 0 0 0 0,-1-1-1 0 0,1 0 1 0 0,0 0 0 0 0,-1 0-1 0 0,0 0 1 0 0,1-1 0 0 0,-1 0 0 0 0,0 0-1 0 0,0 0 1 0 0,-1 0 0 0 0,1 0-1 0 0,-1-1 1 0 0,1 0 0 0 0,3-5 0 0 0,8-11-285 0 0,0-1 0 0 0,20-39 0 0 0,-33 56 183 0 0,53-96-5630 0 0,-43 81-105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18 3049 0 0,'-5'2'832'0'0,"1"0"1"0"0,-1 1 0 0 0,1-1 0 0 0,0 1 0 0 0,0 0 0 0 0,0 0-1 0 0,0 0 1 0 0,0 0 0 0 0,1 1 0 0 0,-1 0 0 0 0,1 0 0 0 0,0 0-1 0 0,0 0 1 0 0,0 0 0 0 0,1 0 0 0 0,0 1 0 0 0,-1-1-1 0 0,-1 7 1 0 0,2-3-611 0 0,1-1-1 0 0,0 0 1 0 0,0 0 0 0 0,1 11-1 0 0,0-7-178 0 0,0 1-1 0 0,2-1 0 0 0,-1 0 0 0 0,1 1 1 0 0,1-1-1 0 0,0 0 0 0 0,1-1 0 0 0,0 1 1 0 0,0-1-1 0 0,1 1 0 0 0,8 11 0 0 0,-10-18-37 0 0,-1 0-1 0 0,1-1 0 0 0,0 1 1 0 0,0-1-1 0 0,0 0 1 0 0,1 0-1 0 0,-1 0 0 0 0,1 0 1 0 0,0 0-1 0 0,-1-1 0 0 0,1 0 1 0 0,1 0-1 0 0,-1 0 1 0 0,0 0-1 0 0,0 0 0 0 0,1-1 1 0 0,-1 0-1 0 0,1 0 0 0 0,-1 0 1 0 0,1-1-1 0 0,-1 1 1 0 0,1-1-1 0 0,-1 0 0 0 0,1 0 1 0 0,-1-1-1 0 0,1 1 1 0 0,0-1-1 0 0,-1 0 0 0 0,0 0 1 0 0,7-3-1 0 0,-6 2 27 0 0,0 0 0 0 0,0 0-1 0 0,0-1 1 0 0,0 0 0 0 0,0 0 0 0 0,0 0-1 0 0,-1 0 1 0 0,0-1 0 0 0,1 0 0 0 0,-1 0 0 0 0,-1 0-1 0 0,1 0 1 0 0,-1-1 0 0 0,1 1 0 0 0,-1-1-1 0 0,0 0 1 0 0,-1 0 0 0 0,4-9 0 0 0,-3 6 42 0 0,-1 0 0 0 0,0-1 0 0 0,-1 1-1 0 0,0 0 1 0 0,0 0 0 0 0,0-1 0 0 0,-1 1 0 0 0,-1 0 0 0 0,1-1 0 0 0,-2 1 0 0 0,1 0 0 0 0,-3-8 0 0 0,2 8-48 0 0,-1 0 0 0 0,0 0 0 0 0,0 0 0 0 0,-1 1 0 0 0,0-1-1 0 0,0 1 1 0 0,0 0 0 0 0,-1 0 0 0 0,0 1 0 0 0,-1 0 0 0 0,1 0 0 0 0,-8-6 0 0 0,9 9-93 0 0,-1-1 0 0 0,1 1 1 0 0,-1 0-1 0 0,0 1 0 0 0,0-1 0 0 0,0 1 1 0 0,0 0-1 0 0,0 0 0 0 0,-1 1 0 0 0,1-1 1 0 0,0 1-1 0 0,-1 0 0 0 0,1 1 0 0 0,-1 0 1 0 0,0-1-1 0 0,1 2 0 0 0,-1-1 0 0 0,-10 2 1 0 0,-4 5-1504 0 0,3 3-3281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7834 0 0,'4'25'6536'0'0,"-3"-9"-6474"0"0,1-1-1 0 0,0 1 1 0 0,8 26-1 0 0,-7-37-45 0 0,0 0-1 0 0,0 0 0 0 0,0-1 0 0 0,1 1 0 0 0,-1-1 0 0 0,1 0 1 0 0,0 0-1 0 0,0 0 0 0 0,1 0 0 0 0,-1-1 0 0 0,1 0 0 0 0,0 0 0 0 0,0 0 1 0 0,0 0-1 0 0,0-1 0 0 0,0 0 0 0 0,0 0 0 0 0,1 0 0 0 0,-1 0 1 0 0,1-1-1 0 0,-1 0 0 0 0,1 0 0 0 0,0-1 0 0 0,-1 0 0 0 0,11 0 0 0 0,-11 0 69 0 0,-1-1 0 0 0,1 1-1 0 0,-1-1 1 0 0,1 0-1 0 0,-1 0 1 0 0,1 0-1 0 0,-1-1 1 0 0,1 0-1 0 0,-1 1 1 0 0,0-2-1 0 0,0 1 1 0 0,0 0 0 0 0,0-1-1 0 0,0 0 1 0 0,-1 0-1 0 0,1 0 1 0 0,-1 0-1 0 0,0 0 1 0 0,0-1-1 0 0,0 1 1 0 0,0-1-1 0 0,0 0 1 0 0,-1 0-1 0 0,0 0 1 0 0,0 0 0 0 0,0 0-1 0 0,0-1 1 0 0,-1 1-1 0 0,1-1 1 0 0,-1 1-1 0 0,0-7 1 0 0,0 5-1 0 0,-1 1 0 0 0,-1-1 1 0 0,1 0-1 0 0,-1 1 0 0 0,0-1 1 0 0,0 0-1 0 0,-1 1 0 0 0,1-1 1 0 0,-1 1-1 0 0,-1 0 0 0 0,1 0 1 0 0,-1-1-1 0 0,0 2 0 0 0,0-1 1 0 0,0 0-1 0 0,-7-7 0 0 0,8 10-79 0 0,0 0 1 0 0,0 0-1 0 0,0 0 0 0 0,0 0 1 0 0,0 1-1 0 0,0-1 0 0 0,0 1 1 0 0,-1-1-1 0 0,1 1 0 0 0,-1 0 1 0 0,1 0-1 0 0,-1 0 0 0 0,1 0 1 0 0,-1 1-1 0 0,1-1 0 0 0,-1 1 1 0 0,0-1-1 0 0,1 1 0 0 0,-1 0 1 0 0,0 0-1 0 0,0 0 0 0 0,1 0 1 0 0,-1 1-1 0 0,0-1 0 0 0,1 1 1 0 0,-1-1-1 0 0,1 1 0 0 0,-1 0 1 0 0,1 0-1 0 0,-1 0 0 0 0,1 0 1 0 0,-1 1-1 0 0,1-1 0 0 0,0 1 1 0 0,0-1-1 0 0,-4 4 0 0 0,1 2-717 0 0,1 0-222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3681 0 0,'0'9'9322'0'0,"3"2"-9288"0"0,0 0 0 0 0,1 0 0 0 0,1 0 1 0 0,0-1-1 0 0,0 1 0 0 0,1-1 0 0 0,1-1 0 0 0,0 1 1 0 0,0-1-1 0 0,0 0 0 0 0,1-1 0 0 0,0 0 0 0 0,1 0 1 0 0,0-1-1 0 0,0 0 0 0 0,18 10 0 0 0,-5-8-4904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210 154 5529 0 0,'-3'0'310'0'0,"0"-1"1"0"0,0 0-1 0 0,0 1 0 0 0,0-1 1 0 0,0 1-1 0 0,0 0 0 0 0,0 0 1 0 0,0 0-1 0 0,0 1 0 0 0,0-1 0 0 0,0 1 1 0 0,0-1-1 0 0,0 1 0 0 0,-4 2 1 0 0,-40 19 2680 0 0,36-14-2695 0 0,0 0-1 0 0,0 1 1 0 0,1 0 0 0 0,0 0-1 0 0,-8 12 1 0 0,13-15-218 0 0,0 1-1 0 0,0 0 1 0 0,1-1 0 0 0,0 2 0 0 0,0-1-1 0 0,1 0 1 0 0,0 1 0 0 0,0-1-1 0 0,-3 16 1 0 0,6-20-80 0 0,0-1 0 0 0,-1 1-1 0 0,1 0 1 0 0,0 0 0 0 0,0 0 0 0 0,0 0-1 0 0,1-1 1 0 0,-1 1 0 0 0,1 0-1 0 0,0 0 1 0 0,0 0 0 0 0,-1-1 0 0 0,2 1-1 0 0,-1-1 1 0 0,0 1 0 0 0,1-1 0 0 0,-1 1-1 0 0,1-1 1 0 0,-1 1 0 0 0,1-1 0 0 0,0 0-1 0 0,0 0 1 0 0,0 0 0 0 0,0 0 0 0 0,1-1-1 0 0,-1 1 1 0 0,0 0 0 0 0,1-1 0 0 0,-1 0-1 0 0,1 1 1 0 0,0-1 0 0 0,-1 0 0 0 0,1-1-1 0 0,3 2 1 0 0,0-1-176 0 0,0 1-1 0 0,-1-1 1 0 0,1-1-1 0 0,0 1 1 0 0,0-1-1 0 0,0 0 0 0 0,0 0 1 0 0,0-1-1 0 0,-1 1 1 0 0,1-2-1 0 0,0 1 1 0 0,0 0-1 0 0,-1-1 1 0 0,1 0-1 0 0,8-5 1 0 0,-8 4-94 0 0,-1-1 0 0 0,1 0 0 0 0,-1 0 0 0 0,0-1 1 0 0,-1 1-1 0 0,1-1 0 0 0,-1 0 0 0 0,0 0 0 0 0,0-1 1 0 0,0 1-1 0 0,-1-1 0 0 0,0 0 0 0 0,4-8 0 0 0,-4 5 280 0 0,0-1 0 0 0,-1 1 0 0 0,0-1 0 0 0,-1 0 0 0 0,0 0 0 0 0,0 0 0 0 0,-1 0 0 0 0,-1-10 0 0 0,-4-14 2230 0 0,-2 0-1 0 0,-1 0 1 0 0,-24-64 0 0 0,31 96-2067 0 0,-7-16 1563 0 0,7 24-300 0 0,6 33-265 0 0,-4-35-1271 0 0,6 30 30 0 0,1-1-1 0 0,2 0 0 0 0,1 0 1 0 0,1-1-1 0 0,2 0 1 0 0,23 38-1 0 0,-19-42-716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1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50 149 6337 0 0,'-10'-10'680'0'0,"9"9"-808"0"0,-1 0 0 0 0,1 0 0 0 0,0 0 0 0 0,-1 0 1 0 0,1 0-1 0 0,0 0 0 0 0,0 0 0 0 0,0 0 0 0 0,0-1 1 0 0,0 1-1 0 0,0 0 0 0 0,0 0 0 0 0,0-1 1 0 0,1 1-1 0 0,-1-1 0 0 0,0 1 0 0 0,1-1 0 0 0,-1 1 1 0 0,1-1-1 0 0,-1-1 0 0 0,2 3 115 0 0,-1-1 0 0 0,0 1 0 0 0,0-1 1 0 0,0 1-1 0 0,0-1 0 0 0,0 1 0 0 0,0 0 0 0 0,0-1 0 0 0,0 1 1 0 0,-1-1-1 0 0,1 1 0 0 0,0 0 0 0 0,0-1 0 0 0,0 1 0 0 0,0-1 1 0 0,0 1-1 0 0,-1 0 0 0 0,1-1 0 0 0,0 1 0 0 0,0 0 1 0 0,-1-1-1 0 0,1 1 0 0 0,0 0 0 0 0,0-1 0 0 0,-1 1 0 0 0,1 0 1 0 0,0 0-1 0 0,-1-1 0 0 0,1 1 0 0 0,-1 0 0 0 0,1 0 0 0 0,0 0 1 0 0,-1-1-1 0 0,1 1 0 0 0,-1 0 0 0 0,1 0 0 0 0,0 0 0 0 0,-12-5 4688 0 0,13 0-4262 0 0,-2 3-280 0 0,1 1-66 0 0,0-1-1 0 0,0 1 1 0 0,0-1-1 0 0,-1 1 1 0 0,1 0 0 0 0,1-1-1 0 0,-1 1 1 0 0,0-1-1 0 0,0 1 1 0 0,0 0 0 0 0,1-1-1 0 0,-1 1 1 0 0,1 0-1 0 0,1-3 348 0 0,13 33 3680 0 0,21 41-2887 0 0,-26-49-1220 0 0,0-1 1 0 0,0 0 0 0 0,2 0 0 0 0,1-1 0 0 0,0-1 0 0 0,25 26-1 0 0,-38-43 0 0 0,1 0 0 0 0,-1-1 1 0 0,1 1-1 0 0,0 0 0 0 0,0-1 0 0 0,-1 1 0 0 0,1-1 0 0 0,0 1 0 0 0,0-1 0 0 0,0 1 0 0 0,-1-1 0 0 0,1 1 0 0 0,0-1 0 0 0,0 0 0 0 0,0 1 0 0 0,0-1 0 0 0,0 0 0 0 0,0 0 0 0 0,0 0 1 0 0,0 0-1 0 0,0 0 0 0 0,0 0 0 0 0,-1 0 0 0 0,1 0 0 0 0,0 0 0 0 0,0 0 0 0 0,1-1 0 0 0,-1 0 12 0 0,1 0 0 0 0,-1 0 0 0 0,0 0 0 0 0,0 0 0 0 0,-1 0 1 0 0,1 0-1 0 0,0-1 0 0 0,0 1 0 0 0,0 0 0 0 0,-1-1 0 0 0,1 1 0 0 0,-1 0 0 0 0,1-1 0 0 0,-1 1 0 0 0,1-3 0 0 0,1-9 112 0 0,0 1-1 0 0,-1-1 0 0 0,-1-14 0 0 0,0 23-63 0 0,-1-25 230 0 0,0 1 1 0 0,-7-31-1 0 0,6 45-239 0 0,-1 1 0 0 0,-1 0 0 0 0,0 0 0 0 0,-1 0 0 0 0,0 1 0 0 0,-11-19 0 0 0,16 30-40 0 0,-1 0 1 0 0,0-1 0 0 0,0 1 0 0 0,1 0 0 0 0,-1 0-1 0 0,0 0 1 0 0,0 0 0 0 0,0 0 0 0 0,0 0 0 0 0,0 1-1 0 0,0-1 1 0 0,-1 0 0 0 0,1 0 0 0 0,0 1 0 0 0,0-1-1 0 0,-2 0 1 0 0,2 1 23 0 0,0 0 0 0 0,0 0 0 0 0,1 0 0 0 0,-1 0 0 0 0,0 0-1 0 0,0 0 1 0 0,1 0 0 0 0,-1 0 0 0 0,0 1 0 0 0,1-1 0 0 0,-1 0 0 0 0,0 0 0 0 0,1 1 0 0 0,-1-1 0 0 0,0 0-1 0 0,1 1 1 0 0,-1-1 0 0 0,0 1 0 0 0,1-1 0 0 0,-1 1 0 0 0,0 0 0 0 0,0 1-2 0 0,-1 0 1 0 0,1 0-1 0 0,0 0 1 0 0,0 0-1 0 0,0 1 1 0 0,0-1-1 0 0,0 0 1 0 0,0 0-1 0 0,0 1 1 0 0,1-1-1 0 0,0 0 1 0 0,-1 1-1 0 0,1-1 1 0 0,0 1-1 0 0,0-1 1 0 0,1 5-1 0 0,0 1-62 0 0,1-1-1 0 0,0 1 1 0 0,1-1 0 0 0,0 1-1 0 0,0-1 1 0 0,0 0 0 0 0,1 0-1 0 0,0-1 1 0 0,6 8 0 0 0,-9-13 24 0 0,0 1 0 0 0,0-1 0 0 0,0 1 0 0 0,1-1 0 0 0,-1 1 0 0 0,0-1-1 0 0,1 0 1 0 0,-1 0 0 0 0,1 0 0 0 0,-1 0 0 0 0,1 0 0 0 0,0 0 0 0 0,-1 0 0 0 0,1-1 0 0 0,0 1 0 0 0,0 0 0 0 0,0-1 0 0 0,-1 0 0 0 0,1 1 0 0 0,0-1 0 0 0,0 0 0 0 0,0 0 0 0 0,0 0 0 0 0,0 0 0 0 0,0 0 0 0 0,-1 0 0 0 0,1-1 0 0 0,0 1 0 0 0,0-1 0 0 0,0 1 0 0 0,0-1 0 0 0,-1 0 0 0 0,1 1 0 0 0,0-1-1 0 0,-1 0 1 0 0,1 0 0 0 0,-1 0 0 0 0,1-1 0 0 0,-1 1 0 0 0,1 0 0 0 0,-1 0 0 0 0,2-3 0 0 0,-2 3-114 0 0,0 0 0 0 0,-1 0 0 0 0,1 0 0 0 0,0 1 0 0 0,0-1 0 0 0,-1 0 0 0 0,1-1-1 0 0,-1 1 1 0 0,1 0 0 0 0,-1 0 0 0 0,0 0 0 0 0,1 0 0 0 0,-1 0 0 0 0,0 0 0 0 0,0 0 0 0 0,1-1 0 0 0,-1 1-1 0 0,0 0 1 0 0,0-2 0 0 0,-2-2-949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129 188 1376 0 0,'-2'-1'42'0'0,"0"0"-1"0"0,0 1 0 0 0,0-1 1 0 0,0 0-1 0 0,0 1 0 0 0,0 0 1 0 0,0 0-1 0 0,0-1 0 0 0,0 1 1 0 0,0 0-1 0 0,0 1 0 0 0,0-1 1 0 0,0 0-1 0 0,0 1 0 0 0,0-1 1 0 0,0 1-1 0 0,-3 1 0 0 0,0 0 127 0 0,0 0-1 0 0,1 1 0 0 0,-1 0 0 0 0,1 0 0 0 0,-1 0 0 0 0,-6 8 0 0 0,5-6 201 0 0,1 1 0 0 0,0 0 0 0 0,0 0 0 0 0,0 1 0 0 0,1 0 1 0 0,0-1-1 0 0,0 1 0 0 0,1 1 0 0 0,-5 11 0 0 0,8-18-276 0 0,0-1 1 0 0,-1 1-1 0 0,1 0 1 0 0,0-1-1 0 0,0 1 1 0 0,0 0-1 0 0,0-1 1 0 0,-1 1-1 0 0,1-1 1 0 0,0 1-1 0 0,0 0 1 0 0,0-1-1 0 0,0 1 1 0 0,1 0-1 0 0,-1-1 1 0 0,0 1-1 0 0,0 0 1 0 0,0-1-1 0 0,0 1 1 0 0,1 0-1 0 0,-1-1 1 0 0,0 1-1 0 0,0-1 1 0 0,1 1-1 0 0,-1-1 1 0 0,1 1-1 0 0,-1-1 1 0 0,0 1-1 0 0,1-1 1 0 0,-1 1-1 0 0,1-1 1 0 0,-1 1-1 0 0,1-1 1 0 0,0 0-1 0 0,-1 1 1 0 0,1-1-1 0 0,-1 0 1 0 0,1 1-1 0 0,-1-1 1 0 0,1 0-1 0 0,0 0 1 0 0,-1 0-1 0 0,1 0 1 0 0,0 1-1 0 0,-1-1 1 0 0,1 0-1 0 0,0 0 1 0 0,-1 0-1 0 0,1 0 1 0 0,0-1-1 0 0,-1 1 1 0 0,1 0-1 0 0,0 0 1 0 0,-1 0-1 0 0,1 0 1 0 0,-1-1-1 0 0,1 1 1 0 0,0 0-1 0 0,-1-1 1 0 0,1 1-1 0 0,-1 0 1 0 0,1-1-1 0 0,1 0 2 0 0,0 0-1 0 0,0 0 0 0 0,0 1 1 0 0,0-1-1 0 0,-1-1 0 0 0,1 1 1 0 0,-1 0-1 0 0,1 0 0 0 0,0-1 0 0 0,-1 1 1 0 0,0 0-1 0 0,1-1 0 0 0,-1 0 1 0 0,0 1-1 0 0,0-1 0 0 0,0 0 1 0 0,0 1-1 0 0,0-1 0 0 0,0 0 1 0 0,-1 0-1 0 0,2-3 0 0 0,-2 4-80 0 0,0 0-1 0 0,0 0 1 0 0,0 0-1 0 0,0 0 1 0 0,0 0-1 0 0,0 1 1 0 0,0-1-1 0 0,-1 0 0 0 0,1 0 1 0 0,0 0-1 0 0,0 0 1 0 0,-1 0-1 0 0,1 1 1 0 0,-1-1-1 0 0,1 0 1 0 0,0 0-1 0 0,-1 0 1 0 0,0 1-1 0 0,1-1 1 0 0,-1 0-1 0 0,1 1 1 0 0,-1-1-1 0 0,0 1 1 0 0,1-1-1 0 0,-1 0 1 0 0,0 1-1 0 0,0 0 1 0 0,0-1-1 0 0,1 1 1 0 0,-1-1-1 0 0,0 1 1 0 0,0 0-1 0 0,0 0 0 0 0,0-1 1 0 0,0 1-1 0 0,1 0 1 0 0,-1 0-1 0 0,0 0 1 0 0,0 0-1 0 0,0 0 1 0 0,0 0-1 0 0,-1 1 1 0 0,0-1 33 0 0,0 0-1 0 0,1 0 1 0 0,-1-1 0 0 0,1 1 0 0 0,-1 0 0 0 0,0 0 0 0 0,1-1 0 0 0,-1 1-1 0 0,1-1 1 0 0,-1 0 0 0 0,1 1 0 0 0,-1-1 0 0 0,1 0 0 0 0,-3-2-1 0 0,34-9 2812 0 0,209-37-2857 0 0,-156 34 0 0 0,708-123 1182 0 0,-733 128-1172 0 0,-17 2-10 0 0,80-4 0 0 0,-118 12-128 0 0,-1 0 20 0 0,0-1 1 0 0,0 1-1 0 0,0 0 0 0 0,0 0 1 0 0,1 0-1 0 0,-1 1 1 0 0,0-1-1 0 0,0 0 0 0 0,0 1 1 0 0,0 0-1 0 0,0-1 1 0 0,0 1-1 0 0,0 0 0 0 0,-1 0 1 0 0,1 0-1 0 0,3 2 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5065 0 0,'39'1'1435'0'0,"38"-2"962"0"0,141-34 1015 0 0,-14 2-2573 0 0,-58 19-3833 0 0,-113 11-799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11 6417 0 0,'-7'4'11691'0'0,"8"-5"-11701"0"0,17-9 492 0 0,-17 9-416 0 0,0 1 0 0 0,0-1 0 0 0,-1 1 0 0 0,1 0 0 0 0,0-1 0 0 0,0 1 0 0 0,-1 0 0 0 0,1 0 0 0 0,0 0-1 0 0,0 0 1 0 0,0-1 0 0 0,-1 1 0 0 0,1 0 0 0 0,0 0 0 0 0,0 1 0 0 0,0-1 0 0 0,0 0 0 0 0,-1 0 0 0 0,1 0 0 0 0,0 0 0 0 0,0 1 0 0 0,-1-1-1 0 0,1 0 1 0 0,1 1 0 0 0,-1 0-191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1464 0 0,'0'2'4093'0'0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39 2761 0 0,'33'-16'3992'0'0,"-29"16"-3765"0"0,0-1-1 0 0,0 1 1 0 0,0 0-1 0 0,0 0 0 0 0,0 0 1 0 0,0 1-1 0 0,0-1 1 0 0,0 1-1 0 0,0 0 0 0 0,6 2 1 0 0,24 4 507 0 0,210 3 3320 0 0,-144-5-3499 0 0,-93-4-660 0 0,1-1 0 0 0,0 0-1 0 0,-1-1 1 0 0,1 0 0 0 0,0 0 0 0 0,-1-1-1 0 0,1 0 1 0 0,-1 0 0 0 0,1-1-1 0 0,-1 0 1 0 0,0 0 0 0 0,0 0 0 0 0,-1-1-1 0 0,11-8 1 0 0,-10-2-4475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0,'0'0'191'0'0,"26"21"6501"0"0,-22-17-6385 0 0,-1-1 1 0 0,1 0-1 0 0,0-1 0 0 0,0 1 1 0 0,0 0-1 0 0,1-1 1 0 0,-1 0-1 0 0,1 0 1 0 0,-1 0-1 0 0,1-1 1 0 0,-1 0-1 0 0,1 0 0 0 0,0 0 1 0 0,6 1-1 0 0,-34-12-8504 0 0,3-5 5508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8.5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49 6449 0 0,'-1'-2'147'0'0,"0"1"0"0"0,0 0-1 0 0,-1-1 1 0 0,1 1 0 0 0,0 0-1 0 0,0-1 1 0 0,1 0 0 0 0,-1 1-1 0 0,0-1 1 0 0,0 1 0 0 0,1-1-1 0 0,-1 0 1 0 0,1 0 0 0 0,-1-3-1 0 0,1 4 198 0 0,0 0 0 0 0,0-1-1 0 0,-1 1 1 0 0,1 0 0 0 0,0-1-1 0 0,-1 1 1 0 0,1 0 0 0 0,-1 0-1 0 0,0-1 1 0 0,1 1 0 0 0,-1 0-1 0 0,0 0 1 0 0,1 0 0 0 0,-1 0-1 0 0,0 0 1 0 0,0 0 0 0 0,-1-1-1 0 0,1 2-236 0 0,1 0-1 0 0,0 0 1 0 0,-1 0 0 0 0,1 0-1 0 0,-1 0 1 0 0,1 0 0 0 0,0 0-1 0 0,-1 0 1 0 0,1 1 0 0 0,-1-1-1 0 0,1 0 1 0 0,0 0 0 0 0,-1 0-1 0 0,1 0 1 0 0,0 1 0 0 0,-1-1-1 0 0,1 0 1 0 0,0 0 0 0 0,-1 1-1 0 0,1-1 1 0 0,0 0 0 0 0,0 0-1 0 0,-1 1 1 0 0,1-1 0 0 0,0 0-1 0 0,0 1 1 0 0,0-1 0 0 0,-1 1-1 0 0,1-1 1 0 0,0 0 0 0 0,0 1-1 0 0,0-1 1 0 0,0 0 0 0 0,0 1-1 0 0,0-1 1 0 0,0 1 0 0 0,-5 19 553 0 0,4-17-378 0 0,-5 40 176 0 0,2-1-1 0 0,3 85 1 0 0,2-92-408 0 0,6 175 54 0 0,54 321-1 0 0,-51-471-129 0 0,24 118-1155 0 0,-27-152 2 0 0,1 0-1 0 0,17 34 1 0 0,-13-38-315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2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790 171 3225 0 0,'-1'-10'531'0'0,"-1"1"0"0"0,1 0 0 0 0,-1 0-1 0 0,-1 0 1 0 0,0 0 0 0 0,0 1 0 0 0,-1-1 0 0 0,0 1 0 0 0,0-1 0 0 0,-1 1 0 0 0,0 1 0 0 0,0-1 0 0 0,-1 1 0 0 0,0 0 0 0 0,-10-10 0 0 0,11 14-247 0 0,-1-1-1 0 0,1 1 1 0 0,-1 0 0 0 0,0 1-1 0 0,0-1 1 0 0,0 1 0 0 0,0 0-1 0 0,0 0 1 0 0,0 1 0 0 0,0 0-1 0 0,0 0 1 0 0,-1 1 0 0 0,1-1-1 0 0,0 1 1 0 0,-1 1 0 0 0,1-1-1 0 0,0 1 1 0 0,-1 0 0 0 0,1 0-1 0 0,-9 4 1 0 0,-1 0 93 0 0,0 1 0 0 0,0 1 0 0 0,0 0 0 0 0,1 1-1 0 0,0 0 1 0 0,-19 15 0 0 0,6 0-186 0 0,2 2 0 0 0,0 0 0 0 0,1 2 0 0 0,2 1 0 0 0,1 0 0 0 0,1 2 0 0 0,-26 49 0 0 0,12-10-176 0 0,3 2 0 0 0,-34 109-1 0 0,40-95-2 0 0,3 1 0 0 0,4 1-1 0 0,4 0 1 0 0,-6 117-1 0 0,20-158-13 0 0,3 1 0 0 0,1 0 1 0 0,19 89-1 0 0,-13-102 2 0 0,1-1 0 0 0,1 0 1 0 0,2-1-1 0 0,2-1 1 0 0,0 0-1 0 0,22 31 1 0 0,-14-30-47 0 0,2 0 0 0 0,2-2 0 0 0,1-1 0 0 0,1-1 1 0 0,1-1-1 0 0,1-2 0 0 0,2-1 0 0 0,0-2 0 0 0,1-1 0 0 0,2-1 1 0 0,0-2-1 0 0,0-2 0 0 0,2-2 0 0 0,65 17 0 0 0,-63-21 3 0 0,1-2 0 0 0,0-2 0 0 0,0-2-1 0 0,0-2 1 0 0,0-1 0 0 0,49-7 0 0 0,-56 2 14 0 0,-1-1 0 0 0,0-2 0 0 0,0-2 0 0 0,-1-1 0 0 0,0-1 0 0 0,-1-2 0 0 0,56-31 0 0 0,-62 27 35 0 0,-1 0-1 0 0,0-1 1 0 0,-2-2 0 0 0,0 0-1 0 0,-1-2 1 0 0,-2 0 0 0 0,0-1-1 0 0,-1-1 1 0 0,19-33 0 0 0,-10 6 99 0 0,-1-1 0 0 0,-3 0 0 0 0,31-106 1 0 0,-39 96 67 0 0,-3-1 1 0 0,-3 0 0 0 0,-2-1-1 0 0,-3 0 1 0 0,-4 0 0 0 0,-1 0-1 0 0,-15-85 1 0 0,9 106-151 0 0,-1 1 0 0 0,-3 1 1 0 0,-1 0-1 0 0,-28-63 0 0 0,28 78-24 0 0,-1 0 0 0 0,-2 1-1 0 0,0 1 1 0 0,-1 1 0 0 0,-2 0 0 0 0,0 1 0 0 0,-40-36 0 0 0,40 44 1 0 0,0 1 0 0 0,-1 1 0 0 0,-1 0 0 0 0,0 2 0 0 0,0 0 0 0 0,-1 1 0 0 0,-24-6 0 0 0,17 7 0 0 0,1 1 0 0 0,-1 1 0 0 0,-1 2 0 0 0,1 1 0 0 0,-35 1 0 0 0,53 2-14 0 0,1 0 1 0 0,-1 1-1 0 0,1 1 1 0 0,-1 0-1 0 0,1 0 0 0 0,0 1 1 0 0,0 0-1 0 0,0 0 1 0 0,0 1-1 0 0,0 0 0 0 0,1 1 1 0 0,0 0-1 0 0,0 0 1 0 0,0 1-1 0 0,-9 8 1 0 0,8-5-204 0 0,1 1 0 0 0,0-1 0 0 0,1 2 0 0 0,-1-1 0 0 0,2 1 0 0 0,0 0 0 0 0,0 1 0 0 0,1-1 0 0 0,0 1 0 0 0,1 0 0 0 0,-2 13 0 0 0,-4 19-1938 0 0,1 4-4384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9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330 183 1840 0 0,'-5'-44'1306'0'0,"4"33"1079"0"0,0 0-1 0 0,0 0 1 0 0,-9-18 3559 0 0,10 29-5887 0 0,-6 10 1325 0 0,-2 11-277 0 0,-56 334 758 0 0,43-210-3134 0 0,19-136 942 0 0,-4 38-1776 0 0,6-45 1813 0 0,0 0 1 0 0,0 0-1 0 0,0 0 0 0 0,0 0 1 0 0,0-1-1 0 0,1 1 0 0 0,-1 0 1 0 0,0 0-1 0 0,1-1 0 0 0,0 1 0 0 0,-1 0 1 0 0,1-1-1 0 0,0 1 0 0 0,0 0 1 0 0,0-1-1 0 0,0 1 0 0 0,0-1 1 0 0,0 1-1 0 0,0-1 0 0 0,0 0 1 0 0,2 2-1 0 0,-2-3 243 0 0,0 0-1 0 0,0 1 1 0 0,0-1-1 0 0,-1 0 1 0 0,1 0-1 0 0,0 0 1 0 0,0 0 0 0 0,0 0-1 0 0,0 0 1 0 0,0 0-1 0 0,0 0 1 0 0,-1 0-1 0 0,1-1 1 0 0,0 1 0 0 0,0 0-1 0 0,0-1 1 0 0,0 1-1 0 0,-1 0 1 0 0,1-1 0 0 0,0 1-1 0 0,0-1 1 0 0,-1 1-1 0 0,1-1 1 0 0,0 1-1 0 0,-1-1 1 0 0,1 0 0 0 0,0 1-1 0 0,-1-1 1 0 0,1 0-1 0 0,-1 0 1 0 0,1 1 0 0 0,-1-1-1 0 0,0 0 1 0 0,1 0-1 0 0,-1 0 1 0 0,0 1-1 0 0,1-1 1 0 0,-1-1 0 0 0,13-34 113 0 0,-8 11-116 0 0,-2 0 1 0 0,0 0-1 0 0,-1-1 1 0 0,-2 1-1 0 0,0 0 1 0 0,-5-30-1 0 0,-36-149-247 0 0,22 123 123 0 0,16 67 97 0 0,2-1 1 0 0,0 1 0 0 0,0-1 0 0 0,3-19-1 0 0,-6-11 8339 0 0,3 45-8173 0 0,-11 11 3025 0 0,-10 27-2185 0 0,-20 48 0 0 0,30-56-1015 0 0,-2-1-1 0 0,-2 0 1 0 0,0-1-1 0 0,-34 43 0 0 0,37-57-193 0 0,11-13 80 0 0,3-4-25 0 0,18-25-663 0 0,-6 9 596 0 0,46-78-364 0 0,46-69-581 0 0,-102 161 1355 0 0,0 1 0 0 0,0 0 1 0 0,0 0-1 0 0,1 0 0 0 0,-1 1 1 0 0,1-1-1 0 0,0 1 1 0 0,0 0-1 0 0,0 0 0 0 0,5-3 1 0 0,-7 6-67 0 0,0-1 1 0 0,0 1 0 0 0,0-1-1 0 0,0 1 1 0 0,0 0-1 0 0,0 0 1 0 0,0 0-1 0 0,0 0 1 0 0,1 0 0 0 0,-1 0-1 0 0,0 0 1 0 0,0 1-1 0 0,0-1 1 0 0,0 1 0 0 0,-1-1-1 0 0,1 1 1 0 0,0 0-1 0 0,0 0 1 0 0,0 0-1 0 0,0 0 1 0 0,-1 0 0 0 0,1 0-1 0 0,0 1 1 0 0,-1-1-1 0 0,1 0 1 0 0,-1 1 0 0 0,2 2-1 0 0,94 105 1186 0 0,-54-58-7417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0.3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 65 1840 0 0,'-2'-3'272'0'0,"0"1"-1"0"0,1-1 0 0 0,-1 0 0 0 0,1 0 1 0 0,0 0-1 0 0,-1-1 0 0 0,2 1 1 0 0,-2-5-1 0 0,1 7 165 0 0,1-1 0 0 0,-1 0 0 0 0,1 1 1 0 0,0-1-1 0 0,0 0 0 0 0,-1 0 0 0 0,1 0 0 0 0,0 1 1 0 0,1-1-1 0 0,-1 0 0 0 0,0 0 0 0 0,0 1 0 0 0,1-1 1 0 0,-1 0-1 0 0,1 0 0 0 0,1-2 0 0 0,-1 4-287 0 0,-1 0-1 0 0,1 0 0 0 0,-1 1 1 0 0,1-1-1 0 0,-1 0 0 0 0,1 1 1 0 0,-1-1-1 0 0,1 0 1 0 0,-1 1-1 0 0,1-1 0 0 0,-1 1 1 0 0,1-1-1 0 0,-1 1 0 0 0,0-1 1 0 0,1 1-1 0 0,-1-1 1 0 0,0 1-1 0 0,1-1 0 0 0,-1 1 1 0 0,0 0-1 0 0,0-1 0 0 0,0 1 1 0 0,1-1-1 0 0,-1 1 1 0 0,0 0-1 0 0,0-1 0 0 0,0 1 1 0 0,0 0-1 0 0,6 20 1176 0 0,11 97 1704 0 0,-7-38-2433 0 0,5 33-1674 0 0,-10-37-2974 0 0,-5-51-1840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196 123 2304 0 0,'-5'-3'314'0'0,"0"0"-1"0"0,-1 0 0 0 0,1 1 1 0 0,0 0-1 0 0,-1 0 0 0 0,0 1 1 0 0,1-1-1 0 0,-1 1 0 0 0,0 1 0 0 0,0-1 1 0 0,0 1-1 0 0,1 0 0 0 0,-1 0 1 0 0,0 0-1 0 0,0 1 0 0 0,-6 1 0 0 0,4 0-78 0 0,0 0-1 0 0,0 1 1 0 0,0 0-1 0 0,1 0 1 0 0,-1 0 0 0 0,1 1-1 0 0,0 0 1 0 0,0 1-1 0 0,0 0 1 0 0,-11 10-1 0 0,47-14 404 0 0,34-13 612 0 0,0 3 1 0 0,1 3-1 0 0,117 4 1 0 0,-107 3-558 0 0,119-15 1 0 0,73-30 192 0 0,360-25-277 0 0,-266 69-609 0 0,-65 3 0 0 0,-267-4 0 0 0,203-1 7 0 0,-180 4-13 0 0,-1 3 1 0 0,76 15 0 0 0,-81-4-24 0 0,-38-13-150 0 0,0 0 0 0 0,0 0-1 0 0,0-1 1 0 0,1 0 0 0 0,-1 0 0 0 0,0 0 0 0 0,1-1 0 0 0,-1 0 0 0 0,1-1 0 0 0,10 0 0 0 0,-9-3-1126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7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42 4145 0 0,'-1'-3'243'0'0,"1"1"-1"0"0,-1-1 1 0 0,1 0-1 0 0,-1 0 1 0 0,1 1 0 0 0,0-1-1 0 0,0 0 1 0 0,1 0 0 0 0,-1 1-1 0 0,1-4 1 0 0,4-2 3161 0 0,3 21-762 0 0,-6-8-1884 0 0,3 17 194 0 0,0 1-1 0 0,-1 0 1 0 0,-1 0 0 0 0,0 27 0 0 0,-6 103 863 0 0,0-67-1349 0 0,-3 47-548 0 0,2 93-2407 0 0,6-183-135 0 0,11 62 0 0 0,-8-78 1492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2.4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2 3225 0 0,'5'-2'11338'0'0,"-9"11"-11028"0"0,-34 109 3160 0 0,33-101-3297 0 0,2 1 0 0 0,0-1-1 0 0,1 0 1 0 0,1 1 0 0 0,1 24 0 0 0,1-39-176 0 0,-1 0-1 0 0,1 0 1 0 0,-1 0-1 0 0,1 0 1 0 0,0 0-1 0 0,0-1 1 0 0,1 1-1 0 0,-1 0 1 0 0,1-1-1 0 0,-1 1 1 0 0,1-1-1 0 0,0 1 1 0 0,0-1 0 0 0,-1 0-1 0 0,2 0 1 0 0,-1 0-1 0 0,0 0 1 0 0,0 0-1 0 0,1 0 1 0 0,-1-1-1 0 0,1 1 1 0 0,-1-1-1 0 0,1 0 1 0 0,0 0-1 0 0,0 0 1 0 0,-1 0-1 0 0,5 1 1 0 0,9 2-25 0 0,1-1 0 0 0,0-1 0 0 0,29 1 0 0 0,-13-1 13 0 0,-13-1 15 0 0,-13-1 0 0 0,0 1 0 0 0,0-1 0 0 0,0 1 0 0 0,-1 0 0 0 0,1 0 0 0 0,0 1 0 0 0,8 3 0 0 0,-15-4 0 0 0,1-1 0 0 0,-1 1 0 0 0,0-1 0 0 0,0 1 0 0 0,1 0 0 0 0,-1-1 0 0 0,0 1 0 0 0,0 0 0 0 0,0-1 0 0 0,0 1 0 0 0,1 0 0 0 0,-1-1 0 0 0,0 1 0 0 0,0 0 0 0 0,0 0 0 0 0,-1-1 0 0 0,1 1 0 0 0,0 0 0 0 0,0-1 0 0 0,0 1 0 0 0,0 0 0 0 0,-1-1 0 0 0,1 1 0 0 0,0-1 0 0 0,-1 1 0 0 0,1 0 0 0 0,0-1 0 0 0,-1 1 0 0 0,1-1 0 0 0,-1 1 0 0 0,1-1 0 0 0,-2 1 0 0 0,-18 25 0 0 0,16-22 0 0 0,-63 70 37 0 0,-26 31 71 0 0,81-90-97 0 0,1 1-1 0 0,1 0 1 0 0,0 1-1 0 0,1 0 1 0 0,-7 20-1 0 0,15-36-14 0 0,0 1 0 0 0,1 0 0 0 0,-1 0 0 0 0,1-1 0 0 0,-1 1 0 0 0,1 0 0 0 0,-1 0 0 0 0,1 0 0 0 0,0 0 0 0 0,0-1 0 0 0,0 1 0 0 0,0 0 0 0 0,0 0 0 0 0,1 0 0 0 0,-1 0 0 0 0,0 0 1 0 0,1-1-1 0 0,0 1 0 0 0,-1 0 0 0 0,1 0 0 0 0,0-1 0 0 0,0 1 0 0 0,0-1 0 0 0,0 1 0 0 0,0 0 0 0 0,0-1 0 0 0,0 0 0 0 0,0 1 0 0 0,1-1 0 0 0,-1 0 0 0 0,1 1 0 0 0,-1-1 0 0 0,1 0 0 0 0,-1 0 0 0 0,1 0 0 0 0,0-1 0 0 0,-1 1 0 0 0,1 0 0 0 0,0-1 0 0 0,0 1 0 0 0,3 0 0 0 0,7 2-39 0 0,1-1-1 0 0,0 0 0 0 0,-1-1 1 0 0,24-1-1 0 0,-25 0 33 0 0,-4 0 18 0 0,0 0 0 0 0,1 0 0 0 0,-1 1 1 0 0,0 0-1 0 0,14 4 0 0 0,-20-5-5 0 0,1 1 1 0 0,-1-1-1 0 0,0 1 1 0 0,1 0 0 0 0,-1 0-1 0 0,1-1 1 0 0,-1 1-1 0 0,0 0 1 0 0,0 1-1 0 0,1-1 1 0 0,-1 0-1 0 0,0 0 1 0 0,0 0-1 0 0,0 1 1 0 0,0-1 0 0 0,-1 0-1 0 0,1 1 1 0 0,0-1-1 0 0,0 1 1 0 0,-1-1-1 0 0,1 1 1 0 0,-1-1-1 0 0,0 1 1 0 0,1-1-1 0 0,-1 1 1 0 0,0-1-1 0 0,0 1 1 0 0,0 0 0 0 0,0-1-1 0 0,0 1 1 0 0,0 0-1 0 0,-1 2 1 0 0,-1 10-5 0 0,-1-1 0 0 0,-1 0 0 0 0,0 0 0 0 0,-1 0 0 0 0,-12 22 0 0 0,-40 58-168 0 0,6-10-982 0 0,44-63 366 0 0,7-20 729 0 0,0 1-1 0 0,0-1 1 0 0,0 0-1 0 0,1 0 1 0 0,-1 1 0 0 0,0-1-1 0 0,0 0 1 0 0,0 1 0 0 0,0-1-1 0 0,0 0 1 0 0,1 0-1 0 0,-1 1 1 0 0,0-1 0 0 0,0 0-1 0 0,0 0 1 0 0,1 0 0 0 0,-1 1-1 0 0,0-1 1 0 0,0 0-1 0 0,1 0 1 0 0,-1 0 0 0 0,0 0-1 0 0,0 0 1 0 0,1 1 0 0 0,-1-1-1 0 0,0 0 1 0 0,1 0-1 0 0,-1 0 1 0 0,0 0 0 0 0,1 0-1 0 0,-1 0 1 0 0,0 0 0 0 0,1 0-1 0 0,33-9-4635 0 0,-28 6 4108 0 0,1 1-327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3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2767 1 2304 0 0,'-1'7'14430'0'0,"-6"22"-14050"0"0,1 0-1 0 0,2 1 1 0 0,1-1-1 0 0,2 56 1 0 0,20 127 2363 0 0,-4-68-1905 0 0,-10-61-822 0 0,4-1 0 0 0,28 113 0 0 0,-23-129-63 0 0,-3 1-1 0 0,-3 0 1 0 0,-1 70 0 0 0,-5-102-50 0 0,4 27 58 0 0,20 85-1 0 0,-8-49 21 0 0,-16-91 67 0 0,0 0 0 0 0,0-1 0 0 0,1 1 0 0 0,0-1 0 0 0,5 9 0 0 0,-6-12-17 0 0,1 1 0 0 0,-1-1 0 0 0,0 1 0 0 0,0-1 0 0 0,-1 1 0 0 0,1 0 1 0 0,-1 0-1 0 0,0 0 0 0 0,0 0 0 0 0,0 0 0 0 0,-1 0 0 0 0,1 0 0 0 0,-1 0 0 0 0,0 0 0 0 0,0 0 1 0 0,0 0-1 0 0,-2 6 0 0 0,1-7-27 0 0,-1 0 1 0 0,0 1 0 0 0,0-1-1 0 0,0 0 1 0 0,0 0-1 0 0,-1 0 1 0 0,0 0-1 0 0,1-1 1 0 0,-1 1 0 0 0,0-1-1 0 0,0 0 1 0 0,0 0-1 0 0,0 0 1 0 0,-5 3-1 0 0,-53 21 89 0 0,47-21-86 0 0,-21 5 3 0 0,0-1 1 0 0,-1-2-1 0 0,1-1 0 0 0,-2-2 1 0 0,-46-1-1 0 0,3 1 0 0 0,-741 102-418 0 0,476-41 120 0 0,27-14 193 0 0,157-28-21 0 0,-251 67-1 0 0,340-69 169 0 0,-1-4 0 0 0,-122 14 0 0 0,188-31-133 0 0,-44 2 285 0 0,48-2-407 0 0,1-1 0 0 0,-1 1-1 0 0,1 0 1 0 0,-1-1 0 0 0,1 0-1 0 0,-1 1 1 0 0,1-1 0 0 0,-1 0-1 0 0,1-1 1 0 0,0 1 0 0 0,-1 0 0 0 0,1 0-1 0 0,0-1 1 0 0,0 0 0 0 0,0 1-1 0 0,-2-4 1 0 0,0 2-1413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1 4145 0 0,'10'0'14938'0'0,"-15"48"-15256"0"0,2-17 1708 0 0,-10 338 922 0 0,15-309-2262 0 0,2 0 0 0 0,4 0 0 0 0,1-1 0 0 0,21 66 0 0 0,0-29-761 0 0,-17-55-1888 0 0,-7-24-4485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4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1 236 3681 0 0,'0'0'284'0'0,"30"-2"1976"0"0,24 6 1284 0 0,58-2 0 0 0,-24-2-2223 0 0,307-23 548 0 0,-41-1-891 0 0,455 6 1937 0 0,-736 13-2798 0 0,110-21 0 0 0,69-31-60 0 0,-248 56-54 0 0,297-62 7 0 0,-291 61-20 0 0,1 2-1 0 0,0-1 0 0 0,-1 1 0 0 0,1 1 0 0 0,0-1 0 0 0,0 2 0 0 0,-1 0 0 0 0,1 0 0 0 0,-1 1 1 0 0,0 0-1 0 0,17 8 0 0 0,-27-11-9 0 0,0 0 0 0 0,0 0 0 0 0,0 0 0 0 0,0 0 0 0 0,0 0 0 0 0,0 1 0 0 0,0-1 0 0 0,0 0 0 0 0,1 0 0 0 0,-1 0 0 0 0,0 0 0 0 0,0 0 0 0 0,0 0 0 0 0,0 0 0 0 0,0 0 0 0 0,0 0 0 0 0,0 0 0 0 0,0 0 0 0 0,1 0 0 0 0,-1 0 0 0 0,0 1 0 0 0,0-1 0 0 0,0 0 0 0 0,0 0 0 0 0,0 0-1 0 0,0 0 1 0 0,0 0 0 0 0,1 0 0 0 0,-1 0 0 0 0,0 0 0 0 0,0 0 0 0 0,0 0 0 0 0,0-1 0 0 0,0 1 0 0 0,0 0 0 0 0,0 0 0 0 0,1 0 0 0 0,-1 0 0 0 0,0 0 0 0 0,0 0 0 0 0,0 0 0 0 0,0 0 0 0 0,0 0 0 0 0,0 0 0 0 0,0 0 0 0 0,0 0 0 0 0,1 0 0 0 0,-1-1 0 0 0,0 1 0 0 0,0 0 0 0 0,0 0 0 0 0,0 0 0 0 0,0 0 0 0 0,0 0 0 0 0,0 0 0 0 0,0 0 0 0 0,0 0 0 0 0,0-1 0 0 0,0 1 0 0 0,0 0 0 0 0,0 0 0 0 0,-6-10-913 0 0,-16-10 485 0 0,22 19 442 0 0,-1 1 1 0 0,0-1 0 0 0,0 1-1 0 0,0-1 1 0 0,0 1-1 0 0,0-1 1 0 0,0 1-1 0 0,0 0 1 0 0,0 0-1 0 0,0-1 1 0 0,0 1 0 0 0,0 0-1 0 0,0 0 1 0 0,0 0-1 0 0,0 0 1 0 0,-1 0-1 0 0,1 0 1 0 0,0 0-1 0 0,0 1 1 0 0,0-1 0 0 0,0 0-1 0 0,0 0 1 0 0,0 1-1 0 0,-1 0 1 0 0,0 0 50 0 0,-1 1 1 0 0,1 0-1 0 0,0-1 1 0 0,0 1 0 0 0,1 0-1 0 0,-1 0 1 0 0,0 0-1 0 0,1 0 1 0 0,-3 5-1 0 0,0-1 84 0 0,1 0 0 0 0,0 1 0 0 0,1-1 1 0 0,0 1-1 0 0,0 0 0 0 0,-2 13 0 0 0,4-13-105 0 0,0 0 0 0 0,0 0 1 0 0,1 0-1 0 0,0 0 0 0 0,1 0 0 0 0,-1-1 1 0 0,1 1-1 0 0,1 0 0 0 0,-1-1 0 0 0,1 1 1 0 0,0-1-1 0 0,1 0 0 0 0,-1 0 0 0 0,1 0 1 0 0,0-1-1 0 0,1 1 0 0 0,-1-1 0 0 0,1 0 1 0 0,0 0-1 0 0,1 0 0 0 0,-1-1 0 0 0,1 0 1 0 0,0 0-1 0 0,0 0 0 0 0,10 4 1 0 0,-10-5 12 0 0,1 0 0 0 0,-1 0 0 0 0,1-1 0 0 0,0 0 1 0 0,0 0-1 0 0,0-1 0 0 0,0 0 0 0 0,1 0 1 0 0,-1 0-1 0 0,0-1 0 0 0,0 0 0 0 0,0 0 1 0 0,1-1-1 0 0,-1 0 0 0 0,0-1 0 0 0,0 1 1 0 0,0-1-1 0 0,0 0 0 0 0,-1-1 0 0 0,1 0 0 0 0,-1 0 1 0 0,1 0-1 0 0,-1-1 0 0 0,11-8 0 0 0,-13 8 13 0 0,0 0-1 0 0,0 0 0 0 0,0 0 1 0 0,-1 0-1 0 0,1-1 0 0 0,-1 1 1 0 0,0-1-1 0 0,0 0 0 0 0,-1 0 1 0 0,1 0-1 0 0,-1 0 0 0 0,-1-1 1 0 0,1 1-1 0 0,-1 0 0 0 0,1-1 1 0 0,-1 1-1 0 0,-1-1 0 0 0,1 0 0 0 0,-1 1 1 0 0,0-1-1 0 0,-1 0 0 0 0,1 1 1 0 0,-1-1-1 0 0,0 1 0 0 0,0-1 1 0 0,-1 1-1 0 0,0 0 0 0 0,0-1 1 0 0,0 1-1 0 0,0 0 0 0 0,-1 0 1 0 0,0 0-1 0 0,0 1 0 0 0,0-1 1 0 0,-1 1-1 0 0,1-1 0 0 0,-1 1 0 0 0,0 0 1 0 0,0 1-1 0 0,-1-1 0 0 0,1 1 1 0 0,-1-1-1 0 0,0 1 0 0 0,1 1 1 0 0,-2-1-1 0 0,1 1 0 0 0,0 0 1 0 0,0 0-1 0 0,-1 0 0 0 0,-8-1 1 0 0,10 3-53 0 0,0-1 1 0 0,0 1-1 0 0,0 0 1 0 0,0 0-1 0 0,0 0 1 0 0,0 1 0 0 0,0-1-1 0 0,0 1 1 0 0,0 0-1 0 0,0 0 1 0 0,1 1-1 0 0,-1-1 1 0 0,0 1 0 0 0,1-1-1 0 0,-1 1 1 0 0,1 1-1 0 0,-1-1 1 0 0,-5 5-1 0 0,-15 21-6508 0 0,13-9-657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6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19 295 4145 0 0,'-2'1'149'0'0,"1"0"1"0"0,-1 0-1 0 0,1 0 0 0 0,0 0 1 0 0,0 1-1 0 0,0-1 1 0 0,0 0-1 0 0,0 0 0 0 0,0 1 1 0 0,0-1-1 0 0,0 0 1 0 0,0 1-1 0 0,0-1 1 0 0,1 1-1 0 0,-1-1 0 0 0,1 1 1 0 0,-1 0-1 0 0,1-1 1 0 0,-1 4-1 0 0,1-5-89 0 0,0 1 1 0 0,0 0 0 0 0,1-1-1 0 0,-1 1 1 0 0,0 0-1 0 0,0-1 1 0 0,0 1 0 0 0,1 0-1 0 0,-1-1 1 0 0,0 1-1 0 0,1-1 1 0 0,-1 1 0 0 0,0 0-1 0 0,1-1 1 0 0,-1 1-1 0 0,1-1 1 0 0,-1 1-1 0 0,1-1 1 0 0,-1 0 0 0 0,1 1-1 0 0,-1-1 1 0 0,1 1-1 0 0,0-1 1 0 0,-1 0 0 0 0,1 1-1 0 0,0-1 1 0 0,-1 0-1 0 0,1 0 1 0 0,0 0-1 0 0,-1 1 1 0 0,1-1 0 0 0,0 0-1 0 0,-1 0 1 0 0,1 0-1 0 0,0 0 1 0 0,-1 0 0 0 0,1 0-1 0 0,0 0 1 0 0,-1-1-1 0 0,1 1 1 0 0,0 0-1 0 0,0-1 1 0 0,97-20 2539 0 0,14-2-1143 0 0,443-5 3207 0 0,-190 17-3257 0 0,-286 9-1177 0 0,109 9 0 0 0,78 25 826 0 0,-145-14-691 0 0,2-6 0 0 0,145-4 0 0 0,-122-21-359 0 0,158-35 0 0 0,-222 38 63 0 0,0 2 0 0 0,105 5 1 0 0,-150 3-74 0 0,-33 0-94 0 0,1 0 0 0 0,-1 0-1 0 0,0-1 1 0 0,1 0 0 0 0,-1 0 0 0 0,0 0 0 0 0,0 0-1 0 0,1-1 1 0 0,-1 0 0 0 0,0 0 0 0 0,0 0 0 0 0,-1 0 0 0 0,1 0-1 0 0,0-1 1 0 0,-1 0 0 0 0,0 0 0 0 0,7-6 0 0 0,-1-3-1997 0 0,0 0 0 0 0,0-1 0 0 0,12-26 0 0 0,-15 26 32 0 0,1 1-1 0 0,0 0 1 0 0,0 0-1 0 0,17-18 0 0 0,-28 33 2445 0 0,0-1-1 0 0,0 0 1 0 0,1 0-1 0 0,-2 0 1 0 0,1 0-1 0 0,0-1 0 0 0,0 0 1 0 0,0 0-1 0 0,-1 0 1 0 0,1 0-1 0 0,-8 0 0 0 0,8-1 67 0 0,1 0 0 0 0,-1 0 0 0 0,0 1 1 0 0,0 0-1 0 0,0-1 0 0 0,1 1 0 0 0,-1 1 0 0 0,0-1 0 0 0,1 0 0 0 0,-1 1 0 0 0,1 0 0 0 0,0 0 0 0 0,-1 0 0 0 0,1 0 0 0 0,0 0 0 0 0,-3 4 0 0 0,2-2-232 0 0,1 0 1 0 0,0 0-1 0 0,0 0 0 0 0,0 0 1 0 0,0 1-1 0 0,1-1 1 0 0,0 1-1 0 0,0-1 1 0 0,0 1-1 0 0,1 0 1 0 0,-2 6-1 0 0,1-4-134 0 0,1 0-1 0 0,1 1 1 0 0,-1-1-1 0 0,1 0 1 0 0,0 0-1 0 0,0 0 1 0 0,1 0-1 0 0,0 0 1 0 0,1 0 0 0 0,-1 0-1 0 0,1 0 1 0 0,1 0-1 0 0,-1-1 1 0 0,1 1-1 0 0,0-1 1 0 0,1 0-1 0 0,7 11 1 0 0,-8-13-19 0 0,-1-1-1 0 0,1 1 1 0 0,1-1-1 0 0,-1 0 1 0 0,0 0 0 0 0,1 0-1 0 0,0-1 1 0 0,-1 1 0 0 0,1-1-1 0 0,0 0 1 0 0,0 0-1 0 0,1 0 1 0 0,-1-1 0 0 0,0 0-1 0 0,1 1 1 0 0,-1-1 0 0 0,0-1-1 0 0,1 1 1 0 0,-1-1 0 0 0,1 0-1 0 0,-1 0 1 0 0,1 0-1 0 0,-1 0 1 0 0,1-1 0 0 0,4 0-1 0 0,-2-2 13 0 0,-1 1 0 0 0,1-1 0 0 0,0-1 0 0 0,-1 1-1 0 0,0-1 1 0 0,1 0 0 0 0,-1 0 0 0 0,-1-1 0 0 0,1 0 0 0 0,-1 0-1 0 0,0 0 1 0 0,0-1 0 0 0,0 0 0 0 0,6-10 0 0 0,-7 9-5 0 0,1 0 0 0 0,-1-1-1 0 0,0 0 1 0 0,-1 0 0 0 0,1-1 0 0 0,-2 1 0 0 0,1 0 0 0 0,-1-1-1 0 0,-1 0 1 0 0,1 1 0 0 0,-1-1 0 0 0,-1-15 0 0 0,0 19-20 0 0,-1-1-1 0 0,0 1 1 0 0,0 0 0 0 0,0 0 0 0 0,-1 0 0 0 0,0 0 0 0 0,0 1-1 0 0,0-1 1 0 0,-1 0 0 0 0,1 1 0 0 0,-1-1 0 0 0,0 1-1 0 0,0 0 1 0 0,-1 0 0 0 0,1 0 0 0 0,-1 1 0 0 0,0-1 0 0 0,0 1-1 0 0,0 0 1 0 0,0 0 0 0 0,-1 0 0 0 0,-7-4 0 0 0,-15-3-11 0 0,21 8-312 0 0,1 0 0 0 0,-1 0 0 0 0,1 0 0 0 0,-1-1 0 0 0,1 0 0 0 0,-9-7 1 0 0,13 7-392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1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64 1376 0 0,'-12'-6'-306'0'0,"-7"-4"2634"0"0,1 1 1 0 0,-1 0-1 0 0,-1 2 1 0 0,1 0-1 0 0,-40-8 1 0 0,58 15-2216 0 0,1 0 0 0 0,-1 0 1 0 0,1 0-1 0 0,-1 0 0 0 0,1 0 1 0 0,-1 0-1 0 0,1 0 1 0 0,-1 0-1 0 0,1 0 0 0 0,-1 0 1 0 0,1 0-1 0 0,-1 0 1 0 0,1 1-1 0 0,-1-1 0 0 0,1 0 1 0 0,-1 0-1 0 0,1 0 0 0 0,-1 1 1 0 0,1-1-1 0 0,-1 0 1 0 0,1 1-1 0 0,0-1 0 0 0,-1 0 1 0 0,1 1-1 0 0,0-1 1 0 0,-1 0-1 0 0,1 1 0 0 0,0-1 1 0 0,-1 1-1 0 0,1 0 0 0 0,0 19 1400 0 0,18 25-908 0 0,-15-39-334 0 0,163 323 1477 0 0,-118-248-2438 0 0,113 141 1 0 0,-157-217 92 0 0,20 22 238 0 0,-9-17-1714 0 0,0-9-3959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9 288 6449 0 0,'-2'-4'250'0'0,"1"-1"0"0"0,-1 1 0 0 0,1 0-1 0 0,0 0 1 0 0,1 0 0 0 0,-1-1-1 0 0,1 1 1 0 0,0 0 0 0 0,0-1-1 0 0,0 1 1 0 0,1 0 0 0 0,-1-1 0 0 0,1 1-1 0 0,0 0 1 0 0,0 0 0 0 0,1 0-1 0 0,-1 0 1 0 0,1 0 0 0 0,0 0 0 0 0,3-5-1 0 0,6-12 1275 0 0,2 1 1 0 0,18-25-1 0 0,-29 44-1433 0 0,10-16 671 0 0,1 1 1 0 0,27-25-1 0 0,-35 36-853 0 0,1 1-1 0 0,-1 0 0 0 0,1 0 1 0 0,0 0-1 0 0,9-3 1 0 0,-12 6-313 0 0,0 0 0 0 0,-1 0 1 0 0,1 0-1 0 0,0 0 0 0 0,0 1 0 0 0,0-1 1 0 0,0 1-1 0 0,1 0 0 0 0,-1 0 1 0 0,0 0-1 0 0,0 0 0 0 0,6 2 1 0 0,7 4-5122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5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0 225 6449 0 0,'3'-3'204'0'0,"0"1"0"0"0,0 0-1 0 0,0 0 1 0 0,-1-1 0 0 0,1 0-1 0 0,-1 1 1 0 0,1-1-1 0 0,-1 0 1 0 0,0 0 0 0 0,0 0-1 0 0,-1 0 1 0 0,1-1 0 0 0,1-3-1 0 0,4-6 256 0 0,49-69 2106 0 0,-38 59-3215 0 0,29-31 0 0 0,-38 45 628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4.71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58 5065 0 0,'-2'-1'238'0'0,"1"0"0"0"0,0 0 0 0 0,0-1 0 0 0,0 1 0 0 0,0-1 0 0 0,0 1 0 0 0,0-1 0 0 0,0 1 0 0 0,0-1 1 0 0,0 1-1 0 0,1-1 0 0 0,-1 0 0 0 0,1 1 0 0 0,-1-1 0 0 0,1 0 0 0 0,0 1 0 0 0,0-1 0 0 0,-1 0 0 0 0,1 0 0 0 0,0 1 0 0 0,1-1 0 0 0,-1 0 0 0 0,0-1 0 0 0,0 2-133 0 0,0 0 0 0 0,0 0 1 0 0,1 1-1 0 0,-1-1 0 0 0,0 0 0 0 0,0 0 0 0 0,0 1 0 0 0,0-1 0 0 0,1 0 0 0 0,-1 1 1 0 0,0-1-1 0 0,1 0 0 0 0,-1 1 0 0 0,0-1 0 0 0,1 0 0 0 0,-1 1 0 0 0,1-1 0 0 0,-1 1 1 0 0,1-1-1 0 0,-1 1 0 0 0,1-1 0 0 0,-1 1 0 0 0,1-1 0 0 0,0 1 0 0 0,-1 0 1 0 0,1-1-1 0 0,0 1 0 0 0,-1 0 0 0 0,1-1 0 0 0,0 1 0 0 0,-1 0 0 0 0,1 0 0 0 0,0 0 1 0 0,0 0-1 0 0,-1 0 0 0 0,1 0 0 0 0,0 0 0 0 0,0 0 0 0 0,-1 0 0 0 0,1 0 0 0 0,0 0 1 0 0,-1 0-1 0 0,1 0 0 0 0,0 1 0 0 0,0-1 0 0 0,-1 0 0 0 0,1 0 0 0 0,0 1 0 0 0,-1-1 1 0 0,1 0-1 0 0,-1 1 0 0 0,1-1 0 0 0,0 1 0 0 0,-1-1 0 0 0,1 1 0 0 0,-1-1 0 0 0,1 2 1 0 0,8 5 252 0 0,0 1 0 0 0,0 1 1 0 0,-1 0-1 0 0,0 0 1 0 0,-1 1-1 0 0,0-1 0 0 0,11 22 1 0 0,31 82-382 0 0,-24-53-217 0 0,-1 2-384 0 0,15 32-976 0 0,-5-38-2637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33 133 2304 0 0,'-3'2'137'0'0,"1"0"0"0"0,-1 0 0 0 0,1 0 0 0 0,0 0 0 0 0,0 1-1 0 0,0-1 1 0 0,0 0 0 0 0,0 1 0 0 0,0 0 0 0 0,1-1-1 0 0,-1 1 1 0 0,1 0 0 0 0,0 0 0 0 0,-1 0 0 0 0,1 0-1 0 0,1 0 1 0 0,-1 0 0 0 0,0 0 0 0 0,1 0 0 0 0,0 0-1 0 0,-1 0 1 0 0,1 0 0 0 0,1 0 0 0 0,-1 1 0 0 0,1 3 0 0 0,0 0 177 0 0,-1-1 0 0 0,2 1 0 0 0,-1 0 1 0 0,1-1-1 0 0,0 0 0 0 0,0 1 0 0 0,1-1 1 0 0,0 0-1 0 0,0 0 0 0 0,0 0 0 0 0,6 7 1 0 0,16 14 895 0 0,47 42 1 0 0,-58-58-1113 0 0,1 0 0 0 0,0 0 0 0 0,0-1 0 0 0,1-1 1 0 0,25 10-1 0 0,-35-17-17 0 0,0 0-1 0 0,1 0 1 0 0,-1 0 0 0 0,1-1 0 0 0,-1 0 0 0 0,1 0-1 0 0,0-1 1 0 0,-1 0 0 0 0,1 0 0 0 0,0 0 0 0 0,0-1-1 0 0,-1 0 1 0 0,1 0 0 0 0,-1-1 0 0 0,1 0 0 0 0,-1 0-1 0 0,0 0 1 0 0,0-1 0 0 0,0 0 0 0 0,0 0 0 0 0,0-1-1 0 0,0 1 1 0 0,-1-1 0 0 0,0-1 0 0 0,5-4 0 0 0,-4 3 161 0 0,0-1 1 0 0,-1 0 0 0 0,0 0-1 0 0,0 0 1 0 0,-1 0 0 0 0,0-1 0 0 0,0 0-1 0 0,-1 0 1 0 0,0 0 0 0 0,0 0-1 0 0,-1-1 1 0 0,0 1 0 0 0,0 0-1 0 0,-1-1 1 0 0,0 0 0 0 0,-1 1-1 0 0,0-1 1 0 0,0 0 0 0 0,-2-8 0 0 0,-4-10 3 0 0,0 1 1 0 0,-2-1 0 0 0,-2 1 0 0 0,0 1 0 0 0,-1 0 0 0 0,-2 0 0 0 0,-20-29 0 0 0,24 33-4359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3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0 196 4609 0 0,'15'-1'10069'0'0,"1"13"-9211"0"0,0-1 0 0 0,1 0 1 0 0,0-1-1 0 0,1-1 0 0 0,19 7 0 0 0,-32-14-830 0 0,-1-1 0 0 0,0 0-1 0 0,0 0 1 0 0,1-1 0 0 0,-1 1 0 0 0,0-1-1 0 0,1 0 1 0 0,-1 0 0 0 0,1 0 0 0 0,-1 0-1 0 0,0-1 1 0 0,1 0 0 0 0,4-1-1 0 0,-5 0-29 0 0,-1 0-1 0 0,0 1 1 0 0,0-1-1 0 0,0 0 1 0 0,-1-1-1 0 0,1 1 1 0 0,0 0-1 0 0,-1-1 0 0 0,0 0 1 0 0,1 1-1 0 0,-1-1 1 0 0,0 0-1 0 0,0 0 1 0 0,-1 0-1 0 0,1 0 1 0 0,0-1-1 0 0,-1 1 0 0 0,0 0 1 0 0,1-5-1 0 0,0 1 24 0 0,-1 0 0 0 0,0 0 0 0 0,0 0 0 0 0,0 0 0 0 0,-1-1 1 0 0,0 1-1 0 0,-1 0 0 0 0,1 0 0 0 0,-2 0 0 0 0,1 0 0 0 0,-1 0 0 0 0,0 0 0 0 0,0 0 0 0 0,0 0 0 0 0,-1 1 0 0 0,0-1 0 0 0,-1 1 0 0 0,0 0 0 0 0,-5-8 0 0 0,5 9-155 0 0,0 0 1 0 0,0 0-1 0 0,-1 0 1 0 0,1 1-1 0 0,-1-1 1 0 0,0 1-1 0 0,0 0 0 0 0,-1 1 1 0 0,1-1-1 0 0,-1 1 1 0 0,0 0-1 0 0,0 1 1 0 0,0-1-1 0 0,0 1 0 0 0,0 0 1 0 0,0 1-1 0 0,-1 0 1 0 0,1 0-1 0 0,0 0 1 0 0,-1 0-1 0 0,-10 1 0 0 0,0 3-6278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6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1 259 6449 0 0,'27'-4'2613'0'0,"-25"3"-2399"0"0,0 0-1 0 0,0 1 1 0 0,-1-1-1 0 0,1 1 1 0 0,0-1-1 0 0,0 1 1 0 0,0 0-1 0 0,0 0 1 0 0,-1 0 0 0 0,1 0-1 0 0,0 0 1 0 0,0 0-1 0 0,0 0 1 0 0,0 1-1 0 0,-1-1 1 0 0,1 1-1 0 0,0-1 1 0 0,0 1-1 0 0,-1 0 1 0 0,1-1 0 0 0,0 1-1 0 0,2 2 1 0 0,17 16 857 0 0,-20-19-1018 0 0,0 1 0 0 0,0-1-1 0 0,-1 1 1 0 0,1-1 0 0 0,0 1-1 0 0,-1-1 1 0 0,1 1 0 0 0,0 0-1 0 0,-1-1 1 0 0,1 1-1 0 0,-1 0 1 0 0,0 0 0 0 0,1-1-1 0 0,-1 1 1 0 0,1 0 0 0 0,-1 0-1 0 0,0 0 1 0 0,0-1 0 0 0,1 1-1 0 0,-1 0 1 0 0,0 0 0 0 0,0 0-1 0 0,0 0 1 0 0,0 0 0 0 0,0 0-1 0 0,0-1 1 0 0,0 2 0 0 0,-1-1 59 0 0,0-1 0 0 0,1 0 0 0 0,-1 0 0 0 0,0 0 1 0 0,1 0-1 0 0,-1 0 0 0 0,1 0 0 0 0,-1 0 1 0 0,0 0-1 0 0,1 0 0 0 0,-1 0 0 0 0,0-1 0 0 0,1 1 1 0 0,-1 0-1 0 0,1 0 0 0 0,-1 0 0 0 0,1-1 0 0 0,-1 1 1 0 0,1 0-1 0 0,-1-1 0 0 0,0 1 0 0 0,1 0 1 0 0,0-1-1 0 0,-1 1 0 0 0,1-1 0 0 0,-1 1 0 0 0,1-1 1 0 0,-1 1-1 0 0,1-1 0 0 0,-1 0 0 0 0,-13-18 910 0 0,5 2-918 0 0,0 0 0 0 0,2-1 0 0 0,0 0 0 0 0,1 0 0 0 0,0 0 0 0 0,2-1 0 0 0,0 0 0 0 0,1 0 0 0 0,1 0 0 0 0,1 0 0 0 0,1-24-1 0 0,1 15-629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17 124 9218 0 0,'0'0'117'0'0,"-1"0"1"0"0,1 0-1 0 0,-1 0 1 0 0,0 0-1 0 0,1 0 1 0 0,-1 0-1 0 0,1 0 0 0 0,-1 0 1 0 0,0 0-1 0 0,1 0 1 0 0,-1 0-1 0 0,1 0 1 0 0,-1 0-1 0 0,1-1 0 0 0,-1 1 1 0 0,1 0-1 0 0,-1 0 1 0 0,1-1-1 0 0,-1 1 1 0 0,1 0-1 0 0,-1-1 0 0 0,1 1 1 0 0,-1-1-1 0 0,1 1 1 0 0,-1-1-1 0 0,1 1 1 0 0,0 0-1 0 0,-1-1 0 0 0,1 1 1 0 0,0-1-1 0 0,0 0 1 0 0,-1 1-1 0 0,1-1 1 0 0,0 1-1 0 0,0-1 0 0 0,0 1 1 0 0,-1-2-1 0 0,2 0 113 0 0,-1-1 0 0 0,0 1 0 0 0,1-1 0 0 0,0 1 0 0 0,-1 0 0 0 0,1 0 0 0 0,0-1 0 0 0,0 1 0 0 0,0 0 0 0 0,2-2 0 0 0,3-5-114 0 0,0 0 0 0 0,0 1 0 0 0,1 0 0 0 0,9-8 0 0 0,-13 13-378 0 0,1-1 1 0 0,0 1-1 0 0,0 0 0 0 0,1 0 0 0 0,-1 1 0 0 0,1-1 0 0 0,-1 1 0 0 0,1 0 1 0 0,0 0-1 0 0,0 0 0 0 0,0 1 0 0 0,0-1 0 0 0,0 1 0 0 0,0 1 0 0 0,0-1 0 0 0,7 1 1 0 0,0 2 261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9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0 142 5529 0 0,'4'2'240'0'0,"-3"-2"56"0"0,3-2-232 0 0,-2 1-64 0 0,1-1 0 0 0,-1-2 0 0 0,3 1 152 0 0,2-4 16 0 0,4-5 8 0 0,3-4 0 0 0,1-2-584 0 0,-1 1-112 0 0,0-1-24 0 0,-3 3-8 0 0,-6 1 424 0 0,-3 0 128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7.25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66 5529 0 0,'5'-7'350'0'0,"0"1"-1"0"0,1-1 1 0 0,0 1-1 0 0,0 1 1 0 0,0-1-1 0 0,0 1 1 0 0,1 0 0 0 0,12-7-1 0 0,-17 11-265 0 0,0 0-1 0 0,1 0 1 0 0,-1 0-1 0 0,0 1 0 0 0,1-1 1 0 0,-1 1-1 0 0,0-1 1 0 0,1 1-1 0 0,-1 0 1 0 0,0 0-1 0 0,1 0 1 0 0,-1 0-1 0 0,1 0 1 0 0,-1 0-1 0 0,0 1 1 0 0,1 0-1 0 0,-1-1 1 0 0,0 1-1 0 0,1 0 1 0 0,-1 0-1 0 0,0 0 0 0 0,0 0 1 0 0,0 0-1 0 0,0 1 1 0 0,0-1-1 0 0,0 0 1 0 0,0 1-1 0 0,-1 0 1 0 0,1-1-1 0 0,0 1 1 0 0,-1 0-1 0 0,1 0 1 0 0,1 4-1 0 0,5 8 130 0 0,0 0-1 0 0,-1 1 1 0 0,0 0-1 0 0,-1 1 1 0 0,-1-1 0 0 0,4 23-1 0 0,-2-13 981 0 0,13 35 0 0 0,-20-59-1163 0 0,1-1 1 0 0,-1 1-1 0 0,0-1 0 0 0,0 1 0 0 0,1-1 0 0 0,-1 1 0 0 0,0-1 0 0 0,1 0 1 0 0,-1 1-1 0 0,0-1 0 0 0,1 1 0 0 0,-1-1 0 0 0,1 0 0 0 0,-1 1 0 0 0,1-1 1 0 0,-1 0-1 0 0,1 0 0 0 0,-1 1 0 0 0,1-1 0 0 0,-1 0 0 0 0,1 0 0 0 0,-1 0 1 0 0,1 1-1 0 0,-1-1 0 0 0,1 0 0 0 0,0 0 0 0 0,-1 0 0 0 0,1 0 1 0 0,-1 0-1 0 0,1 0 0 0 0,-1 0 0 0 0,1-1 0 0 0,-1 1 0 0 0,1 0 0 0 0,-1 0 1 0 0,1 0-1 0 0,0 0 0 0 0,-1-1 0 0 0,1 1 0 0 0,-1 0 0 0 0,0 0 0 0 0,1-1 1 0 0,-1 1-1 0 0,1 0 0 0 0,-1-1 0 0 0,1 1 0 0 0,-1-1 0 0 0,0 1 0 0 0,1-1 1 0 0,-1 1-1 0 0,0 0 0 0 0,1-1 0 0 0,-1 1 0 0 0,0-2 0 0 0,25-32 1869 0 0,-21 28-1775 0 0,22-35-1459 0 0,-13 19-5020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8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125 136 920 0 0,'-110'-119'11467'0'0,"98"107"-8569"0"0,9 8-1269 0 0,7 7-1082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 11522 0 0,'0'0'80'0'0,"0"0"0"0"0,0-1 0 0 0,0 1-1 0 0,2-5 2154 0 0,-2 5-2154 0 0,1 0 1 0 0,-1 0 0 0 0,0 0 0 0 0,0 0-1 0 0,0-1 1 0 0,1 1 0 0 0,-1 0 0 0 0,0 0-1 0 0,0 0 1 0 0,0 0 0 0 0,1 0-1 0 0,-1 0 1 0 0,0 0 0 0 0,0 0 0 0 0,0 0-1 0 0,1 0 1 0 0,-1 0 0 0 0,0 0 0 0 0,1 1-1 0 0,11 12 2716 0 0,49 112-1099 0 0,44 134 1 0 0,-70-168-1540 0 0,116 280-1843 0 0,-133-323-1377 0 0,-15-30-3303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1 216 3225 0 0,'31'-67'3781'0'0,"-22"47"-2516"0"0,0 0 1 0 0,20-32 0 0 0,-26 47-1007 0 0,0 1 0 0 0,0 0 0 0 0,1 0 0 0 0,-1 0 0 0 0,1 0 0 0 0,0 0 0 0 0,0 1 0 0 0,1-1 0 0 0,-1 1 0 0 0,1 0 0 0 0,-1 1 0 0 0,1-1 0 0 0,0 1 0 0 0,0 0 0 0 0,10-2 0 0 0,-14 3-185 0 0,1 1 0 0 0,0-1 0 0 0,-1 1 0 0 0,1 0 0 0 0,0 0 0 0 0,0 0-1 0 0,-1 0 1 0 0,1 0 0 0 0,0 1 0 0 0,-1-1 0 0 0,1 0 0 0 0,0 1 0 0 0,-1-1 0 0 0,1 1 0 0 0,0-1-1 0 0,-1 1 1 0 0,1 0 0 0 0,-1 0 0 0 0,1 0 0 0 0,-1 0 0 0 0,3 2 0 0 0,-2-1-1 0 0,0 1-1 0 0,0-1 1 0 0,0 1 0 0 0,0 0 0 0 0,-1 0 0 0 0,1 0 0 0 0,-1 0 0 0 0,0 0-1 0 0,0 0 1 0 0,1 6 0 0 0,1 4 29 0 0,-2 0-1 0 0,0 1 0 0 0,0-1 1 0 0,-3 22-1 0 0,-18 111 23 0 0,-1 24 1723 0 0,21-168-1761 0 0,-1 0 0 0 0,1 0-1 0 0,0 0 1 0 0,0 0 0 0 0,0 1 0 0 0,0-1-1 0 0,1 0 1 0 0,-1 0 0 0 0,0 0-1 0 0,1 0 1 0 0,0 0 0 0 0,-1 0 0 0 0,1 0-1 0 0,0 0 1 0 0,0 0 0 0 0,0 0-1 0 0,0 0 1 0 0,0 0 0 0 0,1-1 0 0 0,-1 1-1 0 0,1 0 1 0 0,-1-1 0 0 0,1 1-1 0 0,-1-1 1 0 0,4 2 0 0 0,-1-1-50 0 0,-1-1-1 0 0,1 0 1 0 0,0 0 0 0 0,0 0-1 0 0,0-1 1 0 0,0 1 0 0 0,0-1 0 0 0,0 0-1 0 0,0 0 1 0 0,0-1 0 0 0,0 1-1 0 0,0-1 1 0 0,5-1 0 0 0,11-3-335 0 0,-10 2-330 0 0,-1 1-1 0 0,1 0 1 0 0,-1 1 0 0 0,1 0-1 0 0,0 0 1 0 0,-1 1 0 0 0,14 1 0 0 0,-7 3-5745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63 6913 0 0,'-11'-22'549'0'0,"0"0"1818"0"0,-2 3 3381 0 0,12 21-5381 0 0,1 0-1 0 0,-1 0 1 0 0,1-1 0 0 0,0 1 0 0 0,0 0 0 0 0,-1 0 0 0 0,1 0 0 0 0,1 0-1 0 0,-1-1 1 0 0,0 4 0 0 0,7 25 248 0 0,2 0-1 0 0,0-1 1 0 0,2 0-1 0 0,28 53 1 0 0,-5-23-753 0 0,49 64 0 0 0,-79-118-160 0 0,8 11-694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1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41 346 3681 0 0,'-5'-6'908'0'0,"0"0"-1"0"0,0-1 1 0 0,1 1 0 0 0,0-1 0 0 0,0 0-1 0 0,1 0 1 0 0,0 0 0 0 0,-4-13 0 0 0,7 19-754 0 0,1 1 0 0 0,-1-1 0 0 0,1 1 0 0 0,-1-1 0 0 0,1 1 0 0 0,0 0 0 0 0,-1-1 0 0 0,1 1 0 0 0,-1 0 0 0 0,1-1 0 0 0,0 1 1 0 0,-1 0-1 0 0,1 0 0 0 0,0 0 0 0 0,-1-1 0 0 0,1 1 0 0 0,0 0 0 0 0,-1 0 0 0 0,1 0 0 0 0,0 0 0 0 0,-1 0 0 0 0,1 0 0 0 0,0 1 0 0 0,-1-1 1 0 0,2 0-1 0 0,22 3 948 0 0,-23-3-891 0 0,18 4 451 0 0,0 1 0 0 0,0 1 0 0 0,0 1-1 0 0,0 0 1 0 0,25 16 0 0 0,-27-14-567 0 0,0 0 1 0 0,1-2-1 0 0,0 1 1 0 0,1-2-1 0 0,27 6 1 0 0,-41-12-72 0 0,1 1 1 0 0,0-1 0 0 0,-1 1-1 0 0,1-2 1 0 0,0 1-1 0 0,0-1 1 0 0,-1 1-1 0 0,1-1 1 0 0,-1-1-1 0 0,8-2 1 0 0,-11 3 3 0 0,0 0 1 0 0,-1 0 0 0 0,1 0-1 0 0,0 0 1 0 0,0 0-1 0 0,-1 0 1 0 0,1-1 0 0 0,-1 1-1 0 0,1-1 1 0 0,-1 1-1 0 0,0-1 1 0 0,0 1 0 0 0,1-1-1 0 0,-1 0 1 0 0,0 0 0 0 0,-1 1-1 0 0,1-1 1 0 0,0 0-1 0 0,0 0 1 0 0,-1 0 0 0 0,1 0-1 0 0,-1 0 1 0 0,0 0 0 0 0,1 0-1 0 0,-1 0 1 0 0,0 0-1 0 0,0 0 1 0 0,0 0 0 0 0,-1 0-1 0 0,1 0 1 0 0,-1-3 0 0 0,-7-24 61 0 0,-1 1 1 0 0,-1 1 0 0 0,-1 0-1 0 0,-1 0 1 0 0,-22-33 0 0 0,-2-7-155 0 0,10 21-2880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4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0 2761 0 0,'-4'11'325'0'0,"1"-1"1"0"0,1 1 0 0 0,0-1-1 0 0,1 1 1 0 0,0 0 0 0 0,0-1-1 0 0,1 1 1 0 0,0 0 0 0 0,1 0-1 0 0,0 0 1 0 0,4 10 0 0 0,-4-13-54 0 0,1-1 0 0 0,0 1 1 0 0,0-1-1 0 0,1 1 1 0 0,0-1-1 0 0,1 0 0 0 0,-1 0 1 0 0,1 0-1 0 0,1-1 0 0 0,-1 1 1 0 0,1-1-1 0 0,0 0 0 0 0,0-1 1 0 0,1 1-1 0 0,11 8 0 0 0,-12-12-91 0 0,-1 1-1 0 0,0-1 0 0 0,1-1 1 0 0,-1 1-1 0 0,1-1 0 0 0,0 0 1 0 0,-1 0-1 0 0,1 0 0 0 0,0 0 1 0 0,0-1-1 0 0,0 0 0 0 0,-1 0 1 0 0,1 0-1 0 0,0-1 0 0 0,0 0 1 0 0,-1 0-1 0 0,1 0 0 0 0,0 0 1 0 0,-1-1-1 0 0,1 1 0 0 0,-1-1 1 0 0,1 0-1 0 0,-1-1 0 0 0,0 1 1 0 0,0-1-1 0 0,4-3 0 0 0,-4 3-114 0 0,0 0-1 0 0,-1 0 0 0 0,0 0 0 0 0,0-1 1 0 0,0 1-1 0 0,0-1 0 0 0,0 1 1 0 0,-1-1-1 0 0,0 0 0 0 0,1 0 1 0 0,-2 0-1 0 0,1-1 0 0 0,0 1 1 0 0,-1 0-1 0 0,0-1 0 0 0,0 1 0 0 0,0-1 1 0 0,0 1-1 0 0,-1-1 0 0 0,1 1 1 0 0,-1-1-1 0 0,-1 1 0 0 0,1-1 1 0 0,-1 1-1 0 0,1-1 0 0 0,-1 1 0 0 0,-3-8 1 0 0,1 5-147 0 0,1 0 0 0 0,-2 1 0 0 0,1 0 0 0 0,-1-1 0 0 0,0 1 0 0 0,0 1 0 0 0,-1-1 0 0 0,1 1 0 0 0,-1-1 1 0 0,-1 1-1 0 0,1 1 0 0 0,-1-1 0 0 0,0 1 0 0 0,0 0 0 0 0,0 0 0 0 0,0 1 0 0 0,-1-1 0 0 0,-12-3 0 0 0,0 3-5751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6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0 156 8290 0 0,'10'-2'714'0'0,"1"1"0"0"0,-1 0 0 0 0,1 1-1 0 0,-1 0 1 0 0,0 1 0 0 0,1 0 0 0 0,14 4 0 0 0,-20-4-587 0 0,-1 0-1 0 0,0 1 1 0 0,0-1-1 0 0,0 1 1 0 0,1 0-1 0 0,-2 0 1 0 0,1 0-1 0 0,0 1 1 0 0,0-1-1 0 0,-1 1 1 0 0,1 0-1 0 0,-1 0 1 0 0,0 0-1 0 0,0 0 1 0 0,0 1-1 0 0,0-1 1 0 0,-1 1-1 0 0,0 0 1 0 0,4 8 0 0 0,-16-26 3799 0 0,-17-28-2369 0 0,23 29-1778 0 0,0 0 0 0 0,1 0-1 0 0,0 0 1 0 0,0-1-1 0 0,2 1 1 0 0,0-1 0 0 0,0 1-1 0 0,2-17 1 0 0,1 3-6999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28 6849 0 0,'14'-11'609'0'0,"-7"4"-481"0"0,0 1-128 0 0,-2 2 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2.0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6913 0 0,'0'1'99'0'0,"0"1"0"0"0,-1 0 0 0 0,1-1-1 0 0,0 1 1 0 0,0 0 0 0 0,0 0 0 0 0,0-1-1 0 0,1 1 1 0 0,-1 0 0 0 0,0-1-1 0 0,1 1 1 0 0,-1 0 0 0 0,1-1 0 0 0,0 1-1 0 0,-1 0 1 0 0,1-1 0 0 0,2 3 0 0 0,-2-3 105 0 0,0 0 1 0 0,0-1 0 0 0,0 1-1 0 0,0-1 1 0 0,0 1 0 0 0,1-1-1 0 0,-1 1 1 0 0,0-1 0 0 0,0 0-1 0 0,1 1 1 0 0,-1-1 0 0 0,0 0-1 0 0,1 0 1 0 0,-1 0 0 0 0,0 0 0 0 0,0 0-1 0 0,1 0 1 0 0,-1 0 0 0 0,0-1-1 0 0,1 1 1 0 0,-1 0 0 0 0,0-1-1 0 0,0 1 1 0 0,0-1 0 0 0,2 0-1 0 0,3-3 47 0 0,0 0 0 0 0,0 1 0 0 0,0-2 0 0 0,-1 1 0 0 0,0-1 0 0 0,1 0-1 0 0,-2 0 1 0 0,1 0 0 0 0,-1-1 0 0 0,0 1 0 0 0,0-1 0 0 0,0 0 0 0 0,3-9-1 0 0,-1 5-1696 0 0,0 0-1 0 0,1 1 0 0 0,11-14 0 0 0,-6 12-568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1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19 164 3225 0 0,'0'0'173'0'0,"-1"1"0"0"0,0-1-1 0 0,1 0 1 0 0,-1 0 0 0 0,0 0 0 0 0,1 0 0 0 0,-1 0 0 0 0,0 0 0 0 0,1 0 0 0 0,-1-1 0 0 0,0 1 0 0 0,1 0 0 0 0,-1 0 0 0 0,1 0 0 0 0,-1-1 0 0 0,0 1-1 0 0,1 0 1 0 0,-1-1 0 0 0,1 1 0 0 0,-1-1 0 0 0,1 1 0 0 0,-1 0 0 0 0,1-1 0 0 0,-1 1 0 0 0,1-1 0 0 0,-1 1 0 0 0,1-1 0 0 0,0 0 0 0 0,-1 1 0 0 0,1-1-1 0 0,0 1 1 0 0,-1-1 0 0 0,1 0 0 0 0,0 1 0 0 0,0-2 0 0 0,0 0 165 0 0,0 0-1 0 0,0-1 1 0 0,1 1-1 0 0,-1 0 0 0 0,1 0 1 0 0,-1-1-1 0 0,1 1 1 0 0,0 0-1 0 0,0 0 1 0 0,2-4-1 0 0,5-6 802 0 0,0 0-1 0 0,14-16 0 0 0,-15 20-973 0 0,-1 1 0 0 0,1 1 0 0 0,0-1 0 0 0,1 1 0 0 0,0 1 0 0 0,0-1 0 0 0,0 1 0 0 0,0 0 0 0 0,17-6 0 0 0,-21 10-111 0 0,0 0 0 0 0,0 0 1 0 0,0 0-1 0 0,0 0 1 0 0,0 1-1 0 0,0 0 1 0 0,0-1-1 0 0,0 1 1 0 0,0 1-1 0 0,0-1 1 0 0,1 1-1 0 0,-1-1 1 0 0,0 1-1 0 0,0 0 1 0 0,-1 1-1 0 0,1-1 0 0 0,0 1 1 0 0,0 0-1 0 0,-1 0 1 0 0,1 0-1 0 0,-1 0 1 0 0,1 0-1 0 0,-1 1 1 0 0,6 5-1 0 0,0 2-69 0 0,0 1 1 0 0,-1 0-1 0 0,-1 0 0 0 0,0 0 1 0 0,0 1-1 0 0,-1 0 0 0 0,0 1 1 0 0,-1-1-1 0 0,-1 1 0 0 0,4 14 1 0 0,2 21-105 0 0,7 72 0 0 0,-10-56 86 0 0,-6-59 25 0 0,2 18-1418 0 0,0-1-1 0 0,2 1 1 0 0,10 28 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2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1 3681 0 0,'-2'5'328'0'0,"2"-2"-264"0"0,-5 11 5721 0 0,2-8-4569 0 0,-1-1-63 0 0,1 0-17 0 0,-3 0 0 0 0,3 1-1536 0 0,-2-3-304 0 0,-1 1-64 0 0,-1-4-16 0 0,-1-6 656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0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75 165 5529 0 0,'-14'-23'1281'0'0,"-14"-34"0"0"0,-4-27 7012 0 0,39 122-4197 0 0,-3 32-3068 0 0,-3-31-606 0 0,3 26-167 0 0,57 541 253 0 0,-43-500-488 0 0,14 66-922 0 0,-31-170 739 0 0,1 5-1360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1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28 224 6449 0 0,'-4'-6'424'0'0,"1"0"0"0"0,-1 0-1 0 0,1-1 1 0 0,1 1 0 0 0,-1-1 0 0 0,1 0-1 0 0,0 0 1 0 0,1 0 0 0 0,-1 0-1 0 0,1 0 1 0 0,1 0 0 0 0,0 0-1 0 0,0 0 1 0 0,0 0 0 0 0,1 0 0 0 0,-1 0-1 0 0,2 0 1 0 0,-1 0 0 0 0,3-7-1 0 0,-3 10-369 0 0,1-1 0 0 0,-1 1 0 0 0,0 0 0 0 0,1 0 0 0 0,0 0-1 0 0,0 0 1 0 0,0 0 0 0 0,1 1 0 0 0,-1-1 0 0 0,1 1 0 0 0,0-1-1 0 0,0 1 1 0 0,0 0 0 0 0,0 0 0 0 0,0 0 0 0 0,1 1 0 0 0,-1-1-1 0 0,1 1 1 0 0,0 0 0 0 0,0 0 0 0 0,0 0 0 0 0,0 0 0 0 0,0 1 0 0 0,0 0-1 0 0,0 0 1 0 0,1 0 0 0 0,-1 0 0 0 0,0 0 0 0 0,1 1 0 0 0,-1 0-1 0 0,9 0 1 0 0,-1 3 61 0 0,-1-1 0 0 0,1 1 0 0 0,-1 1-1 0 0,0 0 1 0 0,0 1 0 0 0,0 0 0 0 0,-1 0-1 0 0,1 1 1 0 0,-1 1 0 0 0,-1-1 0 0 0,1 2-1 0 0,-1-1 1 0 0,12 14 0 0 0,-13-13-68 0 0,-1 1 1 0 0,-1-1-1 0 0,1 1 1 0 0,-2 0-1 0 0,1 0 1 0 0,-1 1-1 0 0,0-1 1 0 0,-1 1-1 0 0,0 0 0 0 0,-1 0 1 0 0,0 1-1 0 0,-1-1 1 0 0,0 1-1 0 0,0 0 1 0 0,0 10-1 0 0,-3 1 191 0 0,0-1 0 0 0,-2 0 0 0 0,0 1-1 0 0,-1-1 1 0 0,-2-1 0 0 0,0 1 0 0 0,-1-1 0 0 0,-1 0 0 0 0,0 0 0 0 0,-2-1-1 0 0,0-1 1 0 0,-1 1 0 0 0,-1-2 0 0 0,-1 1 0 0 0,-1-2 0 0 0,-21 22 0 0 0,35-38-223 0 0,-1 0 0 0 0,0 1 1 0 0,0-1-1 0 0,1 0 1 0 0,-1 1-1 0 0,1-1 1 0 0,-1 1-1 0 0,0-1 1 0 0,1 1-1 0 0,-1-1 0 0 0,1 1 1 0 0,-1-1-1 0 0,1 1 1 0 0,-1 0-1 0 0,1-1 1 0 0,-1 1-1 0 0,1 0 1 0 0,0-1-1 0 0,0 1 0 0 0,-1 0 1 0 0,1 0-1 0 0,0-1 1 0 0,0 1-1 0 0,0 0 1 0 0,-1 0-1 0 0,1-1 1 0 0,0 1-1 0 0,0 0 0 0 0,0 1 1 0 0,23 3 246 0 0,-9-3-277 0 0,133 13 156 0 0,-97-12-1128 0 0,85 16 1 0 0,-74-2-1858 0 0,-2 6-3806 0 0,-38-13 4068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5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63 40 6913 0 0,'-1'-2'-49'0'0,"-24"-24"1788"0"0,24 25-1340 0 0,0 0 1 0 0,0 0-1 0 0,0 0 0 0 0,-1 0 0 0 0,1 0 0 0 0,0 0 0 0 0,-1 0 0 0 0,1 1 0 0 0,0-1 0 0 0,-1 0 0 0 0,1 1 0 0 0,-1-1 0 0 0,1 1 0 0 0,-1 0 0 0 0,0-1 0 0 0,1 1 0 0 0,-1 0 0 0 0,-2 0 0 0 0,3 1-265 0 0,1-1 1 0 0,-1 0-1 0 0,1 1 1 0 0,-1-1-1 0 0,1 1 1 0 0,-1-1-1 0 0,1 1 1 0 0,0-1-1 0 0,-1 1 1 0 0,1 0-1 0 0,0-1 1 0 0,-1 1-1 0 0,1-1 1 0 0,0 1-1 0 0,0 0 1 0 0,0-1-1 0 0,-1 1 1 0 0,1 0-1 0 0,0-1 1 0 0,0 1-1 0 0,0 0 1 0 0,0-1-1 0 0,0 2 1 0 0,1 22 776 0 0,-1-17-591 0 0,-1 119 997 0 0,2 129-892 0 0,1-216-663 0 0,1-1 0 0 0,14 62 1 0 0,6-27-3711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8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17 188 6913 0 0,'-4'-11'138'0'0,"2"3"-17"0"0,-1 0 0 0 0,1 0 1 0 0,0-1-1 0 0,-1-13 1 0 0,3 20 114 0 0,0 0-1 0 0,0 0 1 0 0,0 0 0 0 0,0 0 0 0 0,0 0 0 0 0,0 0 0 0 0,0 0 0 0 0,1 0 0 0 0,-1 1 0 0 0,1-1 0 0 0,-1 0-1 0 0,1 0 1 0 0,0 0 0 0 0,-1 0 0 0 0,1 1 0 0 0,0-1 0 0 0,0 0 0 0 0,1 1 0 0 0,-1-1 0 0 0,0 1 0 0 0,0-1 0 0 0,1 1-1 0 0,-1 0 1 0 0,3-3 0 0 0,-1 4 44 0 0,-1 0-1 0 0,0-1 1 0 0,0 1 0 0 0,1 0-1 0 0,-1 0 1 0 0,0 0 0 0 0,0 1-1 0 0,1-1 1 0 0,-1 0-1 0 0,0 1 1 0 0,0 0 0 0 0,0-1-1 0 0,0 1 1 0 0,0 0 0 0 0,0 0-1 0 0,0 0 1 0 0,0 0-1 0 0,0 0 1 0 0,0 1 0 0 0,0-1-1 0 0,1 2 1 0 0,24 20 284 0 0,-1 1 1 0 0,40 48-1 0 0,-46-48-513 0 0,2 0 1 0 0,1-1-1 0 0,34 26 0 0 0,-56-48-23 0 0,1 0 1 0 0,-1 0-1 0 0,1 1 1 0 0,0-1 0 0 0,0 0-1 0 0,-1-1 1 0 0,1 1 0 0 0,0 0-1 0 0,0 0 1 0 0,0-1-1 0 0,0 1 1 0 0,0-1 0 0 0,0 1-1 0 0,0-1 1 0 0,0 0-1 0 0,0 0 1 0 0,0 0 0 0 0,0 0-1 0 0,2-1 1 0 0,-3 0-5 0 0,1 1 0 0 0,-1-1 1 0 0,0 0-1 0 0,0 0 0 0 0,0 0 0 0 0,0 0 0 0 0,0 0 0 0 0,0 0 1 0 0,0 0-1 0 0,0-1 0 0 0,0 1 0 0 0,-1 0 0 0 0,1 0 1 0 0,0-1-1 0 0,-1 1 0 0 0,1 0 0 0 0,-1-1 0 0 0,0 1 1 0 0,1-1-1 0 0,-1 1 0 0 0,0-1 0 0 0,0 1 0 0 0,0 0 1 0 0,0-1-1 0 0,0 1 0 0 0,0-3 0 0 0,-6-91 329 0 0,3 74-825 0 0,1 0 1 0 0,0 0-1 0 0,2-1 0 0 0,1 1 1 0 0,1 0-1 0 0,8-39 1 0 0,-3 38-6752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1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77 4145 0 0,'0'0'191'0'0,"-1"29"4210"0"0,2-11-3724 0 0,2 1 1 0 0,0-1 0 0 0,1 1 0 0 0,1-1 0 0 0,8 19 0 0 0,-10-28-384 0 0,1-1 0 0 0,0 1 0 0 0,1-1 0 0 0,0 0 0 0 0,0 0 0 0 0,1 0 0 0 0,-1-1 0 0 0,2 1 0 0 0,-1-1 0 0 0,1-1-1 0 0,14 12 1 0 0,-19-17-225 0 0,-1-1-1 0 0,0 1 0 0 0,1 0 0 0 0,-1 0 1 0 0,0-1-1 0 0,1 1 0 0 0,-1 0 0 0 0,1-1 0 0 0,-1 0 1 0 0,1 1-1 0 0,-1-1 0 0 0,1 0 0 0 0,-1 0 0 0 0,1 1 1 0 0,0-1-1 0 0,-1-1 0 0 0,1 1 0 0 0,-1 0 0 0 0,1 0 1 0 0,-1 0-1 0 0,1-1 0 0 0,-1 1 0 0 0,1-1 0 0 0,-1 1 1 0 0,2-2-1 0 0,0 0 17 0 0,-1 0 0 0 0,1 0 0 0 0,-1-1 0 0 0,0 1 0 0 0,0-1 0 0 0,0 1 0 0 0,0-1 0 0 0,0 1 0 0 0,0-1 0 0 0,-1 0 0 0 0,3-5 0 0 0,-1-2 29 0 0,1-1 0 0 0,-1 1 1 0 0,-1-1-1 0 0,0 1 0 0 0,-1-1 0 0 0,1-17 0 0 0,-3 10-176 0 0,-1-1-1 0 0,-1 0 1 0 0,-1 1-1 0 0,0-1 1 0 0,-2 1-1 0 0,0 1 0 0 0,-1-1 1 0 0,-1 1-1 0 0,-12-21 1 0 0,6 23-2395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4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1 126 10594 0 0,'11'13'199'0'0,"0"-1"0"0"0,1-1 0 0 0,1 0 0 0 0,0 0 0 0 0,1-1 0 0 0,23 12 0 0 0,-28-16 335 0 0,14 8 13 0 0,16 11 643 0 0,-16-6 3195 0 0,-28-25-3967 0 0,0-1 0 0 0,-1 0 0 0 0,2-1 0 0 0,-1 1 1 0 0,1-1-1 0 0,1 0 0 0 0,-1 0 0 0 0,1 0 1 0 0,1 0-1 0 0,-1 0 0 0 0,1-1 0 0 0,1 1 0 0 0,-2-16 1 0 0,3 13-732 0 0,0-1 0 0 0,0 1 1 0 0,1 0-1 0 0,3-16 1 0 0,-2 18-586 0 0,0 1 1 0 0,1 1 0 0 0,-1-1 0 0 0,2 0 0 0 0,-1 1-1 0 0,7-10 1 0 0,4-3-6267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8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36 8754 0 0,'-4'-1'6107'0'0,"24"-19"-4810"0"0,-17 18-1586 0 0,0 0 0 0 0,0 0 1 0 0,0 1-1 0 0,1-1 0 0 0,-1 1 0 0 0,0 0 0 0 0,1 0 1 0 0,-1 0-1 0 0,1 0 0 0 0,0 1 0 0 0,-1-1 0 0 0,1 1 1 0 0,-1 0-1 0 0,1 0 0 0 0,4 1 0 0 0,5 1-1086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3.0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56 7370 0 0,'-1'0'33'0'0,"1"0"0"0"0,0 0 0 0 0,0 0 0 0 0,-1 1 0 0 0,1-1 0 0 0,0 0 0 0 0,0 0 0 0 0,0 0 0 0 0,-1 1 0 0 0,1-1 0 0 0,0 0 0 0 0,0 0 0 0 0,0 1 0 0 0,0-1 0 0 0,0 0 0 0 0,-1 0 0 0 0,1 1 0 0 0,0-1 0 0 0,0 0 0 0 0,0 0 0 0 0,0 1 0 0 0,0-1 0 0 0,0 0 0 0 0,0 0 0 0 0,0 1 0 0 0,0-1 0 0 0,0 0 0 0 0,0 1 0 0 0,0-1 0 0 0,0 0 0 0 0,0 0 0 0 0,0 1 0 0 0,1-1 0 0 0,-1 0 0 0 0,0 0 0 0 0,0 1 0 0 0,0-1 0 0 0,0 0 0 0 0,0 0 0 0 0,1 1 1 0 0,-1-1-1 0 0,0 0 0 0 0,0 0 0 0 0,0 0 0 0 0,0 1 0 0 0,1-1 0 0 0,15-5 2274 0 0,-13 4-2198 0 0,46-23 1079 0 0,15-6-4624 0 0,-43 23 3044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11 124 3681 0 0,'-5'-62'4081'0'0,"0"0"3619"0"0,14 121-2536 0 0,-1 5-3734 0 0,13 76-1271 0 0,146 560 159 0 0,-164-688-455 0 0,-2-8-70 0 0,0 1 0 0 0,1-1 0 0 0,-1 0 0 0 0,1 1 0 0 0,0-1-1 0 0,0 0 1 0 0,0 0 0 0 0,5 7 0 0 0,-1-41-6557 0 0,-7 13 6711 0 0,-2 0 53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30 156 5065 0 0,'-4'-5'618'0'0,"0"-1"-1"0"0,1 0 1 0 0,-1 1 0 0 0,1-1-1 0 0,0 0 1 0 0,1-1-1 0 0,-4-8 1 0 0,6 13-347 0 0,0-1 0 0 0,-1 1 0 0 0,1-1 0 0 0,0 0 1 0 0,1 1-1 0 0,-1-1 0 0 0,0 1 0 0 0,1 0 0 0 0,-1-1 0 0 0,1 1 0 0 0,0-1 0 0 0,0 1 1 0 0,0 0-1 0 0,0-1 0 0 0,0 1 0 0 0,0 0 0 0 0,1 0 0 0 0,-1 0 0 0 0,1 0 0 0 0,0 0 1 0 0,-1 0-1 0 0,1 0 0 0 0,2-1 0 0 0,2-2-78 0 0,-1 1 0 0 0,0 0 0 0 0,1 0 1 0 0,0 0-1 0 0,0 0 0 0 0,0 1 0 0 0,0 0 0 0 0,1 1 0 0 0,-1-1 1 0 0,1 1-1 0 0,0 1 0 0 0,-1-1 0 0 0,1 1 0 0 0,8-1 0 0 0,-9 2-122 0 0,-1 1 0 0 0,0-1 0 0 0,1 1 0 0 0,-1-1 0 0 0,1 2 0 0 0,-1-1 0 0 0,0 0 0 0 0,0 1 0 0 0,0 0 0 0 0,0 1 0 0 0,0-1 0 0 0,0 1 0 0 0,0 0 0 0 0,-1 0 0 0 0,1 0 0 0 0,-1 0 0 0 0,0 1 0 0 0,5 5 0 0 0,-2-1-69 0 0,-1 1 1 0 0,1-1-1 0 0,-1 1 0 0 0,-1 1 0 0 0,1-1 1 0 0,-2 1-1 0 0,1 0 0 0 0,-1 0 0 0 0,-1 0 0 0 0,4 17 1 0 0,-5-11-100 0 0,0 1 1 0 0,-1-1-1 0 0,0 1 0 0 0,-1-1 1 0 0,-1 1-1 0 0,-4 19 1 0 0,-7 15 181 0 0,-2-1 1 0 0,-2 0-1 0 0,-29 62 0 0 0,38-95 185 0 0,-1 0 466 0 0,-20 31 0 0 0,-5 11 81 0 0,33-58-816 0 0,-1 0 0 0 0,1-1 0 0 0,0 1 0 0 0,-1-1 0 0 0,1 1 0 0 0,0 0 1 0 0,0-1-1 0 0,0 1 0 0 0,0 0 0 0 0,0 0 0 0 0,0-1 0 0 0,0 1 1 0 0,0 0-1 0 0,0-1 0 0 0,0 1 0 0 0,0 0 0 0 0,0-1 0 0 0,0 1 0 0 0,0 0 1 0 0,1-1-1 0 0,-1 1 0 0 0,0 0 0 0 0,1-1 0 0 0,-1 1 0 0 0,0-1 0 0 0,1 1 1 0 0,-1-1-1 0 0,1 2 0 0 0,1-1 3 0 0,-1 0 0 0 0,1 0 0 0 0,-1 0 0 0 0,1-1 0 0 0,0 1 0 0 0,-1 0 0 0 0,1-1-1 0 0,0 1 1 0 0,-1-1 0 0 0,1 1 0 0 0,2-1 0 0 0,3 1 8 0 0,1-1 1 0 0,0 0-1 0 0,-1 0 0 0 0,11-2 0 0 0,30-9-756 0 0,1-2 0 0 0,-2-3 0 0 0,56-25 1 0 0,-70 26-6556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0 169 5065 0 0,'2'-3'609'0'0,"0"0"-1"0"0,1 1 1 0 0,-1-1-1 0 0,0 1 1 0 0,1 0-1 0 0,0-1 1 0 0,-1 1 0 0 0,1 0-1 0 0,0 0 1 0 0,0 1-1 0 0,5-3 1 0 0,-1 0 327 0 0,100-60 7056 0 0,-81 51-7721 0 0,0 1 1 0 0,1 1-1 0 0,0 1 0 0 0,42-9 1 0 0,-17 13-1478 0 0,-31 7-5188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0 4609 0 0,'-3'2'232'0'0,"0"0"-1"0"0,0 0 1 0 0,0 1-1 0 0,0-1 1 0 0,0 1-1 0 0,1 0 1 0 0,-1 0-1 0 0,1 0 1 0 0,0 0-1 0 0,0 0 1 0 0,0 0 0 0 0,0 0-1 0 0,0 1 1 0 0,1-1-1 0 0,-1 1 1 0 0,1-1-1 0 0,0 1 1 0 0,0 0-1 0 0,0 0 1 0 0,1-1 0 0 0,-1 1-1 0 0,1 0 1 0 0,0 5-1 0 0,0 32 2735 0 0,1 0 1 0 0,12 71-1 0 0,-1-7-1068 0 0,-8-49-1570 0 0,0 11-587 0 0,2 0-1 0 0,3 0 1 0 0,27 95 0 0 0,-27-133-7016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 8290 0 0,'4'-7'-177'0'0,"19"-24"8542"0"0,-23 30-8235 0 0,1 1 0 0 0,-1 0 0 0 0,0 0 0 0 0,1 0 0 0 0,-1 0 0 0 0,0 0 0 0 0,1 0 0 0 0,-1 0 0 0 0,0 0 0 0 0,1 0 0 0 0,-1 0 0 0 0,0 0 0 0 0,1 0 0 0 0,-1 0 0 0 0,0 0 0 0 0,1 0 0 0 0,-1 0 0 0 0,5 17 1471 0 0,0 70 171 0 0,-4-34-1418 0 0,12 72 1 0 0,-9-109-374 0 0,-1 1 0 0 0,2 0 1 0 0,0-1-1 0 0,1 0 0 0 0,1 0 1 0 0,1 0-1 0 0,0-1 0 0 0,13 19 1 0 0,-20-33 6 0 0,-1 1 1 0 0,1-1-1 0 0,0 0 1 0 0,0-1-1 0 0,-1 1 1 0 0,1 0 0 0 0,0 0-1 0 0,0 0 1 0 0,0 0-1 0 0,0-1 1 0 0,0 1 0 0 0,0 0-1 0 0,0-1 1 0 0,0 1-1 0 0,0-1 1 0 0,0 1-1 0 0,0-1 1 0 0,0 1 0 0 0,1-1-1 0 0,-1 0 1 0 0,0 1-1 0 0,0-1 1 0 0,0 0 0 0 0,2 0-1 0 0,-1-1-24 0 0,-1 1-1 0 0,1-1 1 0 0,-1 0-1 0 0,1 1 1 0 0,-1-1-1 0 0,1 0 1 0 0,-1 0-1 0 0,0 0 1 0 0,1 0 0 0 0,-1 0-1 0 0,0-1 1 0 0,0 1-1 0 0,0 0 1 0 0,0 0-1 0 0,1-3 1 0 0,5-8-234 0 0,-1 0-1 0 0,0 0 1 0 0,6-21 0 0 0,-7 21 196 0 0,8-29 223 0 0,-10 31-67 0 0,-1 1 0 0 0,2-1 0 0 0,-1 1 0 0 0,1 0 0 0 0,0 0 0 0 0,1 0 0 0 0,0 0 0 0 0,1 1 0 0 0,12-15 0 0 0,-17 22-64 0 0,1-1 1 0 0,-1 1 0 0 0,1 0-1 0 0,0 0 1 0 0,0 0 0 0 0,0 0 0 0 0,0 0-1 0 0,0 1 1 0 0,0-1 0 0 0,0 1-1 0 0,0-1 1 0 0,0 1 0 0 0,0 0-1 0 0,0-1 1 0 0,0 1 0 0 0,0 0 0 0 0,0 0-1 0 0,0 1 1 0 0,0-1 0 0 0,0 0-1 0 0,0 1 1 0 0,0-1 0 0 0,0 1-1 0 0,0 0 1 0 0,0-1 0 0 0,0 1 0 0 0,0 0-1 0 0,0 0 1 0 0,-1 0 0 0 0,3 3-1 0 0,7 3 164 0 0,-1 2 0 0 0,0 0 0 0 0,16 18 0 0 0,-7-7-65 0 0,-15-16-341 0 0,0 0 0 0 0,0-1 0 0 0,1 1-1 0 0,-1-1 1 0 0,1 0 0 0 0,-1 0 0 0 0,1 0 0 0 0,0-1 0 0 0,0 1 0 0 0,0-1 0 0 0,1-1-1 0 0,-1 1 1 0 0,0-1 0 0 0,1 1 0 0 0,-1-2 0 0 0,1 1 0 0 0,6 0 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7370 0 0,'11'29'8332'0'0,"-10"-28"-8090"0"0,-1-1 1 0 0,1 0-1 0 0,0 0 0 0 0,-1 1 1 0 0,1-1-1 0 0,-1 0 0 0 0,1 0 1 0 0,0 0-1 0 0,17-4 1633 0 0,3-6-8035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7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65 920 0 0,'-1'2'473'0'0,"0"-1"1"0"0,0 1-1 0 0,0 0 0 0 0,0-1 1 0 0,1 1-1 0 0,-1 0 0 0 0,0 0 0 0 0,1 0 1 0 0,-1-1-1 0 0,1 1 0 0 0,0 0 1 0 0,-1 0-1 0 0,1 0 0 0 0,0 0 0 0 0,7 9 4156 0 0,-7-11-4495 0 0,15-9 1563 0 0,20-26-934 0 0,10-8-3797 0 0,-27 28 1740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6.4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110 344 5985 0 0,'-6'-3'719'0'0,"0"0"-1"0"0,0 0 1 0 0,0 0-1 0 0,1-1 1 0 0,-1 0-1 0 0,1 0 1 0 0,-1 0-1 0 0,1-1 1 0 0,-4-5 0 0 0,3 4-346 0 0,1 1 1 0 0,1-1 0 0 0,-1 0 0 0 0,1-1 0 0 0,0 1-1 0 0,1 0 1 0 0,0-1 0 0 0,0 0 0 0 0,0 0 0 0 0,0 0-1 0 0,1 0 1 0 0,1 0 0 0 0,-3-13 0 0 0,5 13-211 0 0,0 1 0 0 0,1-1-1 0 0,0 1 1 0 0,0-1 0 0 0,0 1 0 0 0,1 0 0 0 0,-1 0 0 0 0,1 0-1 0 0,1 0 1 0 0,-1 1 0 0 0,1-1 0 0 0,0 1 0 0 0,1 0 0 0 0,-1 0-1 0 0,6-5 1 0 0,6-5-7 0 0,1 0 0 0 0,1 1 0 0 0,22-14 0 0 0,-34 24-141 0 0,-1 1 0 0 0,0 0 1 0 0,1 0-1 0 0,0 1 1 0 0,-1-1-1 0 0,1 1 1 0 0,0 0-1 0 0,0 1 1 0 0,11-2-1 0 0,-15 3-14 0 0,0 0-1 0 0,0 0 1 0 0,1 1-1 0 0,-1-1 1 0 0,0 1-1 0 0,0-1 1 0 0,0 1 0 0 0,0 0-1 0 0,0 0 1 0 0,0-1-1 0 0,0 2 1 0 0,0-1-1 0 0,-1 0 1 0 0,1 0 0 0 0,0 0-1 0 0,0 1 1 0 0,-1-1-1 0 0,1 1 1 0 0,-1-1-1 0 0,0 1 1 0 0,1 0-1 0 0,-1 0 1 0 0,0 0 0 0 0,0-1-1 0 0,0 1 1 0 0,0 0-1 0 0,0 0 1 0 0,-1 0-1 0 0,1 0 1 0 0,0 5 0 0 0,4 11-101 0 0,-1 0 0 0 0,-1 1 1 0 0,0-1-1 0 0,-1 35 0 0 0,-10 78-748 0 0,3-87 507 0 0,3 0 0 0 0,2 45 0 0 0,1-75 342 0 0,1 0 0 0 0,0 0 0 0 0,1-1 0 0 0,1 1-1 0 0,0-1 1 0 0,1 0 0 0 0,0 1 0 0 0,1-2 0 0 0,0 1-1 0 0,12 17 1 0 0,-15-27-9 0 0,-1 1-1 0 0,1-1 1 0 0,0 0-1 0 0,0 0 1 0 0,0 0-1 0 0,0 0 1 0 0,1 0-1 0 0,-1-1 0 0 0,1 1 1 0 0,-1-1-1 0 0,1 0 1 0 0,6 2-1 0 0,-8-3 29 0 0,1-1 0 0 0,-1 1-1 0 0,0-1 1 0 0,0 0 0 0 0,0 0 0 0 0,1 1-1 0 0,-1-2 1 0 0,0 1 0 0 0,0 0-1 0 0,1 0 1 0 0,-1-1 0 0 0,0 1-1 0 0,0-1 1 0 0,0 0 0 0 0,0 0 0 0 0,0 1-1 0 0,0-1 1 0 0,0 0 0 0 0,0-1-1 0 0,0 1 1 0 0,0 0 0 0 0,-1-1-1 0 0,1 1 1 0 0,0-1 0 0 0,2-2 0 0 0,-1 0 114 0 0,0 0 0 0 0,0 0 0 0 0,0 0 0 0 0,-1 0 0 0 0,1 0 1 0 0,-1 0-1 0 0,0-1 0 0 0,0 1 0 0 0,0-1 0 0 0,-1 1 0 0 0,0-1 1 0 0,0 0-1 0 0,0 0 0 0 0,0 0 0 0 0,0-9 0 0 0,-2 7-44 0 0,0-1 1 0 0,0 0-1 0 0,-1 0 0 0 0,0 0 0 0 0,0 1 1 0 0,0-1-1 0 0,-1 1 0 0 0,0 0 0 0 0,-5-8 1 0 0,-1 1-47 0 0,0 0 1 0 0,-1 1 0 0 0,0 0 0 0 0,-1 1 0 0 0,0 0 0 0 0,-1 1 0 0 0,0 0 0 0 0,-1 1 0 0 0,-14-9 0 0 0,1 5-92 0 0,0 0 0 0 0,-32-10 0 0 0,10 6-6403 0 0,19 9-749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7.9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77 212 5985 0 0,'-8'-14'107'0'0,"6"10"558"0"0,1 1 0 0 0,-1-1-1 0 0,0 1 1 0 0,-1 0 0 0 0,1 0 0 0 0,0 0-1 0 0,-1 0 1 0 0,0 0 0 0 0,0 0-1 0 0,0 1 1 0 0,0 0 0 0 0,0-1-1 0 0,-5-2 1 0 0,7 5-573 0 0,1 0 0 0 0,-1 0 1 0 0,0 0-1 0 0,1 0 0 0 0,-1 1 0 0 0,0-1 0 0 0,1 0 1 0 0,-1 0-1 0 0,0 0 0 0 0,0 0 0 0 0,1 1 0 0 0,-1-1 0 0 0,1 0 1 0 0,-1 1-1 0 0,0-1 0 0 0,1 1 0 0 0,-1-1 0 0 0,1 0 1 0 0,-1 1-1 0 0,1-1 0 0 0,-1 1 0 0 0,1-1 0 0 0,-1 1 1 0 0,1 0-1 0 0,-1-1 0 0 0,1 1 0 0 0,0-1 0 0 0,-1 1 1 0 0,1 0-1 0 0,0-1 0 0 0,0 1 0 0 0,0 0 0 0 0,-1-1 1 0 0,1 1-1 0 0,0 0 0 0 0,0 0 0 0 0,-5 28 852 0 0,5-28-911 0 0,-4 54 504 0 0,2 0 1 0 0,3 0 0 0 0,13 97 0 0 0,-10-134-535 0 0,0 0 1 0 0,0 0 0 0 0,2 0-1 0 0,0 0 1 0 0,13 23-1 0 0,-16-35-3 0 0,0 1 0 0 0,1-1 0 0 0,0 0 0 0 0,0-1 0 0 0,1 1 0 0 0,0-1 0 0 0,0 0 0 0 0,0 0 0 0 0,0 0-1 0 0,1 0 1 0 0,0-1 0 0 0,0 0 0 0 0,0-1 0 0 0,0 1 0 0 0,0-1 0 0 0,1 0 0 0 0,7 2 0 0 0,-12-5 8 0 0,1 1 1 0 0,-1 0 0 0 0,1-1 0 0 0,0 0-1 0 0,-1 1 1 0 0,1-1 0 0 0,0 0 0 0 0,0 0-1 0 0,-1-1 1 0 0,1 1 0 0 0,0-1-1 0 0,-1 1 1 0 0,1-1 0 0 0,-1 0 0 0 0,1 0-1 0 0,-1 0 1 0 0,1 0 0 0 0,-1 0 0 0 0,1-1-1 0 0,-1 1 1 0 0,0-1 0 0 0,0 0-1 0 0,0 1 1 0 0,0-1 0 0 0,0 0 0 0 0,0 0-1 0 0,0 0 1 0 0,-1 0 0 0 0,1-1 0 0 0,-1 1-1 0 0,0 0 1 0 0,1-1 0 0 0,-1 1 0 0 0,0-1-1 0 0,0 1 1 0 0,0-5 0 0 0,2-2 29 0 0,-1-1 0 0 0,0 1-1 0 0,0-1 1 0 0,-1 0 0 0 0,0 0 0 0 0,-1 0 0 0 0,0 0 0 0 0,-3-17 0 0 0,-7-11 7 0 0,-1 0 0 0 0,-1 1 0 0 0,-3 0 0 0 0,-1 1 0 0 0,-28-48 0 0 0,37 71-43 0 0,5 9-2 0 0,-1 0 0 0 0,1 0 0 0 0,0 0 0 0 0,1-1 0 0 0,-1 1 0 0 0,1-1 0 0 0,0 1 0 0 0,0-1 0 0 0,0 0 0 0 0,1 1 0 0 0,-1-1 0 0 0,1 0 0 0 0,0 1 0 0 0,1-1 0 0 0,-1 0 0 0 0,1 1 0 0 0,0-1 0 0 0,0 0 0 0 0,0 1 0 0 0,1-1 0 0 0,0 1 0 0 0,0 0 0 0 0,0-1 0 0 0,0 1 0 0 0,0 0 0 0 0,1 0 0 0 0,0 1 0 0 0,0-1 0 0 0,0 0 0 0 0,0 1 0 0 0,1 0 0 0 0,-1 0 0 0 0,1 0 0 0 0,0 0 0 0 0,0 0 0 0 0,0 1 0 0 0,0 0 0 0 0,7-3 0 0 0,5-3-18 0 0,1 1 0 0 0,0 1 0 0 0,1 1 0 0 0,-1 0 0 0 0,1 2 0 0 0,0 0 0 0 0,0 0 0 0 0,27 1 0 0 0,-39 2 9 0 0,0 0 0 0 0,0 1 1 0 0,0-1-1 0 0,-1 1 0 0 0,1 0 0 0 0,0 1 1 0 0,0-1-1 0 0,-1 1 0 0 0,1 0 1 0 0,-1 1-1 0 0,0-1 0 0 0,0 1 0 0 0,0 0 1 0 0,0 0-1 0 0,0 1 0 0 0,0 0 0 0 0,-1-1 1 0 0,0 1-1 0 0,1 1 0 0 0,-2-1 0 0 0,1 1 1 0 0,0-1-1 0 0,-1 1 0 0 0,0 0 0 0 0,0 1 1 0 0,-1-1-1 0 0,1 0 0 0 0,-1 1 1 0 0,3 10-1 0 0,-1 7-250 0 0,-1 0 0 0 0,-1 1 1 0 0,-2-1-1 0 0,0 0 0 0 0,-4 35 1 0 0,1-34 82 0 0,1 0-1 0 0,2 0 1 0 0,1 1 0 0 0,6 46 0 0 0,-6-65 173 0 0,1 0 0 0 0,0-1 0 0 0,0 1-1 0 0,0 0 1 0 0,0-1 0 0 0,1 1 0 0 0,0-1-1 0 0,0 0 1 0 0,0 0 0 0 0,1 0 0 0 0,0-1 0 0 0,0 1-1 0 0,0-1 1 0 0,0 0 0 0 0,9 6 0 0 0,-10-7 39 0 0,1-1 0 0 0,0 0 0 0 0,0-1 0 0 0,1 1 0 0 0,-1-1 1 0 0,0 0-1 0 0,0 0 0 0 0,1 0 0 0 0,-1 0 0 0 0,1-1 1 0 0,-1 0-1 0 0,1 0 0 0 0,-1 0 0 0 0,0 0 0 0 0,1-1 0 0 0,-1 0 1 0 0,0 0-1 0 0,1 0 0 0 0,-1 0 0 0 0,0-1 0 0 0,7-3 0 0 0,-4 3 2 0 0,-1-2 0 0 0,1 1 0 0 0,-1-1 0 0 0,0 0-1 0 0,0 0 1 0 0,-1-1 0 0 0,1 0 0 0 0,-1 0-1 0 0,0 0 1 0 0,0 0 0 0 0,-1-1 0 0 0,1 0-1 0 0,6-12 1 0 0,-7 9 62 0 0,-1 0 0 0 0,0 0 1 0 0,0 0-1 0 0,-1 0 0 0 0,0 0 0 0 0,0-1 0 0 0,-1 1 0 0 0,-1-1 0 0 0,0-13 0 0 0,-4-13 200 0 0,-1 1-1 0 0,-3 0 1 0 0,0 0-1 0 0,-20-50 1 0 0,24 75-295 0 0,-2-7-15 0 0,0 1 1 0 0,-2 0-1 0 0,1 0 0 0 0,-2 1 1 0 0,0 0-1 0 0,-17-20 0 0 0,19 26-211 0 0,-1 1-1 0 0,-1 0 1 0 0,1 0-1 0 0,-1 1 1 0 0,-1 0-1 0 0,1 0 1 0 0,-1 1-1 0 0,0 0 1 0 0,-1 1-1 0 0,-18-7 1 0 0,11 6-7461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8.6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0 403 2304 0 0,'13'3'1366'0'0,"-1"1"0"0"0,0 0-1 0 0,0 1 1 0 0,0 0-1 0 0,-1 0 1 0 0,0 1 0 0 0,0 1-1 0 0,0 0 1 0 0,-1 1-1 0 0,0 0 1 0 0,-1 0-1 0 0,11 11 1 0 0,15 29 1539 0 0,-10 7-3369 0 0,-23-48 498 0 0,1-1-1 0 0,0 0 1 0 0,0 1 0 0 0,1-1 0 0 0,0-1-1 0 0,0 1 1 0 0,5 6 0 0 0,-8-11-27 0 0,0 1 0 0 0,0-1 0 0 0,1 0 0 0 0,-1 0 1 0 0,0 1-1 0 0,0-1 0 0 0,1 0 0 0 0,-1 0 1 0 0,1 0-1 0 0,-1-1 0 0 0,1 1 0 0 0,-1 0 1 0 0,1 0-1 0 0,-1-1 0 0 0,1 1 0 0 0,0-1 1 0 0,-1 1-1 0 0,1-1 0 0 0,0 0 0 0 0,-1 0 1 0 0,1 0-1 0 0,0 0 0 0 0,0 0 0 0 0,-1 0 1 0 0,1 0-1 0 0,0-1 0 0 0,-1 1 0 0 0,1 0 0 0 0,0-1 1 0 0,-1 0-1 0 0,1 1 0 0 0,0-1 0 0 0,-1 0 1 0 0,3-1-1 0 0,-3 1-5 0 0,1-1 0 0 0,-1 1 0 0 0,0 0 1 0 0,0 0-1 0 0,0-1 0 0 0,0 1 0 0 0,0-1 0 0 0,0 1 1 0 0,0-1-1 0 0,0 1 0 0 0,-1-1 0 0 0,1 0 0 0 0,-1 1 0 0 0,1-1 1 0 0,-1 0-1 0 0,0 0 0 0 0,1 1 0 0 0,-1-1 0 0 0,0 0 1 0 0,0 1-1 0 0,0-1 0 0 0,0 0 0 0 0,-1 0 0 0 0,1 1 0 0 0,0-1 1 0 0,-1 0-1 0 0,1 0 0 0 0,-1 1 0 0 0,0-1 0 0 0,-1-1 1 0 0,1 0 0 0 0,1 1 0 0 0,-1-1 0 0 0,0 1 0 0 0,1-1 0 0 0,-1 0 0 0 0,1 1 0 0 0,0-1 0 0 0,0 1 0 0 0,0-1 0 0 0,0 0 0 0 0,1-4 0 0 0,10-16 71 0 0,-9 19-56 0 0,0 1-1 0 0,0-1 1 0 0,-1 0 0 0 0,1-1 0 0 0,-1 1-1 0 0,0 0 1 0 0,1-5 0 0 0,10-133-33 0 0,2-17 89 0 0,-10 131 92 0 0,2-1 0 0 0,0 1 0 0 0,17-41 0 0 0,-21 65-163 0 0,-1 0 1 0 0,1 1-1 0 0,1-1 1 0 0,-1 1-1 0 0,0 0 1 0 0,1-1-1 0 0,0 1 0 0 0,0 0 1 0 0,0 1-1 0 0,0-1 1 0 0,0 1-1 0 0,0-1 1 0 0,1 1-1 0 0,-1 0 1 0 0,1 0-1 0 0,0 0 1 0 0,0 1-1 0 0,-1-1 0 0 0,1 1 1 0 0,0 0-1 0 0,0 0 1 0 0,0 0-1 0 0,0 0 1 0 0,1 1-1 0 0,-1 0 1 0 0,0 0-1 0 0,6 1 0 0 0,-5-1 1 0 0,0 0-1 0 0,0 1 0 0 0,0 0 1 0 0,0 0-1 0 0,0 0 0 0 0,0 1 1 0 0,-1 0-1 0 0,1 0 0 0 0,0 0 1 0 0,-1 0-1 0 0,0 1 1 0 0,1 0-1 0 0,-1 0 0 0 0,0 0 1 0 0,-1 0-1 0 0,1 0 0 0 0,0 1 1 0 0,-1 0-1 0 0,0 0 0 0 0,0 0 1 0 0,0 0-1 0 0,3 5 0 0 0,1 12-15 0 0,0 0-1 0 0,-1 1 0 0 0,6 43 1 0 0,-7-37-22 0 0,13 47 0 0 0,-15-66 31 0 0,0-1-1 0 0,0 1 1 0 0,1-1 0 0 0,1 0-1 0 0,-1 0 1 0 0,1-1-1 0 0,1 1 1 0 0,-1-1 0 0 0,11 10-1 0 0,-13-15 9 0 0,-1 0 0 0 0,1 1 0 0 0,0-1 0 0 0,0 0 1 0 0,0 0-1 0 0,1-1 0 0 0,-1 1 0 0 0,0-1 0 0 0,1 1 0 0 0,-1-1 0 0 0,1 0 0 0 0,-1 0 0 0 0,1-1 0 0 0,0 1 0 0 0,-1-1 1 0 0,1 0-1 0 0,-1 0 0 0 0,1 0 0 0 0,0 0 0 0 0,-1-1 0 0 0,1 1 0 0 0,0-1 0 0 0,-1 0 0 0 0,1 0 0 0 0,-1 0 0 0 0,0-1 0 0 0,1 1 1 0 0,-1-1-1 0 0,0 0 0 0 0,6-3 0 0 0,8-7 36 0 0,-1-1 0 0 0,-1-1 0 0 0,0 0 0 0 0,18-21 0 0 0,-12 13-30 0 0,18-18-999 0 0,2 1 0 0 0,2 3 0 0 0,53-35 0 0 0,-52 41-6476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1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91 266 3225 0 0,'-10'-39'181'0'0,"-2"-4"2276"0"0,3-1 1 0 0,-5-46-1 0 0,14 63-127 0 0,0 25-2175 0 0,0 1-1 0 0,1 0 1 0 0,-1 0-1 0 0,0-1 0 0 0,0 1 1 0 0,1 0-1 0 0,-1 0 0 0 0,1 0 1 0 0,-1 0-1 0 0,1 0 0 0 0,-1 0 1 0 0,1 0-1 0 0,0 0 0 0 0,-1 0 1 0 0,1 0-1 0 0,0 0 0 0 0,0 0 1 0 0,0 0-1 0 0,1-1 0 0 0,4 41 1301 0 0,-13 118-784 0 0,0-68-428 0 0,-2 152 194 0 0,-27 438 73 0 0,31-572-601 0 0,14 170 0 0 0,-9-268-797 0 0,1 0-1 0 0,-1 1 1 0 0,-3 16-1 0 0,0-11-4932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117 112 3225 0 0,'-4'-7'91'0'0,"0"0"0"0"0,0 1 1 0 0,0-1-1 0 0,-1 1 0 0 0,0 0 1 0 0,0 0-1 0 0,0 1 0 0 0,-10-8 0 0 0,-16-18 1037 0 0,31 30-1026 0 0,-1 0 0 0 0,0 0 0 0 0,0-1 0 0 0,0 1-1 0 0,1 0 1 0 0,-1 0 0 0 0,0 0 0 0 0,0 0 0 0 0,0 0-1 0 0,-1 1 1 0 0,1-1 0 0 0,0 0 0 0 0,0 0 0 0 0,0 1-1 0 0,-1-1 1 0 0,1 1 0 0 0,0-1 0 0 0,0 1 0 0 0,-1-1-1 0 0,-1 1 1 0 0,3 0-15 0 0,-1 1 0 0 0,0-1 0 0 0,1 1 0 0 0,-1-1 0 0 0,0 1 1 0 0,1-1-1 0 0,-1 1 0 0 0,1 0 0 0 0,-1-1 0 0 0,1 1 0 0 0,-1 0 0 0 0,1-1 0 0 0,-1 1 0 0 0,1 0 0 0 0,0-1 0 0 0,-1 1 0 0 0,1 0 0 0 0,0 0 0 0 0,0 0 1 0 0,0-1-1 0 0,0 1 0 0 0,-1 0 0 0 0,1 1 0 0 0,-1 12 671 0 0,1 0 1 0 0,2 25-1 0 0,-1-31-842 0 0,5 45 422 0 0,3 0-1 0 0,2-1 0 0 0,2 0 1 0 0,3-1-1 0 0,41 93 1 0 0,-40-101-3911 0 0,-13-32-247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272 85 2761 0 0,'-37'7'1444'0'0,"-1"1"0"0"0,1 2 0 0 0,0 2 1 0 0,1 2-1 0 0,-38 19 0 0 0,61-27-886 0 0,13-6-519 0 0,1 0 1 0 0,-1 0-1 0 0,0 0 1 0 0,0 0-1 0 0,0 0 0 0 0,1 0 1 0 0,-1 0-1 0 0,0 0 1 0 0,0 0-1 0 0,0 0 1 0 0,1 0-1 0 0,-1 0 0 0 0,0 0 1 0 0,0 1-1 0 0,0-1 1 0 0,0 0-1 0 0,1 0 1 0 0,-1 0-1 0 0,0 0 0 0 0,0 0 1 0 0,0 0-1 0 0,0 1 1 0 0,0-1-1 0 0,1 0 1 0 0,-1 0-1 0 0,0 0 0 0 0,0 0 1 0 0,0 1-1 0 0,0-1 1 0 0,0 0-1 0 0,0 0 1 0 0,0 0-1 0 0,0 0 0 0 0,0 1 1 0 0,0-1-1 0 0,0 0 1 0 0,0 0-1 0 0,0 0 0 0 0,0 1 1 0 0,0-1-1 0 0,0 0 1 0 0,0 0-1 0 0,0 0 1 0 0,0 1-1 0 0,0-1 0 0 0,0 0 1 0 0,0 0-1 0 0,0 0 1 0 0,0 1-1 0 0,0-1 1 0 0,0 0-1 0 0,-1 0 0 0 0,1 0 1 0 0,0 0-1 0 0,0 1 1 0 0,0-1-1 0 0,0 0 1 0 0,0 0-1 0 0,0 0 0 0 0,-1 0 1 0 0,1 0-1 0 0,0 0 1 0 0,0 1-1 0 0,0-1 1 0 0,-1 0-1 0 0,1 0 0 0 0,0 0 1 0 0,30 9 855 0 0,40 1-298 0 0,-26-10-184 0 0,-1-1-1 0 0,1-2 1 0 0,67-14 0 0 0,127-43 745 0 0,-43 9-216 0 0,117-7 191 0 0,-261 51-1220 0 0,1 3 0 0 0,-1 3-1 0 0,1 1 1 0 0,56 9-1 0 0,-98-8-269 0 0,0 1 0 0 0,0 0 1 0 0,-1 0-1 0 0,1 1 0 0 0,-1 1 0 0 0,0-1 0 0 0,0 2 0 0 0,0-1 0 0 0,0 1 0 0 0,-1 0 0 0 0,13 11 0 0 0,-10-6-1049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1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62 3681 0 0,'-3'-2'713'0'0,"11"-3"554"0"0,13-3 604 0 0,30-6 1926 0 0,68-11 0 0 0,-91 21-3767 0 0,0 2 1 0 0,0 0-1 0 0,0 2 0 0 0,36 4 1 0 0,-46-1-1673 0 0,-1 1-3392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0,'2'17'2173'0'0,"0"0"1"0"0,1 0-1 0 0,6 19 0 0 0,3 16-535 0 0,8 75-813 0 0,3 184-1 0 0,-24 131 1333 0 0,-2-177-1626 0 0,3-188-659 0 0,-9 239-1759 0 0,6-292 637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4.1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151 105 456 0 0,'-12'-1'342'0'0,"1"0"-1"0"0,0-1 0 0 0,0 0 1 0 0,0-1-1 0 0,0-1 1 0 0,0 1-1 0 0,-15-9 1 0 0,-20-7 2121 0 0,66 21 2614 0 0,22-7-4326 0 0,-36 4-462 0 0,89-7 854 0 0,1 4 0 0 0,141 11 1 0 0,-124-1-1059 0 0,137-10 1 0 0,280-35 108 0 0,-490 34-685 0 0,-31 3 206 0 0,0 0-1 0 0,1 1 1 0 0,-1 0 0 0 0,0 1-1 0 0,1 0 1 0 0,12 2 0 0 0,-19-1-867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5.1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7 137 3225 0 0,'-7'3'-334'0'0,"11"-5"940"0"0,15-7 16 0 0,0 0 0 0 0,1 2 0 0 0,0 0 0 0 0,34-6 0 0 0,97-11 1889 0 0,-89 15-1883 0 0,16-3 55 0 0,263-33 2043 0 0,-305 43-2634 0 0,-1 2 1 0 0,1 1-1 0 0,-1 1 0 0 0,0 2 1 0 0,0 2-1 0 0,51 14 1 0 0,-77-16 198 0 0,1-1 0 0 0,0-1 0 0 0,0 0 0 0 0,0 0-1 0 0,0-1 1 0 0,0 0 0 0 0,0-1 0 0 0,0 0 0 0 0,1 0 0 0 0,16-4 0 0 0,0-9 405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12 2304 0 0,'-2'-1'283'0'0,"1"0"-1"0"0,-1-1 0 0 0,0 1 1 0 0,0 0-1 0 0,0 0 0 0 0,0 1 1 0 0,0-1-1 0 0,0 0 0 0 0,0 1 0 0 0,0-1 1 0 0,0 1-1 0 0,-4-1 0 0 0,6 1-240 0 0,0 0-1 0 0,0 0 0 0 0,0 0 0 0 0,0 0 1 0 0,-1 0-1 0 0,1 0 0 0 0,0 0 0 0 0,0 0 1 0 0,0 0-1 0 0,0 0 0 0 0,-1 0 1 0 0,1 0-1 0 0,0 0 0 0 0,0 0 0 0 0,0 0 1 0 0,0 0-1 0 0,-1 0 0 0 0,1 0 1 0 0,0 0-1 0 0,0 0 0 0 0,0 0 0 0 0,0 0 1 0 0,0 0-1 0 0,-1 1 0 0 0,1-1 1 0 0,0 0-1 0 0,0 0 0 0 0,0 0 0 0 0,0 0 1 0 0,0 0-1 0 0,0 0 0 0 0,0 1 0 0 0,-1-1 1 0 0,1 0-1 0 0,0 0 0 0 0,0 0 1 0 0,0 0-1 0 0,0 0 0 0 0,0 1 0 0 0,0-1 1 0 0,0 0-1 0 0,0 0 0 0 0,0 0 1 0 0,0 0-1 0 0,0 1 0 0 0,0-1 0 0 0,0 0 1 0 0,0 0-1 0 0,0 0 0 0 0,15 14 774 0 0,1-4-520 0 0,1-2 0 0 0,0 0 0 0 0,0 0 0 0 0,0-2 0 0 0,1 0 1 0 0,0-1-1 0 0,34 5 0 0 0,1-4 647 0 0,78-1-1 0 0,-49-4-424 0 0,139 21 0 0 0,-166-18-800 0 0,-44-4 134 0 0,0 0 0 0 0,0 1 0 0 0,0 0 0 0 0,0 1 0 0 0,-1 0 0 0 0,1 0 0 0 0,-1 1 0 0 0,1 1 0 0 0,-1 0 0 0 0,12 6 0 0 0,-11 0-2658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57 456 0 0,'-4'-24'1143'0'0,"4"20"-468"0"0,-1 1 1 0 0,0-1-1 0 0,1 0 0 0 0,6-13 6556 0 0,3 38-5578 0 0,16 136 2405 0 0,-10 81-2346 0 0,-1-11-1338 0 0,6-68-75 0 0,-2-21-989 0 0,-10-46-4093 0 0,-7-78 3168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4.6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 36 3065 0 0,'3'0'48'0'0,"1"0"0"0"0,-1 0 0 0 0,1 0 0 0 0,-1-1 0 0 0,1 0 0 0 0,-1 1 0 0 0,0-1 0 0 0,1-1 0 0 0,-1 1 0 0 0,0 0 1 0 0,0-1-1 0 0,0 0 0 0 0,0 1 0 0 0,0-1 0 0 0,0 0 0 0 0,0-1 0 0 0,-1 1 0 0 0,3-3 0 0 0,-5 5 51 0 0,0-1 0 0 0,0 1 0 0 0,0 0 0 0 0,0-1 0 0 0,0 1-1 0 0,0 0 1 0 0,0-1 0 0 0,0 1 0 0 0,0 0 0 0 0,0-1 0 0 0,0 1 0 0 0,0 0 0 0 0,0-1-1 0 0,-1 1 1 0 0,1 0 0 0 0,0-1 0 0 0,0 1 0 0 0,0 0 0 0 0,-1-1 0 0 0,1 1-1 0 0,0 0 1 0 0,0 0 0 0 0,-1-1 0 0 0,1 1 0 0 0,0 0 0 0 0,0 0 0 0 0,-1 0 0 0 0,1 0-1 0 0,0-1 1 0 0,-1 1 0 0 0,1 0 0 0 0,0 0 0 0 0,-1 0 0 0 0,1 0 0 0 0,0 0 0 0 0,-1 0-1 0 0,1 0 1 0 0,0 0 0 0 0,-1 0 0 0 0,1 0 0 0 0,-1 0 0 0 0,1 0 0 0 0,0 0 0 0 0,-1 0-1 0 0,1 0 1 0 0,0 0 0 0 0,-1 0 0 0 0,-19 2 1635 0 0,-16 17-533 0 0,0 0-1 0 0,2 3 1 0 0,-44 34-1 0 0,46-32-670 0 0,9-8-103 0 0,8-6-48 0 0,-1 2 0 0 0,1-1 1 0 0,1 2-1 0 0,0 0 0 0 0,-13 16 0 0 0,26-28-396 0 0,1 0 1 0 0,0-1-1 0 0,-1 1 1 0 0,1 0-1 0 0,0-1 1 0 0,-1 1-1 0 0,1 0 1 0 0,0-1-1 0 0,0 1 1 0 0,-1 0 0 0 0,1 0-1 0 0,0-1 1 0 0,0 1-1 0 0,0 0 1 0 0,0 0-1 0 0,0-1 1 0 0,0 1-1 0 0,0 0 1 0 0,1 0-1 0 0,-1 0 1 0 0,0-1-1 0 0,0 1 1 0 0,0 0-1 0 0,1-1 1 0 0,-1 1-1 0 0,0 0 1 0 0,1-1-1 0 0,-1 1 1 0 0,1 0-1 0 0,-1-1 1 0 0,1 1-1 0 0,-1-1 1 0 0,1 1-1 0 0,-1-1 1 0 0,1 1-1 0 0,0-1 1 0 0,-1 1-1 0 0,1-1 1 0 0,0 1-1 0 0,-1-1 1 0 0,1 0-1 0 0,0 1 1 0 0,-1-1-1 0 0,1 0 1 0 0,0 0-1 0 0,0 0 1 0 0,0 1-1 0 0,48 10-989 0 0,-35-8 901 0 0,65 18-60 0 0,99 40 0 0 0,-175-60 165 0 0,-1 0 0 0 0,1 0 0 0 0,0 0 0 0 0,0 0 0 0 0,-1 1 0 0 0,1 0 0 0 0,-1-1 0 0 0,0 1 0 0 0,1 0 0 0 0,-1 0 0 0 0,0 0 0 0 0,0 1 0 0 0,2 2 0 0 0,-3-3 0 0 0,-1-1 0 0 0,1 1 0 0 0,-1-1 0 0 0,1 1 0 0 0,-1 0 0 0 0,0-1 0 0 0,0 1 0 0 0,0 0 0 0 0,0 0 0 0 0,0-1 0 0 0,0 1 0 0 0,0 0 0 0 0,0-1 0 0 0,-1 1 0 0 0,1 0 0 0 0,-1-1 0 0 0,1 1 0 0 0,-1 0 0 0 0,0-1 0 0 0,1 1 0 0 0,-1-1 0 0 0,0 0 0 0 0,0 1 0 0 0,-2 1 0 0 0,-21 28 78 0 0,-1-2 0 0 0,-35 34-1 0 0,38-44-18 0 0,2 2-1 0 0,0 1 1 0 0,1 0 0 0 0,2 1-1 0 0,-22 36 1 0 0,39-58-71 0 0,-1 0 1 0 0,1 0-1 0 0,-1 0 0 0 0,0 0 1 0 0,1 0-1 0 0,0 0 1 0 0,-1 0-1 0 0,1 0 1 0 0,0 1-1 0 0,-1-1 1 0 0,1 0-1 0 0,0 0 0 0 0,0 0 1 0 0,0 0-1 0 0,0 0 1 0 0,0 1-1 0 0,0-1 1 0 0,0 0-1 0 0,1 0 1 0 0,-1 0-1 0 0,0 0 0 0 0,1 0 1 0 0,0 2-1 0 0,0-3-23 0 0,-1 1 1 0 0,1 0-1 0 0,0 0 0 0 0,0-1 0 0 0,0 1 0 0 0,1 0 0 0 0,-1-1 0 0 0,0 1 1 0 0,0-1-1 0 0,0 1 0 0 0,0-1 0 0 0,0 0 0 0 0,1 0 0 0 0,-1 1 0 0 0,0-1 0 0 0,0 0 1 0 0,1 0-1 0 0,0 0 0 0 0,11-1-263 0 0,-1-1 0 0 0,1 0 0 0 0,18-5 0 0 0,-15 3 306 0 0,-10 3-14 0 0,-1 0-1 0 0,1 1 0 0 0,-1-1 0 0 0,1 1 0 0 0,0 1 0 0 0,10 1 0 0 0,-15-2 4 0 0,0 0-1 0 0,0 0 0 0 0,0 1 1 0 0,0-1-1 0 0,0 0 0 0 0,0 1 0 0 0,0-1 1 0 0,0 1-1 0 0,0-1 0 0 0,0 1 1 0 0,0 0-1 0 0,0-1 0 0 0,0 1 0 0 0,-1 0 1 0 0,1 0-1 0 0,0 0 0 0 0,-1 0 0 0 0,1-1 1 0 0,0 1-1 0 0,-1 0 0 0 0,1 0 1 0 0,-1 0-1 0 0,1 0 0 0 0,-1 0 0 0 0,0 0 1 0 0,1 0-1 0 0,-1 0 0 0 0,0 1 1 0 0,0-1-1 0 0,0 0 0 0 0,0 0 0 0 0,0 0 1 0 0,0 0-1 0 0,0 0 0 0 0,0 0 0 0 0,0 0 1 0 0,0 0-1 0 0,-1 0 0 0 0,1 0 1 0 0,0 0-1 0 0,-1 1 0 0 0,0 0 0 0 0,-6 15-20 0 0,-2-1 0 0 0,1 0 0 0 0,-2-1 0 0 0,0 0-1 0 0,-23 27 1 0 0,-5 8 152 0 0,30-40-169 0 0,-20 31 292 0 0,27-39-311 0 0,1-1 0 0 0,-1 1 1 0 0,0-1-1 0 0,0 1 1 0 0,1-1-1 0 0,-1 1 0 0 0,1 0 1 0 0,-1-1-1 0 0,1 1 0 0 0,-1 0 1 0 0,1 0-1 0 0,0-1 0 0 0,0 1 1 0 0,0 0-1 0 0,0-1 1 0 0,0 1-1 0 0,1 0 0 0 0,-1 0 1 0 0,0-1-1 0 0,1 1 0 0 0,-1 0 1 0 0,1-1-1 0 0,0 2 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5.0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0 1376 0 0,'-14'6'5048'0'0,"12"-4"-4728"0"0,0 0 0 0 0,0 0 0 0 0,1 1 0 0 0,-1-1 1 0 0,1 0-1 0 0,-1 1 0 0 0,1-1 0 0 0,-2 5 0 0 0,1-2 77 0 0,1 0-1 0 0,0 0 0 0 0,-1 0 0 0 0,1 1 0 0 0,1-1 0 0 0,-1 0 1 0 0,1 8-1 0 0,4 11 808 0 0,1-1 0 0 0,1 0 0 0 0,10 26-1 0 0,7 27-137 0 0,-1 7-178 0 0,-10-42-340 0 0,-1 2-1 0 0,-3-1 1 0 0,5 61 0 0 0,-13-60-446 0 0,0-25 82 0 0,1 0-1 0 0,0 0 1 0 0,4 21 0 0 0,-3-32-634 0 0,0 0 0 0 0,0 0 0 0 0,1 0 0 0 0,0 0 0 0 0,0 0 1 0 0,7 9-1 0 0,-1 0-3981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2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3139 4 1376 0 0,'-8'-3'10824'0'0,"-169"147"-4496"0"0,177-143-6299 0 0,-1-1 0 0 0,1 0 0 0 0,-1 0 0 0 0,0 0 1 0 0,1 1-1 0 0,-1-1 0 0 0,1 0 0 0 0,-1 1 0 0 0,1-1 0 0 0,-1 1 0 0 0,1-1 0 0 0,-1 1 0 0 0,1-1 1 0 0,-1 1-1 0 0,1-1 0 0 0,0 1 0 0 0,-1-1 0 0 0,1 1 0 0 0,0-1 0 0 0,-1 1 0 0 0,1-1 1 0 0,0 1-1 0 0,0 0 0 0 0,0-1 0 0 0,-1 1 0 0 0,1 0 0 0 0,0-1 0 0 0,0 1 0 0 0,0 0 0 0 0,0-1 1 0 0,0 1-1 0 0,0-1 0 0 0,0 1 0 0 0,1 0 0 0 0,-1-1 0 0 0,0 1 0 0 0,0 0 0 0 0,19 9 389 0 0,-13-8-538 0 0,38 11 310 0 0,-38-12-148 0 0,1 0 1 0 0,-1 1 0 0 0,0 0-1 0 0,1 0 1 0 0,-1 1 0 0 0,8 4-1 0 0,-2 0-42 0 0,-1 1 0 0 0,0 0 0 0 0,-1 0 0 0 0,0 1 0 0 0,13 14 0 0 0,-21-21 0 0 0,0 0 0 0 0,0 0 0 0 0,-1 1 0 0 0,1-1 0 0 0,0 0 0 0 0,-1 1 0 0 0,0 0 0 0 0,1-1 0 0 0,-1 1 0 0 0,0 0 0 0 0,0-1 0 0 0,0 1 0 0 0,-1 0 0 0 0,1 0 0 0 0,-1 0 0 0 0,0 0 0 0 0,1-1 0 0 0,-1 1 0 0 0,-1 0 0 0 0,1 0 0 0 0,0 0 0 0 0,-1 0 0 0 0,1 0 0 0 0,-1 0 0 0 0,0-1 0 0 0,0 1 0 0 0,0 0 0 0 0,0-1 0 0 0,0 1 0 0 0,-3 3 0 0 0,-32 39-186 0 0,-69 68-1 0 0,16-19 8 0 0,89-93 174 0 0,-1-1 1 0 0,1 0-1 0 0,-1 1 0 0 0,1-1 0 0 0,0 1 0 0 0,0-1 0 0 0,-1 0 0 0 0,1 1 1 0 0,0-1-1 0 0,0 1 0 0 0,-1-1 0 0 0,1 1 0 0 0,0-1 0 0 0,0 1 0 0 0,0-1 1 0 0,0 1-1 0 0,0-1 0 0 0,0 1 0 0 0,0-1 0 0 0,0 1 0 0 0,0-1 0 0 0,0 1 0 0 0,0-1 1 0 0,0 1-1 0 0,0-1 0 0 0,0 1 0 0 0,0-1 0 0 0,0 0 0 0 0,0 1 0 0 0,1-1 1 0 0,-1 1-1 0 0,0-1 0 0 0,0 1 0 0 0,1-1 0 0 0,-1 1 0 0 0,1 0 0 0 0,21 10-306 0 0,34-1-217 0 0,-54-10 516 0 0,41 4-186 0 0,-27-3 170 0 0,0 0 0 0 0,1 1-1 0 0,-1 0 1 0 0,0 1 0 0 0,0 1 0 0 0,-1 1 0 0 0,21 8-1 0 0,-34-12-16 0 0,0 1 0 0 0,0-1-1 0 0,0 1 1 0 0,-1-1 0 0 0,1 1-1 0 0,0 0 1 0 0,-1 0 0 0 0,1 0-1 0 0,-1 0 1 0 0,0 0 0 0 0,0 0-1 0 0,0 0 1 0 0,0 0 0 0 0,0 0 0 0 0,0 1-1 0 0,0-1 1 0 0,0 0 0 0 0,-1 1-1 0 0,0-1 1 0 0,1 0 0 0 0,-1 1-1 0 0,0-1 1 0 0,0 1 0 0 0,0-1-1 0 0,0 0 1 0 0,-1 1 0 0 0,1-1-1 0 0,-1 1 1 0 0,1-1 0 0 0,-1 0 0 0 0,-1 3-1 0 0,-4 10-278 0 0,0-1 0 0 0,0-1-1 0 0,-16 25 1 0 0,12-22 263 0 0,-46 84 105 0 0,56-100-86 0 0,0 0 1 0 0,-1 0 0 0 0,1 0-1 0 0,0 0 1 0 0,0 0 0 0 0,0 1-1 0 0,0-1 1 0 0,0 0 0 0 0,0 0-1 0 0,0 0 1 0 0,0 0-1 0 0,-1 0 1 0 0,1 1 0 0 0,0-1-1 0 0,0 0 1 0 0,0 0 0 0 0,0 0-1 0 0,0 0 1 0 0,0 1 0 0 0,0-1-1 0 0,0 0 1 0 0,0 0 0 0 0,0 0-1 0 0,0 0 1 0 0,0 1 0 0 0,0-1-1 0 0,0 0 1 0 0,0 0 0 0 0,0 0-1 0 0,0 0 1 0 0,0 0 0 0 0,1 1-1 0 0,-1-1 1 0 0,0 0-1 0 0,0 0 1 0 0,0 0 0 0 0,0 0-1 0 0,0 0 1 0 0,0 1 0 0 0,0-1-1 0 0,0 0 1 0 0,1 0 0 0 0,-1 0-1 0 0,0 0 1 0 0,0 0 0 0 0,0 0-1 0 0,0 0 1 0 0,0 0 0 0 0,1 1-1 0 0,10-4-2987 0 0,10-8-1550 0 0,24-33-44 0 0,-44 49 5623 0 0,0-1 1 0 0,0 1 0 0 0,-1 0 0 0 0,0 0 0 0 0,0-1-1 0 0,-1 9 1 0 0,-2 4 1174 0 0,0 1 1 0 0,0 25-1 0 0,9 80 74 0 0,-1-20-1567 0 0,-14 174 312 0 0,2 92 1103 0 0,8-338-2057 0 0,8 125-155 0 0,-5-128 217 0 0,0 0 0 0 0,2-1-1 0 0,15 43 1 0 0,-15-50 272 0 0,-5-16-345 0 0,-1 0 1 0 0,1 0-1 0 0,0-1 0 0 0,1 1 0 0 0,-1 0 0 0 0,1 0 1 0 0,-1-1-1 0 0,1 1 0 0 0,0-1 0 0 0,0 1 1 0 0,1-1-1 0 0,-1 0 0 0 0,1 0 0 0 0,0 0 1 0 0,-1 0-1 0 0,7 4 0 0 0,-8-6-18 0 0,-1 1-11 0 0,1 0 11 0 0,-1-2-1 0 0,-7 4 22 0 0,-10 7-23 0 0,0-1 0 0 0,-1-1 0 0 0,0-1 0 0 0,-1 0 0 0 0,1-1 0 0 0,-2-2 0 0 0,1 1 0 0 0,-29 2 0 0 0,-174 9 360 0 0,123-12-264 0 0,-437 0-185 0 0,95-4 108 0 0,-81-4 8 0 0,240-15 44 0 0,-85-8 40 0 0,274 22-190 0 0,-146 12-1 0 0,30 0-266 0 0,173-13-579 0 0,22-2-4878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9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112 184 2304 0 0,'-4'-36'349'0'0,"4"25"31"0"0,0 1 1 0 0,-2-1-1 0 0,1 1 1 0 0,-1-1-1 0 0,-1 1 1 0 0,0 0 0 0 0,0 0-1 0 0,-1 0 1 0 0,0 0-1 0 0,-10-16 1 0 0,12 24-155 0 0,1 0 0 0 0,-1 1 0 0 0,0-1 0 0 0,1 1 0 0 0,-1-1 0 0 0,0 1 0 0 0,0 0 0 0 0,0 0 0 0 0,0 0 0 0 0,0 0 0 0 0,0 0 0 0 0,0 0 1 0 0,-1 1-1 0 0,1-1 0 0 0,-3 0 0 0 0,5 1-97 0 0,-1 0 1 0 0,0 0 0 0 0,0 0 0 0 0,0 0-1 0 0,0 0 1 0 0,0 0 0 0 0,0 0 0 0 0,0 1-1 0 0,0-1 1 0 0,0 0 0 0 0,1 0 0 0 0,-1 1-1 0 0,0-1 1 0 0,0 1 0 0 0,0-1 0 0 0,1 1-1 0 0,-1-1 1 0 0,0 1 0 0 0,0-1 0 0 0,1 1-1 0 0,-1 0 1 0 0,0-1 0 0 0,1 1 0 0 0,-1 0-1 0 0,1-1 1 0 0,-1 1 0 0 0,1 0-1 0 0,-1 0 1 0 0,1 0 0 0 0,0-1 0 0 0,-1 1-1 0 0,1 0 1 0 0,0 0 0 0 0,0 0 0 0 0,-1 0-1 0 0,1 0 1 0 0,0 2 0 0 0,-10 120 698 0 0,6 128 0 0 0,23 126-798 0 0,-4-125 8 0 0,7 219 162 0 0,-29-225 52 0 0,-1-42 1773 0 0,11-173-1833 0 0,-2-26-275 0 0,0 0 0 0 0,0 0 0 0 0,-1 0 0 0 0,0 0 1 0 0,0 1-1 0 0,-1 7 0 0 0,1-13 76 0 0,0 0 0 0 0,0 1 0 0 0,0-1 0 0 0,0 0 1 0 0,-1 0-1 0 0,1 0 0 0 0,0 1 0 0 0,0-1 0 0 0,0 0 0 0 0,0 1 0 0 0,0-1 1 0 0,0 0-1 0 0,0 0 0 0 0,0 1 0 0 0,0-1 0 0 0,0 0 0 0 0,0 0 0 0 0,0 1 1 0 0,0-1-1 0 0,0 0 0 0 0,0 0 0 0 0,0 1 0 0 0,0-1 0 0 0,0 0 1 0 0,1 0-1 0 0,-1 1 0 0 0,0-1 0 0 0,0 0 0 0 0,0 0 0 0 0,0 1 0 0 0,0-1 1 0 0,1 0-1 0 0,-1 0 0 0 0,0 0 0 0 0,0 0 0 0 0,0 1 0 0 0,1-1 0 0 0,-1 0 1 0 0,0 0-1 0 0,1 0 0 0 0,6-6-1719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1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38 5529 0 0,'-18'-26'3625'0'0,"10"15"744"0"0,17 26-1927 0 0,165 331-943 0 0,7 13-3280 0 0,-160-325 724 0 0,-3-2-230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5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11 5985 0 0,'-2'0'32'0'0,"0"0"0"0"0,0 0 0 0 0,1 1 0 0 0,-1-1 0 0 0,0 1 0 0 0,0 0-1 0 0,0-1 1 0 0,1 1 0 0 0,-1 0 0 0 0,0 0 0 0 0,1 0 0 0 0,-1 0 0 0 0,1 0-1 0 0,-1 0 1 0 0,1 1 0 0 0,-1-1 0 0 0,1 0 0 0 0,0 1 0 0 0,-2 1 0 0 0,1 2-57 0 0,0 0 1 0 0,0 0 0 0 0,0 1-1 0 0,0-1 1 0 0,0 9-1 0 0,1-11 56 0 0,-2 16 409 0 0,1 0-1 0 0,1 0 1 0 0,0 1 0 0 0,2-1 0 0 0,0 0 0 0 0,1 0-1 0 0,1 0 1 0 0,1 0 0 0 0,6 19 0 0 0,2 1 16 0 0,2-1 1 0 0,2-1-1 0 0,26 46 1 0 0,-34-71-434 0 0,0 0 0 0 0,0-1 1 0 0,1 0-1 0 0,1 0 0 0 0,0-1 0 0 0,0 0 1 0 0,1-1-1 0 0,0 0 0 0 0,21 12 0 0 0,-26-17-12 0 0,0 0 0 0 0,1-1-1 0 0,-1 0 1 0 0,1 0 0 0 0,0 0-1 0 0,0-1 1 0 0,0 0 0 0 0,0 0-1 0 0,0-1 1 0 0,1 0-1 0 0,-1 0 1 0 0,0-1 0 0 0,1 0-1 0 0,-1 0 1 0 0,0-1 0 0 0,0 0-1 0 0,1 0 1 0 0,-1 0 0 0 0,0-1-1 0 0,10-4 1 0 0,-13 3 63 0 0,0 1 0 0 0,0-1 0 0 0,0-1 0 0 0,-1 1 0 0 0,1 0 0 0 0,-1-1 0 0 0,0 0 0 0 0,0 0 0 0 0,0 0 0 0 0,0 0 0 0 0,-1 0 0 0 0,1 0 0 0 0,-1-1 0 0 0,0 1 1 0 0,-1-1-1 0 0,1 0 0 0 0,-1 1 0 0 0,2-8 0 0 0,0-2 296 0 0,-1-2 0 0 0,-1 1 0 0 0,0 0 1 0 0,-1-26-1 0 0,-3 17 10 0 0,0 0 0 0 0,-1 1-1 0 0,-2-1 1 0 0,0 1 0 0 0,-2 0 0 0 0,0 0 0 0 0,-1 1 0 0 0,-2 0-1 0 0,0 1 1 0 0,-23-31 0 0 0,26 39-469 0 0,-1 2-1 0 0,-1-1 1 0 0,0 1 0 0 0,-1 1 0 0 0,0 0-1 0 0,0 0 1 0 0,-1 1 0 0 0,-1 1 0 0 0,1 0-1 0 0,-1 1 1 0 0,0 0 0 0 0,-1 0-1 0 0,0 2 1 0 0,0 0 0 0 0,0 0 0 0 0,-1 2-1 0 0,1 0 1 0 0,-19-2 0 0 0,8 5-907 0 0,1 6-11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2.2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1 565 11522 0 0,'8'2'181'0'0,"-1"1"0"0"0,1 0-1 0 0,-1 0 1 0 0,1 0 0 0 0,-1 1-1 0 0,0 0 1 0 0,10 9 0 0 0,-7-7 15 0 0,204 122 107 0 0,-203-121-43 0 0,1-1-1 0 0,-1 0 1 0 0,1 0 0 0 0,1-1-1 0 0,24 6 1 0 0,-35-11-213 0 0,0 1 1 0 0,1-1-1 0 0,-1 0 1 0 0,0 0-1 0 0,1 1 1 0 0,-1-1-1 0 0,0-1 1 0 0,1 1 0 0 0,-1 0-1 0 0,0-1 1 0 0,1 1-1 0 0,-1-1 1 0 0,0 0-1 0 0,0 1 1 0 0,1-1-1 0 0,-1 0 1 0 0,0 0-1 0 0,0-1 1 0 0,0 1-1 0 0,0 0 1 0 0,0-1-1 0 0,-1 1 1 0 0,1-1-1 0 0,0 0 1 0 0,-1 1-1 0 0,1-1 1 0 0,-1 0-1 0 0,0 0 1 0 0,1 0-1 0 0,-1 0 1 0 0,0 0-1 0 0,0 0 1 0 0,0-1-1 0 0,0 1 1 0 0,-1 0-1 0 0,1 0 1 0 0,-1-1-1 0 0,1 1 1 0 0,-1 0-1 0 0,0-4 1 0 0,1-16 502 0 0,-1 0-1 0 0,-1 1 1 0 0,-1-1 0 0 0,-1 1-1 0 0,-1-1 1 0 0,-10-32 0 0 0,4 12-241 0 0,-37-224 163 0 0,24 88-4129 0 0,16 127-2942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3.9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6449 0 0,'0'0'499'0'0,"22"12"2283"0"0,-8 0-1827 0 0,-1 1 1 0 0,0 0-1 0 0,-1 1 0 0 0,0 0 0 0 0,-1 1 1 0 0,-1 0-1 0 0,0 1 0 0 0,13 29 0 0 0,2 15-5 0 0,20 72 0 0 0,-21-55-634 0 0,-8-28-648 0 0,2 7-5352 0 0,-6-25-561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6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175 200 3833 0 0,'-5'6'801'0'0,"-27"11"4519"0"0,27-54-3995 0 0,5 35-1060 0 0,-1 0 0 0 0,1-1 0 0 0,-1 1 0 0 0,1 0 0 0 0,-1-1 0 0 0,0 1 0 0 0,0 0 0 0 0,0 0 0 0 0,0-1 0 0 0,-1 1 0 0 0,1 0 0 0 0,0 0 0 0 0,-1 1 0 0 0,0-1 0 0 0,-11-9 5350 0 0,10-1-5809 0 0,3 5 499 0 0,-1 2-307 0 0,1 0 0 0 0,-1 0 0 0 0,-1 1 0 0 0,1-1 0 0 0,0 0 0 0 0,-1 1 0 0 0,0-1-1 0 0,0 1 1 0 0,-1-1 0 0 0,1 1 0 0 0,-1 0 0 0 0,0 0 0 0 0,0 0 0 0 0,0 0-1 0 0,0 1 1 0 0,-1-1 0 0 0,1 1 0 0 0,-1 0 0 0 0,0 0 0 0 0,0 0 0 0 0,-7-3-1 0 0,-29-25-14 0 0,48 41 54 0 0,0 2-1 0 0,-2-1 1 0 0,1 1-1 0 0,-1 0 0 0 0,-1 0 1 0 0,7 24-1 0 0,-1-5 55 0 0,4 4-25 0 0,1 0 0 0 0,39 59 0 0 0,55 56 87 0 0,-84-111-1472 0 0,-18-26-611 0 0,0-1 0 0 0,20 22 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8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4 3681 0 0,'-2'-1'182'0'0,"0"0"-1"0"0,0 1 1 0 0,0-1 0 0 0,0 1 0 0 0,0 0-1 0 0,0-1 1 0 0,0 1 0 0 0,0 0 0 0 0,0 1 0 0 0,0-1-1 0 0,0 0 1 0 0,0 0 0 0 0,0 1 0 0 0,0-1-1 0 0,0 1 1 0 0,0 0 0 0 0,0-1 0 0 0,0 1-1 0 0,1 0 1 0 0,-1 0 0 0 0,-3 2 0 0 0,3-1 131 0 0,0 1 0 0 0,-1-1 0 0 0,1 1 0 0 0,0-1 0 0 0,0 1 0 0 0,0 0 0 0 0,1 0 0 0 0,-1 0 0 0 0,1 0 0 0 0,-1 0 0 0 0,1 0 0 0 0,-1 5 0 0 0,1-4-97 0 0,-1 0 1 0 0,2 0-1 0 0,-1-1 0 0 0,0 1 0 0 0,1 0 1 0 0,0 0-1 0 0,0 0 0 0 0,0 0 1 0 0,0 0-1 0 0,1 0 0 0 0,0 0 0 0 0,0-1 1 0 0,0 1-1 0 0,0 0 0 0 0,0 0 0 0 0,1-1 1 0 0,-1 1-1 0 0,1-1 0 0 0,0 1 0 0 0,0-1 1 0 0,0 0-1 0 0,1 0 0 0 0,-1 0 0 0 0,4 3 1 0 0,-2-4-116 0 0,0 1 1 0 0,0-1 0 0 0,1 0 0 0 0,-1-1-1 0 0,1 1 1 0 0,-1-1 0 0 0,1 0 0 0 0,0 0-1 0 0,-1 0 1 0 0,1-1 0 0 0,0 0 0 0 0,0 0 0 0 0,0 0-1 0 0,-1 0 1 0 0,1-1 0 0 0,0 0 0 0 0,-1 0-1 0 0,1 0 1 0 0,6-3 0 0 0,10-3-979 0 0,0-2 1 0 0,35-20-1 0 0,-44 22-195 0 0,6-3-4631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5.5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79 6449 0 0,'-1'14'2116'0'0,"1"-12"-1766"0"0,-1 1 0 0 0,1-1 1 0 0,0 0-1 0 0,0 1 0 0 0,0-1 1 0 0,0 1-1 0 0,0-1 1 0 0,1 5-1 0 0,0-6-290 0 0,-1 0 0 0 0,1 0 0 0 0,-1-1 0 0 0,1 1 0 0 0,-1 0 0 0 0,1-1 0 0 0,0 1 0 0 0,-1 0 0 0 0,1-1 0 0 0,0 1 0 0 0,0-1 0 0 0,0 1 0 0 0,-1-1 0 0 0,1 1 0 0 0,0-1 0 0 0,0 0 0 0 0,0 1 0 0 0,0-1 0 0 0,0 0 0 0 0,0 0 0 0 0,-1 0 0 0 0,1 0 0 0 0,0 0 0 0 0,0 0 0 0 0,0 0 0 0 0,0 0 0 0 0,0 0 0 0 0,0 0 0 0 0,0 0 0 0 0,1-1 0 0 0,0 1 12 0 0,-1 0 1 0 0,1 0-1 0 0,0 0 1 0 0,0 0-1 0 0,-1 0 1 0 0,1-1 0 0 0,0 1-1 0 0,0-1 1 0 0,-1 1-1 0 0,1-1 1 0 0,-1 0-1 0 0,1 1 1 0 0,0-1-1 0 0,-1 0 1 0 0,1 0 0 0 0,-1 0-1 0 0,0 0 1 0 0,1 0-1 0 0,-1-1 1 0 0,0 1-1 0 0,0 0 1 0 0,0-1 0 0 0,0 1-1 0 0,0-1 1 0 0,0 1-1 0 0,0-1 1 0 0,0 1-1 0 0,0-1 1 0 0,-1 0-1 0 0,1 1 1 0 0,-1-1 0 0 0,1 0-1 0 0,-1 1 1 0 0,0-1-1 0 0,0 0 1 0 0,0 0-1 0 0,1 1 1 0 0,-2-1 0 0 0,1 0-1 0 0,0 0 1 0 0,-1-2-1 0 0,0 0-44 0 0,0 0 1 0 0,0-1-1 0 0,-1 1 0 0 0,1 0 0 0 0,-1 0 0 0 0,0 0 0 0 0,-1 0 0 0 0,1 0 1 0 0,-1 1-1 0 0,1-1 0 0 0,-1 1 0 0 0,0-1 0 0 0,-1 1 0 0 0,1 0 0 0 0,-4-3 1 0 0,3 4-10 0 0,0 0-1 0 0,1 0 1 0 0,-1 0 0 0 0,0 1 0 0 0,0-1 0 0 0,0 1 0 0 0,0 0 0 0 0,0 0 0 0 0,-1 0 0 0 0,1 1 0 0 0,-6 0 0 0 0,7 0-91 0 0,0 0 0 0 0,1 0 0 0 0,-1 0 1 0 0,1 1-1 0 0,-1-1 0 0 0,1 1 1 0 0,0 0-1 0 0,-1-1 0 0 0,1 1 0 0 0,-1 0 1 0 0,1 1-1 0 0,0-1 0 0 0,0 0 1 0 0,0 1-1 0 0,0-1 0 0 0,0 1 1 0 0,0 0-1 0 0,0-1 0 0 0,0 1 0 0 0,-1 3 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0 187 6449 0 0,'0'6'227'0'0,"1"0"-1"0"0,-1-1 0 0 0,1 1 0 0 0,0 0 0 0 0,1 0 1 0 0,-1-1-1 0 0,1 1 0 0 0,0-1 0 0 0,0 0 0 0 0,1 1 1 0 0,0-1-1 0 0,0 0 0 0 0,0 0 0 0 0,1-1 0 0 0,3 6 0 0 0,-4-8-95 0 0,-1 0 0 0 0,0 0 0 0 0,0 0 0 0 0,1 0 0 0 0,-1 0 0 0 0,1-1 0 0 0,0 1 0 0 0,0-1-1 0 0,-1 0 1 0 0,1 0 0 0 0,0 0 0 0 0,0 0 0 0 0,0 0 0 0 0,0 0 0 0 0,0-1 0 0 0,0 1 0 0 0,0-1-1 0 0,0 0 1 0 0,0 0 0 0 0,0 0 0 0 0,1-1 0 0 0,-1 1 0 0 0,0-1 0 0 0,0 1 0 0 0,0-1-1 0 0,-1 0 1 0 0,1 0 0 0 0,0-1 0 0 0,4-1 0 0 0,2-3 153 0 0,0 0 0 0 0,0-1-1 0 0,-1 0 1 0 0,0 0 0 0 0,0-1 0 0 0,-1 0-1 0 0,0-1 1 0 0,0 1 0 0 0,-1-1 0 0 0,0-1 0 0 0,6-12-1 0 0,-2 2 72 0 0,-1 0-1 0 0,-1-1 0 0 0,-1 0 1 0 0,7-35-1 0 0,-13 53-342 0 0,0 0 1 0 0,-1 1-1 0 0,0-1 1 0 0,1 0-1 0 0,-1 0 0 0 0,-1 0 1 0 0,1 0-1 0 0,0 1 0 0 0,0-1 1 0 0,-1 0-1 0 0,0 0 0 0 0,-1-4 1 0 0,2 7-11 0 0,-1-1 0 0 0,1 1 1 0 0,0 0-1 0 0,0 0 0 0 0,-1-1 1 0 0,1 1-1 0 0,0 0 0 0 0,0-1 1 0 0,-1 1-1 0 0,1 0 1 0 0,0 0-1 0 0,-1-1 0 0 0,1 1 1 0 0,0 0-1 0 0,-1 0 0 0 0,1 0 1 0 0,-1 0-1 0 0,1 0 0 0 0,0 0 1 0 0,-1-1-1 0 0,1 1 0 0 0,-1 0 1 0 0,1 0-1 0 0,0 0 0 0 0,-1 0 1 0 0,1 0-1 0 0,-1 0 1 0 0,1 0-1 0 0,0 1 0 0 0,-1-1 1 0 0,-1 1 6 0 0,0 0 0 0 0,0 0 1 0 0,1 0-1 0 0,-1 0 1 0 0,0 0-1 0 0,1 0 1 0 0,-1 1-1 0 0,1-1 1 0 0,0 1-1 0 0,-2 2 1 0 0,-6 7-7 0 0,0 1 1 0 0,2 0-1 0 0,-1 1 1 0 0,2 0 0 0 0,-1 0-1 0 0,2 0 1 0 0,0 1 0 0 0,1 0-1 0 0,0 0 1 0 0,1 0 0 0 0,0 1-1 0 0,1-1 1 0 0,1 0 0 0 0,0 15-1 0 0,2-23-29 0 0,1-1-1 0 0,-1 0 0 0 0,1 0 1 0 0,0 0-1 0 0,0 0 1 0 0,0-1-1 0 0,1 1 0 0 0,-1-1 1 0 0,1 1-1 0 0,0-1 1 0 0,1 0-1 0 0,-1 0 0 0 0,1 0 1 0 0,0 0-1 0 0,-1-1 1 0 0,2 0-1 0 0,-1 0 0 0 0,0 0 1 0 0,1 0-1 0 0,-1 0 1 0 0,1-1-1 0 0,0 0 0 0 0,0 0 1 0 0,0 0-1 0 0,0-1 1 0 0,0 1-1 0 0,0-1 0 0 0,0-1 1 0 0,0 1-1 0 0,1-1 0 0 0,-1 0 1 0 0,0 0-1 0 0,0 0 1 0 0,1 0-1 0 0,-1-1 0 0 0,0 0 1 0 0,9-3-1 0 0,7-6-666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8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69 3225 0 0,'0'0'-1'0'0,"-33"7"7423"0"0,44 3-5333 0 0,-6-8-1857 0 0,0 0 1 0 0,0-1-1 0 0,0 0 1 0 0,1 0-1 0 0,-1 0 1 0 0,0 0-1 0 0,1-1 1 0 0,-1 0-1 0 0,0 0 1 0 0,1 0-1 0 0,-1-1 1 0 0,0 1-1 0 0,0-1 1 0 0,1-1-1 0 0,5-1 1 0 0,-5 1-126 0 0,-1 0 1 0 0,1 1 0 0 0,-1-2-1 0 0,0 1 1 0 0,0-1-1 0 0,0 0 1 0 0,0 0 0 0 0,0 0-1 0 0,0 0 1 0 0,-1-1 0 0 0,0 0-1 0 0,0 0 1 0 0,0 0 0 0 0,4-5-1 0 0,-8 8-97 0 0,0 1 0 0 0,1-1 0 0 0,-1 0 0 0 0,0 1 0 0 0,1-1 0 0 0,-1 0 0 0 0,0 1 0 0 0,1-1-1 0 0,-1 0 1 0 0,0 0 0 0 0,0 1 0 0 0,0-1 0 0 0,0 0 0 0 0,0 0 0 0 0,0 1 0 0 0,0-1 0 0 0,0 0 0 0 0,0 0 0 0 0,0 1 0 0 0,0-1-1 0 0,-1 0 1 0 0,1 1 0 0 0,0-1 0 0 0,-1 0 0 0 0,1 1 0 0 0,0-1 0 0 0,-1 0 0 0 0,1 1 0 0 0,-1-2 0 0 0,-1 0-1 0 0,0 1 0 0 0,0 0 1 0 0,1 0-1 0 0,-1 0 1 0 0,0 0-1 0 0,0 0 0 0 0,0 0 1 0 0,0 0-1 0 0,0 0 1 0 0,-4 0-1 0 0,0 0 5 0 0,-1 0 0 0 0,0 0 0 0 0,1 0 0 0 0,-1 1 0 0 0,0 0 0 0 0,-8 1 0 0 0,7 2-23 0 0,1 0 1 0 0,-1 0-1 0 0,1 0 0 0 0,-1 1 0 0 0,1 0 1 0 0,0 1-1 0 0,1-1 0 0 0,-1 1 1 0 0,1 0-1 0 0,0 1 0 0 0,-11 12 1 0 0,9-10-148 0 0,8-7 134 0 0,-1-1 0 0 0,1 0 1 0 0,0 0-1 0 0,0 0 0 0 0,0 1 0 0 0,-1-1 0 0 0,1 0 1 0 0,0 0-1 0 0,0 1 0 0 0,0-1 0 0 0,0 0 0 0 0,0 0 1 0 0,0 0-1 0 0,-1 1 0 0 0,1-1 0 0 0,0 0 0 0 0,0 1 1 0 0,0-1-1 0 0,0 0 0 0 0,0 0 0 0 0,0 1 0 0 0,0-1 1 0 0,0 0-1 0 0,0 0 0 0 0,0 1 0 0 0,0-1 1 0 0,0 0-1 0 0,1 0 0 0 0,-1 1 0 0 0,0-1 0 0 0,0 0 1 0 0,0 0-1 0 0,0 1 0 0 0,0-1 0 0 0,0 0 0 0 0,1 0 1 0 0,-1 1-1 0 0,0-1 0 0 0,0 0 0 0 0,0 0 0 0 0,0 0 1 0 0,1 1-1 0 0,-1-1 0 0 0,0 0 0 0 0,0 0 0 0 0,1 0 1 0 0,-1 0-1 0 0,0 0 0 0 0,0 0 0 0 0,1 0 1 0 0,-1 1-1 0 0,15 3-4041 0 0,-10-4 2609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9218 0 0,'2'0'178'0'0,"-1"1"0"0"0,0-1 0 0 0,1 1 0 0 0,-1 0 0 0 0,1-1 0 0 0,-1 1 0 0 0,0 0 0 0 0,0 0 0 0 0,1 0-1 0 0,-1 0 1 0 0,0 0 0 0 0,0 0 0 0 0,0 0 0 0 0,0 1 0 0 0,0-1 0 0 0,0 0 0 0 0,0 1 0 0 0,-1-1 0 0 0,1 0 0 0 0,0 1 0 0 0,0 1 0 0 0,12 32 1694 0 0,6 49 526 0 0,-14-53-1607 0 0,19 58 0 0 0,-21-81-726 0 0,0-1 0 0 0,0 0 0 0 0,1 1 0 0 0,0-1 0 0 0,0 0 0 0 0,1-1 0 0 0,0 1 0 0 0,0-1 0 0 0,0 0 0 0 0,1 0 0 0 0,0-1 0 0 0,9 7 0 0 0,-11-9-73 0 0,0-1 1 0 0,0 0 0 0 0,1-1 0 0 0,-1 1 0 0 0,0-1-1 0 0,1 0 1 0 0,-1 0 0 0 0,1 0 0 0 0,-1 0-1 0 0,1-1 1 0 0,0 0 0 0 0,-1 0 0 0 0,1 0 0 0 0,-1-1-1 0 0,1 1 1 0 0,-1-1 0 0 0,1 0 0 0 0,-1 0-1 0 0,1-1 1 0 0,4-2 0 0 0,10-4-925 0 0,-1-1 0 0 0,-1-1 0 0 0,21-14 0 0 0,-33 20 560 0 0,7-5-1574 0 0,0 0 0 0 0,14-16-1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5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23 101 456 0 0,'-13'-38'3267'0'0,"10"27"77"0"0,1 0 0 0 0,0 0 1 0 0,-1-19-1 0 0,13 35 436 0 0,10 17-2946 0 0,-13-7-653 0 0,-1-1 0 0 0,-1 1 0 0 0,0 0 0 0 0,-1 0 0 0 0,3 18-1 0 0,6 82-48 0 0,-8-67-122 0 0,-2-14-110 0 0,24 173-1917 0 0,-22-172 557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8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7 133 3225 0 0,'-2'-8'410'0'0,"0"0"0"0"0,1 0 0 0 0,0-1 1 0 0,1 1-1 0 0,0-13 0 0 0,10-49 13269 0 0,-9 70-13580 0 0,-1 0 0 0 0,0 0 1 0 0,0 0-1 0 0,1 0 1 0 0,-1 0-1 0 0,8 12 1457 0 0,4 19-1102 0 0,16 140 375 0 0,-20-106-1778 0 0,3-1 1 0 0,21 65 0 0 0,-25-106-6284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0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3681 0 0,'2'-15'-268'0'0,"5"-16"2763"0"0,-7 31-2313 0 0,0-1 1 0 0,0 1-1 0 0,0-1 0 0 0,1 1 0 0 0,-1-1 0 0 0,0 1 0 0 0,1-1 0 0 0,-1 1 0 0 0,0-1 0 0 0,1 1 0 0 0,-1-1 0 0 0,0 1 0 0 0,1-1 0 0 0,-1 1 0 0 0,1 0 0 0 0,-1-1 0 0 0,1 1 0 0 0,-1 0 0 0 0,1 0 0 0 0,-1-1 0 0 0,1 1 0 0 0,0 0 0 0 0,-1 0 0 0 0,1 0 0 0 0,-1-1 0 0 0,1 1 0 0 0,-1 0 0 0 0,1 0 0 0 0,0 0 0 0 0,-1 0 0 0 0,1 0 0 0 0,-1 0 0 0 0,1 0 0 0 0,0 0 0 0 0,-1 1 0 0 0,1-1 0 0 0,-1 0 0 0 0,1 0 0 0 0,-1 0 0 0 0,2 1 0 0 0,3 1 192 0 0,1 0 0 0 0,-1-1 0 0 0,1 1 1 0 0,0-1-1 0 0,-1-1 0 0 0,1 1 0 0 0,0-1 0 0 0,0 0 1 0 0,0 0-1 0 0,-1-1 0 0 0,1 1 0 0 0,0-1 0 0 0,0-1 1 0 0,8-2-1 0 0,33-15-883 0 0,-4-3-4492 0 0,-22 10-791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7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3 372 2128 0 0,'-1'2'228'0'0,"0"11"1335"0"0,1-12-1396 0 0,1-1-1 0 0,-1 0 0 0 0,0 0 1 0 0,1 0-1 0 0,-1 0 0 0 0,1 0 1 0 0,-1 0-1 0 0,0 0 0 0 0,1 0 1 0 0,-1 0-1 0 0,1 0 0 0 0,-1 0 1 0 0,1 0-1 0 0,-1 0 0 0 0,0 0 1 0 0,1 0-1 0 0,3-2 1497 0 0,-4 2-1496 0 0,121-38 4612 0 0,-18 4-2267 0 0,175-32 0 0 0,-153 47-2078 0 0,214-35 235 0 0,-74 9-442 0 0,121-26 1050 0 0,-304 52-988 0 0,151-17-1 0 0,-182 33-128 0 0,0 2-1 0 0,0 2 0 0 0,1 3 0 0 0,61 11 1 0 0,-49 4-1257 0 0,-48-13-908 0 0,0-1 0 0 0,0-1 0 0 0,20 3 0 0 0,-19-9-2277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9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72 79 1840 0 0,'-36'-2'2731'0'0,"34"2"-2393"0"0,0 0 0 0 0,-1 1 0 0 0,1-1 1 0 0,0 0-1 0 0,0 0 0 0 0,-1 1 0 0 0,1 0 1 0 0,0-1-1 0 0,0 1 0 0 0,0 0 0 0 0,0 0 1 0 0,0 0-1 0 0,-3 2 0 0 0,5-2-202 0 0,-1 0-1 0 0,1 0 1 0 0,-1 1-1 0 0,1-1 1 0 0,0 0 0 0 0,0 1-1 0 0,0-1 1 0 0,0 0-1 0 0,0 1 1 0 0,0-1 0 0 0,0 0-1 0 0,0 1 1 0 0,0-1-1 0 0,1 0 1 0 0,-1 0 0 0 0,1 1-1 0 0,-1-1 1 0 0,0 0-1 0 0,1 0 1 0 0,0 0 0 0 0,-1 0-1 0 0,3 2 1 0 0,17 28 932 0 0,-17-28-855 0 0,4 6 88 0 0,0 0 0 0 0,1 0 0 0 0,0-1 1 0 0,1 0-1 0 0,0 0 0 0 0,0-1 0 0 0,1-1 1 0 0,0 1-1 0 0,0-1 0 0 0,0-1 0 0 0,14 5 1 0 0,-19-8-182 0 0,0 0 1 0 0,1-1 0 0 0,-1 0 0 0 0,0 0 0 0 0,1 0 0 0 0,-1-1 0 0 0,1 0 0 0 0,-1 0 0 0 0,1 0 0 0 0,-1-1 0 0 0,1 0 0 0 0,-1 0-1 0 0,0 0 1 0 0,0-1 0 0 0,1 1 0 0 0,-1-1 0 0 0,0-1 0 0 0,0 1 0 0 0,-1-1 0 0 0,1 1 0 0 0,0-1 0 0 0,-1-1 0 0 0,0 1 0 0 0,1-1-1 0 0,6-7 1 0 0,-8 6-34 0 0,0 1-1 0 0,0-1 0 0 0,0 0 0 0 0,-1 0 0 0 0,1 0 0 0 0,-1 0 1 0 0,0 0-1 0 0,-1 0 0 0 0,1-1 0 0 0,-1 1 0 0 0,0-1 0 0 0,0 1 1 0 0,-1-1-1 0 0,0 1 0 0 0,0-1 0 0 0,0 1 0 0 0,0-1 1 0 0,-1 1-1 0 0,0-1 0 0 0,0 1 0 0 0,-1 0 0 0 0,1-1 0 0 0,-5-6 1 0 0,4 7-152 0 0,0 0 1 0 0,-1 0-1 0 0,1 0 1 0 0,-1 0-1 0 0,-1 1 1 0 0,1-1-1 0 0,-1 1 1 0 0,1 0-1 0 0,-1 0 1 0 0,-7-5-1 0 0,7 6-298 0 0,1 1 0 0 0,-1 0 0 0 0,1 0-1 0 0,-1 1 1 0 0,1-1 0 0 0,-1 1 0 0 0,0 0-1 0 0,0 0 1 0 0,0 0 0 0 0,0 0 0 0 0,0 0-1 0 0,0 1 1 0 0,0 0 0 0 0,0 0 0 0 0,-6 1-1 0 0,-11 3-6517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5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50 5985 0 0,'-1'0'62'0'0,"0"1"0"0"0,0-1 0 0 0,1 1 0 0 0,-1-1 0 0 0,0 1 0 0 0,1 0 0 0 0,-1-1 0 0 0,1 1 0 0 0,-1 0 0 0 0,1 0-1 0 0,-1-1 1 0 0,1 1 0 0 0,0 0 0 0 0,-1 0 0 0 0,1 0 0 0 0,0-1 0 0 0,0 1 0 0 0,-1 0 0 0 0,1 0 0 0 0,0 0 0 0 0,0 0 0 0 0,0 0 0 0 0,0 0-1 0 0,0-1 1 0 0,1 3 0 0 0,0-3 97 0 0,1 1 0 0 0,0-1 0 0 0,-1 0 0 0 0,1 1 0 0 0,0-1 0 0 0,0 0-1 0 0,0 0 1 0 0,-1 0 0 0 0,1-1 0 0 0,0 1 0 0 0,0 0 0 0 0,-1-1 0 0 0,4 0-1 0 0,101-24 3486 0 0,-56 12-1815 0 0,82-11 0 0 0,8 17-561 0 0,210 16-1 0 0,-84 1-1005 0 0,-25-10-54 0 0,324 14 1749 0 0,-440-6-1618 0 0,-48-5-249 0 0,-1 4 0 0 0,128 27 1 0 0,-149-18-22 0 0,33 8-2983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8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1696 0 0,'-5'0'265'0'0,"-13"7"5614"0"0,19-1-4702 0 0,6 20 452 0 0,-1 3-790 0 0,1 0-1 0 0,2-1 1 0 0,1 0 0 0 0,18 36 0 0 0,-24-58-755 0 0,0 1 1 0 0,0-1-1 0 0,0 0 1 0 0,1 0-1 0 0,0 0 1 0 0,0-1-1 0 0,1 1 1 0 0,0-1-1 0 0,10 7 1 0 0,-11-10-8 0 0,-1 1 0 0 0,1-1 0 0 0,0 0 0 0 0,0-1 0 0 0,0 1-1 0 0,0-1 1 0 0,0 0 0 0 0,0 0 0 0 0,0-1 0 0 0,0 1 0 0 0,0-1 0 0 0,1 0 0 0 0,-1-1 0 0 0,0 1 0 0 0,9-3 0 0 0,-7 1 93 0 0,-1 0 0 0 0,0-1 1 0 0,0 1-1 0 0,0-1 0 0 0,0-1 0 0 0,0 1 1 0 0,-1-1-1 0 0,0 0 0 0 0,1 0 1 0 0,-1-1-1 0 0,-1 0 0 0 0,1 1 0 0 0,-1-2 1 0 0,0 1-1 0 0,0 0 0 0 0,0-1 1 0 0,-1 0-1 0 0,3-6 0 0 0,-2 4-12 0 0,0 0-1 0 0,-1 0 0 0 0,0-1 0 0 0,0 0 0 0 0,-1 0 1 0 0,0 0-1 0 0,0 0 0 0 0,-1 0 0 0 0,0 0 1 0 0,-1 0-1 0 0,0 0 0 0 0,-3-16 0 0 0,2 21-189 0 0,-1-1-1 0 0,1 1 1 0 0,-1 0-1 0 0,-1-1 1 0 0,1 1-1 0 0,-1 0 0 0 0,1 1 1 0 0,-1-1-1 0 0,0 0 1 0 0,0 1-1 0 0,-1-1 1 0 0,1 1-1 0 0,-1 0 0 0 0,0 0 1 0 0,1 1-1 0 0,-1-1 1 0 0,0 1-1 0 0,-1 0 1 0 0,1 0-1 0 0,0 0 1 0 0,-1 0-1 0 0,1 1 0 0 0,-1 0 1 0 0,1 0-1 0 0,-1 0 1 0 0,0 0-1 0 0,1 1 1 0 0,-1 0-1 0 0,0 0 0 0 0,-7 1 1 0 0,-16 3-7543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5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57 920 0 0,'-29'-3'2366'0'0,"-43"2"0"0"0,44 2 424 0 0,32 0-2506 0 0,-1 0 1 0 0,1 0-1 0 0,-1 1 0 0 0,0-1 1 0 0,0 1-1 0 0,0 0 0 0 0,0 0 1 0 0,0 0-1 0 0,0 0 0 0 0,0 1 1 0 0,-1-1-1 0 0,1 1 1 0 0,-1-1-1 0 0,0 1 0 0 0,1 0 1 0 0,-1 0-1 0 0,2 4 0 0 0,-2-3-209 0 0,0 0 1 0 0,1 0-1 0 0,0 0 0 0 0,0-1 0 0 0,0 1 0 0 0,0-1 0 0 0,1 0 0 0 0,-1 0 0 0 0,1 0 1 0 0,0-1-1 0 0,0 1 0 0 0,0-1 0 0 0,0 0 0 0 0,5 2 0 0 0,-8-4-59 0 0,0 1 0 0 0,0-1 0 0 0,0 0 0 0 0,-1 0 0 0 0,1 0 0 0 0,0 0 0 0 0,0 0 0 0 0,0 0 0 0 0,0 0 0 0 0,-1 0 0 0 0,1-1 0 0 0,0 1 0 0 0,0 0 0 0 0,0 0 0 0 0,-1-1 0 0 0,1 1 0 0 0,0 0 0 0 0,0-1 0 0 0,-1 1 0 0 0,1-1 0 0 0,0 1 0 0 0,-1-1 0 0 0,1 1 0 0 0,0-1 0 0 0,-1 1 0 0 0,1-1 0 0 0,0-1 0 0 0,0 0 19 0 0,0 0 0 0 0,-1 1 0 0 0,1-1 0 0 0,-1 0 0 0 0,1 0 0 0 0,-1 0 0 0 0,0 0 0 0 0,1 0 0 0 0,-1 0 0 0 0,0 0 0 0 0,-1-3 0 0 0,1-2 70 0 0,-1 1 0 0 0,-1-1-1 0 0,1 0 1 0 0,-1 1 0 0 0,0-1 0 0 0,-3-6 0 0 0,2 9-61 0 0,1 0 1 0 0,-1 0 0 0 0,0 0-1 0 0,0 0 1 0 0,0 0-1 0 0,0 0 1 0 0,-1 1 0 0 0,1-1-1 0 0,-1 1 1 0 0,0 0-1 0 0,0 1 1 0 0,0-1-1 0 0,-1 0 1 0 0,-7-2 0 0 0,10 4-7 0 0,0 1 1 0 0,1-1 0 0 0,-1 1 0 0 0,0 0-1 0 0,0-1 1 0 0,0 1 0 0 0,0 0 0 0 0,0 0-1 0 0,1 0 1 0 0,-1 1 0 0 0,0-1 0 0 0,0 0-1 0 0,0 1 1 0 0,0-1 0 0 0,1 1-1 0 0,-4 1 1 0 0,3 0 2 0 0,0-1 0 0 0,-1 1 0 0 0,1 0 0 0 0,0 0-1 0 0,0 0 1 0 0,0 0 0 0 0,1 0 0 0 0,-1 0 0 0 0,0 1 0 0 0,1-1-1 0 0,-1 1 1 0 0,1-1 0 0 0,-2 6 0 0 0,1-5-23 0 0,1 1 1 0 0,0 0-1 0 0,0-1 1 0 0,0 1-1 0 0,0 0 1 0 0,0 0-1 0 0,1 0 1 0 0,0 0-1 0 0,0-1 1 0 0,0 1-1 0 0,0 0 1 0 0,0 0-1 0 0,1 0 1 0 0,0 0-1 0 0,0-1 1 0 0,0 1-1 0 0,0 0 1 0 0,0-1-1 0 0,3 6 1 0 0,-2-7-7 0 0,0 1-1 0 0,0-1 1 0 0,0 0-1 0 0,0 0 1 0 0,1 0 0 0 0,-1 0-1 0 0,0 0 1 0 0,1 0 0 0 0,0-1-1 0 0,-1 1 1 0 0,1-1-1 0 0,0 0 1 0 0,-1 0 0 0 0,1 0-1 0 0,0 0 1 0 0,0 0-1 0 0,0 0 1 0 0,0-1 0 0 0,0 0-1 0 0,0 1 1 0 0,0-1 0 0 0,0 0-1 0 0,0-1 1 0 0,0 1-1 0 0,4-1 1 0 0,8-2-36 0 0,0 0 0 0 0,0-1 0 0 0,0 0 1 0 0,26-13-1 0 0,-36 15 8 0 0,0 0 0 0 0,0-1 0 0 0,0 0 1 0 0,0 0-1 0 0,-1 0 0 0 0,1-1 1 0 0,-1 1-1 0 0,0-1 0 0 0,0 0 0 0 0,0 0 1 0 0,0-1-1 0 0,-1 1 0 0 0,0-1 0 0 0,0 0 1 0 0,0 0-1 0 0,3-8 0 0 0,-6 13-21 0 0,0-1-1 0 0,1 0 1 0 0,-1 1-1 0 0,0-1 1 0 0,0 0 0 0 0,0 0-1 0 0,0 1 1 0 0,0-1-1 0 0,0 0 1 0 0,0 0-1 0 0,0 1 1 0 0,0-1-1 0 0,0 0 1 0 0,0 0-1 0 0,0 1 1 0 0,-1-1-1 0 0,1 0 1 0 0,0 0-1 0 0,0 1 1 0 0,-1-1 0 0 0,1 0-1 0 0,-1 1 1 0 0,1-1-1 0 0,0 1 1 0 0,-1-1-1 0 0,1 0 1 0 0,-1 1-1 0 0,0-1 1 0 0,-1 0-45 0 0,0 0 1 0 0,1 0-1 0 0,-1 0 1 0 0,0 1-1 0 0,0-1 1 0 0,1 0-1 0 0,-1 1 1 0 0,0 0-1 0 0,0-1 1 0 0,0 1-1 0 0,-2 0 1 0 0,-3 0-314 0 0,-1 0-1 0 0,1 1 1 0 0,0 0 0 0 0,-13 3-1 0 0,9 0-514 0 0,-1 2-153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14 920 0 0,'-3'-1'658'0'0,"0"1"0"0"0,0 0-1 0 0,0 1 1 0 0,0-1 0 0 0,0 1-1 0 0,0-1 1 0 0,0 1 0 0 0,0 0-1 0 0,0 0 1 0 0,0 0 0 0 0,0 0-1 0 0,0 1 1 0 0,1-1 0 0 0,-1 1-1 0 0,1-1 1 0 0,-1 1 0 0 0,-3 4-1 0 0,4-3-430 0 0,0-1 0 0 0,0 0-1 0 0,1 1 1 0 0,0-1 0 0 0,-1 1 0 0 0,1 0-1 0 0,0 0 1 0 0,0-1 0 0 0,1 1 0 0 0,-1 0 0 0 0,1 0-1 0 0,-1 0 1 0 0,1 0 0 0 0,0-1 0 0 0,0 7-1 0 0,1-4-196 0 0,-1 0-1 0 0,1 1 1 0 0,0-1 0 0 0,1 0-1 0 0,0 1 1 0 0,-1-1-1 0 0,2 0 1 0 0,-1 0 0 0 0,0 0-1 0 0,1-1 1 0 0,0 1-1 0 0,0 0 1 0 0,1-1 0 0 0,-1 0-1 0 0,1 0 1 0 0,0 0 0 0 0,0 0-1 0 0,0-1 1 0 0,6 4-1 0 0,0-2 56 0 0,0-1 1 0 0,0 0-1 0 0,1 0 0 0 0,-1-1 0 0 0,1-1 0 0 0,0 1 0 0 0,0-2 1 0 0,0 0-1 0 0,0 0 0 0 0,0-1 0 0 0,22-2 0 0 0,0-3 340 0 0,1-1 0 0 0,53-16 0 0 0,41-20 322 0 0,-35 12-37 0 0,134-28 0 0 0,-112 40-353 0 0,122-3-1 0 0,-162 19-321 0 0,-1 3 1 0 0,131 21-1 0 0,-74-3-1780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7370 0 0,'0'0'107'0'0,"0"-1"0"0"0,0 1 0 0 0,0 0 1 0 0,0-1-1 0 0,0 1 0 0 0,0 0 1 0 0,-1-1-1 0 0,1 1 0 0 0,0 0 0 0 0,0-1 1 0 0,0 1-1 0 0,1 0 0 0 0,-1-1 0 0 0,0 1 1 0 0,0-1-1 0 0,0 1 0 0 0,0 0 1 0 0,0-1-1 0 0,0 1 0 0 0,0 0 0 0 0,1 0 1 0 0,-1-1-1 0 0,0 1 0 0 0,0 0 0 0 0,0-1 1 0 0,1 1-1 0 0,-1 0 0 0 0,0 0 1 0 0,0-1-1 0 0,1 1 0 0 0,-1 0 0 0 0,0 0 1 0 0,1-1-1 0 0,-1 1 0 0 0,0 0 1 0 0,1 0-1 0 0,-1 0 0 0 0,0 0 0 0 0,1 0 1 0 0,-1 0-1 0 0,0 0 0 0 0,1-1 0 0 0,-1 1 1 0 0,0 0-1 0 0,1 0 0 0 0,-1 0 1 0 0,0 0-1 0 0,1 0 0 0 0,-1 1 0 0 0,1-1 1 0 0,-1 0-1 0 0,0 0 0 0 0,1 0 0 0 0,-1 0 1 0 0,0 0-1 0 0,1 0 0 0 0,-1 1 1 0 0,0-1-1 0 0,0 0 0 0 0,1 0 0 0 0,2 1 1105 0 0,0 3-430 0 0,9 9-212 0 0,-1 0-1 0 0,-1 0 0 0 0,0 2 0 0 0,-1-1 1 0 0,12 25-1 0 0,31 90 383 0 0,-33-81-859 0 0,24 48-1 0 0,-40-89-73 0 0,8 12 17 0 0,0 0 0 0 0,17 22 0 0 0,-25-37-3 0 0,0 0 0 0 0,1 0-1 0 0,-1 0 1 0 0,1 0 0 0 0,0-1-1 0 0,0 1 1 0 0,1-1 0 0 0,-1 0 0 0 0,1 0-1 0 0,-1-1 1 0 0,1 1 0 0 0,0-1-1 0 0,0 0 1 0 0,10 2 0 0 0,-10-4 3 0 0,0 0-1 0 0,0 0 1 0 0,0-1 0 0 0,0 0-1 0 0,0 0 1 0 0,0 0 0 0 0,0 0 0 0 0,-1-1-1 0 0,1 0 1 0 0,0 0 0 0 0,-1 0-1 0 0,0 0 1 0 0,1-1 0 0 0,-1 0 0 0 0,0 0-1 0 0,0 0 1 0 0,-1 0 0 0 0,1 0-1 0 0,-1-1 1 0 0,1 0 0 0 0,3-5 0 0 0,8-11-285 0 0,0-1 0 0 0,20-39 0 0 0,-33 56 183 0 0,53-96-5630 0 0,-43 81-105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18 3049 0 0,'-5'2'832'0'0,"1"0"1"0"0,-1 1 0 0 0,1-1 0 0 0,0 1 0 0 0,0 0 0 0 0,0 0-1 0 0,0 0 1 0 0,0 0 0 0 0,1 1 0 0 0,-1 0 0 0 0,1 0 0 0 0,0 0-1 0 0,0 0 1 0 0,0 0 0 0 0,1 0 0 0 0,0 1 0 0 0,-1-1-1 0 0,-1 7 1 0 0,2-3-611 0 0,1-1-1 0 0,0 0 1 0 0,0 0 0 0 0,1 11-1 0 0,0-7-178 0 0,0 1-1 0 0,2-1 0 0 0,-1 0 0 0 0,1 1 1 0 0,1-1-1 0 0,0 0 0 0 0,1-1 0 0 0,0 1 1 0 0,0-1-1 0 0,1 1 0 0 0,8 11 0 0 0,-10-18-37 0 0,-1 0-1 0 0,1-1 0 0 0,0 1 1 0 0,0-1-1 0 0,0 0 1 0 0,1 0-1 0 0,-1 0 0 0 0,1 0 1 0 0,0 0-1 0 0,-1-1 0 0 0,1 0 1 0 0,1 0-1 0 0,-1 0 1 0 0,0 0-1 0 0,0 0 0 0 0,1-1 1 0 0,-1 0-1 0 0,1 0 0 0 0,-1 0 1 0 0,1-1-1 0 0,-1 1 1 0 0,1-1-1 0 0,-1 0 0 0 0,1 0 1 0 0,-1-1-1 0 0,1 1 1 0 0,0-1-1 0 0,-1 0 0 0 0,0 0 1 0 0,7-3-1 0 0,-6 2 27 0 0,0 0 0 0 0,0 0-1 0 0,0-1 1 0 0,0 0 0 0 0,0 0 0 0 0,0 0-1 0 0,-1 0 1 0 0,0-1 0 0 0,1 0 0 0 0,-1 0 0 0 0,-1 0-1 0 0,1 0 1 0 0,-1-1 0 0 0,1 1 0 0 0,-1-1-1 0 0,0 0 1 0 0,-1 0 0 0 0,4-9 0 0 0,-3 6 42 0 0,-1 0 0 0 0,0-1 0 0 0,-1 1-1 0 0,0 0 1 0 0,0 0 0 0 0,0-1 0 0 0,-1 1 0 0 0,-1 0 0 0 0,1-1 0 0 0,-2 1 0 0 0,1 0 0 0 0,-3-8 0 0 0,2 8-48 0 0,-1 0 0 0 0,0 0 0 0 0,0 0 0 0 0,-1 1 0 0 0,0-1-1 0 0,0 1 1 0 0,0 0 0 0 0,-1 0 0 0 0,0 1 0 0 0,-1 0 0 0 0,1 0 0 0 0,-8-6 0 0 0,9 9-93 0 0,-1-1 0 0 0,1 1 1 0 0,-1 0-1 0 0,0 1 0 0 0,0-1 0 0 0,0 1 1 0 0,0 0-1 0 0,0 0 0 0 0,-1 1 0 0 0,1-1 1 0 0,0 1-1 0 0,-1 0 0 0 0,1 1 0 0 0,-1 0 1 0 0,0-1-1 0 0,1 2 0 0 0,-1-1 0 0 0,-10 2 1 0 0,-4 5-1504 0 0,3 3-3281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7834 0 0,'4'25'6536'0'0,"-3"-9"-6474"0"0,1-1-1 0 0,0 1 1 0 0,8 26-1 0 0,-7-37-45 0 0,0 0-1 0 0,0 0 0 0 0,0-1 0 0 0,1 1 0 0 0,-1-1 0 0 0,1 0 1 0 0,0 0-1 0 0,0 0 0 0 0,1 0 0 0 0,-1-1 0 0 0,1 0 0 0 0,0 0 0 0 0,0 0 1 0 0,0 0-1 0 0,0-1 0 0 0,0 0 0 0 0,0 0 0 0 0,1 0 0 0 0,-1 0 1 0 0,1-1-1 0 0,-1 0 0 0 0,1 0 0 0 0,0-1 0 0 0,-1 0 0 0 0,11 0 0 0 0,-11 0 69 0 0,-1-1 0 0 0,1 1-1 0 0,-1-1 1 0 0,1 0-1 0 0,-1 0 1 0 0,1 0-1 0 0,-1-1 1 0 0,1 0-1 0 0,-1 1 1 0 0,0-2-1 0 0,0 1 1 0 0,0 0 0 0 0,0-1-1 0 0,0 0 1 0 0,-1 0-1 0 0,1 0 1 0 0,-1 0-1 0 0,0 0 1 0 0,0-1-1 0 0,0 1 1 0 0,0-1-1 0 0,0 0 1 0 0,-1 0-1 0 0,0 0 1 0 0,0 0 0 0 0,0 0-1 0 0,0-1 1 0 0,-1 1-1 0 0,1-1 1 0 0,-1 1-1 0 0,0-7 1 0 0,0 5-1 0 0,-1 1 0 0 0,-1-1 1 0 0,1 0-1 0 0,-1 1 0 0 0,0-1 1 0 0,0 0-1 0 0,-1 1 0 0 0,1-1 1 0 0,-1 1-1 0 0,-1 0 0 0 0,1 0 1 0 0,-1-1-1 0 0,0 2 0 0 0,0-1 1 0 0,0 0-1 0 0,-7-7 0 0 0,8 10-79 0 0,0 0 1 0 0,0 0-1 0 0,0 0 0 0 0,0 0 1 0 0,0 1-1 0 0,0-1 0 0 0,0 1 1 0 0,-1-1-1 0 0,1 1 0 0 0,-1 0 1 0 0,1 0-1 0 0,-1 0 0 0 0,1 0 1 0 0,-1 1-1 0 0,1-1 0 0 0,-1 1 1 0 0,0-1-1 0 0,1 1 0 0 0,-1 0 1 0 0,0 0-1 0 0,0 0 0 0 0,1 0 1 0 0,-1 1-1 0 0,0-1 0 0 0,1 1 1 0 0,-1-1-1 0 0,1 1 0 0 0,-1 0 1 0 0,1 0-1 0 0,-1 0 0 0 0,1 0 1 0 0,-1 1-1 0 0,1-1 0 0 0,0 1 1 0 0,0-1-1 0 0,-4 4 0 0 0,1 2-717 0 0,1 0-222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3681 0 0,'0'9'9322'0'0,"3"2"-9288"0"0,0 0 0 0 0,1 0 0 0 0,1 0 1 0 0,0-1-1 0 0,0 1 0 0 0,1-1 0 0 0,1-1 0 0 0,0 1 1 0 0,0-1-1 0 0,0 0 0 0 0,1-1 0 0 0,0 0 0 0 0,1 0 1 0 0,0-1-1 0 0,0 0 0 0 0,18 10 0 0 0,-5-8-4904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210 154 5529 0 0,'-3'0'310'0'0,"0"-1"1"0"0,0 0-1 0 0,0 1 0 0 0,0-1 1 0 0,0 1-1 0 0,0 0 0 0 0,0 0 1 0 0,0 0-1 0 0,0 1 0 0 0,0-1 0 0 0,0 1 1 0 0,0-1-1 0 0,0 1 0 0 0,-4 2 1 0 0,-40 19 2680 0 0,36-14-2695 0 0,0 0-1 0 0,0 1 1 0 0,1 0 0 0 0,0 0-1 0 0,-8 12 1 0 0,13-15-218 0 0,0 1-1 0 0,0 0 1 0 0,1-1 0 0 0,0 2 0 0 0,0-1-1 0 0,1 0 1 0 0,0 1 0 0 0,0-1-1 0 0,-3 16 1 0 0,6-20-80 0 0,0-1 0 0 0,-1 1-1 0 0,1 0 1 0 0,0 0 0 0 0,0 0 0 0 0,0 0-1 0 0,1-1 1 0 0,-1 1 0 0 0,1 0-1 0 0,0 0 1 0 0,0 0 0 0 0,-1-1 0 0 0,2 1-1 0 0,-1-1 1 0 0,0 1 0 0 0,1-1 0 0 0,-1 1-1 0 0,1-1 1 0 0,-1 1 0 0 0,1-1 0 0 0,0 0-1 0 0,0 0 1 0 0,0 0 0 0 0,0 0 0 0 0,1-1-1 0 0,-1 1 1 0 0,0 0 0 0 0,1-1 0 0 0,-1 0-1 0 0,1 1 1 0 0,0-1 0 0 0,-1 0 0 0 0,1-1-1 0 0,3 2 1 0 0,0-1-176 0 0,0 1-1 0 0,-1-1 1 0 0,1-1-1 0 0,0 1 1 0 0,0-1-1 0 0,0 0 0 0 0,0 0 1 0 0,0-1-1 0 0,-1 1 1 0 0,1-2-1 0 0,0 1 1 0 0,0 0-1 0 0,-1-1 1 0 0,1 0-1 0 0,8-5 1 0 0,-8 4-94 0 0,-1-1 0 0 0,1 0 0 0 0,-1 0 0 0 0,0-1 1 0 0,-1 1-1 0 0,1-1 0 0 0,-1 0 0 0 0,0 0 0 0 0,0-1 1 0 0,0 1-1 0 0,-1-1 0 0 0,0 0 0 0 0,4-8 0 0 0,-4 5 280 0 0,0-1 0 0 0,-1 1 0 0 0,0-1 0 0 0,-1 0 0 0 0,0 0 0 0 0,0 0 0 0 0,-1 0 0 0 0,-1-10 0 0 0,-4-14 2230 0 0,-2 0-1 0 0,-1 0 1 0 0,-24-64 0 0 0,31 96-2067 0 0,-7-16 1563 0 0,7 24-300 0 0,6 33-265 0 0,-4-35-1271 0 0,6 30 30 0 0,1-1-1 0 0,2 0 0 0 0,1 0 1 0 0,1-1-1 0 0,2 0 1 0 0,23 38-1 0 0,-19-42-716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1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50 149 6337 0 0,'-10'-10'680'0'0,"9"9"-808"0"0,-1 0 0 0 0,1 0 0 0 0,0 0 0 0 0,-1 0 1 0 0,1 0-1 0 0,0 0 0 0 0,0 0 0 0 0,0 0 0 0 0,0-1 1 0 0,0 1-1 0 0,0 0 0 0 0,0 0 0 0 0,0-1 1 0 0,1 1-1 0 0,-1-1 0 0 0,0 1 0 0 0,1-1 0 0 0,-1 1 1 0 0,1-1-1 0 0,-1-1 0 0 0,2 3 115 0 0,-1-1 0 0 0,0 1 0 0 0,0-1 1 0 0,0 1-1 0 0,0-1 0 0 0,0 1 0 0 0,0 0 0 0 0,0-1 0 0 0,0 1 1 0 0,-1-1-1 0 0,1 1 0 0 0,0 0 0 0 0,0-1 0 0 0,0 1 0 0 0,0-1 1 0 0,0 1-1 0 0,-1 0 0 0 0,1-1 0 0 0,0 1 0 0 0,0 0 1 0 0,-1-1-1 0 0,1 1 0 0 0,0 0 0 0 0,0-1 0 0 0,-1 1 0 0 0,1 0 1 0 0,0 0-1 0 0,-1-1 0 0 0,1 1 0 0 0,-1 0 0 0 0,1 0 0 0 0,0 0 1 0 0,-1-1-1 0 0,1 1 0 0 0,-1 0 0 0 0,1 0 0 0 0,0 0 0 0 0,-12-5 4688 0 0,13 0-4262 0 0,-2 3-280 0 0,1 1-66 0 0,0-1-1 0 0,0 1 1 0 0,0-1-1 0 0,-1 1 1 0 0,1 0 0 0 0,1-1-1 0 0,-1 1 1 0 0,0-1-1 0 0,0 1 1 0 0,0 0 0 0 0,1-1-1 0 0,-1 1 1 0 0,1 0-1 0 0,1-3 348 0 0,13 33 3680 0 0,21 41-2887 0 0,-26-49-1220 0 0,0-1 1 0 0,0 0 0 0 0,2 0 0 0 0,1-1 0 0 0,0-1 0 0 0,25 26-1 0 0,-38-43 0 0 0,1 0 0 0 0,-1-1 1 0 0,1 1-1 0 0,0 0 0 0 0,0-1 0 0 0,-1 1 0 0 0,1-1 0 0 0,0 1 0 0 0,0-1 0 0 0,0 1 0 0 0,-1-1 0 0 0,1 1 0 0 0,0-1 0 0 0,0 0 0 0 0,0 1 0 0 0,0-1 0 0 0,0 0 0 0 0,0 0 0 0 0,0 0 1 0 0,0 0-1 0 0,0 0 0 0 0,0 0 0 0 0,-1 0 0 0 0,1 0 0 0 0,0 0 0 0 0,0 0 0 0 0,1-1 0 0 0,-1 0 12 0 0,1 0 0 0 0,-1 0 0 0 0,0 0 0 0 0,0 0 0 0 0,-1 0 1 0 0,1 0-1 0 0,0-1 0 0 0,0 1 0 0 0,0 0 0 0 0,-1-1 0 0 0,1 1 0 0 0,-1 0 0 0 0,1-1 0 0 0,-1 1 0 0 0,1-3 0 0 0,1-9 112 0 0,0 1-1 0 0,-1-1 0 0 0,-1-14 0 0 0,0 23-63 0 0,-1-25 230 0 0,0 1 1 0 0,-7-31-1 0 0,6 45-239 0 0,-1 1 0 0 0,-1 0 0 0 0,0 0 0 0 0,-1 0 0 0 0,0 1 0 0 0,-11-19 0 0 0,16 30-40 0 0,-1 0 1 0 0,0-1 0 0 0,0 1 0 0 0,1 0 0 0 0,-1 0-1 0 0,0 0 1 0 0,0 0 0 0 0,0 0 0 0 0,0 0 0 0 0,0 1-1 0 0,0-1 1 0 0,-1 0 0 0 0,1 0 0 0 0,0 1 0 0 0,0-1-1 0 0,-2 0 1 0 0,2 1 23 0 0,0 0 0 0 0,0 0 0 0 0,1 0 0 0 0,-1 0 0 0 0,0 0-1 0 0,0 0 1 0 0,1 0 0 0 0,-1 0 0 0 0,0 1 0 0 0,1-1 0 0 0,-1 0 0 0 0,0 0 0 0 0,1 1 0 0 0,-1-1 0 0 0,0 0-1 0 0,1 1 1 0 0,-1-1 0 0 0,0 1 0 0 0,1-1 0 0 0,-1 1 0 0 0,0 0 0 0 0,0 1-2 0 0,-1 0 1 0 0,1 0-1 0 0,0 0 1 0 0,0 0-1 0 0,0 1 1 0 0,0-1-1 0 0,0 0 1 0 0,0 0-1 0 0,0 1 1 0 0,1-1-1 0 0,0 0 1 0 0,-1 1-1 0 0,1-1 1 0 0,0 1-1 0 0,0-1 1 0 0,1 5-1 0 0,0 1-62 0 0,1-1-1 0 0,0 1 1 0 0,1-1 0 0 0,0 1-1 0 0,0-1 1 0 0,0 0 0 0 0,1 0-1 0 0,0-1 1 0 0,6 8 0 0 0,-9-13 24 0 0,0 1 0 0 0,0-1 0 0 0,0 1 0 0 0,1-1 0 0 0,-1 1 0 0 0,0-1-1 0 0,1 0 1 0 0,-1 0 0 0 0,1 0 0 0 0,-1 0 0 0 0,1 0 0 0 0,0 0 0 0 0,-1 0 0 0 0,1-1 0 0 0,0 1 0 0 0,0 0 0 0 0,0-1 0 0 0,-1 0 0 0 0,1 1 0 0 0,0-1 0 0 0,0 0 0 0 0,0 0 0 0 0,0 0 0 0 0,0 0 0 0 0,0 0 0 0 0,-1 0 0 0 0,1-1 0 0 0,0 1 0 0 0,0-1 0 0 0,0 1 0 0 0,0-1 0 0 0,-1 0 0 0 0,1 1 0 0 0,0-1-1 0 0,-1 0 1 0 0,1 0 0 0 0,-1 0 0 0 0,1-1 0 0 0,-1 1 0 0 0,1 0 0 0 0,-1 0 0 0 0,2-3 0 0 0,-2 3-114 0 0,0 0 0 0 0,-1 0 0 0 0,1 0 0 0 0,0 1 0 0 0,0-1 0 0 0,-1 0 0 0 0,1-1-1 0 0,-1 1 1 0 0,1 0 0 0 0,-1 0 0 0 0,0 0 0 0 0,1 0 0 0 0,-1 0 0 0 0,0 0 0 0 0,0 0 0 0 0,1-1 0 0 0,-1 1-1 0 0,0 0 1 0 0,0-2 0 0 0,-2-2-949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129 188 1376 0 0,'-2'-1'42'0'0,"0"0"-1"0"0,0 1 0 0 0,0-1 1 0 0,0 0-1 0 0,0 1 0 0 0,0 0 1 0 0,0 0-1 0 0,0-1 0 0 0,0 1 1 0 0,0 0-1 0 0,0 1 0 0 0,0-1 1 0 0,0 0-1 0 0,0 1 0 0 0,0-1 1 0 0,0 1-1 0 0,-3 1 0 0 0,0 0 127 0 0,0 0-1 0 0,1 1 0 0 0,-1 0 0 0 0,1 0 0 0 0,-1 0 0 0 0,-6 8 0 0 0,5-6 201 0 0,1 1 0 0 0,0 0 0 0 0,0 0 0 0 0,0 1 0 0 0,1 0 1 0 0,0-1-1 0 0,0 1 0 0 0,1 1 0 0 0,-5 11 0 0 0,8-18-276 0 0,0-1 1 0 0,-1 1-1 0 0,1 0 1 0 0,0-1-1 0 0,0 1 1 0 0,0 0-1 0 0,0-1 1 0 0,-1 1-1 0 0,1-1 1 0 0,0 1-1 0 0,0 0 1 0 0,0-1-1 0 0,0 1 1 0 0,1 0-1 0 0,-1-1 1 0 0,0 1-1 0 0,0 0 1 0 0,0-1-1 0 0,0 1 1 0 0,1 0-1 0 0,-1-1 1 0 0,0 1-1 0 0,0-1 1 0 0,1 1-1 0 0,-1-1 1 0 0,1 1-1 0 0,-1-1 1 0 0,0 1-1 0 0,1-1 1 0 0,-1 1-1 0 0,1-1 1 0 0,-1 1-1 0 0,1-1 1 0 0,0 0-1 0 0,-1 1 1 0 0,1-1-1 0 0,-1 0 1 0 0,1 1-1 0 0,-1-1 1 0 0,1 0-1 0 0,0 0 1 0 0,-1 0-1 0 0,1 0 1 0 0,0 1-1 0 0,-1-1 1 0 0,1 0-1 0 0,0 0 1 0 0,-1 0-1 0 0,1 0 1 0 0,0-1-1 0 0,-1 1 1 0 0,1 0-1 0 0,0 0 1 0 0,-1 0-1 0 0,1 0 1 0 0,-1-1-1 0 0,1 1 1 0 0,0 0-1 0 0,-1-1 1 0 0,1 1-1 0 0,-1 0 1 0 0,1-1-1 0 0,1 0 2 0 0,0 0-1 0 0,0 0 0 0 0,0 1 1 0 0,0-1-1 0 0,-1-1 0 0 0,1 1 1 0 0,-1 0-1 0 0,1 0 0 0 0,0-1 0 0 0,-1 1 1 0 0,0 0-1 0 0,1-1 0 0 0,-1 0 1 0 0,0 1-1 0 0,0-1 0 0 0,0 0 1 0 0,0 1-1 0 0,0-1 0 0 0,0 0 1 0 0,-1 0-1 0 0,2-3 0 0 0,-2 4-80 0 0,0 0-1 0 0,0 0 1 0 0,0 0-1 0 0,0 0 1 0 0,0 0-1 0 0,0 1 1 0 0,0-1-1 0 0,-1 0 0 0 0,1 0 1 0 0,0 0-1 0 0,0 0 1 0 0,-1 0-1 0 0,1 1 1 0 0,-1-1-1 0 0,1 0 1 0 0,0 0-1 0 0,-1 0 1 0 0,0 1-1 0 0,1-1 1 0 0,-1 0-1 0 0,1 1 1 0 0,-1-1-1 0 0,0 1 1 0 0,1-1-1 0 0,-1 0 1 0 0,0 1-1 0 0,0 0 1 0 0,0-1-1 0 0,1 1 1 0 0,-1-1-1 0 0,0 1 1 0 0,0 0-1 0 0,0 0 0 0 0,0-1 1 0 0,0 1-1 0 0,1 0 1 0 0,-1 0-1 0 0,0 0 1 0 0,0 0-1 0 0,0 0 1 0 0,0 0-1 0 0,-1 1 1 0 0,0-1 33 0 0,0 0-1 0 0,1 0 1 0 0,-1-1 0 0 0,1 1 0 0 0,-1 0 0 0 0,0 0 0 0 0,1-1 0 0 0,-1 1-1 0 0,1-1 1 0 0,-1 0 0 0 0,1 1 0 0 0,-1-1 0 0 0,1 0 0 0 0,-3-2-1 0 0,34-9 2812 0 0,209-37-2857 0 0,-156 34 0 0 0,708-123 1182 0 0,-733 128-1172 0 0,-17 2-10 0 0,80-4 0 0 0,-118 12-128 0 0,-1 0 20 0 0,0-1 1 0 0,0 1-1 0 0,0 0 0 0 0,0 0 1 0 0,1 0-1 0 0,-1 1 1 0 0,0-1-1 0 0,0 0 0 0 0,0 1 1 0 0,0 0-1 0 0,0-1 1 0 0,0 1-1 0 0,0 0 0 0 0,-1 0 1 0 0,1 0-1 0 0,3 2 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5065 0 0,'39'1'1435'0'0,"38"-2"962"0"0,141-34 1015 0 0,-14 2-2573 0 0,-58 19-3833 0 0,-113 11-799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11 6417 0 0,'-7'4'11691'0'0,"8"-5"-11701"0"0,17-9 492 0 0,-17 9-416 0 0,0 1 0 0 0,0-1 0 0 0,-1 1 0 0 0,1 0 0 0 0,0-1 0 0 0,0 1 0 0 0,-1 0 0 0 0,1 0 0 0 0,0 0-1 0 0,0 0 1 0 0,0-1 0 0 0,-1 1 0 0 0,1 0 0 0 0,0 0 0 0 0,0 1 0 0 0,0-1 0 0 0,0 0 0 0 0,-1 0 0 0 0,1 0 0 0 0,0 0 0 0 0,0 1 0 0 0,-1-1-1 0 0,1 0 1 0 0,1 1 0 0 0,-1 0-191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1464 0 0,'0'2'4093'0'0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39 2761 0 0,'33'-16'3992'0'0,"-29"16"-3765"0"0,0-1-1 0 0,0 1 1 0 0,0 0-1 0 0,0 0 0 0 0,0 0 1 0 0,0 1-1 0 0,0-1 1 0 0,0 1-1 0 0,0 0 0 0 0,6 2 1 0 0,24 4 507 0 0,210 3 3320 0 0,-144-5-3499 0 0,-93-4-660 0 0,1-1 0 0 0,0 0-1 0 0,-1-1 1 0 0,1 0 0 0 0,0 0 0 0 0,-1-1-1 0 0,1 0 1 0 0,-1 0 0 0 0,1-1-1 0 0,-1 0 1 0 0,0 0 0 0 0,0 0 0 0 0,-1-1-1 0 0,11-8 1 0 0,-10-2-4475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0,'0'0'191'0'0,"26"21"6501"0"0,-22-17-6385 0 0,-1-1 1 0 0,1 0-1 0 0,0-1 0 0 0,0 1 1 0 0,0 0-1 0 0,1-1 1 0 0,-1 0-1 0 0,1 0 1 0 0,-1 0-1 0 0,1-1 1 0 0,-1 0-1 0 0,1 0 0 0 0,0 0 1 0 0,6 1-1 0 0,-34-12-8504 0 0,3-5 5508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8.5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49 6449 0 0,'-1'-2'147'0'0,"0"1"0"0"0,0 0-1 0 0,-1-1 1 0 0,1 1 0 0 0,0 0-1 0 0,0-1 1 0 0,1 0 0 0 0,-1 1-1 0 0,0-1 1 0 0,0 1 0 0 0,1-1-1 0 0,-1 0 1 0 0,1 0 0 0 0,-1-3-1 0 0,1 4 198 0 0,0 0 0 0 0,0-1-1 0 0,-1 1 1 0 0,1 0 0 0 0,0-1-1 0 0,-1 1 1 0 0,1 0 0 0 0,-1 0-1 0 0,0-1 1 0 0,1 1 0 0 0,-1 0-1 0 0,0 0 1 0 0,1 0 0 0 0,-1 0-1 0 0,0 0 1 0 0,0 0 0 0 0,-1-1-1 0 0,1 2-236 0 0,1 0-1 0 0,0 0 1 0 0,-1 0 0 0 0,1 0-1 0 0,-1 0 1 0 0,1 0 0 0 0,0 0-1 0 0,-1 0 1 0 0,1 1 0 0 0,-1-1-1 0 0,1 0 1 0 0,0 0 0 0 0,-1 0-1 0 0,1 0 1 0 0,0 1 0 0 0,-1-1-1 0 0,1 0 1 0 0,0 0 0 0 0,-1 1-1 0 0,1-1 1 0 0,0 0 0 0 0,0 0-1 0 0,-1 1 1 0 0,1-1 0 0 0,0 0-1 0 0,0 1 1 0 0,0-1 0 0 0,-1 1-1 0 0,1-1 1 0 0,0 0 0 0 0,0 1-1 0 0,0-1 1 0 0,0 0 0 0 0,0 1-1 0 0,0-1 1 0 0,0 1 0 0 0,-5 19 553 0 0,4-17-378 0 0,-5 40 176 0 0,2-1-1 0 0,3 85 1 0 0,2-92-408 0 0,6 175 54 0 0,54 321-1 0 0,-51-471-129 0 0,24 118-1155 0 0,-27-152 2 0 0,1 0-1 0 0,17 34 1 0 0,-13-38-315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2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790 171 3225 0 0,'-1'-10'531'0'0,"-1"1"0"0"0,1 0 0 0 0,-1 0-1 0 0,-1 0 1 0 0,0 0 0 0 0,0 1 0 0 0,-1-1 0 0 0,0 1 0 0 0,0-1 0 0 0,-1 1 0 0 0,0 1 0 0 0,0-1 0 0 0,-1 1 0 0 0,0 0 0 0 0,-10-10 0 0 0,11 14-247 0 0,-1-1-1 0 0,1 1 1 0 0,-1 0 0 0 0,0 1-1 0 0,0-1 1 0 0,0 1 0 0 0,0 0-1 0 0,0 0 1 0 0,0 1 0 0 0,0 0-1 0 0,0 0 1 0 0,-1 1 0 0 0,1-1-1 0 0,0 1 1 0 0,-1 1 0 0 0,1-1-1 0 0,0 1 1 0 0,-1 0 0 0 0,1 0-1 0 0,-9 4 1 0 0,-1 0 93 0 0,0 1 0 0 0,0 1 0 0 0,0 0 0 0 0,1 1-1 0 0,0 0 1 0 0,-19 15 0 0 0,6 0-186 0 0,2 2 0 0 0,0 0 0 0 0,1 2 0 0 0,2 1 0 0 0,1 0 0 0 0,1 2 0 0 0,-26 49 0 0 0,12-10-176 0 0,3 2 0 0 0,-34 109-1 0 0,40-95-2 0 0,3 1 0 0 0,4 1-1 0 0,4 0 1 0 0,-6 117-1 0 0,20-158-13 0 0,3 1 0 0 0,1 0 1 0 0,19 89-1 0 0,-13-102 2 0 0,1-1 0 0 0,1 0 1 0 0,2-1-1 0 0,2-1 1 0 0,0 0-1 0 0,22 31 1 0 0,-14-30-47 0 0,2 0 0 0 0,2-2 0 0 0,1-1 0 0 0,1-1 1 0 0,1-1-1 0 0,1-2 0 0 0,2-1 0 0 0,0-2 0 0 0,1-1 0 0 0,2-1 1 0 0,0-2-1 0 0,0-2 0 0 0,2-2 0 0 0,65 17 0 0 0,-63-21 3 0 0,1-2 0 0 0,0-2 0 0 0,0-2-1 0 0,0-2 1 0 0,0-1 0 0 0,49-7 0 0 0,-56 2 14 0 0,-1-1 0 0 0,0-2 0 0 0,0-2 0 0 0,-1-1 0 0 0,0-1 0 0 0,-1-2 0 0 0,56-31 0 0 0,-62 27 35 0 0,-1 0-1 0 0,0-1 1 0 0,-2-2 0 0 0,0 0-1 0 0,-1-2 1 0 0,-2 0 0 0 0,0-1-1 0 0,-1-1 1 0 0,19-33 0 0 0,-10 6 99 0 0,-1-1 0 0 0,-3 0 0 0 0,31-106 1 0 0,-39 96 67 0 0,-3-1 1 0 0,-3 0 0 0 0,-2-1-1 0 0,-3 0 1 0 0,-4 0 0 0 0,-1 0-1 0 0,-15-85 1 0 0,9 106-151 0 0,-1 1 0 0 0,-3 1 1 0 0,-1 0-1 0 0,-28-63 0 0 0,28 78-24 0 0,-1 0 0 0 0,-2 1-1 0 0,0 1 1 0 0,-1 1 0 0 0,-2 0 0 0 0,0 1 0 0 0,-40-36 0 0 0,40 44 1 0 0,0 1 0 0 0,-1 1 0 0 0,-1 0 0 0 0,0 2 0 0 0,0 0 0 0 0,-1 1 0 0 0,-24-6 0 0 0,17 7 0 0 0,1 1 0 0 0,-1 1 0 0 0,-1 2 0 0 0,1 1 0 0 0,-35 1 0 0 0,53 2-14 0 0,1 0 1 0 0,-1 1-1 0 0,1 1 1 0 0,-1 0-1 0 0,1 0 0 0 0,0 1 1 0 0,0 0-1 0 0,0 0 1 0 0,0 1-1 0 0,0 0 0 0 0,1 1 1 0 0,0 0-1 0 0,0 0 1 0 0,0 1-1 0 0,-9 8 1 0 0,8-5-204 0 0,1 1 0 0 0,0-1 0 0 0,1 2 0 0 0,-1-1 0 0 0,2 1 0 0 0,0 0 0 0 0,0 1 0 0 0,1-1 0 0 0,0 1 0 0 0,1 0 0 0 0,-2 13 0 0 0,-4 19-1938 0 0,1 4-4384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9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330 183 1840 0 0,'-5'-44'1306'0'0,"4"33"1079"0"0,0 0-1 0 0,0 0 1 0 0,-9-18 3559 0 0,10 29-5887 0 0,-6 10 1325 0 0,-2 11-277 0 0,-56 334 758 0 0,43-210-3134 0 0,19-136 942 0 0,-4 38-1776 0 0,6-45 1813 0 0,0 0 1 0 0,0 0-1 0 0,0 0 0 0 0,0 0 1 0 0,0-1-1 0 0,1 1 0 0 0,-1 0 1 0 0,0 0-1 0 0,1-1 0 0 0,0 1 0 0 0,-1 0 1 0 0,1-1-1 0 0,0 1 0 0 0,0 0 1 0 0,0-1-1 0 0,0 1 0 0 0,0-1 1 0 0,0 1-1 0 0,0-1 0 0 0,0 0 1 0 0,2 2-1 0 0,-2-3 243 0 0,0 0-1 0 0,0 1 1 0 0,0-1-1 0 0,-1 0 1 0 0,1 0-1 0 0,0 0 1 0 0,0 0 0 0 0,0 0-1 0 0,0 0 1 0 0,0 0-1 0 0,0 0 1 0 0,-1 0-1 0 0,1-1 1 0 0,0 1 0 0 0,0 0-1 0 0,0-1 1 0 0,0 1-1 0 0,-1 0 1 0 0,1-1 0 0 0,0 1-1 0 0,0-1 1 0 0,-1 1-1 0 0,1-1 1 0 0,0 1-1 0 0,-1-1 1 0 0,1 0 0 0 0,0 1-1 0 0,-1-1 1 0 0,1 0-1 0 0,-1 0 1 0 0,1 1 0 0 0,-1-1-1 0 0,0 0 1 0 0,1 0-1 0 0,-1 0 1 0 0,0 1-1 0 0,1-1 1 0 0,-1-1 0 0 0,13-34 113 0 0,-8 11-116 0 0,-2 0 1 0 0,0 0-1 0 0,-1-1 1 0 0,-2 1-1 0 0,0 0 1 0 0,-5-30-1 0 0,-36-149-247 0 0,22 123 123 0 0,16 67 97 0 0,2-1 1 0 0,0 1 0 0 0,0-1 0 0 0,3-19-1 0 0,-6-11 8339 0 0,3 45-8173 0 0,-11 11 3025 0 0,-10 27-2185 0 0,-20 48 0 0 0,30-56-1015 0 0,-2-1-1 0 0,-2 0 1 0 0,0-1-1 0 0,-34 43 0 0 0,37-57-193 0 0,11-13 80 0 0,3-4-25 0 0,18-25-663 0 0,-6 9 596 0 0,46-78-364 0 0,46-69-581 0 0,-102 161 1355 0 0,0 1 0 0 0,0 0 1 0 0,0 0-1 0 0,1 0 0 0 0,-1 1 1 0 0,1-1-1 0 0,0 1 1 0 0,0 0-1 0 0,0 0 0 0 0,5-3 1 0 0,-7 6-67 0 0,0-1 1 0 0,0 1 0 0 0,0-1-1 0 0,0 1 1 0 0,0 0-1 0 0,0 0 1 0 0,0 0-1 0 0,0 0 1 0 0,1 0 0 0 0,-1 0-1 0 0,0 0 1 0 0,0 1-1 0 0,0-1 1 0 0,0 1 0 0 0,-1-1-1 0 0,1 1 1 0 0,0 0-1 0 0,0 0 1 0 0,0 0-1 0 0,0 0 1 0 0,-1 0 0 0 0,1 0-1 0 0,0 1 1 0 0,-1-1-1 0 0,1 0 1 0 0,-1 1 0 0 0,2 2-1 0 0,94 105 1186 0 0,-54-58-7417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0.3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 65 1840 0 0,'-2'-3'272'0'0,"0"1"-1"0"0,1-1 0 0 0,-1 0 0 0 0,1 0 1 0 0,0 0-1 0 0,-1-1 0 0 0,2 1 1 0 0,-2-5-1 0 0,1 7 165 0 0,1-1 0 0 0,-1 0 0 0 0,1 1 1 0 0,0-1-1 0 0,0 0 0 0 0,-1 0 0 0 0,1 0 0 0 0,0 1 1 0 0,1-1-1 0 0,-1 0 0 0 0,0 0 0 0 0,0 1 0 0 0,1-1 1 0 0,-1 0-1 0 0,1 0 0 0 0,1-2 0 0 0,-1 4-287 0 0,-1 0-1 0 0,1 0 0 0 0,-1 1 1 0 0,1-1-1 0 0,-1 0 0 0 0,1 1 1 0 0,-1-1-1 0 0,1 0 1 0 0,-1 1-1 0 0,1-1 0 0 0,-1 1 1 0 0,1-1-1 0 0,-1 1 0 0 0,0-1 1 0 0,1 1-1 0 0,-1-1 1 0 0,0 1-1 0 0,1-1 0 0 0,-1 1 1 0 0,0 0-1 0 0,0-1 0 0 0,0 1 1 0 0,1-1-1 0 0,-1 1 1 0 0,0 0-1 0 0,0-1 0 0 0,0 1 1 0 0,0 0-1 0 0,6 20 1176 0 0,11 97 1704 0 0,-7-38-2433 0 0,5 33-1674 0 0,-10-37-2974 0 0,-5-51-1840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196 123 2304 0 0,'-5'-3'314'0'0,"0"0"-1"0"0,-1 0 0 0 0,1 1 1 0 0,0 0-1 0 0,-1 0 0 0 0,0 1 1 0 0,1-1-1 0 0,-1 1 0 0 0,0 1 0 0 0,0-1 1 0 0,0 1-1 0 0,1 0 0 0 0,-1 0 1 0 0,0 0-1 0 0,0 1 0 0 0,-6 1 0 0 0,4 0-78 0 0,0 0-1 0 0,0 1 1 0 0,0 0-1 0 0,1 0 1 0 0,-1 0 0 0 0,1 1-1 0 0,0 0 1 0 0,0 1-1 0 0,0 0 1 0 0,-11 10-1 0 0,47-14 404 0 0,34-13 612 0 0,0 3 1 0 0,1 3-1 0 0,117 4 1 0 0,-107 3-558 0 0,119-15 1 0 0,73-30 192 0 0,360-25-277 0 0,-266 69-609 0 0,-65 3 0 0 0,-267-4 0 0 0,203-1 7 0 0,-180 4-13 0 0,-1 3 1 0 0,76 15 0 0 0,-81-4-24 0 0,-38-13-150 0 0,0 0 0 0 0,0 0-1 0 0,0-1 1 0 0,1 0 0 0 0,-1 0 0 0 0,0 0 0 0 0,1-1 0 0 0,-1 0 0 0 0,1-1 0 0 0,10 0 0 0 0,-9-3-1126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7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42 4145 0 0,'-1'-3'243'0'0,"1"1"-1"0"0,-1-1 1 0 0,1 0-1 0 0,-1 0 1 0 0,1 1 0 0 0,0-1-1 0 0,0 0 1 0 0,1 0 0 0 0,-1 1-1 0 0,1-4 1 0 0,4-2 3161 0 0,3 21-762 0 0,-6-8-1884 0 0,3 17 194 0 0,0 1-1 0 0,-1 0 1 0 0,-1 0 0 0 0,0 27 0 0 0,-6 103 863 0 0,0-67-1349 0 0,-3 47-548 0 0,2 93-2407 0 0,6-183-135 0 0,11 62 0 0 0,-8-78 1492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2.4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2 3225 0 0,'5'-2'11338'0'0,"-9"11"-11028"0"0,-34 109 3160 0 0,33-101-3297 0 0,2 1 0 0 0,0-1-1 0 0,1 0 1 0 0,1 1 0 0 0,1 24 0 0 0,1-39-176 0 0,-1 0-1 0 0,1 0 1 0 0,-1 0-1 0 0,1 0 1 0 0,0 0-1 0 0,0-1 1 0 0,1 1-1 0 0,-1 0 1 0 0,1-1-1 0 0,-1 1 1 0 0,1-1-1 0 0,0 1 1 0 0,0-1 0 0 0,-1 0-1 0 0,2 0 1 0 0,-1 0-1 0 0,0 0 1 0 0,0 0-1 0 0,1 0 1 0 0,-1-1-1 0 0,1 1 1 0 0,-1-1-1 0 0,1 0 1 0 0,0 0-1 0 0,0 0 1 0 0,-1 0-1 0 0,5 1 1 0 0,9 2-25 0 0,1-1 0 0 0,0-1 0 0 0,29 1 0 0 0,-13-1 13 0 0,-13-1 15 0 0,-13-1 0 0 0,0 1 0 0 0,0-1 0 0 0,0 1 0 0 0,-1 0 0 0 0,1 0 0 0 0,0 1 0 0 0,8 3 0 0 0,-15-4 0 0 0,1-1 0 0 0,-1 1 0 0 0,0-1 0 0 0,0 1 0 0 0,1 0 0 0 0,-1-1 0 0 0,0 1 0 0 0,0 0 0 0 0,0-1 0 0 0,0 1 0 0 0,1 0 0 0 0,-1-1 0 0 0,0 1 0 0 0,0 0 0 0 0,0 0 0 0 0,-1-1 0 0 0,1 1 0 0 0,0 0 0 0 0,0-1 0 0 0,0 1 0 0 0,0 0 0 0 0,-1-1 0 0 0,1 1 0 0 0,0-1 0 0 0,-1 1 0 0 0,1 0 0 0 0,0-1 0 0 0,-1 1 0 0 0,1-1 0 0 0,-1 1 0 0 0,1-1 0 0 0,-2 1 0 0 0,-18 25 0 0 0,16-22 0 0 0,-63 70 37 0 0,-26 31 71 0 0,81-90-97 0 0,1 1-1 0 0,1 0 1 0 0,0 1-1 0 0,1 0 1 0 0,-7 20-1 0 0,15-36-14 0 0,0 1 0 0 0,1 0 0 0 0,-1 0 0 0 0,1-1 0 0 0,-1 1 0 0 0,1 0 0 0 0,-1 0 0 0 0,1 0 0 0 0,0 0 0 0 0,0-1 0 0 0,0 1 0 0 0,0 0 0 0 0,0 0 0 0 0,1 0 0 0 0,-1 0 0 0 0,0 0 1 0 0,1-1-1 0 0,0 1 0 0 0,-1 0 0 0 0,1 0 0 0 0,0-1 0 0 0,0 1 0 0 0,0-1 0 0 0,0 1 0 0 0,0 0 0 0 0,0-1 0 0 0,0 0 0 0 0,0 1 0 0 0,1-1 0 0 0,-1 0 0 0 0,1 1 0 0 0,-1-1 0 0 0,1 0 0 0 0,-1 0 0 0 0,1 0 0 0 0,0-1 0 0 0,-1 1 0 0 0,1 0 0 0 0,0-1 0 0 0,0 1 0 0 0,3 0 0 0 0,7 2-39 0 0,1-1-1 0 0,0 0 0 0 0,-1-1 1 0 0,24-1-1 0 0,-25 0 33 0 0,-4 0 18 0 0,0 0 0 0 0,1 0 0 0 0,-1 1 1 0 0,0 0-1 0 0,14 4 0 0 0,-20-5-5 0 0,1 1 1 0 0,-1-1-1 0 0,0 1 1 0 0,1 0 0 0 0,-1 0-1 0 0,1-1 1 0 0,-1 1-1 0 0,0 0 1 0 0,0 1-1 0 0,1-1 1 0 0,-1 0-1 0 0,0 0 1 0 0,0 0-1 0 0,0 1 1 0 0,0-1 0 0 0,-1 0-1 0 0,1 1 1 0 0,0-1-1 0 0,0 1 1 0 0,-1-1-1 0 0,1 1 1 0 0,-1-1-1 0 0,0 1 1 0 0,1-1-1 0 0,-1 1 1 0 0,0-1-1 0 0,0 1 1 0 0,0 0 0 0 0,0-1-1 0 0,0 1 1 0 0,0 0-1 0 0,-1 2 1 0 0,-1 10-5 0 0,-1-1 0 0 0,-1 0 0 0 0,0 0 0 0 0,-1 0 0 0 0,-12 22 0 0 0,-40 58-168 0 0,6-10-982 0 0,44-63 366 0 0,7-20 729 0 0,0 1-1 0 0,0-1 1 0 0,0 0-1 0 0,1 0 1 0 0,-1 1 0 0 0,0-1-1 0 0,0 0 1 0 0,0 1 0 0 0,0-1-1 0 0,0 0 1 0 0,1 0-1 0 0,-1 1 1 0 0,0-1 0 0 0,0 0-1 0 0,0 0 1 0 0,1 0 0 0 0,-1 1-1 0 0,0-1 1 0 0,0 0-1 0 0,1 0 1 0 0,-1 0 0 0 0,0 0-1 0 0,0 0 1 0 0,1 1 0 0 0,-1-1-1 0 0,0 0 1 0 0,1 0-1 0 0,-1 0 1 0 0,0 0 0 0 0,1 0-1 0 0,-1 0 1 0 0,0 0 0 0 0,1 0-1 0 0,33-9-4635 0 0,-28 6 4108 0 0,1 1-327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3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2767 1 2304 0 0,'-1'7'14430'0'0,"-6"22"-14050"0"0,1 0-1 0 0,2 1 1 0 0,1-1-1 0 0,2 56 1 0 0,20 127 2363 0 0,-4-68-1905 0 0,-10-61-822 0 0,4-1 0 0 0,28 113 0 0 0,-23-129-63 0 0,-3 1-1 0 0,-3 0 1 0 0,-1 70 0 0 0,-5-102-50 0 0,4 27 58 0 0,20 85-1 0 0,-8-49 21 0 0,-16-91 67 0 0,0 0 0 0 0,0-1 0 0 0,1 1 0 0 0,0-1 0 0 0,5 9 0 0 0,-6-12-17 0 0,1 1 0 0 0,-1-1 0 0 0,0 1 0 0 0,0-1 0 0 0,-1 1 0 0 0,1 0 1 0 0,-1 0-1 0 0,0 0 0 0 0,0 0 0 0 0,0 0 0 0 0,-1 0 0 0 0,1 0 0 0 0,-1 0 0 0 0,0 0 0 0 0,0 0 1 0 0,0 0-1 0 0,-2 6 0 0 0,1-7-27 0 0,-1 0 1 0 0,0 1 0 0 0,0-1-1 0 0,0 0 1 0 0,0 0-1 0 0,-1 0 1 0 0,0 0-1 0 0,1-1 1 0 0,-1 1 0 0 0,0-1-1 0 0,0 0 1 0 0,0 0-1 0 0,0 0 1 0 0,-5 3-1 0 0,-53 21 89 0 0,47-21-86 0 0,-21 5 3 0 0,0-1 1 0 0,-1-2-1 0 0,1-1 0 0 0,-2-2 1 0 0,-46-1-1 0 0,3 1 0 0 0,-741 102-418 0 0,476-41 120 0 0,27-14 193 0 0,157-28-21 0 0,-251 67-1 0 0,340-69 169 0 0,-1-4 0 0 0,-122 14 0 0 0,188-31-133 0 0,-44 2 285 0 0,48-2-407 0 0,1-1 0 0 0,-1 1-1 0 0,1 0 1 0 0,-1-1 0 0 0,1 0-1 0 0,-1 1 1 0 0,1-1 0 0 0,-1 0-1 0 0,1-1 1 0 0,0 1 0 0 0,-1 0 0 0 0,1 0-1 0 0,0-1 1 0 0,0 0 0 0 0,0 1-1 0 0,-2-4 1 0 0,0 2-1413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1 4145 0 0,'10'0'14938'0'0,"-15"48"-15256"0"0,2-17 1708 0 0,-10 338 922 0 0,15-309-2262 0 0,2 0 0 0 0,4 0 0 0 0,1-1 0 0 0,21 66 0 0 0,0-29-761 0 0,-17-55-1888 0 0,-7-24-4485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4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1 236 3681 0 0,'0'0'284'0'0,"30"-2"1976"0"0,24 6 1284 0 0,58-2 0 0 0,-24-2-2223 0 0,307-23 548 0 0,-41-1-891 0 0,455 6 1937 0 0,-736 13-2798 0 0,110-21 0 0 0,69-31-60 0 0,-248 56-54 0 0,297-62 7 0 0,-291 61-20 0 0,1 2-1 0 0,0-1 0 0 0,-1 1 0 0 0,1 1 0 0 0,0-1 0 0 0,0 2 0 0 0,-1 0 0 0 0,1 0 0 0 0,-1 1 1 0 0,0 0-1 0 0,17 8 0 0 0,-27-11-9 0 0,0 0 0 0 0,0 0 0 0 0,0 0 0 0 0,0 0 0 0 0,0 0 0 0 0,0 1 0 0 0,0-1 0 0 0,0 0 0 0 0,1 0 0 0 0,-1 0 0 0 0,0 0 0 0 0,0 0 0 0 0,0 0 0 0 0,0 0 0 0 0,0 0 0 0 0,0 0 0 0 0,0 0 0 0 0,0 0 0 0 0,1 0 0 0 0,-1 0 0 0 0,0 1 0 0 0,0-1 0 0 0,0 0 0 0 0,0 0 0 0 0,0 0-1 0 0,0 0 1 0 0,0 0 0 0 0,1 0 0 0 0,-1 0 0 0 0,0 0 0 0 0,0 0 0 0 0,0 0 0 0 0,0-1 0 0 0,0 1 0 0 0,0 0 0 0 0,0 0 0 0 0,1 0 0 0 0,-1 0 0 0 0,0 0 0 0 0,0 0 0 0 0,0 0 0 0 0,0 0 0 0 0,0 0 0 0 0,0 0 0 0 0,0 0 0 0 0,0 0 0 0 0,1 0 0 0 0,-1-1 0 0 0,0 1 0 0 0,0 0 0 0 0,0 0 0 0 0,0 0 0 0 0,0 0 0 0 0,0 0 0 0 0,0 0 0 0 0,0 0 0 0 0,0 0 0 0 0,0-1 0 0 0,0 1 0 0 0,0 0 0 0 0,0 0 0 0 0,-6-10-913 0 0,-16-10 485 0 0,22 19 442 0 0,-1 1 1 0 0,0-1 0 0 0,0 1-1 0 0,0-1 1 0 0,0 1-1 0 0,0-1 1 0 0,0 1-1 0 0,0 0 1 0 0,0 0-1 0 0,0-1 1 0 0,0 1 0 0 0,0 0-1 0 0,0 0 1 0 0,0 0-1 0 0,0 0 1 0 0,-1 0-1 0 0,1 0 1 0 0,0 0-1 0 0,0 1 1 0 0,0-1 0 0 0,0 0-1 0 0,0 0 1 0 0,0 1-1 0 0,-1 0 1 0 0,0 0 50 0 0,-1 1 1 0 0,1 0-1 0 0,0-1 1 0 0,0 1 0 0 0,1 0-1 0 0,-1 0 1 0 0,0 0-1 0 0,1 0 1 0 0,-3 5-1 0 0,0-1 84 0 0,1 0 0 0 0,0 1 0 0 0,1-1 1 0 0,0 1-1 0 0,0 0 0 0 0,-2 13 0 0 0,4-13-105 0 0,0 0 0 0 0,0 0 1 0 0,1 0-1 0 0,0 0 0 0 0,1 0 0 0 0,-1-1 1 0 0,1 1-1 0 0,1 0 0 0 0,-1-1 0 0 0,1 1 1 0 0,0-1-1 0 0,1 0 0 0 0,-1 0 0 0 0,1 0 1 0 0,0-1-1 0 0,1 1 0 0 0,-1-1 0 0 0,1 0 1 0 0,0 0-1 0 0,1 0 0 0 0,-1-1 0 0 0,1 0 1 0 0,0 0-1 0 0,0 0 0 0 0,10 4 1 0 0,-10-5 12 0 0,1 0 0 0 0,-1 0 0 0 0,1-1 0 0 0,0 0 1 0 0,0 0-1 0 0,0-1 0 0 0,0 0 0 0 0,1 0 1 0 0,-1 0-1 0 0,0-1 0 0 0,0 0 0 0 0,0 0 1 0 0,1-1-1 0 0,-1 0 0 0 0,0-1 0 0 0,0 1 1 0 0,0-1-1 0 0,0 0 0 0 0,-1-1 0 0 0,1 0 0 0 0,-1 0 1 0 0,1 0-1 0 0,-1-1 0 0 0,11-8 0 0 0,-13 8 13 0 0,0 0-1 0 0,0 0 0 0 0,0 0 1 0 0,-1 0-1 0 0,1-1 0 0 0,-1 1 1 0 0,0-1-1 0 0,0 0 0 0 0,-1 0 1 0 0,1 0-1 0 0,-1 0 0 0 0,-1-1 1 0 0,1 1-1 0 0,-1 0 0 0 0,1-1 1 0 0,-1 1-1 0 0,-1-1 0 0 0,1 0 0 0 0,-1 1 1 0 0,0-1-1 0 0,-1 0 0 0 0,1 1 1 0 0,-1-1-1 0 0,0 1 0 0 0,0-1 1 0 0,-1 1-1 0 0,0 0 0 0 0,0-1 1 0 0,0 1-1 0 0,0 0 0 0 0,-1 0 1 0 0,0 0-1 0 0,0 1 0 0 0,0-1 1 0 0,-1 1-1 0 0,1-1 0 0 0,-1 1 0 0 0,0 0 1 0 0,0 1-1 0 0,-1-1 0 0 0,1 1 1 0 0,-1-1-1 0 0,0 1 0 0 0,1 1 1 0 0,-2-1-1 0 0,1 1 0 0 0,0 0 1 0 0,0 0-1 0 0,-1 0 0 0 0,-8-1 1 0 0,10 3-53 0 0,0-1 1 0 0,0 1-1 0 0,0 0 1 0 0,0 0-1 0 0,0 0 1 0 0,0 1 0 0 0,0-1-1 0 0,0 1 1 0 0,0 0-1 0 0,0 0 1 0 0,1 1-1 0 0,-1-1 1 0 0,0 1 0 0 0,1-1-1 0 0,-1 1 1 0 0,1 1-1 0 0,-1-1 1 0 0,-5 5-1 0 0,-15 21-6508 0 0,13-9-657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6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19 295 4145 0 0,'-2'1'149'0'0,"1"0"1"0"0,-1 0-1 0 0,1 0 0 0 0,0 0 1 0 0,0 1-1 0 0,0-1 1 0 0,0 0-1 0 0,0 0 0 0 0,0 1 1 0 0,0-1-1 0 0,0 0 1 0 0,0 1-1 0 0,0-1 1 0 0,1 1-1 0 0,-1-1 0 0 0,1 1 1 0 0,-1 0-1 0 0,1-1 1 0 0,-1 4-1 0 0,1-5-89 0 0,0 1 1 0 0,0 0 0 0 0,1-1-1 0 0,-1 1 1 0 0,0 0-1 0 0,0-1 1 0 0,0 1 0 0 0,1 0-1 0 0,-1-1 1 0 0,0 1-1 0 0,1-1 1 0 0,-1 1 0 0 0,0 0-1 0 0,1-1 1 0 0,-1 1-1 0 0,1-1 1 0 0,-1 1-1 0 0,1-1 1 0 0,-1 0 0 0 0,1 1-1 0 0,-1-1 1 0 0,1 1-1 0 0,0-1 1 0 0,-1 0 0 0 0,1 1-1 0 0,0-1 1 0 0,-1 0-1 0 0,1 0 1 0 0,0 0-1 0 0,-1 1 1 0 0,1-1 0 0 0,0 0-1 0 0,-1 0 1 0 0,1 0-1 0 0,0 0 1 0 0,-1 0 0 0 0,1 0-1 0 0,0 0 1 0 0,-1-1-1 0 0,1 1 1 0 0,0 0-1 0 0,0-1 1 0 0,97-20 2539 0 0,14-2-1143 0 0,443-5 3207 0 0,-190 17-3257 0 0,-286 9-1177 0 0,109 9 0 0 0,78 25 826 0 0,-145-14-691 0 0,2-6 0 0 0,145-4 0 0 0,-122-21-359 0 0,158-35 0 0 0,-222 38 63 0 0,0 2 0 0 0,105 5 1 0 0,-150 3-74 0 0,-33 0-94 0 0,1 0 0 0 0,-1 0-1 0 0,0-1 1 0 0,1 0 0 0 0,-1 0 0 0 0,0 0 0 0 0,0 0-1 0 0,1-1 1 0 0,-1 0 0 0 0,0 0 0 0 0,0 0 0 0 0,-1 0 0 0 0,1 0-1 0 0,0-1 1 0 0,-1 0 0 0 0,0 0 0 0 0,7-6 0 0 0,-1-3-1997 0 0,0 0 0 0 0,0-1 0 0 0,12-26 0 0 0,-15 26 32 0 0,1 1-1 0 0,0 0 1 0 0,0 0-1 0 0,17-18 0 0 0,-28 33 2445 0 0,0-1-1 0 0,0 0 1 0 0,1 0-1 0 0,-2 0 1 0 0,1 0-1 0 0,0-1 0 0 0,0 0 1 0 0,0 0-1 0 0,-1 0 1 0 0,1 0-1 0 0,-8 0 0 0 0,8-1 67 0 0,1 0 0 0 0,-1 0 0 0 0,0 1 1 0 0,0 0-1 0 0,0-1 0 0 0,1 1 0 0 0,-1 1 0 0 0,0-1 0 0 0,1 0 0 0 0,-1 1 0 0 0,1 0 0 0 0,0 0 0 0 0,-1 0 0 0 0,1 0 0 0 0,0 0 0 0 0,-3 4 0 0 0,2-2-232 0 0,1 0 1 0 0,0 0-1 0 0,0 0 0 0 0,0 0 1 0 0,0 1-1 0 0,1-1 1 0 0,0 1-1 0 0,0-1 1 0 0,0 1-1 0 0,1 0 1 0 0,-2 6-1 0 0,1-4-134 0 0,1 0-1 0 0,1 1 1 0 0,-1-1-1 0 0,1 0 1 0 0,0 0-1 0 0,0 0 1 0 0,1 0-1 0 0,0 0 1 0 0,1 0 0 0 0,-1 0-1 0 0,1 0 1 0 0,1 0-1 0 0,-1-1 1 0 0,1 1-1 0 0,0-1 1 0 0,1 0-1 0 0,7 11 1 0 0,-8-13-19 0 0,-1-1-1 0 0,1 1 1 0 0,1-1-1 0 0,-1 0 1 0 0,0 0 0 0 0,1 0-1 0 0,0-1 1 0 0,-1 1 0 0 0,1-1-1 0 0,0 0 1 0 0,0 0-1 0 0,1 0 1 0 0,-1-1 0 0 0,0 0-1 0 0,1 1 1 0 0,-1-1 0 0 0,0-1-1 0 0,1 1 1 0 0,-1-1 0 0 0,1 0-1 0 0,-1 0 1 0 0,1 0-1 0 0,-1 0 1 0 0,1-1 0 0 0,4 0-1 0 0,-2-2 13 0 0,-1 1 0 0 0,1-1 0 0 0,0-1 0 0 0,-1 1-1 0 0,0-1 1 0 0,1 0 0 0 0,-1 0 0 0 0,-1-1 0 0 0,1 0 0 0 0,-1 0-1 0 0,0 0 1 0 0,0-1 0 0 0,0 0 0 0 0,6-10 0 0 0,-7 9-5 0 0,1 0 0 0 0,-1-1-1 0 0,0 0 1 0 0,-1 0 0 0 0,1-1 0 0 0,-2 1 0 0 0,1 0 0 0 0,-1-1-1 0 0,-1 0 1 0 0,1 1 0 0 0,-1-1 0 0 0,-1-15 0 0 0,0 19-20 0 0,-1-1-1 0 0,0 1 1 0 0,0 0 0 0 0,0 0 0 0 0,-1 0 0 0 0,0 0 0 0 0,0 1-1 0 0,0-1 1 0 0,-1 0 0 0 0,1 1 0 0 0,-1-1 0 0 0,0 1-1 0 0,0 0 1 0 0,-1 0 0 0 0,1 0 0 0 0,-1 1 0 0 0,0-1 0 0 0,0 1-1 0 0,0 0 1 0 0,0 0 0 0 0,-1 0 0 0 0,-7-4 0 0 0,-15-3-11 0 0,21 8-312 0 0,1 0 0 0 0,-1 0 0 0 0,1 0 0 0 0,-1-1 0 0 0,1 0 0 0 0,-9-7 1 0 0,13 7-392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1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64 1376 0 0,'-12'-6'-306'0'0,"-7"-4"2634"0"0,1 1 1 0 0,-1 0-1 0 0,-1 2 1 0 0,1 0-1 0 0,-40-8 1 0 0,58 15-2216 0 0,1 0 0 0 0,-1 0 1 0 0,1 0-1 0 0,-1 0 0 0 0,1 0 1 0 0,-1 0-1 0 0,1 0 1 0 0,-1 0-1 0 0,1 0 0 0 0,-1 0 1 0 0,1 0-1 0 0,-1 0 1 0 0,1 1-1 0 0,-1-1 0 0 0,1 0 1 0 0,-1 0-1 0 0,1 0 0 0 0,-1 1 1 0 0,1-1-1 0 0,-1 0 1 0 0,1 1-1 0 0,0-1 0 0 0,-1 0 1 0 0,1 1-1 0 0,0-1 1 0 0,-1 0-1 0 0,1 1 0 0 0,0-1 1 0 0,-1 1-1 0 0,1 0 0 0 0,0 19 1400 0 0,18 25-908 0 0,-15-39-334 0 0,163 323 1477 0 0,-118-248-2438 0 0,113 141 1 0 0,-157-217 92 0 0,20 22 238 0 0,-9-17-1714 0 0,0-9-3959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9 288 6449 0 0,'-2'-4'250'0'0,"1"-1"0"0"0,-1 1 0 0 0,1 0-1 0 0,0 0 1 0 0,1 0 0 0 0,-1-1-1 0 0,1 1 1 0 0,0 0 0 0 0,0-1-1 0 0,0 1 1 0 0,1 0 0 0 0,-1-1 0 0 0,1 1-1 0 0,0 0 1 0 0,0 0 0 0 0,1 0-1 0 0,-1 0 1 0 0,1 0 0 0 0,0 0 0 0 0,3-5-1 0 0,6-12 1275 0 0,2 1 1 0 0,18-25-1 0 0,-29 44-1433 0 0,10-16 671 0 0,1 1 1 0 0,27-25-1 0 0,-35 36-853 0 0,1 1-1 0 0,-1 0 0 0 0,1 0 1 0 0,0 0-1 0 0,9-3 1 0 0,-12 6-313 0 0,0 0 0 0 0,-1 0 1 0 0,1 0-1 0 0,0 0 0 0 0,0 1 0 0 0,0-1 1 0 0,0 1-1 0 0,1 0 0 0 0,-1 0 1 0 0,0 0-1 0 0,0 0 0 0 0,6 2 1 0 0,7 4-5122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5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0 225 6449 0 0,'3'-3'204'0'0,"0"1"0"0"0,0 0-1 0 0,0 0 1 0 0,-1-1 0 0 0,1 0-1 0 0,-1 1 1 0 0,1-1-1 0 0,-1 0 1 0 0,0 0 0 0 0,0 0-1 0 0,-1 0 1 0 0,1-1 0 0 0,1-3-1 0 0,4-6 256 0 0,49-69 2106 0 0,-38 59-3215 0 0,29-31 0 0 0,-38 45 628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4.71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58 5065 0 0,'-2'-1'238'0'0,"1"0"0"0"0,0 0 0 0 0,0-1 0 0 0,0 1 0 0 0,0-1 0 0 0,0 1 0 0 0,0-1 0 0 0,0 1 0 0 0,0-1 1 0 0,0 1-1 0 0,1-1 0 0 0,-1 0 0 0 0,1 1 0 0 0,-1-1 0 0 0,1 0 0 0 0,0 1 0 0 0,0-1 0 0 0,-1 0 0 0 0,1 0 0 0 0,0 1 0 0 0,1-1 0 0 0,-1 0 0 0 0,0-1 0 0 0,0 2-133 0 0,0 0 0 0 0,0 0 1 0 0,1 1-1 0 0,-1-1 0 0 0,0 0 0 0 0,0 0 0 0 0,0 1 0 0 0,0-1 0 0 0,1 0 0 0 0,-1 1 1 0 0,0-1-1 0 0,1 0 0 0 0,-1 1 0 0 0,0-1 0 0 0,1 0 0 0 0,-1 1 0 0 0,1-1 0 0 0,-1 1 1 0 0,1-1-1 0 0,-1 1 0 0 0,1-1 0 0 0,-1 1 0 0 0,1-1 0 0 0,0 1 0 0 0,-1 0 1 0 0,1-1-1 0 0,0 1 0 0 0,-1 0 0 0 0,1-1 0 0 0,0 1 0 0 0,-1 0 0 0 0,1 0 0 0 0,0 0 1 0 0,0 0-1 0 0,-1 0 0 0 0,1 0 0 0 0,0 0 0 0 0,0 0 0 0 0,-1 0 0 0 0,1 0 0 0 0,0 0 1 0 0,-1 0-1 0 0,1 0 0 0 0,0 1 0 0 0,0-1 0 0 0,-1 0 0 0 0,1 0 0 0 0,0 1 0 0 0,-1-1 1 0 0,1 0-1 0 0,-1 1 0 0 0,1-1 0 0 0,0 1 0 0 0,-1-1 0 0 0,1 1 0 0 0,-1-1 0 0 0,1 2 1 0 0,8 5 252 0 0,0 1 0 0 0,0 1 1 0 0,-1 0-1 0 0,0 0 1 0 0,-1 1-1 0 0,0-1 0 0 0,11 22 1 0 0,31 82-382 0 0,-24-53-217 0 0,-1 2-384 0 0,15 32-976 0 0,-5-38-2637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33 133 2304 0 0,'-3'2'137'0'0,"1"0"0"0"0,-1 0 0 0 0,1 0 0 0 0,0 0 0 0 0,0 1-1 0 0,0-1 1 0 0,0 0 0 0 0,0 1 0 0 0,0 0 0 0 0,1-1-1 0 0,-1 1 1 0 0,1 0 0 0 0,0 0 0 0 0,-1 0 0 0 0,1 0-1 0 0,1 0 1 0 0,-1 0 0 0 0,0 0 0 0 0,1 0 0 0 0,0 0-1 0 0,-1 0 1 0 0,1 0 0 0 0,1 0 0 0 0,-1 1 0 0 0,1 3 0 0 0,0 0 177 0 0,-1-1 0 0 0,2 1 0 0 0,-1 0 1 0 0,1-1-1 0 0,0 0 0 0 0,0 1 0 0 0,1-1 1 0 0,0 0-1 0 0,0 0 0 0 0,0 0 0 0 0,6 7 1 0 0,16 14 895 0 0,47 42 1 0 0,-58-58-1113 0 0,1 0 0 0 0,0 0 0 0 0,0-1 0 0 0,1-1 1 0 0,25 10-1 0 0,-35-17-17 0 0,0 0-1 0 0,1 0 1 0 0,-1 0 0 0 0,1-1 0 0 0,-1 0 0 0 0,1 0-1 0 0,0-1 1 0 0,-1 0 0 0 0,1 0 0 0 0,0 0 0 0 0,0-1-1 0 0,-1 0 1 0 0,1 0 0 0 0,-1-1 0 0 0,1 0 0 0 0,-1 0-1 0 0,0 0 1 0 0,0-1 0 0 0,0 0 0 0 0,0 0 0 0 0,0-1-1 0 0,0 1 1 0 0,-1-1 0 0 0,0-1 0 0 0,5-4 0 0 0,-4 3 161 0 0,0-1 1 0 0,-1 0 0 0 0,0 0-1 0 0,0 0 1 0 0,-1 0 0 0 0,0-1 0 0 0,0 0-1 0 0,-1 0 1 0 0,0 0 0 0 0,0 0-1 0 0,-1-1 1 0 0,0 1 0 0 0,0 0-1 0 0,-1-1 1 0 0,0 0 0 0 0,-1 1-1 0 0,0-1 1 0 0,0 0 0 0 0,-2-8 0 0 0,-4-10 3 0 0,0 1 1 0 0,-2-1 0 0 0,-2 1 0 0 0,0 1 0 0 0,-1 0 0 0 0,-2 0 0 0 0,-20-29 0 0 0,24 33-4359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3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0 196 4609 0 0,'15'-1'10069'0'0,"1"13"-9211"0"0,0-1 0 0 0,1 0 1 0 0,0-1-1 0 0,1-1 0 0 0,19 7 0 0 0,-32-14-830 0 0,-1-1 0 0 0,0 0-1 0 0,0 0 1 0 0,1-1 0 0 0,-1 1 0 0 0,0-1-1 0 0,1 0 1 0 0,-1 0 0 0 0,1 0 0 0 0,-1 0-1 0 0,0-1 1 0 0,1 0 0 0 0,4-1-1 0 0,-5 0-29 0 0,-1 0-1 0 0,0 1 1 0 0,0-1-1 0 0,0 0 1 0 0,-1-1-1 0 0,1 1 1 0 0,0 0-1 0 0,-1-1 0 0 0,0 0 1 0 0,1 1-1 0 0,-1-1 1 0 0,0 0-1 0 0,0 0 1 0 0,-1 0-1 0 0,1 0 1 0 0,0-1-1 0 0,-1 1 0 0 0,0 0 1 0 0,1-5-1 0 0,0 1 24 0 0,-1 0 0 0 0,0 0 0 0 0,0 0 0 0 0,0 0 0 0 0,-1-1 1 0 0,0 1-1 0 0,-1 0 0 0 0,1 0 0 0 0,-2 0 0 0 0,1 0 0 0 0,-1 0 0 0 0,0 0 0 0 0,0 0 0 0 0,0 0 0 0 0,-1 1 0 0 0,0-1 0 0 0,-1 1 0 0 0,0 0 0 0 0,-5-8 0 0 0,5 9-155 0 0,0 0 1 0 0,0 0-1 0 0,-1 0 1 0 0,1 1-1 0 0,-1-1 1 0 0,0 1-1 0 0,0 0 0 0 0,-1 1 1 0 0,1-1-1 0 0,-1 1 1 0 0,0 0-1 0 0,0 1 1 0 0,0-1-1 0 0,0 1 0 0 0,0 0 1 0 0,0 1-1 0 0,-1 0 1 0 0,1 0-1 0 0,0 0 1 0 0,-1 0-1 0 0,-10 1 0 0 0,0 3-6278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6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1 259 6449 0 0,'27'-4'2613'0'0,"-25"3"-2399"0"0,0 0-1 0 0,0 1 1 0 0,-1-1-1 0 0,1 1 1 0 0,0-1-1 0 0,0 1 1 0 0,0 0-1 0 0,0 0 1 0 0,-1 0 0 0 0,1 0-1 0 0,0 0 1 0 0,0 0-1 0 0,0 0 1 0 0,0 1-1 0 0,-1-1 1 0 0,1 1-1 0 0,0-1 1 0 0,0 1-1 0 0,-1 0 1 0 0,1-1 0 0 0,0 1-1 0 0,2 2 1 0 0,17 16 857 0 0,-20-19-1018 0 0,0 1 0 0 0,0-1-1 0 0,-1 1 1 0 0,1-1 0 0 0,0 1-1 0 0,-1-1 1 0 0,1 1 0 0 0,0 0-1 0 0,-1-1 1 0 0,1 1-1 0 0,-1 0 1 0 0,0 0 0 0 0,1-1-1 0 0,-1 1 1 0 0,1 0 0 0 0,-1 0-1 0 0,0 0 1 0 0,0-1 0 0 0,1 1-1 0 0,-1 0 1 0 0,0 0 0 0 0,0 0-1 0 0,0 0 1 0 0,0 0 0 0 0,0 0-1 0 0,0-1 1 0 0,0 2 0 0 0,-1-1 59 0 0,0-1 0 0 0,1 0 0 0 0,-1 0 0 0 0,0 0 1 0 0,1 0-1 0 0,-1 0 0 0 0,1 0 0 0 0,-1 0 1 0 0,0 0-1 0 0,1 0 0 0 0,-1 0 0 0 0,0-1 0 0 0,1 1 1 0 0,-1 0-1 0 0,1 0 0 0 0,-1 0 0 0 0,1-1 0 0 0,-1 1 1 0 0,1 0-1 0 0,-1-1 0 0 0,0 1 0 0 0,1 0 1 0 0,0-1-1 0 0,-1 1 0 0 0,1-1 0 0 0,-1 1 0 0 0,1-1 1 0 0,-1 1-1 0 0,1-1 0 0 0,-1 0 0 0 0,-13-18 910 0 0,5 2-918 0 0,0 0 0 0 0,2-1 0 0 0,0 0 0 0 0,1 0 0 0 0,0 0 0 0 0,2-1 0 0 0,0 0 0 0 0,1 0 0 0 0,1 0 0 0 0,1 0 0 0 0,1-24-1 0 0,1 15-629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17 124 9218 0 0,'0'0'117'0'0,"-1"0"1"0"0,1 0-1 0 0,-1 0 1 0 0,0 0-1 0 0,1 0 1 0 0,-1 0-1 0 0,1 0 0 0 0,-1 0 1 0 0,0 0-1 0 0,1 0 1 0 0,-1 0-1 0 0,1 0 1 0 0,-1 0-1 0 0,1-1 0 0 0,-1 1 1 0 0,1 0-1 0 0,-1 0 1 0 0,1-1-1 0 0,-1 1 1 0 0,1 0-1 0 0,-1-1 0 0 0,1 1 1 0 0,-1-1-1 0 0,1 1 1 0 0,-1-1-1 0 0,1 1 1 0 0,0 0-1 0 0,-1-1 0 0 0,1 1 1 0 0,0-1-1 0 0,0 0 1 0 0,-1 1-1 0 0,1-1 1 0 0,0 1-1 0 0,0-1 0 0 0,0 1 1 0 0,-1-2-1 0 0,2 0 113 0 0,-1-1 0 0 0,0 1 0 0 0,1-1 0 0 0,0 1 0 0 0,-1 0 0 0 0,1 0 0 0 0,0-1 0 0 0,0 1 0 0 0,0 0 0 0 0,2-2 0 0 0,3-5-114 0 0,0 0 0 0 0,0 1 0 0 0,1 0 0 0 0,9-8 0 0 0,-13 13-378 0 0,1-1 1 0 0,0 1-1 0 0,0 0 0 0 0,1 0 0 0 0,-1 1 0 0 0,1-1 0 0 0,-1 1 0 0 0,1 0 1 0 0,0 0-1 0 0,0 0 0 0 0,0 1 0 0 0,0-1 0 0 0,0 1 0 0 0,0 1 0 0 0,0-1 0 0 0,7 1 1 0 0,0 2 261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9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0 142 5529 0 0,'4'2'240'0'0,"-3"-2"56"0"0,3-2-232 0 0,-2 1-64 0 0,1-1 0 0 0,-1-2 0 0 0,3 1 152 0 0,2-4 16 0 0,4-5 8 0 0,3-4 0 0 0,1-2-584 0 0,-1 1-112 0 0,0-1-24 0 0,-3 3-8 0 0,-6 1 424 0 0,-3 0 128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7.25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66 5529 0 0,'5'-7'350'0'0,"0"1"-1"0"0,1-1 1 0 0,0 1-1 0 0,0 1 1 0 0,0-1-1 0 0,0 1 1 0 0,1 0 0 0 0,12-7-1 0 0,-17 11-265 0 0,0 0-1 0 0,1 0 1 0 0,-1 0-1 0 0,0 1 0 0 0,1-1 1 0 0,-1 1-1 0 0,0-1 1 0 0,1 1-1 0 0,-1 0 1 0 0,0 0-1 0 0,1 0 1 0 0,-1 0-1 0 0,1 0 1 0 0,-1 0-1 0 0,0 1 1 0 0,1 0-1 0 0,-1-1 1 0 0,0 1-1 0 0,1 0 1 0 0,-1 0-1 0 0,0 0 0 0 0,0 0 1 0 0,0 0-1 0 0,0 1 1 0 0,0-1-1 0 0,0 0 1 0 0,0 1-1 0 0,-1 0 1 0 0,1-1-1 0 0,0 1 1 0 0,-1 0-1 0 0,1 0 1 0 0,1 4-1 0 0,5 8 130 0 0,0 0-1 0 0,-1 1 1 0 0,0 0-1 0 0,-1 1 1 0 0,-1-1 0 0 0,4 23-1 0 0,-2-13 981 0 0,13 35 0 0 0,-20-59-1163 0 0,1-1 1 0 0,-1 1-1 0 0,0-1 0 0 0,0 1 0 0 0,1-1 0 0 0,-1 1 0 0 0,0-1 0 0 0,1 0 1 0 0,-1 1-1 0 0,0-1 0 0 0,1 1 0 0 0,-1-1 0 0 0,1 0 0 0 0,-1 1 0 0 0,1-1 1 0 0,-1 0-1 0 0,1 0 0 0 0,-1 1 0 0 0,1-1 0 0 0,-1 0 0 0 0,1 0 0 0 0,-1 0 1 0 0,1 1-1 0 0,-1-1 0 0 0,1 0 0 0 0,0 0 0 0 0,-1 0 0 0 0,1 0 1 0 0,-1 0-1 0 0,1 0 0 0 0,-1 0 0 0 0,1-1 0 0 0,-1 1 0 0 0,1 0 0 0 0,-1 0 1 0 0,1 0-1 0 0,0 0 0 0 0,-1-1 0 0 0,1 1 0 0 0,-1 0 0 0 0,0 0 0 0 0,1-1 1 0 0,-1 1-1 0 0,1 0 0 0 0,-1-1 0 0 0,1 1 0 0 0,-1-1 0 0 0,0 1 0 0 0,1-1 1 0 0,-1 1-1 0 0,0 0 0 0 0,1-1 0 0 0,-1 1 0 0 0,0-2 0 0 0,25-32 1869 0 0,-21 28-1775 0 0,22-35-1459 0 0,-13 19-5020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8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125 136 920 0 0,'-110'-119'11467'0'0,"98"107"-8569"0"0,9 8-1269 0 0,7 7-1082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 11522 0 0,'0'0'80'0'0,"0"0"0"0"0,0-1 0 0 0,0 1-1 0 0,2-5 2154 0 0,-2 5-2154 0 0,1 0 1 0 0,-1 0 0 0 0,0 0 0 0 0,0 0-1 0 0,0-1 1 0 0,1 1 0 0 0,-1 0 0 0 0,0 0-1 0 0,0 0 1 0 0,0 0 0 0 0,1 0-1 0 0,-1 0 1 0 0,0 0 0 0 0,0 0 0 0 0,0 0-1 0 0,1 0 1 0 0,-1 0 0 0 0,0 0 0 0 0,1 1-1 0 0,11 12 2716 0 0,49 112-1099 0 0,44 134 1 0 0,-70-168-1540 0 0,116 280-1843 0 0,-133-323-1377 0 0,-15-30-3303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1 216 3225 0 0,'31'-67'3781'0'0,"-22"47"-2516"0"0,0 0 1 0 0,20-32 0 0 0,-26 47-1007 0 0,0 1 0 0 0,0 0 0 0 0,1 0 0 0 0,-1 0 0 0 0,1 0 0 0 0,0 0 0 0 0,0 1 0 0 0,1-1 0 0 0,-1 1 0 0 0,1 0 0 0 0,-1 1 0 0 0,1-1 0 0 0,0 1 0 0 0,0 0 0 0 0,10-2 0 0 0,-14 3-185 0 0,1 1 0 0 0,0-1 0 0 0,-1 1 0 0 0,1 0 0 0 0,0 0 0 0 0,0 0-1 0 0,-1 0 1 0 0,1 0 0 0 0,0 1 0 0 0,-1-1 0 0 0,1 0 0 0 0,0 1 0 0 0,-1-1 0 0 0,1 1 0 0 0,0-1-1 0 0,-1 1 1 0 0,1 0 0 0 0,-1 0 0 0 0,1 0 0 0 0,-1 0 0 0 0,3 2 0 0 0,-2-1-1 0 0,0 1-1 0 0,0-1 1 0 0,0 1 0 0 0,0 0 0 0 0,-1 0 0 0 0,1 0 0 0 0,-1 0 0 0 0,0 0-1 0 0,0 0 1 0 0,1 6 0 0 0,1 4 29 0 0,-2 0-1 0 0,0 1 0 0 0,0-1 1 0 0,-3 22-1 0 0,-18 111 23 0 0,-1 24 1723 0 0,21-168-1761 0 0,-1 0 0 0 0,1 0-1 0 0,0 0 1 0 0,0 0 0 0 0,0 1 0 0 0,0-1-1 0 0,1 0 1 0 0,-1 0 0 0 0,0 0-1 0 0,1 0 1 0 0,0 0 0 0 0,-1 0 0 0 0,1 0-1 0 0,0 0 1 0 0,0 0 0 0 0,0 0-1 0 0,0 0 1 0 0,0 0 0 0 0,1-1 0 0 0,-1 1-1 0 0,1 0 1 0 0,-1-1 0 0 0,1 1-1 0 0,-1-1 1 0 0,4 2 0 0 0,-1-1-50 0 0,-1-1-1 0 0,1 0 1 0 0,0 0 0 0 0,0 0-1 0 0,0-1 1 0 0,0 1 0 0 0,0-1 0 0 0,0 0-1 0 0,0 0 1 0 0,0-1 0 0 0,0 1-1 0 0,0-1 1 0 0,5-1 0 0 0,11-3-335 0 0,-10 2-330 0 0,-1 1-1 0 0,1 0 1 0 0,-1 1 0 0 0,1 0-1 0 0,0 0 1 0 0,-1 1 0 0 0,14 1 0 0 0,-7 3-5745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63 6913 0 0,'-11'-22'549'0'0,"0"0"1818"0"0,-2 3 3381 0 0,12 21-5381 0 0,1 0-1 0 0,-1 0 1 0 0,1-1 0 0 0,0 1 0 0 0,0 0 0 0 0,-1 0 0 0 0,1 0 0 0 0,1 0-1 0 0,-1-1 1 0 0,0 4 0 0 0,7 25 248 0 0,2 0-1 0 0,0-1 1 0 0,2 0-1 0 0,28 53 1 0 0,-5-23-753 0 0,49 64 0 0 0,-79-118-160 0 0,8 11-694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1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41 346 3681 0 0,'-5'-6'908'0'0,"0"0"-1"0"0,0-1 1 0 0,1 1 0 0 0,0-1 0 0 0,0 0-1 0 0,1 0 1 0 0,0 0 0 0 0,-4-13 0 0 0,7 19-754 0 0,1 1 0 0 0,-1-1 0 0 0,1 1 0 0 0,-1-1 0 0 0,1 1 0 0 0,0 0 0 0 0,-1-1 0 0 0,1 1 0 0 0,-1 0 0 0 0,1-1 0 0 0,0 1 1 0 0,-1 0-1 0 0,1 0 0 0 0,0 0 0 0 0,-1-1 0 0 0,1 1 0 0 0,0 0 0 0 0,-1 0 0 0 0,1 0 0 0 0,0 0 0 0 0,-1 0 0 0 0,1 0 0 0 0,0 1 0 0 0,-1-1 1 0 0,2 0-1 0 0,22 3 948 0 0,-23-3-891 0 0,18 4 451 0 0,0 1 0 0 0,0 1 0 0 0,0 1-1 0 0,0 0 1 0 0,25 16 0 0 0,-27-14-567 0 0,0 0 1 0 0,1-2-1 0 0,0 1 1 0 0,1-2-1 0 0,27 6 1 0 0,-41-12-72 0 0,1 1 1 0 0,0-1 0 0 0,-1 1-1 0 0,1-2 1 0 0,0 1-1 0 0,0-1 1 0 0,-1 1-1 0 0,1-1 1 0 0,-1-1-1 0 0,8-2 1 0 0,-11 3 3 0 0,0 0 1 0 0,-1 0 0 0 0,1 0-1 0 0,0 0 1 0 0,0 0-1 0 0,-1 0 1 0 0,1-1 0 0 0,-1 1-1 0 0,1-1 1 0 0,-1 1-1 0 0,0-1 1 0 0,0 1 0 0 0,1-1-1 0 0,-1 0 1 0 0,0 0 0 0 0,-1 1-1 0 0,1-1 1 0 0,0 0-1 0 0,0 0 1 0 0,-1 0 0 0 0,1 0-1 0 0,-1 0 1 0 0,0 0 0 0 0,1 0-1 0 0,-1 0 1 0 0,0 0-1 0 0,0 0 1 0 0,0 0 0 0 0,-1 0-1 0 0,1 0 1 0 0,-1-3 0 0 0,-7-24 61 0 0,-1 1 1 0 0,-1 1 0 0 0,-1 0-1 0 0,-1 0 1 0 0,-22-33 0 0 0,-2-7-155 0 0,10 21-2880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4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0 2761 0 0,'-4'11'325'0'0,"1"-1"1"0"0,1 1 0 0 0,0-1-1 0 0,1 1 1 0 0,0 0 0 0 0,0-1-1 0 0,1 1 1 0 0,0 0 0 0 0,1 0-1 0 0,0 0 1 0 0,4 10 0 0 0,-4-13-54 0 0,1-1 0 0 0,0 1 1 0 0,0-1-1 0 0,1 1 1 0 0,0-1-1 0 0,1 0 0 0 0,-1 0 1 0 0,1 0-1 0 0,1-1 0 0 0,-1 1 1 0 0,1-1-1 0 0,0 0 0 0 0,0-1 1 0 0,1 1-1 0 0,11 8 0 0 0,-12-12-91 0 0,-1 1-1 0 0,0-1 0 0 0,1-1 1 0 0,-1 1-1 0 0,1-1 0 0 0,0 0 1 0 0,-1 0-1 0 0,1 0 0 0 0,0 0 1 0 0,0-1-1 0 0,0 0 0 0 0,-1 0 1 0 0,1 0-1 0 0,0-1 0 0 0,0 0 1 0 0,-1 0-1 0 0,1 0 0 0 0,0 0 1 0 0,-1-1-1 0 0,1 1 0 0 0,-1-1 1 0 0,1 0-1 0 0,-1-1 0 0 0,0 1 1 0 0,0-1-1 0 0,4-3 0 0 0,-4 3-114 0 0,0 0-1 0 0,-1 0 0 0 0,0 0 0 0 0,0-1 1 0 0,0 1-1 0 0,0-1 0 0 0,0 1 1 0 0,-1-1-1 0 0,0 0 0 0 0,1 0 1 0 0,-2 0-1 0 0,1-1 0 0 0,0 1 1 0 0,-1 0-1 0 0,0-1 0 0 0,0 1 0 0 0,0-1 1 0 0,0 1-1 0 0,-1-1 0 0 0,1 1 1 0 0,-1-1-1 0 0,-1 1 0 0 0,1-1 1 0 0,-1 1-1 0 0,1-1 0 0 0,-1 1 0 0 0,-3-8 1 0 0,1 5-147 0 0,1 0 0 0 0,-2 1 0 0 0,1 0 0 0 0,-1-1 0 0 0,0 1 0 0 0,0 1 0 0 0,-1-1 0 0 0,1 1 0 0 0,-1-1 1 0 0,-1 1-1 0 0,1 1 0 0 0,-1-1 0 0 0,0 1 0 0 0,0 0 0 0 0,0 0 0 0 0,0 1 0 0 0,-1-1 0 0 0,-12-3 0 0 0,0 3-5751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6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0 156 8290 0 0,'10'-2'714'0'0,"1"1"0"0"0,-1 0 0 0 0,1 1-1 0 0,-1 0 1 0 0,0 1 0 0 0,1 0 0 0 0,14 4 0 0 0,-20-4-587 0 0,-1 0-1 0 0,0 1 1 0 0,0-1-1 0 0,0 1 1 0 0,1 0-1 0 0,-2 0 1 0 0,1 0-1 0 0,0 1 1 0 0,0-1-1 0 0,-1 1 1 0 0,1 0-1 0 0,-1 0 1 0 0,0 0-1 0 0,0 0 1 0 0,0 1-1 0 0,0-1 1 0 0,-1 1-1 0 0,0 0 1 0 0,4 8 0 0 0,-16-26 3799 0 0,-17-28-2369 0 0,23 29-1778 0 0,0 0 0 0 0,1 0-1 0 0,0 0 1 0 0,0-1-1 0 0,2 1 1 0 0,0-1 0 0 0,0 1-1 0 0,2-17 1 0 0,1 3-6999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28 6849 0 0,'14'-11'609'0'0,"-7"4"-481"0"0,0 1-128 0 0,-2 2 0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2.0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6913 0 0,'0'1'99'0'0,"0"1"0"0"0,-1 0 0 0 0,1-1-1 0 0,0 1 1 0 0,0 0 0 0 0,0 0 0 0 0,0-1-1 0 0,1 1 1 0 0,-1 0 0 0 0,0-1-1 0 0,1 1 1 0 0,-1 0 0 0 0,1-1 0 0 0,0 1-1 0 0,-1 0 1 0 0,1-1 0 0 0,2 3 0 0 0,-2-3 105 0 0,0 0 1 0 0,0-1 0 0 0,0 1-1 0 0,0-1 1 0 0,0 1 0 0 0,1-1-1 0 0,-1 1 1 0 0,0-1 0 0 0,0 0-1 0 0,1 1 1 0 0,-1-1 0 0 0,0 0-1 0 0,1 0 1 0 0,-1 0 0 0 0,0 0 0 0 0,0 0-1 0 0,1 0 1 0 0,-1 0 0 0 0,0-1-1 0 0,1 1 1 0 0,-1 0 0 0 0,0-1-1 0 0,0 1 1 0 0,0-1 0 0 0,2 0-1 0 0,3-3 47 0 0,0 0 0 0 0,0 1 0 0 0,0-2 0 0 0,-1 1 0 0 0,0-1 0 0 0,1 0-1 0 0,-2 0 1 0 0,1 0 0 0 0,-1-1 0 0 0,0 1 0 0 0,0-1 0 0 0,0 0 0 0 0,3-9-1 0 0,-1 5-1696 0 0,0 0-1 0 0,1 1 0 0 0,11-14 0 0 0,-6 12-568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1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19 164 3225 0 0,'0'0'173'0'0,"-1"1"0"0"0,0-1-1 0 0,1 0 1 0 0,-1 0 0 0 0,0 0 0 0 0,1 0 0 0 0,-1 0 0 0 0,0 0 0 0 0,1 0 0 0 0,-1-1 0 0 0,0 1 0 0 0,1 0 0 0 0,-1 0 0 0 0,1 0 0 0 0,-1-1 0 0 0,0 1-1 0 0,1 0 1 0 0,-1-1 0 0 0,1 1 0 0 0,-1-1 0 0 0,1 1 0 0 0,-1 0 0 0 0,1-1 0 0 0,-1 1 0 0 0,1-1 0 0 0,-1 1 0 0 0,1-1 0 0 0,0 0 0 0 0,-1 1 0 0 0,1-1-1 0 0,0 1 1 0 0,-1-1 0 0 0,1 0 0 0 0,0 1 0 0 0,0-2 0 0 0,0 0 165 0 0,0 0-1 0 0,0-1 1 0 0,1 1-1 0 0,-1 0 0 0 0,1 0 1 0 0,-1-1-1 0 0,1 1 1 0 0,0 0-1 0 0,0 0 1 0 0,2-4-1 0 0,5-6 802 0 0,0 0-1 0 0,14-16 0 0 0,-15 20-973 0 0,-1 1 0 0 0,1 1 0 0 0,0-1 0 0 0,1 1 0 0 0,0 1 0 0 0,0-1 0 0 0,0 1 0 0 0,0 0 0 0 0,17-6 0 0 0,-21 10-111 0 0,0 0 0 0 0,0 0 1 0 0,0 0-1 0 0,0 0 1 0 0,0 1-1 0 0,0 0 1 0 0,0-1-1 0 0,0 1 1 0 0,0 1-1 0 0,0-1 1 0 0,1 1-1 0 0,-1-1 1 0 0,0 1-1 0 0,0 0 1 0 0,-1 1-1 0 0,1-1 0 0 0,0 1 1 0 0,0 0-1 0 0,-1 0 1 0 0,1 0-1 0 0,-1 0 1 0 0,1 0-1 0 0,-1 1 1 0 0,6 5-1 0 0,0 2-69 0 0,0 1 1 0 0,-1 0-1 0 0,-1 0 0 0 0,0 0 1 0 0,0 1-1 0 0,-1 0 0 0 0,0 1 1 0 0,-1-1-1 0 0,-1 1 0 0 0,4 14 1 0 0,2 21-105 0 0,7 72 0 0 0,-10-56 86 0 0,-6-59 25 0 0,2 18-1418 0 0,0-1-1 0 0,2 1 1 0 0,10 28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2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1 3681 0 0,'-2'5'328'0'0,"2"-2"-264"0"0,-5 11 5721 0 0,2-8-4569 0 0,-1-1-63 0 0,1 0-17 0 0,-3 0 0 0 0,3 1-1536 0 0,-2-3-304 0 0,-1 1-64 0 0,-1-4-16 0 0,-1-6 656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0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75 165 5529 0 0,'-14'-23'1281'0'0,"-14"-34"0"0"0,-4-27 7012 0 0,39 122-4197 0 0,-3 32-3068 0 0,-3-31-606 0 0,3 26-167 0 0,57 541 253 0 0,-43-500-488 0 0,14 66-922 0 0,-31-170 739 0 0,1 5-1360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1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28 224 6449 0 0,'-4'-6'424'0'0,"1"0"0"0"0,-1 0-1 0 0,1-1 1 0 0,1 1 0 0 0,-1-1 0 0 0,1 0-1 0 0,0 0 1 0 0,1 0 0 0 0,-1 0-1 0 0,1 0 1 0 0,1 0 0 0 0,0 0-1 0 0,0 0 1 0 0,0 0 0 0 0,1 0 0 0 0,-1 0-1 0 0,2 0 1 0 0,-1 0 0 0 0,3-7-1 0 0,-3 10-369 0 0,1-1 0 0 0,-1 1 0 0 0,0 0 0 0 0,1 0 0 0 0,0 0-1 0 0,0 0 1 0 0,0 0 0 0 0,1 1 0 0 0,-1-1 0 0 0,1 1 0 0 0,0-1-1 0 0,0 1 1 0 0,0 0 0 0 0,0 0 0 0 0,0 0 0 0 0,1 1 0 0 0,-1-1-1 0 0,1 1 1 0 0,0 0 0 0 0,0 0 0 0 0,0 0 0 0 0,0 0 0 0 0,0 1 0 0 0,0 0-1 0 0,0 0 1 0 0,1 0 0 0 0,-1 0 0 0 0,0 0 0 0 0,1 1 0 0 0,-1 0-1 0 0,9 0 1 0 0,-1 3 61 0 0,-1-1 0 0 0,1 1 0 0 0,-1 1-1 0 0,0 0 1 0 0,0 1 0 0 0,0 0 0 0 0,-1 0-1 0 0,1 1 1 0 0,-1 1 0 0 0,-1-1 0 0 0,1 2-1 0 0,-1-1 1 0 0,12 14 0 0 0,-13-13-68 0 0,-1 1 1 0 0,-1-1-1 0 0,1 1 1 0 0,-2 0-1 0 0,1 0 1 0 0,-1 1-1 0 0,0-1 1 0 0,-1 1-1 0 0,0 0 0 0 0,-1 0 1 0 0,0 1-1 0 0,-1-1 1 0 0,0 1-1 0 0,0 0 1 0 0,0 10-1 0 0,-3 1 191 0 0,0-1 0 0 0,-2 0 0 0 0,0 1-1 0 0,-1-1 1 0 0,-2-1 0 0 0,0 1 0 0 0,-1-1 0 0 0,-1 0 0 0 0,0 0 0 0 0,-2-1-1 0 0,0-1 1 0 0,-1 1 0 0 0,-1-2 0 0 0,-1 1 0 0 0,-1-2 0 0 0,-21 22 0 0 0,35-38-223 0 0,-1 0 0 0 0,0 1 1 0 0,0-1-1 0 0,1 0 1 0 0,-1 1-1 0 0,1-1 1 0 0,-1 1-1 0 0,0-1 1 0 0,1 1-1 0 0,-1-1 0 0 0,1 1 1 0 0,-1-1-1 0 0,1 1 1 0 0,-1 0-1 0 0,1-1 1 0 0,-1 1-1 0 0,1 0 1 0 0,0-1-1 0 0,0 1 0 0 0,-1 0 1 0 0,1 0-1 0 0,0-1 1 0 0,0 1-1 0 0,0 0 1 0 0,-1 0-1 0 0,1-1 1 0 0,0 1-1 0 0,0 0 0 0 0,0 1 1 0 0,23 3 246 0 0,-9-3-277 0 0,133 13 156 0 0,-97-12-1128 0 0,85 16 1 0 0,-74-2-1858 0 0,-2 6-3806 0 0,-38-13 4068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5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63 40 6913 0 0,'-1'-2'-49'0'0,"-24"-24"1788"0"0,24 25-1340 0 0,0 0 1 0 0,0 0-1 0 0,0 0 0 0 0,-1 0 0 0 0,1 0 0 0 0,0 0 0 0 0,-1 0 0 0 0,1 1 0 0 0,0-1 0 0 0,-1 0 0 0 0,1 1 0 0 0,-1-1 0 0 0,1 1 0 0 0,-1 0 0 0 0,0-1 0 0 0,1 1 0 0 0,-1 0 0 0 0,-2 0 0 0 0,3 1-265 0 0,1-1 1 0 0,-1 0-1 0 0,1 1 1 0 0,-1-1-1 0 0,1 1 1 0 0,-1-1-1 0 0,1 1 1 0 0,0-1-1 0 0,-1 1 1 0 0,1 0-1 0 0,0-1 1 0 0,-1 1-1 0 0,1-1 1 0 0,0 1-1 0 0,0 0 1 0 0,0-1-1 0 0,-1 1 1 0 0,1 0-1 0 0,0-1 1 0 0,0 1-1 0 0,0 0 1 0 0,0-1-1 0 0,0 2 1 0 0,1 22 776 0 0,-1-17-591 0 0,-1 119 997 0 0,2 129-892 0 0,1-216-663 0 0,1-1 0 0 0,14 62 1 0 0,6-27-3711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8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17 188 6913 0 0,'-4'-11'138'0'0,"2"3"-17"0"0,-1 0 0 0 0,1 0 1 0 0,0-1-1 0 0,-1-13 1 0 0,3 20 114 0 0,0 0-1 0 0,0 0 1 0 0,0 0 0 0 0,0 0 0 0 0,0 0 0 0 0,0 0 0 0 0,0 0 0 0 0,1 0 0 0 0,-1 1 0 0 0,1-1 0 0 0,-1 0-1 0 0,1 0 1 0 0,0 0 0 0 0,-1 0 0 0 0,1 1 0 0 0,0-1 0 0 0,0 0 0 0 0,1 1 0 0 0,-1-1 0 0 0,0 1 0 0 0,0-1 0 0 0,1 1-1 0 0,-1 0 1 0 0,3-3 0 0 0,-1 4 44 0 0,-1 0-1 0 0,0-1 1 0 0,0 1 0 0 0,1 0-1 0 0,-1 0 1 0 0,0 0 0 0 0,0 1-1 0 0,1-1 1 0 0,-1 0-1 0 0,0 1 1 0 0,0 0 0 0 0,0-1-1 0 0,0 1 1 0 0,0 0 0 0 0,0 0-1 0 0,0 0 1 0 0,0 0-1 0 0,0 0 1 0 0,0 1 0 0 0,0-1-1 0 0,1 2 1 0 0,24 20 284 0 0,-1 1 1 0 0,40 48-1 0 0,-46-48-513 0 0,2 0 1 0 0,1-1-1 0 0,34 26 0 0 0,-56-48-23 0 0,1 0 1 0 0,-1 0-1 0 0,1 1 1 0 0,0-1 0 0 0,0 0-1 0 0,-1-1 1 0 0,1 1 0 0 0,0 0-1 0 0,0 0 1 0 0,0-1-1 0 0,0 1 1 0 0,0-1 0 0 0,0 1-1 0 0,0-1 1 0 0,0 0-1 0 0,0 0 1 0 0,0 0 0 0 0,0 0-1 0 0,2-1 1 0 0,-3 0-5 0 0,1 1 0 0 0,-1-1 1 0 0,0 0-1 0 0,0 0 0 0 0,0 0 0 0 0,0 0 0 0 0,0 0 0 0 0,0 0 1 0 0,0 0-1 0 0,0-1 0 0 0,0 1 0 0 0,-1 0 0 0 0,1 0 1 0 0,0-1-1 0 0,-1 1 0 0 0,1 0 0 0 0,-1-1 0 0 0,0 1 1 0 0,1-1-1 0 0,-1 1 0 0 0,0-1 0 0 0,0 1 0 0 0,0 0 1 0 0,0-1-1 0 0,0 1 0 0 0,0-3 0 0 0,-6-91 329 0 0,3 74-825 0 0,1 0 1 0 0,0 0-1 0 0,2-1 0 0 0,1 1 1 0 0,1 0-1 0 0,8-39 1 0 0,-3 38-6752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1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77 4145 0 0,'0'0'191'0'0,"-1"29"4210"0"0,2-11-3724 0 0,2 1 1 0 0,0-1 0 0 0,1 1 0 0 0,1-1 0 0 0,8 19 0 0 0,-10-28-384 0 0,1-1 0 0 0,0 1 0 0 0,1-1 0 0 0,0 0 0 0 0,0 0 0 0 0,1 0 0 0 0,-1-1 0 0 0,2 1 0 0 0,-1-1 0 0 0,1-1-1 0 0,14 12 1 0 0,-19-17-225 0 0,-1-1-1 0 0,0 1 0 0 0,1 0 0 0 0,-1 0 1 0 0,0-1-1 0 0,1 1 0 0 0,-1 0 0 0 0,1-1 0 0 0,-1 0 1 0 0,1 1-1 0 0,-1-1 0 0 0,1 0 0 0 0,-1 0 0 0 0,1 1 1 0 0,0-1-1 0 0,-1-1 0 0 0,1 1 0 0 0,-1 0 0 0 0,1 0 1 0 0,-1 0-1 0 0,1-1 0 0 0,-1 1 0 0 0,1-1 0 0 0,-1 1 1 0 0,2-2-1 0 0,0 0 17 0 0,-1 0 0 0 0,1 0 0 0 0,-1-1 0 0 0,0 1 0 0 0,0-1 0 0 0,0 1 0 0 0,0-1 0 0 0,0 1 0 0 0,0-1 0 0 0,-1 0 0 0 0,3-5 0 0 0,-1-2 29 0 0,1-1 0 0 0,-1 1 1 0 0,-1-1-1 0 0,0 1 0 0 0,-1-1 0 0 0,1-17 0 0 0,-3 10-176 0 0,-1-1-1 0 0,-1 0 1 0 0,-1 1-1 0 0,0-1 1 0 0,-2 1-1 0 0,0 1 0 0 0,-1-1 1 0 0,-1 1-1 0 0,-12-21 1 0 0,6 23-2395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4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1 126 10594 0 0,'11'13'199'0'0,"0"-1"0"0"0,1-1 0 0 0,1 0 0 0 0,0 0 0 0 0,1-1 0 0 0,23 12 0 0 0,-28-16 335 0 0,14 8 13 0 0,16 11 643 0 0,-16-6 3195 0 0,-28-25-3967 0 0,0-1 0 0 0,-1 0 0 0 0,2-1 0 0 0,-1 1 1 0 0,1-1-1 0 0,1 0 0 0 0,-1 0 0 0 0,1 0 1 0 0,1 0-1 0 0,-1 0 0 0 0,1-1 0 0 0,1 1 0 0 0,-2-16 1 0 0,3 13-732 0 0,0-1 0 0 0,0 1 1 0 0,1 0-1 0 0,3-16 1 0 0,-2 18-586 0 0,0 1 1 0 0,1 1 0 0 0,-1-1 0 0 0,2 0 0 0 0,-1 1-1 0 0,7-10 1 0 0,4-3-6267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8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36 8754 0 0,'-4'-1'6107'0'0,"24"-19"-4810"0"0,-17 18-1586 0 0,0 0 0 0 0,0 0 1 0 0,0 1-1 0 0,1-1 0 0 0,-1 1 0 0 0,0 0 0 0 0,1 0 1 0 0,-1 0-1 0 0,1 0 0 0 0,0 1 0 0 0,-1-1 0 0 0,1 1 1 0 0,-1 0-1 0 0,1 0 0 0 0,4 1 0 0 0,5 1-1086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3.0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56 7370 0 0,'-1'0'33'0'0,"1"0"0"0"0,0 0 0 0 0,0 0 0 0 0,-1 1 0 0 0,1-1 0 0 0,0 0 0 0 0,0 0 0 0 0,0 0 0 0 0,-1 1 0 0 0,1-1 0 0 0,0 0 0 0 0,0 0 0 0 0,0 1 0 0 0,0-1 0 0 0,0 0 0 0 0,-1 0 0 0 0,1 1 0 0 0,0-1 0 0 0,0 0 0 0 0,0 0 0 0 0,0 1 0 0 0,0-1 0 0 0,0 0 0 0 0,0 0 0 0 0,0 1 0 0 0,0-1 0 0 0,0 0 0 0 0,0 1 0 0 0,0-1 0 0 0,0 0 0 0 0,0 0 0 0 0,0 1 0 0 0,1-1 0 0 0,-1 0 0 0 0,0 0 0 0 0,0 1 0 0 0,0-1 0 0 0,0 0 0 0 0,0 0 0 0 0,1 1 1 0 0,-1-1-1 0 0,0 0 0 0 0,0 0 0 0 0,0 0 0 0 0,0 1 0 0 0,1-1 0 0 0,15-5 2274 0 0,-13 4-2198 0 0,46-23 1079 0 0,15-6-4624 0 0,-43 23 3044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11 124 3681 0 0,'-5'-62'4081'0'0,"0"0"3619"0"0,14 121-2536 0 0,-1 5-3734 0 0,13 76-1271 0 0,146 560 159 0 0,-164-688-455 0 0,-2-8-70 0 0,0 1 0 0 0,1-1 0 0 0,-1 0 0 0 0,1 1 0 0 0,0-1-1 0 0,0 0 1 0 0,0 0 0 0 0,5 7 0 0 0,-1-41-6557 0 0,-7 13 6711 0 0,-2 0 53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30 156 5065 0 0,'-4'-5'618'0'0,"0"-1"-1"0"0,1 0 1 0 0,-1 1 0 0 0,1-1-1 0 0,0 0 1 0 0,1-1-1 0 0,-4-8 1 0 0,6 13-347 0 0,0-1 0 0 0,-1 1 0 0 0,1-1 0 0 0,0 0 1 0 0,1 1-1 0 0,-1-1 0 0 0,0 1 0 0 0,1 0 0 0 0,-1-1 0 0 0,1 1 0 0 0,0-1 0 0 0,0 1 1 0 0,0 0-1 0 0,0-1 0 0 0,0 1 0 0 0,0 0 0 0 0,1 0 0 0 0,-1 0 0 0 0,1 0 0 0 0,0 0 1 0 0,-1 0-1 0 0,1 0 0 0 0,2-1 0 0 0,2-2-78 0 0,-1 1 0 0 0,0 0 0 0 0,1 0 1 0 0,0 0-1 0 0,0 0 0 0 0,0 1 0 0 0,0 0 0 0 0,1 1 0 0 0,-1-1 1 0 0,1 1-1 0 0,0 1 0 0 0,-1-1 0 0 0,1 1 0 0 0,8-1 0 0 0,-9 2-122 0 0,-1 1 0 0 0,0-1 0 0 0,1 1 0 0 0,-1-1 0 0 0,1 2 0 0 0,-1-1 0 0 0,0 0 0 0 0,0 1 0 0 0,0 0 0 0 0,0 1 0 0 0,0-1 0 0 0,0 1 0 0 0,0 0 0 0 0,-1 0 0 0 0,1 0 0 0 0,-1 0 0 0 0,0 1 0 0 0,5 5 0 0 0,-2-1-69 0 0,-1 1 1 0 0,1-1-1 0 0,-1 1 0 0 0,-1 1 0 0 0,1-1 1 0 0,-2 1-1 0 0,1 0 0 0 0,-1 0 0 0 0,-1 0 0 0 0,4 17 1 0 0,-5-11-100 0 0,0 1 1 0 0,-1-1-1 0 0,0 1 0 0 0,-1-1 1 0 0,-1 1-1 0 0,-4 19 1 0 0,-7 15 181 0 0,-2-1 1 0 0,-2 0-1 0 0,-29 62 0 0 0,38-95 185 0 0,-1 0 466 0 0,-20 31 0 0 0,-5 11 81 0 0,33-58-816 0 0,-1 0 0 0 0,1-1 0 0 0,0 1 0 0 0,-1-1 0 0 0,1 1 0 0 0,0 0 1 0 0,0-1-1 0 0,0 1 0 0 0,0 0 0 0 0,0 0 0 0 0,0-1 0 0 0,0 1 1 0 0,0 0-1 0 0,0-1 0 0 0,0 1 0 0 0,0 0 0 0 0,0-1 0 0 0,0 1 0 0 0,0 0 1 0 0,1-1-1 0 0,-1 1 0 0 0,0 0 0 0 0,1-1 0 0 0,-1 1 0 0 0,0-1 0 0 0,1 1 1 0 0,-1-1-1 0 0,1 2 0 0 0,1-1 3 0 0,-1 0 0 0 0,1 0 0 0 0,-1 0 0 0 0,1-1 0 0 0,0 1 0 0 0,-1 0 0 0 0,1-1-1 0 0,0 1 1 0 0,-1-1 0 0 0,1 1 0 0 0,2-1 0 0 0,3 1 8 0 0,1-1 1 0 0,0 0-1 0 0,-1 0 0 0 0,11-2 0 0 0,30-9-756 0 0,1-2 0 0 0,-2-3 0 0 0,56-25 1 0 0,-70 26-6556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0 169 5065 0 0,'2'-3'609'0'0,"0"0"-1"0"0,1 1 1 0 0,-1-1-1 0 0,0 1 1 0 0,1 0-1 0 0,0-1 1 0 0,-1 1 0 0 0,1 0-1 0 0,0 0 1 0 0,0 1-1 0 0,5-3 1 0 0,-1 0 327 0 0,100-60 7056 0 0,-81 51-7721 0 0,0 1 1 0 0,1 1-1 0 0,0 1 0 0 0,42-9 1 0 0,-17 13-1478 0 0,-31 7-5188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0 4609 0 0,'-3'2'232'0'0,"0"0"-1"0"0,0 0 1 0 0,0 1-1 0 0,0-1 1 0 0,0 1-1 0 0,1 0 1 0 0,-1 0-1 0 0,1 0 1 0 0,0 0-1 0 0,0 0 1 0 0,0 0 0 0 0,0 0-1 0 0,0 1 1 0 0,1-1-1 0 0,-1 1 1 0 0,1-1-1 0 0,0 1 1 0 0,0 0-1 0 0,0 0 1 0 0,1-1 0 0 0,-1 1-1 0 0,1 0 1 0 0,0 5-1 0 0,0 32 2735 0 0,1 0 1 0 0,12 71-1 0 0,-1-7-1068 0 0,-8-49-1570 0 0,0 11-587 0 0,2 0-1 0 0,3 0 1 0 0,27 95 0 0 0,-27-133-7016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 8290 0 0,'4'-7'-177'0'0,"19"-24"8542"0"0,-23 30-8235 0 0,1 1 0 0 0,-1 0 0 0 0,0 0 0 0 0,1 0 0 0 0,-1 0 0 0 0,0 0 0 0 0,1 0 0 0 0,-1 0 0 0 0,0 0 0 0 0,1 0 0 0 0,-1 0 0 0 0,0 0 0 0 0,1 0 0 0 0,-1 0 0 0 0,0 0 0 0 0,1 0 0 0 0,-1 0 0 0 0,5 17 1471 0 0,0 70 171 0 0,-4-34-1418 0 0,12 72 1 0 0,-9-109-374 0 0,-1 1 0 0 0,2 0 1 0 0,0-1-1 0 0,1 0 0 0 0,1 0 1 0 0,1 0-1 0 0,0-1 0 0 0,13 19 1 0 0,-20-33 6 0 0,-1 1 1 0 0,1-1-1 0 0,0 0 1 0 0,0-1-1 0 0,-1 1 1 0 0,1 0 0 0 0,0 0-1 0 0,0 0 1 0 0,0 0-1 0 0,0-1 1 0 0,0 1 0 0 0,0 0-1 0 0,0-1 1 0 0,0 1-1 0 0,0-1 1 0 0,0 1-1 0 0,0-1 1 0 0,0 1 0 0 0,1-1-1 0 0,-1 0 1 0 0,0 1-1 0 0,0-1 1 0 0,0 0 0 0 0,2 0-1 0 0,-1-1-24 0 0,-1 1-1 0 0,1-1 1 0 0,-1 0-1 0 0,1 1 1 0 0,-1-1-1 0 0,1 0 1 0 0,-1 0-1 0 0,0 0 1 0 0,1 0 0 0 0,-1 0-1 0 0,0-1 1 0 0,0 1-1 0 0,0 0 1 0 0,0 0-1 0 0,1-3 1 0 0,5-8-234 0 0,-1 0-1 0 0,0 0 1 0 0,6-21 0 0 0,-7 21 196 0 0,8-29 223 0 0,-10 31-67 0 0,-1 1 0 0 0,2-1 0 0 0,-1 1 0 0 0,1 0 0 0 0,0 0 0 0 0,1 0 0 0 0,0 0 0 0 0,1 1 0 0 0,12-15 0 0 0,-17 22-64 0 0,1-1 1 0 0,-1 1 0 0 0,1 0-1 0 0,0 0 1 0 0,0 0 0 0 0,0 0 0 0 0,0 0-1 0 0,0 1 1 0 0,0-1 0 0 0,0 1-1 0 0,0-1 1 0 0,0 1 0 0 0,0 0-1 0 0,0-1 1 0 0,0 1 0 0 0,0 0 0 0 0,0 0-1 0 0,0 1 1 0 0,0-1 0 0 0,0 0-1 0 0,0 1 1 0 0,0-1 0 0 0,0 1-1 0 0,0 0 1 0 0,0-1 0 0 0,0 1 0 0 0,0 0-1 0 0,0 0 1 0 0,-1 0 0 0 0,3 3-1 0 0,7 3 164 0 0,-1 2 0 0 0,0 0 0 0 0,16 18 0 0 0,-7-7-65 0 0,-15-16-341 0 0,0 0 0 0 0,0-1 0 0 0,1 1-1 0 0,-1-1 1 0 0,1 0 0 0 0,-1 0 0 0 0,1 0 0 0 0,0-1 0 0 0,0 1 0 0 0,0-1 0 0 0,1-1-1 0 0,-1 1 1 0 0,0-1 0 0 0,1 1 0 0 0,-1-2 0 0 0,1 1 0 0 0,6 0 0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7370 0 0,'11'29'8332'0'0,"-10"-28"-8090"0"0,-1-1 1 0 0,1 0-1 0 0,0 0 0 0 0,-1 1 1 0 0,1-1-1 0 0,-1 0 0 0 0,1 0 1 0 0,0 0-1 0 0,17-4 1633 0 0,3-6-8035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7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65 920 0 0,'-1'2'473'0'0,"0"-1"1"0"0,0 1-1 0 0,0 0 0 0 0,0-1 1 0 0,1 1-1 0 0,-1 0 0 0 0,0 0 0 0 0,1 0 1 0 0,-1-1-1 0 0,1 1 0 0 0,0 0 1 0 0,-1 0-1 0 0,1 0 0 0 0,0 0 0 0 0,7 9 4156 0 0,-7-11-4495 0 0,15-9 1563 0 0,20-26-934 0 0,10-8-3797 0 0,-27 28 1740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6.4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110 344 5985 0 0,'-6'-3'719'0'0,"0"0"-1"0"0,0 0 1 0 0,0 0-1 0 0,1-1 1 0 0,-1 0-1 0 0,1 0 1 0 0,-1 0-1 0 0,1-1 1 0 0,-4-5 0 0 0,3 4-346 0 0,1 1 1 0 0,1-1 0 0 0,-1 0 0 0 0,1-1 0 0 0,0 1-1 0 0,1 0 1 0 0,0-1 0 0 0,0 0 0 0 0,0 0 0 0 0,0 0-1 0 0,1 0 1 0 0,1 0 0 0 0,-3-13 0 0 0,5 13-211 0 0,0 1 0 0 0,1-1-1 0 0,0 1 1 0 0,0-1 0 0 0,0 1 0 0 0,1 0 0 0 0,-1 0 0 0 0,1 0-1 0 0,1 0 1 0 0,-1 1 0 0 0,1-1 0 0 0,0 1 0 0 0,1 0 0 0 0,-1 0-1 0 0,6-5 1 0 0,6-5-7 0 0,1 0 0 0 0,1 1 0 0 0,22-14 0 0 0,-34 24-141 0 0,-1 1 0 0 0,0 0 1 0 0,1 0-1 0 0,0 1 1 0 0,-1-1-1 0 0,1 1 1 0 0,0 0-1 0 0,0 1 1 0 0,11-2-1 0 0,-15 3-14 0 0,0 0-1 0 0,0 0 1 0 0,1 1-1 0 0,-1-1 1 0 0,0 1-1 0 0,0-1 1 0 0,0 1 0 0 0,0 0-1 0 0,0 0 1 0 0,0-1-1 0 0,0 2 1 0 0,0-1-1 0 0,-1 0 1 0 0,1 0 0 0 0,0 0-1 0 0,0 1 1 0 0,-1-1-1 0 0,1 1 1 0 0,-1-1-1 0 0,0 1 1 0 0,1 0-1 0 0,-1 0 1 0 0,0 0 0 0 0,0-1-1 0 0,0 1 1 0 0,0 0-1 0 0,0 0 1 0 0,-1 0-1 0 0,1 0 1 0 0,0 5 0 0 0,4 11-101 0 0,-1 0 0 0 0,-1 1 1 0 0,0-1-1 0 0,-1 35 0 0 0,-10 78-748 0 0,3-87 507 0 0,3 0 0 0 0,2 45 0 0 0,1-75 342 0 0,1 0 0 0 0,0 0 0 0 0,1-1 0 0 0,1 1-1 0 0,0-1 1 0 0,1 0 0 0 0,0 1 0 0 0,1-2 0 0 0,0 1-1 0 0,12 17 1 0 0,-15-27-9 0 0,-1 1-1 0 0,1-1 1 0 0,0 0-1 0 0,0 0 1 0 0,0 0-1 0 0,0 0 1 0 0,1 0-1 0 0,-1-1 0 0 0,1 1 1 0 0,-1-1-1 0 0,1 0 1 0 0,6 2-1 0 0,-8-3 29 0 0,1-1 0 0 0,-1 1-1 0 0,0-1 1 0 0,0 0 0 0 0,0 0 0 0 0,1 1-1 0 0,-1-2 1 0 0,0 1 0 0 0,0 0-1 0 0,1 0 1 0 0,-1-1 0 0 0,0 1-1 0 0,0-1 1 0 0,0 0 0 0 0,0 0 0 0 0,0 1-1 0 0,0-1 1 0 0,0 0 0 0 0,0-1-1 0 0,0 1 1 0 0,0 0 0 0 0,-1-1-1 0 0,1 1 1 0 0,0-1 0 0 0,2-2 0 0 0,-1 0 114 0 0,0 0 0 0 0,0 0 0 0 0,0 0 0 0 0,-1 0 0 0 0,1 0 1 0 0,-1 0-1 0 0,0-1 0 0 0,0 1 0 0 0,0-1 0 0 0,-1 1 0 0 0,0-1 1 0 0,0 0-1 0 0,0 0 0 0 0,0 0 0 0 0,0-9 0 0 0,-2 7-44 0 0,0-1 1 0 0,0 0-1 0 0,-1 0 0 0 0,0 0 0 0 0,0 1 1 0 0,0-1-1 0 0,-1 1 0 0 0,0 0 0 0 0,-5-8 1 0 0,-1 1-47 0 0,0 0 1 0 0,-1 1 0 0 0,0 0 0 0 0,-1 1 0 0 0,0 0 0 0 0,-1 1 0 0 0,0 0 0 0 0,-1 1 0 0 0,-14-9 0 0 0,1 5-92 0 0,0 0 0 0 0,-32-10 0 0 0,10 6-6403 0 0,19 9-749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7.9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77 212 5985 0 0,'-8'-14'107'0'0,"6"10"558"0"0,1 1 0 0 0,-1-1-1 0 0,0 1 1 0 0,-1 0 0 0 0,1 0 0 0 0,0 0-1 0 0,-1 0 1 0 0,0 0 0 0 0,0 0-1 0 0,0 1 1 0 0,0 0 0 0 0,0-1-1 0 0,-5-2 1 0 0,7 5-573 0 0,1 0 0 0 0,-1 0 1 0 0,0 0-1 0 0,1 0 0 0 0,-1 1 0 0 0,0-1 0 0 0,1 0 1 0 0,-1 0-1 0 0,0 0 0 0 0,0 0 0 0 0,1 1 0 0 0,-1-1 0 0 0,1 0 1 0 0,-1 1-1 0 0,0-1 0 0 0,1 1 0 0 0,-1-1 0 0 0,1 0 1 0 0,-1 1-1 0 0,1-1 0 0 0,-1 1 0 0 0,1-1 0 0 0,-1 1 1 0 0,1 0-1 0 0,-1-1 0 0 0,1 1 0 0 0,0-1 0 0 0,-1 1 1 0 0,1 0-1 0 0,0-1 0 0 0,0 1 0 0 0,0 0 0 0 0,-1-1 1 0 0,1 1-1 0 0,0 0 0 0 0,0 0 0 0 0,-5 28 852 0 0,5-28-911 0 0,-4 54 504 0 0,2 0 1 0 0,3 0 0 0 0,13 97 0 0 0,-10-134-535 0 0,0 0 1 0 0,0 0 0 0 0,2 0-1 0 0,0 0 1 0 0,13 23-1 0 0,-16-35-3 0 0,0 1 0 0 0,1-1 0 0 0,0 0 0 0 0,0-1 0 0 0,1 1 0 0 0,0-1 0 0 0,0 0 0 0 0,0 0 0 0 0,0 0-1 0 0,1 0 1 0 0,0-1 0 0 0,0 0 0 0 0,0-1 0 0 0,0 1 0 0 0,0-1 0 0 0,1 0 0 0 0,7 2 0 0 0,-12-5 8 0 0,1 1 1 0 0,-1 0 0 0 0,1-1 0 0 0,0 0-1 0 0,-1 1 1 0 0,1-1 0 0 0,0 0 0 0 0,0 0-1 0 0,-1-1 1 0 0,1 1 0 0 0,0-1-1 0 0,-1 1 1 0 0,1-1 0 0 0,-1 0 0 0 0,1 0-1 0 0,-1 0 1 0 0,1 0 0 0 0,-1 0 0 0 0,1-1-1 0 0,-1 1 1 0 0,0-1 0 0 0,0 0-1 0 0,0 1 1 0 0,0-1 0 0 0,0 0 0 0 0,0 0-1 0 0,0 0 1 0 0,-1 0 0 0 0,1-1 0 0 0,-1 1-1 0 0,0 0 1 0 0,1-1 0 0 0,-1 1 0 0 0,0-1-1 0 0,0 1 1 0 0,0-5 0 0 0,2-2 29 0 0,-1-1 0 0 0,0 1-1 0 0,0-1 1 0 0,-1 0 0 0 0,0 0 0 0 0,-1 0 0 0 0,0 0 0 0 0,-3-17 0 0 0,-7-11 7 0 0,-1 0 0 0 0,-1 1 0 0 0,-3 0 0 0 0,-1 1 0 0 0,-28-48 0 0 0,37 71-43 0 0,5 9-2 0 0,-1 0 0 0 0,1 0 0 0 0,0 0 0 0 0,1-1 0 0 0,-1 1 0 0 0,1-1 0 0 0,0 1 0 0 0,0-1 0 0 0,0 0 0 0 0,1 1 0 0 0,-1-1 0 0 0,1 0 0 0 0,0 1 0 0 0,1-1 0 0 0,-1 0 0 0 0,1 1 0 0 0,0-1 0 0 0,0 0 0 0 0,0 1 0 0 0,1-1 0 0 0,0 1 0 0 0,0 0 0 0 0,0-1 0 0 0,0 1 0 0 0,0 0 0 0 0,1 0 0 0 0,0 1 0 0 0,0-1 0 0 0,0 0 0 0 0,0 1 0 0 0,1 0 0 0 0,-1 0 0 0 0,1 0 0 0 0,0 0 0 0 0,0 0 0 0 0,0 1 0 0 0,0 0 0 0 0,7-3 0 0 0,5-3-18 0 0,1 1 0 0 0,0 1 0 0 0,1 1 0 0 0,-1 0 0 0 0,1 2 0 0 0,0 0 0 0 0,0 0 0 0 0,27 1 0 0 0,-39 2 9 0 0,0 0 0 0 0,0 1 1 0 0,0-1-1 0 0,-1 1 0 0 0,1 0 0 0 0,0 1 1 0 0,0-1-1 0 0,-1 1 0 0 0,1 0 1 0 0,-1 1-1 0 0,0-1 0 0 0,0 1 0 0 0,0 0 1 0 0,0 0-1 0 0,0 1 0 0 0,0 0 0 0 0,-1-1 1 0 0,0 1-1 0 0,1 1 0 0 0,-2-1 0 0 0,1 1 1 0 0,0-1-1 0 0,-1 1 0 0 0,0 0 0 0 0,0 1 1 0 0,-1-1-1 0 0,1 0 0 0 0,-1 1 1 0 0,3 10-1 0 0,-1 7-250 0 0,-1 0 0 0 0,-1 1 1 0 0,-2-1-1 0 0,0 0 0 0 0,-4 35 1 0 0,1-34 82 0 0,1 0-1 0 0,2 0 1 0 0,1 1 0 0 0,6 46 0 0 0,-6-65 173 0 0,1 0 0 0 0,0-1 0 0 0,0 1-1 0 0,0 0 1 0 0,0-1 0 0 0,1 1 0 0 0,0-1-1 0 0,0 0 1 0 0,0 0 0 0 0,1 0 0 0 0,0-1 0 0 0,0 1-1 0 0,0-1 1 0 0,0 0 0 0 0,9 6 0 0 0,-10-7 39 0 0,1-1 0 0 0,0 0 0 0 0,0-1 0 0 0,1 1 0 0 0,-1-1 1 0 0,0 0-1 0 0,0 0 0 0 0,1 0 0 0 0,-1 0 0 0 0,1-1 1 0 0,-1 0-1 0 0,1 0 0 0 0,-1 0 0 0 0,0 0 0 0 0,1-1 0 0 0,-1 0 1 0 0,0 0-1 0 0,1 0 0 0 0,-1 0 0 0 0,0-1 0 0 0,7-3 0 0 0,-4 3 2 0 0,-1-2 0 0 0,1 1 0 0 0,-1-1 0 0 0,0 0-1 0 0,0 0 1 0 0,-1-1 0 0 0,1 0 0 0 0,-1 0-1 0 0,0 0 1 0 0,0 0 0 0 0,-1-1 0 0 0,1 0-1 0 0,6-12 1 0 0,-7 9 62 0 0,-1 0 0 0 0,0 0 1 0 0,0 0-1 0 0,-1 0 0 0 0,0 0 0 0 0,0-1 0 0 0,-1 1 0 0 0,-1-1 0 0 0,0-13 0 0 0,-4-13 200 0 0,-1 1-1 0 0,-3 0 1 0 0,0 0-1 0 0,-20-50 1 0 0,24 75-295 0 0,-2-7-15 0 0,0 1 1 0 0,-2 0-1 0 0,1 0 0 0 0,-2 1 1 0 0,0 0-1 0 0,-17-20 0 0 0,19 26-211 0 0,-1 1-1 0 0,-1 0 1 0 0,1 0-1 0 0,-1 1 1 0 0,-1 0-1 0 0,1 0 1 0 0,-1 1-1 0 0,0 0 1 0 0,-1 1-1 0 0,-18-7 1 0 0,11 6-7461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8.6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0 403 2304 0 0,'13'3'1366'0'0,"-1"1"0"0"0,0 0-1 0 0,0 1 1 0 0,0 0-1 0 0,-1 0 1 0 0,0 1 0 0 0,0 1-1 0 0,0 0 1 0 0,-1 1-1 0 0,0 0 1 0 0,-1 0-1 0 0,11 11 1 0 0,15 29 1539 0 0,-10 7-3369 0 0,-23-48 498 0 0,1-1-1 0 0,0 0 1 0 0,0 1 0 0 0,1-1 0 0 0,0-1-1 0 0,0 1 1 0 0,5 6 0 0 0,-8-11-27 0 0,0 1 0 0 0,0-1 0 0 0,1 0 0 0 0,-1 0 1 0 0,0 1-1 0 0,0-1 0 0 0,1 0 0 0 0,-1 0 1 0 0,1 0-1 0 0,-1-1 0 0 0,1 1 0 0 0,-1 0 1 0 0,1 0-1 0 0,-1-1 0 0 0,1 1 0 0 0,0-1 1 0 0,-1 1-1 0 0,1-1 0 0 0,0 0 0 0 0,-1 0 1 0 0,1 0-1 0 0,0 0 0 0 0,0 0 0 0 0,-1 0 1 0 0,1 0-1 0 0,0-1 0 0 0,-1 1 0 0 0,1 0 0 0 0,0-1 1 0 0,-1 0-1 0 0,1 1 0 0 0,0-1 0 0 0,-1 0 1 0 0,3-1-1 0 0,-3 1-5 0 0,1-1 0 0 0,-1 1 0 0 0,0 0 1 0 0,0 0-1 0 0,0-1 0 0 0,0 1 0 0 0,0-1 0 0 0,0 1 1 0 0,0-1-1 0 0,0 1 0 0 0,-1-1 0 0 0,1 0 0 0 0,-1 1 0 0 0,1-1 1 0 0,-1 0-1 0 0,0 0 0 0 0,1 1 0 0 0,-1-1 0 0 0,0 0 1 0 0,0 1-1 0 0,0-1 0 0 0,0 0 0 0 0,-1 0 0 0 0,1 1 0 0 0,0-1 1 0 0,-1 0-1 0 0,1 0 0 0 0,-1 1 0 0 0,0-1 0 0 0,-1-1 1 0 0,1 0 0 0 0,1 1 0 0 0,-1-1 0 0 0,0 1 0 0 0,1-1 0 0 0,-1 0 0 0 0,1 1 0 0 0,0-1 0 0 0,0 1 0 0 0,0-1 0 0 0,0 0 0 0 0,1-4 0 0 0,10-16 71 0 0,-9 19-56 0 0,0 1-1 0 0,0-1 1 0 0,-1 0 0 0 0,1-1 0 0 0,-1 1-1 0 0,0 0 1 0 0,1-5 0 0 0,10-133-33 0 0,2-17 89 0 0,-10 131 92 0 0,2-1 0 0 0,0 1 0 0 0,17-41 0 0 0,-21 65-163 0 0,-1 0 1 0 0,1 1-1 0 0,1-1 1 0 0,-1 1-1 0 0,0 0 1 0 0,1-1-1 0 0,0 1 0 0 0,0 0 1 0 0,0 1-1 0 0,0-1 1 0 0,0 1-1 0 0,0-1 1 0 0,1 1-1 0 0,-1 0 1 0 0,1 0-1 0 0,0 0 1 0 0,0 1-1 0 0,-1-1 0 0 0,1 1 1 0 0,0 0-1 0 0,0 0 1 0 0,0 0-1 0 0,0 0 1 0 0,1 1-1 0 0,-1 0 1 0 0,0 0-1 0 0,6 1 0 0 0,-5-1 1 0 0,0 0-1 0 0,0 1 0 0 0,0 0 1 0 0,0 0-1 0 0,0 0 0 0 0,0 1 1 0 0,-1 0-1 0 0,1 0 0 0 0,0 0 1 0 0,-1 0-1 0 0,0 1 1 0 0,1 0-1 0 0,-1 0 0 0 0,0 0 1 0 0,-1 0-1 0 0,1 0 0 0 0,0 1 1 0 0,-1 0-1 0 0,0 0 0 0 0,0 0 1 0 0,0 0-1 0 0,3 5 0 0 0,1 12-15 0 0,0 0-1 0 0,-1 1 0 0 0,6 43 1 0 0,-7-37-22 0 0,13 47 0 0 0,-15-66 31 0 0,0-1-1 0 0,0 1 1 0 0,1-1 0 0 0,1 0-1 0 0,-1 0 1 0 0,1-1-1 0 0,1 1 1 0 0,-1-1 0 0 0,11 10-1 0 0,-13-15 9 0 0,-1 0 0 0 0,1 1 0 0 0,0-1 0 0 0,0 0 1 0 0,0 0-1 0 0,1-1 0 0 0,-1 1 0 0 0,0-1 0 0 0,1 1 0 0 0,-1-1 0 0 0,1 0 0 0 0,-1 0 0 0 0,1-1 0 0 0,0 1 0 0 0,-1-1 1 0 0,1 0-1 0 0,-1 0 0 0 0,1 0 0 0 0,0 0 0 0 0,-1-1 0 0 0,1 1 0 0 0,0-1 0 0 0,-1 0 0 0 0,1 0 0 0 0,-1 0 0 0 0,0-1 0 0 0,1 1 1 0 0,-1-1-1 0 0,0 0 0 0 0,6-3 0 0 0,8-7 36 0 0,-1-1 0 0 0,-1-1 0 0 0,0 0 0 0 0,18-21 0 0 0,-12 13-30 0 0,18-18-999 0 0,2 1 0 0 0,2 3 0 0 0,53-35 0 0 0,-52 41-6476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4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36 112 5529 0 0,'-8'-44'930'0'0,"6"35"217"0"0,1-1-1 0 0,-2 0 0 0 0,1 1 0 0 0,-8-18 1 0 0,10 27-1106 0 0,0 0 1 0 0,0 0-1 0 0,0 0 0 0 0,0 0 1 0 0,0-1-1 0 0,0 1 1 0 0,0 0-1 0 0,0 0 1 0 0,0 0-1 0 0,0 0 1 0 0,-1 0-1 0 0,1-1 1 0 0,0 1-1 0 0,0 0 1 0 0,0 0-1 0 0,0 0 1 0 0,0 0-1 0 0,0 0 0 0 0,-1 0 1 0 0,1 0-1 0 0,0-1 1 0 0,0 1-1 0 0,0 0 1 0 0,0 0-1 0 0,0 0 1 0 0,-1 0-1 0 0,1 0 1 0 0,0 0-1 0 0,0 0 1 0 0,0 0-1 0 0,0 0 1 0 0,-1 0-1 0 0,1 0 1 0 0,0 0-1 0 0,0 0 0 0 0,0 0 1 0 0,0 0-1 0 0,-1 0 1 0 0,1 0-1 0 0,0 0 1 0 0,0 0-1 0 0,0 0 1 0 0,0 1-1 0 0,-1-1 1 0 0,1 0-1 0 0,0 0 1 0 0,0 0-1 0 0,0 0 1 0 0,0 0-1 0 0,0 0 0 0 0,0 0 1 0 0,-1 0-1 0 0,1 1 1 0 0,0-1-1 0 0,0 0 1 0 0,0 0-1 0 0,0 0 1 0 0,0 0-1 0 0,0 1 1 0 0,-2 17 4531 0 0,6 16-4213 0 0,-1 42 0 0 0,3 33 152 0 0,21 277-374 0 0,-28 2 128 0 0,2 66-85 0 0,5-276 555 0 0,-28 296 0 0 0,20-465-671 0 0,2-1 1 0 0,0 1-1 0 0,0-1 1 0 0,1 10-1 0 0,-1-16-172 0 0,0-1-1 0 0,0 1 1 0 0,1 0-1 0 0,-1-1 1 0 0,0 1-1 0 0,1 0 1 0 0,-1-1-1 0 0,1 1 0 0 0,-1-1 1 0 0,1 1-1 0 0,0-1 1 0 0,0 1-1 0 0,0-1 1 0 0,0 0-1 0 0,0 1 1 0 0,0-1-1 0 0,0 0 1 0 0,0 0-1 0 0,1 0 1 0 0,-1 0-1 0 0,0 0 1 0 0,1 0-1 0 0,-1 0 1 0 0,0 0-1 0 0,1 0 1 0 0,-1 0-1 0 0,4 0 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14 7226 0 0,'-7'-2'164'0'0,"0"0"0"0"0,0 0 1 0 0,0 1-1 0 0,0 0 0 0 0,0 0 1 0 0,0 0-1 0 0,0 1 0 0 0,0 0 1 0 0,-10 2-1 0 0,3-1 129 0 0,-10 0 741 0 0,0 1-1 0 0,0 1 1 0 0,1 1-1 0 0,-1 1 1 0 0,1 1-1 0 0,-26 10 1 0 0,49-16-925 0 0,0 0 0 0 0,0 0 1 0 0,-1 0-1 0 0,1 0 0 0 0,-5 3 1859 0 0,5-3-1859 0 0,0 0 1 0 0,0 1-1 0 0,0-1 0 0 0,0 0 1 0 0,0 0-1 0 0,-1 1 0 0 0,1-1 0 0 0,0 0 1 0 0,0 1-1 0 0,0-1 0 0 0,18 2 2051 0 0,205-22-1370 0 0,82-3-839 0 0,-160 18 102 0 0,111 1 59 0 0,-187 6-83 0 0,117 19 0 0 0,-154-18-1764 0 0,-29-3 1345 0 0,-1 0 0 0 0,0 0 0 0 0,0-1 0 0 0,0 1 0 0 0,0-1 0 0 0,0 1 0 0 0,1-1 0 0 0,-1 0 0 0 0,0 0 0 0 0,-1 0 0 0 0,1 0 0 0 0,3-2 0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5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0 5065 0 0,'-10'0'-154'0'0,"-5"1"4672"0"0,30 0-1306 0 0,42 4-368 0 0,75 8 1363 0 0,-100-8-4155 0 0,-1 1-1 0 0,36 13 1 0 0,-35 0-3674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6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0 2761 0 0,'-1'0'403'0'0,"-1"0"0"0"0,0 1 0 0 0,0-1 0 0 0,0 0 0 0 0,0 1 0 0 0,0-1 0 0 0,1 1 0 0 0,-1 0 0 0 0,0 0 0 0 0,0-1 1 0 0,1 1-1 0 0,-1 0 0 0 0,0 0 0 0 0,1 1 0 0 0,-1-1 0 0 0,1 0 0 0 0,0 0 0 0 0,-1 1 0 0 0,1-1 0 0 0,0 1 0 0 0,0-1 1 0 0,0 1-1 0 0,0 0 0 0 0,0-1 0 0 0,0 1 0 0 0,0 0 0 0 0,1-1 0 0 0,-1 1 0 0 0,1 0 0 0 0,-1 0 0 0 0,0 2 0 0 0,-1 8 617 0 0,1 0-1 0 0,0 0 0 0 0,1 23 1 0 0,0-20-978 0 0,13 323 2242 0 0,-3-131-1849 0 0,3 81-142 0 0,72 410 0 0 0,-28-302-1503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7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34 177 1376 0 0,'-33'16'18466'0'0,"35"-12"-18353"0"0,12 18 79 0 0,-13-22-175 0 0,24-1 1161 0 0,45-8-1 0 0,8-1-978 0 0,426-33-120 0 0,238-30 41 0 0,209 12-48 0 0,-811 53 32 0 0,189 14 0 0 0,-318-5-103 0 0,178 8 11 0 0,-158-10 80 0 0,0 0-1 0 0,-1-3 1 0 0,0 0-1 0 0,35-10 1 0 0,-57 11-153 0 0,1 0-116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8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57 3225 0 0,'0'-14'445'0'0,"1"10"-180"0"0,-1-1 1 0 0,0 0 0 0 0,-5-23 11550 0 0,2 32-11354 0 0,-4 9 51 0 0,-1 0-1 0 0,2 0 1 0 0,0 1 0 0 0,0 1 0 0 0,2-1 0 0 0,-1 0-1 0 0,-2 24 1 0 0,-10 114 91 0 0,15-120-436 0 0,-7 138 76 0 0,20 241 0 0 0,-9-321-88 0 0,-11 112 0 0 0,-1 2 94 0 0,14-183 231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1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3681 0 0,'5'0'7478'0'0,"12"1"-3406"0"0,115 0-628 0 0,-86-4-2786 0 0,78 0 257 0 0,-111 4-862 0 0,0 0 0 0 0,0 1 0 0 0,0 1 0 0 0,0 0 0 0 0,-1 0 0 0 0,1 1 0 0 0,14 7 0 0 0,-12 0-163 0 0,-15 0 61 0 0,-3-9 50 0 0,1 0-1 0 0,0 0 1 0 0,-1 0-1 0 0,0 0 1 0 0,1 0-1 0 0,-1 0 1 0 0,-4 2-1 0 0,-1 1 7 0 0,-40 22 63 0 0,15-8 149 0 0,-53 38 0 0 0,76-50-190 0 0,2 1 1 0 0,-1 0-1 0 0,1 0 0 0 0,0 1 0 0 0,1 0 1 0 0,0 0-1 0 0,0 1 0 0 0,1 0 0 0 0,-10 21 1 0 0,15-29-40 0 0,1-1 1 0 0,-1 1 0 0 0,0 0 0 0 0,1 0 0 0 0,-1 0 0 0 0,1 0 0 0 0,0-1 0 0 0,-1 1 0 0 0,1 0 0 0 0,0 0 0 0 0,0 0 0 0 0,0 0 0 0 0,1 0 0 0 0,-1 0 0 0 0,0-1-1 0 0,1 4 1 0 0,0-4-11 0 0,0 0-1 0 0,0 0 0 0 0,-1 0 0 0 0,1 0 0 0 0,0 0 0 0 0,0 0 1 0 0,0 0-1 0 0,0 0 0 0 0,0 0 0 0 0,0 0 0 0 0,0 0 0 0 0,0-1 1 0 0,1 1-1 0 0,-1 0 0 0 0,0-1 0 0 0,0 1 0 0 0,3 0 0 0 0,6 1-126 0 0,0-1-1 0 0,0 0 0 0 0,0-1 0 0 0,0 0 0 0 0,14-1 0 0 0,18 1-124 0 0,-41 0 272 0 0,1 0-1 0 0,0 0 1 0 0,-1 1-1 0 0,1-1 0 0 0,0 0 1 0 0,-1 1-1 0 0,1 0 1 0 0,-1-1-1 0 0,1 1 1 0 0,-1 0-1 0 0,1 0 1 0 0,-1 0-1 0 0,1 0 0 0 0,-1 0 1 0 0,0 0-1 0 0,0 0 1 0 0,0 0-1 0 0,1 0 1 0 0,-1 1-1 0 0,0-1 1 0 0,0 0-1 0 0,-1 1 0 0 0,2 1 1 0 0,-1-1-2 0 0,-1 1 0 0 0,0-1 1 0 0,1 0-1 0 0,-1 1 0 0 0,0-1 0 0 0,-1 0 0 0 0,1 0 1 0 0,0 1-1 0 0,0-1 0 0 0,-1 0 0 0 0,0 1 1 0 0,1-1-1 0 0,-1 0 0 0 0,-2 3 0 0 0,-2 6 0 0 0,-1 0-1 0 0,-1-1 0 0 0,0 0 1 0 0,-1-1-1 0 0,-8 10 0 0 0,-42 33-163 0 0,-4 6-52 0 0,62-58 217 0 0,-1 0-1 0 0,1 1 1 0 0,-1-1-1 0 0,1 1 1 0 0,-1-1 0 0 0,1 0-1 0 0,-1 1 1 0 0,1-1-1 0 0,0 1 1 0 0,-1-1 0 0 0,1 1-1 0 0,0-1 1 0 0,-1 1-1 0 0,1 0 1 0 0,0-1 0 0 0,0 1-1 0 0,0-1 1 0 0,-1 1-1 0 0,1 0 1 0 0,0-1 0 0 0,0 1-1 0 0,0-1 1 0 0,0 1-1 0 0,0 0 1 0 0,0-1-1 0 0,0 1 1 0 0,0-1 0 0 0,0 1-1 0 0,1 0 1 0 0,-1-1-1 0 0,0 1 1 0 0,0-1 0 0 0,0 1-1 0 0,1-1 1 0 0,-1 1-1 0 0,0-1 1 0 0,1 1 0 0 0,-1-1-1 0 0,1 2 1 0 0,1-1-12 0 0,0 0 1 0 0,1 0-1 0 0,-1 0 1 0 0,0 0-1 0 0,1 0 1 0 0,-1 0-1 0 0,1-1 1 0 0,-1 1-1 0 0,1-1 1 0 0,3 1-1 0 0,64-2-314 0 0,-28-4-1187 0 0,-31 2 797 0 0,1 2 0 0 0,-1-1 0 0 0,1 2 0 0 0,0-1 0 0 0,12 3 0 0 0,-10 5-2873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1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0 3681 0 0,'-11'9'11855'0'0,"10"-8"-11316"0"0,-7 22 2312 0 0,0 24-2275 0 0,8-46-276 0 0,-28 397 2484 0 0,28-394-2778 0 0,-2 37 66 0 0,2-1-1 0 0,1 1 0 0 0,3 0 1 0 0,12 62-1 0 0,-16-102-57 0 0,1 1 1 0 0,-1-1 0 0 0,0 1-1 0 0,1-1 1 0 0,-1 1-1 0 0,0-1 1 0 0,1 1-1 0 0,0-1 1 0 0,-1 0-1 0 0,1 1 1 0 0,0-1 0 0 0,0 0-1 0 0,0 0 1 0 0,0 1-1 0 0,0-1 1 0 0,0 0-1 0 0,0 0 1 0 0,0 0-1 0 0,0 0 1 0 0,0 0-1 0 0,1-1 1 0 0,1 2 0 0 0,14 2-5747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1 4737 0 0,'-18'6'9941'0'0,"17"-4"-9356"0"0,-10 18 3226 0 0,1 33-4374 0 0,8-34 1731 0 0,-7 66-666 0 0,3 2 0 0 0,4-1 0 0 0,10 88 0 0 0,-1 39 88 0 0,-7-210-621 0 0,1 3-782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3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310 1 1376 0 0,'-2'39'21904'0'0,"-8"-29"-24941"0"0,-35 15 3479 0 0,2 2-1 0 0,1 1 1 0 0,2 3 0 0 0,-45 42-1 0 0,72-62-419 0 0,9-8-5 0 0,0 0 1 0 0,1 0-1 0 0,-1 1 0 0 0,1-1 1 0 0,0 1-1 0 0,-5 6 0 0 0,39-2 58 0 0,-17-6-75 0 0,14-1 0 0 0,-1 3 0 0 0,1 0 0 0 0,50 15 0 0 0,-67-15 0 0 0,9 3 0 0 0,1 0 0 0 0,32 19 0 0 0,-47-23 0 0 0,0 1 0 0 0,-1 0 0 0 0,1 0 0 0 0,-1 1 0 0 0,0 0 0 0 0,0 0 0 0 0,-1 0 0 0 0,1 0 0 0 0,-1 0 0 0 0,0 1 0 0 0,-1 0 0 0 0,6 12 0 0 0,-7-15 0 0 0,-1 0 0 0 0,-1 0 0 0 0,1-1 0 0 0,0 1 0 0 0,-1 0 0 0 0,1 0 0 0 0,-1 0 0 0 0,0 0 0 0 0,0 0 0 0 0,0 0 0 0 0,-1 0 0 0 0,1 0 0 0 0,-1 0 0 0 0,1 0 0 0 0,-1 0 0 0 0,0 0 0 0 0,0-1 0 0 0,0 1 0 0 0,0 0 0 0 0,-1-1 0 0 0,1 1 0 0 0,-3 2 0 0 0,-4 5 0 0 0,0-1 0 0 0,0 0 0 0 0,-1 0 0 0 0,-12 8 0 0 0,-18 20 0 0 0,39-36 0 0 0,-1-1 1 0 0,1 0 0 0 0,0 1-1 0 0,-1-1 1 0 0,1 0 0 0 0,0 1-1 0 0,-1-1 1 0 0,1 1 0 0 0,0-1-1 0 0,-1 1 1 0 0,1-1-1 0 0,0 1 1 0 0,0-1 0 0 0,-1 1-1 0 0,1-1 1 0 0,0 1 0 0 0,0-1-1 0 0,0 1 1 0 0,0-1-1 0 0,0 1 1 0 0,0 0 0 0 0,0-1-1 0 0,0 1 1 0 0,0-1 0 0 0,0 1-1 0 0,0-1 1 0 0,0 1-1 0 0,0-1 1 0 0,0 1 0 0 0,1-1-1 0 0,-1 1 1 0 0,0-1 0 0 0,0 1-1 0 0,1 0 1 0 0,0 0-10 0 0,0-1 0 0 0,0 1 1 0 0,1-1-1 0 0,-1 1 0 0 0,0-1 0 0 0,1 1 0 0 0,-1-1 1 0 0,0 0-1 0 0,1 1 0 0 0,-1-1 0 0 0,0 0 0 0 0,1 0 1 0 0,1 0-1 0 0,3 0-83 0 0,1-1 1 0 0,-1 1 0 0 0,1-1-1 0 0,-1-1 1 0 0,8-2-1 0 0,-7 1-68 0 0,-2 0 130 0 0,-1 1 0 0 0,1 0 0 0 0,-1 0 1 0 0,1 0-1 0 0,0 0 0 0 0,0 1 0 0 0,0-1 1 0 0,0 1-1 0 0,0 1 0 0 0,0-1 1 0 0,0 1-1 0 0,0 0 0 0 0,0 0 0 0 0,7 1 1 0 0,-11-1 29 0 0,0 1 0 0 0,0 0 0 0 0,0-1 0 0 0,-1 1 0 0 0,1 0 0 0 0,0 0 0 0 0,-1 0 0 0 0,1 0 0 0 0,-1-1 0 0 0,1 1 0 0 0,-1 0 0 0 0,1 0 0 0 0,-1 0 0 0 0,1 0 0 0 0,-1 0 0 0 0,0 0 0 0 0,0 0 0 0 0,0 0 0 0 0,1 0 0 0 0,-1 0 0 0 0,0 0 0 0 0,0 1 0 0 0,0-1 0 0 0,-1 0 0 0 0,1 0 0 0 0,0 0 0 0 0,0 0 0 0 0,-1 1 0 0 0,-8 33 0 0 0,8-30 0 0 0,-10 24-214 0 0,-1 0 1 0 0,-20 34 0 0 0,-8 16-868 0 0,40-76 738 0 0,-1-1-1 0 0,1 1 0 0 0,-1-1 1 0 0,1 1-1 0 0,0-1 1 0 0,0 1-1 0 0,0-1 1 0 0,0 1-1 0 0,0-1 0 0 0,1 0 1 0 0,-1 1-1 0 0,1-1 1 0 0,0 1-1 0 0,-1-1 1 0 0,3 4-1 0 0,-3-6 247 0 0,0 1 1 0 0,1 0-1 0 0,-1-1 1 0 0,0 1-1 0 0,1 0 0 0 0,-1-1 1 0 0,1 1-1 0 0,-1-1 1 0 0,1 1-1 0 0,-1-1 1 0 0,1 1-1 0 0,-1-1 0 0 0,1 1 1 0 0,-1-1-1 0 0,1 0 1 0 0,0 1-1 0 0,-1-1 0 0 0,1 0 1 0 0,0 1-1 0 0,-1-1 1 0 0,1 0-1 0 0,0 0 0 0 0,-1 1 1 0 0,1-1-1 0 0,0 0 1 0 0,0 0-1 0 0,-1 0 0 0 0,1 0 1 0 0,0 0-1 0 0,-1 0 1 0 0,1 0-1 0 0,0 0 0 0 0,0-1 1 0 0,-1 1-1 0 0,1 0 1 0 0,0 0-1 0 0,-1-1 1 0 0,1 1-1 0 0,0 0 0 0 0,-1-1 1 0 0,1 1-1 0 0,0 0 1 0 0,-1-1-1 0 0,1 1 0 0 0,-1-1 1 0 0,1 1-1 0 0,-1-1 1 0 0,1 1-1 0 0,-1-1 0 0 0,1 0 1 0 0,-1 1-1 0 0,0-1 1 0 0,1 1-1 0 0,-1-1 0 0 0,0-1 1 0 0,4-20 8690 0 0,-4 27-7727 0 0,15 127 545 0 0,33 133 1 0 0,-30-180-1024 0 0,8 76 241 0 0,8 275 0 0 0,-15-207-2222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4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59 331 920 0 0,'-15'7'1030'0'0,"-7"5"5769"0"0,0 0-1521 0 0,47-16 1035 0 0,25 1-4882 0 0,-23 5-1258 0 0,36 5 0 0 0,-45-4-229 0 0,0 0 0 0 0,1-2 0 0 0,-1 0 0 0 0,0-1 0 0 0,26-3 0 0 0,42-13 159 0 0,-20 3 241 0 0,97-6 1 0 0,-30 13-212 0 0,169-29 1 0 0,135-28 507 0 0,-217 36-520 0 0,146 6-1 0 0,-353 20-156 0 0,64-4 303 0 0,149-30 0 0 0,-6-1 345 0 0,-185 33-552 0 0,0 1 0 0 0,0 2 1 0 0,1 1-1 0 0,43 8 0 0 0,-61-6-92 0 0,-1 0-1 0 0,1-1 0 0 0,32-1 1 0 0,-45-1 13 0 0,0-1 1 0 0,0 0 0 0 0,0 0-1 0 0,0 0 1 0 0,0 0-1 0 0,0-1 1 0 0,-1 0 0 0 0,1 0-1 0 0,0 0 1 0 0,-1-1 0 0 0,1 1-1 0 0,-1-1 1 0 0,0 0-1 0 0,0 0 1 0 0,0-1 0 0 0,-1 1-1 0 0,7-8 1 0 0,9-14-1487 0 0,-7 7-4428 0 0,0 1-1483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7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6687 1 3225 0 0,'-4'0'1160'0'0,"0"1"0"0"0,0 0 0 0 0,0 0 1 0 0,1 1-1 0 0,-1-1 0 0 0,0 1 0 0 0,-6 4 1645 0 0,10 9 2063 0 0,-2-3-4430 0 0,-3 25 57 0 0,1 0-1 0 0,1 0 0 0 0,2 0 1 0 0,2 0-1 0 0,6 43 0 0 0,9 4-399 0 0,52 309-8 0 0,-42-214-87 0 0,73 262 0 0 0,36 158 531 0 0,-82-331-38 0 0,-42-207-416 0 0,5 108 0 0 0,-14 63 256 0 0,-3-133-126 0 0,2-75-176 0 0,2 0 1 0 0,10 43 0 0 0,-7-39-3 0 0,4 40 1 0 0,-9-59-116 0 0,-2 17-802 0 0,1-25 861 0 0,0 0-1 0 0,0-1 1 0 0,-1 1 0 0 0,1 0-1 0 0,0-1 1 0 0,-1 1 0 0 0,1 0-1 0 0,-1-1 1 0 0,1 1 0 0 0,-1-1-1 0 0,1 1 1 0 0,-1-1 0 0 0,0 1-1 0 0,1-1 1 0 0,-1 1 0 0 0,1-1-1 0 0,-1 1 1 0 0,0-1 0 0 0,1 0-1 0 0,-1 1 1 0 0,0-1 0 0 0,0 0-1 0 0,1 0 1 0 0,-1 0 0 0 0,0 0-1 0 0,0 1 1 0 0,1-1 0 0 0,-1 0-1 0 0,0 0 1 0 0,-1-1 0 0 0,-6-2-1202 0 0,5 1 1262 0 0,-1 0 1 0 0,1 0-1 0 0,-1 1 1 0 0,0-1-1 0 0,1 1 1 0 0,-1 0-1 0 0,0 0 1 0 0,0 1-1 0 0,1-1 1 0 0,-8 0-1 0 0,-16 5 125 0 0,0 1-1 0 0,1 1 0 0 0,-1 1 1 0 0,-34 15-1 0 0,35-11-53 0 0,0-2 0 0 0,-1-2-1 0 0,0 0 1 0 0,-37 4 0 0 0,18-8-229 0 0,-162 19 521 0 0,-39 14-509 0 0,194-32 162 0 0,0-2-1 0 0,-91-8 1 0 0,109 3-56 0 0,-1 1 0 0 0,1 2 0 0 0,0 2 0 0 0,-1 1 0 0 0,1 2 0 0 0,1 1 0 0 0,-55 16 0 0 0,38-6-73 0 0,-111 29 131 0 0,133-39-30 0 0,0-1 0 0 0,0-2 1 0 0,-53 0-1 0 0,24-3-59 0 0,-104 15 0 0 0,115-8 37 0 0,0-2 0 0 0,0-2 0 0 0,-82-6 0 0 0,95-1 34 0 0,-147-13-137 0 0,147 16 92 0 0,0 2-1 0 0,0 0 0 0 0,-46 10 1 0 0,-2 1 46 0 0,-100 1 1 0 0,93-8-31 0 0,-38 4-4 0 0,-217 10 0 0 0,-33 19-11 0 0,261-26-6 0 0,0-5-1 0 0,-165-12 0 0 0,-40 6 18 0 0,-45-3 0 0 0,-601-30 0 0 0,455 14-59 0 0,401 10 54 0 0,3 5-14 0 0,60 3-3 0 0,-96-13-1 0 0,102 1-1885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7.6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23 920 0 0,'-4'-23'11077'0'0,"-2"51"-9693"0"0,2 0 1 0 0,-2 30-1 0 0,5 119 66 0 0,2-117-914 0 0,1 204 303 0 0,15 342 960 0 0,-4-501-1270 0 0,4-1 1 0 0,47 152-1 0 0,-60-243-2163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8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33 11522 0 0,'-4'-33'8653'0'0,"22"74"-7331"0"0,15 47 1 0 0,-1 0-1163 0 0,22 43 64 0 0,57 146-39 0 0,-97-239-307 0 0,32 62 1 0 0,-34-79-1543 0 0,1-1 1 0 0,17 22 0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8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2 112 9674 0 0,'-1'-12'3611'0'0,"9"43"289"0"0,-7-24-4313 0 0,11 41 1232 0 0,2-1 1 0 0,36 82 0 0 0,-44-115-816 0 0,1-1-1 0 0,0 0 0 0 0,1-1 0 0 0,0 0 0 0 0,1 0 1 0 0,1 0-1 0 0,0-2 0 0 0,0 1 0 0 0,1-1 0 0 0,0 0 1 0 0,1-1-1 0 0,0-1 0 0 0,23 13 0 0 0,-32-19 13 0 0,0-1-1 0 0,1 1 1 0 0,0-1 0 0 0,-1 0-1 0 0,1 0 1 0 0,0 0-1 0 0,-1-1 1 0 0,1 1-1 0 0,0-1 1 0 0,0 0 0 0 0,0 0-1 0 0,-1 0 1 0 0,1-1-1 0 0,0 1 1 0 0,0-1 0 0 0,-1 0-1 0 0,1 0 1 0 0,0 0-1 0 0,-1 0 1 0 0,1-1 0 0 0,4-2-1 0 0,-5 1 58 0 0,1 1 0 0 0,-1-1 0 0 0,0 0 0 0 0,0 0 0 0 0,0 0-1 0 0,-1-1 1 0 0,1 1 0 0 0,-1-1 0 0 0,1 1 0 0 0,-1-1 0 0 0,-1 0 0 0 0,1 0-1 0 0,0 0 1 0 0,-1 0 0 0 0,0 0 0 0 0,0 0 0 0 0,0-1 0 0 0,0 1 0 0 0,0-6 0 0 0,-1-6 95 0 0,-1-1 0 0 0,0 1 1 0 0,-1-1-1 0 0,-1 1 0 0 0,0 0 1 0 0,-1 0-1 0 0,-1 0 1 0 0,0 0-1 0 0,-13-24 0 0 0,1 6-50 0 0,-2 1 0 0 0,-1 1 0 0 0,-27-33 0 0 0,41 56-171 0 0,-1 1 1 0 0,-1 0 0 0 0,0 0-1 0 0,0 1 1 0 0,0 0 0 0 0,-1 0-1 0 0,0 1 1 0 0,-1 0 0 0 0,1 0-1 0 0,-1 1 1 0 0,0 1-1 0 0,0-1 1 0 0,-1 2 0 0 0,1-1-1 0 0,-16-1 1 0 0,17 4-657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9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75 104 456 0 0,'-34'-12'822'0'0,"28"11"-165"0"0,-1-1-1 0 0,1 0 1 0 0,-15-10 6902 0 0,31 15-5633 0 0,14 6-1176 0 0,-7 1-351 0 0,-2 2 0 0 0,1 0 0 0 0,-2 0 0 0 0,1 2 0 0 0,18 22 0 0 0,32 30 528 0 0,4-12 1465 0 0,-104-92 1122 0 0,27 28-3434 0 0,0-1-1 0 0,0 1 1 0 0,1-2-1 0 0,-6-14 1 0 0,7 14-272 0 0,0-1 0 0 0,1 0 0 0 0,1-1 0 0 0,0 1 1 0 0,1-1-1 0 0,0 0 0 0 0,1 0 0 0 0,1 0 0 0 0,0 0 1 0 0,2-24-1 0 0,3 16-7371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0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0,'0'0'5151'0'0,"7"13"-1305"0"0,38 76-2013 0 0,43 120 1 0 0,31 65-1452 0 0,-100-243-943 0 0,0-1 1 0 0,2 0 0 0 0,42 43 0 0 0,-47-55-6812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1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69 5985 0 0,'-8'-8'-401'0'0,"-19"-19"3593"0"0,25 26-2545 0 0,1-1 0 0 0,-1 0 0 0 0,1 0 0 0 0,0 1 0 0 0,-1-1 0 0 0,1 0 0 0 0,0 0 0 0 0,0 0 0 0 0,1 0 1 0 0,-1 0-1 0 0,0 0 0 0 0,0-4 0 0 0,1 6-575 0 0,0 0 1 0 0,0 0-1 0 0,0-1 1 0 0,0 1-1 0 0,0 0 1 0 0,0 0-1 0 0,0-1 1 0 0,0 1-1 0 0,1 0 1 0 0,-1 0-1 0 0,0 0 1 0 0,0-1-1 0 0,0 1 1 0 0,0 0-1 0 0,0 0 1 0 0,1 0-1 0 0,-1-1 1 0 0,0 1-1 0 0,0 0 1 0 0,0 0-1 0 0,1 0 1 0 0,-1 0-1 0 0,0-1 1 0 0,0 1-1 0 0,0 0 1 0 0,1 0-1 0 0,-1 0 1 0 0,0 0-1 0 0,0 0 1 0 0,1 0-1 0 0,-1 0 1 0 0,0 0-1 0 0,0 0 1 0 0,1 0-1 0 0,-1 0 1 0 0,0 0-1 0 0,0 0 1 0 0,1 0-1 0 0,15 3 1336 0 0,11 9-524 0 0,-18-6-772 0 0,0 1-1 0 0,-1 0 0 0 0,0 0 0 0 0,0 0 0 0 0,-1 1 0 0 0,0 1 0 0 0,11 15 0 0 0,36 73 729 0 0,-23-38-895 0 0,-6-17-701 0 0,2-2 1 0 0,64 74-1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1.4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170 268 3225 0 0,'7'-124'1413'0'0,"-8"101"53"0"0,0 0-1 0 0,-2 0 0 0 0,-6-29 1 0 0,9 51-1340 0 0,0-1 0 0 0,0 1 1 0 0,0 0-1 0 0,-1 0 0 0 0,1 0 1 0 0,0 0-1 0 0,-1 0 0 0 0,1 0 1 0 0,-1 0-1 0 0,1 0 0 0 0,-1 0 1 0 0,0 0-1 0 0,1 0 0 0 0,-1 0 1 0 0,0 0-1 0 0,0 1 0 0 0,1-1 1 0 0,-1 0-1 0 0,0 0 0 0 0,0 1 1 0 0,0-1-1 0 0,-1 0 0 0 0,1 1-35 0 0,0 0-1 0 0,0 0 0 0 0,0 0 0 0 0,0 0 1 0 0,0 0-1 0 0,0 0 0 0 0,0 1 1 0 0,0-1-1 0 0,1 0 0 0 0,-1 1 1 0 0,0-1-1 0 0,0 0 0 0 0,0 1 1 0 0,0-1-1 0 0,1 1 0 0 0,-1 0 0 0 0,0-1 1 0 0,0 1-1 0 0,1-1 0 0 0,-2 2 1 0 0,-3 4 172 0 0,0 0 1 0 0,1 1-1 0 0,-1-1 1 0 0,-5 14 0 0 0,-15 33-120 0 0,2 0 0 0 0,-25 95 0 0 0,47-146-66 0 0,0 0-1 0 0,1 0 1 0 0,-1 1 0 0 0,1-1 0 0 0,-1 0 0 0 0,1 0 0 0 0,0 0 0 0 0,0 1-1 0 0,0-1 1 0 0,0 0 0 0 0,0 0 0 0 0,0 1 0 0 0,1-1 0 0 0,-1 0 0 0 0,1 0-1 0 0,0 0 1 0 0,0 0 0 0 0,-1 0 0 0 0,1 0 0 0 0,1 0 0 0 0,-1 0 0 0 0,0 0-1 0 0,0 0 1 0 0,1 0 0 0 0,1 2 0 0 0,0-3 17 0 0,-1 0 0 0 0,0 0 0 0 0,1 0 0 0 0,-1-1 0 0 0,1 1 0 0 0,-1 0 0 0 0,1-1 0 0 0,-1 0 0 0 0,1 1 0 0 0,-1-1 0 0 0,1 0 0 0 0,-1-1 0 0 0,1 1 0 0 0,-1 0 0 0 0,1-1 0 0 0,-1 1 0 0 0,1-1 0 0 0,-1 0 0 0 0,0 0 0 0 0,1 0 0 0 0,-1 0 0 0 0,4-2 0 0 0,66-40 697 0 0,-57 33-863 0 0,0 1-1 0 0,1 0 0 0 0,0 0 0 0 0,0 2 0 0 0,1 0 0 0 0,0 1 0 0 0,17-4 0 0 0,23 3-2819 0 0,-28 5-3925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2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1 960 3225 0 0,'13'-10'6370'0'0,"-12"8"-5972"0"0,10-18-192 0 0,-8-8 7095 0 0,24 13-3214 0 0,-15 8-3944 0 0,-9 5-26 0 0,-1 0-1 0 0,1 1 1 0 0,-1-1-1 0 0,1 1 1 0 0,-1 0-1 0 0,1-1 1 0 0,-1 1-1 0 0,1 0 1 0 0,0 1-1 0 0,0-1 1 0 0,0 1-1 0 0,4-1 1 0 0,8 4-172 0 0,-14-3 57 0 0,-1 1 0 0 0,1-1 0 0 0,0 0 0 0 0,-1 1 0 0 0,1-1 1 0 0,-1 0-1 0 0,1 0 0 0 0,0 0 0 0 0,-1 0 0 0 0,1 0 0 0 0,-1 0 1 0 0,1 0-1 0 0,0 0 0 0 0,-1 0 0 0 0,1 0 0 0 0,0 0 0 0 0,-1 0 1 0 0,1 0-1 0 0,1-1 0 0 0,1 0 24 0 0,0 0-1 0 0,-1-1 1 0 0,1 0 0 0 0,0 1-1 0 0,-1-1 1 0 0,1 0 0 0 0,-1-1-1 0 0,1 1 1 0 0,-1 0 0 0 0,2-4 0 0 0,-1 3 7 0 0,0 0 0 0 0,0 0 1 0 0,1 0-1 0 0,-1 0 0 0 0,1 0 1 0 0,7-4-1 0 0,3 1-44 0 0,1 0 1 0 0,28-6-1 0 0,-32 10 4 0 0,1-1 0 0 0,-1 0 0 0 0,0-1 1 0 0,0-1-1 0 0,0 0 0 0 0,15-8 0 0 0,-26 12 7 0 0,1 1 0 0 0,-1-1 0 0 0,0 1 0 0 0,1-1 0 0 0,-1 1 0 0 0,1-1 0 0 0,-1 1 0 0 0,0-1 0 0 0,0 1 0 0 0,1-1 0 0 0,-1 0 1 0 0,0 1-1 0 0,0-1 0 0 0,1 1 0 0 0,-1-1 0 0 0,0 0 0 0 0,0 1 0 0 0,0-1 0 0 0,0 1 0 0 0,0-1 0 0 0,0 0 0 0 0,0 1 0 0 0,0-1 0 0 0,0 0 0 0 0,-1 1 0 0 0,1-1 0 0 0,0 1 0 0 0,0-1 0 0 0,0 0 0 0 0,-1 1 0 0 0,1-1 0 0 0,0 1 0 0 0,-1-1 0 0 0,1 1 0 0 0,0-1 0 0 0,-1 1 1 0 0,1-1-1 0 0,-1 1 0 0 0,1-1 0 0 0,-1 1 0 0 0,1 0 0 0 0,-1-1 0 0 0,1 1 0 0 0,-1 0 0 0 0,1-1 0 0 0,-1 1 0 0 0,0 0 0 0 0,-33-21-29 0 0,28 18 3 0 0,-10-6 21 0 0,1 0 1 0 0,0 0-1 0 0,-25-22 1 0 0,35 27 9 0 0,1-1 1 0 0,0 0-1 0 0,0 0 0 0 0,0 0 1 0 0,0 0-1 0 0,1-1 1 0 0,0 1-1 0 0,0-1 1 0 0,1 0-1 0 0,-1 0 1 0 0,1 0-1 0 0,1 0 1 0 0,-1 0-1 0 0,0-9 1 0 0,0-3-5 0 0,1 1 1 0 0,1-1-1 0 0,1 0 0 0 0,0 1 1 0 0,1-1-1 0 0,8-28 1 0 0,-9 39-3 0 0,1 1 1 0 0,0 0 0 0 0,0-1-1 0 0,0 1 1 0 0,1 0-1 0 0,0 0 1 0 0,0 1 0 0 0,1-1-1 0 0,-1 0 1 0 0,1 1 0 0 0,1 0-1 0 0,-1 0 1 0 0,1 0 0 0 0,-1 1-1 0 0,1 0 1 0 0,1-1 0 0 0,-1 2-1 0 0,1-1 1 0 0,-1 1 0 0 0,12-6-1 0 0,-13 8 22 0 0,0 1 0 0 0,0-1 0 0 0,0 1 0 0 0,0 0 0 0 0,0 0 0 0 0,0 0 0 0 0,-1 0-1 0 0,1 1 1 0 0,0 0 0 0 0,0 0 0 0 0,0 0 0 0 0,-1 0 0 0 0,1 0 0 0 0,0 1 0 0 0,-1-1 0 0 0,1 1-1 0 0,4 4 1 0 0,8 4-153 0 0,-1 2 0 0 0,20 18-1 0 0,-6-5-7 0 0,-19-17 98 0 0,0 0-1 0 0,0-1 1 0 0,1 0 0 0 0,1-1-1 0 0,15 7 1 0 0,-25-12 53 0 0,1 0-1 0 0,0 0 1 0 0,0-1 0 0 0,0 1 0 0 0,-1 0-1 0 0,1-1 1 0 0,0 0 0 0 0,0 0 0 0 0,0 0-1 0 0,0 0 1 0 0,0 0 0 0 0,0 0 0 0 0,0-1-1 0 0,0 0 1 0 0,0 1 0 0 0,-1-1-1 0 0,1 0 1 0 0,0 0 0 0 0,-1-1 0 0 0,1 1-1 0 0,0 0 1 0 0,-1-1 0 0 0,0 0 0 0 0,1 1-1 0 0,-1-1 1 0 0,0 0 0 0 0,0 0 0 0 0,0-1-1 0 0,2-1 1 0 0,16-27 69 0 0,-1 0 1 0 0,-2-1-1 0 0,-1-1 0 0 0,17-52 1 0 0,-28 73-83 0 0,3-12-144 0 0,-1 6-290 0 0,-1-1-1 0 0,2 1 0 0 0,1 0 1 0 0,0 1-1 0 0,1 0 1 0 0,19-24-1 0 0,-10 23-7099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7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2618 3225 0 0,'0'0'240'0'0,"0"1"-271"0"0,-10 16-2269 0 0,-19 7 7217 0 0,28-36-3819 0 0,2-13-199 0 0,6-35 312 0 0,-3 0 1 0 0,-8-119-1 0 0,2 140-690 0 0,-23-352 2306 0 0,-5-301-1918 0 0,33 323-541 0 0,-3 281-82 0 0,6-91 1116 0 0,-4 158-1274 0 0,2 1 0 0 0,0-1 0 0 0,1 1 1 0 0,1 0-1 0 0,1 0 0 0 0,16-30 0 0 0,-18 41-124 0 0,0 0 1 0 0,1 0-1 0 0,0 0 0 0 0,1 1 1 0 0,-1 0-1 0 0,2 0 0 0 0,-1 1 1 0 0,1 0-1 0 0,0 0 0 0 0,0 1 1 0 0,18-10-1 0 0,-13 10 2 0 0,-1 1 0 0 0,2 0-1 0 0,-1 1 1 0 0,0 0 0 0 0,1 1 0 0 0,-1 1 0 0 0,1 0-1 0 0,22 0 1 0 0,148 0-10 0 0,-72 3 19 0 0,206-25 1 0 0,-171-4-3 0 0,180-60 0 0 0,-264 70 1 0 0,1 3 0 0 0,97-10 1 0 0,133 5-26 0 0,-237 17 78 0 0,596 22-174 0 0,-202 4 46 0 0,-172-37 144 0 0,4 0 2 0 0,-245 15-85 0 0,477-2 0 0 0,-46-35 0 0 0,-362 25 0 0 0,106 9 32 0 0,-41 3 39 0 0,-89-2-145 0 0,-84 2 42 0 0,0-1-1 0 0,0 0 1 0 0,0 1-1 0 0,0-1 1 0 0,1 1-1 0 0,-1-1 1 0 0,0 1-1 0 0,0-1 1 0 0,0 1-1 0 0,1 0 1 0 0,-1-1-1 0 0,0 1 1 0 0,1 0-1 0 0,-1-1 1 0 0,1 1-1 0 0,-1 0 1 0 0,1 0-1 0 0,-1 0 1 0 0,1 0-1 0 0,-1 0 1 0 0,1 0-1 0 0,0-1 1 0 0,0 1-1 0 0,-1 0 1 0 0,1 0-1 0 0,0 0 1 0 0,0 0-1 0 0,0 0 1 0 0,0 0-1 0 0,0 1 1 0 0,0 32 746 0 0,1 12-736 0 0,-2 0 0 0 0,-1 1-1 0 0,-12 57 1 0 0,2-19-192 0 0,11-71 183 0 0,-3 18-134 0 0,1 1 0 0 0,2 38 0 0 0,3-49-96 0 0,0 1 1 0 0,2-1 0 0 0,0-1-1 0 0,1 1 1 0 0,13 33 0 0 0,-17-51 229 0 0,0 0 1 0 0,0 0 0 0 0,-1 0-1 0 0,0 0 1 0 0,0 0 0 0 0,0 0-1 0 0,0 1 1 0 0,-1-1-1 0 0,1 0 1 0 0,-1 0 0 0 0,0 0-1 0 0,0 0 1 0 0,-3 5-1 0 0,2-4 76 0 0,0-1 0 0 0,1 1-1 0 0,0 0 1 0 0,0-1-1 0 0,0 1 1 0 0,1 0-1 0 0,-1 0 1 0 0,1-1-1 0 0,1 7 1 0 0,-1-11-110 0 0,0 1 0 0 0,1 0 0 0 0,-1 0 1 0 0,1-1-1 0 0,-1 1 0 0 0,0 0 0 0 0,1-1 0 0 0,-1 1 0 0 0,1-1 1 0 0,0 1-1 0 0,-1-1 0 0 0,1 1 0 0 0,-1-1 0 0 0,1 1 0 0 0,0-1 1 0 0,-1 1-1 0 0,2-1 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0.2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3738 20 2761 0 0,'-4'-18'3165'0'0,"4"18"-3086"0"0,0 0 0 0 0,0 0 0 0 0,-1-1 0 0 0,1 1 0 0 0,0 0 1 0 0,0 0-1 0 0,-1 0 0 0 0,1 0 0 0 0,0 0 0 0 0,0 0 0 0 0,-1 0 0 0 0,1 0 0 0 0,0-1 1 0 0,-1 1-1 0 0,1 0 0 0 0,0 0 0 0 0,0 0 0 0 0,-1 0 0 0 0,1 1 0 0 0,0-1 0 0 0,0 0 1 0 0,-1 0-1 0 0,1 0 0 0 0,0 0 0 0 0,-1 0 0 0 0,1 0 0 0 0,0 0 0 0 0,0 0 0 0 0,0 1 1 0 0,-1-1-1 0 0,1 0 0 0 0,0 0 0 0 0,0 0 0 0 0,-1 1 0 0 0,0 0 91 0 0,0 0-1 0 0,-1 1 1 0 0,1-1 0 0 0,0 1-1 0 0,0 0 1 0 0,0-1-1 0 0,0 1 1 0 0,1 0 0 0 0,-1 0-1 0 0,0-1 1 0 0,1 1-1 0 0,-1 0 1 0 0,1 0 0 0 0,0 0-1 0 0,-1 0 1 0 0,1 2-1 0 0,0 1 23 0 0,-1 93 1701 0 0,23 179 1 0 0,-12-233-1562 0 0,-9-41-281 0 0,0 0 1 0 0,0 0 0 0 0,0-1-1 0 0,1 1 1 0 0,-1 0-1 0 0,1-1 1 0 0,0 1 0 0 0,-1 0-1 0 0,1-1 1 0 0,0 0-1 0 0,0 0 1 0 0,4 3 0 0 0,-4-8-38 0 0,0-1 0 0 0,0 1 1 0 0,0-1-1 0 0,0 1 0 0 0,-1-1 1 0 0,0 0-1 0 0,1 0 1 0 0,0-5-1 0 0,0 5 45 0 0,0 0 0 0 0,1 0 0 0 0,-1 0 1 0 0,1 0-1 0 0,0 1 0 0 0,0-1 0 0 0,0 1 0 0 0,1 0 0 0 0,-1 0 1 0 0,1 0-1 0 0,0 0 0 0 0,7-4 0 0 0,-3 3-19 0 0,0 0 0 0 0,0 1 0 0 0,0 0-1 0 0,1 0 1 0 0,10-2 0 0 0,216-25 563 0 0,-153 20-646 0 0,0 4-1 0 0,1 4 1 0 0,94 10 0 0 0,-6-2 48 0 0,63-12-30 0 0,-127 1 5 0 0,141 10 1 0 0,-106 9 51 0 0,162-6 0 0 0,159-36 160 0 0,-421 25-175 0 0,199-8 30 0 0,-239 11-58 0 0,0 0 0 0 0,1 0 0 0 0,-1 0 0 0 0,0 0 0 0 0,0 1 0 0 0,0-1 0 0 0,1 1 0 0 0,-1-1 0 0 0,0 1 0 0 0,0 0 0 0 0,0-1 0 0 0,0 1 0 0 0,0 0 0 0 0,0 0 0 0 0,0 1 0 0 0,0-1 0 0 0,-1 0 0 0 0,1 1 0 0 0,0-1 0 0 0,-1 1 0 0 0,1-1 0 0 0,-1 1 0 0 0,1 0 0 0 0,-1 0 0 0 0,0 0 0 0 0,0-1 0 0 0,0 1 0 0 0,2 4 0 0 0,6 11-41 0 0,0-12 77 0 0,-8-5 2 0 0,-1 0 0 0 0,1 0 1 0 0,0 1-1 0 0,-1-1 0 0 0,1 0 0 0 0,-1 0 0 0 0,1 1 1 0 0,-1-1-1 0 0,1 0 0 0 0,0 1 0 0 0,-1-1 1 0 0,1 1-1 0 0,-1-1 0 0 0,0 1 0 0 0,1-1 0 0 0,-1 1 1 0 0,1-1-1 0 0,-1 1 0 0 0,0-1 0 0 0,1 1 1 0 0,-1-1-1 0 0,1 2 0 0 0,1 30 664 0 0,0 33 0 0 0,3 47-23 0 0,117 572-435 0 0,-20-137-83 0 0,-55-148-102 0 0,-28-208-32 0 0,27 407 251 0 0,-39-481-246 0 0,13 79 146 0 0,-9-112 29 0 0,1 144 1 0 0,-14-183-131 0 0,2 0 0 0 0,3 0 1 0 0,1 0-1 0 0,2 0 0 0 0,2 0 1 0 0,28 85-1 0 0,-19-87-67 0 0,-8-22 127 0 0,0 1 0 0 0,-2 0 1 0 0,6 27-1 0 0,-7-26-150 0 0,-5-20 38 0 0,0 0-1 0 0,0 1 1 0 0,0-1-1 0 0,-1 0 1 0 0,1 1-1 0 0,-1-1 1 0 0,0 6-1 0 0,0-7-4 0 0,-1-1-1 0 0,1 1 1 0 0,-1-1-1 0 0,0 1 1 0 0,1-1-1 0 0,-1 0 1 0 0,0 1 0 0 0,0-1-1 0 0,0 0 1 0 0,0 1-1 0 0,0-1 1 0 0,0 0-1 0 0,0 0 1 0 0,0 0 0 0 0,0 0-1 0 0,-1 0 1 0 0,1 0-1 0 0,0-1 1 0 0,-1 1-1 0 0,-2 1 1 0 0,-121 69 180 0 0,-604 219-434 0 0,410-185 258 0 0,252-88-14 0 0,0-2 1 0 0,-128 9-1 0 0,80-16-94 0 0,1 5 1 0 0,-155 37 0 0 0,136-21 51 0 0,-209 19-1 0 0,-101 15 75 0 0,35-12 52 0 0,32-7-145 0 0,-67 58 65 0 0,352-78 5 0 0,-1-4-1 0 0,-1-4 1 0 0,-1-5 0 0 0,-102 0 0 0 0,-20-23 20 0 0,151 5-48 0 0,-123 3 0 0 0,113 10 38 0 0,-140 5-11 0 0,175-12-21 0 0,-1-1 1 0 0,1-2-1 0 0,-53-12 0 0 0,-168-29 71 0 0,17 4-100 0 0,134 15 71 0 0,-67-14-46 0 0,139 34 29 0 0,0 1 0 0 0,-66 1-1 0 0,-77 19-10 0 0,100-7-32 0 0,46-5 53 0 0,-41 9 1 0 0,61-8-72 0 0,-18 2-85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1.0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70 162 3225 0 0,'-2'-1'239'0'0,"1"1"0"0"0,0 0 1 0 0,0 0-1 0 0,0 1 0 0 0,0-1 0 0 0,0 0 1 0 0,0 0-1 0 0,-1 0 0 0 0,1 1 1 0 0,0-1-1 0 0,0 1 0 0 0,0-1 0 0 0,0 1 1 0 0,0-1-1 0 0,0 1 0 0 0,0-1 1 0 0,0 1-1 0 0,1 0 0 0 0,-1 0 0 0 0,0-1 1 0 0,0 1-1 0 0,0 0 0 0 0,1 0 1 0 0,-1 0-1 0 0,1 0 0 0 0,-1 0 0 0 0,0 0 1 0 0,1 0-1 0 0,0 0 0 0 0,-1 0 1 0 0,1 0-1 0 0,0 0 0 0 0,-1 0 0 0 0,1 0 1 0 0,0 1-1 0 0,0-1 0 0 0,0 0 1 0 0,0 0-1 0 0,0 0 0 0 0,0 0 0 0 0,0 0 1 0 0,1 2-1 0 0,0 7 208 0 0,1-1 1 0 0,1 0-1 0 0,-1 0 1 0 0,6 10-1 0 0,-4-6-44 0 0,-1-4-254 0 0,75 210 1412 0 0,-63-184-1520 0 0,1-1-1 0 0,2-1 1 0 0,2 0 0 0 0,26 33 0 0 0,-11-24-38 0 0,-33-42-113 0 0,-2-6 26 0 0,-4-7-13 0 0,-8-12 62 0 0,-2 0 0 0 0,-1 1-1 0 0,-24-31 1 0 0,-20-31 605 0 0,-79-154 1589 0 0,128 224-1897 0 0,6 7 1258 0 0,11 9-1493 0 0,0-1-1 0 0,0 1 0 0 0,0-1 1 0 0,-1 0-1 0 0,1 0 1 0 0,0-1-1 0 0,-1 0 1 0 0,1 0-1 0 0,-1-1 1 0 0,0 0-1 0 0,7-4 1 0 0,7-2 46 0 0,28-7 89 0 0,74-16 1 0 0,-80 23 20 0 0,-1-2 0 0 0,71-29-1 0 0,-98 34-107 0 0,1-1 0 0 0,-1-1 0 0 0,-1 0 0 0 0,1-1 0 0 0,-1-1-1 0 0,-1 0 1 0 0,12-12 0 0 0,-8 8-1681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2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43 289 9218 0 0,'-12'-26'2276'0'0,"10"19"-1505"0"0,-1 0 0 0 0,0 0-1 0 0,-1 0 1 0 0,1 1 0 0 0,-2-1-1 0 0,-5-8 1 0 0,26 54 1088 0 0,92 117-1427 0 0,153 172 0 0 0,-253-318-343 0 0,0-1 0 0 0,1 1-1 0 0,0-1 1 0 0,1-1 0 0 0,0 1 0 0 0,0-2-1 0 0,0 0 1 0 0,1 0 0 0 0,0-1 0 0 0,16 7-1 0 0,-27-13-74 0 0,1 0 0 0 0,0 0 0 0 0,0 0-1 0 0,0 0 1 0 0,-1 0 0 0 0,1 0 0 0 0,0 0-1 0 0,0 0 1 0 0,-1 0 0 0 0,1 0-1 0 0,0-1 1 0 0,0 1 0 0 0,-1 0 0 0 0,1-1-1 0 0,0 1 1 0 0,-1 0 0 0 0,1-1 0 0 0,0 1-1 0 0,-1-1 1 0 0,1 1 0 0 0,0-1-1 0 0,-1 1 1 0 0,1-1 0 0 0,-1 1 0 0 0,1-1-1 0 0,-1 0 1 0 0,0 1 0 0 0,1-1 0 0 0,-1 0-1 0 0,1 1 1 0 0,-1-1 0 0 0,0 0-1 0 0,0 0 1 0 0,1 1 0 0 0,-1-1 0 0 0,0 0-1 0 0,0 0 1 0 0,0 1 0 0 0,0-2 0 0 0,5-38 374 0 0,-5 34-305 0 0,3-186 488 0 0,3-29-18 0 0,-2 157-659 0 0,8-65-767 0 0,-10 116 634 0 0,1-1 1 0 0,1 1-1 0 0,0-1 1 0 0,1 1-1 0 0,0 0 1 0 0,0 1-1 0 0,9-13 1 0 0,1 4-4705 0 0,3 5-1478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5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4 112 5873 0 0,'-4'18'7421'0'0,"7"-23"-6064"0"0,8-9-336 0 0,0-1 0 0 0,1 1 0 0 0,22-20 0 0 0,9 5-2138 0 0,-36 26-204 0 0,1 0 1 0 0,-1 0-1 0 0,1 1 1 0 0,14-4 0 0 0,-6 4-3447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7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85 3681 0 0,'4'-4'328'0'0,"1"2"-264"0"0,0 2-64 0 0,-1-1 0 0 0,1-1 472 0 0,0 0 72 0 0,6-3 24 0 0,6-2 0 0 0,6 0-352 0 0,-1-2-72 0 0,1 0-16 0 0,-2 2 0 0 0,-3 1-128 0 0,-1-1 0 0 0,-1 0 0 0 0,-2-2 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9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10 6913 0 0,'-1'0'209'0'0,"0"-1"-1"0"0,0 0 1 0 0,0 0-1 0 0,0 0 0 0 0,0 1 1 0 0,0-1-1 0 0,-1 0 0 0 0,1 1 1 0 0,0-1-1 0 0,0 1 0 0 0,0-1 1 0 0,-1 1-1 0 0,1 0 0 0 0,0-1 1 0 0,0 1-1 0 0,-1 0 0 0 0,1 0 1 0 0,0 0-1 0 0,-1 0 0 0 0,1 0 1 0 0,0 0-1 0 0,0 0 0 0 0,-1 1 1 0 0,1-1-1 0 0,0 0 0 0 0,-1 1 1 0 0,1-1-1 0 0,0 1 0 0 0,0-1 1 0 0,0 1-1 0 0,0 0 0 0 0,0 0 1 0 0,0-1-1 0 0,-2 2 1 0 0,2 0 7 0 0,0 0 0 0 0,0 0 1 0 0,0 0-1 0 0,0 0 1 0 0,0 0-1 0 0,1 0 0 0 0,-1 1 1 0 0,1-1-1 0 0,-1 0 1 0 0,1 0-1 0 0,0 0 0 0 0,0 1 1 0 0,0-1-1 0 0,0 0 1 0 0,0 0-1 0 0,0 1 0 0 0,1-1 1 0 0,0 3-1 0 0,56 184 2189 0 0,-31-74-2228 0 0,-14-54-818 0 0,2 1 1 0 0,3-2 0 0 0,34 79-1 0 0,-47-129 28 0 0,1 0 0 0 0,0 0 0 0 0,1 0-1 0 0,0-1 1 0 0,1 0 0 0 0,0 0 0 0 0,0-1 0 0 0,1 0-1 0 0,9 8 1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7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96 5065 0 0,'-17'-15'37'0'0,"13"10"1171"0"0,1 1-1 0 0,-1-1 1 0 0,1 1-1 0 0,0-1 1 0 0,-3-7-1 0 0,6 10-896 0 0,-1 1 1 0 0,1 0-1 0 0,-1-1 0 0 0,1 1 0 0 0,-1 0 0 0 0,1-1 0 0 0,0 1 0 0 0,-1-1 0 0 0,1 1 1 0 0,0-1-1 0 0,0 1 0 0 0,0-1 0 0 0,0 1 0 0 0,1-1 0 0 0,-1 1 0 0 0,0-1 1 0 0,1 1-1 0 0,-1 0 0 0 0,1-1 0 0 0,-1 1 0 0 0,2-2 0 0 0,-1 2-353 0 0,0 0 0 0 0,0 0 0 0 0,0 0 0 0 0,0 0 0 0 0,0 0 0 0 0,1 0 0 0 0,-1 0-1 0 0,0 0 1 0 0,1 1 0 0 0,-1-1 0 0 0,1 1 0 0 0,-1-1 0 0 0,1 1 0 0 0,-1-1 0 0 0,3 1 0 0 0,-1 0-197 0 0,0 0 1 0 0,0 0 0 0 0,-1 0 0 0 0,1 0 0 0 0,0 0 0 0 0,0 1-1 0 0,-1 0 1 0 0,1-1 0 0 0,-1 1 0 0 0,1 0 0 0 0,4 2 0 0 0,6 7-5501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7.3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0 135 5065 0 0,'9'-1'2314'0'0,"14"-12"-792"0"0,24-18 331 0 0,54-41-4581 0 0,-80 55 2416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8.24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81 79 6913 0 0,'-13'-25'1123'0'0,"12"21"-726"0"0,-1 0 1 0 0,1 0-1 0 0,-1 0 0 0 0,0 0 0 0 0,-1 1 0 0 0,1-1 0 0 0,-1 1 0 0 0,1-1 0 0 0,-1 1 0 0 0,0 0 1 0 0,0 0-1 0 0,-8-5 0 0 0,11 7-320 0 0,0 1 1 0 0,-1 0-1 0 0,1 0 1 0 0,-1-1 0 0 0,1 1-1 0 0,-1 0 1 0 0,1 0-1 0 0,-1 0 1 0 0,1 0-1 0 0,-1 0 1 0 0,1 0-1 0 0,-1 0 1 0 0,1 0-1 0 0,-1 0 1 0 0,1 0 0 0 0,-1 0-1 0 0,1 0 1 0 0,-1 0-1 0 0,1 0 1 0 0,-1 0-1 0 0,1 0 1 0 0,-1 0-1 0 0,1 1 1 0 0,-1-1-1 0 0,1 0 1 0 0,0 0-1 0 0,-1 1 1 0 0,1-1 0 0 0,-1 0-1 0 0,1 0 1 0 0,-1 1-1 0 0,-8 18 1319 0 0,4 22 17 0 0,6-23-1125 0 0,2-1 0 0 0,0 1-1 0 0,1-1 1 0 0,1 1 0 0 0,13 28-1 0 0,45 82 606 0 0,-45-94-756 0 0,42 68 176 0 0,0 1-1145 0 0,-27-32-4141 0 0,-30-61 828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8.6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3 318 6449 0 0,'-1'-13'383'0'0,"0"0"-1"0"0,0 0 0 0 0,1 1 0 0 0,1-1 1 0 0,0 0-1 0 0,1 0 0 0 0,4-13 0 0 0,-1 3 1066 0 0,2 0 0 0 0,19-41 0 0 0,-21 54-873 0 0,1 0 0 0 0,0 1 0 0 0,0 0 0 0 0,12-13 0 0 0,-16 19-465 0 0,0 0 0 0 0,1 1 0 0 0,-1-1 0 0 0,1 1 0 0 0,0 0 0 0 0,-1 0 0 0 0,1 0 0 0 0,0 0 0 0 0,0 0 0 0 0,0 1 0 0 0,0-1 0 0 0,1 1 0 0 0,-1 0 0 0 0,0 0 0 0 0,1 0 0 0 0,-1 1 0 0 0,0-1 0 0 0,6 0 0 0 0,-8 2-90 0 0,1-1 0 0 0,0 1 0 0 0,0 0 0 0 0,-1-1 0 0 0,1 1 0 0 0,0 0 1 0 0,-1 0-1 0 0,1 0 0 0 0,-1 0 0 0 0,1 0 0 0 0,-1 1 0 0 0,1-1 0 0 0,-1 0 0 0 0,0 1 0 0 0,0-1 0 0 0,0 1 0 0 0,0-1 0 0 0,0 1 0 0 0,0-1 0 0 0,0 1 1 0 0,0 0-1 0 0,0-1 0 0 0,-1 1 0 0 0,1 0 0 0 0,-1 0 0 0 0,0 0 0 0 0,1 0 0 0 0,-1 2 0 0 0,2 8-69 0 0,-1 0-1 0 0,0 0 1 0 0,-2 13-1 0 0,1-23 51 0 0,-4 52-436 0 0,-3-1-1 0 0,-22 86 0 0 0,2-9 108 0 0,25-124 428 0 0,1 0 0 0 0,1 0 0 0 0,-1 0-1 0 0,1 0 1 0 0,1 11 0 0 0,0-16-54 0 0,-1 0-1 0 0,0 0 1 0 0,0 0 0 0 0,1 0 0 0 0,-1 1-1 0 0,0-1 1 0 0,1 0 0 0 0,-1 0 0 0 0,1 0-1 0 0,0 0 1 0 0,-1 0 0 0 0,1 0 0 0 0,0 0-1 0 0,-1-1 1 0 0,1 1 0 0 0,0 0 0 0 0,0 0-1 0 0,0 0 1 0 0,0-1 0 0 0,0 1 0 0 0,0 0-1 0 0,0-1 1 0 0,0 1 0 0 0,0-1 0 0 0,0 1-1 0 0,0-1 1 0 0,0 0 0 0 0,0 0 0 0 0,1 1-1 0 0,-1-1 1 0 0,0 0 0 0 0,0 0 0 0 0,0 0-1 0 0,0 0 1 0 0,0 0 0 0 0,2 0 0 0 0,29-6 341 0 0,-1-1 1 0 0,-1-1 0 0 0,0-2 0 0 0,0 0-1 0 0,36-20 1 0 0,30-10-106 0 0,-84 35-403 0 0,37-10 91 0 0,-47 14-127 0 0,1 1 1 0 0,-1-1 0 0 0,0 1 0 0 0,1 0 0 0 0,-1-1-1 0 0,0 1 1 0 0,1 1 0 0 0,-1-1 0 0 0,1 0-1 0 0,-1 1 1 0 0,0-1 0 0 0,0 1 0 0 0,1-1 0 0 0,-1 1-1 0 0,0 0 1 0 0,0 0 0 0 0,4 2 0 0 0,1 8-2737 0 0,-7-4 1406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0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42 10594 0 0,'-12'-25'434'0'0,"10"12"-905"0"0,2 13 529 0 0,0 0 0 0 0,0-1 0 0 0,1 1 1 0 0,-1 0-1 0 0,0 0 0 0 0,0-1 0 0 0,1 1 0 0 0,-1 0 0 0 0,0 0 1 0 0,0 0-1 0 0,1-1 0 0 0,-1 1 0 0 0,0 0 0 0 0,1 0 0 0 0,-1 0 1 0 0,0 0-1 0 0,1 0 0 0 0,-1 0 0 0 0,0 0 0 0 0,0 0 1 0 0,1 0-1 0 0,-1 0 0 0 0,0 0 0 0 0,1 0 0 0 0,-1 0 0 0 0,0 0 1 0 0,1 0-1 0 0,-1 0 0 0 0,0 0 0 0 0,1 0 0 0 0,-1 0 0 0 0,0 0 1 0 0,1 0-1 0 0,-1 1 0 0 0,0-1 0 0 0,1 0 0 0 0,0 1 113 0 0,1 0-1 0 0,-1 0 1 0 0,1 0-1 0 0,-1 0 0 0 0,1 1 1 0 0,-1-1-1 0 0,0 0 0 0 0,1 1 1 0 0,-1-1-1 0 0,0 1 1 0 0,0-1-1 0 0,0 1 0 0 0,0-1 1 0 0,1 4-1 0 0,11 29 738 0 0,-9-24-521 0 0,147 482 3101 0 0,-104-268-3379 0 0,-35-128-4357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35 197 6449 0 0,'-3'-3'154'0'0,"0"0"0"0"0,0 0 1 0 0,1 0-1 0 0,-1 0 0 0 0,1 0 0 0 0,-1-1 0 0 0,1 1 0 0 0,0-1 0 0 0,0 0 0 0 0,0 1 0 0 0,1-1 0 0 0,0 0 0 0 0,-1 0 0 0 0,1 0 0 0 0,1 0 0 0 0,-1 0 0 0 0,0 0 0 0 0,1 0 0 0 0,0-1 0 0 0,0 1 1 0 0,0 0-1 0 0,1 0 0 0 0,-1 0 0 0 0,1 0 0 0 0,0 0 0 0 0,0 0 0 0 0,0 0 0 0 0,1 0 0 0 0,0 0 0 0 0,2-3 0 0 0,-2 1 154 0 0,1 1 0 0 0,0 1 0 0 0,1-1 0 0 0,-1 0 0 0 0,1 1 0 0 0,0-1 0 0 0,0 1 1 0 0,0 0-1 0 0,1 1 0 0 0,0-1 0 0 0,-1 1 0 0 0,1 0 0 0 0,0 0 0 0 0,1 0 0 0 0,-1 1 0 0 0,0 0 0 0 0,1 0 0 0 0,-1 0 0 0 0,9-1 0 0 0,-4 1-344 0 0,0 1 0 0 0,0 0-1 0 0,1 0 1 0 0,-1 1-1 0 0,0 1 1 0 0,0-1 0 0 0,0 2-1 0 0,0 0 1 0 0,0 0 0 0 0,13 5-1 0 0,-2 1-1210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3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10 137 7370 0 0,'-3'4'-67'0'0,"-4"11"2899"0"0,15-17-1098 0 0,-1-2-994 0 0,0 0-1 0 0,-1-1 0 0 0,0 0 1 0 0,0 0-1 0 0,6-6 0 0 0,30-36-154 0 0,14-12-4571 0 0,-39 46 2492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6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16 7834 0 0,'-2'5'219'0'0,"0"4"2426"0"0,16-13 1140 0 0,13-7-2573 0 0,-20 8-2239 0 0,0 0 1 0 0,0 1-1 0 0,0 0 0 0 0,13-1 0 0 0,-18 2 742 0 0,0 1 1 0 0,0 0-1 0 0,0 0 0 0 0,0 0 1 0 0,0 0-1 0 0,-1 0 0 0 0,1 1 1 0 0,0-1-1 0 0,0 0 0 0 0,0 1 1 0 0,0 0-1 0 0,0-1 0 0 0,0 1 1 0 0,-1 0-1 0 0,1 0 0 0 0,0 0 0 0 0,-1 0 1 0 0,1 0-1 0 0,-1 0 0 0 0,3 2 1 0 0,-3-1 263 0 0,0 0 1 0 0,1 0-1 0 0,-1 0 0 0 0,0 1 1 0 0,0-1-1 0 0,0 0 1 0 0,-1 0-1 0 0,1 1 0 0 0,0-1 1 0 0,-1 0-1 0 0,0 1 0 0 0,1-1 1 0 0,-1 3-1 0 0,-2 28-43 0 0,-1-16 11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7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0 124 3225 0 0,'0'0'31'0'0,"0"0"1"0"0,1 0-1 0 0,-1 0 0 0 0,0 0 1 0 0,0 0-1 0 0,0 0 1 0 0,1 0-1 0 0,-1 0 1 0 0,0 0-1 0 0,0 0 0 0 0,0 0 1 0 0,1 0-1 0 0,-1 0 1 0 0,0 0-1 0 0,0 0 1 0 0,0 0-1 0 0,0 0 0 0 0,1 0 1 0 0,-1 0-1 0 0,0 0 1 0 0,0 0-1 0 0,0 0 1 0 0,1 0-1 0 0,-1 1 0 0 0,0-1 1 0 0,0 0-1 0 0,0 0 1 0 0,0 0-1 0 0,0 0 1 0 0,1 0-1 0 0,-1 0 1 0 0,0 1-1 0 0,0-1 0 0 0,0 0 1 0 0,0 0-1 0 0,0 0 1 0 0,0 0-1 0 0,0 1 1 0 0,0-1-1 0 0,0 0 0 0 0,0 0 1 0 0,1 0-1 0 0,-1 1 1 0 0,0-1-1 0 0,0 0 1 0 0,0 0-1 0 0,0 0 0 0 0,0 1 1 0 0,0-1-1 0 0,0 0 1 0 0,-1 0-1 0 0,1 0 1 0 0,0 1-1 0 0,0-1 0 0 0,0 0 1 0 0,0 0-1 0 0,0 0 1 0 0,0 0-1 0 0,0 1 1 0 0,0-1-1 0 0,0 0 0 0 0,0 0 1 0 0,-1 0-1 0 0,1 0 1 0 0,0 0-1 0 0,0 1 1 0 0,25-13 2091 0 0,29-24 46 0 0,37-32-1858 0 0,-74 52-299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11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44 411 5985 0 0,'-34'-111'5935'0'0,"25"84"-1481"0"0,17 37-738 0 0,13 8-2747 0 0,-1-2-649 0 0,107 129 264 0 0,-86-95-327 0 0,2-2-1 0 0,54 48 1 0 0,-90-90-233 0 0,1 0 0 0 0,-1-1 0 0 0,1 0 0 0 0,0 0 0 0 0,0-1 0 0 0,16 7 0 0 0,-22-10-18 0 0,0 0 0 0 0,0-1 0 0 0,0 1 0 0 0,0-1 0 0 0,0 0 0 0 0,1 0 0 0 0,-1 0 0 0 0,0 0 0 0 0,0 0 0 0 0,0 0 1 0 0,0 0-1 0 0,0-1 0 0 0,0 1 0 0 0,0-1 0 0 0,0 1 0 0 0,0-1 0 0 0,0 0 0 0 0,0 0 0 0 0,-1 1 0 0 0,1-2 0 0 0,0 1 0 0 0,0 0 0 0 0,-1 0 0 0 0,1 0 0 0 0,-1-1 0 0 0,1 1 0 0 0,-1-1 0 0 0,1 1 1 0 0,-1-1-1 0 0,0 0 0 0 0,0 0 0 0 0,0 1 0 0 0,0-1 0 0 0,0 0 0 0 0,0 0 0 0 0,0-3 0 0 0,4-14 97 0 0,0 0-1 0 0,-1 0 1 0 0,-2 0-1 0 0,0-1 1 0 0,-1 0-1 0 0,0 1 1 0 0,-5-30 0 0 0,3-22 68 0 0,1 32-260 0 0,3 1 0 0 0,1 0 0 0 0,2 0-1 0 0,1 0 1 0 0,2 1 0 0 0,2 0 0 0 0,1 1 0 0 0,18-36-1 0 0,-29 69-60 0 0,0 0 0 0 0,0 1 0 0 0,0-1-1 0 0,1 1 1 0 0,0-1 0 0 0,-1 1 0 0 0,1-1-1 0 0,0 1 1 0 0,0 0 0 0 0,0 0 0 0 0,0 0-1 0 0,1 0 1 0 0,-1 1 0 0 0,5-4 0 0 0,3 4-1419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4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15 210 10594 0 0,'0'0'31'0'0,"-1"0"-1"0"0,0 0 1 0 0,1 0-1 0 0,-1 0 1 0 0,0-1-1 0 0,0 1 0 0 0,1 0 1 0 0,-1-1-1 0 0,1 1 1 0 0,-1 0-1 0 0,0-1 1 0 0,1 1-1 0 0,-1-1 1 0 0,1 1-1 0 0,-1-1 1 0 0,1 1-1 0 0,-1-1 1 0 0,1 1-1 0 0,-1-1 1 0 0,1 0-1 0 0,0 1 0 0 0,-1-1 1 0 0,1 0-1 0 0,0 1 1 0 0,-1-1-1 0 0,1 0 1 0 0,0 1-1 0 0,0-1 1 0 0,0 0-1 0 0,0 0 1 0 0,-1 1-1 0 0,1-1 1 0 0,0 0-1 0 0,0 0 0 0 0,1 1 1 0 0,-1-2-1 0 0,1-1 57 0 0,0 0-1 0 0,0 1 1 0 0,1-1-1 0 0,-1 0 1 0 0,1 1-1 0 0,0-1 1 0 0,0 1-1 0 0,0-1 1 0 0,3-2-1 0 0,8-8 880 0 0,1 2 0 0 0,19-14-1 0 0,-12 13 42 0 0,-1 0-1 0 0,1 2 0 0 0,1 0 0 0 0,0 1 1 0 0,45-11-1 0 0,120-12-321 0 0,-108 26-2173 0 0,-52 6 38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7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40 0 10138 0 0,'-27'31'1428'0'0,"25"-28"-968"0"0,0 1 0 0 0,0-1 0 0 0,1 1 1 0 0,0 0-1 0 0,-1 0 0 0 0,1 0 1 0 0,1 0-1 0 0,-1 0 0 0 0,1 0 0 0 0,-1 0 1 0 0,1 0-1 0 0,0 0 0 0 0,0 0 0 0 0,1 0 1 0 0,0 0-1 0 0,-1 0 0 0 0,1 0 1 0 0,0 0-1 0 0,3 7 0 0 0,60 143 2259 0 0,-12-32-2131 0 0,-18-20-1204 0 0,26 123-1 0 0,-53-197-1032 0 0,0-12-2795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0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1 264 1376 0 0,'5'-65'1265'0'0,"-3"49"-110"0"0,1 0 0 0 0,1 0 0 0 0,0 1 0 0 0,1 0 0 0 0,1 0 0 0 0,0 0 0 0 0,15-25 0 0 0,-17 36-806 0 0,-1 0 1 0 0,1-1-1 0 0,0 2 0 0 0,0-1 0 0 0,0 0 0 0 0,1 1 1 0 0,-1-1-1 0 0,1 1 0 0 0,0 1 0 0 0,0-1 1 0 0,0 1-1 0 0,0-1 0 0 0,1 2 0 0 0,6-3 0 0 0,-10 4-305 0 0,0-1 0 0 0,0 1 0 0 0,0 0 0 0 0,0-1-1 0 0,0 1 1 0 0,0 0 0 0 0,0 0 0 0 0,0 1-1 0 0,0-1 1 0 0,0 0 0 0 0,0 1 0 0 0,-1-1-1 0 0,1 1 1 0 0,0-1 0 0 0,0 1 0 0 0,0 0-1 0 0,0 0 1 0 0,-1 0 0 0 0,1 0 0 0 0,-1 0 0 0 0,1 0-1 0 0,0 1 1 0 0,-1-1 0 0 0,0 0 0 0 0,1 1-1 0 0,-1-1 1 0 0,0 1 0 0 0,0 0 0 0 0,0-1-1 0 0,0 1 1 0 0,0 0 0 0 0,0 0 0 0 0,0-1-1 0 0,-1 1 1 0 0,1 0 0 0 0,0 0 0 0 0,-1 0 0 0 0,0 0-1 0 0,1 0 1 0 0,-1 0 0 0 0,0 0 0 0 0,0 3-1 0 0,1 33 168 0 0,-2 0 0 0 0,-1 0 0 0 0,-8 39 0 0 0,4-27 800 0 0,-1 50 0 0 0,7-99-978 0 0,0 1 0 0 0,0-1 0 0 0,0 0 0 0 0,0 1 0 0 0,0-1 0 0 0,0 0 0 0 0,0 1 0 0 0,1-1 0 0 0,-1 0-1 0 0,1 1 1 0 0,-1-1 0 0 0,1 0 0 0 0,-1 1 0 0 0,1-1 0 0 0,0 0 0 0 0,-1 0 0 0 0,1 0 0 0 0,0 0 0 0 0,0 0-1 0 0,0 0 1 0 0,0 0 0 0 0,0 0 0 0 0,0 0 0 0 0,0 0 0 0 0,0 0 0 0 0,2 1 0 0 0,0-2-11 0 0,0 1 1 0 0,-1 0 0 0 0,1-1-1 0 0,0 0 1 0 0,0 0 0 0 0,-1 1-1 0 0,1-2 1 0 0,0 1 0 0 0,0 0-1 0 0,0 0 1 0 0,-1-1 0 0 0,5-1-1 0 0,6-2-61 0 0,0-1 0 0 0,0 0 0 0 0,0-1-1 0 0,14-10 1 0 0,54-38-3083 0 0,-57 37 2034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2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17 4609 0 0,'-44'41'12958'0'0,"66"-57"-11180"0"0,-22 15-1783 0 0,8-5-88 0 0,0-1 0 0 0,0 1 0 0 0,16-8 0 0 0,-21 13-580 0 0,1-1-1 0 0,-1 1 1 0 0,0 0 0 0 0,0 0-1 0 0,1 1 1 0 0,-1-1 0 0 0,0 1-1 0 0,1-1 1 0 0,5 1 0 0 0,3 2-4609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4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1 129 3225 0 0,'0'1'41'0'0,"0"-1"1"0"0,0 0-1 0 0,0 0 1 0 0,0 0-1 0 0,-1 1 1 0 0,1-1-1 0 0,0 0 1 0 0,0 0 0 0 0,0 0-1 0 0,0 1 1 0 0,0-1-1 0 0,0 0 1 0 0,0 0-1 0 0,0 1 1 0 0,0-1-1 0 0,0 0 1 0 0,0 0-1 0 0,0 0 1 0 0,0 1 0 0 0,0-1-1 0 0,0 0 1 0 0,0 0-1 0 0,0 1 1 0 0,1-1-1 0 0,-1 0 1 0 0,0 0-1 0 0,0 0 1 0 0,0 1-1 0 0,0-1 1 0 0,0 0-1 0 0,0 0 1 0 0,1 0 0 0 0,-1 0-1 0 0,0 1 1 0 0,0-1-1 0 0,0 0 1 0 0,0 0-1 0 0,1 0 1 0 0,-1 0-1 0 0,0 0 1 0 0,0 0-1 0 0,0 0 1 0 0,1 0 0 0 0,-1 1-1 0 0,0-1 1 0 0,0 0-1 0 0,1 0 1 0 0,-1 0-1 0 0,16-4 2092 0 0,17-11 1046 0 0,10-10-1828 0 0,71-55 1 0 0,-95 66-1352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9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39 46 5985 0 0,'-38'-45'8601'0'0,"43"57"-5004"0"0,3 19-2615 0 0,-6-21-513 0 0,38 251 2311 0 0,-30-174-2647 0 0,24 102 0 0 0,12-26-2794 0 0,-33-121 1670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3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0 202 1376 0 0,'4'-59'-471'0'0,"5"-31"6250"0"0,-4 37-1157 0 0,-8 70 576 0 0,-8 64-2627 0 0,10-50-2289 0 0,2 1 1 0 0,1-1 0 0 0,10 53 0 0 0,-10-72-279 0 0,1-1-1 0 0,0 0 1 0 0,1 0 0 0 0,0 0 0 0 0,0 0 0 0 0,1 0 0 0 0,1-1 0 0 0,0 0 0 0 0,0 0 0 0 0,1-1 0 0 0,0 0 0 0 0,1 0-1 0 0,11 10 1 0 0,-17-17 18 0 0,0 0 0 0 0,1 0 0 0 0,-1-1 0 0 0,0 1 0 0 0,1-1 0 0 0,0 0 0 0 0,-1 0 0 0 0,1 0 0 0 0,-1 0 0 0 0,1 0 0 0 0,0 0 0 0 0,0-1 0 0 0,0 1 0 0 0,-1-1 0 0 0,1 0 0 0 0,0 0 0 0 0,0 0 0 0 0,0 0 0 0 0,3-1 0 0 0,-3 0 0 0 0,-1 1 1 0 0,0-1 0 0 0,0-1-1 0 0,0 1 1 0 0,1 0 0 0 0,-1 0 0 0 0,0-1-1 0 0,-1 1 1 0 0,1-1 0 0 0,0 0-1 0 0,0 0 1 0 0,-1 1 0 0 0,1-1-1 0 0,-1 0 1 0 0,1 0 0 0 0,-1-1 0 0 0,0 1-1 0 0,0 0 1 0 0,0 0 0 0 0,0 0-1 0 0,0-1 1 0 0,-1 1 0 0 0,1-3 0 0 0,4-16 42 0 0,-1 1 0 0 0,-2-1 0 0 0,0 0 0 0 0,-1 0 0 0 0,-1 0 0 0 0,-1 0 0 0 0,-4-22 0 0 0,3 30-31 0 0,0 0-1 0 0,-1 0 1 0 0,0 0 0 0 0,-1 0 0 0 0,-1 1 0 0 0,0 0 0 0 0,-1-1-1 0 0,0 2 1 0 0,-1-1 0 0 0,0 1 0 0 0,-1 0 0 0 0,-10-11 0 0 0,13 17-369 0 0,-1 0 0 0 0,0 0 0 0 0,0 1 0 0 0,-10-5 0 0 0,15 8 255 0 0,0 0 1 0 0,-1 0-1 0 0,1 0 1 0 0,0 1-1 0 0,-1-1 0 0 0,1 0 1 0 0,0 1-1 0 0,-1-1 0 0 0,1 1 1 0 0,-1 0-1 0 0,1-1 1 0 0,0 1-1 0 0,-1 0 0 0 0,1 0 1 0 0,-1 0-1 0 0,1 0 0 0 0,-1 0 1 0 0,1 0-1 0 0,-1 1 0 0 0,1-1 1 0 0,-1 0-1 0 0,1 1 1 0 0,-1-1-1 0 0,1 1 0 0 0,0-1 1 0 0,-1 1-1 0 0,1 0 0 0 0,0 0 1 0 0,-2 0-1 0 0,2 5-1363 0 0,2 0-12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3.64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0 179 4145 0 0,'21'12'12124'0'0,"54"73"-7409"0"0,-53-58-4373 0 0,1 0 0 0 0,1-1 1 0 0,49 39-1 0 0,-72-64-290 0 0,1 0-1 0 0,-1 1 1 0 0,1-1 0 0 0,0 0 0 0 0,-1 0-1 0 0,1-1 1 0 0,0 1 0 0 0,0 0 0 0 0,0 0-1 0 0,0-1 1 0 0,0 1 0 0 0,0-1 0 0 0,0 0 0 0 0,0 1-1 0 0,-1-1 1 0 0,1 0 0 0 0,0 0 0 0 0,4-1-1 0 0,-4 0-28 0 0,-1 1-1 0 0,1-1 0 0 0,0 0 0 0 0,-1 0 0 0 0,0 0 1 0 0,1 0-1 0 0,-1 0 0 0 0,1 0 0 0 0,-1-1 0 0 0,0 1 1 0 0,0 0-1 0 0,0-1 0 0 0,0 1 0 0 0,0-1 0 0 0,0 1 1 0 0,0-1-1 0 0,0-1 0 0 0,4-9 34 0 0,-2-1 0 0 0,1 1 1 0 0,-2-1-1 0 0,3-23 0 0 0,-3 17 155 0 0,4-28-103 0 0,-1 9-41 0 0,14-59 0 0 0,-17 87-246 0 0,1 1-1 0 0,0 1 0 0 0,0-1 1 0 0,1 0-1 0 0,0 1 0 0 0,1 0 1 0 0,0 0-1 0 0,0 0 0 0 0,1 1 0 0 0,-1-1 1 0 0,14-11-1 0 0,-5 8-833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4.1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89 260 3225 0 0,'-5'-1'166'0'0,"1"1"0"0"0,-1 0 0 0 0,0 0 1 0 0,1 1-1 0 0,-1-1 0 0 0,1 1 0 0 0,-1 0 1 0 0,1 0-1 0 0,0 0 0 0 0,-1 1 0 0 0,1 0 1 0 0,0 0-1 0 0,0 0 0 0 0,0 0 0 0 0,0 0 0 0 0,0 1 1 0 0,1 0-1 0 0,-1 0 0 0 0,-4 5 0 0 0,8-8-117 0 0,0 0 1 0 0,0 1-1 0 0,0-1 0 0 0,0 0 0 0 0,0 1 0 0 0,0-1 0 0 0,0 0 0 0 0,0 0 0 0 0,0 1 0 0 0,0-1 0 0 0,0 0 0 0 0,1 1 0 0 0,-1-1 0 0 0,0 0 0 0 0,0 1 0 0 0,0-1 0 0 0,0 0 0 0 0,1 0 0 0 0,-1 1 0 0 0,0-1 1 0 0,0 0-1 0 0,1 0 0 0 0,-1 1 0 0 0,0-1 0 0 0,0 0 0 0 0,1 0 0 0 0,-1 0 0 0 0,0 1 0 0 0,0-1 0 0 0,1 0 0 0 0,-1 0 0 0 0,0 0 0 0 0,1 0 0 0 0,-1 0 0 0 0,0 0 0 0 0,1 0 0 0 0,-1 0 0 0 0,0 0 1 0 0,1 0-1 0 0,-1 0 0 0 0,0 0 0 0 0,1 0 0 0 0,-1 0 0 0 0,0 0 0 0 0,1 0 0 0 0,-1 0 0 0 0,0 0 0 0 0,1 0 0 0 0,-1-1 0 0 0,20 1 1603 0 0,-19 0-1540 0 0,21-2 1512 0 0,0-1 0 0 0,28-8 0 0 0,90-37 1445 0 0,-59 19-1961 0 0,202-49 1027 0 0,-56 17-1547 0 0,-27 9-411 0 0,-166 46-1143 0 0,-1 2 0 0 0,1 1 1 0 0,0 1-1 0 0,36 3 0 0 0,-38 3-5646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4.9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27 13187 0 0,'3'-13'9'0'0,"1"0"4475"0"0,2 30-1404 0 0,29 244-831 0 0,-26-161-2364 0 0,28 116 1 0 0,-19-148-708 0 0,-4-23-4958 0 0,-4-10-1172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5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 11058 0 0,'0'-3'6435'0'0,"0"7"-5348"0"0,2 109 38 0 0,3 38 922 0 0,-2-129-1832 0 0,0 1 1 0 0,1-1-1 0 0,2 0 0 0 0,12 36 1 0 0,-5-26-342 0 0,-9-18-67 0 0,1-1-1 0 0,0 1 0 0 0,1-1 1 0 0,1 0-1 0 0,0 0 0 0 0,1-1 1 0 0,0 0-1 0 0,14 15 0 0 0,-14-21-1945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5.5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92 31 1376 0 0,'-2'-31'13056'0'0,"-5"40"-11111"0"0,-2 5-963 0 0,1 1 1 0 0,1 0 0 0 0,-7 23-1 0 0,1 5-721 0 0,-8 47-1 0 0,18-73-155 0 0,0-1 0 0 0,1 1 0 0 0,0 0-1 0 0,2 0 1 0 0,1 28 0 0 0,0-42-60 0 0,-1 1 0 0 0,1-1 0 0 0,-1 0-1 0 0,1 1 1 0 0,0-1 0 0 0,0 0 0 0 0,0 0 0 0 0,1 0 0 0 0,-1 0 0 0 0,1 0 0 0 0,0 0 0 0 0,0 0 0 0 0,0-1 0 0 0,0 1 0 0 0,0 0-1 0 0,1-1 1 0 0,-1 0 0 0 0,1 0 0 0 0,-1 1 0 0 0,1-2 0 0 0,0 1 0 0 0,0 0 0 0 0,0 0 0 0 0,0-1 0 0 0,0 0 0 0 0,0 0 0 0 0,0 1 0 0 0,1-2-1 0 0,-1 1 1 0 0,0 0 0 0 0,1-1 0 0 0,-1 1 0 0 0,0-1 0 0 0,6-1 0 0 0,9 0 27 0 0,0-2 1 0 0,-1-1-1 0 0,1 0 0 0 0,-1-1 1 0 0,0 0-1 0 0,0-2 0 0 0,-1 0 1 0 0,25-15-1 0 0,-12 8-226 0 0,38-15 0 0 0,-33 18-1569 0 0,42-8 0 0 0,-57 16-5520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6.7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31 2304 0 0,'0'2'235'0'0,"0"-1"-1"0"0,1 0 1 0 0,-1 1-1 0 0,1-1 0 0 0,-1 0 1 0 0,1 1-1 0 0,0-1 0 0 0,0 0 1 0 0,-1 0-1 0 0,1 0 1 0 0,0 0-1 0 0,0 1 0 0 0,0-1 1 0 0,0-1-1 0 0,0 1 0 0 0,0 0 1 0 0,1 0-1 0 0,-1 0 1 0 0,0 0-1 0 0,0-1 0 0 0,1 1 1 0 0,-1-1-1 0 0,0 1 0 0 0,1-1 1 0 0,-1 1-1 0 0,0-1 1 0 0,1 0-1 0 0,-1 0 0 0 0,3 1 1 0 0,1 0 645 0 0,1-1 0 0 0,0 1 1 0 0,0-1-1 0 0,-1 0 0 0 0,12-1 1 0 0,-10-1-40 0 0,0-1-1 0 0,0 0 1 0 0,0 0 0 0 0,0 0 0 0 0,-1-1 0 0 0,11-7-1 0 0,-13 8-805 0 0,1-1-1 0 0,0 1 1 0 0,0 0-1 0 0,0 0 1 0 0,1 1-1 0 0,-1-1 0 0 0,1 1 1 0 0,-1 0-1 0 0,1 1 1 0 0,0-1-1 0 0,7 0 0 0 0,-11 3-510 0 0,0-1 0 0 0,1 0-1 0 0,-1 1 1 0 0,0-1 0 0 0,0 1-1 0 0,1-1 1 0 0,-1 1 0 0 0,0 0-1 0 0,0 0 1 0 0,2 2 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6.90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11058 0 0,'1'1'272'0'0,"0"0"0"0"0,0 0 0 0 0,0 0 0 0 0,0-1 0 0 0,1 1 0 0 0,-1 0 0 0 0,0-1 0 0 0,0 1 0 0 0,1-1-1 0 0,-1 1 1 0 0,0-1 0 0 0,1 1 0 0 0,-1-1 0 0 0,1 0 0 0 0,-1 0 0 0 0,0 0 0 0 0,1 0 0 0 0,-1 0 0 0 0,1 0 0 0 0,1 0-1 0 0,40 2 3595 0 0,-31-3-3359 0 0,19 2-3236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1.5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43 1 9218 0 0,'-41'23'7805'0'0,"41"-23"-7534"0"0,-1 1-1 0 0,1 0 1 0 0,0-1 0 0 0,0 1 0 0 0,0-1 0 0 0,0 1-1 0 0,-1 0 1 0 0,1 0 0 0 0,0-1 0 0 0,1 2 0 0 0,6 31-7534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2.3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1 147 5065 0 0,'15'-50'2817'0'0,"3"-10"-202"0"0,-22 24 9883 0 0,4 36-12387 0 0,-2 7-92 0 0,1 0 0 0 0,-1-1 0 0 0,1 1 0 0 0,0 0 0 0 0,1 0 1 0 0,-1 0-1 0 0,2 0 0 0 0,0 12 0 0 0,15 66 19 0 0,-7-37-34 0 0,11 91-41 0 0,12 65 182 0 0,-25-168-774 0 0,3 0 0 0 0,1-1 0 0 0,23 53 0 0 0,-29-79-856 0 0,0 1 0 0 0,1-1 1 0 0,11 15-1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2.7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1 157 3681 0 0,'0'-23'875'0'0,"2"0"0"0"0,5-26 0 0 0,11-12 11519 0 0,-18 61-12300 0 0,3 13 1660 0 0,0 19-1049 0 0,-17 351 559 0 0,13-328-1268 0 0,0-6-38 0 0,2 1 0 0 0,2-1 0 0 0,11 62 0 0 0,-13-107-122 0 0,0 0-1 0 0,0 1 1 0 0,1-1 0 0 0,0 0 0 0 0,0 0 0 0 0,0 0 0 0 0,0 0 0 0 0,0-1-1 0 0,1 1 1 0 0,-1 0 0 0 0,7 5 0 0 0,-9-9-21 0 0,1 1 0 0 0,0 0 0 0 0,0-1 0 0 0,0 1 0 0 0,-1-1 0 0 0,1 1 0 0 0,0-1 0 0 0,0 0 0 0 0,0 1 0 0 0,0-1 0 0 0,0 0 0 0 0,0 0 0 0 0,0 1 0 0 0,0-1-1 0 0,0 0 1 0 0,0 0 0 0 0,0 0 0 0 0,0 0 0 0 0,0 0 0 0 0,0 0 0 0 0,1-1 0 0 0,0 0-203 0 0,0 0 0 0 0,-1 0 0 0 0,1 0-1 0 0,0 0 1 0 0,-1 0 0 0 0,1 0 0 0 0,-1-1 0 0 0,0 1-1 0 0,1 0 1 0 0,-1-1 0 0 0,0 1 0 0 0,0-1-1 0 0,0 0 1 0 0,0 1 0 0 0,1-3 0 0 0,23-49-5425 0 0,-17 33 5614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3.06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52 1984 0 0,'-4'-1'254'0'0,"1"-1"0"0"0,-1 0-1 0 0,1 0 1 0 0,0 0 0 0 0,0 0-1 0 0,-1 0 1 0 0,-2-4 0 0 0,5 5-74 0 0,0 1 0 0 0,1-1 0 0 0,-1 0 0 0 0,0 1 0 0 0,0-1 0 0 0,1 0 0 0 0,-1 0 0 0 0,0 0 0 0 0,1 0 0 0 0,-1 0 0 0 0,1 1 0 0 0,-1-1 0 0 0,1 0 0 0 0,0 0 0 0 0,-1 0 1 0 0,1 0-1 0 0,0-1 0 0 0,0 1 0 0 0,-1 0 0 0 0,1 0 0 0 0,0 0 0 0 0,0 0 0 0 0,0 0 0 0 0,0 0 0 0 0,0 0 0 0 0,1 0 0 0 0,-1 0 0 0 0,0 0 0 0 0,0 0 0 0 0,2-2 0 0 0,-2 3-61 0 0,1-1 0 0 0,-1 1 0 0 0,1 0 0 0 0,-1 0 0 0 0,1 0 1 0 0,-1 0-1 0 0,1-1 0 0 0,-1 1 0 0 0,1 0 0 0 0,0 0 0 0 0,-1 0 0 0 0,1 0 0 0 0,-1 0 0 0 0,1 0 0 0 0,-1 1 0 0 0,1-1 0 0 0,0 0 0 0 0,-1 0 0 0 0,1 0 0 0 0,-1 0 0 0 0,1 1 0 0 0,-1-1 0 0 0,1 0 0 0 0,-1 0 0 0 0,1 1 0 0 0,-1-1 0 0 0,1 1 0 0 0,16 10 1035 0 0,-16-10-1017 0 0,71 53 3126 0 0,93 64-65 0 0,-109-85-2632 0 0,-22-13-93 0 0,61 46 0 0 0,-85-57-644 0 0,0-1-1 0 0,-1 2 0 0 0,0-1 0 0 0,-1 1 1 0 0,0 1-1 0 0,-1-1 0 0 0,0 1 0 0 0,0 1 1 0 0,9 22-1 0 0,12 39-5980 0 0,-24-60 703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3.2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34 186 10594 0 0,'-6'3'-93'0'0,"-17"5"2156"0"0,18-14-48 0 0,8-10 228 0 0,0 8-1746 0 0,0 0 0 0 0,0 0-1 0 0,1 1 1 0 0,1-1-1 0 0,-1 1 1 0 0,1 0 0 0 0,0 0-1 0 0,1 1 1 0 0,-1 0 0 0 0,8-6-1 0 0,3-3-705 0 0,1 1-1 0 0,32-20 1 0 0,-23 19-5018 0 0,5 2-1825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08.3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100 148 456 0 0,'-64'-135'8019'0'0,"63"134"-7820"0"0,1 0-1 0 0,0 1 1 0 0,0-1-1 0 0,0 1 0 0 0,-1-1 1 0 0,1 0-1 0 0,0 1 1 0 0,-1-1-1 0 0,1 1 1 0 0,0-1-1 0 0,-1 1 1 0 0,1-1-1 0 0,-1 1 0 0 0,1-1 1 0 0,-1 1-1 0 0,1-1 1 0 0,-1 1-1 0 0,1-1 1 0 0,-1 1-1 0 0,1 0 1 0 0,-1-1-1 0 0,1 1 1 0 0,-1 0-1 0 0,0 0 0 0 0,1 0 1 0 0,-2-1-1 0 0,2 2-83 0 0,-1-1 1 0 0,0 1-1 0 0,1-1 0 0 0,-1 1 0 0 0,1-1 0 0 0,-1 1 0 0 0,1 0 0 0 0,-1-1 0 0 0,1 1 1 0 0,0 0-1 0 0,-1-1 0 0 0,1 1 0 0 0,0 0 0 0 0,-1 0 0 0 0,1-1 0 0 0,0 1 0 0 0,0 0 0 0 0,0 0 1 0 0,-6 47 365 0 0,5-42-223 0 0,-4 43 227 0 0,2 1 0 0 0,2 0 0 0 0,3 0 0 0 0,9 68 0 0 0,-7-100-419 0 0,1 0-1 0 0,1-1 0 0 0,1 1 0 0 0,0-1 0 0 0,1-1 0 0 0,19 30 0 0 0,-20-37-26 0 0,0 1 0 0 0,0-1 0 0 0,1 0 0 0 0,0-1 0 0 0,0 0 0 0 0,1 0 0 0 0,0-1 0 0 0,1 0-1 0 0,-1 0 1 0 0,1-1 0 0 0,21 9 0 0 0,-28-14-24 0 0,1 0-1 0 0,-1 0 0 0 0,1 0 1 0 0,0-1-1 0 0,-1 1 1 0 0,1-1-1 0 0,0 0 0 0 0,0 0 1 0 0,-1 0-1 0 0,1-1 0 0 0,0 1 1 0 0,-1-1-1 0 0,1 0 0 0 0,-1 0 1 0 0,1 0-1 0 0,-1 0 1 0 0,1-1-1 0 0,-1 1 0 0 0,0-1 1 0 0,0 0-1 0 0,1 0 0 0 0,-1 0 1 0 0,-1-1-1 0 0,1 1 1 0 0,0-1-1 0 0,-1 1 0 0 0,1-1 1 0 0,-1 0-1 0 0,0 0 0 0 0,4-5 1 0 0,5-10 47 0 0,-1 0 1 0 0,-1-1-1 0 0,0 0 1 0 0,7-23-1 0 0,-11 27-18 0 0,-1 5 20 0 0,-1-1-1 0 0,0 1 1 0 0,-1-1 0 0 0,0 1 0 0 0,-1-1-1 0 0,0 0 1 0 0,0 0 0 0 0,-1 1 0 0 0,-1-1-1 0 0,0 0 1 0 0,0 0 0 0 0,-1 1 0 0 0,-1-1-1 0 0,1 1 1 0 0,-2 0 0 0 0,1-1 0 0 0,-2 1-1 0 0,1 1 1 0 0,-8-13 0 0 0,2 5 22 0 0,0 1 1 0 0,-1 0-1 0 0,0 1 1 0 0,-21-22-1 0 0,26 31-84 0 0,-1 0 0 0 0,1 0-1 0 0,-1 0 1 0 0,-1 1 0 0 0,1 0 0 0 0,-1 1-1 0 0,1-1 1 0 0,-1 1 0 0 0,-1 1-1 0 0,1 0 1 0 0,0 0 0 0 0,-10-2-1 0 0,0 4 13 0 0,18 1-96 0 0,-1 0 0 0 0,1 0 0 0 0,0 0-1 0 0,0 0 1 0 0,0 0 0 0 0,-1 0 0 0 0,1-1-1 0 0,0 1 1 0 0,0 0 0 0 0,-1 0 0 0 0,1 0-1 0 0,0 0 1 0 0,0 0 0 0 0,-1 0 0 0 0,1 0-1 0 0,0 1 1 0 0,0-1 0 0 0,-1 0 0 0 0,1 0-1 0 0,0 0 1 0 0,0 0 0 0 0,-1 0-1 0 0,1 0 1 0 0,0 0 0 0 0,0 0 0 0 0,0 1-1 0 0,-1-1 1 0 0,1 0 0 0 0,-1 1-494 0 0,1-1 494 0 0,0 1 0 0 0,0-1-1 0 0,0 0 1 0 0,0 0 0 0 0,0 1 0 0 0,-1-1-1 0 0,1 0 1 0 0,0 0 0 0 0,0 1-1 0 0,0-1 1 0 0,0 0 0 0 0,0 0 0 0 0,0 1-1 0 0,0-1 1 0 0,0 0 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08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123 147 3225 0 0,'-7'-15'117'0'0,"0"0"1"0"0,-1 1 0 0 0,-1 0-1 0 0,-17-21 1 0 0,-15-8 15136 0 0,45 54-12689 0 0,1 7-3606 0 0,-7 5 1099 0 0,2-23-52 0 0,0 0 1 0 0,0-1 0 0 0,0 1 0 0 0,0 0-1 0 0,-1-1 1 0 0,1 1 0 0 0,0 0-1 0 0,0 0 1 0 0,0-1 0 0 0,0 1-1 0 0,-1 0 1 0 0,1 0 0 0 0,0 0 0 0 0,0-1-1 0 0,-1 1 1 0 0,1 0 0 0 0,0 0-1 0 0,0 0 1 0 0,-1-1 0 0 0,1 1-1 0 0,0 0 1 0 0,0 0 0 0 0,-1 0 0 0 0,1 0-1 0 0,0 0 1 0 0,-1 0 0 0 0,1 0-1 0 0,0 0 1 0 0,0 0 0 0 0,-1 0-1 0 0,1 0 1 0 0,0 0 0 0 0,-1 0 0 0 0,1 0-1 0 0,0 0 1 0 0,0 0 0 0 0,-1 0-1 0 0,1 0 1 0 0,0 0 0 0 0,-1 0 0 0 0,1 0-1 0 0,0 1 1 0 0,0-1 0 0 0,-1 0-1 0 0,1 0 1 0 0,0 0 0 0 0,0 0-1 0 0,-1 1 1 0 0,1-1 0 0 0,0 0 0 0 0,0 0-1 0 0,0 1 1 0 0,-1-1 0 0 0,1 0-1 0 0,0 0 1 0 0,0 1 0 0 0,0-1-1 0 0,0 0 1 0 0,0 0 0 0 0,0 1 0 0 0,0-1-1 0 0,-1 0 1 0 0,1 1 0 0 0,0-1-1 0 0,0 0 1 0 0,0 1 0 0 0,0-1-1 0 0,0 1 1 0 0,-2-6-52 0 0,-1 0-1 0 0,1-1 0 0 0,0 1 1 0 0,0 0-1 0 0,0-1 1 0 0,1 1-1 0 0,0-1 0 0 0,0 1 1 0 0,0-1-1 0 0,1-6 1 0 0,0 12-27 0 0,1 0 0 0 0,-1 0 0 0 0,0 0 0 0 0,1 0 0 0 0,-1 0 0 0 0,0 0 0 0 0,1 1 1 0 0,-1-1-1 0 0,0 0 0 0 0,1 0 0 0 0,-1 0 0 0 0,0 0 0 0 0,1 0 0 0 0,-1 1 0 0 0,0-1 0 0 0,1 0 0 0 0,-1 0 0 0 0,0 0 1 0 0,0 1-1 0 0,1-1 0 0 0,-1 0 0 0 0,0 0 0 0 0,0 1 0 0 0,1-1 0 0 0,-1 0 0 0 0,0 1 0 0 0,0-1 0 0 0,0 0 1 0 0,0 1-1 0 0,0-1 0 0 0,1 0 0 0 0,-1 1 0 0 0,0 0-102 0 0,6 8-1405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3.9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90 236 6913 0 0,'-16'-52'2248'0'0,"-56"-131"8669"0"0,70 200-9796 0 0,5 27-930 0 0,23 336 332 0 0,-7-69-215 0 0,-7-157-284 0 0,44 347 128 0 0,-49-470-1216 0 0,-2 1-1 0 0,-1-1 1 0 0,-2 1 0 0 0,0-1 0 0 0,-6 46-1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4.3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201 528 5985 0 0,'-55'-15'1349'0'0,"-69"-33"8886"0"0,102 36-5597 0 0,30 25-3697 0 0,39 66-713 0 0,-22-35-198 0 0,1-1 0 0 0,63 77 0 0 0,-80-111-30 0 0,-1 1 0 0 0,2-2 0 0 0,-1 1 0 0 0,1-1 0 0 0,0 0 0 0 0,1-1 0 0 0,0 0 0 0 0,0-1 0 0 0,0 0 0 0 0,1-1 0 0 0,0 0 0 0 0,0-1 0 0 0,0-1 0 0 0,0 1 0 0 0,1-2 0 0 0,21 2 0 0 0,-26-4 30 0 0,0-1 0 0 0,1 0-1 0 0,-1 0 1 0 0,0-1-1 0 0,0 0 1 0 0,-1 0 0 0 0,1-1-1 0 0,0 0 1 0 0,-1 0-1 0 0,1-1 1 0 0,-1 0 0 0 0,0 0-1 0 0,-1-1 1 0 0,1 0-1 0 0,-1 0 1 0 0,0-1 0 0 0,0 0-1 0 0,0 0 1 0 0,7-11-1 0 0,7-10 166 0 0,-2-1 0 0 0,0-1 0 0 0,18-43-1 0 0,61-179 451 0 0,-57 137-594 0 0,40-125-869 0 0,-74 226 243 0 0,-5 13 497 0 0,-1 0 0 0 0,0-1 0 0 0,0 1 0 0 0,0 0 0 0 0,0 0 0 0 0,1 0 0 0 0,-1-1-1 0 0,0 1 1 0 0,0 0 0 0 0,0 0 0 0 0,1 0 0 0 0,-1 0 0 0 0,0 0 0 0 0,0-1 0 0 0,0 1 0 0 0,1 0 0 0 0,-1 0 0 0 0,0 0-1 0 0,0 0 1 0 0,1 0 0 0 0,-1 0 0 0 0,0 0 0 0 0,1 0 0 0 0,-1 0 0 0 0,0 0 0 0 0,0 0 0 0 0,1 0 0 0 0,-1 0 0 0 0,0 0-1 0 0,0 0 1 0 0,1 0 0 0 0,-1 0 0 0 0,0 1 0 0 0,0-1 0 0 0,0 0 0 0 0,1 0 0 0 0,-1 0 0 0 0,0 0 0 0 0,0 0-1 0 0,1 0 1 0 0,-1 1 0 0 0,0-1 0 0 0,0 0 0 0 0,0 0 0 0 0,0 0 0 0 0,1 1 0 0 0,-1-1 0 0 0,0 0 0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4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88 270 5065 0 0,'-74'-251'12060'0'0,"65"233"-9058"0"0,4 29-888 0 0,5 39-835 0 0,0-47-1433 0 0,47 444 475 0 0,-16-212-243 0 0,-28-210-81 0 0,27 194-218 0 0,-23-180 134 0 0,2-2 1 0 0,2 1 0 0 0,25 57 0 0 0,-35-94 36 0 0,2 8-1337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1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64 3225 0 0,'-22'-26'113'0'0,"2"-11"15173"0"0,49 41-14231 0 0,3 5-774 0 0,1 2 0 0 0,-2 0 0 0 0,0 3 1 0 0,0 0-1 0 0,47 31 0 0 0,-58-31-1292 0 0,0 2 1 0 0,0 0-1 0 0,-2 1 0 0 0,32 37 1 0 0,-25-22-676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2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90 6913 0 0,'-8'5'209'0'0,"-22"-1"6700"0"0,31-5-6762 0 0,10-12 1044 0 0,-1 5-1021 0 0,0 0 0 0 0,0 1 0 0 0,0 0 0 0 0,1 0 1 0 0,15-6-1 0 0,-9 7-1859 0 0,0 0 0 0 0,0 0 0 0 0,0 2 0 0 0,1 0 0 0 0,29-2 0 0 0,-16 4 794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9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59 21 3225 0 0,'-15'-9'4186'0'0,"14"8"-3622"0"0,-1 0 0 0 0,1 0 0 0 0,-1 0 1 0 0,1 0-1 0 0,-1 0 0 0 0,1 0 0 0 0,-1 0 1 0 0,0 1-1 0 0,1-1 0 0 0,-1 0 0 0 0,0 1 1 0 0,1 0-1 0 0,-1-1 0 0 0,0 1 1 0 0,0 0-1 0 0,1 0 0 0 0,-1 0 0 0 0,0 0 1 0 0,0 0-1 0 0,-2 1 0 0 0,3 0-450 0 0,1 0 0 0 0,-1 0 0 0 0,0 1 1 0 0,1-1-1 0 0,-1 0 0 0 0,1 1 0 0 0,-1-1 0 0 0,1 0 0 0 0,0 1 0 0 0,-1-1 0 0 0,1 0 1 0 0,0 1-1 0 0,0-1 0 0 0,0 1 0 0 0,0-1 0 0 0,0 0 0 0 0,1 3 0 0 0,3 29 505 0 0,-3-29-451 0 0,5 30 153 0 0,30 156 625 0 0,-27-151-974 0 0,3 0 1 0 0,30 67-1 0 0,8 25-372 0 0,-66-166-1689 0 0,-15-46 1 0 0,13 23 2661 0 0,3-1 1 0 0,3-1 0 0 0,-6-67 0 0 0,18 119-451 0 0,0-1 0 0 0,0 1 0 0 0,0-1 0 0 0,1 1 0 0 0,1-1 0 0 0,0 1 1 0 0,0 0-1 0 0,5-15 0 0 0,-5 19-95 0 0,-1 1 1 0 0,1-1 0 0 0,-1 1 0 0 0,1 0 0 0 0,0 0 0 0 0,0 0 0 0 0,1 0-1 0 0,-1 0 1 0 0,1 0 0 0 0,-1 1 0 0 0,1-1 0 0 0,0 1 0 0 0,0-1 0 0 0,0 1-1 0 0,0 0 1 0 0,0 0 0 0 0,1 1 0 0 0,-1-1 0 0 0,0 1 0 0 0,1-1-1 0 0,0 1 1 0 0,5-1 0 0 0,-7 2-15 0 0,0 0 0 0 0,0 0 0 0 0,1 1-1 0 0,-1-1 1 0 0,0 1 0 0 0,0-1 0 0 0,0 1 0 0 0,0 0 0 0 0,1 0-1 0 0,-1 0 1 0 0,0 0 0 0 0,0 0 0 0 0,-1 0 0 0 0,1 0 0 0 0,3 3-1 0 0,27 28-16 0 0,-18-18 53 0 0,15 14 21 0 0,-3-2-15 0 0,54 42 0 0 0,-72-63-33 0 0,1 1 0 0 0,-1-1 0 0 0,1-1 0 0 0,0 1 0 0 0,0-1 0 0 0,0-1 0 0 0,0 0 0 0 0,1 0 0 0 0,-1-1 0 0 0,1 0 0 0 0,19 1 0 0 0,-28-3-16 0 0,0 0 0 0 0,0-1 0 0 0,0 1 0 0 0,0 0 0 0 0,0-1 0 0 0,-1 1-1 0 0,1 0 1 0 0,0-1 0 0 0,0 1 0 0 0,0-1 0 0 0,-1 1 0 0 0,1-1 0 0 0,0 0 0 0 0,0 1 0 0 0,-1-1 0 0 0,1 0 0 0 0,-1 1 0 0 0,1-1-1 0 0,0 0 1 0 0,-1 0 0 0 0,0 1 0 0 0,1-1 0 0 0,-1 0 0 0 0,1 0 0 0 0,-1 0 0 0 0,0 0 0 0 0,0 0 0 0 0,1 0 0 0 0,-1 0-1 0 0,0 0 1 0 0,0 1 0 0 0,0-1 0 0 0,0-2 0 0 0,-1-41-182 0 0,0 28 166 0 0,5-65-1012 0 0,4 47-5764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6.4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48 131 3225 0 0,'-5'-6'-85'0'0,"-11"-15"2983"0"0,15 20-2319 0 0,-1-1-1 0 0,1 1 0 0 0,-1 0 0 0 0,1 0 0 0 0,-1 0 1 0 0,0-1-1 0 0,1 2 0 0 0,-1-1 0 0 0,0 0 0 0 0,-3-1 1 0 0,5 2-485 0 0,0 0 1 0 0,-1 0 0 0 0,1 1 0 0 0,0-1 0 0 0,-1 0-1 0 0,1 0 1 0 0,0 0 0 0 0,0 1 0 0 0,-1-1-1 0 0,1 0 1 0 0,0 0 0 0 0,0 1 0 0 0,-1-1-1 0 0,1 0 1 0 0,0 0 0 0 0,0 1 0 0 0,0-1 0 0 0,0 0-1 0 0,-1 1 1 0 0,1-1 0 0 0,0 0 0 0 0,0 1-1 0 0,0-1 1 0 0,0 0 0 0 0,0 1 0 0 0,0-1 0 0 0,0 0-1 0 0,0 1 1 0 0,0-1 0 0 0,0 0 0 0 0,0 1-1 0 0,0-1 1 0 0,0 0 0 0 0,0 1 0 0 0,0-1-1 0 0,0 0 1 0 0,0 1 0 0 0,1-1 0 0 0,-1 0 0 0 0,0 0-1 0 0,0 1 1 0 0,0-1 0 0 0,1 1 0 0 0,5 20 742 0 0,-5-18-594 0 0,6 17 119 0 0,0 0 1 0 0,2 0-1 0 0,0-1 1 0 0,1-1-1 0 0,1 1 1 0 0,21 26-1 0 0,-27-38-295 0 0,-1-2-1 0 0,2 1 1 0 0,-1 0 0 0 0,0-1-1 0 0,1 0 1 0 0,0 0 0 0 0,0-1-1 0 0,1 1 1 0 0,-1-1 0 0 0,1-1-1 0 0,0 1 1 0 0,0-1 0 0 0,0-1-1 0 0,0 1 1 0 0,1-1 0 0 0,-1 0-1 0 0,1-1 1 0 0,-1 0 0 0 0,1 0-1 0 0,0 0 1 0 0,12-2 0 0 0,-18 1-47 0 0,0 0 0 0 0,0-1 0 0 0,0 1 0 0 0,0-1 0 0 0,0 0 0 0 0,0 1 0 0 0,0-1 0 0 0,0 0 0 0 0,-1 0 0 0 0,1 0 1 0 0,0 0-1 0 0,-1-1 0 0 0,1 1 0 0 0,0 0 0 0 0,-1-1 0 0 0,0 1 0 0 0,1-1 0 0 0,-1 1 0 0 0,0-1 0 0 0,0 0 0 0 0,0 1 0 0 0,0-1 1 0 0,0 0-1 0 0,0 0 0 0 0,0 0 0 0 0,-1 0 0 0 0,1 0 0 0 0,-1 0 0 0 0,1 0 0 0 0,-1 0 0 0 0,0 0 0 0 0,0 0 0 0 0,0 0 0 0 0,0 0 0 0 0,0 0 1 0 0,0 0-1 0 0,-1 0 0 0 0,0-3 0 0 0,-2-9 33 0 0,0-1 1 0 0,-1 1-1 0 0,0 0 1 0 0,-8-15-1 0 0,10 25-23 0 0,-11-23-13 0 0,-1 0 0 0 0,-1 2 0 0 0,-2 0-1 0 0,0 0 1 0 0,-29-29 0 0 0,26 34-35 0 0,19 19-113 0 0,1 1 0 0 0,0-1 0 0 0,-1 0 0 0 0,1 1 0 0 0,-1-1 0 0 0,1 1 0 0 0,-1-1 0 0 0,1 1 0 0 0,-1-1 0 0 0,0 1 0 0 0,1-1 0 0 0,-1 1 0 0 0,0 0 0 0 0,1-1 0 0 0,-1 1 0 0 0,0 0 0 0 0,1 0 0 0 0,-1-1 0 0 0,0 1 1 0 0,0 0-1 0 0,1 0 0 0 0,-1 0 0 0 0,0 0 0 0 0,0 0 0 0 0,1 0 0 0 0,-1 0 0 0 0,0 0 0 0 0,0 0 0 0 0,1 0 0 0 0,-2 1 0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6.7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0 161 6913 0 0,'6'-10'8020'0'0,"11"15"-7301"0"0,-1 2 0 0 0,1 0 0 0 0,-1 1 0 0 0,0 1 0 0 0,23 17 0 0 0,-33-22-544 0 0,0 1 0 0 0,0 0 0 0 0,0 0 0 0 0,-1 0-1 0 0,0 1 1 0 0,0 0 0 0 0,0 0 0 0 0,-1 0 0 0 0,0 0 0 0 0,0 1-1 0 0,0 0 1 0 0,-1 0 0 0 0,0 0 0 0 0,0 0 0 0 0,-1 0 0 0 0,2 12-1 0 0,-3-18-134 0 0,-1-1-1 0 0,0 1 1 0 0,0-1-1 0 0,1 1 0 0 0,-1 0 1 0 0,0 0-1 0 0,0-1 0 0 0,0 1 1 0 0,0 0-1 0 0,0-1 0 0 0,0 1 1 0 0,0 0-1 0 0,0-1 1 0 0,0 1-1 0 0,0 0 0 0 0,0-1 1 0 0,-1 1-1 0 0,1 0 0 0 0,0-1 1 0 0,0 1-1 0 0,-1 0 1 0 0,1-1-1 0 0,-1 2 0 0 0,-7-16 398 0 0,-8-29-181 0 0,9 18-275 0 0,1-1 0 0 0,-5-51 0 0 0,11 64-213 0 0,-1 0-1 0 0,2 0 0 0 0,0 0 0 0 0,0 0 0 0 0,1 1 0 0 0,1-1 0 0 0,0 0 1 0 0,6-12-1 0 0,4-7-1060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04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77 3681 0 0,'2'-7'8108'0'0,"10"-23"-3879"0"0,2 11-1917 0 0,-12 16-2609 0 0,0 1 0 0 0,0 0 1 0 0,0 0-1 0 0,0 1 0 0 0,0-1 0 0 0,1 0 0 0 0,-1 1 0 0 0,1 0 0 0 0,3-2 0 0 0,-6 2 114 0 0,1 1 0 0 0,0 0 0 0 0,0 0 0 0 0,0 0 0 0 0,0-1 0 0 0,-1 1-1 0 0,1 0 1 0 0,0 0 0 0 0,0 0 0 0 0,0 0 0 0 0,0 1 0 0 0,0-1 0 0 0,-1 0 0 0 0,1 0-1 0 0,0 0 1 0 0,0 1 0 0 0,0-1 0 0 0,-1 0 0 0 0,1 1 0 0 0,0-1 0 0 0,0 0-1 0 0,0 2 1 0 0,1-1 58 0 0,-1 1 0 0 0,0 0-1 0 0,1-1 1 0 0,-1 1-1 0 0,0 0 1 0 0,0 0 0 0 0,0 0-1 0 0,0-1 1 0 0,-1 1 0 0 0,1 0-1 0 0,-1 0 1 0 0,1 0-1 0 0,0 4 1 0 0,0 9 140 0 0,0 0 58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1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39 5065 0 0,'9'6'4680'0'0,"-8"-6"-4368"0"0,0 0 0 0 0,7-1 3432 0 0,-6 0-3432 0 0,30-12 3143 0 0,-9 4-4229 0 0,58-5-1648 0 0,-60 8 2349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99 0 10594 0 0,'0'5'4537'0'0,"0"22"2809"0"0,-6 64-6557 0 0,6-91-780 0 0,0 1 0 0 0,0 0 0 0 0,0-1-1 0 0,0 1 1 0 0,-1-1 0 0 0,1 1 0 0 0,0 0-1 0 0,0-1 1 0 0,-1 1 0 0 0,1-1 0 0 0,0 1 0 0 0,-1-1-1 0 0,1 1 1 0 0,0-1 0 0 0,-1 1 0 0 0,1-1-1 0 0,-1 1 1 0 0,1-1 0 0 0,-1 1 0 0 0,1-1-1 0 0,-1 0 1 0 0,1 1 0 0 0,-1-1 0 0 0,1 0-1 0 0,-1 1 1 0 0,0-1 0 0 0,1 0 0 0 0,-1 0 0 0 0,-1 0-1 0 0,-21-4 124 0 0,-24-23-449 0 0,44 24 182 0 0,-1 1-564 0 0,2-1-206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1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18 3225 0 0,'-1'-1'533'0'0,"0"-1"1"0"0,-1 1 0 0 0,1-1-1 0 0,-1 1 1 0 0,1 0 0 0 0,-1-1-1 0 0,0 1 1 0 0,1 0 0 0 0,-1 0-1 0 0,0 0 1 0 0,0 0 0 0 0,0 1-1 0 0,0-1 1 0 0,-2 0 0 0 0,3 1-352 0 0,0 1 1 0 0,-1-1 0 0 0,1 1-1 0 0,0-1 1 0 0,0 1 0 0 0,0-1 0 0 0,0 1-1 0 0,0 0 1 0 0,0 0 0 0 0,0-1-1 0 0,0 1 1 0 0,0 0 0 0 0,0 0-1 0 0,0 0 1 0 0,1 0 0 0 0,-1 0-1 0 0,0 0 1 0 0,1 0 0 0 0,-1 1-1 0 0,0-1 1 0 0,1 0 0 0 0,0 0-1 0 0,-1 0 1 0 0,1 1 0 0 0,-1 1-1 0 0,-5 18 368 0 0,0 0 0 0 0,1 1-1 0 0,1-1 1 0 0,1 1 0 0 0,1 0-1 0 0,2 34 1 0 0,1-19-484 0 0,3 0 1 0 0,1 0-1 0 0,10 38 0 0 0,-10-58-33 0 0,0 0-1 0 0,1 0 0 0 0,1 0 0 0 0,1-1 1 0 0,0 0-1 0 0,16 21 0 0 0,-20-31 27 0 0,0 0-1 0 0,0 0 1 0 0,1 0-1 0 0,0-1 0 0 0,0 0 1 0 0,1 0-1 0 0,-1-1 1 0 0,1 1-1 0 0,0-1 1 0 0,0 0-1 0 0,1-1 1 0 0,-1 1-1 0 0,1-1 0 0 0,0-1 1 0 0,0 1-1 0 0,0-1 1 0 0,0 0-1 0 0,11 1 1 0 0,-14-3-29 0 0,-1 0 0 0 0,1 0 0 0 0,0 0 0 0 0,0-1 0 0 0,-1 0 0 0 0,1 1 0 0 0,0-1 1 0 0,-1 0-1 0 0,1-1 0 0 0,-1 1 0 0 0,1-1 0 0 0,-1 0 0 0 0,1 1 0 0 0,-1-1 0 0 0,0-1 1 0 0,4-3-1 0 0,-2 1 19 0 0,0 0 0 0 0,-1 0 1 0 0,1-1-1 0 0,-1 1 1 0 0,-1-1-1 0 0,1 0 0 0 0,-1 0 1 0 0,4-12-1 0 0,-2 5 11 0 0,-1 0 0 0 0,-1 0 0 0 0,0-1 0 0 0,-1 1 0 0 0,0-1 0 0 0,-2 0 0 0 0,1 0 0 0 0,-3-24 0 0 0,-5-2 1 0 0,-2 1 1 0 0,-1 0 0 0 0,-2 0-1 0 0,-2 1 1 0 0,-34-65-1 0 0,45 97-333 0 0,0 1 0 0 0,0-1-1 0 0,-1 1 1 0 0,0 0 0 0 0,0 0 0 0 0,0 0-1 0 0,-1 0 1 0 0,0 1 0 0 0,0-1-1 0 0,-8-5 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5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6913 0 0,'1'6'5605'0'0,"1"11"-2932"0"0,0 97 3378 0 0,5 56-4190 0 0,0 48-1795 0 0,-7-207-104 0 0,9 158 154 0 0,-7-146-429 0 0,2 1 0 0 0,0-1 0 0 0,2-1 1 0 0,0 1-1 0 0,12 24 0 0 0,-9-29-1718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8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 5185 0 0,'0'-1'55'0'0,"1"0"0"0"0,-1 0 0 0 0,0 0-1 0 0,0 0 1 0 0,0 0 0 0 0,1 0 0 0 0,-1 0 0 0 0,0 1 0 0 0,1-1 0 0 0,-1 0-1 0 0,1 0 1 0 0,-1 0 0 0 0,1 0 0 0 0,-1 1 0 0 0,1-1 0 0 0,-1 0 0 0 0,1 1-1 0 0,0-1 1 0 0,0 0 0 0 0,-1 1 0 0 0,2-1 0 0 0,-1 1 102 0 0,-1 0-1 0 0,1 0 1 0 0,0 0 0 0 0,0 0 0 0 0,-1 1-1 0 0,1-1 1 0 0,0 0 0 0 0,-1 0 0 0 0,1 1-1 0 0,0-1 1 0 0,-1 1 0 0 0,1-1 0 0 0,-1 0-1 0 0,1 1 1 0 0,0-1 0 0 0,-1 1 0 0 0,1 0-1 0 0,-1-1 1 0 0,1 1 0 0 0,-1-1 0 0 0,0 1-1 0 0,1 0 1 0 0,-1-1 0 0 0,0 1 0 0 0,1 0-1 0 0,-1-1 1 0 0,0 2 0 0 0,8 17 1047 0 0,0-1 1 0 0,-2 2-1 0 0,-1-1 1 0 0,0 0-1 0 0,3 36 0 0 0,0 100 361 0 0,-8-35-1291 0 0,-28 222 0 0 0,23-321-730 0 0,1 0-573 0 0,2-6-3007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9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47 70 2817 0 0,'-15'-16'-68'0'0,"-9"-10"3799"0"0,23 24-3094 0 0,0 1 0 0 0,0-1 1 0 0,0 1-1 0 0,0-1 1 0 0,1 0-1 0 0,-1 1 0 0 0,0-1 1 0 0,1 0-1 0 0,-1 0 1 0 0,4-8 2540 0 0,-3 10-3081 0 0,0 0 1 0 0,0 0 0 0 0,1 0 0 0 0,-1 0-1 0 0,0 0 1 0 0,0 0 0 0 0,1 0 0 0 0,-1 0-1 0 0,0 0 1 0 0,0 0 0 0 0,1 0-1 0 0,-1 0 1 0 0,0 0 0 0 0,0 0 0 0 0,1 0-1 0 0,-1 0 1 0 0,2 1 782 0 0,-2-1-783 0 0,17 12 1684 0 0,96 126-1085 0 0,32 34 585 0 0,-127-154-1183 0 0,1 0-1 0 0,1-2 0 0 0,0 0 0 0 0,2-1 1 0 0,-1-1-1 0 0,41 19 0 0 0,-57-31-237 0 0,0 0-1 0 0,1 0 1 0 0,-1 0 0 0 0,0 0 0 0 0,1-1-1 0 0,-1 0 1 0 0,1 0 0 0 0,0-1 0 0 0,-1 1-1 0 0,1-1 1 0 0,11-2 0 0 0,-17 2 80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9.3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22 128 5529 0 0,'-21'12'4189'0'0,"32"-19"-1834"0"0,11-5-1230 0 0,1 1 0 0 0,37-11 0 0 0,-41 16-1642 0 0,-1-1 0 0 0,0 0-1 0 0,0-2 1 0 0,-1 0 0 0 0,27-18 0 0 0,-19 5 487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0.3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6454 0 11979 0 0,'3'1'295'0'0,"0"1"0"0"0,-1-1 1 0 0,1 0-1 0 0,0 1 0 0 0,-1 0 1 0 0,1 0-1 0 0,-1 0 0 0 0,0 0 1 0 0,0 0-1 0 0,1 0 0 0 0,-1 0 1 0 0,-1 1-1 0 0,1-1 0 0 0,0 1 1 0 0,-1-1-1 0 0,1 1 0 0 0,-1 0 1 0 0,0 0-1 0 0,0-1 0 0 0,0 1 1 0 0,0 0-1 0 0,0 0 0 0 0,-1 0 1 0 0,1 0-1 0 0,-1 6 0 0 0,1 6-1 0 0,-1 0 0 0 0,-1 0 0 0 0,-5 28-1 0 0,6-38-165 0 0,-25 136 549 0 0,6-44-269 0 0,-7 132 0 0 0,25-85-284 0 0,7-1 0 0 0,6 0 0 0 0,6 0 0 0 0,6-2 0 0 0,79 255 0 0 0,-63-284-16 0 0,6-1 0 0 0,4-3 0 0 0,76 122 0 0 0,-124-227-99 0 0,0 1-1 0 0,0 0 1 0 0,0-1-1 0 0,0 1 1 0 0,-1 0-1 0 0,1 0 1 0 0,-1 0-1 0 0,0 0 1 0 0,0 0-1 0 0,0 1 1 0 0,-1-1-1 0 0,0 0 1 0 0,1 0 0 0 0,-2 8-1 0 0,0-10-2 0 0,0 1 0 0 0,0 0 0 0 0,-1 0-1 0 0,1-1 1 0 0,0 1 0 0 0,-1 0 0 0 0,0-1 0 0 0,0 0-1 0 0,0 1 1 0 0,0-1 0 0 0,0 0 0 0 0,0 0 0 0 0,-1 0 0 0 0,1 0-1 0 0,0 0 1 0 0,-1-1 0 0 0,0 1 0 0 0,1-1 0 0 0,-1 0-1 0 0,0 0 1 0 0,-4 2 0 0 0,-26 10-12 0 0,-138 51-157 0 0,135-53 105 0 0,-1-1-1 0 0,-70 8 1 0 0,-290 12-486 0 0,-252 31-288 0 0,-45 31 752 0 0,270-59-208 0 0,159-15-107 0 0,138-8 373 0 0,-644 61-68 0 0,379-6-1889 0 0,212-31 837 0 0,-244 15-1 0 0,266-43 1321 0 0,-437 29 340 0 0,393-9 448 0 0,-114 11 685 0 0,-226 6-1148 0 0,499-38-723 0 0,0-3 0 0 0,0-1 0 0 0,0-2 0 0 0,-44-7 0 0 0,51 0-6855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0.6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298 271 9218 0 0,'-11'-30'1137'0'0,"-1"1"0"0"0,-1 1-1 0 0,-2 0 1 0 0,-34-48 0 0 0,42 67-718 0 0,-33-37 2325 0 0,37 44-2517 0 0,1-1 0 0 0,-1 1-1 0 0,0 0 1 0 0,0 0 0 0 0,0 0-1 0 0,0 0 1 0 0,0 1-1 0 0,0-1 1 0 0,0 1 0 0 0,0 0-1 0 0,-1 0 1 0 0,1 0-1 0 0,-1 0 1 0 0,-5 0 0 0 0,7 1-162 0 0,0 0 1 0 0,0 1-1 0 0,-1 0 1 0 0,1-1 0 0 0,0 1-1 0 0,0 0 1 0 0,0 0 0 0 0,0 0-1 0 0,0 1 1 0 0,0-1 0 0 0,0 0-1 0 0,0 1 1 0 0,1-1-1 0 0,-1 1 1 0 0,0-1 0 0 0,1 1-1 0 0,-1 0 1 0 0,1 0 0 0 0,0 0-1 0 0,-1 0 1 0 0,1 0-1 0 0,-1 3 1 0 0,-3 5-36 0 0,1 1 0 0 0,0-1-1 0 0,-4 14 1 0 0,-3 27 16 0 0,1 0 1 0 0,-4 98 0 0 0,13 106-35 0 0,1-253-12 0 0,6 155-35 0 0,44 263 1 0 0,-19-290-595 0 0,-1-47-5282 0 0,-4-25-1235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1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47 1325 920 0 0,'-4'0'-598'0'0,"0"0"1039"0"0,0 0 1 0 0,-1 0-1 0 0,1 0 0 0 0,-1-1 1 0 0,1 0-1 0 0,-5-1 0 0 0,8 2-302 0 0,1 0 0 0 0,-1 0 0 0 0,1-1 0 0 0,0 1 0 0 0,-1 0 0 0 0,1 0 0 0 0,-2-2 557 0 0,2 2-557 0 0,0 0 0 0 0,-1-1 0 0 0,1 1 0 0 0,0 0 0 0 0,0-1 0 0 0,0 1 0 0 0,-1-1 0 0 0,1 1 0 0 0,0 0 0 0 0,0-1 0 0 0,0 1 0 0 0,0-1 0 0 0,0 1 0 0 0,0 0 0 0 0,0-1 0 0 0,0-1 69 0 0,0 1 1 0 0,1-1-1 0 0,-1 1 1 0 0,1 0 0 0 0,-1-1-1 0 0,1 1 1 0 0,0 0-1 0 0,0 0 1 0 0,-1-1 0 0 0,1 1-1 0 0,0 0 1 0 0,2-2-1 0 0,4-3-32 0 0,0-1-1 0 0,1 2 1 0 0,-1-1-1 0 0,1 1 1 0 0,0 0-1 0 0,1 1 1 0 0,-1 0-1 0 0,1 0 1 0 0,0 1-1 0 0,0 0 1 0 0,9-2-1 0 0,18-3-175 0 0,53-4-1 0 0,-79 11 52 0 0,209-21-49 0 0,6 0 5 0 0,225-50 0 0 0,369-86-79 0 0,-568 128 79 0 0,657-92 1026 0 0,-812 106-818 0 0,431-82 1812 0 0,-409 73-1517 0 0,449-107 1866 0 0,-78 19-1203 0 0,-108 27-801 0 0,466-77-42 0 0,-652 132 678 0 0,250-71 0 0 0,-394 87-2618 0 0,-31 8-5751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2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 71 17972 0 0,'-4'-5'82'0'0,"0"-1"0"0"0,0 0 0 0 0,1 0 0 0 0,0-1 0 0 0,0 1-1 0 0,0-1 1 0 0,1 1 0 0 0,-3-13 0 0 0,8 17 11 0 0,3 7-54 0 0,4 9 89 0 0,1 21 84 0 0,-1-1-1 0 0,-2 1 1 0 0,-2 1-1 0 0,5 70 1 0 0,-4-29-8 0 0,22 126-170 0 0,10-1 0 0 0,104 321-1 0 0,-74-301-31 0 0,-9 2-1 0 0,39 304 0 0 0,-92-469-24 0 0,-5-31-304 0 0,1-1-1 0 0,1 1 1 0 0,15 48 0 0 0,-18-74 267 0 0,-1-1-10 0 0,0 0-1 0 0,1 0 1 0 0,-1 0 0 0 0,1 0 0 0 0,-1 0 0 0 0,1 0-1 0 0,-1 0 1 0 0,1 0 0 0 0,0 0 0 0 0,-1 0-1 0 0,1 0 1 0 0,0 0 0 0 0,0 0 0 0 0,1 1 0 0 0,2-3-649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4.5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1074 9218 0 0,'5'-7'223'0'0,"1"0"0"0"0,0 0 0 0 0,1 1 0 0 0,0 0 0 0 0,0 0 0 0 0,0 0 0 0 0,0 1 0 0 0,1 0 0 0 0,16-7 1 0 0,-1-1 235 0 0,25-15 184 0 0,1 3 0 0 0,1 1 0 0 0,1 3 0 0 0,97-27 0 0 0,-71 31-298 0 0,0 3 0 0 0,143-8 0 0 0,339 14 1720 0 0,-193 6-1020 0 0,715-55 318 0 0,-513-3-964 0 0,-391 39-307 0 0,194-39 98 0 0,-113 15 104 0 0,344-59 314 0 0,338-44-97 0 0,258 29-187 0 0,-651 65-168 0 0,212-17 97 0 0,-144 34 86 0 0,-207 30-55 0 0,-329 7-242 0 0,31 5 8 0 0,134 24 1 0 0,-3-1-6 0 0,-167-24 53 0 0,118-11 0 0 0,74-25 229 0 0,-76 8-228 0 0,-121 21-202 0 0,0 2 0 0 0,95 12 0 0 0,-34-2-31 0 0,358 41-266 0 0,-397-39 373 0 0,-68-8 64 0 0,0 1 0 0 0,-1 1 0 0 0,0 1 0 0 0,0 0 0 0 0,0 2 0 0 0,37 19 1 0 0,-47-20-17 0 0,0 1 1 0 0,0 0-1 0 0,-1 1 0 0 0,0 0 1 0 0,0 1-1 0 0,-1 0 1 0 0,0 0-1 0 0,-1 1 1 0 0,0 0-1 0 0,-1 1 1 0 0,-1 0-1 0 0,8 16 1 0 0,21 54 95 0 0,30 110-1 0 0,-9-22-56 0 0,17 29 32 0 0,84 368 0 0 0,-115-199 40 0 0,-34-242 147 0 0,29 144 0 0 0,-16-187-254 0 0,6 25 192 0 0,-26-95-149 0 0,0 0-1 0 0,-1 0 1 0 0,0 0-1 0 0,-1 0 1 0 0,-1 0-1 0 0,-2 16 1 0 0,2-25-61 0 0,-1 1 1 0 0,1-1 0 0 0,-1 0 0 0 0,0-1 0 0 0,0 1 0 0 0,0 0 0 0 0,0 0-1 0 0,-1-1 1 0 0,1 0 0 0 0,-1 1 0 0 0,0-1 0 0 0,0 0 0 0 0,0 0-1 0 0,-1-1 1 0 0,1 1 0 0 0,-1 0 0 0 0,1-1 0 0 0,-1 0 0 0 0,0 0 0 0 0,0 0-1 0 0,0-1 1 0 0,-7 3 0 0 0,-10 2 41 0 0,-1-1-1 0 0,0 0 1 0 0,-26 1-1 0 0,22-3-34 0 0,-56 8-33 0 0,-537 49-477 0 0,-354-11 361 0 0,479-27 121 0 0,267-16 106 0 0,-364 6-154 0 0,-197 9-91 0 0,310-12 351 0 0,-136 11-461 0 0,47 25 199 0 0,-208 21-391 0 0,491-47 498 0 0,-25 3 11 0 0,-326 33 176 0 0,445-43 15 0 0,-194 7-598 0 0,-303 32-8 0 0,229 28 261 0 0,337-59 165 0 0,-220 5-1 0 0,81-9 249 0 0,74 0-608 0 0,-436 59 1398 0 0,581-66-1036 0 0,-63 9-443 0 0,93-17 241 0 0,0 0-1 0 0,0-1 0 0 0,0 0 0 0 0,0-1 0 0 0,0-1 1 0 0,0 1-1 0 0,-13-5 0 0 0,5-1-339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6.6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54 10594 0 0,'0'-4'613'0'0,"-1"0"-1"0"0,0 0 0 0 0,0-1 1 0 0,0 1-1 0 0,0 0 0 0 0,-1 1 1 0 0,1-1-1 0 0,-1 0 0 0 0,0 0 1 0 0,0 1-1 0 0,-1-1 0 0 0,-2-3 1 0 0,5 8-553 0 0,-1-1 1 0 0,1 0-1 0 0,-1 0 0 0 0,1 0 1 0 0,0 1-1 0 0,-1-1 1 0 0,1 0-1 0 0,-1 0 1 0 0,1 1-1 0 0,0-1 1 0 0,-1 0-1 0 0,1 1 1 0 0,0-1-1 0 0,0 0 0 0 0,-1 1 1 0 0,1-1-1 0 0,0 0 1 0 0,0 1-1 0 0,0-1 1 0 0,-1 1-1 0 0,1-1 1 0 0,0 0-1 0 0,0 1 0 0 0,0-1 1 0 0,0 1-1 0 0,0-1 1 0 0,0 1-1 0 0,0-1 1 0 0,0 1-1 0 0,0-1 1 0 0,0 0-1 0 0,0 1 1 0 0,0-1-1 0 0,0 1 0 0 0,0-1 1 0 0,1 1-1 0 0,-2 21 239 0 0,19 554 1129 0 0,-14-153-877 0 0,0-41-903 0 0,-13-319 384 0 0,6-47-5137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1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45 295 2304 0 0,'-6'-127'2127'0'0,"3"103"3"0"0,-1 1-1 0 0,-2-1 0 0 0,-10-29 0 0 0,11 20 2568 0 0,9 23-2124 0 0,-4 10-2537 0 0,1 0 0 0 0,-1 0 0 0 0,1 0 0 0 0,0 0 0 0 0,-1 0 0 0 0,1 0 0 0 0,-1 0 0 0 0,1 1 0 0 0,0-1 0 0 0,-1 0 0 0 0,1 0 1 0 0,-1 1-1 0 0,1-1 0 0 0,-1 0 0 0 0,1 1 0 0 0,-1-1 0 0 0,1 0 0 0 0,-1 1 0 0 0,1-1 0 0 0,-1 1 0 0 0,0-1 0 0 0,1 1 0 0 0,0 0 0 0 0,-1 0 148 0 0,4 3-6 0 0,19 22 25 0 0,-1 1 1 0 0,-1 2-1 0 0,32 56 1 0 0,-48-76-203 0 0,-1 0 0 0 0,0 0 0 0 0,-1 1 0 0 0,0-1 1 0 0,0 1-1 0 0,-1-1 0 0 0,0 1 0 0 0,-1 0 0 0 0,0 0 0 0 0,0 0 1 0 0,-1 0-1 0 0,-1 0 0 0 0,1 0 0 0 0,-2 0 0 0 0,1-1 0 0 0,-1 1 1 0 0,-1 0-1 0 0,0-1 0 0 0,-4 10 0 0 0,-4 5 20 0 0,-1-1 1 0 0,-1 0-1 0 0,0 0 0 0 0,-2-2 1 0 0,-1 0-1 0 0,0-1 0 0 0,-33 31 1 0 0,49-51-22 0 0,-9 8 38 0 0,9-8-36 0 0,0 0-1 0 0,0 0 1 0 0,0 0-1 0 0,0 0 1 0 0,0 0-1 0 0,1 0 0 0 0,-1 0 1 0 0,0 0-1 0 0,0 0 1 0 0,0 0-1 0 0,0 0 1 0 0,0 0-1 0 0,1 0 0 0 0,-1 0 1 0 0,0 0-1 0 0,0 0 1 0 0,0 0-1 0 0,0 0 1 0 0,0 1-1 0 0,0-1 0 0 0,1 0 1 0 0,-1 0-1 0 0,0 0 1 0 0,0 0-1 0 0,0 0 1 0 0,0 0-1 0 0,0 0 1 0 0,0 0-1 0 0,0 1 0 0 0,0-1 1 0 0,0 0-1 0 0,0 0 1 0 0,1 0-1 0 0,-1 0 1 0 0,0 0-1 0 0,0 1 0 0 0,0-1 1 0 0,0 0-1 0 0,0 0 1 0 0,0 0-1 0 0,0 0 1 0 0,0 0-1 0 0,0 1 0 0 0,0-1 1 0 0,0 0-1 0 0,0 0 1 0 0,0 0-1 0 0,0 0 1 0 0,0 0-1 0 0,-1 1 0 0 0,1-1 1 0 0,0 0-1 0 0,0 0 1 0 0,0 0-1 0 0,0 0 1 0 0,0 0-1 0 0,0 0 1 0 0,0 1-1 0 0,0-1 0 0 0,0 0 1 0 0,-1 0 264 0 0,6 0-159 0 0,77-7 86 0 0,-60 4-88 0 0,1 1 1 0 0,-1 0 0 0 0,1 2-1 0 0,23 2 1 0 0,-17 5-147 0 0,0 0 0 0 0,-1 2 0 0 0,0 1 0 0 0,39 19 0 0 0,11 5-2971 0 0,-55-25-4401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61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1 372 3225 0 0,'-1'2'363'0'0,"1"-1"0"0"0,0 0 0 0 0,0 0 0 0 0,0 1 0 0 0,0-1 0 0 0,0 0 0 0 0,1 0 0 0 0,-1 1 0 0 0,0-1 0 0 0,1 0 0 0 0,-1 0 0 0 0,0 0 0 0 0,1 1 0 0 0,0-1 0 0 0,-1 0 0 0 0,1 0 0 0 0,-1 0 0 0 0,1 0 0 0 0,0 0 0 0 0,0 0 1 0 0,0 0-1 0 0,1 1 0 0 0,-1-2-109 0 0,0 0 1 0 0,0 1 0 0 0,0-1 0 0 0,0 0 0 0 0,0 0 0 0 0,1 0 0 0 0,-1 0 0 0 0,0 0 0 0 0,0 0-1 0 0,0 0 1 0 0,0 0 0 0 0,1 0 0 0 0,-1 0 0 0 0,0 0 0 0 0,0-1 0 0 0,0 1 0 0 0,0-1 0 0 0,2 0-1 0 0,4-3 296 0 0,0 0 0 0 0,0 0 0 0 0,-1-1 0 0 0,0 0-1 0 0,7-6 1 0 0,10-10-158 0 0,-1-2 0 0 0,-1-1 0 0 0,-1-1 1 0 0,-1 0-1 0 0,-1-1 0 0 0,27-55 0 0 0,-42 73-393 0 0,-1 0 1 0 0,1 1-1 0 0,-2-1 1 0 0,1 0-1 0 0,-1-1 1 0 0,0 1-1 0 0,-1-16 1 0 0,0 22 0 0 0,0-1 0 0 0,0 1-1 0 0,0 0 1 0 0,0-1 0 0 0,-1 1 0 0 0,1-1 0 0 0,-1 1 0 0 0,1 0 0 0 0,-1-1 0 0 0,0 1-1 0 0,0 0 1 0 0,0 0 0 0 0,0-1 0 0 0,0 1 0 0 0,-1 0 0 0 0,1 0 0 0 0,-1 0-1 0 0,1 1 1 0 0,-1-1 0 0 0,0 0 0 0 0,0 0 0 0 0,0 1 0 0 0,0-1 0 0 0,0 1 0 0 0,0 0-1 0 0,0 0 1 0 0,0 0 0 0 0,0 0 0 0 0,-1 0 0 0 0,-2-1 0 0 0,1 2-10 0 0,1 0 1 0 0,-1 1 0 0 0,1-1-1 0 0,-1 1 1 0 0,1 0 0 0 0,-1 0-1 0 0,1 0 1 0 0,0 0-1 0 0,-1 1 1 0 0,1-1 0 0 0,0 1-1 0 0,0 0 1 0 0,0 0 0 0 0,0 0-1 0 0,-5 5 1 0 0,-39 39-217 0 0,42-40 140 0 0,0 1 0 0 0,0-1 1 0 0,0 1-1 0 0,1 1 0 0 0,0-1 1 0 0,1 1-1 0 0,-1-1 1 0 0,2 1-1 0 0,-1 0 0 0 0,1 0 1 0 0,0 0-1 0 0,0 0 0 0 0,0 12 1 0 0,2-8 118 0 0,0-1-1 0 0,1 0 1 0 0,0 0 0 0 0,1 1 0 0 0,0-1 0 0 0,1 0 0 0 0,0-1 0 0 0,0 1 0 0 0,8 14 0 0 0,-6-13 36 0 0,2 0 0 0 0,-1-1 0 0 0,2 0 0 0 0,-1 0 1 0 0,2 0-1 0 0,-1-1 0 0 0,1 0 0 0 0,1-1 1 0 0,0 0-1 0 0,0 0 0 0 0,1-1 0 0 0,0-1 1 0 0,0 0-1 0 0,1 0 0 0 0,0-1 0 0 0,0 0 1 0 0,18 5-1 0 0,-13-8-252 0 0,0 0 0 0 0,0-1 0 0 0,0-1 0 0 0,0 0 0 0 0,0-1 1 0 0,29-5-1 0 0,-19 1-1144 0 0,0-2 0 0 0,0 0 1 0 0,35-15-1 0 0,-31 8-336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8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 0 3225 0 0,'-18'11'15906'0'0,"16"-1"-18055"0"0,-1 11 2976 0 0,1 2-1 0 0,1-1 1 0 0,0 0-1 0 0,4 27 1 0 0,17 86-409 0 0,-12-89-204 0 0,4 34-83 0 0,-3-16-87 0 0,3 0-1 0 0,2-1 0 0 0,28 78 0 0 0,-14-84-566 0 0,-26-54 43 0 0,0 1 0 0 0,0 0 0 0 0,0-1 0 0 0,1 0 0 0 0,0 1 0 0 0,-1-1 0 0 0,1 0 0 0 0,0-1 0 0 0,1 1-1 0 0,-1 0 1 0 0,0-1 0 0 0,6 3 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1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52 431 2288 0 0,'-7'-32'-201'0'0,"-26"-122"1987"0"0,28 121 1140 0 0,1 1 0 0 0,1-57 0 0 0,3 85-2696 0 0,1 0 1 0 0,-1 0-1 0 0,1 0 1 0 0,-1 1-1 0 0,1-1 1 0 0,0 0 0 0 0,1 0-1 0 0,-1 1 1 0 0,1-1-1 0 0,0 0 1 0 0,-1 1-1 0 0,1 0 1 0 0,1-1-1 0 0,-1 1 1 0 0,1 0-1 0 0,-1 0 1 0 0,1 0 0 0 0,0 1-1 0 0,0-1 1 0 0,0 1-1 0 0,0-1 1 0 0,0 1-1 0 0,1 0 1 0 0,-1 0-1 0 0,1 1 1 0 0,-1-1 0 0 0,1 1-1 0 0,0-1 1 0 0,-1 1-1 0 0,5-1 1 0 0,-3 2-169 0 0,-1-1 1 0 0,1 1 0 0 0,-1 0-1 0 0,0 0 1 0 0,1 0 0 0 0,-1 0-1 0 0,1 1 1 0 0,-1 0 0 0 0,1 0-1 0 0,-1 0 1 0 0,0 0 0 0 0,0 1-1 0 0,0-1 1 0 0,0 1 0 0 0,0 0-1 0 0,0 1 1 0 0,0-1 0 0 0,0 1 0 0 0,-1-1-1 0 0,0 1 1 0 0,1 0 0 0 0,-1 1-1 0 0,0-1 1 0 0,0 0 0 0 0,-1 1-1 0 0,5 5 1 0 0,1 10-45 0 0,0-1 0 0 0,0 1 1 0 0,-2 1-1 0 0,-1-1 0 0 0,0 1 0 0 0,-1 0 1 0 0,-1 0-1 0 0,-1 0 0 0 0,-1 1 0 0 0,-1-1 1 0 0,-1 0-1 0 0,0 0 0 0 0,-2 1 0 0 0,0-1 1 0 0,-1-1-1 0 0,-1 1 0 0 0,-1 0 0 0 0,-15 32 1 0 0,18-46-1 0 0,0-1 1 0 0,-1 1 0 0 0,1-1 0 0 0,-1 0-1 0 0,-1 0 1 0 0,1-1 0 0 0,0 1 0 0 0,-6 3-1 0 0,8-6-143 0 0,-1-1 0 0 0,1 1 0 0 0,0 0 0 0 0,-1-1 0 0 0,1 0 0 0 0,-1 0-1 0 0,1 1 1 0 0,-1-1 0 0 0,0-1 0 0 0,1 1 0 0 0,-1 0 0 0 0,0-1 0 0 0,0 1-1 0 0,1-1 1 0 0,-1 0 0 0 0,0 0 0 0 0,0 0 0 0 0,1 0 0 0 0,-1-1 0 0 0,-4 0-1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4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48 3225 0 0,'13'-27'3494'0'0,"-13"25"-2983"0"0,1 1 0 0 0,-1-1 0 0 0,1 1 0 0 0,6-7 3067 0 0,-6 7-3066 0 0,0 0-1 0 0,1 0 0 0 0,-1 0 0 0 0,0 0 0 0 0,1 1 0 0 0,1-2 0 0 0,1 15 3361 0 0,-6 20-2578 0 0,2-30-1081 0 0,-2 34-18 0 0,1 0-1 0 0,3 0 1 0 0,1 0 0 0 0,14 68-1 0 0,-3-50 46 0 0,3 0-1 0 0,34 76 0 0 0,-23-68-1333 0 0,15 34-4551 0 0,-32-70-1339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8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207 198 2737 0 0,'3'-12'487'0'0,"0"1"1"0"0,-2-1 0 0 0,1 0 0 0 0,-1 0 0 0 0,-1 0-1 0 0,0 0 1 0 0,-1 0 0 0 0,-1 0 0 0 0,1 1 0 0 0,-2-1-1 0 0,0 0 1 0 0,-4-11 0 0 0,6 21-274 0 0,0 0 0 0 0,1 0 0 0 0,-1 0 0 0 0,0 0-1 0 0,0 0 1 0 0,-1 0 0 0 0,1 0 0 0 0,0 1 0 0 0,-1-1 0 0 0,1 0 0 0 0,-1 1 0 0 0,1-1 0 0 0,-1 1 0 0 0,0 0-1 0 0,0 0 1 0 0,1-1 0 0 0,-1 1 0 0 0,-4-1 0 0 0,4 2-42 0 0,0-1 1 0 0,0 1-1 0 0,0 0 0 0 0,0 0 0 0 0,0 0 1 0 0,0 1-1 0 0,1-1 0 0 0,-1 0 0 0 0,0 1 1 0 0,0-1-1 0 0,0 1 0 0 0,0 0 1 0 0,1-1-1 0 0,-1 1 0 0 0,0 0 0 0 0,1 0 1 0 0,-3 2-1 0 0,-3 3 127 0 0,0 0 0 0 0,0 1 0 0 0,0 0 0 0 0,1 0 0 0 0,0 1 0 0 0,0 0 0 0 0,-5 10 0 0 0,-3 7-171 0 0,1 0 0 0 0,1 2 0 0 0,-12 38 0 0 0,20-54-156 0 0,1 0-1 0 0,1 0 1 0 0,0 0-1 0 0,0 1 0 0 0,1-1 1 0 0,0 1-1 0 0,1-1 0 0 0,0 1 1 0 0,1-1-1 0 0,1 0 1 0 0,4 18-1 0 0,-5-24-1 0 0,0-1 0 0 0,1 0 0 0 0,0 0 0 0 0,0 0 0 0 0,0 0 0 0 0,0 0 0 0 0,0-1 0 0 0,1 1 0 0 0,0-1 0 0 0,0 1 0 0 0,0-1 0 0 0,0 0 0 0 0,0 0 0 0 0,1 0 1 0 0,-1-1-1 0 0,1 1 0 0 0,0-1 0 0 0,0 0 0 0 0,-1 0 0 0 0,2 0 0 0 0,-1 0 0 0 0,0-1 0 0 0,0 0 0 0 0,7 2 0 0 0,-5-3-115 0 0,0 0 0 0 0,0 0 1 0 0,0 0-1 0 0,0-1 0 0 0,0 1 1 0 0,0-1-1 0 0,0-1 0 0 0,-1 1 0 0 0,1-1 1 0 0,0 0-1 0 0,-1-1 0 0 0,1 1 1 0 0,-1-1-1 0 0,0 0 0 0 0,0 0 0 0 0,0-1 1 0 0,7-6-1 0 0,-2 1-92 0 0,0-2-1 0 0,0 1 1 0 0,-1-1 0 0 0,-1-1 0 0 0,1 1 0 0 0,6-15-1 0 0,31-77 998 0 0,-30 66 181 0 0,-16 34-714 0 0,1 0 0 0 0,0 1-1 0 0,1-1 1 0 0,-1 1 0 0 0,0-1 0 0 0,1 1 0 0 0,0-1 0 0 0,-1 1-1 0 0,1 0 1 0 0,0 0 0 0 0,3-3 0 0 0,-4 5-164 0 0,-1 0-1 0 0,0 0 1 0 0,1 0-1 0 0,-1 0 1 0 0,0-1-1 0 0,1 1 1 0 0,-1 0 0 0 0,1 0-1 0 0,-1 0 1 0 0,0 0-1 0 0,1 0 1 0 0,-1 0 0 0 0,0 0-1 0 0,1 0 1 0 0,-1 0-1 0 0,0 1 1 0 0,1-1-1 0 0,-1 0 1 0 0,1 0 0 0 0,-1 0-1 0 0,0 0 1 0 0,1 0-1 0 0,-1 1 1 0 0,0-1-1 0 0,0 0 1 0 0,1 0 0 0 0,-1 1-1 0 0,0-1 1 0 0,1 0-1 0 0,9 20 676 0 0,5 28-229 0 0,-4-13-336 0 0,20 44 1 0 0,-26-67-523 0 0,2 0 1 0 0,-1-1-1 0 0,2 0 1 0 0,-1 0-1 0 0,1-1 1 0 0,1 0-1 0 0,14 13 1 0 0,-1-5-1791 0 0,1-1-4071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9.1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13 4609 0 0,'-2'-1'238'0'0,"0"-1"0"0"0,0 1 0 0 0,0 0 0 0 0,0 0-1 0 0,-1 0 1 0 0,1 0 0 0 0,0 0 0 0 0,0 0 0 0 0,-1 0 0 0 0,1 1 0 0 0,0-1 0 0 0,-1 1-1 0 0,1 0 1 0 0,-1-1 0 0 0,1 1 0 0 0,0 0 0 0 0,-1 1 0 0 0,1-1 0 0 0,-5 1 0 0 0,3 1 147 0 0,0-1 0 0 0,0 1 0 0 0,0 0 1 0 0,0 0-1 0 0,1 0 0 0 0,-1 1 0 0 0,1-1 1 0 0,0 1-1 0 0,-1 0 0 0 0,-3 5 0 0 0,-3 3 391 0 0,1 1-1 0 0,1 1 0 0 0,0 0 0 0 0,1 0 1 0 0,-9 20-1 0 0,11-20-608 0 0,0 1 0 0 0,0-1 0 0 0,1 1 0 0 0,1 0 0 0 0,1 0 0 0 0,0 1 0 0 0,0-1 0 0 0,1 0 0 0 0,2 22 0 0 0,0-30-116 0 0,0 0-1 0 0,0 0 0 0 0,1-1 1 0 0,-1 1-1 0 0,1 0 1 0 0,0-1-1 0 0,1 1 0 0 0,0-1 1 0 0,0 0-1 0 0,0 0 1 0 0,0 0-1 0 0,1 0 0 0 0,-1 0 1 0 0,1-1-1 0 0,1 1 1 0 0,-1-1-1 0 0,0 0 0 0 0,1-1 1 0 0,0 1-1 0 0,0-1 1 0 0,0 0-1 0 0,0 0 0 0 0,1 0 1 0 0,-1-1-1 0 0,8 2 1 0 0,-4-1-145 0 0,-1-1 1 0 0,1 0-1 0 0,0 0 1 0 0,0-1 0 0 0,0 0-1 0 0,0-1 1 0 0,1 0 0 0 0,-1-1-1 0 0,0 0 1 0 0,0 0 0 0 0,0 0-1 0 0,0-1 1 0 0,-1-1 0 0 0,1 0-1 0 0,-1 0 1 0 0,11-5 0 0 0,7-4-1057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9.4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71 331 1824 0 0,'1'2'88'0'0,"-1"-1"0"0"0,1 1 0 0 0,-1 0 0 0 0,1-1 0 0 0,0 1 0 0 0,-1 0 0 0 0,1-1-1 0 0,0 1 1 0 0,0-1 0 0 0,0 0 0 0 0,1 1 0 0 0,-1-1 0 0 0,0 0 0 0 0,0 0 0 0 0,1 1-1 0 0,-1-1 1 0 0,1 0 0 0 0,-1 0 0 0 0,1-1 0 0 0,-1 1 0 0 0,1 0 0 0 0,-1 0 0 0 0,1-1-1 0 0,0 1 1 0 0,-1-1 0 0 0,1 1 0 0 0,0-1 0 0 0,0 0 0 0 0,-1 0 0 0 0,1 0 0 0 0,0 0-1 0 0,0 0 1 0 0,0 0 0 0 0,-1 0 0 0 0,1-1 0 0 0,3 0 0 0 0,0 0 353 0 0,0 0 0 0 0,0 0 0 0 0,0 0 0 0 0,-1-1 0 0 0,1 0 0 0 0,0 0 1 0 0,-1 0-1 0 0,1-1 0 0 0,-1 1 0 0 0,0-1 0 0 0,0 0 0 0 0,6-6 0 0 0,-4 1-68 0 0,-1 0 0 0 0,0 0 0 0 0,-1 0 0 0 0,0-1 0 0 0,0 1 0 0 0,-1-1 0 0 0,0 0 0 0 0,0 0-1 0 0,-1 0 1 0 0,-1 0 0 0 0,1-1 0 0 0,-1 1 0 0 0,-1-19 0 0 0,0 17-181 0 0,-1 0 0 0 0,0-1-1 0 0,0 1 1 0 0,-1 0 0 0 0,-1 0-1 0 0,0 0 1 0 0,-1 0 0 0 0,0 0 0 0 0,0 1-1 0 0,-1-1 1 0 0,-8-11 0 0 0,11 19-138 0 0,0-1 0 0 0,-1 1 0 0 0,1 0 0 0 0,-1 0 0 0 0,0 0-1 0 0,0 1 1 0 0,0-1 0 0 0,0 1 0 0 0,0-1 0 0 0,-1 1 0 0 0,1 0 0 0 0,-1 0 0 0 0,1 1 0 0 0,-1-1 0 0 0,0 1 0 0 0,0-1 0 0 0,1 1 0 0 0,-1 1-1 0 0,0-1 1 0 0,0 0 0 0 0,0 1 0 0 0,-7 0 0 0 0,7 1-8 0 0,-1 0-1 0 0,1 0 1 0 0,0 0-1 0 0,0 0 1 0 0,0 1-1 0 0,0 0 0 0 0,1 0 1 0 0,-1 0-1 0 0,0 0 1 0 0,1 1-1 0 0,0-1 1 0 0,-1 1-1 0 0,1 0 1 0 0,0 0-1 0 0,0 0 1 0 0,1 0-1 0 0,-1 0 1 0 0,0 1-1 0 0,1 0 0 0 0,0-1 1 0 0,-2 6-1 0 0,-2 4-50 0 0,1 0-1 0 0,0 0 0 0 0,1 0 0 0 0,0 0 0 0 0,1 1 1 0 0,1 0-1 0 0,0 0 0 0 0,1-1 0 0 0,1 1 0 0 0,0 0 0 0 0,0 0 1 0 0,2 0-1 0 0,4 22 0 0 0,-3-24 0 0 0,0-1 1 0 0,0 0-1 0 0,2 0 0 0 0,-1 0 0 0 0,1-1 1 0 0,1 0-1 0 0,0 0 0 0 0,0 0 1 0 0,1 0-1 0 0,0-1 0 0 0,1 0 0 0 0,0-1 1 0 0,0 0-1 0 0,1 0 0 0 0,0-1 0 0 0,16 11 1 0 0,-8-9-50 0 0,1 0 1 0 0,0-1-1 0 0,0-1 1 0 0,0-1-1 0 0,1 0 1 0 0,37 5-1 0 0,-17-7-1152 0 0,0-2 0 0 0,57-3 1 0 0,-43-2-4840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0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90 7834 0 0,'8'-65'5969'0'0,"-5"41"-389"0"0,-2 30-3040 0 0,2 101-2130 0 0,-13 141 0 0 0,2 82-175 0 0,11-288-239 0 0,3-1 1 0 0,1-1-1 0 0,2 1 0 0 0,1-1 0 0 0,32 75 1 0 0,-24-76-1289 0 0,29 47 0 0 0,-36-68-6077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4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 6913 0 0,'0'0'529'0'0,"2"29"-728"0"0,-1-8 792 0 0,0 1 0 0 0,2-1 0 0 0,0 0 1 0 0,1 1-1 0 0,2-2 0 0 0,7 23 0 0 0,-9-33-456 0 0,0 0-1 0 0,0-1 1 0 0,1 1-1 0 0,0-1 1 0 0,1 0-1 0 0,-1 0 1 0 0,2-1-1 0 0,0 0 1 0 0,0 0-1 0 0,0 0 1 0 0,1-1-1 0 0,0 0 1 0 0,0 0-1 0 0,13 7 1 0 0,-17-12-37 0 0,0 0 1 0 0,0-1 0 0 0,0 1-1 0 0,1-1 1 0 0,-1 0-1 0 0,0 0 1 0 0,1 0-1 0 0,-1 0 1 0 0,1-1 0 0 0,-1 0-1 0 0,1 0 1 0 0,-1 0-1 0 0,1 0 1 0 0,-1-1-1 0 0,1 0 1 0 0,-1 0 0 0 0,1 0-1 0 0,-1-1 1 0 0,0 1-1 0 0,0-1 1 0 0,1 0-1 0 0,-1 0 1 0 0,-1 0 0 0 0,1-1-1 0 0,0 1 1 0 0,0-1-1 0 0,-1 0 1 0 0,0 0-1 0 0,1 0 1 0 0,4-7 0 0 0,-3 3 69 0 0,1 0 1 0 0,-2 0 0 0 0,1 0 0 0 0,-1-1 0 0 0,0 0-1 0 0,0 1 1 0 0,-1-1 0 0 0,0-1 0 0 0,-1 1 0 0 0,1 0-1 0 0,-2-1 1 0 0,1 1 0 0 0,-1-1 0 0 0,0 1 0 0 0,-1-13-1 0 0,-2 10-72 0 0,0 1 0 0 0,0 0 0 0 0,-1 0-1 0 0,0 1 1 0 0,0-1 0 0 0,-1 0-1 0 0,-1 1 1 0 0,1 0 0 0 0,-2 0 0 0 0,1 1-1 0 0,-1-1 1 0 0,-10-10 0 0 0,13 15-92 0 0,-1 0 0 0 0,0 1 1 0 0,0-1-1 0 0,0 1 0 0 0,0 0 0 0 0,0 0 1 0 0,-1 0-1 0 0,1 0 0 0 0,-1 1 1 0 0,0 0-1 0 0,0 0 0 0 0,0 0 0 0 0,0 0 1 0 0,0 1-1 0 0,0 0 0 0 0,0 0 1 0 0,-1 0-1 0 0,1 1 0 0 0,0 0 0 0 0,0 0 1 0 0,-1 0-1 0 0,1 0 0 0 0,0 1 1 0 0,0 0-1 0 0,-10 3 0 0 0,13-3-96 0 0,-1 0 0 0 0,1 0 0 0 0,-1 0 0 0 0,1 0 0 0 0,-1 1 0 0 0,1-1 0 0 0,0 1 0 0 0,0 0 1 0 0,-1-1-1 0 0,1 1 0 0 0,0 0 0 0 0,1 0 0 0 0,-1 0 0 0 0,0 1 0 0 0,1-1 0 0 0,-1 0 0 0 0,1 1 0 0 0,0-1 0 0 0,-3 6 0 0 0,4-2 70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8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246 30 3225 0 0,'-2'-2'59'0'0,"1"0"0"0"0,0 0 0 0 0,-1 0 0 0 0,1 0 0 0 0,-1 1 0 0 0,1-1 0 0 0,-1 0 0 0 0,0 0 0 0 0,0 1 0 0 0,0 0 0 0 0,0-1 0 0 0,0 1 0 0 0,0 0 0 0 0,0 0 0 0 0,-1 0 0 0 0,1 0 1 0 0,0 0-1 0 0,-1 0 0 0 0,-3 0 0 0 0,1 1 234 0 0,0 0-1 0 0,-1 0 1 0 0,1 0 0 0 0,-1 1 0 0 0,1 0 0 0 0,0 0-1 0 0,-11 3 1 0 0,7 0 136 0 0,1 0 0 0 0,-1 1-1 0 0,1-1 1 0 0,0 1 0 0 0,0 1 0 0 0,0 0-1 0 0,1 0 1 0 0,0 1 0 0 0,0-1 0 0 0,1 1-1 0 0,0 1 1 0 0,0-1 0 0 0,0 1 0 0 0,1 0-1 0 0,0 1 1 0 0,-6 16 0 0 0,6-15-288 0 0,1 0 0 0 0,0 0 1 0 0,1 1-1 0 0,0-1 0 0 0,0 1 0 0 0,1 0 1 0 0,1 0-1 0 0,0 0 0 0 0,0 0 0 0 0,1 0 1 0 0,1 0-1 0 0,0 0 0 0 0,0 0 0 0 0,5 15 0 0 0,-4-20-148 0 0,0-1 0 0 0,0 1 0 0 0,0-1 0 0 0,1 0 0 0 0,0 0-1 0 0,0 0 1 0 0,1-1 0 0 0,-1 1 0 0 0,1-1 0 0 0,0 1-1 0 0,0-1 1 0 0,0 0 0 0 0,1-1 0 0 0,-1 1 0 0 0,1-1-1 0 0,0 0 1 0 0,0 0 0 0 0,0-1 0 0 0,8 4 0 0 0,-9-5-68 0 0,0 0 1 0 0,1 0 0 0 0,-1 0 0 0 0,0-1 0 0 0,1 0-1 0 0,-1 0 1 0 0,1 0 0 0 0,-1 0 0 0 0,0 0-1 0 0,1-1 1 0 0,-1 0 0 0 0,0 0 0 0 0,1 0-1 0 0,-1-1 1 0 0,0 1 0 0 0,0-1 0 0 0,0 0 0 0 0,0 0-1 0 0,0 0 1 0 0,-1-1 0 0 0,1 1 0 0 0,-1-1-1 0 0,0 0 1 0 0,1 0 0 0 0,3-6 0 0 0,3-4 246 0 0,0-1-1 0 0,-1-1 1 0 0,-1 0 0 0 0,0 0 0 0 0,-1 0 0 0 0,-1-1 0 0 0,-1 0 0 0 0,0 0-1 0 0,4-22 1 0 0,-2 10 1251 0 0,19-51-1 0 0,-26 79-1387 0 0,0 0 0 0 0,0-1-1 0 0,0 1 1 0 0,0 0 0 0 0,0 0-1 0 0,0 0 1 0 0,0-1 0 0 0,0 1-1 0 0,1 0 1 0 0,-1 0 0 0 0,0 0-1 0 0,0-1 1 0 0,0 1-1 0 0,0 0 1 0 0,0 0 0 0 0,0 0-1 0 0,0 0 1 0 0,0-1 0 0 0,1 1-1 0 0,-1 0 1 0 0,0 0 0 0 0,0 0-1 0 0,0 0 1 0 0,0 0 0 0 0,1-1-1 0 0,-1 1 1 0 0,0 0 0 0 0,0 0-1 0 0,0 0 1 0 0,0 0 0 0 0,1 0-1 0 0,-1 0 1 0 0,0 0 0 0 0,0 0-1 0 0,0 0 1 0 0,1 0 0 0 0,-1 0-1 0 0,0 0 1 0 0,0 0 0 0 0,1 0-1 0 0,-1 0 1 0 0,0 0-1 0 0,0 0 1 0 0,0 0 0 0 0,1 0-1 0 0,-1 0 1 0 0,0 0 0 0 0,0 0-1 0 0,6 13 816 0 0,1 17-256 0 0,-4-14-593 0 0,0-1 1 0 0,1 0-1 0 0,1 0 0 0 0,0 0 0 0 0,1-1 0 0 0,1 0 0 0 0,11 19 0 0 0,-12-24-1020 0 0,0-1 0 0 0,0 0-1 0 0,1 0 1 0 0,0 0 0 0 0,1-1-1 0 0,-1 0 1 0 0,14 8 0 0 0,3-1-4877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1.3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263 450 3225 0 0,'-23'21'2645'0'0,"-30"21"1"0"0,-13 12-50 0 0,52-42-2304 0 0,1 2 1 0 0,1 0 0 0 0,0 0 0 0 0,1 1 0 0 0,0 0-1 0 0,2 1 1 0 0,0 0 0 0 0,-9 23 0 0 0,16-35-229 0 0,0 1 0 0 0,0 0 0 0 0,1-1 0 0 0,0 1 0 0 0,0 0 0 0 0,0 0 0 0 0,0 0 0 0 0,1 0 0 0 0,0 0 0 0 0,0 0 0 0 0,0 0 0 0 0,1-1 0 0 0,0 1 0 0 0,0 0 0 0 0,0 0 0 0 0,0 0 0 0 0,1-1 0 0 0,0 1 0 0 0,0 0 0 0 0,0-1 0 0 0,0 0 0 0 0,1 1 0 0 0,-1-1 0 0 0,1 0 0 0 0,0 0 0 0 0,1-1 0 0 0,-1 1 0 0 0,1-1 0 0 0,-1 1 0 0 0,1-1 0 0 0,0 0 0 0 0,0-1 0 0 0,1 1 0 0 0,-1-1 0 0 0,7 3 0 0 0,-7-3 16 0 0,0 0-1 0 0,-1 0 0 0 0,1 0 0 0 0,0-1 0 0 0,0 0 1 0 0,1 0-1 0 0,-1 0 0 0 0,0 0 0 0 0,0-1 0 0 0,0 0 1 0 0,1 0-1 0 0,-1 0 0 0 0,0 0 0 0 0,0 0 0 0 0,1-1 1 0 0,-1 0-1 0 0,0 0 0 0 0,5-2 0 0 0,-4 1-77 0 0,0-1-1 0 0,0 0 0 0 0,0 0 1 0 0,0-1-1 0 0,-1 1 1 0 0,1-1-1 0 0,-1 0 0 0 0,0 0 1 0 0,0-1-1 0 0,-1 1 1 0 0,7-10-1 0 0,-1-2-98 0 0,-1 0 0 0 0,-1 0 0 0 0,-1 0 1 0 0,0-1-1 0 0,-1 0 0 0 0,0 0 0 0 0,3-31 0 0 0,-4-14 332 0 0,-1-1 0 0 0,-8-65 0 0 0,-22-123 1475 0 0,24 223-1417 0 0,-8-43 453 0 0,10 65-589 0 0,0 1 0 0 0,0 0 1 0 0,-1 0-1 0 0,0 0 1 0 0,0 0-1 0 0,-1 0 1 0 0,1 0-1 0 0,-1 1 0 0 0,0-1 1 0 0,-4-5-1 0 0,6 10-139 0 0,1 0 0 0 0,0 0 0 0 0,0 0 0 0 0,0-1 0 0 0,0 1-1 0 0,-1 0 1 0 0,1 0 0 0 0,0 0 0 0 0,0-1 0 0 0,0 1 0 0 0,-1 0-1 0 0,1 0 1 0 0,0 0 0 0 0,0 0 0 0 0,-1 0 0 0 0,1 0 0 0 0,0 0-1 0 0,0-1 1 0 0,-1 1 0 0 0,1 0 0 0 0,0 0 0 0 0,0 0-1 0 0,-1 0 1 0 0,1 0 0 0 0,0 0 0 0 0,0 0 0 0 0,-1 0 0 0 0,1 0-1 0 0,0 1 1 0 0,0-1 0 0 0,-1 0 0 0 0,1 0 0 0 0,0 0 0 0 0,0 0-1 0 0,-1 0 1 0 0,1 0 0 0 0,0 0 0 0 0,0 1 0 0 0,-1-1 0 0 0,1 0-1 0 0,-6 14 316 0 0,2 21-118 0 0,4-33-169 0 0,-2 52-29 0 0,3 1 0 0 0,2-1 0 0 0,3 0 1 0 0,2 0-1 0 0,2-1 0 0 0,3 0 0 0 0,1-1 1 0 0,4 0-1 0 0,1-1 0 0 0,2-2 0 0 0,3 0 0 0 0,52 81 1 0 0,-27-59-3392 0 0,-33-48 166 0 0,15 25-4076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109 48 5065 0 0,'0'-1'179'0'0,"-1"-1"1"0"0,1 1-1 0 0,0 0 1 0 0,-1-1-1 0 0,1 1 1 0 0,-1 0-1 0 0,0 0 0 0 0,1 0 1 0 0,-1 0-1 0 0,0-1 1 0 0,0 1-1 0 0,0 0 0 0 0,0 0 1 0 0,1 0-1 0 0,-1 0 1 0 0,-1 1-1 0 0,1-1 1 0 0,0 0-1 0 0,0 0 0 0 0,0 1 1 0 0,0-1-1 0 0,-1 1 1 0 0,1-1-1 0 0,0 1 0 0 0,0-1 1 0 0,-1 1-1 0 0,1 0 1 0 0,0-1-1 0 0,-1 1 1 0 0,1 0-1 0 0,0 0 0 0 0,-1 0 1 0 0,1 0-1 0 0,0 0 1 0 0,-1 0-1 0 0,1 1 0 0 0,0-1 1 0 0,-1 0-1 0 0,1 1 1 0 0,0-1-1 0 0,-1 1 1 0 0,1-1-1 0 0,0 1 0 0 0,0 0 1 0 0,0 0-1 0 0,-2 1 1 0 0,-2 1 81 0 0,1 0 1 0 0,0 1-1 0 0,0 0 1 0 0,0 0-1 0 0,1 0 1 0 0,-1 0-1 0 0,1 1 1 0 0,0-1-1 0 0,0 1 1 0 0,-3 8-1 0 0,2-2-155 0 0,1 0 0 0 0,1 0 0 0 0,0 0 0 0 0,0 1 0 0 0,1-1 0 0 0,1 0 0 0 0,0 1 0 0 0,0-1 0 0 0,1 1 0 0 0,0-1 0 0 0,1 0-1 0 0,1 0 1 0 0,0 0 0 0 0,0 0 0 0 0,9 18 0 0 0,-9-22-39 0 0,0 1 0 0 0,1-1 0 0 0,0 0 1 0 0,1 0-1 0 0,0 0 0 0 0,0 0 0 0 0,0-1 0 0 0,1 0 0 0 0,-1 0 0 0 0,2 0 0 0 0,-1-1 0 0 0,1 0 0 0 0,-1 0 0 0 0,1-1 0 0 0,1 0 1 0 0,-1 0-1 0 0,0 0 0 0 0,1-1 0 0 0,0 0 0 0 0,0-1 0 0 0,0 0 0 0 0,9 1 0 0 0,-13-2-65 0 0,-1-1 0 0 0,1 1-1 0 0,0-1 1 0 0,0 0-1 0 0,-1-1 1 0 0,1 1 0 0 0,0-1-1 0 0,-1 1 1 0 0,1-1 0 0 0,-1 0-1 0 0,1-1 1 0 0,-1 1 0 0 0,1-1-1 0 0,-1 1 1 0 0,0-1 0 0 0,0 0-1 0 0,0 0 1 0 0,5-4 0 0 0,-5 2 4 0 0,1 0 0 0 0,-1 0 0 0 0,0-1 0 0 0,0 1 0 0 0,0-1 0 0 0,-1 0 0 0 0,1 0 0 0 0,-1 0 0 0 0,0 0 0 0 0,-1 0 0 0 0,2-7 0 0 0,1-11 21 0 0,-2 1 1 0 0,-1 0-1 0 0,0-1 0 0 0,-5-38 0 0 0,4 59-15 0 0,0 1 0 0 0,-1-1 0 0 0,1 0 0 0 0,0 1 0 0 0,0-1 0 0 0,1 0 0 0 0,-1 1 0 0 0,0-1 0 0 0,0 1 0 0 0,1-1 0 0 0,-1 0 0 0 0,2-1 0 0 0,-2 3-6 0 0,0-1 0 0 0,0 1 0 0 0,1 0-1 0 0,-1 0 1 0 0,0 0 0 0 0,0-1 0 0 0,1 1 0 0 0,-1 0 0 0 0,0 0 0 0 0,1 0 0 0 0,-1 0 0 0 0,0 0 0 0 0,1 0 0 0 0,-1 0 0 0 0,0 0 0 0 0,1 0 0 0 0,-1 0 0 0 0,0 0 0 0 0,1 0 0 0 0,-1 0-1 0 0,0 0 1 0 0,1 0 0 0 0,-1 0 0 0 0,0 0 0 0 0,1 0 0 0 0,-1 0 0 0 0,0 0 0 0 0,0 0 0 0 0,1 1 0 0 0,-1-1 0 0 0,0 0 0 0 0,1 0 0 0 0,-1 0 0 0 0,0 0 0 0 0,1 1 0 0 0,30 32 289 0 0,-20-19-352 0 0,5 2 218 0 0,1 0 0 0 0,1 0 0 0 0,0-2 0 0 0,1 0 0 0 0,29 15-1 0 0,-35-22-133 0 0,0-1 0 0 0,0 0 0 0 0,0-1-1 0 0,1-1 1 0 0,-1 0 0 0 0,1-1-1 0 0,0 0 1 0 0,1-1 0 0 0,-1-1 0 0 0,16 0-1 0 0,-26-1-7 0 0,0 0 1 0 0,-1-1-1 0 0,1 1 0 0 0,0-1 0 0 0,-1 0 0 0 0,1 0 0 0 0,0-1 1 0 0,-1 1-1 0 0,1-1 0 0 0,-1 1 0 0 0,0-1 0 0 0,1 0 0 0 0,-1 0 1 0 0,0-1-1 0 0,0 1 0 0 0,4-5 0 0 0,-3 2 26 0 0,0-1 0 0 0,0 1 0 0 0,-1 0 0 0 0,0-1 0 0 0,0 0 0 0 0,0 0 0 0 0,-1 0 1 0 0,0 0-1 0 0,2-8 0 0 0,-1-1 8 0 0,-1-1 0 0 0,0 0 1 0 0,-1 0-1 0 0,0 0 0 0 0,-2 0 1 0 0,0 1-1 0 0,-4-21 0 0 0,5 29-132 0 0,-1 1 0 0 0,0 0-1 0 0,-1 0 1 0 0,0 0 0 0 0,0 0-1 0 0,0 0 1 0 0,0 0 0 0 0,-1 1-1 0 0,0-1 1 0 0,-1 1 0 0 0,1 0 0 0 0,-1 0-1 0 0,0 0 1 0 0,-6-6 0 0 0,3 7-906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3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 6305 0 0,'3'-1'247'0'0,"0"0"0"0"0,1 1 0 0 0,-1-1 1 0 0,0 1-1 0 0,1-1 0 0 0,-1 1 0 0 0,0 0 0 0 0,1 1 0 0 0,-1-1 0 0 0,0 0 0 0 0,0 1 0 0 0,5 1 0 0 0,-6-1 27 0 0,0 0-1 0 0,-1 0 1 0 0,1 0 0 0 0,0 1-1 0 0,0-1 1 0 0,-1 0 0 0 0,1 1 0 0 0,-1 0-1 0 0,1-1 1 0 0,-1 1 0 0 0,0 0-1 0 0,1-1 1 0 0,-1 1 0 0 0,0 0-1 0 0,0 0 1 0 0,0 0 0 0 0,-1 0 0 0 0,1 0-1 0 0,0 0 1 0 0,0 3 0 0 0,3 19 528 0 0,0 0 1 0 0,-1 1 0 0 0,-2-1 0 0 0,-1 27 0 0 0,-1-31-1376 0 0,1 1 1 0 0,0 0 0 0 0,2-1-1 0 0,1 1 1 0 0,0-1 0 0 0,11 33 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5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43 12443 0 0,'3'-6'246'0'0,"-3"3"-173"0"0,1 1 0 0 0,0-1 0 0 0,0 1 1 0 0,0-1-1 0 0,1 1 0 0 0,-1 0 0 0 0,0-1 0 0 0,1 1 1 0 0,-1 0-1 0 0,1 0 0 0 0,0 0 0 0 0,0 0 1 0 0,0 1-1 0 0,4-4 0 0 0,-5 5-39 0 0,-1 0 0 0 0,1 0 0 0 0,0 0 0 0 0,0 0 0 0 0,0 0 0 0 0,-1 0 0 0 0,1 0 0 0 0,0 0 0 0 0,0 0 0 0 0,0 1 0 0 0,-1-1 0 0 0,1 0 0 0 0,0 0 1 0 0,0 1-1 0 0,-1-1 0 0 0,1 1 0 0 0,0-1 0 0 0,-1 0 0 0 0,1 1 0 0 0,0-1 0 0 0,-1 1 0 0 0,1 0 0 0 0,-1-1 0 0 0,1 1 0 0 0,-1-1 0 0 0,1 1 0 0 0,-1 0 0 0 0,1 0 0 0 0,-1-1 0 0 0,0 1 0 0 0,1 0 0 0 0,-1 0 0 0 0,0-1 0 0 0,0 1 0 0 0,1 0 0 0 0,-1 0 0 0 0,0-1 0 0 0,0 1 1 0 0,0 0-1 0 0,0 2 0 0 0,2 32 194 0 0,-3-12-332 0 0,0-14-373 0 0,0 0 1 0 0,0 0-1 0 0,1 0 1 0 0,0 0-1 0 0,1 0 1 0 0,0 0-1 0 0,1 0 0 0 0,0-1 1 0 0,0 1-1 0 0,5 13 1 0 0,2-9 429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8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4 10594 0 0,'0'0'46'0'0,"0"-1"0"0"0,0 1-1 0 0,0 0 1 0 0,0 0 0 0 0,0 0-1 0 0,0 0 1 0 0,0-1 0 0 0,0 1 0 0 0,-1 0-1 0 0,1 0 1 0 0,0 0 0 0 0,0 0-1 0 0,0 0 1 0 0,0-1 0 0 0,0 1 0 0 0,0 0-1 0 0,-1 0 1 0 0,1 0 0 0 0,0 0-1 0 0,0 0 1 0 0,0 0 0 0 0,0 0-1 0 0,-1-1 1 0 0,1 1 0 0 0,0 0 0 0 0,0 0-1 0 0,0 0 1 0 0,0 0 0 0 0,-1 0-1 0 0,1 0 1 0 0,0 0 0 0 0,0 0-1 0 0,0 0 1 0 0,0 0 0 0 0,-1 0 0 0 0,1 0-1 0 0,0 0 1 0 0,0 0 0 0 0,0 0-1 0 0,-1 0 1 0 0,1 0 0 0 0,0 1-1 0 0,0-1 1 0 0,0 0 0 0 0,0 0 0 0 0,-1 0-1 0 0,1 0 1 0 0,0 0 0 0 0,0 0-1 0 0,0 0 1 0 0,0 0 0 0 0,0 1 0 0 0,0-1-1 0 0,-1 0 1 0 0,1 0 0 0 0,0 0-1 0 0,0 0 1 0 0,0 1 0 0 0,0-1-1 0 0,0 0 1 0 0,0 0 0 0 0,0 0 0 0 0,0 0-1 0 0,0 1 1 0 0,0-1 0 0 0,0 0-1 0 0,0 0 1 0 0,-3 25 2529 0 0,6 48 771 0 0,-2-57-2831 0 0,5 138 1682 0 0,-4-52-2016 0 0,4 0-1 0 0,31 159 1 0 0,-8-158-1193 0 0,-4-36-6902 0 0,-16-50 1877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3.2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90 352 6913 0 0,'-7'-2'267'0'0,"0"0"0"0"0,-1 1 0 0 0,1 0 0 0 0,-1 1 0 0 0,1 0 0 0 0,0 0 0 0 0,-1 0 0 0 0,1 1 0 0 0,-1 0 0 0 0,-7 3 0 0 0,48-3 1582 0 0,-12-6-1415 0 0,1 0 1 0 0,-1-2 0 0 0,0 0 0 0 0,21-11-1 0 0,80-44 711 0 0,-107 53-1029 0 0,33-19-17 0 0,-2-2-1 0 0,-2-2 1 0 0,0-2 0 0 0,64-66 0 0 0,-107 99-42 0 0,0-1-1 0 0,0 1 0 0 0,1 0 0 0 0,-1-1 1 0 0,1 1-1 0 0,-1 0 0 0 0,1 0 0 0 0,-1 0 1 0 0,1 0-1 0 0,-1 0 0 0 0,1 1 0 0 0,0-1 1 0 0,0 0-1 0 0,2 0 0 0 0,-3 2-10 0 0,0-1 1 0 0,-1 0-1 0 0,1 1 0 0 0,0 0 0 0 0,-1-1 0 0 0,1 1 0 0 0,0-1 0 0 0,-1 1 1 0 0,1 0-1 0 0,-1 0 0 0 0,1-1 0 0 0,-1 1 0 0 0,1 0 0 0 0,-1 0 0 0 0,1-1 1 0 0,-1 1-1 0 0,0 0 0 0 0,1 0 0 0 0,-1 0 0 0 0,0 0 0 0 0,0 0 0 0 0,0 0 1 0 0,0-1-1 0 0,0 1 0 0 0,0 0 0 0 0,0 0 0 0 0,0 0 0 0 0,0 0 0 0 0,0 0 1 0 0,0 0-1 0 0,-1 1 0 0 0,0 59 890 0 0,0-25-594 0 0,0 0 1 0 0,3 0 0 0 0,10 61-1 0 0,-10-86-355 0 0,1-1-1 0 0,1 0 1 0 0,-1 1-1 0 0,1-1 1 0 0,1-1-1 0 0,0 1 1 0 0,0 0-1 0 0,1-1 0 0 0,1 0 1 0 0,-1-1-1 0 0,1 0 1 0 0,1 0-1 0 0,-1 0 1 0 0,1-1-1 0 0,1 0 1 0 0,15 11-1 0 0,-22-17-66 0 0,1 1-1 0 0,-1-1 1 0 0,1 0 0 0 0,0 1-1 0 0,-1-1 1 0 0,1-1-1 0 0,0 1 1 0 0,-1 0 0 0 0,1-1-1 0 0,0 1 1 0 0,0-1-1 0 0,0 0 1 0 0,-1 0 0 0 0,1 0-1 0 0,0 0 1 0 0,0 0-1 0 0,0-1 1 0 0,4-1 0 0 0,-2 1 22 0 0,-1-1 1 0 0,1-1 0 0 0,-1 1 0 0 0,0-1 0 0 0,0 1-1 0 0,0-1 1 0 0,0 0 0 0 0,0-1 0 0 0,-1 1-1 0 0,4-5 1 0 0,6-9 105 0 0,0 0 0 0 0,-2-1 0 0 0,19-38 0 0 0,-26 48 1 0 0,5-12 76 0 0,-7 14 56 0 0,1-1 1 0 0,0 0-1 0 0,1 1 0 0 0,-1 0 1 0 0,1 0-1 0 0,0 0 1 0 0,9-9-1 0 0,-12 14-121 0 0,-1 1 0 0 0,1 0-1 0 0,0 0 1 0 0,0 0 0 0 0,-1 0 0 0 0,1 0-1 0 0,0 0 1 0 0,0 0 0 0 0,-1 0 0 0 0,1 0-1 0 0,0 0 1 0 0,0 1 0 0 0,-1-1 0 0 0,1 0-1 0 0,0 0 1 0 0,0 1 0 0 0,-1-1-1 0 0,1 1 1 0 0,0-1 0 0 0,-1 0 0 0 0,1 1-1 0 0,-1-1 1 0 0,1 1 0 0 0,-1-1 0 0 0,1 1-1 0 0,-1 0 1 0 0,1-1 0 0 0,-1 1 0 0 0,1-1-1 0 0,-1 1 1 0 0,0 0 0 0 0,1 0 0 0 0,-1-1-1 0 0,0 1 1 0 0,1 0 0 0 0,-1-1-1 0 0,0 2 1 0 0,13 29 405 0 0,7 37-42 0 0,-16-46-459 0 0,2 0-1 0 0,1-1 1 0 0,0 0 0 0 0,2-1 0 0 0,0 0-1 0 0,1 0 1 0 0,1-1 0 0 0,15 20-1 0 0,-6-15-1690 0 0,0-1-5762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3.8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287 50 6913 0 0,'-2'-4'468'0'0,"0"0"-1"0"0,-1 0 0 0 0,0 0 0 0 0,0 0 1 0 0,0 0-1 0 0,0 1 0 0 0,0-1 0 0 0,-1 1 0 0 0,1 0 1 0 0,-6-3-1 0 0,7 4-230 0 0,0 2 1 0 0,-1-1-1 0 0,1 0 1 0 0,-1 0-1 0 0,1 1 1 0 0,-1-1 0 0 0,1 1-1 0 0,-1 0 1 0 0,1-1-1 0 0,-1 1 1 0 0,0 1-1 0 0,1-1 1 0 0,-1 0-1 0 0,1 1 1 0 0,-1-1-1 0 0,1 1 1 0 0,-1 0-1 0 0,1-1 1 0 0,0 1-1 0 0,-1 0 1 0 0,-1 2-1 0 0,-9 4 12 0 0,1 1-1 0 0,0 0 1 0 0,1 0 0 0 0,0 1-1 0 0,0 1 1 0 0,1 0-1 0 0,0 0 1 0 0,-9 13-1 0 0,6-5-203 0 0,1-1 0 0 0,0 2 0 0 0,1 0 0 0 0,-13 32 0 0 0,21-45-45 0 0,1 0 0 0 0,1-1 0 0 0,-1 1 1 0 0,1 0-1 0 0,0 0 0 0 0,0 0 0 0 0,0 0 0 0 0,1 0 0 0 0,0 0 0 0 0,0 0 0 0 0,1 0 0 0 0,0 0 0 0 0,2 10 0 0 0,-1-12 0 0 0,-1 0-1 0 0,1-1 0 0 0,0 1 1 0 0,0-1-1 0 0,0 0 0 0 0,1 0 1 0 0,-1 0-1 0 0,1 0 0 0 0,-1 0 1 0 0,1 0-1 0 0,0 0 0 0 0,0-1 1 0 0,0 0-1 0 0,1 1 0 0 0,-1-1 1 0 0,1 0-1 0 0,-1-1 1 0 0,1 1-1 0 0,-1-1 0 0 0,1 1 1 0 0,7 0-1 0 0,-4 0-35 0 0,1-1 0 0 0,-1 0 0 0 0,0 0-1 0 0,1-1 1 0 0,-1 0 0 0 0,1 0 0 0 0,-1-1 0 0 0,0 0 0 0 0,1 0 0 0 0,-1-1 0 0 0,0 0 0 0 0,8-3-1 0 0,-4 0-58 0 0,0 0 0 0 0,-1-1 0 0 0,0 0 0 0 0,0 0 0 0 0,0-1 0 0 0,-1-1 0 0 0,11-9 0 0 0,-9 5 197 0 0,0 0 0 0 0,0 0-1 0 0,-2-1 1 0 0,1 0-1 0 0,-2-1 1 0 0,0 0-1 0 0,0-1 1 0 0,-1 1 0 0 0,-1-1-1 0 0,-1-1 1 0 0,6-21-1 0 0,-11 35-96 0 0,1-4 260 0 0,0 1-1 0 0,0 0 1 0 0,0 0-1 0 0,1 0 1 0 0,-1 0-1 0 0,6-9 1 0 0,-7 14-219 0 0,0-1-1 0 0,1 1 1 0 0,-1-1 0 0 0,1 1-1 0 0,-1-1 1 0 0,1 1 0 0 0,-1-1-1 0 0,1 1 1 0 0,-1 0 0 0 0,1-1-1 0 0,-1 1 1 0 0,1 0-1 0 0,0-1 1 0 0,-1 1 0 0 0,1 0-1 0 0,-1 0 1 0 0,1-1 0 0 0,0 1-1 0 0,-1 0 1 0 0,1 0 0 0 0,0 0-1 0 0,-1 0 1 0 0,2 0 0 0 0,0 1-25 0 0,0-1 1 0 0,-1 1 0 0 0,1-1-1 0 0,0 1 1 0 0,0 0 0 0 0,-1 0-1 0 0,1 0 1 0 0,-1 0 0 0 0,1 0-1 0 0,-1 0 1 0 0,1 0 0 0 0,1 2-1 0 0,19 20 152 0 0,-1 1 0 0 0,21 29 0 0 0,-26-30-154 0 0,2-1-1 0 0,0-1 1 0 0,34 29 0 0 0,-36-37-428 0 0,2-1 0 0 0,0-1 0 0 0,0-1 1 0 0,1-1-1 0 0,0 0 0 0 0,0-2 0 0 0,27 8 1 0 0,-5-5-6983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4.7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318 24 10594 0 0,'0'-1'50'0'0,"-1"-1"0"0"0,0 1-1 0 0,1 0 1 0 0,-1-1 0 0 0,0 1 0 0 0,0 0-1 0 0,1 0 1 0 0,-1 0 0 0 0,0-1 0 0 0,0 1-1 0 0,-1 0 1 0 0,1 0 0 0 0,0 0 0 0 0,0 1-1 0 0,0-1 1 0 0,-1 0 0 0 0,1 0-1 0 0,0 1 1 0 0,-1-1 0 0 0,1 0 0 0 0,-1 1-1 0 0,1 0 1 0 0,0-1 0 0 0,-1 1 0 0 0,1 0-1 0 0,-1 0 1 0 0,1 0 0 0 0,-1 0 0 0 0,1 0-1 0 0,-1 0 1 0 0,1 0 0 0 0,-1 0-1 0 0,1 0 1 0 0,-1 1 0 0 0,-2 0 0 0 0,-1 1 48 0 0,0-1 0 0 0,1 1 1 0 0,-1 0-1 0 0,1 0 1 0 0,-1 1-1 0 0,1-1 0 0 0,0 1 1 0 0,0 0-1 0 0,0 0 0 0 0,-4 5 1 0 0,-16 23 176 0 0,1 1 1 0 0,1 2-1 0 0,2 0 1 0 0,-19 46-1 0 0,21-45-198 0 0,2-2 6 0 0,1 1 1 0 0,-13 46 0 0 0,24-67-82 0 0,1 0 1 0 0,0 0-1 0 0,1 0 0 0 0,0 0 1 0 0,1 1-1 0 0,1-1 0 0 0,0 1 1 0 0,1-1-1 0 0,4 22 0 0 0,-4-32-49 0 0,0 1-1 0 0,1 0 0 0 0,-1 0 0 0 0,1-1 1 0 0,0 1-1 0 0,0-1 0 0 0,0 1 0 0 0,0-1 1 0 0,0 0-1 0 0,1 0 0 0 0,0 0 0 0 0,0 0 1 0 0,-1 0-1 0 0,2-1 0 0 0,-1 1 1 0 0,0-1-1 0 0,0 0 0 0 0,1 0 0 0 0,-1 0 1 0 0,1 0-1 0 0,0-1 0 0 0,-1 0 0 0 0,1 1 1 0 0,0-1-1 0 0,0 0 0 0 0,0-1 1 0 0,7 1-1 0 0,9 0-254 0 0,0 0-1 0 0,0-2 1 0 0,0 0 0 0 0,26-6 0 0 0,-23 4 253 0 0,-17 2 4 0 0,10-2 131 0 0,0 1 0 0 0,0 1 0 0 0,1 0 0 0 0,-1 1 0 0 0,25 4 0 0 0,-38-4-93 0 0,1 1 0 0 0,-1 0 0 0 0,0 0 0 0 0,0 0 0 0 0,0 0 0 0 0,0 1 1 0 0,0-1-1 0 0,0 1 0 0 0,0-1 0 0 0,-1 1 0 0 0,1 0 0 0 0,-1 0 0 0 0,1 0 0 0 0,-1 1 0 0 0,0-1 0 0 0,1 1 0 0 0,-1-1 1 0 0,-1 1-1 0 0,1 0 0 0 0,0-1 0 0 0,-1 1 0 0 0,1 0 0 0 0,-1 0 0 0 0,0 0 0 0 0,0 0 0 0 0,0 1 0 0 0,0-1 0 0 0,-1 0 0 0 0,1 0 1 0 0,-1 1-1 0 0,0-1 0 0 0,0 0 0 0 0,0 0 0 0 0,0 5 0 0 0,-3 13 166 0 0,0 0 1 0 0,-1 0-1 0 0,-1 0 0 0 0,-1-1 1 0 0,0 0-1 0 0,-2 0 0 0 0,0 0 1 0 0,-2-1-1 0 0,0 0 0 0 0,-1-1 1 0 0,0 0-1 0 0,-2-1 0 0 0,0 0 1 0 0,-16 15-1 0 0,26-29 56 0 0,1-1 1 0 0,0 0-1 0 0,-1 0 1 0 0,1 0 0 0 0,-1 0-1 0 0,1-1 1 0 0,-1 1-1 0 0,0 0 1 0 0,0-1-1 0 0,0 0 1 0 0,0 0-1 0 0,-4 1 1 0 0,7-2-220 0 0,-1 0 0 0 0,1 0 0 0 0,0-1 0 0 0,0 1-1 0 0,0 0 1 0 0,0 0 0 0 0,0-1 0 0 0,0 1 0 0 0,-1 0 0 0 0,1 0 0 0 0,0-1 0 0 0,0 1 0 0 0,0 0 0 0 0,0-1 0 0 0,0 1 0 0 0,0 0 0 0 0,0 0 0 0 0,0-1 0 0 0,0 1 0 0 0,0 0 0 0 0,0 0-1 0 0,0-1 1 0 0,1 1 0 0 0,-1 0 0 0 0,0-1 0 0 0,0 1 0 0 0,0 0 0 0 0,0 0 0 0 0,0-1 0 0 0,0 1 0 0 0,1 0 0 0 0,-1 0 0 0 0,0 0 0 0 0,0-1 0 0 0,0 1 0 0 0,1 0 0 0 0,-1 0-1 0 0,0 0 1 0 0,0 0 0 0 0,0-1 0 0 0,1 1 0 0 0,-1 0 0 0 0,0 0 0 0 0,0 0 0 0 0,1 0 0 0 0,-1 0 0 0 0,0 0 0 0 0,1 0 0 0 0,11-9-1164 0 0,0 3-2840 0 0,1 0-1303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2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7 1376 0 0,'8'-6'11177'0'0,"-8"7"-10983"0"0,5 35 2034 0 0,2 75 1 0 0,-1-2-829 0 0,18 56-339 0 0,-19-138-1018 0 0,2 0 0 0 0,2 0-1 0 0,21 50 1 0 0,-28-75-23 0 0,-1 1 1 0 0,0 0-1 0 0,1-1 0 0 0,0 1 0 0 0,-1-1 0 0 0,1 0 0 0 0,0 1 0 0 0,0-1 1 0 0,0 0-1 0 0,0 0 0 0 0,1 0 0 0 0,-1 0 0 0 0,1-1 0 0 0,-1 1 0 0 0,1-1 1 0 0,2 2-1 0 0,-4-3-2 0 0,0 0 0 0 0,0 1 0 0 0,0-1 0 0 0,0 0 1 0 0,0 0-1 0 0,0 0 0 0 0,0 0 0 0 0,0 0 0 0 0,0 0 0 0 0,0-1 0 0 0,0 1 1 0 0,0 0-1 0 0,0 0 0 0 0,-1-1 0 0 0,1 1 0 0 0,0-1 0 0 0,0 1 1 0 0,0 0-1 0 0,1-2 0 0 0,0 0-6 0 0,0 0 0 0 0,-1 1 0 0 0,1-1-1 0 0,-1 0 1 0 0,0 0 0 0 0,1 0 0 0 0,-1 0 0 0 0,0 0 0 0 0,0-1 0 0 0,0 1 0 0 0,0-3-1 0 0,13-36-50 0 0,2-11 295 0 0,3 1 0 0 0,42-85 0 0 0,-59 134-216 0 0,-1 0 0 0 0,0-1 1 0 0,1 1-1 0 0,-1 0 0 0 0,1 0 1 0 0,0 0-1 0 0,0 0 1 0 0,0 0-1 0 0,0 0 0 0 0,0 1 1 0 0,0-1-1 0 0,4-1 0 0 0,-6 3-19 0 0,1-1-1 0 0,-1 1 0 0 0,1 0 0 0 0,-1 0 0 0 0,1 0 1 0 0,0 0-1 0 0,-1 0 0 0 0,1 0 0 0 0,-1 0 0 0 0,1 0 1 0 0,-1 0-1 0 0,1 0 0 0 0,0 0 0 0 0,-1 0 0 0 0,1 1 0 0 0,-1-1 1 0 0,1 0-1 0 0,-1 0 0 0 0,1 1 0 0 0,-1-1 0 0 0,1 0 1 0 0,-1 0-1 0 0,1 1 0 0 0,0 1-4 0 0,1-1 1 0 0,-1 0-1 0 0,0 1 1 0 0,0-1-1 0 0,0 1 1 0 0,-1-1-1 0 0,1 1 1 0 0,0 0-1 0 0,-1-1 1 0 0,1 1-1 0 0,0 2 0 0 0,7 30 308 0 0,3 37-1 0 0,-6-38-303 0 0,10 41-1 0 0,-11-62-332 0 0,0-1 0 0 0,0 0 0 0 0,1 0 0 0 0,0 0 0 0 0,1-1 0 0 0,0 0 0 0 0,11 13-1 0 0,-2-5-4800 0 0,1-1-1634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6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35 103 6913 0 0,'-3'-13'10024'0'0,"-4"33"-9445"0"0,1 0 0 0 0,0 0 0 0 0,2 1 0 0 0,-4 37 0 0 0,8-52-578 0 0,0 1 1 0 0,0-1 0 0 0,1 0-1 0 0,0 1 1 0 0,0-1 0 0 0,0 0-1 0 0,1 0 1 0 0,0 0 0 0 0,0 0-1 0 0,0 0 1 0 0,1 0 0 0 0,0-1-1 0 0,0 1 1 0 0,1-1 0 0 0,-1 0-1 0 0,1 0 1 0 0,0 0 0 0 0,1 0-1 0 0,-1-1 1 0 0,1 1 0 0 0,6 3-1 0 0,-3-2 48 0 0,1-1 0 0 0,0 0 1 0 0,0 0-1 0 0,1-1 0 0 0,-1-1 0 0 0,1 1 0 0 0,0-2 0 0 0,0 1 0 0 0,0-1 0 0 0,0-1 0 0 0,0 0 1 0 0,0 0-1 0 0,1-1 0 0 0,-1 0 0 0 0,0-1 0 0 0,0 0 0 0 0,13-3 0 0 0,-17 3-14 0 0,-1-1 0 0 0,1 0 0 0 0,-1 1-1 0 0,1-2 1 0 0,-1 1 0 0 0,0-1 0 0 0,0 0 0 0 0,0 0 0 0 0,0 0-1 0 0,0 0 1 0 0,-1-1 0 0 0,0 0 0 0 0,0 0 0 0 0,0 0-1 0 0,0-1 1 0 0,0 1 0 0 0,-1-1 0 0 0,0 0 0 0 0,0 0-1 0 0,0 0 1 0 0,-1 0 0 0 0,1-1 0 0 0,-1 1 0 0 0,0-1-1 0 0,-1 1 1 0 0,0-1 0 0 0,0 0 0 0 0,0 1 0 0 0,0-1-1 0 0,-1 0 1 0 0,0-9 0 0 0,-2-1-132 0 0,0 1 1 0 0,-1 0-1 0 0,0-1 0 0 0,-1 1 1 0 0,-1 1-1 0 0,-1-1 0 0 0,0 1 1 0 0,0 0-1 0 0,-2 0 0 0 0,0 0 0 0 0,0 1 1 0 0,-1 1-1 0 0,-1-1 0 0 0,0 2 1 0 0,-13-13-1 0 0,9 14-4900 0 0,-2 5-1595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9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0 111 1376 0 0,'2'0'203'0'0,"1"0"-1"0"0,-1 0 1 0 0,0 1-1 0 0,1-1 1 0 0,-1 1-1 0 0,0 0 1 0 0,0-1 0 0 0,0 1-1 0 0,0 0 1 0 0,0 0-1 0 0,0 1 1 0 0,0-1-1 0 0,0 0 1 0 0,0 1-1 0 0,0-1 1 0 0,-1 1-1 0 0,1-1 1 0 0,0 1-1 0 0,1 3 1 0 0,3 4 1223 0 0,0 0 0 0 0,-1 0 0 0 0,5 12 0 0 0,0 0-845 0 0,9 20 1618 0 0,-13-26-934 0 0,0-1-1 0 0,2-1 1 0 0,10 17-1 0 0,-20-36-650 0 0,0 0-1 0 0,1 0 1 0 0,-1 0 0 0 0,1 0-1 0 0,1 0 1 0 0,-1 0-1 0 0,1-9 1 0 0,0-1-609 0 0,0 0 0 0 0,4-25 0 0 0,-1 28-129 0 0,0 0 1 0 0,1 0-1 0 0,0 1 1 0 0,1-1-1 0 0,0 1 0 0 0,1 1 1 0 0,0-1-1 0 0,1 1 0 0 0,0 0 1 0 0,1 0-1 0 0,0 1 0 0 0,1 0 1 0 0,14-13-1 0 0,-1 13-3346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6.2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26 4465 0 0,'15'-25'11459'0'0,"-7"40"-9268"0"0,2 13-265 0 0,11 39-1 0 0,9 83-791 0 0,-11-46-846 0 0,96 287-707 0 0,-79-280-2696 0 0,-28-85-4128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6.4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1 111 9674 0 0,'30'-9'2989'0'0,"-21"7"-2445"0"0,113-27 5430 0 0,63-18-2937 0 0,-153 38-4042 0 0,0 2-3983 0 0,-32 7 4965 0 0,30-7-6929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7.5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43 4609 0 0,'1'-2'305'0'0,"1"0"-1"0"0,-1 0 1 0 0,1 1-1 0 0,-1-1 1 0 0,1 1-1 0 0,0-1 1 0 0,-1 1-1 0 0,1-1 1 0 0,0 1-1 0 0,0 0 1 0 0,0 0-1 0 0,0 0 1 0 0,0 0-1 0 0,1 1 1 0 0,-1-1-1 0 0,0 0 1 0 0,0 1-1 0 0,0-1 1 0 0,1 1-1 0 0,3 0 1 0 0,3 0 1477 0 0,1 1 1 0 0,-1 0-1 0 0,17 4 0 0 0,-13-2 288 0 0,-6-2-1066 0 0,-5-1-569 0 0,-8-4 84 0 0,5 4-273 0 0,0-4-187 0 0,-5-14-48 0 0,3 14-11 0 0,2 4-12 0 0,1 0 1 0 0,-1 1-1 0 0,1-1 0 0 0,-1 0 1 0 0,1 1-1 0 0,-1-1 0 0 0,1 1 1 0 0,-1-1-1 0 0,1 1 1 0 0,0-1-1 0 0,-1 1 0 0 0,1-1 1 0 0,0 1-1 0 0,-1-1 0 0 0,1 1 1 0 0,0 0-1 0 0,0-1 1 0 0,-1 1-1 0 0,1-1 0 0 0,0 1 1 0 0,0 0-1 0 0,0-1 0 0 0,0 1 1 0 0,0 0-1 0 0,0-1 1 0 0,0 1-1 0 0,0-1 0 0 0,0 1 1 0 0,0 0-1 0 0,0-1 1 0 0,1 2-1 0 0,-1 0-95 0 0,0-1 20 0 0,4 2-233 0 0,-1-1 128 0 0,-2-1 96 0 0,0 0 0 0 0,0 1 0 0 0,0-1 0 0 0,0 0-1 0 0,0 0 1 0 0,0-1 0 0 0,1 1 0 0 0,-1 0 0 0 0,0 0 0 0 0,1-1 0 0 0,-1 1 0 0 0,1 0 0 0 0,-1-1 0 0 0,1 1 0 0 0,-1-1 0 0 0,1 0 0 0 0,2 1 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3:00:03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21 302 2761 0 0,'-9'1'221'0'0,"-3"1"-306"0"0,20-1 915 0 0,-5-4-588 0 0,1-3-132 0 0,-3 5-27 0 0,0-1-1 0 0,0 1 0 0 0,1-1 1 0 0,-1 1-1 0 0,0 0 0 0 0,1-1 1 0 0,-1 1-1 0 0,1 0 0 0 0,-1 0 1 0 0,3-1-1 0 0,12-6 771 0 0,0 2-1 0 0,0 0 1 0 0,0 1-1 0 0,1 0 1 0 0,0 2-1 0 0,0 0 1 0 0,30-2-1 0 0,157-26 1584 0 0,-110 13-1730 0 0,334-46 662 0 0,-333 53-1047 0 0,0 4 0 0 0,126 7-1 0 0,-114 2 385 0 0,154-16 0 0 0,-171 1-598 0 0,0 5 1 0 0,128 3-1 0 0,161 10 560 0 0,324-48 15 0 0,-587 26-658 0 0,-89 11-24 0 0,-1 1 0 0 0,1 2-1 0 0,1 1 1 0 0,33 1-1 0 0,-46 5 133 0 0,-12 3 3 0 0,-4-5-114 0 0,0 0-1 0 0,0-1 1 0 0,0 1-1 0 0,0-1 1 0 0,-1 1-1 0 0,1-1 1 0 0,0 1-1 0 0,-1-1 1 0 0,1 0-1 0 0,-1 1 1 0 0,-2 0-1 0 0,-8 6 28 0 0,0 0 0 0 0,-21 8-1 0 0,25-14-67 0 0,-8 4-205 0 0,16-6 212 0 0,-1 0 0 0 0,1 0 0 0 0,0 1 0 0 0,0-1 0 0 0,0 0 1 0 0,-1 0-1 0 0,1 0 0 0 0,0 0 0 0 0,0 0 0 0 0,0 1 0 0 0,0-1 1 0 0,-1 0-1 0 0,1 0 0 0 0,0 0 0 0 0,0 1 0 0 0,0-1 0 0 0,0 0 0 0 0,0 0 1 0 0,0 0-1 0 0,-1 1 0 0 0,1-1 0 0 0,0 0 0 0 0,0 0 0 0 0,0 1 1 0 0,0-1-1 0 0,0 0 0 0 0,0 0 0 0 0,0 1 0 0 0,0-1 0 0 0,0 0 0 0 0,0 0 1 0 0,0 0-1 0 0,0 1 0 0 0,0-1 0 0 0,0 0 0 0 0,1 0 0 0 0,-1 1 0 0 0,0-1 1 0 0,0 0-1 0 0,0 0 0 0 0,0 0 0 0 0,0 1 0 0 0,0-1 0 0 0,1 0 1 0 0,-1 0-1 0 0,0 0 0 0 0,0 1 0 0 0,0-1 0 0 0,1 0 0 0 0,-1 0-29 0 0,-3 4-236 0 0,0-1 131 0 0,1-1 0 0 0,-1 0 0 0 0,1 0 1 0 0,-1 0-1 0 0,0-1 0 0 0,0 1 0 0 0,0 0 0 0 0,0-1 0 0 0,0 0 0 0 0,-1 0 0 0 0,1 0 0 0 0,0 0 0 0 0,0 0 0 0 0,-1-1 0 0 0,1 1 0 0 0,-1-1 0 0 0,1 0 1 0 0,0 0-1 0 0,-1-1 0 0 0,1 1 0 0 0,0 0 0 0 0,-7-3 0 0 0,4 3 575 0 0,0-1-1 0 0,0 1 1 0 0,0 0 0 0 0,0 0-1 0 0,-12 2 1 0 0,-8 1-375 0 0,24-3-48 0 0,-60 3-72 0 0,59-3 89 0 0,-1 1 0 0 0,1-1 0 0 0,-1 1-1 0 0,1 0 1 0 0,-1 0 0 0 0,1 0-1 0 0,0 1 1 0 0,-1-1 0 0 0,1 1 0 0 0,0 0-1 0 0,0 0 1 0 0,0 0 0 0 0,0 0-1 0 0,-4 5 1 0 0,5-2 103 0 0,0 1 1 0 0,0 0-1 0 0,0 0 1 0 0,1 0-1 0 0,0 1 0 0 0,0-1 1 0 0,1 0-1 0 0,0 10 0 0 0,-2 4 133 0 0,-2 45-102 0 0,2 1 1 0 0,3 0-1 0 0,3-1 1 0 0,18 101 0 0 0,44 127-80 0 0,19 124 54 0 0,-36 105-131 0 0,7-44 28 0 0,-14-164 6 0 0,-39-278 100 0 0,2 1 0 0 0,1-1 0 0 0,2 0 0 0 0,2 0 0 0 0,1-1 0 0 0,25 54 0 0 0,-19-48-150 0 0,-14-34 11 0 0,-1 1 0 0 0,1-1 0 0 0,1 0 0 0 0,-1 0 0 0 0,1 0 0 0 0,1 0 0 0 0,9 11 0 0 0,-6-9 49 0 0,-6-6-52 0 0,1 0 0 0 0,-1 0 1 0 0,1 0-1 0 0,0 0 0 0 0,0-1 1 0 0,0 0-1 0 0,0 1 0 0 0,0-1 1 0 0,0 0-1 0 0,0 0 0 0 0,1-1 1 0 0,-1 1-1 0 0,1-1 0 0 0,0 1 1 0 0,5 0-1 0 0,-8-2-9 0 0,-1-1 6 0 0,-4-2 40 0 0,-6-3 9 0 0,0 2 0 0 0,0-1 0 0 0,0 1 0 0 0,-1 1 0 0 0,0-1 0 0 0,0 2 0 0 0,1 0-1 0 0,-2 0 1 0 0,1 1 0 0 0,-15 0 0 0 0,-12 3-70 0 0,-66 10-1 0 0,-8 2 7 0 0,-29-5 54 0 0,-241 46 0 0 0,225-19-32 0 0,-226 44-400 0 0,243-49 221 0 0,88-17 88 0 0,-1-3 1 0 0,-60 5-1 0 0,90-16 10 0 0,0-1 0 0 0,-1-1 0 0 0,-38-8 0 0 0,32 4-432 0 0,-44-2-1 0 0,31 9 53 0 0,1 2 0 0 0,-74 15 0 0 0,71-10 503 0 0,-1-1 0 0 0,-47 0-1 0 0,76-9-1 0 0,0 1 0 0 0,0-2-1 0 0,0 0 1 0 0,-25-10-1 0 0,19 7-81 0 0,-35-7 0 0 0,-17 7-59 0 0,-99 5-1 0 0,90 1 122 0 0,57 2 45 0 0,0 1 0 0 0,-39 8 0 0 0,-21 3 1050 0 0,76-12-823 0 0,-1 0-1 0 0,0 0 1 0 0,0 1 0 0 0,1 1 0 0 0,-21 8 0 0 0,29-11-276 0 0,0 1-1 0 0,0-1 1 0 0,0 0-1 0 0,0 1 1 0 0,0 0-1 0 0,1-1 1 0 0,-1 1-1 0 0,1 0 1 0 0,-1 1-1 0 0,1-1 1 0 0,0 0 0 0 0,0 1-1 0 0,0-1 1 0 0,0 1-1 0 0,0-1 1 0 0,0 1-1 0 0,1 0 1 0 0,0 0-1 0 0,-1 0 1 0 0,1 0 0 0 0,0 0-1 0 0,0 0 1 0 0,1 0-1 0 0,-1 0 1 0 0,1 1-1 0 0,-1 3 1 0 0,2 2-432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3:00:04.98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4 776 6449 0 0,'-3'4'-436'0'0,"12"-1"-186"0"0,16 0 653 0 0,7-7 449 0 0,0-1-1 0 0,0-2 0 0 0,35-12 1 0 0,-7 2 43 0 0,290-83 2796 0 0,71-17-559 0 0,-82 31-2049 0 0,465-105-106 0 0,-274 97 372 0 0,-209 47-259 0 0,21-6-265 0 0,-328 50-450 0 0,43-10 18 0 0,0 2 1 0 0,0 3-1 0 0,115-2 0 0 0,-170 9-34 0 0,0 1-1 0 0,0 1 0 0 0,-1-1 0 0 0,1 0 0 0 0,0 0 1 0 0,-1 1-1 0 0,1-1 0 0 0,-1 0 0 0 0,1 1 0 0 0,0 0 1 0 0,-1-1-1 0 0,1 1 0 0 0,-1 0 0 0 0,1 0 0 0 0,1 1 0 0 0,-5 6-374 0 0,-13 2-85 0 0,-410 140-1841 0 0,-35-52 54 0 0,265-63 1228 0 0,-26 6 473 0 0,-288 59-15 0 0,9 33 498 0 0,188-12 95 0 0,114-40-65 0 0,139-59 98 0 0,0 3-1 0 0,2 3 1 0 0,1 1 0 0 0,1 4-1 0 0,2 1 1 0 0,-50 43-1 0 0,99-73 25 0 0,0 0-1 0 0,0 0 0 0 0,0 1 0 0 0,0-1 1 0 0,1 1-1 0 0,-1 0 0 0 0,-4 9 0 0 0,8-12-56 0 0,-1-1 0 0 0,1 0 0 0 0,-1 0 0 0 0,1 0 0 0 0,0 0 0 0 0,-1 1 0 0 0,1-1 0 0 0,0 0 0 0 0,0 0 0 0 0,0 0 0 0 0,0 1 0 0 0,0-1 0 0 0,0 0 0 0 0,0 0 0 0 0,0 1 0 0 0,0-1 0 0 0,1 0 0 0 0,-1 0 0 0 0,1 0 0 0 0,-1 1 0 0 0,1-1 0 0 0,-1 0 0 0 0,1 0 0 0 0,-1 0 0 0 0,1 0 0 0 0,0 0 0 0 0,0 0 0 0 0,-1 0 0 0 0,1 0 0 0 0,0 0 0 0 0,0-1 0 0 0,0 1 0 0 0,0 0 0 0 0,0 0 0 0 0,0-1 0 0 0,0 1 0 0 0,1-1 0 0 0,-1 1 0 0 0,0-1 0 0 0,0 1 0 0 0,0-1 0 0 0,3 1 0 0 0,12 3-5 0 0,0-1 1 0 0,1 0-1 0 0,0-1 0 0 0,25 0 0 0 0,72-6 406 0 0,-86 2-249 0 0,529-43 1233 0 0,663-141-1 0 0,-980 132-1242 0 0,51-10 172 0 0,-102 27 11 0 0,468-76 643 0 0,-618 108-935 0 0,267-27 251 0 0,-225 27-196 0 0,142 11-1 0 0,-205-5-74 0 0,0 2 1 0 0,0 0-1 0 0,28 9 0 0 0,-43-11-31 0 0,1 0 0 0 0,0 1-1 0 0,-1-1 1 0 0,1 0-1 0 0,-1 1 1 0 0,1 0 0 0 0,-1 0-1 0 0,0 0 1 0 0,0 0-1 0 0,0 1 1 0 0,0-1 0 0 0,0 1-1 0 0,0 0 1 0 0,-1 0-1 0 0,0 0 1 0 0,1 0 0 0 0,-1 0-1 0 0,0 0 1 0 0,0 1-1 0 0,-1-1 1 0 0,1 1 0 0 0,-1-1-1 0 0,2 7 1 0 0,-3-7-1 0 0,0-1 0 0 0,0 1 0 0 0,0 0 0 0 0,-1-1 0 0 0,0 1 0 0 0,1 0 0 0 0,-1-1 0 0 0,0 1 0 0 0,0 0 0 0 0,0-1 0 0 0,-1 1 0 0 0,1-1 0 0 0,-1 0 0 0 0,1 0 0 0 0,-1 1 0 0 0,0-1 0 0 0,0 0 0 0 0,0 0 0 0 0,0 0 0 0 0,-2 1 0 0 0,-7 6 0 0 0,-1 0 0 0 0,-19 10 0 0 0,25-16 0 0 0,-16 10 27 0 0,-1-2 0 0 0,-1-1 1 0 0,0-1-1 0 0,-47 11 1 0 0,-107 12 117 0 0,86-18-171 0 0,-457 63 286 0 0,-73-4-58 0 0,48-5-327 0 0,79 5-506 0 0,386-48 49 0 0,1 5 0 0 0,-152 62-1 0 0,135-38 507 0 0,-309 123-40 0 0,390-162 126 0 0,16-7-2 0 0,-1 2 0 0 0,2 1 1 0 0,-1 2-1 0 0,-47 29 0 0 0,75-42-28 0 0,0 0 0 0 0,0 0-1 0 0,-1 0 1 0 0,1 0 0 0 0,0 0 0 0 0,0 0 0 0 0,0 0-1 0 0,0 0 1 0 0,-1 0 0 0 0,1 0 0 0 0,-1 2-202 0 0,1-2 201 0 0,0 0 1 0 0,0 0 0 0 0,0 1 0 0 0,0-1 0 0 0,0 0-1 0 0,0 0 1 0 0,0 0 0 0 0,0 1 0 0 0,0-1 0 0 0,0 0-1 0 0,0 0 1 0 0,0 0 0 0 0,0 0 0 0 0,0 1 0 0 0,0-1-1 0 0,0 0 1 0 0,0 0 0 0 0,0 0 0 0 0,0 0 0 0 0,0 1-1 0 0,0-1 1 0 0,1 0 0 0 0,-1 0 0 0 0,0 0 0 0 0,11 4-751 0 0,20-1-197 0 0,-28-3 877 0 0,648-8 1610 0 0,-635 7-1482 0 0,765-69 1135 0 0,-310 14-538 0 0,401-26 539 0 0,-760 78-1086 0 0,90-7-48 0 0,-167 8-26 0 0,-1-3 1 0 0,0-1-1 0 0,54-19 960 0 0,-93 26-774 0 0,1 0 1 0 0,-1 1 0 0 0,1 0-1 0 0,-1 0 1 0 0,1 0 0 0 0,0 0-1 0 0,-1 1 1 0 0,1-1-1 0 0,0 1 1 0 0,0 0 0 0 0,-6 5-1 0 0,-1 3-683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4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68 198 3681 0 0,'-6'-9'878'0'0,"1"-1"0"0"0,0 0 0 0 0,0 0 1 0 0,1 0-1 0 0,1 0 0 0 0,-1 0 0 0 0,2-1 0 0 0,-1 0 0 0 0,1 0 1 0 0,1 1-1 0 0,0-21 0 0 0,1 26-263 0 0,1 0-1 0 0,0 1 1 0 0,0-1-1 0 0,0 0 1 0 0,0 0-1 0 0,1 1 1 0 0,0-1-1 0 0,0 1 1 0 0,6-8 910 0 0,-10 33-357 0 0,-19 180-745 0 0,9-102-357 0 0,1 154-1 0 0,12-218 227 0 0,1 23-317 0 0,9 59 0 0 0,-8-101-6 0 0,0-1 0 0 0,1 1 0 0 0,0 0 0 0 0,1-1 0 0 0,1 0 0 0 0,1 0 0 0 0,0-1 0 0 0,14 22 0 0 0,-18-32 51 0 0,-1 0 1 0 0,1-1 0 0 0,1 0 0 0 0,-1 1-1 0 0,0-1 1 0 0,1 0 0 0 0,0-1 0 0 0,-1 1-1 0 0,1-1 1 0 0,0 1 0 0 0,1-1 0 0 0,-1 0-1 0 0,0-1 1 0 0,0 1 0 0 0,1-1 0 0 0,-1 0-1 0 0,1 0 1 0 0,-1 0 0 0 0,1 0 0 0 0,0-1 0 0 0,-1 0-1 0 0,1 0 1 0 0,0 0 0 0 0,-1-1 0 0 0,1 1-1 0 0,-1-1 1 0 0,1 0 0 0 0,5-2 0 0 0,12-5 40 0 0,-1-1-1 0 0,0-1 1 0 0,0 0 0 0 0,28-21 0 0 0,-6 6-31 0 0,20-14 29 0 0,-41 25-801 0 0,0 0 1 0 0,48-20 0 0 0,-51 28-7059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4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32 544 6913 0 0,'-31'24'1403'0'0,"32"-23"-985"0"0,1 0-1 0 0,0 0 0 0 0,0-1 0 0 0,0 1 0 0 0,0-1 1 0 0,0 1-1 0 0,0-1 0 0 0,0 0 0 0 0,0 0 0 0 0,0 0 1 0 0,3 0-1 0 0,0-1-65 0 0,0-1 0 0 0,0 0 0 0 0,0 0 1 0 0,0-1-1 0 0,0 1 0 0 0,0-1 0 0 0,0 0 1 0 0,-1-1-1 0 0,1 1 0 0 0,-1-1 0 0 0,4-4 0 0 0,43-50 1252 0 0,-46 52-1481 0 0,9-13 60 0 0,1-1 0 0 0,-2-1 0 0 0,-1 0 0 0 0,-1-1 0 0 0,0 0 0 0 0,11-38 0 0 0,-18 45-164 0 0,0 0 0 0 0,0-1 1 0 0,-2 0-1 0 0,0 0 0 0 0,0 0 1 0 0,-2 0-1 0 0,0 0 0 0 0,-1 1 1 0 0,0-1-1 0 0,-2 0 0 0 0,-4-19 0 0 0,5 30-17 0 0,0 0-1 0 0,0 0 1 0 0,-1 1-1 0 0,0-1 1 0 0,0 0-1 0 0,0 1 1 0 0,0 0-1 0 0,-1-1 1 0 0,1 1-1 0 0,-1 1 1 0 0,0-1-1 0 0,0 0 0 0 0,-1 1 1 0 0,1 0-1 0 0,-9-5 1 0 0,10 7-25 0 0,1 0 0 0 0,0 0 1 0 0,0 0-1 0 0,-1 0 0 0 0,1 1 0 0 0,0-1 1 0 0,-1 1-1 0 0,1-1 0 0 0,0 1 0 0 0,-1 0 1 0 0,1 0-1 0 0,-1 0 0 0 0,1 0 0 0 0,-1 0 0 0 0,1 0 1 0 0,0 1-1 0 0,-1-1 0 0 0,1 1 0 0 0,-1 0 1 0 0,1-1-1 0 0,0 1 0 0 0,0 0 0 0 0,0 1 1 0 0,-1-1-1 0 0,1 0 0 0 0,0 1 0 0 0,0-1 1 0 0,1 1-1 0 0,-1-1 0 0 0,0 1 0 0 0,0 0 0 0 0,1 0 1 0 0,-1 0-1 0 0,1 0 0 0 0,0 0 0 0 0,0 0 1 0 0,-2 2-1 0 0,2 1 3 0 0,-1-1 1 0 0,1 0-1 0 0,0 1 1 0 0,0 0-1 0 0,0-1 0 0 0,1 1 1 0 0,0-1-1 0 0,-1 1 1 0 0,2 0-1 0 0,-1-1 0 0 0,0 1 1 0 0,1-1-1 0 0,0 1 1 0 0,0-1-1 0 0,0 1 0 0 0,1-1 1 0 0,0 0-1 0 0,-1 1 1 0 0,4 3-1 0 0,4 10 215 0 0,2 0 0 0 0,22 30 0 0 0,-27-40-142 0 0,0 0-1 0 0,1-1 0 0 0,0 0 1 0 0,0 0-1 0 0,0-1 0 0 0,1 0 0 0 0,0 0 1 0 0,0 0-1 0 0,1-1 0 0 0,0-1 1 0 0,0 1-1 0 0,0-2 0 0 0,0 1 1 0 0,0-1-1 0 0,1 0 0 0 0,15 1 1 0 0,-17-3-565 0 0,1 0 0 0 0,-1-1 0 0 0,1 0 0 0 0,16-3 1 0 0,-16 1-770 0 0,0-1-1 0 0,0 1 1 0 0,-1-1 0 0 0,17-8 0 0 0,-8 1-926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0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1 5529 0 0,'0'0'498'0'0,"-4"18"1522"0"0,-60 156 5329 0 0,0 2-5423 0 0,59-159-1841 0 0,-12 53 147 0 0,16-65-223 0 0,0 0 1 0 0,1 1-1 0 0,-1-1 0 0 0,1 0 1 0 0,1 1-1 0 0,-1-1 1 0 0,1 1-1 0 0,-1-1 1 0 0,2 0-1 0 0,1 7 0 0 0,-3-12-11 0 0,0 1-1 0 0,0-1 1 0 0,0 0 0 0 0,1 1-1 0 0,-1-1 1 0 0,0 0-1 0 0,0 1 1 0 0,1-1-1 0 0,-1 0 1 0 0,0 1-1 0 0,0-1 1 0 0,1 0-1 0 0,-1 1 1 0 0,0-1-1 0 0,1 0 1 0 0,-1 0-1 0 0,0 0 1 0 0,1 1-1 0 0,-1-1 1 0 0,0 0-1 0 0,1 0 1 0 0,-1 0-1 0 0,1 0 1 0 0,-1 0-1 0 0,0 0 1 0 0,1 1-1 0 0,-1-1 1 0 0,1 0-1 0 0,-1 0 1 0 0,0 0-1 0 0,1 0 1 0 0,-1-1-1 0 0,1 1 1 0 0,-1 0 0 0 0,0 0-1 0 0,1 0 1 0 0,-1 0-1 0 0,1 0 1 0 0,-1 0-1 0 0,0-1 1 0 0,1 1-1 0 0,-1 0 1 0 0,0 0-1 0 0,1 0 1 0 0,-1-1-1 0 0,0 1 1 0 0,0 0-1 0 0,1-1 1 0 0,-1 1-1 0 0,0 0 1 0 0,1-1-1 0 0,-1 1 1 0 0,0 0-1 0 0,0-1 1 0 0,0 1-1 0 0,0 0 1 0 0,1-1-1 0 0,15-25-157 0 0,-14 22 86 0 0,41-81-143 0 0,4-8 466 0 0,-41 82-61 0 0,1 0 0 0 0,0 1 0 0 0,1 0 0 0 0,1 0 0 0 0,18-16 0 0 0,-27 25-152 0 0,1 0 1 0 0,0 1-1 0 0,0-1 0 0 0,0 0 1 0 0,0 1-1 0 0,0-1 0 0 0,0 0 1 0 0,0 1-1 0 0,0 0 0 0 0,0-1 1 0 0,0 1-1 0 0,0-1 0 0 0,0 1 1 0 0,0 0-1 0 0,0 0 0 0 0,1 0 1 0 0,-1 0-1 0 0,0-1 0 0 0,0 2 1 0 0,0-1-1 0 0,0 0 0 0 0,0 0 1 0 0,0 0-1 0 0,1 0 1 0 0,0 1-1 0 0,0 0 21 0 0,-1 0-1 0 0,1 1 1 0 0,-1-1-1 0 0,1 0 1 0 0,-1 1 0 0 0,1-1-1 0 0,-1 1 1 0 0,0-1 0 0 0,0 1-1 0 0,0-1 1 0 0,0 1 0 0 0,0 0-1 0 0,1 2 1 0 0,3 9 193 0 0,-1 0 0 0 0,0 0 1 0 0,2 20-1 0 0,-4-22-151 0 0,3 10 89 0 0,3 21 120 0 0,22 66 0 0 0,-26-97-276 0 0,0-1 0 0 0,1 1 0 0 0,0-1 1 0 0,1 0-1 0 0,0 0 0 0 0,0-1 0 0 0,1 1 0 0 0,1-1 0 0 0,-1-1 0 0 0,1 0 0 0 0,10 8 0 0 0,-17-15-29 0 0,-1-1 0 0 0,1 1 0 0 0,-1-1-1 0 0,1 1 1 0 0,-1-1 0 0 0,1 1-1 0 0,0-1 1 0 0,-1 0 0 0 0,1 1 0 0 0,0-1-1 0 0,0 0 1 0 0,-1 1 0 0 0,1-1-1 0 0,0 0 1 0 0,0 0 0 0 0,-1 0 0 0 0,1 0-1 0 0,0 0 1 0 0,0 0 0 0 0,0 0-1 0 0,-1 0 1 0 0,1 0 0 0 0,0 0 0 0 0,0 0-1 0 0,-1 0 1 0 0,1 0 0 0 0,0-1-1 0 0,0 1 1 0 0,-1 0 0 0 0,1-1 0 0 0,0 1-1 0 0,-1 0 1 0 0,1-1 0 0 0,0 1-1 0 0,-1-1 1 0 0,1 1 0 0 0,-1-1-1 0 0,1 1 1 0 0,-1-1 0 0 0,1 0 0 0 0,-1 1-1 0 0,1-1 1 0 0,-1 0 0 0 0,1 1-1 0 0,-1-1 1 0 0,0 0 0 0 0,1 1 0 0 0,-1-1-1 0 0,0 0 1 0 0,0 0 0 0 0,0 0-1 0 0,3-8-29 0 0,-1 0 0 0 0,0 0 0 0 0,1-16-1 0 0,-2 9-46 0 0,8-33-1523 0 0,2 0 0 0 0,3 0 1 0 0,35-86-1 0 0,-32 100 142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5985 0 0,'1'2'201'0'0,"1"1"-1"0"0,-1-1 1 0 0,1 0-1 0 0,0 0 1 0 0,0 0-1 0 0,0 0 0 0 0,0 0 1 0 0,0 0-1 0 0,0 0 1 0 0,0-1-1 0 0,0 1 1 0 0,1-1-1 0 0,-1 0 1 0 0,1 0-1 0 0,-1 0 1 0 0,1 0-1 0 0,0 0 0 0 0,-1 0 1 0 0,1 0-1 0 0,0-1 1 0 0,-1 0-1 0 0,1 1 1 0 0,5-1-1 0 0,-4-1-18 0 0,0 1 0 0 0,0-1-1 0 0,0 0 1 0 0,0 0-1 0 0,0 0 1 0 0,0 0 0 0 0,8-4-1 0 0,11-11-4119 0 0,-8 6 1967 0 0,-11 7 1832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10594 0 0,'2'9'472'0'0,"-1"-6"96"0"0,1 1-455 0 0,2-2-113 0 0,-1-1 0 0 0,-1-1 0 0 0,3 2 296 0 0,2-2 40 0 0,5 0 8 0 0,4 0 0 0 0,3-3 232 0 0,-1-4 56 0 0,1-2 8 0 0,-2-3 0 0 0,3-1-1488 0 0,-3-2-296 0 0,4-3-56 0 0,0-1-17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13 2304 0 0,'-21'-13'14296'0'0,"23"25"-12629"0"0,5 31-1118 0 0,-2 0 1 0 0,-2 1 0 0 0,-2 44-1 0 0,0-10-306 0 0,-1-59-183 0 0,2 43 67 0 0,18 122 0 0 0,-17-167-38 0 0,1 0 0 0 0,1-1 0 0 0,0 1 0 0 0,1-1 0 0 0,1 0 0 0 0,1 0 0 0 0,0-1 0 0 0,1 0-1 0 0,0 0 1 0 0,1-1 0 0 0,1-1 0 0 0,13 15 0 0 0,-21-26-55 0 0,0 1 0 0 0,1-1-1 0 0,-1 1 1 0 0,0-1 0 0 0,1 0 0 0 0,0 0-1 0 0,-1 0 1 0 0,1-1 0 0 0,0 1 0 0 0,0-1 0 0 0,0 0-1 0 0,0 0 1 0 0,0 0 0 0 0,0-1 0 0 0,0 0-1 0 0,0 1 1 0 0,0-1 0 0 0,0-1 0 0 0,0 1-1 0 0,0 0 1 0 0,0-1 0 0 0,0 0 0 0 0,0 0-1 0 0,0 0 1 0 0,0-1 0 0 0,4-1 0 0 0,10-6-7 0 0,0-1 1 0 0,-1 0-1 0 0,-1-2 1 0 0,20-16-1 0 0,0 1-193 0 0,-19 15-327 0 0,0 0-1 0 0,1 2 1 0 0,0 0 0 0 0,0 1 0 0 0,1 0-1 0 0,24-6 1 0 0,-18 10-6640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0,'1'0'177'0'0,"0"0"0"0"0,-1 1 0 0 0,1-1 0 0 0,0 1 0 0 0,0-1 0 0 0,0 1 0 0 0,-1-1 0 0 0,1 1 0 0 0,0-1 0 0 0,-1 1 0 0 0,1 0 0 0 0,0-1 0 0 0,-1 1 0 0 0,1 0 0 0 0,-1 0 0 0 0,1-1 0 0 0,-1 1 0 0 0,0 0 0 0 0,1 0 0 0 0,-1 0 0 0 0,0-1 0 0 0,1 1 0 0 0,-1 0 0 0 0,0 2 0 0 0,5 20 2314 0 0,-2 74 2426 0 0,-4-66-5468 0 0,7 49 0 0 0,-2-57-6115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1 150 4145 0 0,'1'1'193'0'0,"0"-1"0"0"0,1 1 0 0 0,-1-1 0 0 0,1 1 0 0 0,-1-1 0 0 0,1 0 0 0 0,-1 0 0 0 0,1 0 0 0 0,-1 0 0 0 0,1 0 0 0 0,-1 0 0 0 0,1 0 0 0 0,-1 0 0 0 0,1 0 0 0 0,2-2 0 0 0,30-7 2010 0 0,-23 6-1369 0 0,37-12 1815 0 0,-1-2 0 0 0,75-39-1 0 0,-30 12-3340 0 0,-78 37-645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4145 0 0,'-1'15'8724'0'0,"6"29"-5021"0"0,0 4-2223 0 0,-3 1-1 0 0,-1 0 1 0 0,-8 60 0 0 0,1 56-1438 0 0,7-138-1240 0 0,2 0-1 0 0,1 1 1 0 0,11 38 0 0 0,-5-32-5396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1 456 0 0,'-9'29'4741'0'0,"1"-8"-2965"0"0,3 4-346 0 0,1 1 0 0 0,2 0 0 0 0,0-1 0 0 0,2 1 0 0 0,1 0 0 0 0,7 47-1 0 0,-5-56-1051 0 0,1-1 0 0 0,0 0 0 0 0,1 0-1 0 0,0-1 1 0 0,2 1 0 0 0,0-1 0 0 0,0 0-1 0 0,2-1 1 0 0,0 0 0 0 0,0 0 0 0 0,20 21-1 0 0,-25-31-322 0 0,1 0 0 0 0,-1 0 0 0 0,1 0-1 0 0,-1 0 1 0 0,1-1 0 0 0,0 0 0 0 0,0 0-1 0 0,1-1 1 0 0,-1 1 0 0 0,0-1 0 0 0,1 0-1 0 0,0 0 1 0 0,-1-1 0 0 0,1 0 0 0 0,0 0-1 0 0,0 0 1 0 0,0-1 0 0 0,0 1 0 0 0,0-2-1 0 0,-1 1 1 0 0,1 0 0 0 0,0-1 0 0 0,7-2-1 0 0,-1-1-124 0 0,1-1 0 0 0,-1 0-1 0 0,0-1 1 0 0,0 0-1 0 0,-1-1 1 0 0,0-1-1 0 0,0 1 1 0 0,-1-2-1 0 0,12-10 1 0 0,2-4-2543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7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72 4609 0 0,'-7'-20'2882'0'0,"7"18"-2640"0"0,1 0 0 0 0,-1-1 0 0 0,1 1 0 0 0,-1 0 1 0 0,1 0-1 0 0,0-1 0 0 0,0 1 0 0 0,0 0 0 0 0,0 0 0 0 0,1 0 0 0 0,-1 0 0 0 0,1 0 1 0 0,-1 0-1 0 0,1 0 0 0 0,-1 1 0 0 0,1-1 0 0 0,0 1 0 0 0,0-1 0 0 0,0 1 0 0 0,0-1 1 0 0,0 1-1 0 0,0 0 0 0 0,0 0 0 0 0,0 0 0 0 0,1 0 0 0 0,-1 1 0 0 0,0-1 0 0 0,1 0 0 0 0,4 1 1 0 0,-3-1-27 0 0,-1 0 1 0 0,1 0-1 0 0,0 1 1 0 0,0 0-1 0 0,0-1 1 0 0,0 2-1 0 0,0-1 1 0 0,0 0-1 0 0,0 1 1 0 0,0 0-1 0 0,0 0 1 0 0,0 0-1 0 0,-1 0 1 0 0,1 0-1 0 0,0 1 1 0 0,-1 0-1 0 0,6 3 1 0 0,-6-2-131 0 0,-1-1-1 0 0,1 1 1 0 0,-1 0-1 0 0,0 0 1 0 0,0 0 0 0 0,0 0-1 0 0,0 1 1 0 0,0-1 0 0 0,-1 0-1 0 0,0 1 1 0 0,1-1-1 0 0,-1 1 1 0 0,-1 0 0 0 0,1-1-1 0 0,0 1 1 0 0,-1 0-1 0 0,0-1 1 0 0,0 1 0 0 0,0 4-1 0 0,-2 8 201 0 0,0-1 0 0 0,-1 1 0 0 0,-8 21 0 0 0,7-25-73 0 0,1 0 1 0 0,0 0 0 0 0,1 1 0 0 0,-1 13 0 0 0,2-25-195 0 0,1 1 0 0 0,0 0 0 0 0,0-1 0 0 0,0 1 0 0 0,0 0 0 0 0,0-1 0 0 0,0 1 0 0 0,1 0 0 0 0,-1-1 0 0 0,1 1 0 0 0,-1-1 0 0 0,1 1 0 0 0,-1-1 0 0 0,1 1 0 0 0,0-1 0 0 0,0 1 0 0 0,-1-1 0 0 0,1 0 0 0 0,0 1 0 0 0,0-1 0 0 0,1 0 0 0 0,-1 0 0 0 0,0 1 0 0 0,0-1 0 0 0,1 0 0 0 0,-1 0 0 0 0,0-1 0 0 0,3 3 0 0 0,1-3-42 0 0,-1 1 0 0 0,0-1 0 0 0,1 1-1 0 0,-1-1 1 0 0,1 0 0 0 0,-1-1 0 0 0,0 1 0 0 0,1-1 0 0 0,-1 0 0 0 0,4-1 0 0 0,7-3-595 0 0,-1-1 1 0 0,0 0-1 0 0,-1-1 0 0 0,1-1 0 0 0,-1 0 0 0 0,13-11 1 0 0,-8 6-977 0 0,3-1-39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 4145 0 0,'13'6'1667'0'0,"-1"0"-1"0"0,1-1 1 0 0,0-1 0 0 0,0 0 0 0 0,0 0-1 0 0,0-2 1 0 0,23 3 0 0 0,-23-5-1198 0 0,0-1 0 0 0,-1 1 0 0 0,1-2 0 0 0,-1 0 0 0 0,1-1 0 0 0,-1 0 0 0 0,0 0 1 0 0,17-8-1 0 0,-21 7-791 0 0,29-12 914 0 0,-14 2-6956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8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0,'1'4'307'0'0,"0"0"-1"0"0,0 0 1 0 0,0 0 0 0 0,1 0-1 0 0,-1 0 1 0 0,1 0-1 0 0,0 0 1 0 0,4 5 0 0 0,5 13 853 0 0,-7-8-463 0 0,-1-1-1 0 0,0 1 1 0 0,-1 0 0 0 0,-1 0 0 0 0,0 26 0 0 0,-11 72-53 0 0,0 4-470 0 0,10-90-697 0 0,6 47 0 0 0,4-32-5334 0 0,1-11-1152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8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0,'0'0'667'0'0,"8"21"5766"0"0,2 23-2484 0 0,8 61 0 0 0,-3 122-1989 0 0,-13-196-1756 0 0,-1-2-157 0 0,2-1 0 0 0,0 1 0 0 0,9 29 0 0 0,-10-49-16 0 0,1 0 0 0 0,0 0 0 0 0,0 0 0 0 0,1 0-1 0 0,0 0 1 0 0,1-1 0 0 0,0 0 0 0 0,0 0-1 0 0,1 0 1 0 0,0 0 0 0 0,0-1 0 0 0,1 0-1 0 0,7 6 1 0 0,-10-10-3 0 0,-1-1 0 0 0,0 0 0 0 0,1 0-1 0 0,0 0 1 0 0,-1 0 0 0 0,1-1 0 0 0,0 0 0 0 0,0 1-1 0 0,0-1 1 0 0,0-1 0 0 0,0 1 0 0 0,0 0-1 0 0,0-1 1 0 0,0 0 0 0 0,5-1 0 0 0,-2 0-6 0 0,0 0 0 0 0,0 0 1 0 0,0-1-1 0 0,0-1 0 0 0,0 1 0 0 0,-1-1 1 0 0,1 0-1 0 0,5-4 0 0 0,10-7-39 0 0,-2-1 0 0 0,0-1 1 0 0,30-32-1 0 0,-49 47 13 0 0,22-23-177 0 0,42-38-1275 0 0,-46 48 229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9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1 131 5841 0 0,'6'-12'1099'0'0,"1"0"0"0"0,0 1 0 0 0,0 0-1 0 0,1 1 1 0 0,1-1 0 0 0,0 1 0 0 0,0 1 0 0 0,13-10-1 0 0,-19 16-930 0 0,0 1 0 0 0,1-1 0 0 0,-1 1 0 0 0,1 0-1 0 0,0 0 1 0 0,0 0 0 0 0,0 0 0 0 0,0 0 0 0 0,0 1-1 0 0,0 0 1 0 0,1 0 0 0 0,-1 0 0 0 0,0 1 0 0 0,1-1-1 0 0,-1 1 1 0 0,0 0 0 0 0,1 0 0 0 0,-1 0 0 0 0,0 1-1 0 0,1 0 1 0 0,-1-1 0 0 0,0 2 0 0 0,0-1-1 0 0,0 0 1 0 0,0 1 0 0 0,0 0 0 0 0,0 0 0 0 0,7 4-1 0 0,-8-3-108 0 0,0-1 0 0 0,0 1-1 0 0,0 0 1 0 0,0 1 0 0 0,0-1 0 0 0,0 0-1 0 0,-1 1 1 0 0,1-1 0 0 0,-1 1-1 0 0,0 0 1 0 0,-1 0 0 0 0,1 0-1 0 0,0 0 1 0 0,-1 0 0 0 0,0 0-1 0 0,0 0 1 0 0,0 1 0 0 0,-1-1-1 0 0,1 0 1 0 0,-1 9 0 0 0,-2 7 59 0 0,0 0 1 0 0,0-1 0 0 0,-9 28-1 0 0,-1 14-339 0 0,11-59 222 0 0,1 0-1 0 0,0 1 1 0 0,-1-1-1 0 0,1 0 1 0 0,0 1 0 0 0,1-1-1 0 0,-1 0 1 0 0,0 0-1 0 0,0 1 1 0 0,1-1 0 0 0,0 0-1 0 0,-1 0 1 0 0,1 1-1 0 0,0-1 1 0 0,0 0 0 0 0,0 0-1 0 0,0 0 1 0 0,0 0 0 0 0,1 0-1 0 0,-1 0 1 0 0,1-1-1 0 0,-1 1 1 0 0,1 0 0 0 0,0-1-1 0 0,-1 1 1 0 0,1-1-1 0 0,0 1 1 0 0,4 1 0 0 0,2 0 5 0 0,1-1 1 0 0,-1 1 0 0 0,1-1 0 0 0,-1-1-1 0 0,1 0 1 0 0,12 0 0 0 0,30 7 81 0 0,-50-8-78 0 0,1 1-1 0 0,-1 0 1 0 0,1 0 0 0 0,-1 0-1 0 0,0 0 1 0 0,0 1-1 0 0,1-1 1 0 0,-1 0-1 0 0,0 0 1 0 0,0 1-1 0 0,0-1 1 0 0,0 1-1 0 0,-1-1 1 0 0,1 1-1 0 0,0-1 1 0 0,0 1 0 0 0,-1-1-1 0 0,1 1 1 0 0,-1 0-1 0 0,0-1 1 0 0,1 1-1 0 0,-1 0 1 0 0,0-1-1 0 0,0 1 1 0 0,0 0-1 0 0,0-1 1 0 0,0 1-1 0 0,-1 0 1 0 0,0 3 0 0 0,-12 50 293 0 0,12-54-286 0 0,-6 19 385 0 0,-16 34-1 0 0,20-47-599 0 0,-1-1 0 0 0,1 0 0 0 0,-2 0 0 0 0,1 0 0 0 0,-1-1 0 0 0,1 1 0 0 0,-2-1 0 0 0,1 0 0 0 0,-6 4 0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9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0,'18'27'7671'0'0,"-4"10"-4423"0"0,3 46-2759 0 0,-10-47 307 0 0,9 52-494 0 0,4 106-1 0 0,-10 89 85 0 0,14 150-192 0 0,-17-390-349 0 0,2-1 0 0 0,22 65 1 0 0,14 16-3393 0 0,-42-113 2069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0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13 174 3225 0 0,'-13'1'2506'0'0,"32"-11"2167"0"0,28-6-1989 0 0,1 2 1 0 0,92-14-1 0 0,111 2 846 0 0,-96 11-2728 0 0,303-12 6 0 0,-62 6-437 0 0,-333 13-565 0 0,-43 4-1 0 0,0 1 0 0 0,0 1 0 0 0,1 1 1 0 0,-1 1-1 0 0,29 3 0 0 0,-48-3 43 0 0,0 0 1 0 0,0 0-1 0 0,0 1 1 0 0,0-1-1 0 0,0 0 1 0 0,0 0-1 0 0,0 1 1 0 0,0-1-1 0 0,0 0 1 0 0,0 1-1 0 0,0-1 1 0 0,0 1-1 0 0,0-1 0 0 0,-1 1 1 0 0,1-1-1 0 0,0 1 1 0 0,0 0-1 0 0,-1-1 1 0 0,1 1-1 0 0,0 0 1 0 0,-1 0-1 0 0,1 0 1 0 0,-1-1-1 0 0,1 1 1 0 0,-1 0-1 0 0,1 0 1 0 0,-1 0-1 0 0,1 2 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0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54 3681 0 0,'-1'-3'655'0'0,"1"1"0"0"0,-1-1 0 0 0,0 0 0 0 0,1 1 0 0 0,-1-1 0 0 0,1 0 0 0 0,0 0 0 0 0,0 1 0 0 0,0-1 0 0 0,0 0 0 0 0,1-3 0 0 0,6-10 4212 0 0,-6 16-4729 0 0,-1 0-1 0 0,1-1 1 0 0,0 1-1 0 0,-1 0 1 0 0,1 0-1 0 0,-1 0 1 0 0,1 0-1 0 0,-1 0 1 0 0,1 0-1 0 0,-1 0 1 0 0,1 0-1 0 0,-1 0 1 0 0,1 0-1 0 0,-1 0 1 0 0,1 1-1 0 0,-1-1 1 0 0,1 0-1 0 0,-1 0 1 0 0,1 0-1 0 0,-1 1 1 0 0,1-1-1 0 0,-1 0 1 0 0,1 0-1 0 0,-1 1 1 0 0,1-1-1 0 0,-1 1 1 0 0,0-1-1 0 0,1 0 1 0 0,-1 1-1 0 0,0-1 1 0 0,1 1-1 0 0,7 8 106 0 0,-1 0 0 0 0,0 0 0 0 0,-1 1 0 0 0,0 0 0 0 0,0 0 0 0 0,-1 1 0 0 0,-1-1 0 0 0,0 1 0 0 0,5 17 0 0 0,1 17-162 0 0,6 48 0 0 0,-10-53-12 0 0,0 0-69 0 0,66 335 0 0 0,-71-372 0 0 0,-1-1 0 0 0,1 0 1 0 0,0 0-1 0 0,-1 1 0 0 0,1-1 0 0 0,0 0 0 0 0,0 0 1 0 0,1 0-1 0 0,-1 0 0 0 0,0 0 0 0 0,1 0 0 0 0,-1 0 1 0 0,1-1-1 0 0,-1 1 0 0 0,1-1 0 0 0,0 1 0 0 0,0-1 1 0 0,0 1-1 0 0,0-1 0 0 0,0 0 0 0 0,0 0 0 0 0,0 0 0 0 0,0 0 1 0 0,0 0-1 0 0,0 0 0 0 0,5 0 0 0 0,-1-1-6 0 0,-1 0 0 0 0,1 0 0 0 0,0 0 1 0 0,0-1-1 0 0,-1 0 0 0 0,1 0 0 0 0,-1-1 0 0 0,1 1 0 0 0,-1-1 0 0 0,7-3 0 0 0,50-26-49 0 0,114-75 0 0 0,-111 64-911 0 0,85-42 0 0 0,-124 74-178 0 0,-4 4-259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3 276 7370 0 0,'0'1'142'0'0,"0"1"1"0"0,0-1-1 0 0,0 0 1 0 0,0 0-1 0 0,0 0 1 0 0,0 0-1 0 0,0 0 1 0 0,0 1-1 0 0,1-1 1 0 0,-1 0-1 0 0,0 0 1 0 0,1 0-1 0 0,-1 0 1 0 0,1 0-1 0 0,-1 0 1 0 0,1 0-1 0 0,-1 0 1 0 0,1 0-1 0 0,0 0 1 0 0,0 0-1 0 0,-1-1 1 0 0,1 1-1 0 0,0 0 1 0 0,0 0-1 0 0,0-1 1 0 0,0 1-1 0 0,0 0 1 0 0,0-1-1 0 0,0 1 1 0 0,0-1-1 0 0,0 1 1 0 0,0-1-1 0 0,0 0 1 0 0,0 0-1 0 0,1 1 1 0 0,-1-1-1 0 0,0 0 1 0 0,0 0-1 0 0,0 0 1 0 0,0 0-1 0 0,1 0 1 0 0,-1 0-1 0 0,0 0 1 0 0,0-1-1 0 0,0 1 1 0 0,0 0-1 0 0,0-1 1 0 0,1 0-1 0 0,3 0 250 0 0,-1 0-1 0 0,0-1 0 0 0,0 0 0 0 0,0 0 0 0 0,0 0 1 0 0,0 0-1 0 0,0-1 0 0 0,0 1 0 0 0,-1-1 0 0 0,0 0 1 0 0,6-6-1 0 0,4-8-91 0 0,-2-1 1 0 0,0 0-1 0 0,0-1 0 0 0,7-22 1 0 0,-14 32-435 0 0,-1 0-1 0 0,0 0 1 0 0,0-1 0 0 0,-1 0 0 0 0,0 1 0 0 0,-1-1 0 0 0,0 0-1 0 0,-1 0 1 0 0,0 1 0 0 0,0-1 0 0 0,-3-12 0 0 0,3 21 33 0 0,0-1 1 0 0,-1 1-1 0 0,1-1 1 0 0,-1 1 0 0 0,1-1-1 0 0,-1 1 1 0 0,1-1-1 0 0,-1 1 1 0 0,0-1 0 0 0,0 1-1 0 0,0 0 1 0 0,1-1-1 0 0,-2 1 1 0 0,1 0-1 0 0,0 0 1 0 0,0 0 0 0 0,0 0-1 0 0,0 0 1 0 0,-1 0-1 0 0,1 0 1 0 0,0 0 0 0 0,-1 0-1 0 0,1 1 1 0 0,-3-2-1 0 0,1 2-46 0 0,0-1 0 0 0,0 1 0 0 0,0 0 0 0 0,0 0 0 0 0,0 0 0 0 0,0 1 0 0 0,1-1-1 0 0,-1 1 1 0 0,0-1 0 0 0,0 1 0 0 0,0 0 0 0 0,-4 2 0 0 0,0 0-65 0 0,0 1-1 0 0,0 0 1 0 0,0 0 0 0 0,0 1-1 0 0,1 0 1 0 0,-1 0 0 0 0,1 0 0 0 0,-10 13-1 0 0,11-11 338 0 0,1 0-1 0 0,-1 1 0 0 0,2 0 0 0 0,-1 0 1 0 0,1 0-1 0 0,1 0 0 0 0,-1 1 1 0 0,1-1-1 0 0,1 1 0 0 0,-1-1 0 0 0,2 1 1 0 0,-1 0-1 0 0,1 0 0 0 0,0-1 0 0 0,1 1 1 0 0,0 0-1 0 0,0-1 0 0 0,1 1 1 0 0,4 10-1 0 0,-4-12 9 0 0,1 0 1 0 0,0 0-1 0 0,1 0 1 0 0,-1 0-1 0 0,2-1 1 0 0,-1 1-1 0 0,0-1 1 0 0,1 0-1 0 0,0 0 1 0 0,1-1-1 0 0,-1 1 1 0 0,1-1-1 0 0,0 0 1 0 0,1-1-1 0 0,-1 0 1 0 0,1 0-1 0 0,-1 0 1 0 0,1-1-1 0 0,1 0 1 0 0,-1 0-1 0 0,12 3 1 0 0,-7-3-388 0 0,0-1 1 0 0,0-1 0 0 0,0 1-1 0 0,14-2 1 0 0,3-1-1065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51 211 3681 0 0,'3'-3'65'0'0,"2"-4"176"0"0,-1 1-1 0 0,1-1 1 0 0,-1 0-1 0 0,0 0 1 0 0,0 0-1 0 0,-1-1 1 0 0,0 0-1 0 0,0 1 1 0 0,-1-1-1 0 0,2-9 1 0 0,-2-1 1656 0 0,-1 1 0 0 0,0-1-1 0 0,-4-36 1 0 0,3 54-1802 0 0,0 0 0 0 0,0-1 0 0 0,0 1 0 0 0,0-1-1 0 0,0 1 1 0 0,0-1 0 0 0,0 1 0 0 0,0 0 0 0 0,0-1 0 0 0,0 1 0 0 0,0-1 0 0 0,0 1-1 0 0,0 0 1 0 0,0-1 0 0 0,0 1 0 0 0,-1-1 0 0 0,1 1 0 0 0,0 0 0 0 0,0-1 0 0 0,-1 1-1 0 0,1 0 1 0 0,0-1 0 0 0,0 1 0 0 0,-1 0 0 0 0,1-1 0 0 0,0 1 0 0 0,-1 0 0 0 0,1 0-1 0 0,-1-1 1 0 0,1 1 0 0 0,0 0 0 0 0,-1 0 0 0 0,1 0 0 0 0,-1-1 0 0 0,1 1 0 0 0,-1 0 0 0 0,-11 12 1690 0 0,-5 23-748 0 0,14-29-1016 0 0,-40 125 629 0 0,39-117-595 0 0,1 0 0 0 0,1 0-1 0 0,0 0 1 0 0,1 1 0 0 0,0-1-1 0 0,1 0 1 0 0,3 21 0 0 0,-3-33-69 0 0,0 1-1 0 0,0-1 1 0 0,1 0 0 0 0,-1 0 0 0 0,1 0 0 0 0,-1 0 0 0 0,1 0 0 0 0,0 0 0 0 0,0 0 0 0 0,0 0 0 0 0,0 0 0 0 0,0 0 0 0 0,0 0 0 0 0,1-1 0 0 0,-1 1 0 0 0,1 0 0 0 0,-1-1 0 0 0,4 3 0 0 0,-3-4 2 0 0,-1 1 1 0 0,1-1 0 0 0,-1 0 0 0 0,0-1 0 0 0,1 1 0 0 0,-1 0 0 0 0,1 0 0 0 0,-1-1 0 0 0,1 1 0 0 0,-1 0 0 0 0,0-1 0 0 0,1 0 0 0 0,-1 1 0 0 0,0-1-1 0 0,1 0 1 0 0,-1 1 0 0 0,0-1 0 0 0,0 0 0 0 0,0 0 0 0 0,0 0 0 0 0,0 0 0 0 0,0 0 0 0 0,0-1 0 0 0,0 1 0 0 0,0 0 0 0 0,0 0 0 0 0,-1 0 0 0 0,2-3-1 0 0,6-9-51 0 0,-1 0-1 0 0,0-1 1 0 0,-1 0-1 0 0,0 0 0 0 0,4-19 1 0 0,-5 18 172 0 0,0-1 0 0 0,1 1 0 0 0,0 1 0 0 0,13-22 0 0 0,-18 34-72 0 0,0 1-1 0 0,0-1 1 0 0,0 0-1 0 0,0 0 0 0 0,1 0 1 0 0,-1 1-1 0 0,1-1 0 0 0,-1 1 1 0 0,1-1-1 0 0,-1 1 1 0 0,1-1-1 0 0,0 1 0 0 0,0 0 1 0 0,0 0-1 0 0,0 0 0 0 0,0 0 1 0 0,0 0-1 0 0,0 0 0 0 0,0 1 1 0 0,0-1-1 0 0,0 1 1 0 0,0-1-1 0 0,0 1 0 0 0,0 0 1 0 0,0 0-1 0 0,4 0 0 0 0,-3 1-8 0 0,-1 0 0 0 0,1 1 1 0 0,-1-1-1 0 0,1 1 0 0 0,-1-1 0 0 0,1 1 0 0 0,-1 0 0 0 0,0 0 0 0 0,0 0 0 0 0,0 0 0 0 0,0 0 0 0 0,0 0 0 0 0,-1 0 0 0 0,1 1 0 0 0,-1-1 0 0 0,1 1 0 0 0,-1-1 0 0 0,0 1 0 0 0,1 4 0 0 0,24 73 60 0 0,-17-51-9 0 0,17 43 0 0 0,-23-64-71 0 0,1 0 1 0 0,1 0-1 0 0,-1 0 1 0 0,2-1-1 0 0,-1 0 0 0 0,1 0 1 0 0,0 0-1 0 0,0-1 0 0 0,11 10 1 0 0,-16-15-11 0 0,1 0 0 0 0,0 0 1 0 0,-1 0-1 0 0,1 0 0 0 0,0 0 0 0 0,-1 0 0 0 0,1 0 1 0 0,0-1-1 0 0,0 1 0 0 0,0-1 0 0 0,0 1 1 0 0,0-1-1 0 0,0 0 0 0 0,0 0 0 0 0,-1 1 1 0 0,1-1-1 0 0,0-1 0 0 0,0 1 0 0 0,0 0 0 0 0,0 0 1 0 0,2-1-1 0 0,0-1-6 0 0,-1 1 0 0 0,0-1 0 0 0,0 0 0 0 0,0 0 0 0 0,0 0 0 0 0,0 0 0 0 0,-1 0 0 0 0,1-1 0 0 0,-1 1 0 0 0,1-1 0 0 0,1-3 0 0 0,6-8-52 0 0,-1-1 0 0 0,0-1 0 0 0,11-28 0 0 0,-16 35 35 0 0,11-28-1365 0 0,1 0-3582 0 0,1-3-1957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63 10594 0 0,'-4'7'472'0'0,"3"-5"96"0"0,1 0-455 0 0,0-1-113 0 0,1-1 0 0 0,1 0-153 0 0,0-1-47 0 0,3-1-16 0 0,2-3 0 0 0,4-2-400 0 0,-3 0-88 0 0,4-2-8 0 0,1-1-8 0 0,-3 1 576 0 0,1 0 144 0 0,-3 0 0 0 0,-2 2 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4 106 11058 0 0,'-1'1'53'0'0,"1"0"-1"0"0,-1 0 1 0 0,1 0-1 0 0,-1 0 1 0 0,1 1-1 0 0,0-1 1 0 0,0 0-1 0 0,0 1 0 0 0,0-1 1 0 0,0 0-1 0 0,0 0 1 0 0,0 1-1 0 0,0-1 1 0 0,0 0-1 0 0,0 0 1 0 0,1 1-1 0 0,-1-1 0 0 0,0 0 1 0 0,1 0-1 0 0,-1 0 1 0 0,1 0-1 0 0,0 1 1 0 0,-1-1-1 0 0,1 0 1 0 0,0 0-1 0 0,0 0 1 0 0,1 1-1 0 0,1-1 144 0 0,0 0 1 0 0,1 0-1 0 0,-1 0 1 0 0,0 0-1 0 0,1-1 0 0 0,-1 0 1 0 0,1 1-1 0 0,-1-1 1 0 0,6-1-1 0 0,8 0 207 0 0,-1 0 1 0 0,1-1-1 0 0,0-1 0 0 0,29-10 0 0 0,68-30-2068 0 0,-20 7-6961 0 0,-84 33 8133 0 0,-1-1 0 0 0,0 0-1 0 0,0 0 1 0 0,0-1 0 0 0,10-7 0 0 0,-1-1 493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2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33 10594 0 0,'-4'-4'705'0'0,"1"1"1"0"0,-1-1-1 0 0,-1 1 0 0 0,1 0 0 0 0,0 1 0 0 0,-1-1 0 0 0,1 1 0 0 0,-1 0 1 0 0,0 0-1 0 0,-8-2 0 0 0,12 4-617 0 0,0-1-1 0 0,-1 1 1 0 0,1 0-1 0 0,-1 0 1 0 0,1 0 0 0 0,0 0-1 0 0,-1 0 1 0 0,1 0 0 0 0,-1 1-1 0 0,1-1 1 0 0,0 0 0 0 0,-1 1-1 0 0,1-1 1 0 0,0 1-1 0 0,-1-1 1 0 0,1 1 0 0 0,0 0-1 0 0,0-1 1 0 0,0 1 0 0 0,-1 0-1 0 0,1 0 1 0 0,0 0 0 0 0,0 0-1 0 0,0 0 1 0 0,0 0 0 0 0,1 0-1 0 0,-1 0 1 0 0,0 0-1 0 0,0 1 1 0 0,1-1 0 0 0,-1 0-1 0 0,1 0 1 0 0,-1 1 0 0 0,1-1-1 0 0,-1 0 1 0 0,1 1 0 0 0,0-1-1 0 0,-1 1 1 0 0,1-1-1 0 0,0 0 1 0 0,0 1 0 0 0,1 2-1 0 0,-1 12 58 0 0,1 0 0 0 0,1 0 0 0 0,0 0 0 0 0,1 0 0 0 0,1-1 0 0 0,0 1-1 0 0,1-1 1 0 0,9 19 0 0 0,3 10 80 0 0,19 64 75 0 0,-5 1 1 0 0,32 206-1 0 0,-48-197-1726 0 0,59 223 0 0 0,-73-339 1221 0 0,0 1-518 0 0,0 1-1 0 0,0-1 1 0 0,0 1-1 0 0,1-1 1 0 0,0 0 0 0 0,-1 0-1 0 0,3 4 1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2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9 2304 0 0,'-35'8'245'0'0,"-16"4"2704"0"0,12 10 9615 0 0,56-20-11377 0 0,281-24 2969 0 0,-157 7-3372 0 0,111-1-800 0 0,291 20 0 0 0,-495-2-940 0 0,69 14 0 0 0,-86-8-172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0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27 5841 0 0,'-3'-27'12421'0'0,"10"39"-9908"0"0,5 16-2354 0 0,-2 2-1 0 0,-1-1 1 0 0,-1 1-1 0 0,-1 1 1 0 0,2 33-1 0 0,3 159 1173 0 0,-1-8-679 0 0,-8-190-652 0 0,1-1 0 0 0,1 0 0 0 0,9 29 0 0 0,-12-47 0 0 0,0 0 0 0 0,1 0 0 0 0,0 0 0 0 0,0 0 0 0 0,0 0 0 0 0,0-1 0 0 0,1 1 0 0 0,0-1 0 0 0,0 0 0 0 0,1 0 0 0 0,-1 0 0 0 0,1-1 0 0 0,0 1 0 0 0,0-1 0 0 0,1-1 0 0 0,-1 1 0 0 0,8 3 0 0 0,-9-6 0 0 0,-1 0 1 0 0,1 0-1 0 0,0 0 0 0 0,0 0 0 0 0,0-1 1 0 0,0 0-1 0 0,0 0 0 0 0,0 0 1 0 0,0 0-1 0 0,0-1 0 0 0,0 1 0 0 0,0-1 1 0 0,0 0-1 0 0,0 0 0 0 0,0 0 0 0 0,-1-1 1 0 0,1 1-1 0 0,4-4 0 0 0,7-4-3 0 0,0 0 0 0 0,26-23 0 0 0,-13 10-16 0 0,-28 22 8 0 0,154-105-437 0 0,-130 92-416 0 0,0 0 0 0 0,0 1 0 0 0,1 2 0 0 0,48-14 0 0 0,-48 18-439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6913 0 0,'-1'10'11295'0'0,"4"23"-8897"0"0,-1-22-1481 0 0,6 196 1826 0 0,-8-145-3425 0 0,2 0 1 0 0,3 0 0 0 0,18 86 0 0 0,-16-121-7089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14283 0 0,'3'3'230'0'0,"1"-1"0"0"0,-1 0 0 0 0,1 0 0 0 0,-1 0 0 0 0,1-1 0 0 0,0 1 0 0 0,0-1 0 0 0,0 0 0 0 0,0 0 0 0 0,0 0 0 0 0,0-1 1 0 0,7 1-1 0 0,50-1 1632 0 0,-38-3-1411 0 0,0-1 0 0 0,0-1 0 0 0,0-1 0 0 0,-1-1 0 0 0,36-16 0 0 0,16-6-6066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0 7370 0 0,'-1'1'196'0'0,"-1"1"1"0"0,1-1-1 0 0,0 0 1 0 0,-1 1 0 0 0,1-1-1 0 0,0 1 1 0 0,0 0 0 0 0,0-1-1 0 0,0 1 1 0 0,0 0 0 0 0,0 0-1 0 0,0-1 1 0 0,1 1 0 0 0,-1 0-1 0 0,0 0 1 0 0,1 0-1 0 0,0 0 1 0 0,-1 0 0 0 0,1 0-1 0 0,0 0 1 0 0,0 2 0 0 0,3 51 4140 0 0,-1-43-3676 0 0,7 129 4620 0 0,-7-91-5076 0 0,-4-1 1 0 0,-8 63-1 0 0,3-58-2342 0 0,4-29-5242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4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0,'24'16'4013'0'0,"-13"-2"-3354"0"0,-1 0-1 0 0,0 1 1 0 0,-1 0 0 0 0,0 1-1 0 0,-1-1 1 0 0,10 34-1 0 0,24 105-210 0 0,-20-32-335 0 0,8 178 0 0 0,-12-94-2755 0 0,-10-141-4925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0 147 10594 0 0,'109'-22'6066'0'0,"15"-13"-2715"0"0,107-26-786 0 0,-184 51-2872 0 0,0 2 0 0 0,93-3 0 0 0,-129 11-247 0 0,0 1 0 0 0,0 0 0 0 0,1 0 0 0 0,-1 1 1 0 0,0 0-1 0 0,-1 1 0 0 0,13 5 0 0 0,3 4-5844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4609 0 0,'1'7'1117'0'0,"0"0"0"0"0,0-1 0 0 0,1 1 0 0 0,0-1 0 0 0,5 12 0 0 0,3 9 1442 0 0,39 145 5388 0 0,21 86-5305 0 0,-68-252-2625 0 0,0 1 0 0 0,0-1 0 0 0,0 0 0 0 0,0 0-1 0 0,1-1 1 0 0,0 1 0 0 0,1 0 0 0 0,-1-1 0 0 0,1 0 0 0 0,0 0 0 0 0,0 0 0 0 0,0 0 0 0 0,1-1 0 0 0,0 1 0 0 0,9 5 0 0 0,-10-8-19 0 0,1 1-1 0 0,0-2 0 0 0,-1 1 0 0 0,1 0 1 0 0,0-1-1 0 0,0 0 0 0 0,0 0 1 0 0,0-1-1 0 0,0 1 0 0 0,0-1 0 0 0,0 0 1 0 0,0 0-1 0 0,0-1 0 0 0,0 1 1 0 0,0-1-1 0 0,0 0 0 0 0,-1-1 0 0 0,1 1 1 0 0,0-1-1 0 0,7-3 0 0 0,23-13-5 0 0,59-40 0 0 0,-52 31-2046 0 0,0 2-3457 0 0,-8 7-1843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38 2304 0 0,'-19'0'9330'0'0,"24"-3"-7727"0"0,2-2-1057 0 0,-1 0 0 0 0,1 1 0 0 0,0 0 0 0 0,1 1 0 0 0,-1-1-1 0 0,15-3 1 0 0,-19 6-424 0 0,0 1 0 0 0,0-1 0 0 0,1 1 0 0 0,-1-1-1 0 0,0 1 1 0 0,0 0 0 0 0,1 1 0 0 0,-1-1 0 0 0,0 0 0 0 0,0 1-1 0 0,1 0 1 0 0,-1 0 0 0 0,0 0 0 0 0,0 0 0 0 0,0 0-1 0 0,0 0 1 0 0,0 1 0 0 0,-1 0 0 0 0,1-1 0 0 0,0 1 0 0 0,-1 0-1 0 0,5 4 1 0 0,11 14 545 0 0,30 44 0 0 0,9 11 502 0 0,-51-68-1048 0 0,1 0-1 0 0,0 0 0 0 0,1-1 1 0 0,0 0-1 0 0,0 0 1 0 0,0-1-1 0 0,12 6 0 0 0,-17-10-123 0 0,-1 0-1 0 0,1 0 1 0 0,-1-1-1 0 0,1 1 1 0 0,-1-1-1 0 0,1 1 1 0 0,0-1-1 0 0,-1 0 1 0 0,1 0-1 0 0,0 0 0 0 0,-1 0 1 0 0,1-1-1 0 0,-1 1 1 0 0,1-1-1 0 0,0 0 1 0 0,-1 1-1 0 0,1-1 1 0 0,-1 0-1 0 0,4-2 1 0 0,3-3-246 0 0,0 0 1 0 0,0 0 0 0 0,11-11-1 0 0,-8 6-442 0 0,9-6-636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 2304 0 0,'1'2'237'0'0,"0"-1"-1"0"0,-1 1 0 0 0,1 0 0 0 0,0-1 0 0 0,0 1 1 0 0,1-1-1 0 0,-1 1 0 0 0,0-1 0 0 0,0 0 0 0 0,1 1 1 0 0,-1-1-1 0 0,1 0 0 0 0,-1 0 0 0 0,1 0 0 0 0,-1 0 1 0 0,1 0-1 0 0,0 0 0 0 0,-1-1 0 0 0,1 1 0 0 0,0 0 1 0 0,0-1-1 0 0,-1 0 0 0 0,4 1 0 0 0,44 8 4074 0 0,-29-10-3469 0 0,-1-1 0 0 0,1 0 1 0 0,-1-2-1 0 0,0-1 1 0 0,0 0-1 0 0,-1-1 0 0 0,0-1 1 0 0,21-11-1 0 0,-8 5-3110 0 0,46-14 0 0 0,-57 22-3446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0,'0'5'771'0'0,"0"1"0"0"0,0-1 0 0 0,0 0 1 0 0,1 0-1 0 0,0 0 0 0 0,0 0 0 0 0,0 0 0 0 0,1 0 1 0 0,2 6-1 0 0,2 8 705 0 0,0 21 2216 0 0,2 75 0 0 0,0 8-6767 0 0,-4-99 1732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0,'3'40'4607'0'0,"7"112"1878"0"0,-2-87-4668 0 0,22 96 0 0 0,86 314 82 0 0,-46-157-5881 0 0,-61-273-3163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0,'0'1'108'0'0,"0"1"0"0"0,-1-1 0 0 0,1 0 0 0 0,0 0 0 0 0,0 1 0 0 0,0-1 0 0 0,0 0 0 0 0,1 0 0 0 0,-1 1 0 0 0,0-1-1 0 0,1 0 1 0 0,-1 0 0 0 0,0 0 0 0 0,1 0 0 0 0,-1 1 0 0 0,1-1 0 0 0,0 0 0 0 0,-1 0 0 0 0,1 0 0 0 0,0 0 0 0 0,0 0-1 0 0,0 0 1 0 0,-1 0 0 0 0,3 1 0 0 0,1 1 280 0 0,0-1 1 0 0,0 1-1 0 0,0 0 0 0 0,1-1 0 0 0,-1 0 1 0 0,8 3-1 0 0,7 0 958 0 0,0 0-1 0 0,25 3 1 0 0,-9-4-99 0 0,0-2-1 0 0,0-2 1 0 0,50-4 0 0 0,103-25 988 0 0,0 1-2505 0 0,-153 25-360 0 0,0 1 0 0 0,1 2 1 0 0,47 6-1 0 0,-52 0-1661 0 0,-4 4-4391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5985 0 0,'-1'1'396'0'0,"1"1"-1"0"0,0 0 1 0 0,0-1-1 0 0,0 1 1 0 0,0 0-1 0 0,0-1 1 0 0,1 1-1 0 0,-1-1 1 0 0,0 1-1 0 0,1-1 0 0 0,-1 1 1 0 0,1-1-1 0 0,0 1 1 0 0,-1-1-1 0 0,1 1 1 0 0,0-1-1 0 0,0 1 1 0 0,0-1-1 0 0,2 2 1 0 0,22 32 3585 0 0,-3-6-1641 0 0,36 61 0 0 0,-43-60-2073 0 0,-1 1 0 0 0,-1 0 0 0 0,-2 0 1 0 0,11 46-1 0 0,15 129 460 0 0,7 24-565 0 0,-41-217-159 0 0,1 0 0 0 0,10 24-1 0 0,-13-35-16 0 0,0 0-1 0 0,0 1 0 0 0,0-1 1 0 0,0 0-1 0 0,1 0 1 0 0,-1 0-1 0 0,1 0 0 0 0,-1 0 1 0 0,1 0-1 0 0,0 0 1 0 0,0-1-1 0 0,0 1 0 0 0,0 0 1 0 0,0-1-1 0 0,0 0 0 0 0,0 1 1 0 0,0-1-1 0 0,0 0 1 0 0,1 0-1 0 0,-1 0 0 0 0,0 0 1 0 0,1-1-1 0 0,3 1 1 0 0,1-2-128 0 0,0-2 1 0 0,-1 1 0 0 0,1-1 0 0 0,0 0 0 0 0,-1 0 0 0 0,0 0 0 0 0,0-1 0 0 0,0 0 0 0 0,0-1-1 0 0,7-6 1 0 0,7-4-374 0 0,116-89-5279 0 0,-131 99 5877 0 0,18-15-99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1 211 7370 0 0,'43'-11'4586'0'0,"-2"-1"-1974"0"0,-1-3 0 0 0,55-27-1 0 0,71-52-444 0 0,-161 91-2335 0 0,30-18-355 0 0,-12 9-5111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7.5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0,'10'4'804'0'0,"0"-2"0"0"0,-1 1 0 0 0,1-1-1 0 0,0-1 1 0 0,0 0 0 0 0,18 0 0 0 0,11 1 1546 0 0,-18 1-1490 0 0,80 13 1502 0 0,-92-14-2259 0 0,-1 0 1 0 0,0 1-1 0 0,1 0 1 0 0,-1 0-1 0 0,-1 0 1 0 0,1 1-1 0 0,0 1 1 0 0,-1-1-1 0 0,8 8 1 0 0,-12-9-93 0 0,0 0 0 0 0,-1 0 1 0 0,1 0-1 0 0,-1 0 1 0 0,0 1-1 0 0,0-1 1 0 0,0 1-1 0 0,-1 0 1 0 0,1 0-1 0 0,-1-1 0 0 0,0 1 1 0 0,0 0-1 0 0,0 0 1 0 0,0 8-1 0 0,0 6-16 0 0,-1 0-1 0 0,-3 21 1 0 0,1 22 95 0 0,4-53-56 0 0,0 0 0 0 0,0-1 1 0 0,0 1-1 0 0,1 0 0 0 0,0-1 0 0 0,1 0 1 0 0,-1 1-1 0 0,2-1 0 0 0,6 9 0 0 0,-6-9 40 0 0,0 0 1 0 0,-1 1-1 0 0,0-1 0 0 0,0 1 0 0 0,-1 0 0 0 0,1 0 0 0 0,2 14 0 0 0,-6-20-54 0 0,1 1 0 0 0,-1-1 0 0 0,0 1 0 0 0,0-1 0 0 0,0 0 0 0 0,0 1 0 0 0,-1-1 0 0 0,1 1 0 0 0,-1-1 0 0 0,1 0 0 0 0,-1 1 0 0 0,0-1 0 0 0,0 0 0 0 0,0 0 0 0 0,0 1 0 0 0,0-1 0 0 0,0 0 0 0 0,-1 0 0 0 0,1 0 0 0 0,-1-1 0 0 0,1 1 0 0 0,-1 0 0 0 0,0 0 0 0 0,-2 1 0 0 0,2-2-559 0 0,0 0-1 0 0,1 0 1 0 0,-1-1-1 0 0,0 1 1 0 0,0 0 0 0 0,0-1-1 0 0,1 1 1 0 0,-1-1-1 0 0,0 0 1 0 0,0 1 0 0 0,0-1-1 0 0,-3-1 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1" Type="http://schemas.openxmlformats.org/officeDocument/2006/relationships/customXml" Target="../ink/ink10.xml"/><Relationship Id="rId42" Type="http://schemas.openxmlformats.org/officeDocument/2006/relationships/image" Target="../media/image896.png"/><Relationship Id="rId63" Type="http://schemas.openxmlformats.org/officeDocument/2006/relationships/customXml" Target="../ink/ink31.xml"/><Relationship Id="rId84" Type="http://schemas.openxmlformats.org/officeDocument/2006/relationships/image" Target="../media/image917.png"/><Relationship Id="rId138" Type="http://schemas.openxmlformats.org/officeDocument/2006/relationships/image" Target="../media/image944.png"/><Relationship Id="rId159" Type="http://schemas.openxmlformats.org/officeDocument/2006/relationships/customXml" Target="../ink/ink79.xml"/><Relationship Id="rId170" Type="http://schemas.openxmlformats.org/officeDocument/2006/relationships/image" Target="../media/image960.png"/><Relationship Id="rId107" Type="http://schemas.openxmlformats.org/officeDocument/2006/relationships/customXml" Target="../ink/ink53.xml"/><Relationship Id="rId11" Type="http://schemas.openxmlformats.org/officeDocument/2006/relationships/customXml" Target="../ink/ink5.xml"/><Relationship Id="rId32" Type="http://schemas.openxmlformats.org/officeDocument/2006/relationships/image" Target="../media/image891.png"/><Relationship Id="rId53" Type="http://schemas.openxmlformats.org/officeDocument/2006/relationships/customXml" Target="../ink/ink26.xml"/><Relationship Id="rId74" Type="http://schemas.openxmlformats.org/officeDocument/2006/relationships/image" Target="../media/image912.png"/><Relationship Id="rId128" Type="http://schemas.openxmlformats.org/officeDocument/2006/relationships/image" Target="../media/image939.png"/><Relationship Id="rId149" Type="http://schemas.openxmlformats.org/officeDocument/2006/relationships/customXml" Target="../ink/ink74.xml"/><Relationship Id="rId5" Type="http://schemas.openxmlformats.org/officeDocument/2006/relationships/customXml" Target="../ink/ink2.xml"/><Relationship Id="rId95" Type="http://schemas.openxmlformats.org/officeDocument/2006/relationships/customXml" Target="../ink/ink47.xml"/><Relationship Id="rId160" Type="http://schemas.openxmlformats.org/officeDocument/2006/relationships/image" Target="../media/image955.png"/><Relationship Id="rId22" Type="http://schemas.openxmlformats.org/officeDocument/2006/relationships/image" Target="../media/image886.png"/><Relationship Id="rId43" Type="http://schemas.openxmlformats.org/officeDocument/2006/relationships/customXml" Target="../ink/ink21.xml"/><Relationship Id="rId64" Type="http://schemas.openxmlformats.org/officeDocument/2006/relationships/image" Target="../media/image907.png"/><Relationship Id="rId118" Type="http://schemas.openxmlformats.org/officeDocument/2006/relationships/image" Target="../media/image934.png"/><Relationship Id="rId139" Type="http://schemas.openxmlformats.org/officeDocument/2006/relationships/customXml" Target="../ink/ink69.xml"/><Relationship Id="rId85" Type="http://schemas.openxmlformats.org/officeDocument/2006/relationships/customXml" Target="../ink/ink42.xml"/><Relationship Id="rId150" Type="http://schemas.openxmlformats.org/officeDocument/2006/relationships/image" Target="../media/image950.png"/><Relationship Id="rId171" Type="http://schemas.openxmlformats.org/officeDocument/2006/relationships/customXml" Target="../ink/ink85.xml"/><Relationship Id="rId12" Type="http://schemas.openxmlformats.org/officeDocument/2006/relationships/image" Target="../media/image881.png"/><Relationship Id="rId33" Type="http://schemas.openxmlformats.org/officeDocument/2006/relationships/customXml" Target="../ink/ink16.xml"/><Relationship Id="rId108" Type="http://schemas.openxmlformats.org/officeDocument/2006/relationships/image" Target="../media/image929.png"/><Relationship Id="rId129" Type="http://schemas.openxmlformats.org/officeDocument/2006/relationships/customXml" Target="../ink/ink64.xml"/><Relationship Id="rId54" Type="http://schemas.openxmlformats.org/officeDocument/2006/relationships/image" Target="../media/image902.png"/><Relationship Id="rId75" Type="http://schemas.openxmlformats.org/officeDocument/2006/relationships/customXml" Target="../ink/ink37.xml"/><Relationship Id="rId96" Type="http://schemas.openxmlformats.org/officeDocument/2006/relationships/image" Target="../media/image923.png"/><Relationship Id="rId140" Type="http://schemas.openxmlformats.org/officeDocument/2006/relationships/image" Target="../media/image945.png"/><Relationship Id="rId161" Type="http://schemas.openxmlformats.org/officeDocument/2006/relationships/customXml" Target="../ink/ink80.xml"/><Relationship Id="rId6" Type="http://schemas.openxmlformats.org/officeDocument/2006/relationships/image" Target="../media/image878.png"/><Relationship Id="rId23" Type="http://schemas.openxmlformats.org/officeDocument/2006/relationships/customXml" Target="../ink/ink11.xml"/><Relationship Id="rId28" Type="http://schemas.openxmlformats.org/officeDocument/2006/relationships/image" Target="../media/image889.png"/><Relationship Id="rId49" Type="http://schemas.openxmlformats.org/officeDocument/2006/relationships/customXml" Target="../ink/ink24.xml"/><Relationship Id="rId114" Type="http://schemas.openxmlformats.org/officeDocument/2006/relationships/image" Target="../media/image932.png"/><Relationship Id="rId119" Type="http://schemas.openxmlformats.org/officeDocument/2006/relationships/customXml" Target="../ink/ink59.xml"/><Relationship Id="rId44" Type="http://schemas.openxmlformats.org/officeDocument/2006/relationships/image" Target="../media/image897.png"/><Relationship Id="rId60" Type="http://schemas.openxmlformats.org/officeDocument/2006/relationships/image" Target="../media/image905.png"/><Relationship Id="rId65" Type="http://schemas.openxmlformats.org/officeDocument/2006/relationships/customXml" Target="../ink/ink32.xml"/><Relationship Id="rId81" Type="http://schemas.openxmlformats.org/officeDocument/2006/relationships/customXml" Target="../ink/ink40.xml"/><Relationship Id="rId86" Type="http://schemas.openxmlformats.org/officeDocument/2006/relationships/image" Target="../media/image918.png"/><Relationship Id="rId130" Type="http://schemas.openxmlformats.org/officeDocument/2006/relationships/image" Target="../media/image940.png"/><Relationship Id="rId135" Type="http://schemas.openxmlformats.org/officeDocument/2006/relationships/customXml" Target="../ink/ink67.xml"/><Relationship Id="rId151" Type="http://schemas.openxmlformats.org/officeDocument/2006/relationships/customXml" Target="../ink/ink75.xml"/><Relationship Id="rId156" Type="http://schemas.openxmlformats.org/officeDocument/2006/relationships/image" Target="../media/image953.png"/><Relationship Id="rId177" Type="http://schemas.openxmlformats.org/officeDocument/2006/relationships/customXml" Target="../ink/ink88.xml"/><Relationship Id="rId172" Type="http://schemas.openxmlformats.org/officeDocument/2006/relationships/image" Target="../media/image961.png"/><Relationship Id="rId13" Type="http://schemas.openxmlformats.org/officeDocument/2006/relationships/customXml" Target="../ink/ink6.xml"/><Relationship Id="rId18" Type="http://schemas.openxmlformats.org/officeDocument/2006/relationships/image" Target="../media/image884.png"/><Relationship Id="rId39" Type="http://schemas.openxmlformats.org/officeDocument/2006/relationships/customXml" Target="../ink/ink19.xml"/><Relationship Id="rId109" Type="http://schemas.openxmlformats.org/officeDocument/2006/relationships/customXml" Target="../ink/ink54.xml"/><Relationship Id="rId34" Type="http://schemas.openxmlformats.org/officeDocument/2006/relationships/image" Target="../media/image892.png"/><Relationship Id="rId50" Type="http://schemas.openxmlformats.org/officeDocument/2006/relationships/image" Target="../media/image900.png"/><Relationship Id="rId55" Type="http://schemas.openxmlformats.org/officeDocument/2006/relationships/customXml" Target="../ink/ink27.xml"/><Relationship Id="rId76" Type="http://schemas.openxmlformats.org/officeDocument/2006/relationships/image" Target="../media/image913.png"/><Relationship Id="rId97" Type="http://schemas.openxmlformats.org/officeDocument/2006/relationships/customXml" Target="../ink/ink48.xml"/><Relationship Id="rId104" Type="http://schemas.openxmlformats.org/officeDocument/2006/relationships/image" Target="../media/image927.png"/><Relationship Id="rId120" Type="http://schemas.openxmlformats.org/officeDocument/2006/relationships/image" Target="../media/image935.png"/><Relationship Id="rId125" Type="http://schemas.openxmlformats.org/officeDocument/2006/relationships/customXml" Target="../ink/ink62.xml"/><Relationship Id="rId141" Type="http://schemas.openxmlformats.org/officeDocument/2006/relationships/customXml" Target="../ink/ink70.xml"/><Relationship Id="rId146" Type="http://schemas.openxmlformats.org/officeDocument/2006/relationships/image" Target="../media/image948.png"/><Relationship Id="rId167" Type="http://schemas.openxmlformats.org/officeDocument/2006/relationships/customXml" Target="../ink/ink83.xml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92" Type="http://schemas.openxmlformats.org/officeDocument/2006/relationships/image" Target="../media/image921.png"/><Relationship Id="rId162" Type="http://schemas.openxmlformats.org/officeDocument/2006/relationships/image" Target="../media/image956.png"/><Relationship Id="rId2" Type="http://schemas.openxmlformats.org/officeDocument/2006/relationships/image" Target="../media/image3.png"/><Relationship Id="rId29" Type="http://schemas.openxmlformats.org/officeDocument/2006/relationships/customXml" Target="../ink/ink14.xml"/><Relationship Id="rId24" Type="http://schemas.openxmlformats.org/officeDocument/2006/relationships/image" Target="../media/image887.png"/><Relationship Id="rId40" Type="http://schemas.openxmlformats.org/officeDocument/2006/relationships/image" Target="../media/image895.png"/><Relationship Id="rId45" Type="http://schemas.openxmlformats.org/officeDocument/2006/relationships/customXml" Target="../ink/ink22.xml"/><Relationship Id="rId66" Type="http://schemas.openxmlformats.org/officeDocument/2006/relationships/image" Target="../media/image908.png"/><Relationship Id="rId87" Type="http://schemas.openxmlformats.org/officeDocument/2006/relationships/customXml" Target="../ink/ink43.xml"/><Relationship Id="rId110" Type="http://schemas.openxmlformats.org/officeDocument/2006/relationships/image" Target="../media/image930.png"/><Relationship Id="rId115" Type="http://schemas.openxmlformats.org/officeDocument/2006/relationships/customXml" Target="../ink/ink57.xml"/><Relationship Id="rId131" Type="http://schemas.openxmlformats.org/officeDocument/2006/relationships/customXml" Target="../ink/ink65.xml"/><Relationship Id="rId136" Type="http://schemas.openxmlformats.org/officeDocument/2006/relationships/image" Target="../media/image943.png"/><Relationship Id="rId157" Type="http://schemas.openxmlformats.org/officeDocument/2006/relationships/customXml" Target="../ink/ink78.xml"/><Relationship Id="rId178" Type="http://schemas.openxmlformats.org/officeDocument/2006/relationships/image" Target="../media/image964.png"/><Relationship Id="rId61" Type="http://schemas.openxmlformats.org/officeDocument/2006/relationships/customXml" Target="../ink/ink30.xml"/><Relationship Id="rId82" Type="http://schemas.openxmlformats.org/officeDocument/2006/relationships/image" Target="../media/image916.png"/><Relationship Id="rId152" Type="http://schemas.openxmlformats.org/officeDocument/2006/relationships/image" Target="../media/image951.png"/><Relationship Id="rId173" Type="http://schemas.openxmlformats.org/officeDocument/2006/relationships/customXml" Target="../ink/ink86.xml"/><Relationship Id="rId19" Type="http://schemas.openxmlformats.org/officeDocument/2006/relationships/customXml" Target="../ink/ink9.xml"/><Relationship Id="rId14" Type="http://schemas.openxmlformats.org/officeDocument/2006/relationships/image" Target="../media/image882.png"/><Relationship Id="rId30" Type="http://schemas.openxmlformats.org/officeDocument/2006/relationships/image" Target="../media/image890.png"/><Relationship Id="rId35" Type="http://schemas.openxmlformats.org/officeDocument/2006/relationships/customXml" Target="../ink/ink17.xml"/><Relationship Id="rId56" Type="http://schemas.openxmlformats.org/officeDocument/2006/relationships/image" Target="../media/image903.png"/><Relationship Id="rId77" Type="http://schemas.openxmlformats.org/officeDocument/2006/relationships/customXml" Target="../ink/ink38.xml"/><Relationship Id="rId100" Type="http://schemas.openxmlformats.org/officeDocument/2006/relationships/image" Target="../media/image925.png"/><Relationship Id="rId105" Type="http://schemas.openxmlformats.org/officeDocument/2006/relationships/customXml" Target="../ink/ink52.xml"/><Relationship Id="rId126" Type="http://schemas.openxmlformats.org/officeDocument/2006/relationships/image" Target="../media/image938.png"/><Relationship Id="rId147" Type="http://schemas.openxmlformats.org/officeDocument/2006/relationships/customXml" Target="../ink/ink73.xml"/><Relationship Id="rId168" Type="http://schemas.openxmlformats.org/officeDocument/2006/relationships/image" Target="../media/image959.png"/><Relationship Id="rId8" Type="http://schemas.openxmlformats.org/officeDocument/2006/relationships/image" Target="../media/image879.png"/><Relationship Id="rId51" Type="http://schemas.openxmlformats.org/officeDocument/2006/relationships/customXml" Target="../ink/ink25.xml"/><Relationship Id="rId72" Type="http://schemas.openxmlformats.org/officeDocument/2006/relationships/image" Target="../media/image911.png"/><Relationship Id="rId93" Type="http://schemas.openxmlformats.org/officeDocument/2006/relationships/customXml" Target="../ink/ink46.xml"/><Relationship Id="rId98" Type="http://schemas.openxmlformats.org/officeDocument/2006/relationships/image" Target="../media/image924.png"/><Relationship Id="rId121" Type="http://schemas.openxmlformats.org/officeDocument/2006/relationships/customXml" Target="../ink/ink60.xml"/><Relationship Id="rId142" Type="http://schemas.openxmlformats.org/officeDocument/2006/relationships/image" Target="../media/image946.png"/><Relationship Id="rId163" Type="http://schemas.openxmlformats.org/officeDocument/2006/relationships/customXml" Target="../ink/ink81.xml"/><Relationship Id="rId3" Type="http://schemas.openxmlformats.org/officeDocument/2006/relationships/customXml" Target="../ink/ink1.xml"/><Relationship Id="rId25" Type="http://schemas.openxmlformats.org/officeDocument/2006/relationships/customXml" Target="../ink/ink12.xml"/><Relationship Id="rId46" Type="http://schemas.openxmlformats.org/officeDocument/2006/relationships/image" Target="../media/image898.png"/><Relationship Id="rId67" Type="http://schemas.openxmlformats.org/officeDocument/2006/relationships/customXml" Target="../ink/ink33.xml"/><Relationship Id="rId116" Type="http://schemas.openxmlformats.org/officeDocument/2006/relationships/image" Target="../media/image933.png"/><Relationship Id="rId137" Type="http://schemas.openxmlformats.org/officeDocument/2006/relationships/customXml" Target="../ink/ink68.xml"/><Relationship Id="rId158" Type="http://schemas.openxmlformats.org/officeDocument/2006/relationships/image" Target="../media/image954.png"/><Relationship Id="rId20" Type="http://schemas.openxmlformats.org/officeDocument/2006/relationships/image" Target="../media/image885.png"/><Relationship Id="rId41" Type="http://schemas.openxmlformats.org/officeDocument/2006/relationships/customXml" Target="../ink/ink20.xml"/><Relationship Id="rId62" Type="http://schemas.openxmlformats.org/officeDocument/2006/relationships/image" Target="../media/image906.png"/><Relationship Id="rId83" Type="http://schemas.openxmlformats.org/officeDocument/2006/relationships/customXml" Target="../ink/ink41.xml"/><Relationship Id="rId88" Type="http://schemas.openxmlformats.org/officeDocument/2006/relationships/image" Target="../media/image919.png"/><Relationship Id="rId111" Type="http://schemas.openxmlformats.org/officeDocument/2006/relationships/customXml" Target="../ink/ink55.xml"/><Relationship Id="rId132" Type="http://schemas.openxmlformats.org/officeDocument/2006/relationships/image" Target="../media/image941.png"/><Relationship Id="rId153" Type="http://schemas.openxmlformats.org/officeDocument/2006/relationships/customXml" Target="../ink/ink76.xml"/><Relationship Id="rId174" Type="http://schemas.openxmlformats.org/officeDocument/2006/relationships/image" Target="../media/image962.png"/><Relationship Id="rId179" Type="http://schemas.openxmlformats.org/officeDocument/2006/relationships/customXml" Target="../ink/ink89.xml"/><Relationship Id="rId15" Type="http://schemas.openxmlformats.org/officeDocument/2006/relationships/customXml" Target="../ink/ink7.xml"/><Relationship Id="rId36" Type="http://schemas.openxmlformats.org/officeDocument/2006/relationships/image" Target="../media/image893.png"/><Relationship Id="rId57" Type="http://schemas.openxmlformats.org/officeDocument/2006/relationships/customXml" Target="../ink/ink28.xml"/><Relationship Id="rId106" Type="http://schemas.openxmlformats.org/officeDocument/2006/relationships/image" Target="../media/image928.png"/><Relationship Id="rId127" Type="http://schemas.openxmlformats.org/officeDocument/2006/relationships/customXml" Target="../ink/ink63.xml"/><Relationship Id="rId10" Type="http://schemas.openxmlformats.org/officeDocument/2006/relationships/image" Target="../media/image880.png"/><Relationship Id="rId31" Type="http://schemas.openxmlformats.org/officeDocument/2006/relationships/customXml" Target="../ink/ink15.xml"/><Relationship Id="rId52" Type="http://schemas.openxmlformats.org/officeDocument/2006/relationships/image" Target="../media/image901.png"/><Relationship Id="rId73" Type="http://schemas.openxmlformats.org/officeDocument/2006/relationships/customXml" Target="../ink/ink36.xml"/><Relationship Id="rId78" Type="http://schemas.openxmlformats.org/officeDocument/2006/relationships/image" Target="../media/image914.png"/><Relationship Id="rId94" Type="http://schemas.openxmlformats.org/officeDocument/2006/relationships/image" Target="../media/image922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936.png"/><Relationship Id="rId143" Type="http://schemas.openxmlformats.org/officeDocument/2006/relationships/customXml" Target="../ink/ink71.xml"/><Relationship Id="rId148" Type="http://schemas.openxmlformats.org/officeDocument/2006/relationships/image" Target="../media/image949.png"/><Relationship Id="rId164" Type="http://schemas.openxmlformats.org/officeDocument/2006/relationships/image" Target="../media/image957.png"/><Relationship Id="rId169" Type="http://schemas.openxmlformats.org/officeDocument/2006/relationships/customXml" Target="../ink/ink84.xml"/><Relationship Id="rId4" Type="http://schemas.openxmlformats.org/officeDocument/2006/relationships/image" Target="../media/image877.png"/><Relationship Id="rId9" Type="http://schemas.openxmlformats.org/officeDocument/2006/relationships/customXml" Target="../ink/ink4.xml"/><Relationship Id="rId180" Type="http://schemas.openxmlformats.org/officeDocument/2006/relationships/image" Target="../media/image965.png"/><Relationship Id="rId26" Type="http://schemas.openxmlformats.org/officeDocument/2006/relationships/image" Target="../media/image888.png"/><Relationship Id="rId47" Type="http://schemas.openxmlformats.org/officeDocument/2006/relationships/customXml" Target="../ink/ink23.xml"/><Relationship Id="rId68" Type="http://schemas.openxmlformats.org/officeDocument/2006/relationships/image" Target="../media/image909.png"/><Relationship Id="rId89" Type="http://schemas.openxmlformats.org/officeDocument/2006/relationships/customXml" Target="../ink/ink44.xml"/><Relationship Id="rId112" Type="http://schemas.openxmlformats.org/officeDocument/2006/relationships/image" Target="../media/image931.png"/><Relationship Id="rId133" Type="http://schemas.openxmlformats.org/officeDocument/2006/relationships/customXml" Target="../ink/ink66.xml"/><Relationship Id="rId154" Type="http://schemas.openxmlformats.org/officeDocument/2006/relationships/image" Target="../media/image952.png"/><Relationship Id="rId175" Type="http://schemas.openxmlformats.org/officeDocument/2006/relationships/customXml" Target="../ink/ink87.xml"/><Relationship Id="rId16" Type="http://schemas.openxmlformats.org/officeDocument/2006/relationships/image" Target="../media/image883.png"/><Relationship Id="rId37" Type="http://schemas.openxmlformats.org/officeDocument/2006/relationships/customXml" Target="../ink/ink18.xml"/><Relationship Id="rId58" Type="http://schemas.openxmlformats.org/officeDocument/2006/relationships/image" Target="../media/image904.png"/><Relationship Id="rId79" Type="http://schemas.openxmlformats.org/officeDocument/2006/relationships/customXml" Target="../ink/ink39.xml"/><Relationship Id="rId102" Type="http://schemas.openxmlformats.org/officeDocument/2006/relationships/image" Target="../media/image926.png"/><Relationship Id="rId123" Type="http://schemas.openxmlformats.org/officeDocument/2006/relationships/customXml" Target="../ink/ink61.xml"/><Relationship Id="rId144" Type="http://schemas.openxmlformats.org/officeDocument/2006/relationships/image" Target="../media/image947.png"/><Relationship Id="rId90" Type="http://schemas.openxmlformats.org/officeDocument/2006/relationships/image" Target="../media/image920.png"/><Relationship Id="rId165" Type="http://schemas.openxmlformats.org/officeDocument/2006/relationships/customXml" Target="../ink/ink82.xml"/><Relationship Id="rId27" Type="http://schemas.openxmlformats.org/officeDocument/2006/relationships/customXml" Target="../ink/ink13.xml"/><Relationship Id="rId48" Type="http://schemas.openxmlformats.org/officeDocument/2006/relationships/image" Target="../media/image899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942.png"/><Relationship Id="rId80" Type="http://schemas.openxmlformats.org/officeDocument/2006/relationships/image" Target="../media/image915.png"/><Relationship Id="rId155" Type="http://schemas.openxmlformats.org/officeDocument/2006/relationships/customXml" Target="../ink/ink77.xml"/><Relationship Id="rId176" Type="http://schemas.openxmlformats.org/officeDocument/2006/relationships/image" Target="../media/image963.png"/><Relationship Id="rId17" Type="http://schemas.openxmlformats.org/officeDocument/2006/relationships/customXml" Target="../ink/ink8.xml"/><Relationship Id="rId38" Type="http://schemas.openxmlformats.org/officeDocument/2006/relationships/image" Target="../media/image894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937.png"/><Relationship Id="rId70" Type="http://schemas.openxmlformats.org/officeDocument/2006/relationships/image" Target="../media/image910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95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23.png"/><Relationship Id="rId299" Type="http://schemas.openxmlformats.org/officeDocument/2006/relationships/image" Target="../media/image1114.png"/><Relationship Id="rId21" Type="http://schemas.openxmlformats.org/officeDocument/2006/relationships/image" Target="../media/image975.png"/><Relationship Id="rId63" Type="http://schemas.openxmlformats.org/officeDocument/2006/relationships/image" Target="../media/image996.png"/><Relationship Id="rId159" Type="http://schemas.openxmlformats.org/officeDocument/2006/relationships/image" Target="../media/image1044.png"/><Relationship Id="rId324" Type="http://schemas.openxmlformats.org/officeDocument/2006/relationships/customXml" Target="../ink/ink251.xml"/><Relationship Id="rId366" Type="http://schemas.openxmlformats.org/officeDocument/2006/relationships/customXml" Target="../ink/ink272.xml"/><Relationship Id="rId170" Type="http://schemas.openxmlformats.org/officeDocument/2006/relationships/customXml" Target="../ink/ink174.xml"/><Relationship Id="rId226" Type="http://schemas.openxmlformats.org/officeDocument/2006/relationships/customXml" Target="../ink/ink202.xml"/><Relationship Id="rId268" Type="http://schemas.openxmlformats.org/officeDocument/2006/relationships/customXml" Target="../ink/ink223.xml"/><Relationship Id="rId32" Type="http://schemas.openxmlformats.org/officeDocument/2006/relationships/customXml" Target="../ink/ink105.xml"/><Relationship Id="rId74" Type="http://schemas.openxmlformats.org/officeDocument/2006/relationships/customXml" Target="../ink/ink126.xml"/><Relationship Id="rId128" Type="http://schemas.openxmlformats.org/officeDocument/2006/relationships/customXml" Target="../ink/ink153.xml"/><Relationship Id="rId335" Type="http://schemas.openxmlformats.org/officeDocument/2006/relationships/image" Target="../media/image1132.png"/><Relationship Id="rId377" Type="http://schemas.openxmlformats.org/officeDocument/2006/relationships/image" Target="../media/image1153.png"/><Relationship Id="rId5" Type="http://schemas.openxmlformats.org/officeDocument/2006/relationships/image" Target="../media/image967.png"/><Relationship Id="rId181" Type="http://schemas.openxmlformats.org/officeDocument/2006/relationships/image" Target="../media/image1055.png"/><Relationship Id="rId237" Type="http://schemas.openxmlformats.org/officeDocument/2006/relationships/image" Target="../media/image1083.png"/><Relationship Id="rId279" Type="http://schemas.openxmlformats.org/officeDocument/2006/relationships/image" Target="../media/image1104.png"/><Relationship Id="rId43" Type="http://schemas.openxmlformats.org/officeDocument/2006/relationships/image" Target="../media/image986.png"/><Relationship Id="rId139" Type="http://schemas.openxmlformats.org/officeDocument/2006/relationships/image" Target="../media/image1034.png"/><Relationship Id="rId290" Type="http://schemas.openxmlformats.org/officeDocument/2006/relationships/customXml" Target="../ink/ink234.xml"/><Relationship Id="rId304" Type="http://schemas.openxmlformats.org/officeDocument/2006/relationships/customXml" Target="../ink/ink241.xml"/><Relationship Id="rId346" Type="http://schemas.openxmlformats.org/officeDocument/2006/relationships/customXml" Target="../ink/ink262.xml"/><Relationship Id="rId85" Type="http://schemas.openxmlformats.org/officeDocument/2006/relationships/image" Target="../media/image1007.png"/><Relationship Id="rId150" Type="http://schemas.openxmlformats.org/officeDocument/2006/relationships/customXml" Target="../ink/ink164.xml"/><Relationship Id="rId192" Type="http://schemas.openxmlformats.org/officeDocument/2006/relationships/customXml" Target="../ink/ink185.xml"/><Relationship Id="rId206" Type="http://schemas.openxmlformats.org/officeDocument/2006/relationships/customXml" Target="../ink/ink192.xml"/><Relationship Id="rId248" Type="http://schemas.openxmlformats.org/officeDocument/2006/relationships/customXml" Target="../ink/ink213.xml"/><Relationship Id="rId12" Type="http://schemas.openxmlformats.org/officeDocument/2006/relationships/customXml" Target="../ink/ink95.xml"/><Relationship Id="rId108" Type="http://schemas.openxmlformats.org/officeDocument/2006/relationships/customXml" Target="../ink/ink143.xml"/><Relationship Id="rId315" Type="http://schemas.openxmlformats.org/officeDocument/2006/relationships/image" Target="../media/image1122.png"/><Relationship Id="rId357" Type="http://schemas.openxmlformats.org/officeDocument/2006/relationships/image" Target="../media/image1143.png"/><Relationship Id="rId54" Type="http://schemas.openxmlformats.org/officeDocument/2006/relationships/customXml" Target="../ink/ink116.xml"/><Relationship Id="rId96" Type="http://schemas.openxmlformats.org/officeDocument/2006/relationships/customXml" Target="../ink/ink137.xml"/><Relationship Id="rId161" Type="http://schemas.openxmlformats.org/officeDocument/2006/relationships/image" Target="../media/image1045.png"/><Relationship Id="rId217" Type="http://schemas.openxmlformats.org/officeDocument/2006/relationships/image" Target="../media/image1073.png"/><Relationship Id="rId259" Type="http://schemas.openxmlformats.org/officeDocument/2006/relationships/image" Target="../media/image1094.png"/><Relationship Id="rId23" Type="http://schemas.openxmlformats.org/officeDocument/2006/relationships/image" Target="../media/image976.png"/><Relationship Id="rId119" Type="http://schemas.openxmlformats.org/officeDocument/2006/relationships/image" Target="../media/image1024.png"/><Relationship Id="rId270" Type="http://schemas.openxmlformats.org/officeDocument/2006/relationships/customXml" Target="../ink/ink224.xml"/><Relationship Id="rId326" Type="http://schemas.openxmlformats.org/officeDocument/2006/relationships/customXml" Target="../ink/ink252.xml"/><Relationship Id="rId65" Type="http://schemas.openxmlformats.org/officeDocument/2006/relationships/image" Target="../media/image997.png"/><Relationship Id="rId130" Type="http://schemas.openxmlformats.org/officeDocument/2006/relationships/customXml" Target="../ink/ink154.xml"/><Relationship Id="rId368" Type="http://schemas.openxmlformats.org/officeDocument/2006/relationships/customXml" Target="../ink/ink273.xml"/><Relationship Id="rId172" Type="http://schemas.openxmlformats.org/officeDocument/2006/relationships/customXml" Target="../ink/ink175.xml"/><Relationship Id="rId228" Type="http://schemas.openxmlformats.org/officeDocument/2006/relationships/customXml" Target="../ink/ink203.xml"/><Relationship Id="rId281" Type="http://schemas.openxmlformats.org/officeDocument/2006/relationships/image" Target="../media/image1105.png"/><Relationship Id="rId337" Type="http://schemas.openxmlformats.org/officeDocument/2006/relationships/image" Target="../media/image1133.png"/><Relationship Id="rId34" Type="http://schemas.openxmlformats.org/officeDocument/2006/relationships/customXml" Target="../ink/ink106.xml"/><Relationship Id="rId76" Type="http://schemas.openxmlformats.org/officeDocument/2006/relationships/customXml" Target="../ink/ink127.xml"/><Relationship Id="rId141" Type="http://schemas.openxmlformats.org/officeDocument/2006/relationships/image" Target="../media/image1035.png"/><Relationship Id="rId379" Type="http://schemas.openxmlformats.org/officeDocument/2006/relationships/image" Target="../media/image1154.png"/><Relationship Id="rId7" Type="http://schemas.openxmlformats.org/officeDocument/2006/relationships/image" Target="../media/image968.png"/><Relationship Id="rId183" Type="http://schemas.openxmlformats.org/officeDocument/2006/relationships/image" Target="../media/image1056.png"/><Relationship Id="rId239" Type="http://schemas.openxmlformats.org/officeDocument/2006/relationships/image" Target="../media/image1084.png"/><Relationship Id="rId250" Type="http://schemas.openxmlformats.org/officeDocument/2006/relationships/customXml" Target="../ink/ink214.xml"/><Relationship Id="rId292" Type="http://schemas.openxmlformats.org/officeDocument/2006/relationships/customXml" Target="../ink/ink235.xml"/><Relationship Id="rId306" Type="http://schemas.openxmlformats.org/officeDocument/2006/relationships/customXml" Target="../ink/ink242.xml"/><Relationship Id="rId45" Type="http://schemas.openxmlformats.org/officeDocument/2006/relationships/image" Target="../media/image987.png"/><Relationship Id="rId87" Type="http://schemas.openxmlformats.org/officeDocument/2006/relationships/image" Target="../media/image1008.png"/><Relationship Id="rId110" Type="http://schemas.openxmlformats.org/officeDocument/2006/relationships/customXml" Target="../ink/ink144.xml"/><Relationship Id="rId348" Type="http://schemas.openxmlformats.org/officeDocument/2006/relationships/customXml" Target="../ink/ink263.xml"/><Relationship Id="rId152" Type="http://schemas.openxmlformats.org/officeDocument/2006/relationships/customXml" Target="../ink/ink165.xml"/><Relationship Id="rId194" Type="http://schemas.openxmlformats.org/officeDocument/2006/relationships/customXml" Target="../ink/ink186.xml"/><Relationship Id="rId208" Type="http://schemas.openxmlformats.org/officeDocument/2006/relationships/customXml" Target="../ink/ink193.xml"/><Relationship Id="rId261" Type="http://schemas.openxmlformats.org/officeDocument/2006/relationships/image" Target="../media/image1095.png"/><Relationship Id="rId14" Type="http://schemas.openxmlformats.org/officeDocument/2006/relationships/customXml" Target="../ink/ink96.xml"/><Relationship Id="rId56" Type="http://schemas.openxmlformats.org/officeDocument/2006/relationships/customXml" Target="../ink/ink117.xml"/><Relationship Id="rId317" Type="http://schemas.openxmlformats.org/officeDocument/2006/relationships/image" Target="../media/image1123.png"/><Relationship Id="rId359" Type="http://schemas.openxmlformats.org/officeDocument/2006/relationships/image" Target="../media/image1144.png"/><Relationship Id="rId98" Type="http://schemas.openxmlformats.org/officeDocument/2006/relationships/customXml" Target="../ink/ink138.xml"/><Relationship Id="rId121" Type="http://schemas.openxmlformats.org/officeDocument/2006/relationships/image" Target="../media/image1025.png"/><Relationship Id="rId163" Type="http://schemas.openxmlformats.org/officeDocument/2006/relationships/image" Target="../media/image1046.png"/><Relationship Id="rId219" Type="http://schemas.openxmlformats.org/officeDocument/2006/relationships/image" Target="../media/image1074.png"/><Relationship Id="rId370" Type="http://schemas.openxmlformats.org/officeDocument/2006/relationships/customXml" Target="../ink/ink274.xml"/><Relationship Id="rId230" Type="http://schemas.openxmlformats.org/officeDocument/2006/relationships/customXml" Target="../ink/ink204.xml"/><Relationship Id="rId25" Type="http://schemas.openxmlformats.org/officeDocument/2006/relationships/image" Target="../media/image977.png"/><Relationship Id="rId67" Type="http://schemas.openxmlformats.org/officeDocument/2006/relationships/image" Target="../media/image998.png"/><Relationship Id="rId272" Type="http://schemas.openxmlformats.org/officeDocument/2006/relationships/customXml" Target="../ink/ink225.xml"/><Relationship Id="rId328" Type="http://schemas.openxmlformats.org/officeDocument/2006/relationships/customXml" Target="../ink/ink253.xml"/><Relationship Id="rId132" Type="http://schemas.openxmlformats.org/officeDocument/2006/relationships/customXml" Target="../ink/ink155.xml"/><Relationship Id="rId174" Type="http://schemas.openxmlformats.org/officeDocument/2006/relationships/customXml" Target="../ink/ink176.xml"/><Relationship Id="rId381" Type="http://schemas.openxmlformats.org/officeDocument/2006/relationships/image" Target="../media/image1155.png"/><Relationship Id="rId241" Type="http://schemas.openxmlformats.org/officeDocument/2006/relationships/image" Target="../media/image1085.png"/><Relationship Id="rId36" Type="http://schemas.openxmlformats.org/officeDocument/2006/relationships/customXml" Target="../ink/ink107.xml"/><Relationship Id="rId283" Type="http://schemas.openxmlformats.org/officeDocument/2006/relationships/image" Target="../media/image1106.png"/><Relationship Id="rId339" Type="http://schemas.openxmlformats.org/officeDocument/2006/relationships/image" Target="../media/image1134.png"/><Relationship Id="rId78" Type="http://schemas.openxmlformats.org/officeDocument/2006/relationships/customXml" Target="../ink/ink128.xml"/><Relationship Id="rId101" Type="http://schemas.openxmlformats.org/officeDocument/2006/relationships/image" Target="../media/image1015.png"/><Relationship Id="rId143" Type="http://schemas.openxmlformats.org/officeDocument/2006/relationships/image" Target="../media/image1036.png"/><Relationship Id="rId185" Type="http://schemas.openxmlformats.org/officeDocument/2006/relationships/image" Target="../media/image1057.png"/><Relationship Id="rId350" Type="http://schemas.openxmlformats.org/officeDocument/2006/relationships/customXml" Target="../ink/ink264.xml"/><Relationship Id="rId9" Type="http://schemas.openxmlformats.org/officeDocument/2006/relationships/image" Target="../media/image969.png"/><Relationship Id="rId210" Type="http://schemas.openxmlformats.org/officeDocument/2006/relationships/customXml" Target="../ink/ink194.xml"/><Relationship Id="rId252" Type="http://schemas.openxmlformats.org/officeDocument/2006/relationships/customXml" Target="../ink/ink215.xml"/><Relationship Id="rId294" Type="http://schemas.openxmlformats.org/officeDocument/2006/relationships/customXml" Target="../ink/ink236.xml"/><Relationship Id="rId308" Type="http://schemas.openxmlformats.org/officeDocument/2006/relationships/customXml" Target="../ink/ink243.xml"/><Relationship Id="rId47" Type="http://schemas.openxmlformats.org/officeDocument/2006/relationships/image" Target="../media/image988.png"/><Relationship Id="rId68" Type="http://schemas.openxmlformats.org/officeDocument/2006/relationships/customXml" Target="../ink/ink123.xml"/><Relationship Id="rId89" Type="http://schemas.openxmlformats.org/officeDocument/2006/relationships/image" Target="../media/image1009.png"/><Relationship Id="rId112" Type="http://schemas.openxmlformats.org/officeDocument/2006/relationships/customXml" Target="../ink/ink145.xml"/><Relationship Id="rId133" Type="http://schemas.openxmlformats.org/officeDocument/2006/relationships/image" Target="../media/image1031.png"/><Relationship Id="rId154" Type="http://schemas.openxmlformats.org/officeDocument/2006/relationships/customXml" Target="../ink/ink166.xml"/><Relationship Id="rId175" Type="http://schemas.openxmlformats.org/officeDocument/2006/relationships/image" Target="../media/image1052.png"/><Relationship Id="rId340" Type="http://schemas.openxmlformats.org/officeDocument/2006/relationships/customXml" Target="../ink/ink259.xml"/><Relationship Id="rId361" Type="http://schemas.openxmlformats.org/officeDocument/2006/relationships/image" Target="../media/image1145.png"/><Relationship Id="rId196" Type="http://schemas.openxmlformats.org/officeDocument/2006/relationships/customXml" Target="../ink/ink187.xml"/><Relationship Id="rId200" Type="http://schemas.openxmlformats.org/officeDocument/2006/relationships/customXml" Target="../ink/ink189.xml"/><Relationship Id="rId382" Type="http://schemas.openxmlformats.org/officeDocument/2006/relationships/customXml" Target="../ink/ink280.xml"/><Relationship Id="rId16" Type="http://schemas.openxmlformats.org/officeDocument/2006/relationships/customXml" Target="../ink/ink97.xml"/><Relationship Id="rId221" Type="http://schemas.openxmlformats.org/officeDocument/2006/relationships/image" Target="../media/image1075.png"/><Relationship Id="rId242" Type="http://schemas.openxmlformats.org/officeDocument/2006/relationships/customXml" Target="../ink/ink210.xml"/><Relationship Id="rId263" Type="http://schemas.openxmlformats.org/officeDocument/2006/relationships/image" Target="../media/image1096.png"/><Relationship Id="rId284" Type="http://schemas.openxmlformats.org/officeDocument/2006/relationships/customXml" Target="../ink/ink231.xml"/><Relationship Id="rId319" Type="http://schemas.openxmlformats.org/officeDocument/2006/relationships/image" Target="../media/image1124.png"/><Relationship Id="rId37" Type="http://schemas.openxmlformats.org/officeDocument/2006/relationships/image" Target="../media/image983.png"/><Relationship Id="rId58" Type="http://schemas.openxmlformats.org/officeDocument/2006/relationships/customXml" Target="../ink/ink118.xml"/><Relationship Id="rId79" Type="http://schemas.openxmlformats.org/officeDocument/2006/relationships/image" Target="../media/image1004.png"/><Relationship Id="rId102" Type="http://schemas.openxmlformats.org/officeDocument/2006/relationships/customXml" Target="../ink/ink140.xml"/><Relationship Id="rId123" Type="http://schemas.openxmlformats.org/officeDocument/2006/relationships/image" Target="../media/image1026.png"/><Relationship Id="rId144" Type="http://schemas.openxmlformats.org/officeDocument/2006/relationships/customXml" Target="../ink/ink161.xml"/><Relationship Id="rId330" Type="http://schemas.openxmlformats.org/officeDocument/2006/relationships/customXml" Target="../ink/ink254.xml"/><Relationship Id="rId90" Type="http://schemas.openxmlformats.org/officeDocument/2006/relationships/customXml" Target="../ink/ink134.xml"/><Relationship Id="rId165" Type="http://schemas.openxmlformats.org/officeDocument/2006/relationships/image" Target="../media/image1047.png"/><Relationship Id="rId186" Type="http://schemas.openxmlformats.org/officeDocument/2006/relationships/customXml" Target="../ink/ink182.xml"/><Relationship Id="rId351" Type="http://schemas.openxmlformats.org/officeDocument/2006/relationships/image" Target="../media/image1140.png"/><Relationship Id="rId372" Type="http://schemas.openxmlformats.org/officeDocument/2006/relationships/customXml" Target="../ink/ink275.xml"/><Relationship Id="rId211" Type="http://schemas.openxmlformats.org/officeDocument/2006/relationships/image" Target="../media/image1070.png"/><Relationship Id="rId232" Type="http://schemas.openxmlformats.org/officeDocument/2006/relationships/customXml" Target="../ink/ink205.xml"/><Relationship Id="rId253" Type="http://schemas.openxmlformats.org/officeDocument/2006/relationships/image" Target="../media/image1091.png"/><Relationship Id="rId274" Type="http://schemas.openxmlformats.org/officeDocument/2006/relationships/customXml" Target="../ink/ink226.xml"/><Relationship Id="rId295" Type="http://schemas.openxmlformats.org/officeDocument/2006/relationships/image" Target="../media/image1112.png"/><Relationship Id="rId309" Type="http://schemas.openxmlformats.org/officeDocument/2006/relationships/image" Target="../media/image1119.png"/><Relationship Id="rId27" Type="http://schemas.openxmlformats.org/officeDocument/2006/relationships/image" Target="../media/image978.png"/><Relationship Id="rId48" Type="http://schemas.openxmlformats.org/officeDocument/2006/relationships/customXml" Target="../ink/ink113.xml"/><Relationship Id="rId69" Type="http://schemas.openxmlformats.org/officeDocument/2006/relationships/image" Target="../media/image999.png"/><Relationship Id="rId113" Type="http://schemas.openxmlformats.org/officeDocument/2006/relationships/image" Target="../media/image1021.png"/><Relationship Id="rId134" Type="http://schemas.openxmlformats.org/officeDocument/2006/relationships/customXml" Target="../ink/ink156.xml"/><Relationship Id="rId320" Type="http://schemas.openxmlformats.org/officeDocument/2006/relationships/customXml" Target="../ink/ink249.xml"/><Relationship Id="rId80" Type="http://schemas.openxmlformats.org/officeDocument/2006/relationships/customXml" Target="../ink/ink129.xml"/><Relationship Id="rId155" Type="http://schemas.openxmlformats.org/officeDocument/2006/relationships/image" Target="../media/image1042.png"/><Relationship Id="rId176" Type="http://schemas.openxmlformats.org/officeDocument/2006/relationships/customXml" Target="../ink/ink177.xml"/><Relationship Id="rId197" Type="http://schemas.openxmlformats.org/officeDocument/2006/relationships/image" Target="../media/image1063.png"/><Relationship Id="rId341" Type="http://schemas.openxmlformats.org/officeDocument/2006/relationships/image" Target="../media/image1135.png"/><Relationship Id="rId362" Type="http://schemas.openxmlformats.org/officeDocument/2006/relationships/customXml" Target="../ink/ink270.xml"/><Relationship Id="rId383" Type="http://schemas.openxmlformats.org/officeDocument/2006/relationships/image" Target="../media/image1156.png"/><Relationship Id="rId201" Type="http://schemas.openxmlformats.org/officeDocument/2006/relationships/image" Target="../media/image1065.png"/><Relationship Id="rId222" Type="http://schemas.openxmlformats.org/officeDocument/2006/relationships/customXml" Target="../ink/ink200.xml"/><Relationship Id="rId243" Type="http://schemas.openxmlformats.org/officeDocument/2006/relationships/image" Target="../media/image1086.png"/><Relationship Id="rId264" Type="http://schemas.openxmlformats.org/officeDocument/2006/relationships/customXml" Target="../ink/ink221.xml"/><Relationship Id="rId285" Type="http://schemas.openxmlformats.org/officeDocument/2006/relationships/image" Target="../media/image1107.png"/><Relationship Id="rId17" Type="http://schemas.openxmlformats.org/officeDocument/2006/relationships/image" Target="../media/image973.png"/><Relationship Id="rId38" Type="http://schemas.openxmlformats.org/officeDocument/2006/relationships/customXml" Target="../ink/ink108.xml"/><Relationship Id="rId59" Type="http://schemas.openxmlformats.org/officeDocument/2006/relationships/image" Target="../media/image994.png"/><Relationship Id="rId103" Type="http://schemas.openxmlformats.org/officeDocument/2006/relationships/image" Target="../media/image1016.png"/><Relationship Id="rId124" Type="http://schemas.openxmlformats.org/officeDocument/2006/relationships/customXml" Target="../ink/ink151.xml"/><Relationship Id="rId310" Type="http://schemas.openxmlformats.org/officeDocument/2006/relationships/customXml" Target="../ink/ink244.xml"/><Relationship Id="rId70" Type="http://schemas.openxmlformats.org/officeDocument/2006/relationships/customXml" Target="../ink/ink124.xml"/><Relationship Id="rId91" Type="http://schemas.openxmlformats.org/officeDocument/2006/relationships/image" Target="../media/image1010.png"/><Relationship Id="rId145" Type="http://schemas.openxmlformats.org/officeDocument/2006/relationships/image" Target="../media/image1037.png"/><Relationship Id="rId166" Type="http://schemas.openxmlformats.org/officeDocument/2006/relationships/customXml" Target="../ink/ink172.xml"/><Relationship Id="rId187" Type="http://schemas.openxmlformats.org/officeDocument/2006/relationships/image" Target="../media/image1058.png"/><Relationship Id="rId331" Type="http://schemas.openxmlformats.org/officeDocument/2006/relationships/image" Target="../media/image1130.png"/><Relationship Id="rId352" Type="http://schemas.openxmlformats.org/officeDocument/2006/relationships/customXml" Target="../ink/ink265.xml"/><Relationship Id="rId373" Type="http://schemas.openxmlformats.org/officeDocument/2006/relationships/image" Target="../media/image115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95.xml"/><Relationship Id="rId233" Type="http://schemas.openxmlformats.org/officeDocument/2006/relationships/image" Target="../media/image1081.png"/><Relationship Id="rId254" Type="http://schemas.openxmlformats.org/officeDocument/2006/relationships/customXml" Target="../ink/ink216.xml"/><Relationship Id="rId28" Type="http://schemas.openxmlformats.org/officeDocument/2006/relationships/customXml" Target="../ink/ink103.xml"/><Relationship Id="rId49" Type="http://schemas.openxmlformats.org/officeDocument/2006/relationships/image" Target="../media/image989.png"/><Relationship Id="rId114" Type="http://schemas.openxmlformats.org/officeDocument/2006/relationships/customXml" Target="../ink/ink146.xml"/><Relationship Id="rId275" Type="http://schemas.openxmlformats.org/officeDocument/2006/relationships/image" Target="../media/image1102.png"/><Relationship Id="rId296" Type="http://schemas.openxmlformats.org/officeDocument/2006/relationships/customXml" Target="../ink/ink237.xml"/><Relationship Id="rId300" Type="http://schemas.openxmlformats.org/officeDocument/2006/relationships/customXml" Target="../ink/ink239.xml"/><Relationship Id="rId60" Type="http://schemas.openxmlformats.org/officeDocument/2006/relationships/customXml" Target="../ink/ink119.xml"/><Relationship Id="rId81" Type="http://schemas.openxmlformats.org/officeDocument/2006/relationships/image" Target="../media/image1005.png"/><Relationship Id="rId135" Type="http://schemas.openxmlformats.org/officeDocument/2006/relationships/image" Target="../media/image1032.png"/><Relationship Id="rId156" Type="http://schemas.openxmlformats.org/officeDocument/2006/relationships/customXml" Target="../ink/ink167.xml"/><Relationship Id="rId177" Type="http://schemas.openxmlformats.org/officeDocument/2006/relationships/image" Target="../media/image1053.png"/><Relationship Id="rId198" Type="http://schemas.openxmlformats.org/officeDocument/2006/relationships/customXml" Target="../ink/ink188.xml"/><Relationship Id="rId321" Type="http://schemas.openxmlformats.org/officeDocument/2006/relationships/image" Target="../media/image1125.png"/><Relationship Id="rId342" Type="http://schemas.openxmlformats.org/officeDocument/2006/relationships/customXml" Target="../ink/ink260.xml"/><Relationship Id="rId363" Type="http://schemas.openxmlformats.org/officeDocument/2006/relationships/image" Target="../media/image1146.png"/><Relationship Id="rId384" Type="http://schemas.openxmlformats.org/officeDocument/2006/relationships/customXml" Target="../ink/ink281.xml"/><Relationship Id="rId202" Type="http://schemas.openxmlformats.org/officeDocument/2006/relationships/customXml" Target="../ink/ink190.xml"/><Relationship Id="rId223" Type="http://schemas.openxmlformats.org/officeDocument/2006/relationships/image" Target="../media/image1076.png"/><Relationship Id="rId244" Type="http://schemas.openxmlformats.org/officeDocument/2006/relationships/customXml" Target="../ink/ink211.xml"/><Relationship Id="rId18" Type="http://schemas.openxmlformats.org/officeDocument/2006/relationships/customXml" Target="../ink/ink98.xml"/><Relationship Id="rId39" Type="http://schemas.openxmlformats.org/officeDocument/2006/relationships/image" Target="../media/image984.png"/><Relationship Id="rId265" Type="http://schemas.openxmlformats.org/officeDocument/2006/relationships/image" Target="../media/image1097.png"/><Relationship Id="rId286" Type="http://schemas.openxmlformats.org/officeDocument/2006/relationships/customXml" Target="../ink/ink232.xml"/><Relationship Id="rId50" Type="http://schemas.openxmlformats.org/officeDocument/2006/relationships/customXml" Target="../ink/ink114.xml"/><Relationship Id="rId104" Type="http://schemas.openxmlformats.org/officeDocument/2006/relationships/customXml" Target="../ink/ink141.xml"/><Relationship Id="rId125" Type="http://schemas.openxmlformats.org/officeDocument/2006/relationships/image" Target="../media/image1027.png"/><Relationship Id="rId146" Type="http://schemas.openxmlformats.org/officeDocument/2006/relationships/customXml" Target="../ink/ink162.xml"/><Relationship Id="rId167" Type="http://schemas.openxmlformats.org/officeDocument/2006/relationships/image" Target="../media/image1048.png"/><Relationship Id="rId188" Type="http://schemas.openxmlformats.org/officeDocument/2006/relationships/customXml" Target="../ink/ink183.xml"/><Relationship Id="rId311" Type="http://schemas.openxmlformats.org/officeDocument/2006/relationships/image" Target="../media/image1120.png"/><Relationship Id="rId332" Type="http://schemas.openxmlformats.org/officeDocument/2006/relationships/customXml" Target="../ink/ink255.xml"/><Relationship Id="rId353" Type="http://schemas.openxmlformats.org/officeDocument/2006/relationships/image" Target="../media/image1141.png"/><Relationship Id="rId374" Type="http://schemas.openxmlformats.org/officeDocument/2006/relationships/customXml" Target="../ink/ink276.xml"/><Relationship Id="rId71" Type="http://schemas.openxmlformats.org/officeDocument/2006/relationships/image" Target="../media/image1000.png"/><Relationship Id="rId92" Type="http://schemas.openxmlformats.org/officeDocument/2006/relationships/customXml" Target="../ink/ink135.xml"/><Relationship Id="rId213" Type="http://schemas.openxmlformats.org/officeDocument/2006/relationships/image" Target="../media/image1071.png"/><Relationship Id="rId234" Type="http://schemas.openxmlformats.org/officeDocument/2006/relationships/customXml" Target="../ink/ink206.xml"/><Relationship Id="rId2" Type="http://schemas.openxmlformats.org/officeDocument/2006/relationships/customXml" Target="../ink/ink90.xml"/><Relationship Id="rId29" Type="http://schemas.openxmlformats.org/officeDocument/2006/relationships/image" Target="../media/image979.png"/><Relationship Id="rId255" Type="http://schemas.openxmlformats.org/officeDocument/2006/relationships/image" Target="../media/image1092.png"/><Relationship Id="rId276" Type="http://schemas.openxmlformats.org/officeDocument/2006/relationships/customXml" Target="../ink/ink227.xml"/><Relationship Id="rId297" Type="http://schemas.openxmlformats.org/officeDocument/2006/relationships/image" Target="../media/image1113.png"/><Relationship Id="rId40" Type="http://schemas.openxmlformats.org/officeDocument/2006/relationships/customXml" Target="../ink/ink109.xml"/><Relationship Id="rId115" Type="http://schemas.openxmlformats.org/officeDocument/2006/relationships/image" Target="../media/image1022.png"/><Relationship Id="rId136" Type="http://schemas.openxmlformats.org/officeDocument/2006/relationships/customXml" Target="../ink/ink157.xml"/><Relationship Id="rId157" Type="http://schemas.openxmlformats.org/officeDocument/2006/relationships/image" Target="../media/image1043.png"/><Relationship Id="rId178" Type="http://schemas.openxmlformats.org/officeDocument/2006/relationships/customXml" Target="../ink/ink178.xml"/><Relationship Id="rId301" Type="http://schemas.openxmlformats.org/officeDocument/2006/relationships/image" Target="../media/image1115.png"/><Relationship Id="rId322" Type="http://schemas.openxmlformats.org/officeDocument/2006/relationships/customXml" Target="../ink/ink250.xml"/><Relationship Id="rId343" Type="http://schemas.openxmlformats.org/officeDocument/2006/relationships/image" Target="../media/image1136.png"/><Relationship Id="rId364" Type="http://schemas.openxmlformats.org/officeDocument/2006/relationships/customXml" Target="../ink/ink271.xml"/><Relationship Id="rId61" Type="http://schemas.openxmlformats.org/officeDocument/2006/relationships/image" Target="../media/image995.png"/><Relationship Id="rId82" Type="http://schemas.openxmlformats.org/officeDocument/2006/relationships/customXml" Target="../ink/ink130.xml"/><Relationship Id="rId199" Type="http://schemas.openxmlformats.org/officeDocument/2006/relationships/image" Target="../media/image1064.png"/><Relationship Id="rId203" Type="http://schemas.openxmlformats.org/officeDocument/2006/relationships/image" Target="../media/image1066.png"/><Relationship Id="rId385" Type="http://schemas.openxmlformats.org/officeDocument/2006/relationships/image" Target="../media/image1157.png"/><Relationship Id="rId19" Type="http://schemas.openxmlformats.org/officeDocument/2006/relationships/image" Target="../media/image974.png"/><Relationship Id="rId224" Type="http://schemas.openxmlformats.org/officeDocument/2006/relationships/customXml" Target="../ink/ink201.xml"/><Relationship Id="rId245" Type="http://schemas.openxmlformats.org/officeDocument/2006/relationships/image" Target="../media/image1087.png"/><Relationship Id="rId266" Type="http://schemas.openxmlformats.org/officeDocument/2006/relationships/customXml" Target="../ink/ink222.xml"/><Relationship Id="rId287" Type="http://schemas.openxmlformats.org/officeDocument/2006/relationships/image" Target="../media/image1108.png"/><Relationship Id="rId30" Type="http://schemas.openxmlformats.org/officeDocument/2006/relationships/customXml" Target="../ink/ink104.xml"/><Relationship Id="rId105" Type="http://schemas.openxmlformats.org/officeDocument/2006/relationships/image" Target="../media/image1017.png"/><Relationship Id="rId126" Type="http://schemas.openxmlformats.org/officeDocument/2006/relationships/customXml" Target="../ink/ink152.xml"/><Relationship Id="rId147" Type="http://schemas.openxmlformats.org/officeDocument/2006/relationships/image" Target="../media/image1038.png"/><Relationship Id="rId168" Type="http://schemas.openxmlformats.org/officeDocument/2006/relationships/customXml" Target="../ink/ink173.xml"/><Relationship Id="rId312" Type="http://schemas.openxmlformats.org/officeDocument/2006/relationships/customXml" Target="../ink/ink245.xml"/><Relationship Id="rId333" Type="http://schemas.openxmlformats.org/officeDocument/2006/relationships/image" Target="../media/image1131.png"/><Relationship Id="rId354" Type="http://schemas.openxmlformats.org/officeDocument/2006/relationships/customXml" Target="../ink/ink266.xml"/><Relationship Id="rId51" Type="http://schemas.openxmlformats.org/officeDocument/2006/relationships/image" Target="../media/image990.png"/><Relationship Id="rId72" Type="http://schemas.openxmlformats.org/officeDocument/2006/relationships/customXml" Target="../ink/ink125.xml"/><Relationship Id="rId93" Type="http://schemas.openxmlformats.org/officeDocument/2006/relationships/image" Target="../media/image1011.png"/><Relationship Id="rId189" Type="http://schemas.openxmlformats.org/officeDocument/2006/relationships/image" Target="../media/image1059.png"/><Relationship Id="rId375" Type="http://schemas.openxmlformats.org/officeDocument/2006/relationships/image" Target="../media/image1152.png"/><Relationship Id="rId3" Type="http://schemas.openxmlformats.org/officeDocument/2006/relationships/image" Target="../media/image966.png"/><Relationship Id="rId214" Type="http://schemas.openxmlformats.org/officeDocument/2006/relationships/customXml" Target="../ink/ink196.xml"/><Relationship Id="rId235" Type="http://schemas.openxmlformats.org/officeDocument/2006/relationships/image" Target="../media/image1082.png"/><Relationship Id="rId256" Type="http://schemas.openxmlformats.org/officeDocument/2006/relationships/customXml" Target="../ink/ink217.xml"/><Relationship Id="rId277" Type="http://schemas.openxmlformats.org/officeDocument/2006/relationships/image" Target="../media/image1103.png"/><Relationship Id="rId298" Type="http://schemas.openxmlformats.org/officeDocument/2006/relationships/customXml" Target="../ink/ink238.xml"/><Relationship Id="rId116" Type="http://schemas.openxmlformats.org/officeDocument/2006/relationships/customXml" Target="../ink/ink147.xml"/><Relationship Id="rId137" Type="http://schemas.openxmlformats.org/officeDocument/2006/relationships/image" Target="../media/image1033.png"/><Relationship Id="rId158" Type="http://schemas.openxmlformats.org/officeDocument/2006/relationships/customXml" Target="../ink/ink168.xml"/><Relationship Id="rId302" Type="http://schemas.openxmlformats.org/officeDocument/2006/relationships/customXml" Target="../ink/ink240.xml"/><Relationship Id="rId323" Type="http://schemas.openxmlformats.org/officeDocument/2006/relationships/image" Target="../media/image1126.png"/><Relationship Id="rId344" Type="http://schemas.openxmlformats.org/officeDocument/2006/relationships/customXml" Target="../ink/ink261.xml"/><Relationship Id="rId20" Type="http://schemas.openxmlformats.org/officeDocument/2006/relationships/customXml" Target="../ink/ink99.xml"/><Relationship Id="rId41" Type="http://schemas.openxmlformats.org/officeDocument/2006/relationships/image" Target="../media/image985.png"/><Relationship Id="rId62" Type="http://schemas.openxmlformats.org/officeDocument/2006/relationships/customXml" Target="../ink/ink120.xml"/><Relationship Id="rId83" Type="http://schemas.openxmlformats.org/officeDocument/2006/relationships/image" Target="../media/image1006.png"/><Relationship Id="rId179" Type="http://schemas.openxmlformats.org/officeDocument/2006/relationships/image" Target="../media/image1054.png"/><Relationship Id="rId365" Type="http://schemas.openxmlformats.org/officeDocument/2006/relationships/image" Target="../media/image1147.png"/><Relationship Id="rId190" Type="http://schemas.openxmlformats.org/officeDocument/2006/relationships/customXml" Target="../ink/ink184.xml"/><Relationship Id="rId204" Type="http://schemas.openxmlformats.org/officeDocument/2006/relationships/customXml" Target="../ink/ink191.xml"/><Relationship Id="rId225" Type="http://schemas.openxmlformats.org/officeDocument/2006/relationships/image" Target="../media/image1077.png"/><Relationship Id="rId246" Type="http://schemas.openxmlformats.org/officeDocument/2006/relationships/customXml" Target="../ink/ink212.xml"/><Relationship Id="rId267" Type="http://schemas.openxmlformats.org/officeDocument/2006/relationships/image" Target="../media/image1098.png"/><Relationship Id="rId288" Type="http://schemas.openxmlformats.org/officeDocument/2006/relationships/customXml" Target="../ink/ink233.xml"/><Relationship Id="rId106" Type="http://schemas.openxmlformats.org/officeDocument/2006/relationships/customXml" Target="../ink/ink142.xml"/><Relationship Id="rId127" Type="http://schemas.openxmlformats.org/officeDocument/2006/relationships/image" Target="../media/image1028.png"/><Relationship Id="rId313" Type="http://schemas.openxmlformats.org/officeDocument/2006/relationships/image" Target="../media/image1121.png"/><Relationship Id="rId10" Type="http://schemas.openxmlformats.org/officeDocument/2006/relationships/customXml" Target="../ink/ink94.xml"/><Relationship Id="rId31" Type="http://schemas.openxmlformats.org/officeDocument/2006/relationships/image" Target="../media/image980.png"/><Relationship Id="rId52" Type="http://schemas.openxmlformats.org/officeDocument/2006/relationships/customXml" Target="../ink/ink115.xml"/><Relationship Id="rId73" Type="http://schemas.openxmlformats.org/officeDocument/2006/relationships/image" Target="../media/image1001.png"/><Relationship Id="rId94" Type="http://schemas.openxmlformats.org/officeDocument/2006/relationships/customXml" Target="../ink/ink136.xml"/><Relationship Id="rId148" Type="http://schemas.openxmlformats.org/officeDocument/2006/relationships/customXml" Target="../ink/ink163.xml"/><Relationship Id="rId169" Type="http://schemas.openxmlformats.org/officeDocument/2006/relationships/image" Target="../media/image1049.png"/><Relationship Id="rId334" Type="http://schemas.openxmlformats.org/officeDocument/2006/relationships/customXml" Target="../ink/ink256.xml"/><Relationship Id="rId355" Type="http://schemas.openxmlformats.org/officeDocument/2006/relationships/image" Target="../media/image1142.png"/><Relationship Id="rId376" Type="http://schemas.openxmlformats.org/officeDocument/2006/relationships/customXml" Target="../ink/ink277.xml"/><Relationship Id="rId4" Type="http://schemas.openxmlformats.org/officeDocument/2006/relationships/customXml" Target="../ink/ink91.xml"/><Relationship Id="rId180" Type="http://schemas.openxmlformats.org/officeDocument/2006/relationships/customXml" Target="../ink/ink179.xml"/><Relationship Id="rId215" Type="http://schemas.openxmlformats.org/officeDocument/2006/relationships/image" Target="../media/image1072.png"/><Relationship Id="rId236" Type="http://schemas.openxmlformats.org/officeDocument/2006/relationships/customXml" Target="../ink/ink207.xml"/><Relationship Id="rId257" Type="http://schemas.openxmlformats.org/officeDocument/2006/relationships/image" Target="../media/image1093.png"/><Relationship Id="rId278" Type="http://schemas.openxmlformats.org/officeDocument/2006/relationships/customXml" Target="../ink/ink228.xml"/><Relationship Id="rId303" Type="http://schemas.openxmlformats.org/officeDocument/2006/relationships/image" Target="../media/image1116.png"/><Relationship Id="rId42" Type="http://schemas.openxmlformats.org/officeDocument/2006/relationships/customXml" Target="../ink/ink110.xml"/><Relationship Id="rId84" Type="http://schemas.openxmlformats.org/officeDocument/2006/relationships/customXml" Target="../ink/ink131.xml"/><Relationship Id="rId138" Type="http://schemas.openxmlformats.org/officeDocument/2006/relationships/customXml" Target="../ink/ink158.xml"/><Relationship Id="rId345" Type="http://schemas.openxmlformats.org/officeDocument/2006/relationships/image" Target="../media/image1137.png"/><Relationship Id="rId191" Type="http://schemas.openxmlformats.org/officeDocument/2006/relationships/image" Target="../media/image1060.png"/><Relationship Id="rId205" Type="http://schemas.openxmlformats.org/officeDocument/2006/relationships/image" Target="../media/image1067.png"/><Relationship Id="rId247" Type="http://schemas.openxmlformats.org/officeDocument/2006/relationships/image" Target="../media/image1088.png"/><Relationship Id="rId107" Type="http://schemas.openxmlformats.org/officeDocument/2006/relationships/image" Target="../media/image1018.png"/><Relationship Id="rId289" Type="http://schemas.openxmlformats.org/officeDocument/2006/relationships/image" Target="../media/image1109.png"/><Relationship Id="rId11" Type="http://schemas.openxmlformats.org/officeDocument/2006/relationships/image" Target="../media/image970.png"/><Relationship Id="rId53" Type="http://schemas.openxmlformats.org/officeDocument/2006/relationships/image" Target="../media/image991.png"/><Relationship Id="rId149" Type="http://schemas.openxmlformats.org/officeDocument/2006/relationships/image" Target="../media/image1039.png"/><Relationship Id="rId314" Type="http://schemas.openxmlformats.org/officeDocument/2006/relationships/customXml" Target="../ink/ink246.xml"/><Relationship Id="rId356" Type="http://schemas.openxmlformats.org/officeDocument/2006/relationships/customXml" Target="../ink/ink267.xml"/><Relationship Id="rId95" Type="http://schemas.openxmlformats.org/officeDocument/2006/relationships/image" Target="../media/image1012.png"/><Relationship Id="rId160" Type="http://schemas.openxmlformats.org/officeDocument/2006/relationships/customXml" Target="../ink/ink169.xml"/><Relationship Id="rId216" Type="http://schemas.openxmlformats.org/officeDocument/2006/relationships/customXml" Target="../ink/ink197.xml"/><Relationship Id="rId258" Type="http://schemas.openxmlformats.org/officeDocument/2006/relationships/customXml" Target="../ink/ink218.xml"/><Relationship Id="rId22" Type="http://schemas.openxmlformats.org/officeDocument/2006/relationships/customXml" Target="../ink/ink100.xml"/><Relationship Id="rId64" Type="http://schemas.openxmlformats.org/officeDocument/2006/relationships/customXml" Target="../ink/ink121.xml"/><Relationship Id="rId118" Type="http://schemas.openxmlformats.org/officeDocument/2006/relationships/customXml" Target="../ink/ink148.xml"/><Relationship Id="rId325" Type="http://schemas.openxmlformats.org/officeDocument/2006/relationships/image" Target="../media/image1127.png"/><Relationship Id="rId367" Type="http://schemas.openxmlformats.org/officeDocument/2006/relationships/image" Target="../media/image1148.png"/><Relationship Id="rId171" Type="http://schemas.openxmlformats.org/officeDocument/2006/relationships/image" Target="../media/image1050.png"/><Relationship Id="rId227" Type="http://schemas.openxmlformats.org/officeDocument/2006/relationships/image" Target="../media/image1078.png"/><Relationship Id="rId269" Type="http://schemas.openxmlformats.org/officeDocument/2006/relationships/image" Target="../media/image1099.png"/><Relationship Id="rId33" Type="http://schemas.openxmlformats.org/officeDocument/2006/relationships/image" Target="../media/image981.png"/><Relationship Id="rId129" Type="http://schemas.openxmlformats.org/officeDocument/2006/relationships/image" Target="../media/image1029.png"/><Relationship Id="rId280" Type="http://schemas.openxmlformats.org/officeDocument/2006/relationships/customXml" Target="../ink/ink229.xml"/><Relationship Id="rId336" Type="http://schemas.openxmlformats.org/officeDocument/2006/relationships/customXml" Target="../ink/ink257.xml"/><Relationship Id="rId75" Type="http://schemas.openxmlformats.org/officeDocument/2006/relationships/image" Target="../media/image1002.png"/><Relationship Id="rId140" Type="http://schemas.openxmlformats.org/officeDocument/2006/relationships/customXml" Target="../ink/ink159.xml"/><Relationship Id="rId182" Type="http://schemas.openxmlformats.org/officeDocument/2006/relationships/customXml" Target="../ink/ink180.xml"/><Relationship Id="rId378" Type="http://schemas.openxmlformats.org/officeDocument/2006/relationships/customXml" Target="../ink/ink278.xml"/><Relationship Id="rId6" Type="http://schemas.openxmlformats.org/officeDocument/2006/relationships/customXml" Target="../ink/ink92.xml"/><Relationship Id="rId238" Type="http://schemas.openxmlformats.org/officeDocument/2006/relationships/customXml" Target="../ink/ink208.xml"/><Relationship Id="rId291" Type="http://schemas.openxmlformats.org/officeDocument/2006/relationships/image" Target="../media/image1110.png"/><Relationship Id="rId305" Type="http://schemas.openxmlformats.org/officeDocument/2006/relationships/image" Target="../media/image1117.png"/><Relationship Id="rId347" Type="http://schemas.openxmlformats.org/officeDocument/2006/relationships/image" Target="../media/image1138.png"/><Relationship Id="rId44" Type="http://schemas.openxmlformats.org/officeDocument/2006/relationships/customXml" Target="../ink/ink111.xml"/><Relationship Id="rId86" Type="http://schemas.openxmlformats.org/officeDocument/2006/relationships/customXml" Target="../ink/ink132.xml"/><Relationship Id="rId151" Type="http://schemas.openxmlformats.org/officeDocument/2006/relationships/image" Target="../media/image1040.png"/><Relationship Id="rId193" Type="http://schemas.openxmlformats.org/officeDocument/2006/relationships/image" Target="../media/image1061.png"/><Relationship Id="rId207" Type="http://schemas.openxmlformats.org/officeDocument/2006/relationships/image" Target="../media/image1068.png"/><Relationship Id="rId249" Type="http://schemas.openxmlformats.org/officeDocument/2006/relationships/image" Target="../media/image1089.png"/><Relationship Id="rId13" Type="http://schemas.openxmlformats.org/officeDocument/2006/relationships/image" Target="../media/image971.png"/><Relationship Id="rId109" Type="http://schemas.openxmlformats.org/officeDocument/2006/relationships/image" Target="../media/image1019.png"/><Relationship Id="rId260" Type="http://schemas.openxmlformats.org/officeDocument/2006/relationships/customXml" Target="../ink/ink219.xml"/><Relationship Id="rId316" Type="http://schemas.openxmlformats.org/officeDocument/2006/relationships/customXml" Target="../ink/ink247.xml"/><Relationship Id="rId55" Type="http://schemas.openxmlformats.org/officeDocument/2006/relationships/image" Target="../media/image992.png"/><Relationship Id="rId97" Type="http://schemas.openxmlformats.org/officeDocument/2006/relationships/image" Target="../media/image1013.png"/><Relationship Id="rId120" Type="http://schemas.openxmlformats.org/officeDocument/2006/relationships/customXml" Target="../ink/ink149.xml"/><Relationship Id="rId358" Type="http://schemas.openxmlformats.org/officeDocument/2006/relationships/customXml" Target="../ink/ink268.xml"/><Relationship Id="rId162" Type="http://schemas.openxmlformats.org/officeDocument/2006/relationships/customXml" Target="../ink/ink170.xml"/><Relationship Id="rId218" Type="http://schemas.openxmlformats.org/officeDocument/2006/relationships/customXml" Target="../ink/ink198.xml"/><Relationship Id="rId271" Type="http://schemas.openxmlformats.org/officeDocument/2006/relationships/image" Target="../media/image1100.png"/><Relationship Id="rId24" Type="http://schemas.openxmlformats.org/officeDocument/2006/relationships/customXml" Target="../ink/ink101.xml"/><Relationship Id="rId66" Type="http://schemas.openxmlformats.org/officeDocument/2006/relationships/customXml" Target="../ink/ink122.xml"/><Relationship Id="rId131" Type="http://schemas.openxmlformats.org/officeDocument/2006/relationships/image" Target="../media/image1030.png"/><Relationship Id="rId327" Type="http://schemas.openxmlformats.org/officeDocument/2006/relationships/image" Target="../media/image1128.png"/><Relationship Id="rId369" Type="http://schemas.openxmlformats.org/officeDocument/2006/relationships/image" Target="../media/image1149.png"/><Relationship Id="rId173" Type="http://schemas.openxmlformats.org/officeDocument/2006/relationships/image" Target="../media/image1051.png"/><Relationship Id="rId229" Type="http://schemas.openxmlformats.org/officeDocument/2006/relationships/image" Target="../media/image1079.png"/><Relationship Id="rId380" Type="http://schemas.openxmlformats.org/officeDocument/2006/relationships/customXml" Target="../ink/ink279.xml"/><Relationship Id="rId240" Type="http://schemas.openxmlformats.org/officeDocument/2006/relationships/customXml" Target="../ink/ink209.xml"/><Relationship Id="rId35" Type="http://schemas.openxmlformats.org/officeDocument/2006/relationships/image" Target="../media/image982.png"/><Relationship Id="rId77" Type="http://schemas.openxmlformats.org/officeDocument/2006/relationships/image" Target="../media/image1003.png"/><Relationship Id="rId100" Type="http://schemas.openxmlformats.org/officeDocument/2006/relationships/customXml" Target="../ink/ink139.xml"/><Relationship Id="rId282" Type="http://schemas.openxmlformats.org/officeDocument/2006/relationships/customXml" Target="../ink/ink230.xml"/><Relationship Id="rId338" Type="http://schemas.openxmlformats.org/officeDocument/2006/relationships/customXml" Target="../ink/ink258.xml"/><Relationship Id="rId8" Type="http://schemas.openxmlformats.org/officeDocument/2006/relationships/customXml" Target="../ink/ink93.xml"/><Relationship Id="rId142" Type="http://schemas.openxmlformats.org/officeDocument/2006/relationships/customXml" Target="../ink/ink160.xml"/><Relationship Id="rId184" Type="http://schemas.openxmlformats.org/officeDocument/2006/relationships/customXml" Target="../ink/ink181.xml"/><Relationship Id="rId251" Type="http://schemas.openxmlformats.org/officeDocument/2006/relationships/image" Target="../media/image1090.png"/><Relationship Id="rId46" Type="http://schemas.openxmlformats.org/officeDocument/2006/relationships/customXml" Target="../ink/ink112.xml"/><Relationship Id="rId293" Type="http://schemas.openxmlformats.org/officeDocument/2006/relationships/image" Target="../media/image1111.png"/><Relationship Id="rId307" Type="http://schemas.openxmlformats.org/officeDocument/2006/relationships/image" Target="../media/image1118.png"/><Relationship Id="rId349" Type="http://schemas.openxmlformats.org/officeDocument/2006/relationships/image" Target="../media/image1139.png"/><Relationship Id="rId88" Type="http://schemas.openxmlformats.org/officeDocument/2006/relationships/customXml" Target="../ink/ink133.xml"/><Relationship Id="rId111" Type="http://schemas.openxmlformats.org/officeDocument/2006/relationships/image" Target="../media/image1020.png"/><Relationship Id="rId153" Type="http://schemas.openxmlformats.org/officeDocument/2006/relationships/image" Target="../media/image1041.png"/><Relationship Id="rId195" Type="http://schemas.openxmlformats.org/officeDocument/2006/relationships/image" Target="../media/image1062.png"/><Relationship Id="rId209" Type="http://schemas.openxmlformats.org/officeDocument/2006/relationships/image" Target="../media/image1069.png"/><Relationship Id="rId360" Type="http://schemas.openxmlformats.org/officeDocument/2006/relationships/customXml" Target="../ink/ink269.xml"/><Relationship Id="rId220" Type="http://schemas.openxmlformats.org/officeDocument/2006/relationships/customXml" Target="../ink/ink199.xml"/><Relationship Id="rId15" Type="http://schemas.openxmlformats.org/officeDocument/2006/relationships/image" Target="../media/image972.png"/><Relationship Id="rId57" Type="http://schemas.openxmlformats.org/officeDocument/2006/relationships/image" Target="../media/image993.png"/><Relationship Id="rId262" Type="http://schemas.openxmlformats.org/officeDocument/2006/relationships/customXml" Target="../ink/ink220.xml"/><Relationship Id="rId318" Type="http://schemas.openxmlformats.org/officeDocument/2006/relationships/customXml" Target="../ink/ink248.xml"/><Relationship Id="rId99" Type="http://schemas.openxmlformats.org/officeDocument/2006/relationships/image" Target="../media/image1014.png"/><Relationship Id="rId122" Type="http://schemas.openxmlformats.org/officeDocument/2006/relationships/customXml" Target="../ink/ink150.xml"/><Relationship Id="rId164" Type="http://schemas.openxmlformats.org/officeDocument/2006/relationships/customXml" Target="../ink/ink171.xml"/><Relationship Id="rId371" Type="http://schemas.openxmlformats.org/officeDocument/2006/relationships/image" Target="../media/image1150.png"/><Relationship Id="rId26" Type="http://schemas.openxmlformats.org/officeDocument/2006/relationships/customXml" Target="../ink/ink102.xml"/><Relationship Id="rId231" Type="http://schemas.openxmlformats.org/officeDocument/2006/relationships/image" Target="../media/image1080.png"/><Relationship Id="rId273" Type="http://schemas.openxmlformats.org/officeDocument/2006/relationships/image" Target="../media/image1101.png"/><Relationship Id="rId329" Type="http://schemas.openxmlformats.org/officeDocument/2006/relationships/image" Target="../media/image1129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39.xml"/><Relationship Id="rId21" Type="http://schemas.openxmlformats.org/officeDocument/2006/relationships/customXml" Target="../ink/ink291.xml"/><Relationship Id="rId42" Type="http://schemas.openxmlformats.org/officeDocument/2006/relationships/image" Target="../media/image1178.png"/><Relationship Id="rId63" Type="http://schemas.openxmlformats.org/officeDocument/2006/relationships/customXml" Target="../ink/ink312.xml"/><Relationship Id="rId84" Type="http://schemas.openxmlformats.org/officeDocument/2006/relationships/image" Target="../media/image1199.png"/><Relationship Id="rId138" Type="http://schemas.openxmlformats.org/officeDocument/2006/relationships/image" Target="../media/image1226.png"/><Relationship Id="rId159" Type="http://schemas.openxmlformats.org/officeDocument/2006/relationships/customXml" Target="../ink/ink360.xml"/><Relationship Id="rId170" Type="http://schemas.openxmlformats.org/officeDocument/2006/relationships/image" Target="../media/image1242.png"/><Relationship Id="rId107" Type="http://schemas.openxmlformats.org/officeDocument/2006/relationships/customXml" Target="../ink/ink334.xml"/><Relationship Id="rId11" Type="http://schemas.openxmlformats.org/officeDocument/2006/relationships/customXml" Target="../ink/ink286.xml"/><Relationship Id="rId32" Type="http://schemas.openxmlformats.org/officeDocument/2006/relationships/image" Target="../media/image1173.png"/><Relationship Id="rId53" Type="http://schemas.openxmlformats.org/officeDocument/2006/relationships/customXml" Target="../ink/ink307.xml"/><Relationship Id="rId74" Type="http://schemas.openxmlformats.org/officeDocument/2006/relationships/image" Target="../media/image1194.png"/><Relationship Id="rId128" Type="http://schemas.openxmlformats.org/officeDocument/2006/relationships/image" Target="../media/image1221.png"/><Relationship Id="rId149" Type="http://schemas.openxmlformats.org/officeDocument/2006/relationships/customXml" Target="../ink/ink355.xml"/><Relationship Id="rId5" Type="http://schemas.openxmlformats.org/officeDocument/2006/relationships/customXml" Target="../ink/ink283.xml"/><Relationship Id="rId95" Type="http://schemas.openxmlformats.org/officeDocument/2006/relationships/customXml" Target="../ink/ink328.xml"/><Relationship Id="rId160" Type="http://schemas.openxmlformats.org/officeDocument/2006/relationships/image" Target="../media/image1237.png"/><Relationship Id="rId181" Type="http://schemas.openxmlformats.org/officeDocument/2006/relationships/customXml" Target="../ink/ink371.xml"/><Relationship Id="rId22" Type="http://schemas.openxmlformats.org/officeDocument/2006/relationships/image" Target="../media/image1168.png"/><Relationship Id="rId43" Type="http://schemas.openxmlformats.org/officeDocument/2006/relationships/customXml" Target="../ink/ink302.xml"/><Relationship Id="rId64" Type="http://schemas.openxmlformats.org/officeDocument/2006/relationships/image" Target="../media/image1189.png"/><Relationship Id="rId118" Type="http://schemas.openxmlformats.org/officeDocument/2006/relationships/image" Target="../media/image1216.png"/><Relationship Id="rId139" Type="http://schemas.openxmlformats.org/officeDocument/2006/relationships/customXml" Target="../ink/ink350.xml"/><Relationship Id="rId85" Type="http://schemas.openxmlformats.org/officeDocument/2006/relationships/customXml" Target="../ink/ink323.xml"/><Relationship Id="rId150" Type="http://schemas.openxmlformats.org/officeDocument/2006/relationships/image" Target="../media/image1232.png"/><Relationship Id="rId171" Type="http://schemas.openxmlformats.org/officeDocument/2006/relationships/customXml" Target="../ink/ink366.xml"/><Relationship Id="rId12" Type="http://schemas.openxmlformats.org/officeDocument/2006/relationships/image" Target="../media/image1163.png"/><Relationship Id="rId33" Type="http://schemas.openxmlformats.org/officeDocument/2006/relationships/customXml" Target="../ink/ink297.xml"/><Relationship Id="rId108" Type="http://schemas.openxmlformats.org/officeDocument/2006/relationships/image" Target="../media/image1211.png"/><Relationship Id="rId129" Type="http://schemas.openxmlformats.org/officeDocument/2006/relationships/customXml" Target="../ink/ink345.xml"/><Relationship Id="rId54" Type="http://schemas.openxmlformats.org/officeDocument/2006/relationships/image" Target="../media/image1184.png"/><Relationship Id="rId75" Type="http://schemas.openxmlformats.org/officeDocument/2006/relationships/customXml" Target="../ink/ink318.xml"/><Relationship Id="rId96" Type="http://schemas.openxmlformats.org/officeDocument/2006/relationships/image" Target="../media/image1205.png"/><Relationship Id="rId140" Type="http://schemas.openxmlformats.org/officeDocument/2006/relationships/image" Target="../media/image1227.png"/><Relationship Id="rId161" Type="http://schemas.openxmlformats.org/officeDocument/2006/relationships/customXml" Target="../ink/ink361.xml"/><Relationship Id="rId182" Type="http://schemas.openxmlformats.org/officeDocument/2006/relationships/image" Target="../media/image1248.png"/><Relationship Id="rId6" Type="http://schemas.openxmlformats.org/officeDocument/2006/relationships/image" Target="../media/image1160.png"/><Relationship Id="rId23" Type="http://schemas.openxmlformats.org/officeDocument/2006/relationships/customXml" Target="../ink/ink292.xml"/><Relationship Id="rId119" Type="http://schemas.openxmlformats.org/officeDocument/2006/relationships/customXml" Target="../ink/ink340.xml"/><Relationship Id="rId44" Type="http://schemas.openxmlformats.org/officeDocument/2006/relationships/image" Target="../media/image1179.png"/><Relationship Id="rId65" Type="http://schemas.openxmlformats.org/officeDocument/2006/relationships/customXml" Target="../ink/ink313.xml"/><Relationship Id="rId86" Type="http://schemas.openxmlformats.org/officeDocument/2006/relationships/image" Target="../media/image1200.png"/><Relationship Id="rId130" Type="http://schemas.openxmlformats.org/officeDocument/2006/relationships/image" Target="../media/image1222.png"/><Relationship Id="rId151" Type="http://schemas.openxmlformats.org/officeDocument/2006/relationships/customXml" Target="../ink/ink356.xml"/><Relationship Id="rId172" Type="http://schemas.openxmlformats.org/officeDocument/2006/relationships/image" Target="../media/image1243.png"/><Relationship Id="rId13" Type="http://schemas.openxmlformats.org/officeDocument/2006/relationships/customXml" Target="../ink/ink287.xml"/><Relationship Id="rId18" Type="http://schemas.openxmlformats.org/officeDocument/2006/relationships/image" Target="../media/image1166.png"/><Relationship Id="rId39" Type="http://schemas.openxmlformats.org/officeDocument/2006/relationships/customXml" Target="../ink/ink300.xml"/><Relationship Id="rId109" Type="http://schemas.openxmlformats.org/officeDocument/2006/relationships/customXml" Target="../ink/ink335.xml"/><Relationship Id="rId34" Type="http://schemas.openxmlformats.org/officeDocument/2006/relationships/image" Target="../media/image1174.png"/><Relationship Id="rId50" Type="http://schemas.openxmlformats.org/officeDocument/2006/relationships/image" Target="../media/image1182.png"/><Relationship Id="rId55" Type="http://schemas.openxmlformats.org/officeDocument/2006/relationships/customXml" Target="../ink/ink308.xml"/><Relationship Id="rId76" Type="http://schemas.openxmlformats.org/officeDocument/2006/relationships/image" Target="../media/image1195.png"/><Relationship Id="rId97" Type="http://schemas.openxmlformats.org/officeDocument/2006/relationships/customXml" Target="../ink/ink329.xml"/><Relationship Id="rId104" Type="http://schemas.openxmlformats.org/officeDocument/2006/relationships/image" Target="../media/image1209.png"/><Relationship Id="rId120" Type="http://schemas.openxmlformats.org/officeDocument/2006/relationships/image" Target="../media/image1217.png"/><Relationship Id="rId125" Type="http://schemas.openxmlformats.org/officeDocument/2006/relationships/customXml" Target="../ink/ink343.xml"/><Relationship Id="rId141" Type="http://schemas.openxmlformats.org/officeDocument/2006/relationships/customXml" Target="../ink/ink351.xml"/><Relationship Id="rId146" Type="http://schemas.openxmlformats.org/officeDocument/2006/relationships/image" Target="../media/image1230.png"/><Relationship Id="rId167" Type="http://schemas.openxmlformats.org/officeDocument/2006/relationships/customXml" Target="../ink/ink364.xml"/><Relationship Id="rId188" Type="http://schemas.openxmlformats.org/officeDocument/2006/relationships/image" Target="../media/image1251.png"/><Relationship Id="rId7" Type="http://schemas.openxmlformats.org/officeDocument/2006/relationships/customXml" Target="../ink/ink284.xml"/><Relationship Id="rId71" Type="http://schemas.openxmlformats.org/officeDocument/2006/relationships/customXml" Target="../ink/ink316.xml"/><Relationship Id="rId92" Type="http://schemas.openxmlformats.org/officeDocument/2006/relationships/image" Target="../media/image1203.png"/><Relationship Id="rId162" Type="http://schemas.openxmlformats.org/officeDocument/2006/relationships/image" Target="../media/image1238.png"/><Relationship Id="rId183" Type="http://schemas.openxmlformats.org/officeDocument/2006/relationships/customXml" Target="../ink/ink372.xml"/><Relationship Id="rId2" Type="http://schemas.openxmlformats.org/officeDocument/2006/relationships/image" Target="../media/image4.png"/><Relationship Id="rId29" Type="http://schemas.openxmlformats.org/officeDocument/2006/relationships/customXml" Target="../ink/ink295.xml"/><Relationship Id="rId24" Type="http://schemas.openxmlformats.org/officeDocument/2006/relationships/image" Target="../media/image1169.png"/><Relationship Id="rId40" Type="http://schemas.openxmlformats.org/officeDocument/2006/relationships/image" Target="../media/image1177.png"/><Relationship Id="rId45" Type="http://schemas.openxmlformats.org/officeDocument/2006/relationships/customXml" Target="../ink/ink303.xml"/><Relationship Id="rId66" Type="http://schemas.openxmlformats.org/officeDocument/2006/relationships/image" Target="../media/image1190.png"/><Relationship Id="rId87" Type="http://schemas.openxmlformats.org/officeDocument/2006/relationships/customXml" Target="../ink/ink324.xml"/><Relationship Id="rId110" Type="http://schemas.openxmlformats.org/officeDocument/2006/relationships/image" Target="../media/image1212.png"/><Relationship Id="rId115" Type="http://schemas.openxmlformats.org/officeDocument/2006/relationships/customXml" Target="../ink/ink338.xml"/><Relationship Id="rId131" Type="http://schemas.openxmlformats.org/officeDocument/2006/relationships/customXml" Target="../ink/ink346.xml"/><Relationship Id="rId136" Type="http://schemas.openxmlformats.org/officeDocument/2006/relationships/image" Target="../media/image1225.png"/><Relationship Id="rId157" Type="http://schemas.openxmlformats.org/officeDocument/2006/relationships/customXml" Target="../ink/ink359.xml"/><Relationship Id="rId178" Type="http://schemas.openxmlformats.org/officeDocument/2006/relationships/image" Target="../media/image1246.png"/><Relationship Id="rId61" Type="http://schemas.openxmlformats.org/officeDocument/2006/relationships/customXml" Target="../ink/ink311.xml"/><Relationship Id="rId82" Type="http://schemas.openxmlformats.org/officeDocument/2006/relationships/image" Target="../media/image1198.png"/><Relationship Id="rId152" Type="http://schemas.openxmlformats.org/officeDocument/2006/relationships/image" Target="../media/image1233.png"/><Relationship Id="rId173" Type="http://schemas.openxmlformats.org/officeDocument/2006/relationships/customXml" Target="../ink/ink367.xml"/><Relationship Id="rId19" Type="http://schemas.openxmlformats.org/officeDocument/2006/relationships/customXml" Target="../ink/ink290.xml"/><Relationship Id="rId14" Type="http://schemas.openxmlformats.org/officeDocument/2006/relationships/image" Target="../media/image1164.png"/><Relationship Id="rId30" Type="http://schemas.openxmlformats.org/officeDocument/2006/relationships/image" Target="../media/image1172.png"/><Relationship Id="rId35" Type="http://schemas.openxmlformats.org/officeDocument/2006/relationships/customXml" Target="../ink/ink298.xml"/><Relationship Id="rId56" Type="http://schemas.openxmlformats.org/officeDocument/2006/relationships/image" Target="../media/image1185.png"/><Relationship Id="rId77" Type="http://schemas.openxmlformats.org/officeDocument/2006/relationships/customXml" Target="../ink/ink319.xml"/><Relationship Id="rId100" Type="http://schemas.openxmlformats.org/officeDocument/2006/relationships/image" Target="../media/image1207.png"/><Relationship Id="rId105" Type="http://schemas.openxmlformats.org/officeDocument/2006/relationships/customXml" Target="../ink/ink333.xml"/><Relationship Id="rId126" Type="http://schemas.openxmlformats.org/officeDocument/2006/relationships/image" Target="../media/image1220.png"/><Relationship Id="rId147" Type="http://schemas.openxmlformats.org/officeDocument/2006/relationships/customXml" Target="../ink/ink354.xml"/><Relationship Id="rId168" Type="http://schemas.openxmlformats.org/officeDocument/2006/relationships/image" Target="../media/image1241.png"/><Relationship Id="rId8" Type="http://schemas.openxmlformats.org/officeDocument/2006/relationships/image" Target="../media/image1161.png"/><Relationship Id="rId51" Type="http://schemas.openxmlformats.org/officeDocument/2006/relationships/customXml" Target="../ink/ink306.xml"/><Relationship Id="rId72" Type="http://schemas.openxmlformats.org/officeDocument/2006/relationships/image" Target="../media/image1193.png"/><Relationship Id="rId93" Type="http://schemas.openxmlformats.org/officeDocument/2006/relationships/customXml" Target="../ink/ink327.xml"/><Relationship Id="rId98" Type="http://schemas.openxmlformats.org/officeDocument/2006/relationships/image" Target="../media/image1206.png"/><Relationship Id="rId121" Type="http://schemas.openxmlformats.org/officeDocument/2006/relationships/customXml" Target="../ink/ink341.xml"/><Relationship Id="rId142" Type="http://schemas.openxmlformats.org/officeDocument/2006/relationships/image" Target="../media/image1228.png"/><Relationship Id="rId163" Type="http://schemas.openxmlformats.org/officeDocument/2006/relationships/customXml" Target="../ink/ink362.xml"/><Relationship Id="rId184" Type="http://schemas.openxmlformats.org/officeDocument/2006/relationships/image" Target="../media/image1249.png"/><Relationship Id="rId189" Type="http://schemas.openxmlformats.org/officeDocument/2006/relationships/customXml" Target="../ink/ink375.xml"/><Relationship Id="rId3" Type="http://schemas.openxmlformats.org/officeDocument/2006/relationships/customXml" Target="../ink/ink282.xml"/><Relationship Id="rId25" Type="http://schemas.openxmlformats.org/officeDocument/2006/relationships/customXml" Target="../ink/ink293.xml"/><Relationship Id="rId46" Type="http://schemas.openxmlformats.org/officeDocument/2006/relationships/image" Target="../media/image1180.png"/><Relationship Id="rId67" Type="http://schemas.openxmlformats.org/officeDocument/2006/relationships/customXml" Target="../ink/ink314.xml"/><Relationship Id="rId116" Type="http://schemas.openxmlformats.org/officeDocument/2006/relationships/image" Target="../media/image1215.png"/><Relationship Id="rId137" Type="http://schemas.openxmlformats.org/officeDocument/2006/relationships/customXml" Target="../ink/ink349.xml"/><Relationship Id="rId158" Type="http://schemas.openxmlformats.org/officeDocument/2006/relationships/image" Target="../media/image1236.png"/><Relationship Id="rId20" Type="http://schemas.openxmlformats.org/officeDocument/2006/relationships/image" Target="../media/image1167.png"/><Relationship Id="rId41" Type="http://schemas.openxmlformats.org/officeDocument/2006/relationships/customXml" Target="../ink/ink301.xml"/><Relationship Id="rId62" Type="http://schemas.openxmlformats.org/officeDocument/2006/relationships/image" Target="../media/image1188.png"/><Relationship Id="rId83" Type="http://schemas.openxmlformats.org/officeDocument/2006/relationships/customXml" Target="../ink/ink322.xml"/><Relationship Id="rId88" Type="http://schemas.openxmlformats.org/officeDocument/2006/relationships/image" Target="../media/image1201.png"/><Relationship Id="rId111" Type="http://schemas.openxmlformats.org/officeDocument/2006/relationships/customXml" Target="../ink/ink336.xml"/><Relationship Id="rId132" Type="http://schemas.openxmlformats.org/officeDocument/2006/relationships/image" Target="../media/image1223.png"/><Relationship Id="rId153" Type="http://schemas.openxmlformats.org/officeDocument/2006/relationships/customXml" Target="../ink/ink357.xml"/><Relationship Id="rId174" Type="http://schemas.openxmlformats.org/officeDocument/2006/relationships/image" Target="../media/image1244.png"/><Relationship Id="rId179" Type="http://schemas.openxmlformats.org/officeDocument/2006/relationships/customXml" Target="../ink/ink370.xml"/><Relationship Id="rId190" Type="http://schemas.openxmlformats.org/officeDocument/2006/relationships/image" Target="../media/image1252.png"/><Relationship Id="rId15" Type="http://schemas.openxmlformats.org/officeDocument/2006/relationships/customXml" Target="../ink/ink288.xml"/><Relationship Id="rId36" Type="http://schemas.openxmlformats.org/officeDocument/2006/relationships/image" Target="../media/image1175.png"/><Relationship Id="rId57" Type="http://schemas.openxmlformats.org/officeDocument/2006/relationships/customXml" Target="../ink/ink309.xml"/><Relationship Id="rId106" Type="http://schemas.openxmlformats.org/officeDocument/2006/relationships/image" Target="../media/image1210.png"/><Relationship Id="rId127" Type="http://schemas.openxmlformats.org/officeDocument/2006/relationships/customXml" Target="../ink/ink344.xml"/><Relationship Id="rId10" Type="http://schemas.openxmlformats.org/officeDocument/2006/relationships/image" Target="../media/image1162.png"/><Relationship Id="rId31" Type="http://schemas.openxmlformats.org/officeDocument/2006/relationships/customXml" Target="../ink/ink296.xml"/><Relationship Id="rId52" Type="http://schemas.openxmlformats.org/officeDocument/2006/relationships/image" Target="../media/image1183.png"/><Relationship Id="rId73" Type="http://schemas.openxmlformats.org/officeDocument/2006/relationships/customXml" Target="../ink/ink317.xml"/><Relationship Id="rId78" Type="http://schemas.openxmlformats.org/officeDocument/2006/relationships/image" Target="../media/image1196.png"/><Relationship Id="rId94" Type="http://schemas.openxmlformats.org/officeDocument/2006/relationships/image" Target="../media/image1204.png"/><Relationship Id="rId99" Type="http://schemas.openxmlformats.org/officeDocument/2006/relationships/customXml" Target="../ink/ink330.xml"/><Relationship Id="rId101" Type="http://schemas.openxmlformats.org/officeDocument/2006/relationships/customXml" Target="../ink/ink331.xml"/><Relationship Id="rId122" Type="http://schemas.openxmlformats.org/officeDocument/2006/relationships/image" Target="../media/image1218.png"/><Relationship Id="rId143" Type="http://schemas.openxmlformats.org/officeDocument/2006/relationships/customXml" Target="../ink/ink352.xml"/><Relationship Id="rId148" Type="http://schemas.openxmlformats.org/officeDocument/2006/relationships/image" Target="../media/image1231.png"/><Relationship Id="rId164" Type="http://schemas.openxmlformats.org/officeDocument/2006/relationships/image" Target="../media/image1239.png"/><Relationship Id="rId169" Type="http://schemas.openxmlformats.org/officeDocument/2006/relationships/customXml" Target="../ink/ink365.xml"/><Relationship Id="rId185" Type="http://schemas.openxmlformats.org/officeDocument/2006/relationships/customXml" Target="../ink/ink373.xml"/><Relationship Id="rId4" Type="http://schemas.openxmlformats.org/officeDocument/2006/relationships/image" Target="../media/image1159.png"/><Relationship Id="rId9" Type="http://schemas.openxmlformats.org/officeDocument/2006/relationships/customXml" Target="../ink/ink285.xml"/><Relationship Id="rId180" Type="http://schemas.openxmlformats.org/officeDocument/2006/relationships/image" Target="../media/image1247.png"/><Relationship Id="rId26" Type="http://schemas.openxmlformats.org/officeDocument/2006/relationships/image" Target="../media/image1170.png"/><Relationship Id="rId47" Type="http://schemas.openxmlformats.org/officeDocument/2006/relationships/customXml" Target="../ink/ink304.xml"/><Relationship Id="rId68" Type="http://schemas.openxmlformats.org/officeDocument/2006/relationships/image" Target="../media/image1191.png"/><Relationship Id="rId89" Type="http://schemas.openxmlformats.org/officeDocument/2006/relationships/customXml" Target="../ink/ink325.xml"/><Relationship Id="rId112" Type="http://schemas.openxmlformats.org/officeDocument/2006/relationships/image" Target="../media/image1213.png"/><Relationship Id="rId133" Type="http://schemas.openxmlformats.org/officeDocument/2006/relationships/customXml" Target="../ink/ink347.xml"/><Relationship Id="rId154" Type="http://schemas.openxmlformats.org/officeDocument/2006/relationships/image" Target="../media/image1234.png"/><Relationship Id="rId175" Type="http://schemas.openxmlformats.org/officeDocument/2006/relationships/customXml" Target="../ink/ink368.xml"/><Relationship Id="rId16" Type="http://schemas.openxmlformats.org/officeDocument/2006/relationships/image" Target="../media/image1165.png"/><Relationship Id="rId37" Type="http://schemas.openxmlformats.org/officeDocument/2006/relationships/customXml" Target="../ink/ink299.xml"/><Relationship Id="rId58" Type="http://schemas.openxmlformats.org/officeDocument/2006/relationships/image" Target="../media/image1186.png"/><Relationship Id="rId79" Type="http://schemas.openxmlformats.org/officeDocument/2006/relationships/customXml" Target="../ink/ink320.xml"/><Relationship Id="rId102" Type="http://schemas.openxmlformats.org/officeDocument/2006/relationships/image" Target="../media/image1208.png"/><Relationship Id="rId123" Type="http://schemas.openxmlformats.org/officeDocument/2006/relationships/customXml" Target="../ink/ink342.xml"/><Relationship Id="rId144" Type="http://schemas.openxmlformats.org/officeDocument/2006/relationships/image" Target="../media/image1229.png"/><Relationship Id="rId90" Type="http://schemas.openxmlformats.org/officeDocument/2006/relationships/image" Target="../media/image1202.png"/><Relationship Id="rId165" Type="http://schemas.openxmlformats.org/officeDocument/2006/relationships/customXml" Target="../ink/ink363.xml"/><Relationship Id="rId186" Type="http://schemas.openxmlformats.org/officeDocument/2006/relationships/image" Target="../media/image1250.png"/><Relationship Id="rId27" Type="http://schemas.openxmlformats.org/officeDocument/2006/relationships/customXml" Target="../ink/ink294.xml"/><Relationship Id="rId48" Type="http://schemas.openxmlformats.org/officeDocument/2006/relationships/image" Target="../media/image1181.png"/><Relationship Id="rId69" Type="http://schemas.openxmlformats.org/officeDocument/2006/relationships/customXml" Target="../ink/ink315.xml"/><Relationship Id="rId113" Type="http://schemas.openxmlformats.org/officeDocument/2006/relationships/customXml" Target="../ink/ink337.xml"/><Relationship Id="rId134" Type="http://schemas.openxmlformats.org/officeDocument/2006/relationships/image" Target="../media/image1224.png"/><Relationship Id="rId80" Type="http://schemas.openxmlformats.org/officeDocument/2006/relationships/image" Target="../media/image1197.png"/><Relationship Id="rId155" Type="http://schemas.openxmlformats.org/officeDocument/2006/relationships/customXml" Target="../ink/ink358.xml"/><Relationship Id="rId176" Type="http://schemas.openxmlformats.org/officeDocument/2006/relationships/image" Target="../media/image1245.png"/><Relationship Id="rId17" Type="http://schemas.openxmlformats.org/officeDocument/2006/relationships/customXml" Target="../ink/ink289.xml"/><Relationship Id="rId38" Type="http://schemas.openxmlformats.org/officeDocument/2006/relationships/image" Target="../media/image1176.png"/><Relationship Id="rId59" Type="http://schemas.openxmlformats.org/officeDocument/2006/relationships/customXml" Target="../ink/ink310.xml"/><Relationship Id="rId103" Type="http://schemas.openxmlformats.org/officeDocument/2006/relationships/customXml" Target="../ink/ink332.xml"/><Relationship Id="rId124" Type="http://schemas.openxmlformats.org/officeDocument/2006/relationships/image" Target="../media/image1219.png"/><Relationship Id="rId70" Type="http://schemas.openxmlformats.org/officeDocument/2006/relationships/image" Target="../media/image1192.png"/><Relationship Id="rId91" Type="http://schemas.openxmlformats.org/officeDocument/2006/relationships/customXml" Target="../ink/ink326.xml"/><Relationship Id="rId145" Type="http://schemas.openxmlformats.org/officeDocument/2006/relationships/customXml" Target="../ink/ink353.xml"/><Relationship Id="rId166" Type="http://schemas.openxmlformats.org/officeDocument/2006/relationships/image" Target="../media/image1240.png"/><Relationship Id="rId187" Type="http://schemas.openxmlformats.org/officeDocument/2006/relationships/customXml" Target="../ink/ink374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171.png"/><Relationship Id="rId49" Type="http://schemas.openxmlformats.org/officeDocument/2006/relationships/customXml" Target="../ink/ink305.xml"/><Relationship Id="rId114" Type="http://schemas.openxmlformats.org/officeDocument/2006/relationships/image" Target="../media/image1214.png"/><Relationship Id="rId60" Type="http://schemas.openxmlformats.org/officeDocument/2006/relationships/image" Target="../media/image1187.png"/><Relationship Id="rId81" Type="http://schemas.openxmlformats.org/officeDocument/2006/relationships/customXml" Target="../ink/ink321.xml"/><Relationship Id="rId135" Type="http://schemas.openxmlformats.org/officeDocument/2006/relationships/customXml" Target="../ink/ink348.xml"/><Relationship Id="rId156" Type="http://schemas.openxmlformats.org/officeDocument/2006/relationships/image" Target="../media/image1235.png"/><Relationship Id="rId177" Type="http://schemas.openxmlformats.org/officeDocument/2006/relationships/customXml" Target="../ink/ink369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10.png"/><Relationship Id="rId299" Type="http://schemas.openxmlformats.org/officeDocument/2006/relationships/image" Target="../media/image1401.png"/><Relationship Id="rId21" Type="http://schemas.openxmlformats.org/officeDocument/2006/relationships/image" Target="../media/image1262.png"/><Relationship Id="rId63" Type="http://schemas.openxmlformats.org/officeDocument/2006/relationships/image" Target="../media/image1283.png"/><Relationship Id="rId159" Type="http://schemas.openxmlformats.org/officeDocument/2006/relationships/image" Target="../media/image1331.png"/><Relationship Id="rId324" Type="http://schemas.openxmlformats.org/officeDocument/2006/relationships/customXml" Target="../ink/ink537.xml"/><Relationship Id="rId366" Type="http://schemas.openxmlformats.org/officeDocument/2006/relationships/customXml" Target="../ink/ink558.xml"/><Relationship Id="rId170" Type="http://schemas.openxmlformats.org/officeDocument/2006/relationships/customXml" Target="../ink/ink460.xml"/><Relationship Id="rId226" Type="http://schemas.openxmlformats.org/officeDocument/2006/relationships/customXml" Target="../ink/ink488.xml"/><Relationship Id="rId268" Type="http://schemas.openxmlformats.org/officeDocument/2006/relationships/customXml" Target="../ink/ink509.xml"/><Relationship Id="rId32" Type="http://schemas.openxmlformats.org/officeDocument/2006/relationships/customXml" Target="../ink/ink391.xml"/><Relationship Id="rId74" Type="http://schemas.openxmlformats.org/officeDocument/2006/relationships/customXml" Target="../ink/ink412.xml"/><Relationship Id="rId128" Type="http://schemas.openxmlformats.org/officeDocument/2006/relationships/customXml" Target="../ink/ink439.xml"/><Relationship Id="rId335" Type="http://schemas.openxmlformats.org/officeDocument/2006/relationships/image" Target="../media/image1419.png"/><Relationship Id="rId377" Type="http://schemas.openxmlformats.org/officeDocument/2006/relationships/image" Target="../media/image1440.png"/><Relationship Id="rId5" Type="http://schemas.openxmlformats.org/officeDocument/2006/relationships/image" Target="../media/image1254.png"/><Relationship Id="rId181" Type="http://schemas.openxmlformats.org/officeDocument/2006/relationships/image" Target="../media/image1342.png"/><Relationship Id="rId237" Type="http://schemas.openxmlformats.org/officeDocument/2006/relationships/image" Target="../media/image1370.png"/><Relationship Id="rId402" Type="http://schemas.openxmlformats.org/officeDocument/2006/relationships/customXml" Target="../ink/ink576.xml"/><Relationship Id="rId279" Type="http://schemas.openxmlformats.org/officeDocument/2006/relationships/image" Target="../media/image1391.png"/><Relationship Id="rId43" Type="http://schemas.openxmlformats.org/officeDocument/2006/relationships/image" Target="../media/image1273.png"/><Relationship Id="rId139" Type="http://schemas.openxmlformats.org/officeDocument/2006/relationships/image" Target="../media/image1321.png"/><Relationship Id="rId290" Type="http://schemas.openxmlformats.org/officeDocument/2006/relationships/customXml" Target="../ink/ink520.xml"/><Relationship Id="rId304" Type="http://schemas.openxmlformats.org/officeDocument/2006/relationships/customXml" Target="../ink/ink527.xml"/><Relationship Id="rId346" Type="http://schemas.openxmlformats.org/officeDocument/2006/relationships/customXml" Target="../ink/ink548.xml"/><Relationship Id="rId388" Type="http://schemas.openxmlformats.org/officeDocument/2006/relationships/customXml" Target="../ink/ink569.xml"/><Relationship Id="rId85" Type="http://schemas.openxmlformats.org/officeDocument/2006/relationships/image" Target="../media/image1294.png"/><Relationship Id="rId150" Type="http://schemas.openxmlformats.org/officeDocument/2006/relationships/customXml" Target="../ink/ink450.xml"/><Relationship Id="rId192" Type="http://schemas.openxmlformats.org/officeDocument/2006/relationships/customXml" Target="../ink/ink471.xml"/><Relationship Id="rId206" Type="http://schemas.openxmlformats.org/officeDocument/2006/relationships/customXml" Target="../ink/ink478.xml"/><Relationship Id="rId248" Type="http://schemas.openxmlformats.org/officeDocument/2006/relationships/customXml" Target="../ink/ink499.xml"/><Relationship Id="rId12" Type="http://schemas.openxmlformats.org/officeDocument/2006/relationships/customXml" Target="../ink/ink381.xml"/><Relationship Id="rId108" Type="http://schemas.openxmlformats.org/officeDocument/2006/relationships/customXml" Target="../ink/ink429.xml"/><Relationship Id="rId315" Type="http://schemas.openxmlformats.org/officeDocument/2006/relationships/image" Target="../media/image1409.png"/><Relationship Id="rId357" Type="http://schemas.openxmlformats.org/officeDocument/2006/relationships/image" Target="../media/image1430.png"/><Relationship Id="rId54" Type="http://schemas.openxmlformats.org/officeDocument/2006/relationships/customXml" Target="../ink/ink402.xml"/><Relationship Id="rId96" Type="http://schemas.openxmlformats.org/officeDocument/2006/relationships/customXml" Target="../ink/ink423.xml"/><Relationship Id="rId161" Type="http://schemas.openxmlformats.org/officeDocument/2006/relationships/image" Target="../media/image1332.png"/><Relationship Id="rId217" Type="http://schemas.openxmlformats.org/officeDocument/2006/relationships/image" Target="../media/image1360.png"/><Relationship Id="rId399" Type="http://schemas.openxmlformats.org/officeDocument/2006/relationships/image" Target="../media/image1451.png"/><Relationship Id="rId259" Type="http://schemas.openxmlformats.org/officeDocument/2006/relationships/image" Target="../media/image1381.png"/><Relationship Id="rId23" Type="http://schemas.openxmlformats.org/officeDocument/2006/relationships/image" Target="../media/image1263.png"/><Relationship Id="rId119" Type="http://schemas.openxmlformats.org/officeDocument/2006/relationships/image" Target="../media/image1311.png"/><Relationship Id="rId270" Type="http://schemas.openxmlformats.org/officeDocument/2006/relationships/customXml" Target="../ink/ink510.xml"/><Relationship Id="rId326" Type="http://schemas.openxmlformats.org/officeDocument/2006/relationships/customXml" Target="../ink/ink538.xml"/><Relationship Id="rId65" Type="http://schemas.openxmlformats.org/officeDocument/2006/relationships/image" Target="../media/image1284.png"/><Relationship Id="rId130" Type="http://schemas.openxmlformats.org/officeDocument/2006/relationships/customXml" Target="../ink/ink440.xml"/><Relationship Id="rId368" Type="http://schemas.openxmlformats.org/officeDocument/2006/relationships/customXml" Target="../ink/ink559.xml"/><Relationship Id="rId172" Type="http://schemas.openxmlformats.org/officeDocument/2006/relationships/customXml" Target="../ink/ink461.xml"/><Relationship Id="rId228" Type="http://schemas.openxmlformats.org/officeDocument/2006/relationships/customXml" Target="../ink/ink489.xml"/><Relationship Id="rId281" Type="http://schemas.openxmlformats.org/officeDocument/2006/relationships/image" Target="../media/image1392.png"/><Relationship Id="rId337" Type="http://schemas.openxmlformats.org/officeDocument/2006/relationships/image" Target="../media/image1420.png"/><Relationship Id="rId34" Type="http://schemas.openxmlformats.org/officeDocument/2006/relationships/customXml" Target="../ink/ink392.xml"/><Relationship Id="rId76" Type="http://schemas.openxmlformats.org/officeDocument/2006/relationships/customXml" Target="../ink/ink413.xml"/><Relationship Id="rId141" Type="http://schemas.openxmlformats.org/officeDocument/2006/relationships/image" Target="../media/image1322.png"/><Relationship Id="rId379" Type="http://schemas.openxmlformats.org/officeDocument/2006/relationships/image" Target="../media/image1441.png"/><Relationship Id="rId7" Type="http://schemas.openxmlformats.org/officeDocument/2006/relationships/image" Target="../media/image1255.png"/><Relationship Id="rId183" Type="http://schemas.openxmlformats.org/officeDocument/2006/relationships/image" Target="../media/image1343.png"/><Relationship Id="rId239" Type="http://schemas.openxmlformats.org/officeDocument/2006/relationships/image" Target="../media/image1371.png"/><Relationship Id="rId390" Type="http://schemas.openxmlformats.org/officeDocument/2006/relationships/customXml" Target="../ink/ink570.xml"/><Relationship Id="rId250" Type="http://schemas.openxmlformats.org/officeDocument/2006/relationships/customXml" Target="../ink/ink500.xml"/><Relationship Id="rId292" Type="http://schemas.openxmlformats.org/officeDocument/2006/relationships/customXml" Target="../ink/ink521.xml"/><Relationship Id="rId306" Type="http://schemas.openxmlformats.org/officeDocument/2006/relationships/customXml" Target="../ink/ink528.xml"/><Relationship Id="rId45" Type="http://schemas.openxmlformats.org/officeDocument/2006/relationships/image" Target="../media/image1274.png"/><Relationship Id="rId87" Type="http://schemas.openxmlformats.org/officeDocument/2006/relationships/image" Target="../media/image1295.png"/><Relationship Id="rId110" Type="http://schemas.openxmlformats.org/officeDocument/2006/relationships/customXml" Target="../ink/ink430.xml"/><Relationship Id="rId348" Type="http://schemas.openxmlformats.org/officeDocument/2006/relationships/customXml" Target="../ink/ink549.xml"/><Relationship Id="rId152" Type="http://schemas.openxmlformats.org/officeDocument/2006/relationships/customXml" Target="../ink/ink451.xml"/><Relationship Id="rId194" Type="http://schemas.openxmlformats.org/officeDocument/2006/relationships/customXml" Target="../ink/ink472.xml"/><Relationship Id="rId208" Type="http://schemas.openxmlformats.org/officeDocument/2006/relationships/customXml" Target="../ink/ink479.xml"/><Relationship Id="rId261" Type="http://schemas.openxmlformats.org/officeDocument/2006/relationships/image" Target="../media/image1382.png"/><Relationship Id="rId14" Type="http://schemas.openxmlformats.org/officeDocument/2006/relationships/customXml" Target="../ink/ink382.xml"/><Relationship Id="rId56" Type="http://schemas.openxmlformats.org/officeDocument/2006/relationships/customXml" Target="../ink/ink403.xml"/><Relationship Id="rId317" Type="http://schemas.openxmlformats.org/officeDocument/2006/relationships/image" Target="../media/image1410.png"/><Relationship Id="rId359" Type="http://schemas.openxmlformats.org/officeDocument/2006/relationships/image" Target="../media/image1431.png"/><Relationship Id="rId98" Type="http://schemas.openxmlformats.org/officeDocument/2006/relationships/customXml" Target="../ink/ink424.xml"/><Relationship Id="rId121" Type="http://schemas.openxmlformats.org/officeDocument/2006/relationships/image" Target="../media/image1312.png"/><Relationship Id="rId163" Type="http://schemas.openxmlformats.org/officeDocument/2006/relationships/image" Target="../media/image1333.png"/><Relationship Id="rId219" Type="http://schemas.openxmlformats.org/officeDocument/2006/relationships/image" Target="../media/image1361.png"/><Relationship Id="rId370" Type="http://schemas.openxmlformats.org/officeDocument/2006/relationships/customXml" Target="../ink/ink560.xml"/><Relationship Id="rId230" Type="http://schemas.openxmlformats.org/officeDocument/2006/relationships/customXml" Target="../ink/ink490.xml"/><Relationship Id="rId25" Type="http://schemas.openxmlformats.org/officeDocument/2006/relationships/image" Target="../media/image1264.png"/><Relationship Id="rId67" Type="http://schemas.openxmlformats.org/officeDocument/2006/relationships/image" Target="../media/image1285.png"/><Relationship Id="rId272" Type="http://schemas.openxmlformats.org/officeDocument/2006/relationships/customXml" Target="../ink/ink511.xml"/><Relationship Id="rId328" Type="http://schemas.openxmlformats.org/officeDocument/2006/relationships/customXml" Target="../ink/ink539.xml"/><Relationship Id="rId132" Type="http://schemas.openxmlformats.org/officeDocument/2006/relationships/customXml" Target="../ink/ink441.xml"/><Relationship Id="rId174" Type="http://schemas.openxmlformats.org/officeDocument/2006/relationships/customXml" Target="../ink/ink462.xml"/><Relationship Id="rId381" Type="http://schemas.openxmlformats.org/officeDocument/2006/relationships/image" Target="../media/image1442.png"/><Relationship Id="rId241" Type="http://schemas.openxmlformats.org/officeDocument/2006/relationships/image" Target="../media/image1372.png"/><Relationship Id="rId36" Type="http://schemas.openxmlformats.org/officeDocument/2006/relationships/customXml" Target="../ink/ink393.xml"/><Relationship Id="rId283" Type="http://schemas.openxmlformats.org/officeDocument/2006/relationships/image" Target="../media/image1393.png"/><Relationship Id="rId339" Type="http://schemas.openxmlformats.org/officeDocument/2006/relationships/image" Target="../media/image1421.png"/><Relationship Id="rId78" Type="http://schemas.openxmlformats.org/officeDocument/2006/relationships/customXml" Target="../ink/ink414.xml"/><Relationship Id="rId101" Type="http://schemas.openxmlformats.org/officeDocument/2006/relationships/image" Target="../media/image1302.png"/><Relationship Id="rId143" Type="http://schemas.openxmlformats.org/officeDocument/2006/relationships/image" Target="../media/image1323.png"/><Relationship Id="rId185" Type="http://schemas.openxmlformats.org/officeDocument/2006/relationships/image" Target="../media/image1344.png"/><Relationship Id="rId350" Type="http://schemas.openxmlformats.org/officeDocument/2006/relationships/customXml" Target="../ink/ink550.xml"/><Relationship Id="rId9" Type="http://schemas.openxmlformats.org/officeDocument/2006/relationships/image" Target="../media/image1256.png"/><Relationship Id="rId210" Type="http://schemas.openxmlformats.org/officeDocument/2006/relationships/customXml" Target="../ink/ink480.xml"/><Relationship Id="rId392" Type="http://schemas.openxmlformats.org/officeDocument/2006/relationships/customXml" Target="../ink/ink571.xml"/><Relationship Id="rId252" Type="http://schemas.openxmlformats.org/officeDocument/2006/relationships/customXml" Target="../ink/ink501.xml"/><Relationship Id="rId294" Type="http://schemas.openxmlformats.org/officeDocument/2006/relationships/customXml" Target="../ink/ink522.xml"/><Relationship Id="rId308" Type="http://schemas.openxmlformats.org/officeDocument/2006/relationships/customXml" Target="../ink/ink529.xml"/><Relationship Id="rId47" Type="http://schemas.openxmlformats.org/officeDocument/2006/relationships/image" Target="../media/image1275.png"/><Relationship Id="rId89" Type="http://schemas.openxmlformats.org/officeDocument/2006/relationships/image" Target="../media/image1296.png"/><Relationship Id="rId112" Type="http://schemas.openxmlformats.org/officeDocument/2006/relationships/customXml" Target="../ink/ink431.xml"/><Relationship Id="rId154" Type="http://schemas.openxmlformats.org/officeDocument/2006/relationships/customXml" Target="../ink/ink452.xml"/><Relationship Id="rId361" Type="http://schemas.openxmlformats.org/officeDocument/2006/relationships/image" Target="../media/image1432.png"/><Relationship Id="rId196" Type="http://schemas.openxmlformats.org/officeDocument/2006/relationships/customXml" Target="../ink/ink473.xml"/><Relationship Id="rId16" Type="http://schemas.openxmlformats.org/officeDocument/2006/relationships/customXml" Target="../ink/ink383.xml"/><Relationship Id="rId221" Type="http://schemas.openxmlformats.org/officeDocument/2006/relationships/image" Target="../media/image1362.png"/><Relationship Id="rId263" Type="http://schemas.openxmlformats.org/officeDocument/2006/relationships/image" Target="../media/image1383.png"/><Relationship Id="rId319" Type="http://schemas.openxmlformats.org/officeDocument/2006/relationships/image" Target="../media/image1411.png"/><Relationship Id="rId58" Type="http://schemas.openxmlformats.org/officeDocument/2006/relationships/customXml" Target="../ink/ink404.xml"/><Relationship Id="rId123" Type="http://schemas.openxmlformats.org/officeDocument/2006/relationships/image" Target="../media/image1313.png"/><Relationship Id="rId330" Type="http://schemas.openxmlformats.org/officeDocument/2006/relationships/customXml" Target="../ink/ink540.xml"/><Relationship Id="rId90" Type="http://schemas.openxmlformats.org/officeDocument/2006/relationships/customXml" Target="../ink/ink420.xml"/><Relationship Id="rId165" Type="http://schemas.openxmlformats.org/officeDocument/2006/relationships/image" Target="../media/image1334.png"/><Relationship Id="rId186" Type="http://schemas.openxmlformats.org/officeDocument/2006/relationships/customXml" Target="../ink/ink468.xml"/><Relationship Id="rId351" Type="http://schemas.openxmlformats.org/officeDocument/2006/relationships/image" Target="../media/image1427.png"/><Relationship Id="rId372" Type="http://schemas.openxmlformats.org/officeDocument/2006/relationships/customXml" Target="../ink/ink561.xml"/><Relationship Id="rId393" Type="http://schemas.openxmlformats.org/officeDocument/2006/relationships/image" Target="../media/image1448.png"/><Relationship Id="rId211" Type="http://schemas.openxmlformats.org/officeDocument/2006/relationships/image" Target="../media/image1357.png"/><Relationship Id="rId232" Type="http://schemas.openxmlformats.org/officeDocument/2006/relationships/customXml" Target="../ink/ink491.xml"/><Relationship Id="rId253" Type="http://schemas.openxmlformats.org/officeDocument/2006/relationships/image" Target="../media/image1378.png"/><Relationship Id="rId274" Type="http://schemas.openxmlformats.org/officeDocument/2006/relationships/customXml" Target="../ink/ink512.xml"/><Relationship Id="rId295" Type="http://schemas.openxmlformats.org/officeDocument/2006/relationships/image" Target="../media/image1399.png"/><Relationship Id="rId309" Type="http://schemas.openxmlformats.org/officeDocument/2006/relationships/image" Target="../media/image1406.png"/><Relationship Id="rId27" Type="http://schemas.openxmlformats.org/officeDocument/2006/relationships/image" Target="../media/image1265.png"/><Relationship Id="rId48" Type="http://schemas.openxmlformats.org/officeDocument/2006/relationships/customXml" Target="../ink/ink399.xml"/><Relationship Id="rId69" Type="http://schemas.openxmlformats.org/officeDocument/2006/relationships/image" Target="../media/image1286.png"/><Relationship Id="rId113" Type="http://schemas.openxmlformats.org/officeDocument/2006/relationships/image" Target="../media/image1308.png"/><Relationship Id="rId134" Type="http://schemas.openxmlformats.org/officeDocument/2006/relationships/customXml" Target="../ink/ink442.xml"/><Relationship Id="rId320" Type="http://schemas.openxmlformats.org/officeDocument/2006/relationships/customXml" Target="../ink/ink535.xml"/><Relationship Id="rId80" Type="http://schemas.openxmlformats.org/officeDocument/2006/relationships/customXml" Target="../ink/ink415.xml"/><Relationship Id="rId155" Type="http://schemas.openxmlformats.org/officeDocument/2006/relationships/image" Target="../media/image1329.png"/><Relationship Id="rId176" Type="http://schemas.openxmlformats.org/officeDocument/2006/relationships/customXml" Target="../ink/ink463.xml"/><Relationship Id="rId197" Type="http://schemas.openxmlformats.org/officeDocument/2006/relationships/image" Target="../media/image1350.png"/><Relationship Id="rId341" Type="http://schemas.openxmlformats.org/officeDocument/2006/relationships/image" Target="../media/image1422.png"/><Relationship Id="rId362" Type="http://schemas.openxmlformats.org/officeDocument/2006/relationships/customXml" Target="../ink/ink556.xml"/><Relationship Id="rId383" Type="http://schemas.openxmlformats.org/officeDocument/2006/relationships/image" Target="../media/image1443.png"/><Relationship Id="rId201" Type="http://schemas.openxmlformats.org/officeDocument/2006/relationships/image" Target="../media/image1352.png"/><Relationship Id="rId222" Type="http://schemas.openxmlformats.org/officeDocument/2006/relationships/customXml" Target="../ink/ink486.xml"/><Relationship Id="rId243" Type="http://schemas.openxmlformats.org/officeDocument/2006/relationships/image" Target="../media/image1373.png"/><Relationship Id="rId264" Type="http://schemas.openxmlformats.org/officeDocument/2006/relationships/customXml" Target="../ink/ink507.xml"/><Relationship Id="rId285" Type="http://schemas.openxmlformats.org/officeDocument/2006/relationships/image" Target="../media/image1394.png"/><Relationship Id="rId17" Type="http://schemas.openxmlformats.org/officeDocument/2006/relationships/image" Target="../media/image1260.png"/><Relationship Id="rId38" Type="http://schemas.openxmlformats.org/officeDocument/2006/relationships/customXml" Target="../ink/ink394.xml"/><Relationship Id="rId59" Type="http://schemas.openxmlformats.org/officeDocument/2006/relationships/image" Target="../media/image1281.png"/><Relationship Id="rId103" Type="http://schemas.openxmlformats.org/officeDocument/2006/relationships/image" Target="../media/image1303.png"/><Relationship Id="rId124" Type="http://schemas.openxmlformats.org/officeDocument/2006/relationships/customXml" Target="../ink/ink437.xml"/><Relationship Id="rId310" Type="http://schemas.openxmlformats.org/officeDocument/2006/relationships/customXml" Target="../ink/ink530.xml"/><Relationship Id="rId70" Type="http://schemas.openxmlformats.org/officeDocument/2006/relationships/customXml" Target="../ink/ink410.xml"/><Relationship Id="rId91" Type="http://schemas.openxmlformats.org/officeDocument/2006/relationships/image" Target="../media/image1297.png"/><Relationship Id="rId145" Type="http://schemas.openxmlformats.org/officeDocument/2006/relationships/image" Target="../media/image1324.png"/><Relationship Id="rId166" Type="http://schemas.openxmlformats.org/officeDocument/2006/relationships/customXml" Target="../ink/ink458.xml"/><Relationship Id="rId187" Type="http://schemas.openxmlformats.org/officeDocument/2006/relationships/image" Target="../media/image1345.png"/><Relationship Id="rId331" Type="http://schemas.openxmlformats.org/officeDocument/2006/relationships/image" Target="../media/image1417.png"/><Relationship Id="rId352" Type="http://schemas.openxmlformats.org/officeDocument/2006/relationships/customXml" Target="../ink/ink551.xml"/><Relationship Id="rId373" Type="http://schemas.openxmlformats.org/officeDocument/2006/relationships/image" Target="../media/image1438.png"/><Relationship Id="rId394" Type="http://schemas.openxmlformats.org/officeDocument/2006/relationships/customXml" Target="../ink/ink572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81.xml"/><Relationship Id="rId233" Type="http://schemas.openxmlformats.org/officeDocument/2006/relationships/image" Target="../media/image1368.png"/><Relationship Id="rId254" Type="http://schemas.openxmlformats.org/officeDocument/2006/relationships/customXml" Target="../ink/ink502.xml"/><Relationship Id="rId28" Type="http://schemas.openxmlformats.org/officeDocument/2006/relationships/customXml" Target="../ink/ink389.xml"/><Relationship Id="rId49" Type="http://schemas.openxmlformats.org/officeDocument/2006/relationships/image" Target="../media/image1276.png"/><Relationship Id="rId114" Type="http://schemas.openxmlformats.org/officeDocument/2006/relationships/customXml" Target="../ink/ink432.xml"/><Relationship Id="rId275" Type="http://schemas.openxmlformats.org/officeDocument/2006/relationships/image" Target="../media/image1389.png"/><Relationship Id="rId296" Type="http://schemas.openxmlformats.org/officeDocument/2006/relationships/customXml" Target="../ink/ink523.xml"/><Relationship Id="rId300" Type="http://schemas.openxmlformats.org/officeDocument/2006/relationships/customXml" Target="../ink/ink525.xml"/><Relationship Id="rId60" Type="http://schemas.openxmlformats.org/officeDocument/2006/relationships/customXml" Target="../ink/ink405.xml"/><Relationship Id="rId81" Type="http://schemas.openxmlformats.org/officeDocument/2006/relationships/image" Target="../media/image1292.png"/><Relationship Id="rId135" Type="http://schemas.openxmlformats.org/officeDocument/2006/relationships/image" Target="../media/image1319.png"/><Relationship Id="rId156" Type="http://schemas.openxmlformats.org/officeDocument/2006/relationships/customXml" Target="../ink/ink453.xml"/><Relationship Id="rId177" Type="http://schemas.openxmlformats.org/officeDocument/2006/relationships/image" Target="../media/image1340.png"/><Relationship Id="rId198" Type="http://schemas.openxmlformats.org/officeDocument/2006/relationships/customXml" Target="../ink/ink474.xml"/><Relationship Id="rId321" Type="http://schemas.openxmlformats.org/officeDocument/2006/relationships/image" Target="../media/image1412.png"/><Relationship Id="rId342" Type="http://schemas.openxmlformats.org/officeDocument/2006/relationships/customXml" Target="../ink/ink546.xml"/><Relationship Id="rId363" Type="http://schemas.openxmlformats.org/officeDocument/2006/relationships/image" Target="../media/image1433.png"/><Relationship Id="rId384" Type="http://schemas.openxmlformats.org/officeDocument/2006/relationships/customXml" Target="../ink/ink567.xml"/><Relationship Id="rId202" Type="http://schemas.openxmlformats.org/officeDocument/2006/relationships/customXml" Target="../ink/ink476.xml"/><Relationship Id="rId223" Type="http://schemas.openxmlformats.org/officeDocument/2006/relationships/image" Target="../media/image1363.png"/><Relationship Id="rId244" Type="http://schemas.openxmlformats.org/officeDocument/2006/relationships/customXml" Target="../ink/ink497.xml"/><Relationship Id="rId18" Type="http://schemas.openxmlformats.org/officeDocument/2006/relationships/customXml" Target="../ink/ink384.xml"/><Relationship Id="rId39" Type="http://schemas.openxmlformats.org/officeDocument/2006/relationships/image" Target="../media/image1271.png"/><Relationship Id="rId265" Type="http://schemas.openxmlformats.org/officeDocument/2006/relationships/image" Target="../media/image1384.png"/><Relationship Id="rId286" Type="http://schemas.openxmlformats.org/officeDocument/2006/relationships/customXml" Target="../ink/ink518.xml"/><Relationship Id="rId50" Type="http://schemas.openxmlformats.org/officeDocument/2006/relationships/customXml" Target="../ink/ink400.xml"/><Relationship Id="rId104" Type="http://schemas.openxmlformats.org/officeDocument/2006/relationships/customXml" Target="../ink/ink427.xml"/><Relationship Id="rId125" Type="http://schemas.openxmlformats.org/officeDocument/2006/relationships/image" Target="../media/image1314.png"/><Relationship Id="rId146" Type="http://schemas.openxmlformats.org/officeDocument/2006/relationships/customXml" Target="../ink/ink448.xml"/><Relationship Id="rId167" Type="http://schemas.openxmlformats.org/officeDocument/2006/relationships/image" Target="../media/image1335.png"/><Relationship Id="rId188" Type="http://schemas.openxmlformats.org/officeDocument/2006/relationships/customXml" Target="../ink/ink469.xml"/><Relationship Id="rId311" Type="http://schemas.openxmlformats.org/officeDocument/2006/relationships/image" Target="../media/image1407.png"/><Relationship Id="rId332" Type="http://schemas.openxmlformats.org/officeDocument/2006/relationships/customXml" Target="../ink/ink541.xml"/><Relationship Id="rId353" Type="http://schemas.openxmlformats.org/officeDocument/2006/relationships/image" Target="../media/image1428.png"/><Relationship Id="rId374" Type="http://schemas.openxmlformats.org/officeDocument/2006/relationships/customXml" Target="../ink/ink562.xml"/><Relationship Id="rId395" Type="http://schemas.openxmlformats.org/officeDocument/2006/relationships/image" Target="../media/image1449.png"/><Relationship Id="rId71" Type="http://schemas.openxmlformats.org/officeDocument/2006/relationships/image" Target="../media/image1287.png"/><Relationship Id="rId92" Type="http://schemas.openxmlformats.org/officeDocument/2006/relationships/customXml" Target="../ink/ink421.xml"/><Relationship Id="rId213" Type="http://schemas.openxmlformats.org/officeDocument/2006/relationships/image" Target="../media/image1358.png"/><Relationship Id="rId234" Type="http://schemas.openxmlformats.org/officeDocument/2006/relationships/customXml" Target="../ink/ink492.xml"/><Relationship Id="rId2" Type="http://schemas.openxmlformats.org/officeDocument/2006/relationships/customXml" Target="../ink/ink376.xml"/><Relationship Id="rId29" Type="http://schemas.openxmlformats.org/officeDocument/2006/relationships/image" Target="../media/image1266.png"/><Relationship Id="rId255" Type="http://schemas.openxmlformats.org/officeDocument/2006/relationships/image" Target="../media/image1379.png"/><Relationship Id="rId276" Type="http://schemas.openxmlformats.org/officeDocument/2006/relationships/customXml" Target="../ink/ink513.xml"/><Relationship Id="rId297" Type="http://schemas.openxmlformats.org/officeDocument/2006/relationships/image" Target="../media/image1400.png"/><Relationship Id="rId40" Type="http://schemas.openxmlformats.org/officeDocument/2006/relationships/customXml" Target="../ink/ink395.xml"/><Relationship Id="rId115" Type="http://schemas.openxmlformats.org/officeDocument/2006/relationships/image" Target="../media/image1309.png"/><Relationship Id="rId136" Type="http://schemas.openxmlformats.org/officeDocument/2006/relationships/customXml" Target="../ink/ink443.xml"/><Relationship Id="rId157" Type="http://schemas.openxmlformats.org/officeDocument/2006/relationships/image" Target="../media/image1330.png"/><Relationship Id="rId178" Type="http://schemas.openxmlformats.org/officeDocument/2006/relationships/customXml" Target="../ink/ink464.xml"/><Relationship Id="rId301" Type="http://schemas.openxmlformats.org/officeDocument/2006/relationships/image" Target="../media/image1402.png"/><Relationship Id="rId322" Type="http://schemas.openxmlformats.org/officeDocument/2006/relationships/customXml" Target="../ink/ink536.xml"/><Relationship Id="rId343" Type="http://schemas.openxmlformats.org/officeDocument/2006/relationships/image" Target="../media/image1423.png"/><Relationship Id="rId364" Type="http://schemas.openxmlformats.org/officeDocument/2006/relationships/customXml" Target="../ink/ink557.xml"/><Relationship Id="rId61" Type="http://schemas.openxmlformats.org/officeDocument/2006/relationships/image" Target="../media/image1282.png"/><Relationship Id="rId82" Type="http://schemas.openxmlformats.org/officeDocument/2006/relationships/customXml" Target="../ink/ink416.xml"/><Relationship Id="rId199" Type="http://schemas.openxmlformats.org/officeDocument/2006/relationships/image" Target="../media/image1351.png"/><Relationship Id="rId203" Type="http://schemas.openxmlformats.org/officeDocument/2006/relationships/image" Target="../media/image1353.png"/><Relationship Id="rId385" Type="http://schemas.openxmlformats.org/officeDocument/2006/relationships/image" Target="../media/image1444.png"/><Relationship Id="rId19" Type="http://schemas.openxmlformats.org/officeDocument/2006/relationships/image" Target="../media/image1261.png"/><Relationship Id="rId224" Type="http://schemas.openxmlformats.org/officeDocument/2006/relationships/customXml" Target="../ink/ink487.xml"/><Relationship Id="rId245" Type="http://schemas.openxmlformats.org/officeDocument/2006/relationships/image" Target="../media/image1374.png"/><Relationship Id="rId266" Type="http://schemas.openxmlformats.org/officeDocument/2006/relationships/customXml" Target="../ink/ink508.xml"/><Relationship Id="rId287" Type="http://schemas.openxmlformats.org/officeDocument/2006/relationships/image" Target="../media/image1395.png"/><Relationship Id="rId30" Type="http://schemas.openxmlformats.org/officeDocument/2006/relationships/customXml" Target="../ink/ink390.xml"/><Relationship Id="rId105" Type="http://schemas.openxmlformats.org/officeDocument/2006/relationships/image" Target="../media/image1304.png"/><Relationship Id="rId126" Type="http://schemas.openxmlformats.org/officeDocument/2006/relationships/customXml" Target="../ink/ink438.xml"/><Relationship Id="rId147" Type="http://schemas.openxmlformats.org/officeDocument/2006/relationships/image" Target="../media/image1325.png"/><Relationship Id="rId168" Type="http://schemas.openxmlformats.org/officeDocument/2006/relationships/customXml" Target="../ink/ink459.xml"/><Relationship Id="rId312" Type="http://schemas.openxmlformats.org/officeDocument/2006/relationships/customXml" Target="../ink/ink531.xml"/><Relationship Id="rId333" Type="http://schemas.openxmlformats.org/officeDocument/2006/relationships/image" Target="../media/image1418.png"/><Relationship Id="rId354" Type="http://schemas.openxmlformats.org/officeDocument/2006/relationships/customXml" Target="../ink/ink552.xml"/><Relationship Id="rId51" Type="http://schemas.openxmlformats.org/officeDocument/2006/relationships/image" Target="../media/image1277.png"/><Relationship Id="rId72" Type="http://schemas.openxmlformats.org/officeDocument/2006/relationships/customXml" Target="../ink/ink411.xml"/><Relationship Id="rId93" Type="http://schemas.openxmlformats.org/officeDocument/2006/relationships/image" Target="../media/image1298.png"/><Relationship Id="rId189" Type="http://schemas.openxmlformats.org/officeDocument/2006/relationships/image" Target="../media/image1346.png"/><Relationship Id="rId375" Type="http://schemas.openxmlformats.org/officeDocument/2006/relationships/image" Target="../media/image1439.png"/><Relationship Id="rId396" Type="http://schemas.openxmlformats.org/officeDocument/2006/relationships/customXml" Target="../ink/ink573.xml"/><Relationship Id="rId3" Type="http://schemas.openxmlformats.org/officeDocument/2006/relationships/image" Target="../media/image1253.png"/><Relationship Id="rId214" Type="http://schemas.openxmlformats.org/officeDocument/2006/relationships/customXml" Target="../ink/ink482.xml"/><Relationship Id="rId235" Type="http://schemas.openxmlformats.org/officeDocument/2006/relationships/image" Target="../media/image1369.png"/><Relationship Id="rId256" Type="http://schemas.openxmlformats.org/officeDocument/2006/relationships/customXml" Target="../ink/ink503.xml"/><Relationship Id="rId277" Type="http://schemas.openxmlformats.org/officeDocument/2006/relationships/image" Target="../media/image1390.png"/><Relationship Id="rId298" Type="http://schemas.openxmlformats.org/officeDocument/2006/relationships/customXml" Target="../ink/ink524.xml"/><Relationship Id="rId400" Type="http://schemas.openxmlformats.org/officeDocument/2006/relationships/customXml" Target="../ink/ink575.xml"/><Relationship Id="rId116" Type="http://schemas.openxmlformats.org/officeDocument/2006/relationships/customXml" Target="../ink/ink433.xml"/><Relationship Id="rId137" Type="http://schemas.openxmlformats.org/officeDocument/2006/relationships/image" Target="../media/image1320.png"/><Relationship Id="rId158" Type="http://schemas.openxmlformats.org/officeDocument/2006/relationships/customXml" Target="../ink/ink454.xml"/><Relationship Id="rId302" Type="http://schemas.openxmlformats.org/officeDocument/2006/relationships/customXml" Target="../ink/ink526.xml"/><Relationship Id="rId323" Type="http://schemas.openxmlformats.org/officeDocument/2006/relationships/image" Target="../media/image1413.png"/><Relationship Id="rId344" Type="http://schemas.openxmlformats.org/officeDocument/2006/relationships/customXml" Target="../ink/ink547.xml"/><Relationship Id="rId20" Type="http://schemas.openxmlformats.org/officeDocument/2006/relationships/customXml" Target="../ink/ink385.xml"/><Relationship Id="rId41" Type="http://schemas.openxmlformats.org/officeDocument/2006/relationships/image" Target="../media/image1272.png"/><Relationship Id="rId62" Type="http://schemas.openxmlformats.org/officeDocument/2006/relationships/customXml" Target="../ink/ink406.xml"/><Relationship Id="rId83" Type="http://schemas.openxmlformats.org/officeDocument/2006/relationships/image" Target="../media/image1293.png"/><Relationship Id="rId179" Type="http://schemas.openxmlformats.org/officeDocument/2006/relationships/image" Target="../media/image1341.png"/><Relationship Id="rId365" Type="http://schemas.openxmlformats.org/officeDocument/2006/relationships/image" Target="../media/image1434.png"/><Relationship Id="rId386" Type="http://schemas.openxmlformats.org/officeDocument/2006/relationships/customXml" Target="../ink/ink568.xml"/><Relationship Id="rId190" Type="http://schemas.openxmlformats.org/officeDocument/2006/relationships/customXml" Target="../ink/ink470.xml"/><Relationship Id="rId204" Type="http://schemas.openxmlformats.org/officeDocument/2006/relationships/customXml" Target="../ink/ink477.xml"/><Relationship Id="rId225" Type="http://schemas.openxmlformats.org/officeDocument/2006/relationships/image" Target="../media/image1364.png"/><Relationship Id="rId246" Type="http://schemas.openxmlformats.org/officeDocument/2006/relationships/customXml" Target="../ink/ink498.xml"/><Relationship Id="rId267" Type="http://schemas.openxmlformats.org/officeDocument/2006/relationships/image" Target="../media/image1385.png"/><Relationship Id="rId288" Type="http://schemas.openxmlformats.org/officeDocument/2006/relationships/customXml" Target="../ink/ink519.xml"/><Relationship Id="rId106" Type="http://schemas.openxmlformats.org/officeDocument/2006/relationships/customXml" Target="../ink/ink428.xml"/><Relationship Id="rId127" Type="http://schemas.openxmlformats.org/officeDocument/2006/relationships/image" Target="../media/image1315.png"/><Relationship Id="rId313" Type="http://schemas.openxmlformats.org/officeDocument/2006/relationships/image" Target="../media/image1408.png"/><Relationship Id="rId10" Type="http://schemas.openxmlformats.org/officeDocument/2006/relationships/customXml" Target="../ink/ink380.xml"/><Relationship Id="rId31" Type="http://schemas.openxmlformats.org/officeDocument/2006/relationships/image" Target="../media/image1267.png"/><Relationship Id="rId52" Type="http://schemas.openxmlformats.org/officeDocument/2006/relationships/customXml" Target="../ink/ink401.xml"/><Relationship Id="rId73" Type="http://schemas.openxmlformats.org/officeDocument/2006/relationships/image" Target="../media/image1288.png"/><Relationship Id="rId94" Type="http://schemas.openxmlformats.org/officeDocument/2006/relationships/customXml" Target="../ink/ink422.xml"/><Relationship Id="rId148" Type="http://schemas.openxmlformats.org/officeDocument/2006/relationships/customXml" Target="../ink/ink449.xml"/><Relationship Id="rId169" Type="http://schemas.openxmlformats.org/officeDocument/2006/relationships/image" Target="../media/image1336.png"/><Relationship Id="rId334" Type="http://schemas.openxmlformats.org/officeDocument/2006/relationships/customXml" Target="../ink/ink542.xml"/><Relationship Id="rId355" Type="http://schemas.openxmlformats.org/officeDocument/2006/relationships/image" Target="../media/image1429.png"/><Relationship Id="rId376" Type="http://schemas.openxmlformats.org/officeDocument/2006/relationships/customXml" Target="../ink/ink563.xml"/><Relationship Id="rId397" Type="http://schemas.openxmlformats.org/officeDocument/2006/relationships/image" Target="../media/image1450.png"/><Relationship Id="rId4" Type="http://schemas.openxmlformats.org/officeDocument/2006/relationships/customXml" Target="../ink/ink377.xml"/><Relationship Id="rId180" Type="http://schemas.openxmlformats.org/officeDocument/2006/relationships/customXml" Target="../ink/ink465.xml"/><Relationship Id="rId215" Type="http://schemas.openxmlformats.org/officeDocument/2006/relationships/image" Target="../media/image1359.png"/><Relationship Id="rId236" Type="http://schemas.openxmlformats.org/officeDocument/2006/relationships/customXml" Target="../ink/ink493.xml"/><Relationship Id="rId257" Type="http://schemas.openxmlformats.org/officeDocument/2006/relationships/image" Target="../media/image1380.png"/><Relationship Id="rId278" Type="http://schemas.openxmlformats.org/officeDocument/2006/relationships/customXml" Target="../ink/ink514.xml"/><Relationship Id="rId401" Type="http://schemas.openxmlformats.org/officeDocument/2006/relationships/image" Target="../media/image1452.png"/><Relationship Id="rId303" Type="http://schemas.openxmlformats.org/officeDocument/2006/relationships/image" Target="../media/image1403.png"/><Relationship Id="rId42" Type="http://schemas.openxmlformats.org/officeDocument/2006/relationships/customXml" Target="../ink/ink396.xml"/><Relationship Id="rId84" Type="http://schemas.openxmlformats.org/officeDocument/2006/relationships/customXml" Target="../ink/ink417.xml"/><Relationship Id="rId138" Type="http://schemas.openxmlformats.org/officeDocument/2006/relationships/customXml" Target="../ink/ink444.xml"/><Relationship Id="rId345" Type="http://schemas.openxmlformats.org/officeDocument/2006/relationships/image" Target="../media/image1424.png"/><Relationship Id="rId387" Type="http://schemas.openxmlformats.org/officeDocument/2006/relationships/image" Target="../media/image1445.png"/><Relationship Id="rId191" Type="http://schemas.openxmlformats.org/officeDocument/2006/relationships/image" Target="../media/image1347.png"/><Relationship Id="rId205" Type="http://schemas.openxmlformats.org/officeDocument/2006/relationships/image" Target="../media/image1354.png"/><Relationship Id="rId247" Type="http://schemas.openxmlformats.org/officeDocument/2006/relationships/image" Target="../media/image1375.png"/><Relationship Id="rId107" Type="http://schemas.openxmlformats.org/officeDocument/2006/relationships/image" Target="../media/image1305.png"/><Relationship Id="rId289" Type="http://schemas.openxmlformats.org/officeDocument/2006/relationships/image" Target="../media/image1396.png"/><Relationship Id="rId11" Type="http://schemas.openxmlformats.org/officeDocument/2006/relationships/image" Target="../media/image1257.png"/><Relationship Id="rId53" Type="http://schemas.openxmlformats.org/officeDocument/2006/relationships/image" Target="../media/image1278.png"/><Relationship Id="rId149" Type="http://schemas.openxmlformats.org/officeDocument/2006/relationships/image" Target="../media/image1326.png"/><Relationship Id="rId314" Type="http://schemas.openxmlformats.org/officeDocument/2006/relationships/customXml" Target="../ink/ink532.xml"/><Relationship Id="rId356" Type="http://schemas.openxmlformats.org/officeDocument/2006/relationships/customXml" Target="../ink/ink553.xml"/><Relationship Id="rId398" Type="http://schemas.openxmlformats.org/officeDocument/2006/relationships/customXml" Target="../ink/ink574.xml"/><Relationship Id="rId95" Type="http://schemas.openxmlformats.org/officeDocument/2006/relationships/image" Target="../media/image1299.png"/><Relationship Id="rId160" Type="http://schemas.openxmlformats.org/officeDocument/2006/relationships/customXml" Target="../ink/ink455.xml"/><Relationship Id="rId216" Type="http://schemas.openxmlformats.org/officeDocument/2006/relationships/customXml" Target="../ink/ink483.xml"/><Relationship Id="rId258" Type="http://schemas.openxmlformats.org/officeDocument/2006/relationships/customXml" Target="../ink/ink504.xml"/><Relationship Id="rId22" Type="http://schemas.openxmlformats.org/officeDocument/2006/relationships/customXml" Target="../ink/ink386.xml"/><Relationship Id="rId64" Type="http://schemas.openxmlformats.org/officeDocument/2006/relationships/customXml" Target="../ink/ink407.xml"/><Relationship Id="rId118" Type="http://schemas.openxmlformats.org/officeDocument/2006/relationships/customXml" Target="../ink/ink434.xml"/><Relationship Id="rId325" Type="http://schemas.openxmlformats.org/officeDocument/2006/relationships/image" Target="../media/image1414.png"/><Relationship Id="rId367" Type="http://schemas.openxmlformats.org/officeDocument/2006/relationships/image" Target="../media/image1435.png"/><Relationship Id="rId171" Type="http://schemas.openxmlformats.org/officeDocument/2006/relationships/image" Target="../media/image1337.png"/><Relationship Id="rId227" Type="http://schemas.openxmlformats.org/officeDocument/2006/relationships/image" Target="../media/image1365.png"/><Relationship Id="rId269" Type="http://schemas.openxmlformats.org/officeDocument/2006/relationships/image" Target="../media/image1386.png"/><Relationship Id="rId33" Type="http://schemas.openxmlformats.org/officeDocument/2006/relationships/image" Target="../media/image1268.png"/><Relationship Id="rId129" Type="http://schemas.openxmlformats.org/officeDocument/2006/relationships/image" Target="../media/image1316.png"/><Relationship Id="rId280" Type="http://schemas.openxmlformats.org/officeDocument/2006/relationships/customXml" Target="../ink/ink515.xml"/><Relationship Id="rId336" Type="http://schemas.openxmlformats.org/officeDocument/2006/relationships/customXml" Target="../ink/ink543.xml"/><Relationship Id="rId75" Type="http://schemas.openxmlformats.org/officeDocument/2006/relationships/image" Target="../media/image1289.png"/><Relationship Id="rId140" Type="http://schemas.openxmlformats.org/officeDocument/2006/relationships/customXml" Target="../ink/ink445.xml"/><Relationship Id="rId182" Type="http://schemas.openxmlformats.org/officeDocument/2006/relationships/customXml" Target="../ink/ink466.xml"/><Relationship Id="rId378" Type="http://schemas.openxmlformats.org/officeDocument/2006/relationships/customXml" Target="../ink/ink564.xml"/><Relationship Id="rId403" Type="http://schemas.openxmlformats.org/officeDocument/2006/relationships/image" Target="../media/image1453.png"/><Relationship Id="rId6" Type="http://schemas.openxmlformats.org/officeDocument/2006/relationships/customXml" Target="../ink/ink378.xml"/><Relationship Id="rId238" Type="http://schemas.openxmlformats.org/officeDocument/2006/relationships/customXml" Target="../ink/ink494.xml"/><Relationship Id="rId291" Type="http://schemas.openxmlformats.org/officeDocument/2006/relationships/image" Target="../media/image1397.png"/><Relationship Id="rId305" Type="http://schemas.openxmlformats.org/officeDocument/2006/relationships/image" Target="../media/image1404.png"/><Relationship Id="rId347" Type="http://schemas.openxmlformats.org/officeDocument/2006/relationships/image" Target="../media/image1425.png"/><Relationship Id="rId44" Type="http://schemas.openxmlformats.org/officeDocument/2006/relationships/customXml" Target="../ink/ink397.xml"/><Relationship Id="rId86" Type="http://schemas.openxmlformats.org/officeDocument/2006/relationships/customXml" Target="../ink/ink418.xml"/><Relationship Id="rId151" Type="http://schemas.openxmlformats.org/officeDocument/2006/relationships/image" Target="../media/image1327.png"/><Relationship Id="rId389" Type="http://schemas.openxmlformats.org/officeDocument/2006/relationships/image" Target="../media/image1446.png"/><Relationship Id="rId193" Type="http://schemas.openxmlformats.org/officeDocument/2006/relationships/image" Target="../media/image1348.png"/><Relationship Id="rId207" Type="http://schemas.openxmlformats.org/officeDocument/2006/relationships/image" Target="../media/image1355.png"/><Relationship Id="rId249" Type="http://schemas.openxmlformats.org/officeDocument/2006/relationships/image" Target="../media/image1376.png"/><Relationship Id="rId13" Type="http://schemas.openxmlformats.org/officeDocument/2006/relationships/image" Target="../media/image1258.png"/><Relationship Id="rId109" Type="http://schemas.openxmlformats.org/officeDocument/2006/relationships/image" Target="../media/image1306.png"/><Relationship Id="rId260" Type="http://schemas.openxmlformats.org/officeDocument/2006/relationships/customXml" Target="../ink/ink505.xml"/><Relationship Id="rId316" Type="http://schemas.openxmlformats.org/officeDocument/2006/relationships/customXml" Target="../ink/ink533.xml"/><Relationship Id="rId55" Type="http://schemas.openxmlformats.org/officeDocument/2006/relationships/image" Target="../media/image1279.png"/><Relationship Id="rId97" Type="http://schemas.openxmlformats.org/officeDocument/2006/relationships/image" Target="../media/image1300.png"/><Relationship Id="rId120" Type="http://schemas.openxmlformats.org/officeDocument/2006/relationships/customXml" Target="../ink/ink435.xml"/><Relationship Id="rId358" Type="http://schemas.openxmlformats.org/officeDocument/2006/relationships/customXml" Target="../ink/ink554.xml"/><Relationship Id="rId162" Type="http://schemas.openxmlformats.org/officeDocument/2006/relationships/customXml" Target="../ink/ink456.xml"/><Relationship Id="rId218" Type="http://schemas.openxmlformats.org/officeDocument/2006/relationships/customXml" Target="../ink/ink484.xml"/><Relationship Id="rId271" Type="http://schemas.openxmlformats.org/officeDocument/2006/relationships/image" Target="../media/image1387.png"/><Relationship Id="rId24" Type="http://schemas.openxmlformats.org/officeDocument/2006/relationships/customXml" Target="../ink/ink387.xml"/><Relationship Id="rId66" Type="http://schemas.openxmlformats.org/officeDocument/2006/relationships/customXml" Target="../ink/ink408.xml"/><Relationship Id="rId131" Type="http://schemas.openxmlformats.org/officeDocument/2006/relationships/image" Target="../media/image1317.png"/><Relationship Id="rId327" Type="http://schemas.openxmlformats.org/officeDocument/2006/relationships/image" Target="../media/image1415.png"/><Relationship Id="rId369" Type="http://schemas.openxmlformats.org/officeDocument/2006/relationships/image" Target="../media/image1436.png"/><Relationship Id="rId173" Type="http://schemas.openxmlformats.org/officeDocument/2006/relationships/image" Target="../media/image1338.png"/><Relationship Id="rId229" Type="http://schemas.openxmlformats.org/officeDocument/2006/relationships/image" Target="../media/image1366.png"/><Relationship Id="rId380" Type="http://schemas.openxmlformats.org/officeDocument/2006/relationships/customXml" Target="../ink/ink565.xml"/><Relationship Id="rId240" Type="http://schemas.openxmlformats.org/officeDocument/2006/relationships/customXml" Target="../ink/ink495.xml"/><Relationship Id="rId35" Type="http://schemas.openxmlformats.org/officeDocument/2006/relationships/image" Target="../media/image1269.png"/><Relationship Id="rId77" Type="http://schemas.openxmlformats.org/officeDocument/2006/relationships/image" Target="../media/image1290.png"/><Relationship Id="rId100" Type="http://schemas.openxmlformats.org/officeDocument/2006/relationships/customXml" Target="../ink/ink425.xml"/><Relationship Id="rId282" Type="http://schemas.openxmlformats.org/officeDocument/2006/relationships/customXml" Target="../ink/ink516.xml"/><Relationship Id="rId338" Type="http://schemas.openxmlformats.org/officeDocument/2006/relationships/customXml" Target="../ink/ink544.xml"/><Relationship Id="rId8" Type="http://schemas.openxmlformats.org/officeDocument/2006/relationships/customXml" Target="../ink/ink379.xml"/><Relationship Id="rId142" Type="http://schemas.openxmlformats.org/officeDocument/2006/relationships/customXml" Target="../ink/ink446.xml"/><Relationship Id="rId184" Type="http://schemas.openxmlformats.org/officeDocument/2006/relationships/customXml" Target="../ink/ink467.xml"/><Relationship Id="rId391" Type="http://schemas.openxmlformats.org/officeDocument/2006/relationships/image" Target="../media/image1447.png"/><Relationship Id="rId251" Type="http://schemas.openxmlformats.org/officeDocument/2006/relationships/image" Target="../media/image1377.png"/><Relationship Id="rId46" Type="http://schemas.openxmlformats.org/officeDocument/2006/relationships/customXml" Target="../ink/ink398.xml"/><Relationship Id="rId293" Type="http://schemas.openxmlformats.org/officeDocument/2006/relationships/image" Target="../media/image1398.png"/><Relationship Id="rId307" Type="http://schemas.openxmlformats.org/officeDocument/2006/relationships/image" Target="../media/image1405.png"/><Relationship Id="rId349" Type="http://schemas.openxmlformats.org/officeDocument/2006/relationships/image" Target="../media/image1426.png"/><Relationship Id="rId88" Type="http://schemas.openxmlformats.org/officeDocument/2006/relationships/customXml" Target="../ink/ink419.xml"/><Relationship Id="rId111" Type="http://schemas.openxmlformats.org/officeDocument/2006/relationships/image" Target="../media/image1307.png"/><Relationship Id="rId153" Type="http://schemas.openxmlformats.org/officeDocument/2006/relationships/image" Target="../media/image1328.png"/><Relationship Id="rId195" Type="http://schemas.openxmlformats.org/officeDocument/2006/relationships/image" Target="../media/image1349.png"/><Relationship Id="rId209" Type="http://schemas.openxmlformats.org/officeDocument/2006/relationships/image" Target="../media/image1356.png"/><Relationship Id="rId360" Type="http://schemas.openxmlformats.org/officeDocument/2006/relationships/customXml" Target="../ink/ink555.xml"/><Relationship Id="rId220" Type="http://schemas.openxmlformats.org/officeDocument/2006/relationships/customXml" Target="../ink/ink485.xml"/><Relationship Id="rId15" Type="http://schemas.openxmlformats.org/officeDocument/2006/relationships/image" Target="../media/image1259.png"/><Relationship Id="rId57" Type="http://schemas.openxmlformats.org/officeDocument/2006/relationships/image" Target="../media/image1280.png"/><Relationship Id="rId262" Type="http://schemas.openxmlformats.org/officeDocument/2006/relationships/customXml" Target="../ink/ink506.xml"/><Relationship Id="rId318" Type="http://schemas.openxmlformats.org/officeDocument/2006/relationships/customXml" Target="../ink/ink534.xml"/><Relationship Id="rId99" Type="http://schemas.openxmlformats.org/officeDocument/2006/relationships/image" Target="../media/image1301.png"/><Relationship Id="rId122" Type="http://schemas.openxmlformats.org/officeDocument/2006/relationships/customXml" Target="../ink/ink436.xml"/><Relationship Id="rId164" Type="http://schemas.openxmlformats.org/officeDocument/2006/relationships/customXml" Target="../ink/ink457.xml"/><Relationship Id="rId371" Type="http://schemas.openxmlformats.org/officeDocument/2006/relationships/image" Target="../media/image1437.png"/><Relationship Id="rId26" Type="http://schemas.openxmlformats.org/officeDocument/2006/relationships/customXml" Target="../ink/ink388.xml"/><Relationship Id="rId231" Type="http://schemas.openxmlformats.org/officeDocument/2006/relationships/image" Target="../media/image1367.png"/><Relationship Id="rId273" Type="http://schemas.openxmlformats.org/officeDocument/2006/relationships/image" Target="../media/image1388.png"/><Relationship Id="rId329" Type="http://schemas.openxmlformats.org/officeDocument/2006/relationships/image" Target="../media/image1416.png"/><Relationship Id="rId68" Type="http://schemas.openxmlformats.org/officeDocument/2006/relationships/customXml" Target="../ink/ink409.xml"/><Relationship Id="rId133" Type="http://schemas.openxmlformats.org/officeDocument/2006/relationships/image" Target="../media/image1318.png"/><Relationship Id="rId175" Type="http://schemas.openxmlformats.org/officeDocument/2006/relationships/image" Target="../media/image1339.png"/><Relationship Id="rId340" Type="http://schemas.openxmlformats.org/officeDocument/2006/relationships/customXml" Target="../ink/ink545.xml"/><Relationship Id="rId200" Type="http://schemas.openxmlformats.org/officeDocument/2006/relationships/customXml" Target="../ink/ink475.xml"/><Relationship Id="rId382" Type="http://schemas.openxmlformats.org/officeDocument/2006/relationships/customXml" Target="../ink/ink566.xml"/><Relationship Id="rId242" Type="http://schemas.openxmlformats.org/officeDocument/2006/relationships/customXml" Target="../ink/ink496.xml"/><Relationship Id="rId284" Type="http://schemas.openxmlformats.org/officeDocument/2006/relationships/customXml" Target="../ink/ink517.xml"/><Relationship Id="rId37" Type="http://schemas.openxmlformats.org/officeDocument/2006/relationships/image" Target="../media/image1270.png"/><Relationship Id="rId79" Type="http://schemas.openxmlformats.org/officeDocument/2006/relationships/image" Target="../media/image1291.png"/><Relationship Id="rId102" Type="http://schemas.openxmlformats.org/officeDocument/2006/relationships/customXml" Target="../ink/ink426.xml"/><Relationship Id="rId144" Type="http://schemas.openxmlformats.org/officeDocument/2006/relationships/customXml" Target="../ink/ink44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88.xml"/><Relationship Id="rId21" Type="http://schemas.openxmlformats.org/officeDocument/2006/relationships/image" Target="../media/image1468.png"/><Relationship Id="rId42" Type="http://schemas.openxmlformats.org/officeDocument/2006/relationships/customXml" Target="../ink/ink596.xml"/><Relationship Id="rId47" Type="http://schemas.openxmlformats.org/officeDocument/2006/relationships/image" Target="../media/image1481.png"/><Relationship Id="rId63" Type="http://schemas.openxmlformats.org/officeDocument/2006/relationships/image" Target="../media/image1489.png"/><Relationship Id="rId68" Type="http://schemas.openxmlformats.org/officeDocument/2006/relationships/customXml" Target="../ink/ink609.xml"/><Relationship Id="rId16" Type="http://schemas.openxmlformats.org/officeDocument/2006/relationships/customXml" Target="../ink/ink583.xml"/><Relationship Id="rId11" Type="http://schemas.openxmlformats.org/officeDocument/2006/relationships/image" Target="../media/image1463.png"/><Relationship Id="rId32" Type="http://schemas.openxmlformats.org/officeDocument/2006/relationships/customXml" Target="../ink/ink591.xml"/><Relationship Id="rId37" Type="http://schemas.openxmlformats.org/officeDocument/2006/relationships/image" Target="../media/image1476.png"/><Relationship Id="rId53" Type="http://schemas.openxmlformats.org/officeDocument/2006/relationships/image" Target="../media/image1484.png"/><Relationship Id="rId58" Type="http://schemas.openxmlformats.org/officeDocument/2006/relationships/customXml" Target="../ink/ink604.xml"/><Relationship Id="rId74" Type="http://schemas.openxmlformats.org/officeDocument/2006/relationships/customXml" Target="../ink/ink612.xml"/><Relationship Id="rId79" Type="http://schemas.openxmlformats.org/officeDocument/2006/relationships/image" Target="../media/image1497.png"/><Relationship Id="rId5" Type="http://schemas.openxmlformats.org/officeDocument/2006/relationships/image" Target="../media/image1460.png"/><Relationship Id="rId61" Type="http://schemas.openxmlformats.org/officeDocument/2006/relationships/image" Target="../media/image1488.png"/><Relationship Id="rId19" Type="http://schemas.openxmlformats.org/officeDocument/2006/relationships/image" Target="../media/image1467.png"/><Relationship Id="rId14" Type="http://schemas.openxmlformats.org/officeDocument/2006/relationships/customXml" Target="../ink/ink582.xml"/><Relationship Id="rId22" Type="http://schemas.openxmlformats.org/officeDocument/2006/relationships/customXml" Target="../ink/ink586.xml"/><Relationship Id="rId27" Type="http://schemas.openxmlformats.org/officeDocument/2006/relationships/image" Target="../media/image1471.png"/><Relationship Id="rId30" Type="http://schemas.openxmlformats.org/officeDocument/2006/relationships/customXml" Target="../ink/ink590.xml"/><Relationship Id="rId35" Type="http://schemas.openxmlformats.org/officeDocument/2006/relationships/image" Target="../media/image1475.png"/><Relationship Id="rId43" Type="http://schemas.openxmlformats.org/officeDocument/2006/relationships/image" Target="../media/image1479.png"/><Relationship Id="rId48" Type="http://schemas.openxmlformats.org/officeDocument/2006/relationships/customXml" Target="../ink/ink599.xml"/><Relationship Id="rId56" Type="http://schemas.openxmlformats.org/officeDocument/2006/relationships/customXml" Target="../ink/ink603.xml"/><Relationship Id="rId64" Type="http://schemas.openxmlformats.org/officeDocument/2006/relationships/customXml" Target="../ink/ink607.xml"/><Relationship Id="rId69" Type="http://schemas.openxmlformats.org/officeDocument/2006/relationships/image" Target="../media/image1492.png"/><Relationship Id="rId77" Type="http://schemas.openxmlformats.org/officeDocument/2006/relationships/image" Target="../media/image1496.png"/><Relationship Id="rId8" Type="http://schemas.openxmlformats.org/officeDocument/2006/relationships/customXml" Target="../ink/ink579.xml"/><Relationship Id="rId51" Type="http://schemas.openxmlformats.org/officeDocument/2006/relationships/image" Target="../media/image1483.png"/><Relationship Id="rId72" Type="http://schemas.openxmlformats.org/officeDocument/2006/relationships/customXml" Target="../ink/ink611.xml"/><Relationship Id="rId80" Type="http://schemas.openxmlformats.org/officeDocument/2006/relationships/customXml" Target="../ink/ink615.xml"/><Relationship Id="rId3" Type="http://schemas.openxmlformats.org/officeDocument/2006/relationships/image" Target="../media/image10.png"/><Relationship Id="rId12" Type="http://schemas.openxmlformats.org/officeDocument/2006/relationships/customXml" Target="../ink/ink581.xml"/><Relationship Id="rId17" Type="http://schemas.openxmlformats.org/officeDocument/2006/relationships/image" Target="../media/image1466.png"/><Relationship Id="rId25" Type="http://schemas.openxmlformats.org/officeDocument/2006/relationships/image" Target="../media/image1470.png"/><Relationship Id="rId33" Type="http://schemas.openxmlformats.org/officeDocument/2006/relationships/image" Target="../media/image1474.png"/><Relationship Id="rId38" Type="http://schemas.openxmlformats.org/officeDocument/2006/relationships/customXml" Target="../ink/ink594.xml"/><Relationship Id="rId46" Type="http://schemas.openxmlformats.org/officeDocument/2006/relationships/customXml" Target="../ink/ink598.xml"/><Relationship Id="rId59" Type="http://schemas.openxmlformats.org/officeDocument/2006/relationships/image" Target="../media/image1487.png"/><Relationship Id="rId67" Type="http://schemas.openxmlformats.org/officeDocument/2006/relationships/image" Target="../media/image1491.png"/><Relationship Id="rId20" Type="http://schemas.openxmlformats.org/officeDocument/2006/relationships/customXml" Target="../ink/ink585.xml"/><Relationship Id="rId41" Type="http://schemas.openxmlformats.org/officeDocument/2006/relationships/image" Target="../media/image1478.png"/><Relationship Id="rId54" Type="http://schemas.openxmlformats.org/officeDocument/2006/relationships/customXml" Target="../ink/ink602.xml"/><Relationship Id="rId62" Type="http://schemas.openxmlformats.org/officeDocument/2006/relationships/customXml" Target="../ink/ink606.xml"/><Relationship Id="rId70" Type="http://schemas.openxmlformats.org/officeDocument/2006/relationships/customXml" Target="../ink/ink610.xml"/><Relationship Id="rId75" Type="http://schemas.openxmlformats.org/officeDocument/2006/relationships/image" Target="../media/image149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78.xml"/><Relationship Id="rId15" Type="http://schemas.openxmlformats.org/officeDocument/2006/relationships/image" Target="../media/image1465.png"/><Relationship Id="rId23" Type="http://schemas.openxmlformats.org/officeDocument/2006/relationships/image" Target="../media/image1469.png"/><Relationship Id="rId28" Type="http://schemas.openxmlformats.org/officeDocument/2006/relationships/customXml" Target="../ink/ink589.xml"/><Relationship Id="rId36" Type="http://schemas.openxmlformats.org/officeDocument/2006/relationships/customXml" Target="../ink/ink593.xml"/><Relationship Id="rId49" Type="http://schemas.openxmlformats.org/officeDocument/2006/relationships/image" Target="../media/image1482.png"/><Relationship Id="rId57" Type="http://schemas.openxmlformats.org/officeDocument/2006/relationships/image" Target="../media/image1486.png"/><Relationship Id="rId10" Type="http://schemas.openxmlformats.org/officeDocument/2006/relationships/customXml" Target="../ink/ink580.xml"/><Relationship Id="rId31" Type="http://schemas.openxmlformats.org/officeDocument/2006/relationships/image" Target="../media/image1473.png"/><Relationship Id="rId44" Type="http://schemas.openxmlformats.org/officeDocument/2006/relationships/customXml" Target="../ink/ink597.xml"/><Relationship Id="rId52" Type="http://schemas.openxmlformats.org/officeDocument/2006/relationships/customXml" Target="../ink/ink601.xml"/><Relationship Id="rId60" Type="http://schemas.openxmlformats.org/officeDocument/2006/relationships/customXml" Target="../ink/ink605.xml"/><Relationship Id="rId65" Type="http://schemas.openxmlformats.org/officeDocument/2006/relationships/image" Target="../media/image1490.png"/><Relationship Id="rId73" Type="http://schemas.openxmlformats.org/officeDocument/2006/relationships/image" Target="../media/image1494.png"/><Relationship Id="rId78" Type="http://schemas.openxmlformats.org/officeDocument/2006/relationships/customXml" Target="../ink/ink614.xml"/><Relationship Id="rId81" Type="http://schemas.openxmlformats.org/officeDocument/2006/relationships/image" Target="../media/image1498.png"/><Relationship Id="rId4" Type="http://schemas.openxmlformats.org/officeDocument/2006/relationships/customXml" Target="../ink/ink577.xml"/><Relationship Id="rId9" Type="http://schemas.openxmlformats.org/officeDocument/2006/relationships/image" Target="../media/image1462.png"/><Relationship Id="rId13" Type="http://schemas.openxmlformats.org/officeDocument/2006/relationships/image" Target="../media/image1464.png"/><Relationship Id="rId18" Type="http://schemas.openxmlformats.org/officeDocument/2006/relationships/customXml" Target="../ink/ink584.xml"/><Relationship Id="rId39" Type="http://schemas.openxmlformats.org/officeDocument/2006/relationships/image" Target="../media/image1477.png"/><Relationship Id="rId34" Type="http://schemas.openxmlformats.org/officeDocument/2006/relationships/customXml" Target="../ink/ink592.xml"/><Relationship Id="rId50" Type="http://schemas.openxmlformats.org/officeDocument/2006/relationships/customXml" Target="../ink/ink600.xml"/><Relationship Id="rId55" Type="http://schemas.openxmlformats.org/officeDocument/2006/relationships/image" Target="../media/image1485.png"/><Relationship Id="rId76" Type="http://schemas.openxmlformats.org/officeDocument/2006/relationships/customXml" Target="../ink/ink613.xml"/><Relationship Id="rId7" Type="http://schemas.openxmlformats.org/officeDocument/2006/relationships/image" Target="../media/image1461.png"/><Relationship Id="rId71" Type="http://schemas.openxmlformats.org/officeDocument/2006/relationships/image" Target="../media/image1493.png"/><Relationship Id="rId2" Type="http://schemas.openxmlformats.org/officeDocument/2006/relationships/image" Target="../media/image9.png"/><Relationship Id="rId29" Type="http://schemas.openxmlformats.org/officeDocument/2006/relationships/image" Target="../media/image1472.png"/><Relationship Id="rId24" Type="http://schemas.openxmlformats.org/officeDocument/2006/relationships/customXml" Target="../ink/ink587.xml"/><Relationship Id="rId40" Type="http://schemas.openxmlformats.org/officeDocument/2006/relationships/customXml" Target="../ink/ink595.xml"/><Relationship Id="rId45" Type="http://schemas.openxmlformats.org/officeDocument/2006/relationships/image" Target="../media/image1480.png"/><Relationship Id="rId66" Type="http://schemas.openxmlformats.org/officeDocument/2006/relationships/customXml" Target="../ink/ink60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8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Problems - Recap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713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110" y="1017767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74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9CF2-96A2-2A89-7479-25B3DD680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7738-2EEA-4A64-244B-5DC36DB1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74D2E693-278D-313B-52D9-022CA7D606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11" y="928915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B0079-4672-83AB-D58D-632E41410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9AA032C-5FCB-0FFF-D047-9F65D7FA73B5}"/>
              </a:ext>
            </a:extLst>
          </p:cNvPr>
          <p:cNvGrpSpPr/>
          <p:nvPr/>
        </p:nvGrpSpPr>
        <p:grpSpPr>
          <a:xfrm>
            <a:off x="7283958" y="972610"/>
            <a:ext cx="2534760" cy="2183400"/>
            <a:chOff x="7283958" y="972610"/>
            <a:chExt cx="2534760" cy="21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C9C1C50-9708-1DAA-282C-016A40D67599}"/>
                    </a:ext>
                  </a:extLst>
                </p14:cNvPr>
                <p14:cNvContentPartPr/>
                <p14:nvPr/>
              </p14:nvContentPartPr>
              <p14:xfrm>
                <a:off x="7828278" y="972610"/>
                <a:ext cx="92520" cy="1043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C9C1C50-9708-1DAA-282C-016A40D6759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10638" y="954610"/>
                  <a:ext cx="12816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EC09B54-E3FD-8FD4-79FF-40DE802C74B2}"/>
                    </a:ext>
                  </a:extLst>
                </p14:cNvPr>
                <p14:cNvContentPartPr/>
                <p14:nvPr/>
              </p14:nvContentPartPr>
              <p14:xfrm>
                <a:off x="7513638" y="1991410"/>
                <a:ext cx="648000" cy="68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EC09B54-E3FD-8FD4-79FF-40DE802C74B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5998" y="1973410"/>
                  <a:ext cx="683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D4804A2-1F38-E73B-714D-AB310F8CFD25}"/>
                    </a:ext>
                  </a:extLst>
                </p14:cNvPr>
                <p14:cNvContentPartPr/>
                <p14:nvPr/>
              </p14:nvContentPartPr>
              <p14:xfrm>
                <a:off x="7777158" y="2194450"/>
                <a:ext cx="201960" cy="23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D4804A2-1F38-E73B-714D-AB310F8CFD2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759158" y="2176450"/>
                  <a:ext cx="237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91A263-BDB2-8C17-FBDF-16901F9A2DF3}"/>
                    </a:ext>
                  </a:extLst>
                </p14:cNvPr>
                <p14:cNvContentPartPr/>
                <p14:nvPr/>
              </p14:nvContentPartPr>
              <p14:xfrm>
                <a:off x="7903518" y="2187610"/>
                <a:ext cx="21240" cy="541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91A263-BDB2-8C17-FBDF-16901F9A2DF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885878" y="2169610"/>
                  <a:ext cx="568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F965958-2905-108F-4A16-9A817472D27C}"/>
                    </a:ext>
                  </a:extLst>
                </p14:cNvPr>
                <p14:cNvContentPartPr/>
                <p14:nvPr/>
              </p14:nvContentPartPr>
              <p14:xfrm>
                <a:off x="7904238" y="1000330"/>
                <a:ext cx="1161720" cy="37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F965958-2905-108F-4A16-9A817472D27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86598" y="982690"/>
                  <a:ext cx="11973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58E58C0-BAA0-F493-7D77-9221A98B754A}"/>
                    </a:ext>
                  </a:extLst>
                </p14:cNvPr>
                <p14:cNvContentPartPr/>
                <p14:nvPr/>
              </p14:nvContentPartPr>
              <p14:xfrm>
                <a:off x="9041478" y="999250"/>
                <a:ext cx="32400" cy="506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58E58C0-BAA0-F493-7D77-9221A98B754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023838" y="981250"/>
                  <a:ext cx="680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44D69B-F5AD-534A-1AEB-7500FBC95B16}"/>
                    </a:ext>
                  </a:extLst>
                </p14:cNvPr>
                <p14:cNvContentPartPr/>
                <p14:nvPr/>
              </p14:nvContentPartPr>
              <p14:xfrm>
                <a:off x="8933838" y="1496410"/>
                <a:ext cx="145080" cy="272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44D69B-F5AD-534A-1AEB-7500FBC95B1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15838" y="1478770"/>
                  <a:ext cx="1807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C0D2833-FF15-FDB9-041C-7342A970D708}"/>
                    </a:ext>
                  </a:extLst>
                </p14:cNvPr>
                <p14:cNvContentPartPr/>
                <p14:nvPr/>
              </p14:nvContentPartPr>
              <p14:xfrm>
                <a:off x="9042198" y="1751290"/>
                <a:ext cx="44280" cy="489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C0D2833-FF15-FDB9-041C-7342A970D70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24558" y="1733290"/>
                  <a:ext cx="7992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20FB439-7E9A-1E13-908C-ABD975D54F1C}"/>
                    </a:ext>
                  </a:extLst>
                </p14:cNvPr>
                <p14:cNvContentPartPr/>
                <p14:nvPr/>
              </p14:nvContentPartPr>
              <p14:xfrm>
                <a:off x="9046878" y="2336650"/>
                <a:ext cx="99720" cy="293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20FB439-7E9A-1E13-908C-ABD975D54F1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028878" y="2318650"/>
                  <a:ext cx="1353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08E320E-9252-5C03-1041-6AF4A9812B70}"/>
                    </a:ext>
                  </a:extLst>
                </p14:cNvPr>
                <p14:cNvContentPartPr/>
                <p14:nvPr/>
              </p14:nvContentPartPr>
              <p14:xfrm>
                <a:off x="7883358" y="2608090"/>
                <a:ext cx="1294200" cy="446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08E320E-9252-5C03-1041-6AF4A9812B7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865718" y="2590450"/>
                  <a:ext cx="132984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9B5A2EB-20A2-4F2C-4A47-BC0999175FE8}"/>
                    </a:ext>
                  </a:extLst>
                </p14:cNvPr>
                <p14:cNvContentPartPr/>
                <p14:nvPr/>
              </p14:nvContentPartPr>
              <p14:xfrm>
                <a:off x="7868958" y="2732650"/>
                <a:ext cx="50760" cy="42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9B5A2EB-20A2-4F2C-4A47-BC0999175FE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850958" y="2715010"/>
                  <a:ext cx="864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DC0EB55-5886-DD71-35DE-100938E7BEDB}"/>
                    </a:ext>
                  </a:extLst>
                </p14:cNvPr>
                <p14:cNvContentPartPr/>
                <p14:nvPr/>
              </p14:nvContentPartPr>
              <p14:xfrm>
                <a:off x="7283958" y="1623490"/>
                <a:ext cx="114840" cy="300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DC0EB55-5886-DD71-35DE-100938E7BED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265958" y="1605490"/>
                  <a:ext cx="15048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A2E4E-1EF9-936B-0022-3517BC00F5DB}"/>
                    </a:ext>
                  </a:extLst>
                </p14:cNvPr>
                <p14:cNvContentPartPr/>
                <p14:nvPr/>
              </p14:nvContentPartPr>
              <p14:xfrm>
                <a:off x="7406718" y="1585690"/>
                <a:ext cx="120600" cy="1958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A2E4E-1EF9-936B-0022-3517BC00F5D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89078" y="1568050"/>
                  <a:ext cx="156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2BED4C4-1FDA-D155-57C5-A8C3C951871B}"/>
                    </a:ext>
                  </a:extLst>
                </p14:cNvPr>
                <p14:cNvContentPartPr/>
                <p14:nvPr/>
              </p14:nvContentPartPr>
              <p14:xfrm>
                <a:off x="7499958" y="1411450"/>
                <a:ext cx="170640" cy="204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2BED4C4-1FDA-D155-57C5-A8C3C951871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481958" y="1393810"/>
                  <a:ext cx="2062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21054A8-4974-0D0A-2065-E982E1AA2796}"/>
                    </a:ext>
                  </a:extLst>
                </p14:cNvPr>
                <p14:cNvContentPartPr/>
                <p14:nvPr/>
              </p14:nvContentPartPr>
              <p14:xfrm>
                <a:off x="9260718" y="1460770"/>
                <a:ext cx="60480" cy="216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21054A8-4974-0D0A-2065-E982E1AA279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242718" y="1443130"/>
                  <a:ext cx="961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58D5142-A5A1-EB03-54D0-2D71C4D43073}"/>
                    </a:ext>
                  </a:extLst>
                </p14:cNvPr>
                <p14:cNvContentPartPr/>
                <p14:nvPr/>
              </p14:nvContentPartPr>
              <p14:xfrm>
                <a:off x="9447558" y="1420450"/>
                <a:ext cx="114120" cy="224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58D5142-A5A1-EB03-54D0-2D71C4D4307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29558" y="1402450"/>
                  <a:ext cx="1497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EF5AD72-1E6A-98CA-0177-75EE0311D899}"/>
                    </a:ext>
                  </a:extLst>
                </p14:cNvPr>
                <p14:cNvContentPartPr/>
                <p14:nvPr/>
              </p14:nvContentPartPr>
              <p14:xfrm>
                <a:off x="9505878" y="1433050"/>
                <a:ext cx="156240" cy="105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EF5AD72-1E6A-98CA-0177-75EE0311D89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487878" y="1415410"/>
                  <a:ext cx="191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C7CC167-7FC6-12BD-0387-9230FBB80139}"/>
                    </a:ext>
                  </a:extLst>
                </p14:cNvPr>
                <p14:cNvContentPartPr/>
                <p14:nvPr/>
              </p14:nvContentPartPr>
              <p14:xfrm>
                <a:off x="9329118" y="2312170"/>
                <a:ext cx="176400" cy="212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C7CC167-7FC6-12BD-0387-9230FBB8013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311118" y="2294530"/>
                  <a:ext cx="2120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D6F5DFB-7DAA-44B2-A0BE-15DF987484C3}"/>
                    </a:ext>
                  </a:extLst>
                </p14:cNvPr>
                <p14:cNvContentPartPr/>
                <p14:nvPr/>
              </p14:nvContentPartPr>
              <p14:xfrm>
                <a:off x="9477438" y="2370490"/>
                <a:ext cx="43920" cy="226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D6F5DFB-7DAA-44B2-A0BE-15DF987484C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59798" y="2352850"/>
                  <a:ext cx="795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537B333-7D6E-315D-7994-CD336841149D}"/>
                    </a:ext>
                  </a:extLst>
                </p14:cNvPr>
                <p14:cNvContentPartPr/>
                <p14:nvPr/>
              </p14:nvContentPartPr>
              <p14:xfrm>
                <a:off x="9645918" y="2358610"/>
                <a:ext cx="37440" cy="178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537B333-7D6E-315D-7994-CD336841149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28278" y="2340970"/>
                  <a:ext cx="73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5E9A856-5D1F-44C6-4073-135B811C4B19}"/>
                    </a:ext>
                  </a:extLst>
                </p14:cNvPr>
                <p14:cNvContentPartPr/>
                <p14:nvPr/>
              </p14:nvContentPartPr>
              <p14:xfrm>
                <a:off x="9702798" y="2369410"/>
                <a:ext cx="115920" cy="112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5E9A856-5D1F-44C6-4073-135B811C4B1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684798" y="2351770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138BB70-C249-C7F6-03DE-AB91D43564E5}"/>
              </a:ext>
            </a:extLst>
          </p:cNvPr>
          <p:cNvGrpSpPr/>
          <p:nvPr/>
        </p:nvGrpSpPr>
        <p:grpSpPr>
          <a:xfrm>
            <a:off x="8991078" y="1947490"/>
            <a:ext cx="1569240" cy="106200"/>
            <a:chOff x="8991078" y="1947490"/>
            <a:chExt cx="1569240" cy="10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1F27E3D-DD91-BDDD-4271-04B713B567BC}"/>
                    </a:ext>
                  </a:extLst>
                </p14:cNvPr>
                <p14:cNvContentPartPr/>
                <p14:nvPr/>
              </p14:nvContentPartPr>
              <p14:xfrm>
                <a:off x="8991078" y="1947490"/>
                <a:ext cx="128160" cy="106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1F27E3D-DD91-BDDD-4271-04B713B567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973438" y="1929490"/>
                  <a:ext cx="163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4184DBB-CDC5-4EE8-6C2C-0318B5205618}"/>
                    </a:ext>
                  </a:extLst>
                </p14:cNvPr>
                <p14:cNvContentPartPr/>
                <p14:nvPr/>
              </p14:nvContentPartPr>
              <p14:xfrm>
                <a:off x="9075678" y="1973050"/>
                <a:ext cx="1484640" cy="45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4184DBB-CDC5-4EE8-6C2C-0318B520561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058038" y="1955050"/>
                  <a:ext cx="15202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074E321-1767-64F6-6831-15992412A657}"/>
                  </a:ext>
                </a:extLst>
              </p14:cNvPr>
              <p14:cNvContentPartPr/>
              <p14:nvPr/>
            </p14:nvContentPartPr>
            <p14:xfrm>
              <a:off x="9129678" y="3009490"/>
              <a:ext cx="1412640" cy="5832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074E321-1767-64F6-6831-15992412A657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9112038" y="2991490"/>
                <a:ext cx="14482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8642FC6-EAE4-1B51-81F0-43B473F8F718}"/>
              </a:ext>
            </a:extLst>
          </p:cNvPr>
          <p:cNvGrpSpPr/>
          <p:nvPr/>
        </p:nvGrpSpPr>
        <p:grpSpPr>
          <a:xfrm>
            <a:off x="10465278" y="3008770"/>
            <a:ext cx="97560" cy="136080"/>
            <a:chOff x="10465278" y="3008770"/>
            <a:chExt cx="97560" cy="13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5BC2CE4-AD9D-2689-293B-96E289E3B370}"/>
                    </a:ext>
                  </a:extLst>
                </p14:cNvPr>
                <p14:cNvContentPartPr/>
                <p14:nvPr/>
              </p14:nvContentPartPr>
              <p14:xfrm>
                <a:off x="10516758" y="3128290"/>
                <a:ext cx="26640" cy="165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5BC2CE4-AD9D-2689-293B-96E289E3B37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499118" y="3110290"/>
                  <a:ext cx="622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E0C51A7-E240-CF5A-7919-AA31D74A80B8}"/>
                    </a:ext>
                  </a:extLst>
                </p14:cNvPr>
                <p14:cNvContentPartPr/>
                <p14:nvPr/>
              </p14:nvContentPartPr>
              <p14:xfrm>
                <a:off x="10465278" y="3008770"/>
                <a:ext cx="97560" cy="112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E0C51A7-E240-CF5A-7919-AA31D74A80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447638" y="2991130"/>
                  <a:ext cx="13320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D3035788-BED6-55EF-0CB7-DD200FCE8123}"/>
                  </a:ext>
                </a:extLst>
              </p14:cNvPr>
              <p14:cNvContentPartPr/>
              <p14:nvPr/>
            </p14:nvContentPartPr>
            <p14:xfrm>
              <a:off x="10483998" y="1929490"/>
              <a:ext cx="78480" cy="8172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D3035788-BED6-55EF-0CB7-DD200FCE8123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0466358" y="1911490"/>
                <a:ext cx="11412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86AE6F8-EFA6-0974-5EB5-93CA492B55B7}"/>
              </a:ext>
            </a:extLst>
          </p:cNvPr>
          <p:cNvGrpSpPr/>
          <p:nvPr/>
        </p:nvGrpSpPr>
        <p:grpSpPr>
          <a:xfrm>
            <a:off x="10607478" y="2230450"/>
            <a:ext cx="718560" cy="290880"/>
            <a:chOff x="10607478" y="2230450"/>
            <a:chExt cx="718560" cy="29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1BB06E0-9ACC-8798-1B4B-B0614DC4B611}"/>
                    </a:ext>
                  </a:extLst>
                </p14:cNvPr>
                <p14:cNvContentPartPr/>
                <p14:nvPr/>
              </p14:nvContentPartPr>
              <p14:xfrm>
                <a:off x="10607478" y="2310730"/>
                <a:ext cx="176400" cy="210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1BB06E0-9ACC-8798-1B4B-B0614DC4B61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89838" y="2293090"/>
                  <a:ext cx="2120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3165711-4C95-787F-A7A6-522AE6AC160A}"/>
                    </a:ext>
                  </a:extLst>
                </p14:cNvPr>
                <p14:cNvContentPartPr/>
                <p14:nvPr/>
              </p14:nvContentPartPr>
              <p14:xfrm>
                <a:off x="10813758" y="2393530"/>
                <a:ext cx="117360" cy="117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3165711-4C95-787F-A7A6-522AE6AC160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795758" y="2375530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B3E928-A54F-143D-F84C-8D1DD7C42747}"/>
                    </a:ext>
                  </a:extLst>
                </p14:cNvPr>
                <p14:cNvContentPartPr/>
                <p14:nvPr/>
              </p14:nvContentPartPr>
              <p14:xfrm>
                <a:off x="10950918" y="2379850"/>
                <a:ext cx="38160" cy="45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B3E928-A54F-143D-F84C-8D1DD7C4274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932918" y="2362210"/>
                  <a:ext cx="73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1C90FC5-38F9-7ECA-0C2E-7A1E58A78FF8}"/>
                    </a:ext>
                  </a:extLst>
                </p14:cNvPr>
                <p14:cNvContentPartPr/>
                <p14:nvPr/>
              </p14:nvContentPartPr>
              <p14:xfrm>
                <a:off x="10982598" y="2362930"/>
                <a:ext cx="98640" cy="118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1C90FC5-38F9-7ECA-0C2E-7A1E58A78FF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964958" y="2345290"/>
                  <a:ext cx="134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6BF2E1A-8E1F-65D9-1A84-FEAA9765CF38}"/>
                    </a:ext>
                  </a:extLst>
                </p14:cNvPr>
                <p14:cNvContentPartPr/>
                <p14:nvPr/>
              </p14:nvContentPartPr>
              <p14:xfrm>
                <a:off x="11227758" y="2230450"/>
                <a:ext cx="98280" cy="259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6BF2E1A-8E1F-65D9-1A84-FEAA9765CF3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09758" y="2212810"/>
                  <a:ext cx="133920" cy="29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388F2EA2-F8B9-10B2-07C8-11BAEFB9EDF0}"/>
                  </a:ext>
                </a:extLst>
              </p14:cNvPr>
              <p14:cNvContentPartPr/>
              <p14:nvPr/>
            </p14:nvContentPartPr>
            <p14:xfrm>
              <a:off x="11498118" y="2297410"/>
              <a:ext cx="166680" cy="23256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388F2EA2-F8B9-10B2-07C8-11BAEFB9EDF0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11480118" y="2279770"/>
                <a:ext cx="202320" cy="26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9F122871-184B-C9B8-6D53-D1FDD0DB6A27}"/>
              </a:ext>
            </a:extLst>
          </p:cNvPr>
          <p:cNvGrpSpPr/>
          <p:nvPr/>
        </p:nvGrpSpPr>
        <p:grpSpPr>
          <a:xfrm>
            <a:off x="11493798" y="1927690"/>
            <a:ext cx="128880" cy="216000"/>
            <a:chOff x="11493798" y="1927690"/>
            <a:chExt cx="12888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0039F76-F3C2-8F4D-6664-4F1509ECDB0E}"/>
                    </a:ext>
                  </a:extLst>
                </p14:cNvPr>
                <p14:cNvContentPartPr/>
                <p14:nvPr/>
              </p14:nvContentPartPr>
              <p14:xfrm>
                <a:off x="11561478" y="1928050"/>
                <a:ext cx="11880" cy="215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0039F76-F3C2-8F4D-6664-4F1509ECDB0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43478" y="1910410"/>
                  <a:ext cx="47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112D660-110F-0F06-6088-03A8FDA317C2}"/>
                    </a:ext>
                  </a:extLst>
                </p14:cNvPr>
                <p14:cNvContentPartPr/>
                <p14:nvPr/>
              </p14:nvContentPartPr>
              <p14:xfrm>
                <a:off x="11493798" y="1927690"/>
                <a:ext cx="128880" cy="120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112D660-110F-0F06-6088-03A8FDA317C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476158" y="1909690"/>
                  <a:ext cx="1645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02CB1A4-D781-756B-CFEA-B708D3BA6F7F}"/>
              </a:ext>
            </a:extLst>
          </p:cNvPr>
          <p:cNvGrpSpPr/>
          <p:nvPr/>
        </p:nvGrpSpPr>
        <p:grpSpPr>
          <a:xfrm>
            <a:off x="11440878" y="2659210"/>
            <a:ext cx="174960" cy="457920"/>
            <a:chOff x="11440878" y="2659210"/>
            <a:chExt cx="174960" cy="45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C7F183A-8230-58F8-8B6C-CD9382DFD058}"/>
                    </a:ext>
                  </a:extLst>
                </p14:cNvPr>
                <p14:cNvContentPartPr/>
                <p14:nvPr/>
              </p14:nvContentPartPr>
              <p14:xfrm>
                <a:off x="11520438" y="2659210"/>
                <a:ext cx="24120" cy="435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C7F183A-8230-58F8-8B6C-CD9382DFD05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502798" y="2641210"/>
                  <a:ext cx="5976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4AA5608-4A50-0AFD-7D4A-7107A45C873C}"/>
                    </a:ext>
                  </a:extLst>
                </p14:cNvPr>
                <p14:cNvContentPartPr/>
                <p14:nvPr/>
              </p14:nvContentPartPr>
              <p14:xfrm>
                <a:off x="11440878" y="2999410"/>
                <a:ext cx="174960" cy="117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4AA5608-4A50-0AFD-7D4A-7107A45C873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423238" y="2981410"/>
                  <a:ext cx="21060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3EEB431-12F1-9EED-0C63-CA85A4F344BB}"/>
              </a:ext>
            </a:extLst>
          </p:cNvPr>
          <p:cNvGrpSpPr/>
          <p:nvPr/>
        </p:nvGrpSpPr>
        <p:grpSpPr>
          <a:xfrm>
            <a:off x="7820358" y="3835690"/>
            <a:ext cx="1822680" cy="572400"/>
            <a:chOff x="7820358" y="3835690"/>
            <a:chExt cx="1822680" cy="57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AD3C755-E568-AA4C-2574-D7B31392A94F}"/>
                    </a:ext>
                  </a:extLst>
                </p14:cNvPr>
                <p14:cNvContentPartPr/>
                <p14:nvPr/>
              </p14:nvContentPartPr>
              <p14:xfrm>
                <a:off x="8097558" y="3835690"/>
                <a:ext cx="54000" cy="531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AD3C755-E568-AA4C-2574-D7B31392A94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079558" y="3817690"/>
                  <a:ext cx="8964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38A5DFF-979C-1587-5317-A5D2F3C6E648}"/>
                    </a:ext>
                  </a:extLst>
                </p14:cNvPr>
                <p14:cNvContentPartPr/>
                <p14:nvPr/>
              </p14:nvContentPartPr>
              <p14:xfrm>
                <a:off x="7820358" y="4358050"/>
                <a:ext cx="509040" cy="50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38A5DFF-979C-1587-5317-A5D2F3C6E64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802718" y="4340410"/>
                  <a:ext cx="544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94B4863-0514-675A-3831-047197492AA7}"/>
                    </a:ext>
                  </a:extLst>
                </p14:cNvPr>
                <p14:cNvContentPartPr/>
                <p14:nvPr/>
              </p14:nvContentPartPr>
              <p14:xfrm>
                <a:off x="8110518" y="3973210"/>
                <a:ext cx="674280" cy="39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94B4863-0514-675A-3831-047197492AA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092878" y="3955570"/>
                  <a:ext cx="7099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42F6E88-CCF0-6113-C4CB-A7649F94975C}"/>
                    </a:ext>
                  </a:extLst>
                </p14:cNvPr>
                <p14:cNvContentPartPr/>
                <p14:nvPr/>
              </p14:nvContentPartPr>
              <p14:xfrm>
                <a:off x="8764278" y="3911650"/>
                <a:ext cx="363240" cy="198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42F6E88-CCF0-6113-C4CB-A7649F94975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46638" y="3894010"/>
                  <a:ext cx="398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DBC9413-CCE0-CB47-54AA-CAD7FB4A9875}"/>
                    </a:ext>
                  </a:extLst>
                </p14:cNvPr>
                <p14:cNvContentPartPr/>
                <p14:nvPr/>
              </p14:nvContentPartPr>
              <p14:xfrm>
                <a:off x="9125358" y="4004890"/>
                <a:ext cx="517680" cy="5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DBC9413-CCE0-CB47-54AA-CAD7FB4A987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107358" y="3986890"/>
                  <a:ext cx="55332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E49E841-A867-9FE0-D32A-928FC0E34FAB}"/>
              </a:ext>
            </a:extLst>
          </p:cNvPr>
          <p:cNvGrpSpPr/>
          <p:nvPr/>
        </p:nvGrpSpPr>
        <p:grpSpPr>
          <a:xfrm>
            <a:off x="8019798" y="4553530"/>
            <a:ext cx="1880640" cy="873360"/>
            <a:chOff x="8019798" y="4553530"/>
            <a:chExt cx="1880640" cy="87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63C9393-996D-E69F-9F5F-08E9B45C2E53}"/>
                    </a:ext>
                  </a:extLst>
                </p14:cNvPr>
                <p14:cNvContentPartPr/>
                <p14:nvPr/>
              </p14:nvContentPartPr>
              <p14:xfrm>
                <a:off x="8019798" y="4553530"/>
                <a:ext cx="143280" cy="34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63C9393-996D-E69F-9F5F-08E9B45C2E5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001798" y="4535890"/>
                  <a:ext cx="178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61226BA-D509-6BF4-8EC7-D215D2538985}"/>
                    </a:ext>
                  </a:extLst>
                </p14:cNvPr>
                <p14:cNvContentPartPr/>
                <p14:nvPr/>
              </p14:nvContentPartPr>
              <p14:xfrm>
                <a:off x="8110878" y="4560730"/>
                <a:ext cx="25200" cy="6030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61226BA-D509-6BF4-8EC7-D215D253898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093238" y="4542730"/>
                  <a:ext cx="6084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271C1DD-A5E2-0A5C-3A9C-6A77A1246B11}"/>
                    </a:ext>
                  </a:extLst>
                </p14:cNvPr>
                <p14:cNvContentPartPr/>
                <p14:nvPr/>
              </p14:nvContentPartPr>
              <p14:xfrm>
                <a:off x="8146878" y="5196850"/>
                <a:ext cx="10440" cy="1630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271C1DD-A5E2-0A5C-3A9C-6A77A1246B1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129238" y="5179210"/>
                  <a:ext cx="46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451A6BD-EB4E-6015-A746-93D36CC82B2D}"/>
                    </a:ext>
                  </a:extLst>
                </p14:cNvPr>
                <p14:cNvContentPartPr/>
                <p14:nvPr/>
              </p14:nvContentPartPr>
              <p14:xfrm>
                <a:off x="8122758" y="5317090"/>
                <a:ext cx="1777680" cy="1098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451A6BD-EB4E-6015-A746-93D36CC82B2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105118" y="5299450"/>
                  <a:ext cx="18133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7BB09E9-DA09-4055-9DC9-DA3C44D3D2C1}"/>
                    </a:ext>
                  </a:extLst>
                </p14:cNvPr>
                <p14:cNvContentPartPr/>
                <p14:nvPr/>
              </p14:nvContentPartPr>
              <p14:xfrm>
                <a:off x="8391318" y="4643170"/>
                <a:ext cx="177120" cy="189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7BB09E9-DA09-4055-9DC9-DA3C44D3D2C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373678" y="4625530"/>
                  <a:ext cx="212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2FA11ED-DE01-09A9-3F84-A361550259F7}"/>
                    </a:ext>
                  </a:extLst>
                </p14:cNvPr>
                <p14:cNvContentPartPr/>
                <p14:nvPr/>
              </p14:nvContentPartPr>
              <p14:xfrm>
                <a:off x="8655558" y="4737490"/>
                <a:ext cx="97920" cy="157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2FA11ED-DE01-09A9-3F84-A361550259F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37918" y="4719490"/>
                  <a:ext cx="1335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BBDBE47-34C2-6C87-3115-1514337904A4}"/>
                    </a:ext>
                  </a:extLst>
                </p14:cNvPr>
                <p14:cNvContentPartPr/>
                <p14:nvPr/>
              </p14:nvContentPartPr>
              <p14:xfrm>
                <a:off x="8660598" y="4715890"/>
                <a:ext cx="306720" cy="122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BBDBE47-34C2-6C87-3115-1514337904A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642958" y="4697890"/>
                  <a:ext cx="34236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637278BC-9977-A009-9D2F-0A81703C36CF}"/>
              </a:ext>
            </a:extLst>
          </p:cNvPr>
          <p:cNvGrpSpPr/>
          <p:nvPr/>
        </p:nvGrpSpPr>
        <p:grpSpPr>
          <a:xfrm>
            <a:off x="8742318" y="3462010"/>
            <a:ext cx="501120" cy="298440"/>
            <a:chOff x="8742318" y="3462010"/>
            <a:chExt cx="50112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0C531A2-9CAE-0ECD-ACD1-D9FFF0A94BE3}"/>
                    </a:ext>
                  </a:extLst>
                </p14:cNvPr>
                <p14:cNvContentPartPr/>
                <p14:nvPr/>
              </p14:nvContentPartPr>
              <p14:xfrm>
                <a:off x="8789118" y="3544810"/>
                <a:ext cx="72360" cy="215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0C531A2-9CAE-0ECD-ACD1-D9FFF0A94BE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771478" y="3527170"/>
                  <a:ext cx="108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1CDFFDF-3C43-6769-9363-2E91A856A230}"/>
                    </a:ext>
                  </a:extLst>
                </p14:cNvPr>
                <p14:cNvContentPartPr/>
                <p14:nvPr/>
              </p14:nvContentPartPr>
              <p14:xfrm>
                <a:off x="8742318" y="3462010"/>
                <a:ext cx="135720" cy="2019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1CDFFDF-3C43-6769-9363-2E91A856A23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724318" y="3444010"/>
                  <a:ext cx="1713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7693425-CF34-54E1-BDD5-80F5D6DB58AE}"/>
                    </a:ext>
                  </a:extLst>
                </p14:cNvPr>
                <p14:cNvContentPartPr/>
                <p14:nvPr/>
              </p14:nvContentPartPr>
              <p14:xfrm>
                <a:off x="8986398" y="3537250"/>
                <a:ext cx="78840" cy="2113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7693425-CF34-54E1-BDD5-80F5D6DB58A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968398" y="3519250"/>
                  <a:ext cx="1144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D065BD2-9EB4-CC15-915D-86A8E5A54D93}"/>
                    </a:ext>
                  </a:extLst>
                </p14:cNvPr>
                <p14:cNvContentPartPr/>
                <p14:nvPr/>
              </p14:nvContentPartPr>
              <p14:xfrm>
                <a:off x="8980998" y="3552010"/>
                <a:ext cx="262440" cy="140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D065BD2-9EB4-CC15-915D-86A8E5A54D9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962998" y="3534010"/>
                  <a:ext cx="298080" cy="17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AAF71FF-0E05-51CD-B4BC-8FA9BF650F20}"/>
              </a:ext>
            </a:extLst>
          </p:cNvPr>
          <p:cNvGrpSpPr/>
          <p:nvPr/>
        </p:nvGrpSpPr>
        <p:grpSpPr>
          <a:xfrm>
            <a:off x="9562758" y="3945130"/>
            <a:ext cx="1164960" cy="155520"/>
            <a:chOff x="9562758" y="3945130"/>
            <a:chExt cx="1164960" cy="15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325AACB-C26B-828C-9131-46BE09E0BE5B}"/>
                    </a:ext>
                  </a:extLst>
                </p14:cNvPr>
                <p14:cNvContentPartPr/>
                <p14:nvPr/>
              </p14:nvContentPartPr>
              <p14:xfrm>
                <a:off x="9562758" y="3945130"/>
                <a:ext cx="83520" cy="155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325AACB-C26B-828C-9131-46BE09E0BE5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44758" y="3927130"/>
                  <a:ext cx="119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25E2753-005B-E7FA-B867-382E0CE37331}"/>
                    </a:ext>
                  </a:extLst>
                </p14:cNvPr>
                <p14:cNvContentPartPr/>
                <p14:nvPr/>
              </p14:nvContentPartPr>
              <p14:xfrm>
                <a:off x="9634758" y="3995170"/>
                <a:ext cx="1092960" cy="55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25E2753-005B-E7FA-B867-382E0CE3733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617118" y="3977530"/>
                  <a:ext cx="112860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EA9206B-1E68-F2EA-56C4-40B4492C81F7}"/>
              </a:ext>
            </a:extLst>
          </p:cNvPr>
          <p:cNvGrpSpPr/>
          <p:nvPr/>
        </p:nvGrpSpPr>
        <p:grpSpPr>
          <a:xfrm>
            <a:off x="9638718" y="5260930"/>
            <a:ext cx="1159920" cy="189720"/>
            <a:chOff x="9638718" y="5260930"/>
            <a:chExt cx="115992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308862C-BAC6-58BA-F611-BA4FDA23A94F}"/>
                    </a:ext>
                  </a:extLst>
                </p14:cNvPr>
                <p14:cNvContentPartPr/>
                <p14:nvPr/>
              </p14:nvContentPartPr>
              <p14:xfrm>
                <a:off x="9638718" y="5326810"/>
                <a:ext cx="111960" cy="123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308862C-BAC6-58BA-F611-BA4FDA23A94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621078" y="5308810"/>
                  <a:ext cx="147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8ACAA75-35F0-EBA8-F08B-EE0844DA4813}"/>
                    </a:ext>
                  </a:extLst>
                </p14:cNvPr>
                <p14:cNvContentPartPr/>
                <p14:nvPr/>
              </p14:nvContentPartPr>
              <p14:xfrm>
                <a:off x="9702438" y="5295130"/>
                <a:ext cx="1038600" cy="101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8ACAA75-35F0-EBA8-F08B-EE0844DA481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684798" y="5277130"/>
                  <a:ext cx="1074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EADB203-0948-B9B7-28E5-41BE6EED9CD5}"/>
                    </a:ext>
                  </a:extLst>
                </p14:cNvPr>
                <p14:cNvContentPartPr/>
                <p14:nvPr/>
              </p14:nvContentPartPr>
              <p14:xfrm>
                <a:off x="10739958" y="5260930"/>
                <a:ext cx="58680" cy="71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EADB203-0948-B9B7-28E5-41BE6EED9C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21958" y="5243290"/>
                  <a:ext cx="9432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9BC0610C-1291-AF57-575D-5BA4979FD706}"/>
              </a:ext>
            </a:extLst>
          </p:cNvPr>
          <p:cNvGrpSpPr/>
          <p:nvPr/>
        </p:nvGrpSpPr>
        <p:grpSpPr>
          <a:xfrm>
            <a:off x="10625118" y="4442290"/>
            <a:ext cx="860760" cy="296280"/>
            <a:chOff x="10625118" y="4442290"/>
            <a:chExt cx="860760" cy="29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309542B-82FA-AF4D-7E55-6E18CC8F92FE}"/>
                    </a:ext>
                  </a:extLst>
                </p14:cNvPr>
                <p14:cNvContentPartPr/>
                <p14:nvPr/>
              </p14:nvContentPartPr>
              <p14:xfrm>
                <a:off x="10625118" y="4482970"/>
                <a:ext cx="173160" cy="255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309542B-82FA-AF4D-7E55-6E18CC8F92FE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607118" y="4464970"/>
                  <a:ext cx="208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A86FFA9-2822-71AC-210E-816BECD83C6F}"/>
                    </a:ext>
                  </a:extLst>
                </p14:cNvPr>
                <p14:cNvContentPartPr/>
                <p14:nvPr/>
              </p14:nvContentPartPr>
              <p14:xfrm>
                <a:off x="10877118" y="4575130"/>
                <a:ext cx="155160" cy="1159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A86FFA9-2822-71AC-210E-816BECD83C6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859478" y="4557490"/>
                  <a:ext cx="190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6B48118-6E10-4F11-FA6D-B9111434589B}"/>
                    </a:ext>
                  </a:extLst>
                </p14:cNvPr>
                <p14:cNvContentPartPr/>
                <p14:nvPr/>
              </p14:nvContentPartPr>
              <p14:xfrm>
                <a:off x="11100678" y="4516810"/>
                <a:ext cx="172440" cy="1612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6B48118-6E10-4F11-FA6D-B9111434589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82678" y="4498810"/>
                  <a:ext cx="2080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E356A08-6407-1816-5D1A-8F4645143AAB}"/>
                    </a:ext>
                  </a:extLst>
                </p14:cNvPr>
                <p14:cNvContentPartPr/>
                <p14:nvPr/>
              </p14:nvContentPartPr>
              <p14:xfrm>
                <a:off x="11329998" y="4442290"/>
                <a:ext cx="155880" cy="2422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E356A08-6407-1816-5D1A-8F4645143AA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11998" y="4424290"/>
                  <a:ext cx="191520" cy="27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0C810A4-2F08-A9C1-C0F4-AB1AFDC38750}"/>
                  </a:ext>
                </a:extLst>
              </p14:cNvPr>
              <p14:cNvContentPartPr/>
              <p14:nvPr/>
            </p14:nvContentPartPr>
            <p14:xfrm>
              <a:off x="10681638" y="4008490"/>
              <a:ext cx="68760" cy="10116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0C810A4-2F08-A9C1-C0F4-AB1AFDC38750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10663638" y="3990490"/>
                <a:ext cx="104400" cy="13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69A8EF9-19C9-B480-F71B-31C998BDD492}"/>
              </a:ext>
            </a:extLst>
          </p:cNvPr>
          <p:cNvGrpSpPr/>
          <p:nvPr/>
        </p:nvGrpSpPr>
        <p:grpSpPr>
          <a:xfrm>
            <a:off x="8458638" y="1595410"/>
            <a:ext cx="320760" cy="293040"/>
            <a:chOff x="8458638" y="1595410"/>
            <a:chExt cx="32076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F685DD6-A749-5313-DCD9-613FD033DC54}"/>
                    </a:ext>
                  </a:extLst>
                </p14:cNvPr>
                <p14:cNvContentPartPr/>
                <p14:nvPr/>
              </p14:nvContentPartPr>
              <p14:xfrm>
                <a:off x="8525958" y="1595410"/>
                <a:ext cx="43920" cy="2764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F685DD6-A749-5313-DCD9-613FD033DC5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508318" y="1577770"/>
                  <a:ext cx="795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6B3CAC1-22D0-09D0-5330-CB06A5923C50}"/>
                    </a:ext>
                  </a:extLst>
                </p14:cNvPr>
                <p14:cNvContentPartPr/>
                <p14:nvPr/>
              </p14:nvContentPartPr>
              <p14:xfrm>
                <a:off x="8458638" y="1614850"/>
                <a:ext cx="196560" cy="152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6B3CAC1-22D0-09D0-5330-CB06A5923C5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440998" y="1596850"/>
                  <a:ext cx="232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A35A88E-2AD2-DFE3-1AE8-A978803383C8}"/>
                    </a:ext>
                  </a:extLst>
                </p14:cNvPr>
                <p14:cNvContentPartPr/>
                <p14:nvPr/>
              </p14:nvContentPartPr>
              <p14:xfrm>
                <a:off x="8741238" y="1691890"/>
                <a:ext cx="38160" cy="1965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A35A88E-2AD2-DFE3-1AE8-A978803383C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723238" y="1674250"/>
                  <a:ext cx="7380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BEAE2261-5FF9-BD5A-BEA8-95FF0FC475CC}"/>
              </a:ext>
            </a:extLst>
          </p:cNvPr>
          <p:cNvGrpSpPr/>
          <p:nvPr/>
        </p:nvGrpSpPr>
        <p:grpSpPr>
          <a:xfrm>
            <a:off x="8553678" y="2349250"/>
            <a:ext cx="310320" cy="289080"/>
            <a:chOff x="8553678" y="2349250"/>
            <a:chExt cx="3103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D5C6FFF-F43B-C4C8-1E39-CA3CB0673CEE}"/>
                    </a:ext>
                  </a:extLst>
                </p14:cNvPr>
                <p14:cNvContentPartPr/>
                <p14:nvPr/>
              </p14:nvContentPartPr>
              <p14:xfrm>
                <a:off x="8553678" y="2349250"/>
                <a:ext cx="150120" cy="2890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D5C6FFF-F43B-C4C8-1E39-CA3CB0673CE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36038" y="2331250"/>
                  <a:ext cx="18576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274BFB9-6FA7-5388-B1F4-1622D9294B0B}"/>
                    </a:ext>
                  </a:extLst>
                </p14:cNvPr>
                <p14:cNvContentPartPr/>
                <p14:nvPr/>
              </p14:nvContentPartPr>
              <p14:xfrm>
                <a:off x="8740518" y="2497930"/>
                <a:ext cx="123480" cy="1130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274BFB9-6FA7-5388-B1F4-1622D9294B0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722518" y="2480290"/>
                  <a:ext cx="15912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869A24DE-CED6-C061-9062-D0DF7952BC77}"/>
              </a:ext>
            </a:extLst>
          </p:cNvPr>
          <p:cNvGrpSpPr/>
          <p:nvPr/>
        </p:nvGrpSpPr>
        <p:grpSpPr>
          <a:xfrm>
            <a:off x="6878238" y="5877970"/>
            <a:ext cx="2354400" cy="645480"/>
            <a:chOff x="6878238" y="5877970"/>
            <a:chExt cx="2354400" cy="64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4C04881-BD16-AE87-C363-AE6913F6D5EB}"/>
                    </a:ext>
                  </a:extLst>
                </p14:cNvPr>
                <p14:cNvContentPartPr/>
                <p14:nvPr/>
              </p14:nvContentPartPr>
              <p14:xfrm>
                <a:off x="7462878" y="6079210"/>
                <a:ext cx="22320" cy="3268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4C04881-BD16-AE87-C363-AE6913F6D5E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445238" y="6061570"/>
                  <a:ext cx="579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E00BEFD-A16E-55D4-8E17-74CC77C1E831}"/>
                    </a:ext>
                  </a:extLst>
                </p14:cNvPr>
                <p14:cNvContentPartPr/>
                <p14:nvPr/>
              </p14:nvContentPartPr>
              <p14:xfrm>
                <a:off x="7466118" y="6076330"/>
                <a:ext cx="171000" cy="2408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E00BEFD-A16E-55D4-8E17-74CC77C1E83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448478" y="6058330"/>
                  <a:ext cx="2066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430BFD9-6280-F055-73BD-29E4C17282E2}"/>
                    </a:ext>
                  </a:extLst>
                </p14:cNvPr>
                <p14:cNvContentPartPr/>
                <p14:nvPr/>
              </p14:nvContentPartPr>
              <p14:xfrm>
                <a:off x="7720278" y="6311770"/>
                <a:ext cx="116280" cy="211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430BFD9-6280-F055-73BD-29E4C17282E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702278" y="6293770"/>
                  <a:ext cx="1519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156127-415B-8328-2801-82FB3D4B7985}"/>
                    </a:ext>
                  </a:extLst>
                </p14:cNvPr>
                <p14:cNvContentPartPr/>
                <p14:nvPr/>
              </p14:nvContentPartPr>
              <p14:xfrm>
                <a:off x="6878238" y="5877970"/>
                <a:ext cx="230040" cy="36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156127-415B-8328-2801-82FB3D4B798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860598" y="5860330"/>
                  <a:ext cx="26568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7BC4422-E874-2DF2-5DC4-5C688AC8E158}"/>
                    </a:ext>
                  </a:extLst>
                </p14:cNvPr>
                <p14:cNvContentPartPr/>
                <p14:nvPr/>
              </p14:nvContentPartPr>
              <p14:xfrm>
                <a:off x="7860678" y="6145090"/>
                <a:ext cx="64440" cy="234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7BC4422-E874-2DF2-5DC4-5C688AC8E15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843038" y="6127090"/>
                  <a:ext cx="100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B402AEE-1EF6-54AE-AB47-9B16E90EA4C7}"/>
                    </a:ext>
                  </a:extLst>
                </p14:cNvPr>
                <p14:cNvContentPartPr/>
                <p14:nvPr/>
              </p14:nvContentPartPr>
              <p14:xfrm>
                <a:off x="7963278" y="6217810"/>
                <a:ext cx="59400" cy="24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B402AEE-1EF6-54AE-AB47-9B16E90EA4C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945278" y="6199810"/>
                  <a:ext cx="95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BF3820-84D3-B2D7-4703-3369BDF28B18}"/>
                    </a:ext>
                  </a:extLst>
                </p14:cNvPr>
                <p14:cNvContentPartPr/>
                <p14:nvPr/>
              </p14:nvContentPartPr>
              <p14:xfrm>
                <a:off x="8379798" y="6055810"/>
                <a:ext cx="852840" cy="110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BF3820-84D3-B2D7-4703-3369BDF28B1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361798" y="6037810"/>
                  <a:ext cx="88848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3335343-C14E-7B56-1994-7EB4BF9F151B}"/>
              </a:ext>
            </a:extLst>
          </p:cNvPr>
          <p:cNvGrpSpPr/>
          <p:nvPr/>
        </p:nvGrpSpPr>
        <p:grpSpPr>
          <a:xfrm>
            <a:off x="8647278" y="6341290"/>
            <a:ext cx="147600" cy="260640"/>
            <a:chOff x="8647278" y="6341290"/>
            <a:chExt cx="14760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C87CF19-FBB8-7CB8-2036-C9A65C880683}"/>
                    </a:ext>
                  </a:extLst>
                </p14:cNvPr>
                <p14:cNvContentPartPr/>
                <p14:nvPr/>
              </p14:nvContentPartPr>
              <p14:xfrm>
                <a:off x="8654838" y="6341290"/>
                <a:ext cx="140040" cy="154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C87CF19-FBB8-7CB8-2036-C9A65C88068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637198" y="6323650"/>
                  <a:ext cx="1756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13ED32A-AB52-DBCB-C686-557729A08FEC}"/>
                    </a:ext>
                  </a:extLst>
                </p14:cNvPr>
                <p14:cNvContentPartPr/>
                <p14:nvPr/>
              </p14:nvContentPartPr>
              <p14:xfrm>
                <a:off x="8647278" y="6369010"/>
                <a:ext cx="96840" cy="2329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13ED32A-AB52-DBCB-C686-557729A08FE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629638" y="6351370"/>
                  <a:ext cx="13248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3B290C9-FC6F-1A90-DD6A-D1FB41480AD8}"/>
              </a:ext>
            </a:extLst>
          </p:cNvPr>
          <p:cNvGrpSpPr/>
          <p:nvPr/>
        </p:nvGrpSpPr>
        <p:grpSpPr>
          <a:xfrm>
            <a:off x="8620638" y="5685730"/>
            <a:ext cx="1909080" cy="470880"/>
            <a:chOff x="8620638" y="5685730"/>
            <a:chExt cx="190908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1842788-202D-5B40-9466-42A8E8BD2577}"/>
                    </a:ext>
                  </a:extLst>
                </p14:cNvPr>
                <p14:cNvContentPartPr/>
                <p14:nvPr/>
              </p14:nvContentPartPr>
              <p14:xfrm>
                <a:off x="8620638" y="5761690"/>
                <a:ext cx="187560" cy="169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1842788-202D-5B40-9466-42A8E8BD257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602638" y="5744050"/>
                  <a:ext cx="223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74F3D84-8AE3-11FC-BDD3-CAA9D970075F}"/>
                    </a:ext>
                  </a:extLst>
                </p14:cNvPr>
                <p14:cNvContentPartPr/>
                <p14:nvPr/>
              </p14:nvContentPartPr>
              <p14:xfrm>
                <a:off x="8760318" y="5824690"/>
                <a:ext cx="25920" cy="2264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74F3D84-8AE3-11FC-BDD3-CAA9D97007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742678" y="5807050"/>
                  <a:ext cx="615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D96E827-3AB9-6984-DCE2-6E95B910C789}"/>
                    </a:ext>
                  </a:extLst>
                </p14:cNvPr>
                <p14:cNvContentPartPr/>
                <p14:nvPr/>
              </p14:nvContentPartPr>
              <p14:xfrm>
                <a:off x="8985318" y="5871850"/>
                <a:ext cx="10440" cy="11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D96E827-3AB9-6984-DCE2-6E95B910C78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967318" y="5853850"/>
                  <a:ext cx="460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3F46844-014F-9D9B-AD3A-4F13ABBA0688}"/>
                    </a:ext>
                  </a:extLst>
                </p14:cNvPr>
                <p14:cNvContentPartPr/>
                <p14:nvPr/>
              </p14:nvContentPartPr>
              <p14:xfrm>
                <a:off x="9116358" y="5749810"/>
                <a:ext cx="68040" cy="225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3F46844-014F-9D9B-AD3A-4F13ABBA068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098358" y="5731810"/>
                  <a:ext cx="1036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62F9ACF-1948-E180-4088-AF7B5DF0827B}"/>
                    </a:ext>
                  </a:extLst>
                </p14:cNvPr>
                <p14:cNvContentPartPr/>
                <p14:nvPr/>
              </p14:nvContentPartPr>
              <p14:xfrm>
                <a:off x="9228318" y="5685730"/>
                <a:ext cx="118800" cy="218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62F9ACF-1948-E180-4088-AF7B5DF0827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10318" y="5668090"/>
                  <a:ext cx="1544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0783819-01A6-BC23-4705-CF89FF6AFD6A}"/>
                    </a:ext>
                  </a:extLst>
                </p14:cNvPr>
                <p14:cNvContentPartPr/>
                <p14:nvPr/>
              </p14:nvContentPartPr>
              <p14:xfrm>
                <a:off x="9488238" y="5961130"/>
                <a:ext cx="98280" cy="1807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0783819-01A6-BC23-4705-CF89FF6AFD6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470238" y="5943130"/>
                  <a:ext cx="1339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0526513-E6D3-2DA6-B461-BD05F8CDB34E}"/>
                    </a:ext>
                  </a:extLst>
                </p14:cNvPr>
                <p14:cNvContentPartPr/>
                <p14:nvPr/>
              </p14:nvContentPartPr>
              <p14:xfrm>
                <a:off x="9734838" y="6045370"/>
                <a:ext cx="30960" cy="19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0526513-E6D3-2DA6-B461-BD05F8CDB34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716838" y="6027370"/>
                  <a:ext cx="666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040162D-7749-1292-B642-4F49A320536A}"/>
                    </a:ext>
                  </a:extLst>
                </p14:cNvPr>
                <p14:cNvContentPartPr/>
                <p14:nvPr/>
              </p14:nvContentPartPr>
              <p14:xfrm>
                <a:off x="9809358" y="6073450"/>
                <a:ext cx="43920" cy="190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040162D-7749-1292-B642-4F49A320536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791718" y="6055810"/>
                  <a:ext cx="795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150273E-A309-9BEF-13EE-018D39D4DE97}"/>
                    </a:ext>
                  </a:extLst>
                </p14:cNvPr>
                <p14:cNvContentPartPr/>
                <p14:nvPr/>
              </p14:nvContentPartPr>
              <p14:xfrm>
                <a:off x="10040838" y="5866090"/>
                <a:ext cx="189720" cy="290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150273E-A309-9BEF-13EE-018D39D4DE9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023198" y="5848450"/>
                  <a:ext cx="2253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5CE3251-266F-9AA2-2594-6822420128B9}"/>
                    </a:ext>
                  </a:extLst>
                </p14:cNvPr>
                <p14:cNvContentPartPr/>
                <p14:nvPr/>
              </p14:nvContentPartPr>
              <p14:xfrm>
                <a:off x="10356558" y="5854930"/>
                <a:ext cx="173160" cy="2286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5CE3251-266F-9AA2-2594-6822420128B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338558" y="5836930"/>
                  <a:ext cx="2088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EE7802A8-5623-AC78-85DF-44B6538653AF}"/>
              </a:ext>
            </a:extLst>
          </p:cNvPr>
          <p:cNvGrpSpPr/>
          <p:nvPr/>
        </p:nvGrpSpPr>
        <p:grpSpPr>
          <a:xfrm>
            <a:off x="7378998" y="4479370"/>
            <a:ext cx="411120" cy="322560"/>
            <a:chOff x="7378998" y="4479370"/>
            <a:chExt cx="41112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8560520-97D2-1CCA-3BDC-290B276AFB76}"/>
                    </a:ext>
                  </a:extLst>
                </p14:cNvPr>
                <p14:cNvContentPartPr/>
                <p14:nvPr/>
              </p14:nvContentPartPr>
              <p14:xfrm>
                <a:off x="7378998" y="4524730"/>
                <a:ext cx="213480" cy="277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8560520-97D2-1CCA-3BDC-290B276AFB7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360998" y="4506730"/>
                  <a:ext cx="2491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B6D3C6F-07D0-6FA7-20C8-E42DD88E29C1}"/>
                    </a:ext>
                  </a:extLst>
                </p14:cNvPr>
                <p14:cNvContentPartPr/>
                <p14:nvPr/>
              </p14:nvContentPartPr>
              <p14:xfrm>
                <a:off x="7670238" y="4479370"/>
                <a:ext cx="119880" cy="2034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B6D3C6F-07D0-6FA7-20C8-E42DD88E29C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652238" y="4461730"/>
                  <a:ext cx="155520" cy="239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5170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B9CB5-7013-FE62-2F51-EAF26E8DB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D583-49EA-69F1-C567-D40CEE7A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3DF40-170C-1372-72B5-3177C279F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384B6BE-8F97-0059-FA96-0D905CFDC2F7}"/>
              </a:ext>
            </a:extLst>
          </p:cNvPr>
          <p:cNvGrpSpPr/>
          <p:nvPr/>
        </p:nvGrpSpPr>
        <p:grpSpPr>
          <a:xfrm>
            <a:off x="7283958" y="972610"/>
            <a:ext cx="2534760" cy="2183400"/>
            <a:chOff x="7283958" y="972610"/>
            <a:chExt cx="2534760" cy="21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1D8069C-BF3B-2C5D-CC06-F5F6B9587027}"/>
                    </a:ext>
                  </a:extLst>
                </p14:cNvPr>
                <p14:cNvContentPartPr/>
                <p14:nvPr/>
              </p14:nvContentPartPr>
              <p14:xfrm>
                <a:off x="7828278" y="972610"/>
                <a:ext cx="92520" cy="1043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1D8069C-BF3B-2C5D-CC06-F5F6B958702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810278" y="954610"/>
                  <a:ext cx="12816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1EDF586-EED3-1B56-D0DA-53CA6CA55EE9}"/>
                    </a:ext>
                  </a:extLst>
                </p14:cNvPr>
                <p14:cNvContentPartPr/>
                <p14:nvPr/>
              </p14:nvContentPartPr>
              <p14:xfrm>
                <a:off x="7513638" y="1991410"/>
                <a:ext cx="648000" cy="68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1EDF586-EED3-1B56-D0DA-53CA6CA55EE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95638" y="1973504"/>
                  <a:ext cx="683640" cy="1042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0D253E4-B0B5-F0DA-7E10-FF7CDC5B4E8B}"/>
                    </a:ext>
                  </a:extLst>
                </p14:cNvPr>
                <p14:cNvContentPartPr/>
                <p14:nvPr/>
              </p14:nvContentPartPr>
              <p14:xfrm>
                <a:off x="7777158" y="2194450"/>
                <a:ext cx="201960" cy="23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0D253E4-B0B5-F0DA-7E10-FF7CDC5B4E8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59158" y="2176450"/>
                  <a:ext cx="237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007D908-99E7-7FD8-84E6-006AD8C5C01B}"/>
                    </a:ext>
                  </a:extLst>
                </p14:cNvPr>
                <p14:cNvContentPartPr/>
                <p14:nvPr/>
              </p14:nvContentPartPr>
              <p14:xfrm>
                <a:off x="7903518" y="2187610"/>
                <a:ext cx="21240" cy="541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007D908-99E7-7FD8-84E6-006AD8C5C01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85208" y="2169610"/>
                  <a:ext cx="57494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888D981-71A2-2BE0-604E-46882C1BE917}"/>
                    </a:ext>
                  </a:extLst>
                </p14:cNvPr>
                <p14:cNvContentPartPr/>
                <p14:nvPr/>
              </p14:nvContentPartPr>
              <p14:xfrm>
                <a:off x="7904238" y="1000330"/>
                <a:ext cx="1161720" cy="37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888D981-71A2-2BE0-604E-46882C1BE9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886232" y="982155"/>
                  <a:ext cx="1197371" cy="734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D8FF990-1776-ECF0-A154-A7DFF2D17597}"/>
                    </a:ext>
                  </a:extLst>
                </p14:cNvPr>
                <p14:cNvContentPartPr/>
                <p14:nvPr/>
              </p14:nvContentPartPr>
              <p14:xfrm>
                <a:off x="9041478" y="999250"/>
                <a:ext cx="32400" cy="506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D8FF990-1776-ECF0-A154-A7DFF2D1759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23478" y="981250"/>
                  <a:ext cx="680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F6667AA-D17E-CE6D-A07D-C0755D8F2A47}"/>
                    </a:ext>
                  </a:extLst>
                </p14:cNvPr>
                <p14:cNvContentPartPr/>
                <p14:nvPr/>
              </p14:nvContentPartPr>
              <p14:xfrm>
                <a:off x="8933838" y="1496410"/>
                <a:ext cx="145080" cy="272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F6667AA-D17E-CE6D-A07D-C0755D8F2A4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915838" y="1478386"/>
                  <a:ext cx="180720" cy="3082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253FCA-77CA-94EC-EB6C-2DD52A0DA923}"/>
                    </a:ext>
                  </a:extLst>
                </p14:cNvPr>
                <p14:cNvContentPartPr/>
                <p14:nvPr/>
              </p14:nvContentPartPr>
              <p14:xfrm>
                <a:off x="9042198" y="1751290"/>
                <a:ext cx="44280" cy="489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253FCA-77CA-94EC-EB6C-2DD52A0DA9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24198" y="1733290"/>
                  <a:ext cx="7992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55A9CE8-49F8-785F-F725-71F80EAE79B2}"/>
                    </a:ext>
                  </a:extLst>
                </p14:cNvPr>
                <p14:cNvContentPartPr/>
                <p14:nvPr/>
              </p14:nvContentPartPr>
              <p14:xfrm>
                <a:off x="9046878" y="2336650"/>
                <a:ext cx="99720" cy="293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55A9CE8-49F8-785F-F725-71F80EAE79B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028878" y="2318650"/>
                  <a:ext cx="1353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A2940D1-A5DC-758F-961D-C28DD68A0E67}"/>
                    </a:ext>
                  </a:extLst>
                </p14:cNvPr>
                <p14:cNvContentPartPr/>
                <p14:nvPr/>
              </p14:nvContentPartPr>
              <p14:xfrm>
                <a:off x="7883358" y="2608090"/>
                <a:ext cx="1294200" cy="446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A2940D1-A5DC-758F-961D-C28DD68A0E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865358" y="2590090"/>
                  <a:ext cx="132984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9110450-D48D-52BF-3989-ADD8D638E67C}"/>
                    </a:ext>
                  </a:extLst>
                </p14:cNvPr>
                <p14:cNvContentPartPr/>
                <p14:nvPr/>
              </p14:nvContentPartPr>
              <p14:xfrm>
                <a:off x="7868958" y="2732650"/>
                <a:ext cx="50760" cy="42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9110450-D48D-52BF-3989-ADD8D638E67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851085" y="2714650"/>
                  <a:ext cx="86149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8F5CD21-A5B0-6566-2CF0-6BF078BE917E}"/>
                    </a:ext>
                  </a:extLst>
                </p14:cNvPr>
                <p14:cNvContentPartPr/>
                <p14:nvPr/>
              </p14:nvContentPartPr>
              <p14:xfrm>
                <a:off x="7283958" y="1623490"/>
                <a:ext cx="114840" cy="300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8F5CD21-A5B0-6566-2CF0-6BF078BE917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266014" y="1605490"/>
                  <a:ext cx="150369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4AE9ADF-E851-F09E-CCB1-413BE944EDD9}"/>
                    </a:ext>
                  </a:extLst>
                </p14:cNvPr>
                <p14:cNvContentPartPr/>
                <p14:nvPr/>
              </p14:nvContentPartPr>
              <p14:xfrm>
                <a:off x="7406718" y="1585690"/>
                <a:ext cx="120600" cy="1958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4AE9ADF-E851-F09E-CCB1-413BE944EDD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88718" y="1567657"/>
                  <a:ext cx="156240" cy="2315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9556E30-1750-F270-489D-791EB194C73B}"/>
                    </a:ext>
                  </a:extLst>
                </p14:cNvPr>
                <p14:cNvContentPartPr/>
                <p14:nvPr/>
              </p14:nvContentPartPr>
              <p14:xfrm>
                <a:off x="7499958" y="1411450"/>
                <a:ext cx="170640" cy="204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9556E30-1750-F270-489D-791EB194C73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481996" y="1393450"/>
                  <a:ext cx="206205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C127D5D-5FE7-6701-0C50-214FB2DA4AF9}"/>
                    </a:ext>
                  </a:extLst>
                </p14:cNvPr>
                <p14:cNvContentPartPr/>
                <p14:nvPr/>
              </p14:nvContentPartPr>
              <p14:xfrm>
                <a:off x="9260718" y="1460770"/>
                <a:ext cx="60480" cy="216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C127D5D-5FE7-6701-0C50-214FB2DA4AF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242825" y="1442770"/>
                  <a:ext cx="95909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7149B1-6274-7016-8CED-619D36978521}"/>
                    </a:ext>
                  </a:extLst>
                </p14:cNvPr>
                <p14:cNvContentPartPr/>
                <p14:nvPr/>
              </p14:nvContentPartPr>
              <p14:xfrm>
                <a:off x="9447558" y="1420450"/>
                <a:ext cx="114120" cy="224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7149B1-6274-7016-8CED-619D3697852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29558" y="1402450"/>
                  <a:ext cx="1497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AC1A550-FA65-77CC-0791-C16EDF6C101C}"/>
                    </a:ext>
                  </a:extLst>
                </p14:cNvPr>
                <p14:cNvContentPartPr/>
                <p14:nvPr/>
              </p14:nvContentPartPr>
              <p14:xfrm>
                <a:off x="9505878" y="1433050"/>
                <a:ext cx="156240" cy="105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AC1A550-FA65-77CC-0791-C16EDF6C101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87878" y="1415050"/>
                  <a:ext cx="191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8679EC9-D7F3-B3B2-DACF-EFEFC278B1CD}"/>
                    </a:ext>
                  </a:extLst>
                </p14:cNvPr>
                <p14:cNvContentPartPr/>
                <p14:nvPr/>
              </p14:nvContentPartPr>
              <p14:xfrm>
                <a:off x="9329118" y="2312170"/>
                <a:ext cx="176400" cy="212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8679EC9-D7F3-B3B2-DACF-EFEFC278B1C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311118" y="2294170"/>
                  <a:ext cx="2120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B64EB10-2866-2D07-378A-BCAEEB11C6B5}"/>
                    </a:ext>
                  </a:extLst>
                </p14:cNvPr>
                <p14:cNvContentPartPr/>
                <p14:nvPr/>
              </p14:nvContentPartPr>
              <p14:xfrm>
                <a:off x="9477438" y="2370490"/>
                <a:ext cx="43920" cy="226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B64EB10-2866-2D07-378A-BCAEEB11C6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459289" y="2352490"/>
                  <a:ext cx="79855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DEACE74-E20D-49CC-7D55-C0E6DC2C41AA}"/>
                    </a:ext>
                  </a:extLst>
                </p14:cNvPr>
                <p14:cNvContentPartPr/>
                <p14:nvPr/>
              </p14:nvContentPartPr>
              <p14:xfrm>
                <a:off x="9645918" y="2358610"/>
                <a:ext cx="37440" cy="178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DEACE74-E20D-49CC-7D55-C0E6DC2C41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27918" y="2340574"/>
                  <a:ext cx="73080" cy="2146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DC18A7E-6621-BAD3-0FC9-D48B31B043B5}"/>
                    </a:ext>
                  </a:extLst>
                </p14:cNvPr>
                <p14:cNvContentPartPr/>
                <p14:nvPr/>
              </p14:nvContentPartPr>
              <p14:xfrm>
                <a:off x="9702798" y="2369410"/>
                <a:ext cx="115920" cy="112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DC18A7E-6621-BAD3-0FC9-D48B31B043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84798" y="2351410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93279D0-D6A9-F051-BF2B-1112D59833F3}"/>
              </a:ext>
            </a:extLst>
          </p:cNvPr>
          <p:cNvGrpSpPr/>
          <p:nvPr/>
        </p:nvGrpSpPr>
        <p:grpSpPr>
          <a:xfrm>
            <a:off x="8991078" y="1947490"/>
            <a:ext cx="1569240" cy="106200"/>
            <a:chOff x="8991078" y="1947490"/>
            <a:chExt cx="1569240" cy="10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E86AAC8-8D0E-3708-72AA-5F528204A079}"/>
                    </a:ext>
                  </a:extLst>
                </p14:cNvPr>
                <p14:cNvContentPartPr/>
                <p14:nvPr/>
              </p14:nvContentPartPr>
              <p14:xfrm>
                <a:off x="8991078" y="1947490"/>
                <a:ext cx="128160" cy="106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E86AAC8-8D0E-3708-72AA-5F528204A07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973078" y="1929490"/>
                  <a:ext cx="163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7C637ED-94A0-D9C8-7A26-2D468EC04CB9}"/>
                    </a:ext>
                  </a:extLst>
                </p14:cNvPr>
                <p14:cNvContentPartPr/>
                <p14:nvPr/>
              </p14:nvContentPartPr>
              <p14:xfrm>
                <a:off x="9075678" y="1973050"/>
                <a:ext cx="1484640" cy="45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7C637ED-94A0-D9C8-7A26-2D468EC04CB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7678" y="1955050"/>
                  <a:ext cx="15202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DC026915-861C-8F55-B8B6-DC85E8797AC5}"/>
                  </a:ext>
                </a:extLst>
              </p14:cNvPr>
              <p14:cNvContentPartPr/>
              <p14:nvPr/>
            </p14:nvContentPartPr>
            <p14:xfrm>
              <a:off x="9129678" y="3009490"/>
              <a:ext cx="1412640" cy="5832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DC026915-861C-8F55-B8B6-DC85E8797AC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111678" y="2991490"/>
                <a:ext cx="14482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780A94A-8701-336F-E475-438D18203F29}"/>
              </a:ext>
            </a:extLst>
          </p:cNvPr>
          <p:cNvGrpSpPr/>
          <p:nvPr/>
        </p:nvGrpSpPr>
        <p:grpSpPr>
          <a:xfrm>
            <a:off x="10465278" y="3008770"/>
            <a:ext cx="97560" cy="136080"/>
            <a:chOff x="10465278" y="3008770"/>
            <a:chExt cx="97560" cy="13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2C43A75-6F82-79DB-90C2-89F74297230A}"/>
                    </a:ext>
                  </a:extLst>
                </p14:cNvPr>
                <p14:cNvContentPartPr/>
                <p14:nvPr/>
              </p14:nvContentPartPr>
              <p14:xfrm>
                <a:off x="10516758" y="3128290"/>
                <a:ext cx="26640" cy="165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2C43A75-6F82-79DB-90C2-89F74297230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98758" y="3110673"/>
                  <a:ext cx="62280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51FE3FC-6B38-2CE9-5469-1C178BC82FEC}"/>
                    </a:ext>
                  </a:extLst>
                </p14:cNvPr>
                <p14:cNvContentPartPr/>
                <p14:nvPr/>
              </p14:nvContentPartPr>
              <p14:xfrm>
                <a:off x="10465278" y="3008770"/>
                <a:ext cx="97560" cy="112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51FE3FC-6B38-2CE9-5469-1C178BC82FE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47211" y="2990770"/>
                  <a:ext cx="133332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78B5FAD6-D5D4-D457-4FAF-9E13B6C5A72D}"/>
                  </a:ext>
                </a:extLst>
              </p14:cNvPr>
              <p14:cNvContentPartPr/>
              <p14:nvPr/>
            </p14:nvContentPartPr>
            <p14:xfrm>
              <a:off x="10483998" y="1929490"/>
              <a:ext cx="78480" cy="8172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78B5FAD6-D5D4-D457-4FAF-9E13B6C5A72D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465998" y="1911490"/>
                <a:ext cx="11412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A2E0A6F-D0E3-632A-5025-5D05E1AC3C37}"/>
              </a:ext>
            </a:extLst>
          </p:cNvPr>
          <p:cNvGrpSpPr/>
          <p:nvPr/>
        </p:nvGrpSpPr>
        <p:grpSpPr>
          <a:xfrm>
            <a:off x="10607478" y="2230450"/>
            <a:ext cx="718560" cy="290880"/>
            <a:chOff x="10607478" y="2230450"/>
            <a:chExt cx="718560" cy="29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206416B-E82F-187D-5925-227E73826D9F}"/>
                    </a:ext>
                  </a:extLst>
                </p14:cNvPr>
                <p14:cNvContentPartPr/>
                <p14:nvPr/>
              </p14:nvContentPartPr>
              <p14:xfrm>
                <a:off x="10607478" y="2310730"/>
                <a:ext cx="176400" cy="210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206416B-E82F-187D-5925-227E7382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89441" y="2292730"/>
                  <a:ext cx="212113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4DFB721-9A7E-7E16-C01A-80E10024A93B}"/>
                    </a:ext>
                  </a:extLst>
                </p14:cNvPr>
                <p14:cNvContentPartPr/>
                <p14:nvPr/>
              </p14:nvContentPartPr>
              <p14:xfrm>
                <a:off x="10813758" y="2393530"/>
                <a:ext cx="117360" cy="117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4DFB721-9A7E-7E16-C01A-80E10024A93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95758" y="2375530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00A367C-7AA0-C56B-59FE-046CC78E035D}"/>
                    </a:ext>
                  </a:extLst>
                </p14:cNvPr>
                <p14:cNvContentPartPr/>
                <p14:nvPr/>
              </p14:nvContentPartPr>
              <p14:xfrm>
                <a:off x="10950918" y="2379850"/>
                <a:ext cx="38160" cy="45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00A367C-7AA0-C56B-59FE-046CC78E03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32918" y="2361850"/>
                  <a:ext cx="73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47188A2-2846-22B9-F798-D7A5C77A3110}"/>
                    </a:ext>
                  </a:extLst>
                </p14:cNvPr>
                <p14:cNvContentPartPr/>
                <p14:nvPr/>
              </p14:nvContentPartPr>
              <p14:xfrm>
                <a:off x="10982598" y="2362930"/>
                <a:ext cx="98640" cy="118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47188A2-2846-22B9-F798-D7A5C77A311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64598" y="2344875"/>
                  <a:ext cx="134280" cy="1545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5EE8C56-F94D-C45E-D565-B58620DDCE7D}"/>
                    </a:ext>
                  </a:extLst>
                </p14:cNvPr>
                <p14:cNvContentPartPr/>
                <p14:nvPr/>
              </p14:nvContentPartPr>
              <p14:xfrm>
                <a:off x="11227758" y="2230450"/>
                <a:ext cx="98280" cy="259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5EE8C56-F94D-C45E-D565-B58620DDCE7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09758" y="2212450"/>
                  <a:ext cx="133920" cy="29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112439A6-0137-E631-DCC8-AB67F82581E2}"/>
                  </a:ext>
                </a:extLst>
              </p14:cNvPr>
              <p14:cNvContentPartPr/>
              <p14:nvPr/>
            </p14:nvContentPartPr>
            <p14:xfrm>
              <a:off x="11498118" y="2297410"/>
              <a:ext cx="166680" cy="23256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112439A6-0137-E631-DCC8-AB67F82581E2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1480157" y="2279410"/>
                <a:ext cx="202243" cy="26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AEAF0A4-D82F-B986-9587-65CAFFFA6178}"/>
              </a:ext>
            </a:extLst>
          </p:cNvPr>
          <p:cNvGrpSpPr/>
          <p:nvPr/>
        </p:nvGrpSpPr>
        <p:grpSpPr>
          <a:xfrm>
            <a:off x="11493798" y="1927690"/>
            <a:ext cx="128880" cy="216000"/>
            <a:chOff x="11493798" y="1927690"/>
            <a:chExt cx="12888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AF34AD5-86DF-4463-33D1-23B859446AE6}"/>
                    </a:ext>
                  </a:extLst>
                </p14:cNvPr>
                <p14:cNvContentPartPr/>
                <p14:nvPr/>
              </p14:nvContentPartPr>
              <p14:xfrm>
                <a:off x="11561478" y="1928050"/>
                <a:ext cx="11880" cy="215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AF34AD5-86DF-4463-33D1-23B859446AE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43478" y="1910050"/>
                  <a:ext cx="47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5A7012A-5E7A-C578-1837-82B2810A858E}"/>
                    </a:ext>
                  </a:extLst>
                </p14:cNvPr>
                <p14:cNvContentPartPr/>
                <p14:nvPr/>
              </p14:nvContentPartPr>
              <p14:xfrm>
                <a:off x="11493798" y="1927690"/>
                <a:ext cx="128880" cy="120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5A7012A-5E7A-C578-1837-82B2810A858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475798" y="1909690"/>
                  <a:ext cx="1645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3E1EB63-B83C-FECD-0C19-09A9F370A25B}"/>
              </a:ext>
            </a:extLst>
          </p:cNvPr>
          <p:cNvGrpSpPr/>
          <p:nvPr/>
        </p:nvGrpSpPr>
        <p:grpSpPr>
          <a:xfrm>
            <a:off x="11440878" y="2659210"/>
            <a:ext cx="174960" cy="457920"/>
            <a:chOff x="11440878" y="2659210"/>
            <a:chExt cx="174960" cy="45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B80C69B-CEEB-A324-A890-86CE780D71E9}"/>
                    </a:ext>
                  </a:extLst>
                </p14:cNvPr>
                <p14:cNvContentPartPr/>
                <p14:nvPr/>
              </p14:nvContentPartPr>
              <p14:xfrm>
                <a:off x="11520438" y="2659210"/>
                <a:ext cx="24120" cy="435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B80C69B-CEEB-A324-A890-86CE780D71E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502438" y="2641225"/>
                  <a:ext cx="59760" cy="4715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C88B8BB-9AC9-F7ED-307B-131BB16736E6}"/>
                    </a:ext>
                  </a:extLst>
                </p14:cNvPr>
                <p14:cNvContentPartPr/>
                <p14:nvPr/>
              </p14:nvContentPartPr>
              <p14:xfrm>
                <a:off x="11440878" y="2999410"/>
                <a:ext cx="174960" cy="117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C88B8BB-9AC9-F7ED-307B-131BB16736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422841" y="2981410"/>
                  <a:ext cx="210673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75CEE2A-807F-1F0C-FBB9-1378F443159E}"/>
              </a:ext>
            </a:extLst>
          </p:cNvPr>
          <p:cNvGrpSpPr/>
          <p:nvPr/>
        </p:nvGrpSpPr>
        <p:grpSpPr>
          <a:xfrm>
            <a:off x="7820358" y="3835690"/>
            <a:ext cx="1822680" cy="572400"/>
            <a:chOff x="7820358" y="3835690"/>
            <a:chExt cx="1822680" cy="57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2863FCB-1D06-5843-DE36-98E790D9E9B9}"/>
                    </a:ext>
                  </a:extLst>
                </p14:cNvPr>
                <p14:cNvContentPartPr/>
                <p14:nvPr/>
              </p14:nvContentPartPr>
              <p14:xfrm>
                <a:off x="8097558" y="3835690"/>
                <a:ext cx="54000" cy="531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2863FCB-1D06-5843-DE36-98E790D9E9B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79558" y="3817690"/>
                  <a:ext cx="8964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F6F524B-E66B-F728-04A9-57D2597D66AB}"/>
                    </a:ext>
                  </a:extLst>
                </p14:cNvPr>
                <p14:cNvContentPartPr/>
                <p14:nvPr/>
              </p14:nvContentPartPr>
              <p14:xfrm>
                <a:off x="7820358" y="4358050"/>
                <a:ext cx="509040" cy="50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F6F524B-E66B-F728-04A9-57D2597D66A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802345" y="4340050"/>
                  <a:ext cx="544705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63DABCF-B00A-43A0-8CFF-8325213C96CC}"/>
                    </a:ext>
                  </a:extLst>
                </p14:cNvPr>
                <p14:cNvContentPartPr/>
                <p14:nvPr/>
              </p14:nvContentPartPr>
              <p14:xfrm>
                <a:off x="8110518" y="3973210"/>
                <a:ext cx="674280" cy="39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63DABCF-B00A-43A0-8CFF-8325213C96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92508" y="3955210"/>
                  <a:ext cx="709939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BD31858-BBA0-B4FE-D88D-113C9F9CB35B}"/>
                    </a:ext>
                  </a:extLst>
                </p14:cNvPr>
                <p14:cNvContentPartPr/>
                <p14:nvPr/>
              </p14:nvContentPartPr>
              <p14:xfrm>
                <a:off x="8764278" y="3911650"/>
                <a:ext cx="363240" cy="198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BD31858-BBA0-B4FE-D88D-113C9F9CB35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746278" y="3893650"/>
                  <a:ext cx="398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E72B1A8-2778-5F07-C90A-E0FEFC495484}"/>
                    </a:ext>
                  </a:extLst>
                </p14:cNvPr>
                <p14:cNvContentPartPr/>
                <p14:nvPr/>
              </p14:nvContentPartPr>
              <p14:xfrm>
                <a:off x="9125358" y="4004890"/>
                <a:ext cx="517680" cy="5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E72B1A8-2778-5F07-C90A-E0FEFC49548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07371" y="3987003"/>
                  <a:ext cx="553295" cy="9229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E9CB3A4A-20A4-96F4-1265-E24B2DCD3163}"/>
              </a:ext>
            </a:extLst>
          </p:cNvPr>
          <p:cNvGrpSpPr/>
          <p:nvPr/>
        </p:nvGrpSpPr>
        <p:grpSpPr>
          <a:xfrm>
            <a:off x="8019798" y="4553530"/>
            <a:ext cx="1880640" cy="873360"/>
            <a:chOff x="8019798" y="4553530"/>
            <a:chExt cx="1880640" cy="87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10BD55D-B64E-51DA-373C-EBAED28C0101}"/>
                    </a:ext>
                  </a:extLst>
                </p14:cNvPr>
                <p14:cNvContentPartPr/>
                <p14:nvPr/>
              </p14:nvContentPartPr>
              <p14:xfrm>
                <a:off x="8019798" y="4553530"/>
                <a:ext cx="143280" cy="34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10BD55D-B64E-51DA-373C-EBAED28C010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01798" y="4535341"/>
                  <a:ext cx="178920" cy="705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8C52F41-32CA-8A9E-6896-776146E82743}"/>
                    </a:ext>
                  </a:extLst>
                </p14:cNvPr>
                <p14:cNvContentPartPr/>
                <p14:nvPr/>
              </p14:nvContentPartPr>
              <p14:xfrm>
                <a:off x="8110878" y="4560730"/>
                <a:ext cx="25200" cy="6030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8C52F41-32CA-8A9E-6896-776146E8274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092878" y="4542741"/>
                  <a:ext cx="60840" cy="6386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F7896CC-E6F7-45B7-9B74-C6E7B1C5EC29}"/>
                    </a:ext>
                  </a:extLst>
                </p14:cNvPr>
                <p14:cNvContentPartPr/>
                <p14:nvPr/>
              </p14:nvContentPartPr>
              <p14:xfrm>
                <a:off x="8146878" y="5196850"/>
                <a:ext cx="10440" cy="1630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F7896CC-E6F7-45B7-9B74-C6E7B1C5EC2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128235" y="5178850"/>
                  <a:ext cx="47353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ABBF41A-C682-47DA-7E8D-F53A3B539759}"/>
                    </a:ext>
                  </a:extLst>
                </p14:cNvPr>
                <p14:cNvContentPartPr/>
                <p14:nvPr/>
              </p14:nvContentPartPr>
              <p14:xfrm>
                <a:off x="8122758" y="5317090"/>
                <a:ext cx="1777680" cy="1098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ABBF41A-C682-47DA-7E8D-F53A3B53975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104754" y="5299090"/>
                  <a:ext cx="1813327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5E29A76-650F-3FAB-0424-5633E8E79CEA}"/>
                    </a:ext>
                  </a:extLst>
                </p14:cNvPr>
                <p14:cNvContentPartPr/>
                <p14:nvPr/>
              </p14:nvContentPartPr>
              <p14:xfrm>
                <a:off x="8391318" y="4643170"/>
                <a:ext cx="177120" cy="189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5E29A76-650F-3FAB-0424-5633E8E79CE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73318" y="4625170"/>
                  <a:ext cx="212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9306901-2571-B57E-17AE-CD5EABA6FE24}"/>
                    </a:ext>
                  </a:extLst>
                </p14:cNvPr>
                <p14:cNvContentPartPr/>
                <p14:nvPr/>
              </p14:nvContentPartPr>
              <p14:xfrm>
                <a:off x="8655558" y="4737490"/>
                <a:ext cx="97920" cy="157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9306901-2571-B57E-17AE-CD5EABA6FE2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637492" y="4719490"/>
                  <a:ext cx="133692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3214B7A-017E-06B2-F08F-FD4B6B907EC5}"/>
                    </a:ext>
                  </a:extLst>
                </p14:cNvPr>
                <p14:cNvContentPartPr/>
                <p14:nvPr/>
              </p14:nvContentPartPr>
              <p14:xfrm>
                <a:off x="8660598" y="4715890"/>
                <a:ext cx="306720" cy="122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3214B7A-017E-06B2-F08F-FD4B6B907EC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42577" y="4697943"/>
                  <a:ext cx="342402" cy="15757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688AA96-300E-820B-F71F-539EB81DCFF9}"/>
              </a:ext>
            </a:extLst>
          </p:cNvPr>
          <p:cNvGrpSpPr/>
          <p:nvPr/>
        </p:nvGrpSpPr>
        <p:grpSpPr>
          <a:xfrm>
            <a:off x="8742318" y="3462010"/>
            <a:ext cx="501120" cy="298440"/>
            <a:chOff x="8742318" y="3462010"/>
            <a:chExt cx="50112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20F01EA-1CAD-399F-CB43-D1E11B38EA52}"/>
                    </a:ext>
                  </a:extLst>
                </p14:cNvPr>
                <p14:cNvContentPartPr/>
                <p14:nvPr/>
              </p14:nvContentPartPr>
              <p14:xfrm>
                <a:off x="8789118" y="3544810"/>
                <a:ext cx="72360" cy="215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20F01EA-1CAD-399F-CB43-D1E11B38EA5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71118" y="3526810"/>
                  <a:ext cx="108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468D6F7-1A68-E347-4330-20D0C8A8AF22}"/>
                    </a:ext>
                  </a:extLst>
                </p14:cNvPr>
                <p14:cNvContentPartPr/>
                <p14:nvPr/>
              </p14:nvContentPartPr>
              <p14:xfrm>
                <a:off x="8742318" y="3462010"/>
                <a:ext cx="135720" cy="2019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468D6F7-1A68-E347-4330-20D0C8A8AF2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24318" y="3444042"/>
                  <a:ext cx="171360" cy="2375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5847D7D-AD3E-DF9D-4B9C-A0FB47705BCE}"/>
                    </a:ext>
                  </a:extLst>
                </p14:cNvPr>
                <p14:cNvContentPartPr/>
                <p14:nvPr/>
              </p14:nvContentPartPr>
              <p14:xfrm>
                <a:off x="8986398" y="3537250"/>
                <a:ext cx="78840" cy="2113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5847D7D-AD3E-DF9D-4B9C-A0FB47705BC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68480" y="3519281"/>
                  <a:ext cx="114318" cy="2468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853A7DC-2CFF-C3B8-83BD-95FD9D6EE6D6}"/>
                    </a:ext>
                  </a:extLst>
                </p14:cNvPr>
                <p14:cNvContentPartPr/>
                <p14:nvPr/>
              </p14:nvContentPartPr>
              <p14:xfrm>
                <a:off x="8980998" y="3552010"/>
                <a:ext cx="262440" cy="140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853A7DC-2CFF-C3B8-83BD-95FD9D6EE6D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962998" y="3534010"/>
                  <a:ext cx="298080" cy="17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1607092-E412-CBD6-D5BB-37574E756E39}"/>
              </a:ext>
            </a:extLst>
          </p:cNvPr>
          <p:cNvGrpSpPr/>
          <p:nvPr/>
        </p:nvGrpSpPr>
        <p:grpSpPr>
          <a:xfrm>
            <a:off x="9562758" y="3945130"/>
            <a:ext cx="1164960" cy="155520"/>
            <a:chOff x="9562758" y="3945130"/>
            <a:chExt cx="1164960" cy="15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BC3B878-B970-75FD-0D34-D2A8B8CCDF98}"/>
                    </a:ext>
                  </a:extLst>
                </p14:cNvPr>
                <p14:cNvContentPartPr/>
                <p14:nvPr/>
              </p14:nvContentPartPr>
              <p14:xfrm>
                <a:off x="9562758" y="3945130"/>
                <a:ext cx="83520" cy="155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BC3B878-B970-75FD-0D34-D2A8B8CCDF9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44758" y="3927172"/>
                  <a:ext cx="119160" cy="1910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18B3331-86A8-5DDE-70E1-F2C8C82F983C}"/>
                    </a:ext>
                  </a:extLst>
                </p14:cNvPr>
                <p14:cNvContentPartPr/>
                <p14:nvPr/>
              </p14:nvContentPartPr>
              <p14:xfrm>
                <a:off x="9634758" y="3995170"/>
                <a:ext cx="1092960" cy="55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18B3331-86A8-5DDE-70E1-F2C8C82F983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616758" y="3977170"/>
                  <a:ext cx="112860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F5223B4A-E360-2A42-C33D-E0084EB0B44E}"/>
              </a:ext>
            </a:extLst>
          </p:cNvPr>
          <p:cNvGrpSpPr/>
          <p:nvPr/>
        </p:nvGrpSpPr>
        <p:grpSpPr>
          <a:xfrm>
            <a:off x="9638718" y="5260930"/>
            <a:ext cx="1159920" cy="189720"/>
            <a:chOff x="9638718" y="5260930"/>
            <a:chExt cx="115992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A7E9AD1-C314-9B6A-746A-D065A2225460}"/>
                    </a:ext>
                  </a:extLst>
                </p14:cNvPr>
                <p14:cNvContentPartPr/>
                <p14:nvPr/>
              </p14:nvContentPartPr>
              <p14:xfrm>
                <a:off x="9638718" y="5326810"/>
                <a:ext cx="111960" cy="123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A7E9AD1-C314-9B6A-746A-D065A222546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620718" y="5308862"/>
                  <a:ext cx="147600" cy="1593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F1754C7-76C1-7BE9-EE2B-D602D6018AE3}"/>
                    </a:ext>
                  </a:extLst>
                </p14:cNvPr>
                <p14:cNvContentPartPr/>
                <p14:nvPr/>
              </p14:nvContentPartPr>
              <p14:xfrm>
                <a:off x="9702438" y="5295130"/>
                <a:ext cx="1038600" cy="101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F1754C7-76C1-7BE9-EE2B-D602D6018AE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684438" y="5277130"/>
                  <a:ext cx="1074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26C04C9-CF4E-3884-8174-F7F607EF34D1}"/>
                    </a:ext>
                  </a:extLst>
                </p14:cNvPr>
                <p14:cNvContentPartPr/>
                <p14:nvPr/>
              </p14:nvContentPartPr>
              <p14:xfrm>
                <a:off x="10739958" y="5260930"/>
                <a:ext cx="58680" cy="71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26C04C9-CF4E-3884-8174-F7F607EF34D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721958" y="5242930"/>
                  <a:ext cx="9432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3EC8B9F7-B019-3556-EBCC-7CFB91FFE549}"/>
              </a:ext>
            </a:extLst>
          </p:cNvPr>
          <p:cNvGrpSpPr/>
          <p:nvPr/>
        </p:nvGrpSpPr>
        <p:grpSpPr>
          <a:xfrm>
            <a:off x="10625118" y="4442290"/>
            <a:ext cx="860760" cy="296280"/>
            <a:chOff x="10625118" y="4442290"/>
            <a:chExt cx="860760" cy="29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209AB6F-57A5-CCBD-F889-3A66C84AA66B}"/>
                    </a:ext>
                  </a:extLst>
                </p14:cNvPr>
                <p14:cNvContentPartPr/>
                <p14:nvPr/>
              </p14:nvContentPartPr>
              <p14:xfrm>
                <a:off x="10625118" y="4482970"/>
                <a:ext cx="173160" cy="255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209AB6F-57A5-CCBD-F889-3A66C84AA66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607155" y="4464970"/>
                  <a:ext cx="208726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93BAED4-6844-CF8B-127F-548DBEDDE705}"/>
                    </a:ext>
                  </a:extLst>
                </p14:cNvPr>
                <p14:cNvContentPartPr/>
                <p14:nvPr/>
              </p14:nvContentPartPr>
              <p14:xfrm>
                <a:off x="10877118" y="4575130"/>
                <a:ext cx="155160" cy="1159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93BAED4-6844-CF8B-127F-548DBEDDE70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859118" y="4557130"/>
                  <a:ext cx="190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933A200-D63C-D3EF-6289-CF1759913039}"/>
                    </a:ext>
                  </a:extLst>
                </p14:cNvPr>
                <p14:cNvContentPartPr/>
                <p14:nvPr/>
              </p14:nvContentPartPr>
              <p14:xfrm>
                <a:off x="11100678" y="4516810"/>
                <a:ext cx="172440" cy="1612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933A200-D63C-D3EF-6289-CF175991303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082678" y="4498810"/>
                  <a:ext cx="2080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7C9AE24-7EAA-6302-152D-90237B586576}"/>
                    </a:ext>
                  </a:extLst>
                </p14:cNvPr>
                <p14:cNvContentPartPr/>
                <p14:nvPr/>
              </p14:nvContentPartPr>
              <p14:xfrm>
                <a:off x="11329998" y="4442290"/>
                <a:ext cx="155880" cy="2422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7C9AE24-7EAA-6302-152D-90237B58657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311998" y="4424290"/>
                  <a:ext cx="191520" cy="27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A351124-B8AE-9478-D976-D70A9EC0DB49}"/>
                  </a:ext>
                </a:extLst>
              </p14:cNvPr>
              <p14:cNvContentPartPr/>
              <p14:nvPr/>
            </p14:nvContentPartPr>
            <p14:xfrm>
              <a:off x="10681638" y="4008490"/>
              <a:ext cx="68760" cy="10116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A351124-B8AE-9478-D976-D70A9EC0DB49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663638" y="3990490"/>
                <a:ext cx="104400" cy="13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976B5E4-1D05-4C72-12DB-F363EF2C2B76}"/>
              </a:ext>
            </a:extLst>
          </p:cNvPr>
          <p:cNvGrpSpPr/>
          <p:nvPr/>
        </p:nvGrpSpPr>
        <p:grpSpPr>
          <a:xfrm>
            <a:off x="8458638" y="1595410"/>
            <a:ext cx="320760" cy="293040"/>
            <a:chOff x="8458638" y="1595410"/>
            <a:chExt cx="32076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28D977C-9D61-511A-E0CC-D47CA5D1860A}"/>
                    </a:ext>
                  </a:extLst>
                </p14:cNvPr>
                <p14:cNvContentPartPr/>
                <p14:nvPr/>
              </p14:nvContentPartPr>
              <p14:xfrm>
                <a:off x="8525958" y="1595410"/>
                <a:ext cx="43920" cy="2764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28D977C-9D61-511A-E0CC-D47CA5D1860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07809" y="1577410"/>
                  <a:ext cx="79855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8EB48C3-46C4-C5E3-614E-0552EBFDE6FE}"/>
                    </a:ext>
                  </a:extLst>
                </p14:cNvPr>
                <p14:cNvContentPartPr/>
                <p14:nvPr/>
              </p14:nvContentPartPr>
              <p14:xfrm>
                <a:off x="8458638" y="1614850"/>
                <a:ext cx="196560" cy="152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8EB48C3-46C4-C5E3-614E-0552EBFDE6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440638" y="1596850"/>
                  <a:ext cx="232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A7C7C2-BFE2-30B5-C578-B801389F7E2C}"/>
                    </a:ext>
                  </a:extLst>
                </p14:cNvPr>
                <p14:cNvContentPartPr/>
                <p14:nvPr/>
              </p14:nvContentPartPr>
              <p14:xfrm>
                <a:off x="8741238" y="1691890"/>
                <a:ext cx="38160" cy="1965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A7C7C2-BFE2-30B5-C578-B801389F7E2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723238" y="1673890"/>
                  <a:ext cx="7380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E0378AC2-6285-E8A5-CD1E-FF614D3DC939}"/>
              </a:ext>
            </a:extLst>
          </p:cNvPr>
          <p:cNvGrpSpPr/>
          <p:nvPr/>
        </p:nvGrpSpPr>
        <p:grpSpPr>
          <a:xfrm>
            <a:off x="8553678" y="2349250"/>
            <a:ext cx="310320" cy="289080"/>
            <a:chOff x="8553678" y="2349250"/>
            <a:chExt cx="3103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0EA7F7-2EC8-407D-114D-6D56C09265DE}"/>
                    </a:ext>
                  </a:extLst>
                </p14:cNvPr>
                <p14:cNvContentPartPr/>
                <p14:nvPr/>
              </p14:nvContentPartPr>
              <p14:xfrm>
                <a:off x="8553678" y="2349250"/>
                <a:ext cx="150120" cy="2890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0EA7F7-2EC8-407D-114D-6D56C09265D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35635" y="2331250"/>
                  <a:ext cx="185846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9601506-A265-93B2-595E-D98C228E3AE2}"/>
                    </a:ext>
                  </a:extLst>
                </p14:cNvPr>
                <p14:cNvContentPartPr/>
                <p14:nvPr/>
              </p14:nvContentPartPr>
              <p14:xfrm>
                <a:off x="8740518" y="2497930"/>
                <a:ext cx="123480" cy="1130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9601506-A265-93B2-595E-D98C228E3AE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722570" y="2479872"/>
                  <a:ext cx="159016" cy="14879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82F6B3F-4D89-29EF-055F-EBBDF8B8D66E}"/>
              </a:ext>
            </a:extLst>
          </p:cNvPr>
          <p:cNvGrpSpPr/>
          <p:nvPr/>
        </p:nvGrpSpPr>
        <p:grpSpPr>
          <a:xfrm>
            <a:off x="6878238" y="5877970"/>
            <a:ext cx="2354400" cy="645480"/>
            <a:chOff x="6878238" y="5877970"/>
            <a:chExt cx="2354400" cy="64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1B6B8DF-56C6-802B-0B1F-25D142AAFDEE}"/>
                    </a:ext>
                  </a:extLst>
                </p14:cNvPr>
                <p14:cNvContentPartPr/>
                <p14:nvPr/>
              </p14:nvContentPartPr>
              <p14:xfrm>
                <a:off x="7462878" y="6079210"/>
                <a:ext cx="22320" cy="3268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1B6B8DF-56C6-802B-0B1F-25D142AAFDE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444583" y="6061210"/>
                  <a:ext cx="58544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3FEB7E1-E184-7150-B756-3F4C6778415B}"/>
                    </a:ext>
                  </a:extLst>
                </p14:cNvPr>
                <p14:cNvContentPartPr/>
                <p14:nvPr/>
              </p14:nvContentPartPr>
              <p14:xfrm>
                <a:off x="7466118" y="6076330"/>
                <a:ext cx="171000" cy="2408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3FEB7E1-E184-7150-B756-3F4C6778415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48118" y="6058357"/>
                  <a:ext cx="206640" cy="2764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E778909-B6CA-81F7-DAFE-22484BCDD791}"/>
                    </a:ext>
                  </a:extLst>
                </p14:cNvPr>
                <p14:cNvContentPartPr/>
                <p14:nvPr/>
              </p14:nvContentPartPr>
              <p14:xfrm>
                <a:off x="7720278" y="6311770"/>
                <a:ext cx="116280" cy="211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E778909-B6CA-81F7-DAFE-22484BCDD79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02334" y="6293801"/>
                  <a:ext cx="151810" cy="247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ABDBAF-EF61-B8F7-3515-1CBE9F993883}"/>
                    </a:ext>
                  </a:extLst>
                </p14:cNvPr>
                <p14:cNvContentPartPr/>
                <p14:nvPr/>
              </p14:nvContentPartPr>
              <p14:xfrm>
                <a:off x="6878238" y="5877970"/>
                <a:ext cx="230040" cy="36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ABDBAF-EF61-B8F7-3515-1CBE9F99388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60238" y="5859970"/>
                  <a:ext cx="26568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E398B16-5E52-1A36-3544-6899E90AEFE5}"/>
                    </a:ext>
                  </a:extLst>
                </p14:cNvPr>
                <p14:cNvContentPartPr/>
                <p14:nvPr/>
              </p14:nvContentPartPr>
              <p14:xfrm>
                <a:off x="7860678" y="6145090"/>
                <a:ext cx="64440" cy="234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E398B16-5E52-1A36-3544-6899E90AEFE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842678" y="6127090"/>
                  <a:ext cx="100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FEB72D4E-209F-B1DC-5BCC-F747DD148308}"/>
                    </a:ext>
                  </a:extLst>
                </p14:cNvPr>
                <p14:cNvContentPartPr/>
                <p14:nvPr/>
              </p14:nvContentPartPr>
              <p14:xfrm>
                <a:off x="7963278" y="6217810"/>
                <a:ext cx="59400" cy="24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FEB72D4E-209F-B1DC-5BCC-F747DD14830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45386" y="6199810"/>
                  <a:ext cx="94825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B3457FA-F7FC-47FE-9B8D-795000EB1108}"/>
                    </a:ext>
                  </a:extLst>
                </p14:cNvPr>
                <p14:cNvContentPartPr/>
                <p14:nvPr/>
              </p14:nvContentPartPr>
              <p14:xfrm>
                <a:off x="8379798" y="6055810"/>
                <a:ext cx="852840" cy="110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B3457FA-F7FC-47FE-9B8D-795000EB110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61798" y="6037810"/>
                  <a:ext cx="88848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49DD7BA-ADB9-57C8-BECD-9089D9E6DEA1}"/>
              </a:ext>
            </a:extLst>
          </p:cNvPr>
          <p:cNvGrpSpPr/>
          <p:nvPr/>
        </p:nvGrpSpPr>
        <p:grpSpPr>
          <a:xfrm>
            <a:off x="8647278" y="6341290"/>
            <a:ext cx="147600" cy="260640"/>
            <a:chOff x="8647278" y="6341290"/>
            <a:chExt cx="14760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352DD7E-3C09-4BA9-BA88-6B9DE65E3105}"/>
                    </a:ext>
                  </a:extLst>
                </p14:cNvPr>
                <p14:cNvContentPartPr/>
                <p14:nvPr/>
              </p14:nvContentPartPr>
              <p14:xfrm>
                <a:off x="8654838" y="6341290"/>
                <a:ext cx="140040" cy="154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352DD7E-3C09-4BA9-BA88-6B9DE65E310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636838" y="6322861"/>
                  <a:ext cx="175680" cy="51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D4D890D-62DF-0429-DB9F-E4D968413859}"/>
                    </a:ext>
                  </a:extLst>
                </p14:cNvPr>
                <p14:cNvContentPartPr/>
                <p14:nvPr/>
              </p14:nvContentPartPr>
              <p14:xfrm>
                <a:off x="8647278" y="6369010"/>
                <a:ext cx="96840" cy="2329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D4D890D-62DF-0429-DB9F-E4D96841385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629278" y="6351010"/>
                  <a:ext cx="13248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EE628CB2-4F00-1232-89DC-F2ACFA1B7AD8}"/>
              </a:ext>
            </a:extLst>
          </p:cNvPr>
          <p:cNvGrpSpPr/>
          <p:nvPr/>
        </p:nvGrpSpPr>
        <p:grpSpPr>
          <a:xfrm>
            <a:off x="8620638" y="5685730"/>
            <a:ext cx="1909080" cy="470880"/>
            <a:chOff x="8620638" y="5685730"/>
            <a:chExt cx="190908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B4E2C56-E2CE-F949-5D14-E97574224780}"/>
                    </a:ext>
                  </a:extLst>
                </p14:cNvPr>
                <p14:cNvContentPartPr/>
                <p14:nvPr/>
              </p14:nvContentPartPr>
              <p14:xfrm>
                <a:off x="8620638" y="5761690"/>
                <a:ext cx="187560" cy="169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B4E2C56-E2CE-F949-5D14-E9757422478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02638" y="5743690"/>
                  <a:ext cx="223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D2CF05F-AC2B-79EF-DF5D-6B3C105D613E}"/>
                    </a:ext>
                  </a:extLst>
                </p14:cNvPr>
                <p14:cNvContentPartPr/>
                <p14:nvPr/>
              </p14:nvContentPartPr>
              <p14:xfrm>
                <a:off x="8760318" y="5824690"/>
                <a:ext cx="25920" cy="2264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D2CF05F-AC2B-79EF-DF5D-6B3C105D613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742064" y="5806690"/>
                  <a:ext cx="62062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2D7BA8F-690A-73DC-1F8E-884795582884}"/>
                    </a:ext>
                  </a:extLst>
                </p14:cNvPr>
                <p14:cNvContentPartPr/>
                <p14:nvPr/>
              </p14:nvContentPartPr>
              <p14:xfrm>
                <a:off x="8985318" y="5871850"/>
                <a:ext cx="10440" cy="11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2D7BA8F-690A-73DC-1F8E-88479558288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67318" y="5854395"/>
                  <a:ext cx="46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48B1594-5E32-191D-D936-F1D15056EC47}"/>
                    </a:ext>
                  </a:extLst>
                </p14:cNvPr>
                <p14:cNvContentPartPr/>
                <p14:nvPr/>
              </p14:nvContentPartPr>
              <p14:xfrm>
                <a:off x="9116358" y="5749810"/>
                <a:ext cx="68040" cy="225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48B1594-5E32-191D-D936-F1D15056EC4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98358" y="5731810"/>
                  <a:ext cx="1036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74859AB-913B-8295-AEB6-BE3003BAC581}"/>
                    </a:ext>
                  </a:extLst>
                </p14:cNvPr>
                <p14:cNvContentPartPr/>
                <p14:nvPr/>
              </p14:nvContentPartPr>
              <p14:xfrm>
                <a:off x="9228318" y="5685730"/>
                <a:ext cx="118800" cy="218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74859AB-913B-8295-AEB6-BE3003BAC58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210318" y="5667730"/>
                  <a:ext cx="1544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4FA2829-2AEE-879B-A7C9-3EE0B23867F8}"/>
                    </a:ext>
                  </a:extLst>
                </p14:cNvPr>
                <p14:cNvContentPartPr/>
                <p14:nvPr/>
              </p14:nvContentPartPr>
              <p14:xfrm>
                <a:off x="9488238" y="5961130"/>
                <a:ext cx="98280" cy="1807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4FA2829-2AEE-879B-A7C9-3EE0B23867F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470304" y="5943130"/>
                  <a:ext cx="13379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0A55445-62EA-89FD-0E5F-B88BA93D8678}"/>
                    </a:ext>
                  </a:extLst>
                </p14:cNvPr>
                <p14:cNvContentPartPr/>
                <p14:nvPr/>
              </p14:nvContentPartPr>
              <p14:xfrm>
                <a:off x="9734838" y="6045370"/>
                <a:ext cx="30960" cy="19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0A55445-62EA-89FD-0E5F-B88BA93D867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17045" y="6027370"/>
                  <a:ext cx="6619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47B6B19-BF0D-FA7D-509E-3879D6B23AC8}"/>
                    </a:ext>
                  </a:extLst>
                </p14:cNvPr>
                <p14:cNvContentPartPr/>
                <p14:nvPr/>
              </p14:nvContentPartPr>
              <p14:xfrm>
                <a:off x="9809358" y="6073450"/>
                <a:ext cx="43920" cy="190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47B6B19-BF0D-FA7D-509E-3879D6B23AC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791209" y="6055450"/>
                  <a:ext cx="79855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5D58395-54E7-D159-D6FD-16D693BFE1DB}"/>
                    </a:ext>
                  </a:extLst>
                </p14:cNvPr>
                <p14:cNvContentPartPr/>
                <p14:nvPr/>
              </p14:nvContentPartPr>
              <p14:xfrm>
                <a:off x="10040838" y="5866090"/>
                <a:ext cx="189720" cy="290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5D58395-54E7-D159-D6FD-16D693BFE1D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22838" y="5848068"/>
                  <a:ext cx="225360" cy="3262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981B4D2-5963-6706-0168-75140016248F}"/>
                    </a:ext>
                  </a:extLst>
                </p14:cNvPr>
                <p14:cNvContentPartPr/>
                <p14:nvPr/>
              </p14:nvContentPartPr>
              <p14:xfrm>
                <a:off x="10356558" y="5854930"/>
                <a:ext cx="173160" cy="2286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981B4D2-5963-6706-0168-75140016248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338595" y="5836930"/>
                  <a:ext cx="208726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D99FFEDC-46E6-DF02-AB3C-856F07C67356}"/>
              </a:ext>
            </a:extLst>
          </p:cNvPr>
          <p:cNvGrpSpPr/>
          <p:nvPr/>
        </p:nvGrpSpPr>
        <p:grpSpPr>
          <a:xfrm>
            <a:off x="7378998" y="4479370"/>
            <a:ext cx="411120" cy="322560"/>
            <a:chOff x="7378998" y="4479370"/>
            <a:chExt cx="41112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8F63BE6-DCF6-850A-0059-AAAE5F31AFEA}"/>
                    </a:ext>
                  </a:extLst>
                </p14:cNvPr>
                <p14:cNvContentPartPr/>
                <p14:nvPr/>
              </p14:nvContentPartPr>
              <p14:xfrm>
                <a:off x="7378998" y="4524730"/>
                <a:ext cx="213480" cy="277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8F63BE6-DCF6-850A-0059-AAAE5F31AFE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360998" y="4506730"/>
                  <a:ext cx="2491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9A6E2C8-8BF5-978C-4724-B218F143B3FE}"/>
                    </a:ext>
                  </a:extLst>
                </p14:cNvPr>
                <p14:cNvContentPartPr/>
                <p14:nvPr/>
              </p14:nvContentPartPr>
              <p14:xfrm>
                <a:off x="7670238" y="4479370"/>
                <a:ext cx="119880" cy="2034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9A6E2C8-8BF5-978C-4724-B218F143B3F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652238" y="4461370"/>
                  <a:ext cx="155520" cy="239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5035D99-A053-A763-3EE4-AFCAD716FFAC}"/>
                  </a:ext>
                </a:extLst>
              </p14:cNvPr>
              <p14:cNvContentPartPr/>
              <p14:nvPr/>
            </p14:nvContentPartPr>
            <p14:xfrm>
              <a:off x="1675158" y="6076690"/>
              <a:ext cx="1080" cy="39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5035D99-A053-A763-3EE4-AFCAD716FFAC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657518" y="6059050"/>
                <a:ext cx="3672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50F1837-BAC0-CA3A-D221-26C85BB6853D}"/>
              </a:ext>
            </a:extLst>
          </p:cNvPr>
          <p:cNvGrpSpPr/>
          <p:nvPr/>
        </p:nvGrpSpPr>
        <p:grpSpPr>
          <a:xfrm>
            <a:off x="610638" y="793690"/>
            <a:ext cx="1733400" cy="4605120"/>
            <a:chOff x="610638" y="793690"/>
            <a:chExt cx="1733400" cy="460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0829881-D9A9-60D7-5784-D75F8FCAA3E1}"/>
                    </a:ext>
                  </a:extLst>
                </p14:cNvPr>
                <p14:cNvContentPartPr/>
                <p14:nvPr/>
              </p14:nvContentPartPr>
              <p14:xfrm>
                <a:off x="948678" y="1055050"/>
                <a:ext cx="144720" cy="502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0829881-D9A9-60D7-5784-D75F8FCAA3E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30678" y="1037050"/>
                  <a:ext cx="1803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71EB27E-9BD1-DF35-F5F9-D3EF8535CB20}"/>
                    </a:ext>
                  </a:extLst>
                </p14:cNvPr>
                <p14:cNvContentPartPr/>
                <p14:nvPr/>
              </p14:nvContentPartPr>
              <p14:xfrm>
                <a:off x="976038" y="997450"/>
                <a:ext cx="182880" cy="28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71EB27E-9BD1-DF35-F5F9-D3EF8535CB2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58038" y="979450"/>
                  <a:ext cx="2185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5E5155A-4C1C-CDD1-2E60-644D06452CAA}"/>
                    </a:ext>
                  </a:extLst>
                </p14:cNvPr>
                <p14:cNvContentPartPr/>
                <p14:nvPr/>
              </p14:nvContentPartPr>
              <p14:xfrm>
                <a:off x="1273038" y="1198330"/>
                <a:ext cx="110880" cy="280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5E5155A-4C1C-CDD1-2E60-644D06452CA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55038" y="1180690"/>
                  <a:ext cx="1465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76E0A8-14AC-800F-3405-A410CB0C89A8}"/>
                    </a:ext>
                  </a:extLst>
                </p14:cNvPr>
                <p14:cNvContentPartPr/>
                <p14:nvPr/>
              </p14:nvContentPartPr>
              <p14:xfrm>
                <a:off x="1305438" y="1250530"/>
                <a:ext cx="321480" cy="152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76E0A8-14AC-800F-3405-A410CB0C89A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87798" y="1232890"/>
                  <a:ext cx="3571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D74AB02-85D6-FA39-3F7D-E03B4838B5FF}"/>
                    </a:ext>
                  </a:extLst>
                </p14:cNvPr>
                <p14:cNvContentPartPr/>
                <p14:nvPr/>
              </p14:nvContentPartPr>
              <p14:xfrm>
                <a:off x="610638" y="793690"/>
                <a:ext cx="1292400" cy="993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D74AB02-85D6-FA39-3F7D-E03B4838B5F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2638" y="775690"/>
                  <a:ext cx="1328040" cy="10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1C3E46-68D4-54A1-7D10-C36CB38D1BCB}"/>
                    </a:ext>
                  </a:extLst>
                </p14:cNvPr>
                <p14:cNvContentPartPr/>
                <p14:nvPr/>
              </p14:nvContentPartPr>
              <p14:xfrm>
                <a:off x="675078" y="1101850"/>
                <a:ext cx="110520" cy="752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1C3E46-68D4-54A1-7D10-C36CB38D1BC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57438" y="1084210"/>
                  <a:ext cx="146160" cy="78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F14B09F-1633-63AA-DD79-E8E971BFECDF}"/>
                    </a:ext>
                  </a:extLst>
                </p14:cNvPr>
                <p14:cNvContentPartPr/>
                <p14:nvPr/>
              </p14:nvContentPartPr>
              <p14:xfrm>
                <a:off x="1143798" y="2261050"/>
                <a:ext cx="79920" cy="1321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F14B09F-1633-63AA-DD79-E8E971BFECD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26158" y="2243050"/>
                  <a:ext cx="115560" cy="13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9C7CA54-49BA-4C9A-6371-1DC578DF2875}"/>
                    </a:ext>
                  </a:extLst>
                </p14:cNvPr>
                <p14:cNvContentPartPr/>
                <p14:nvPr/>
              </p14:nvContentPartPr>
              <p14:xfrm>
                <a:off x="1113918" y="2227930"/>
                <a:ext cx="1072440" cy="69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9C7CA54-49BA-4C9A-6371-1DC578DF287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95918" y="2209930"/>
                  <a:ext cx="11080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612BEE-C996-36C1-DA6B-51213BFC1E50}"/>
                    </a:ext>
                  </a:extLst>
                </p14:cNvPr>
                <p14:cNvContentPartPr/>
                <p14:nvPr/>
              </p14:nvContentPartPr>
              <p14:xfrm>
                <a:off x="2150718" y="2253130"/>
                <a:ext cx="44280" cy="510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612BEE-C996-36C1-DA6B-51213BFC1E5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133078" y="2235130"/>
                  <a:ext cx="7992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C43406D-F3BE-4877-F31E-E2E58D88ACA7}"/>
                    </a:ext>
                  </a:extLst>
                </p14:cNvPr>
                <p14:cNvContentPartPr/>
                <p14:nvPr/>
              </p14:nvContentPartPr>
              <p14:xfrm>
                <a:off x="2093118" y="2823730"/>
                <a:ext cx="174240" cy="276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C43406D-F3BE-4877-F31E-E2E58D88ACA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75478" y="2806090"/>
                  <a:ext cx="2098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62E784B-F315-C6CB-F127-0682D51476F6}"/>
                    </a:ext>
                  </a:extLst>
                </p14:cNvPr>
                <p14:cNvContentPartPr/>
                <p14:nvPr/>
              </p14:nvContentPartPr>
              <p14:xfrm>
                <a:off x="2217678" y="3106690"/>
                <a:ext cx="65520" cy="543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62E784B-F315-C6CB-F127-0682D51476F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199678" y="3089050"/>
                  <a:ext cx="10116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109E771-F469-3B7A-E87A-90F87E050EF6}"/>
                    </a:ext>
                  </a:extLst>
                </p14:cNvPr>
                <p14:cNvContentPartPr/>
                <p14:nvPr/>
              </p14:nvContentPartPr>
              <p14:xfrm>
                <a:off x="2244318" y="3710410"/>
                <a:ext cx="9720" cy="21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109E771-F469-3B7A-E87A-90F87E050EF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226318" y="3692770"/>
                  <a:ext cx="453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246A778-6490-088E-1CA7-583AD2CFC817}"/>
                    </a:ext>
                  </a:extLst>
                </p14:cNvPr>
                <p14:cNvContentPartPr/>
                <p14:nvPr/>
              </p14:nvContentPartPr>
              <p14:xfrm>
                <a:off x="2282118" y="3687730"/>
                <a:ext cx="6480" cy="11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246A778-6490-088E-1CA7-583AD2CFC81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64118" y="3670090"/>
                  <a:ext cx="42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9A94DA-C4D4-A893-761F-052F69C48F15}"/>
                    </a:ext>
                  </a:extLst>
                </p14:cNvPr>
                <p14:cNvContentPartPr/>
                <p14:nvPr/>
              </p14:nvContentPartPr>
              <p14:xfrm>
                <a:off x="2201478" y="3616090"/>
                <a:ext cx="85320" cy="85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9A94DA-C4D4-A893-761F-052F69C48F1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83478" y="3598450"/>
                  <a:ext cx="1209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938866F-F693-DA74-0263-7B078C56CB44}"/>
                    </a:ext>
                  </a:extLst>
                </p14:cNvPr>
                <p14:cNvContentPartPr/>
                <p14:nvPr/>
              </p14:nvContentPartPr>
              <p14:xfrm>
                <a:off x="2264478" y="3758290"/>
                <a:ext cx="25560" cy="520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938866F-F693-DA74-0263-7B078C56CB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46478" y="3740650"/>
                  <a:ext cx="61200" cy="55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C23FBC9-A6AB-F2FF-91E3-106341F7924F}"/>
                    </a:ext>
                  </a:extLst>
                </p14:cNvPr>
                <p14:cNvContentPartPr/>
                <p14:nvPr/>
              </p14:nvContentPartPr>
              <p14:xfrm>
                <a:off x="2259078" y="4261210"/>
                <a:ext cx="84960" cy="292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C23FBC9-A6AB-F2FF-91E3-106341F7924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41438" y="4243570"/>
                  <a:ext cx="120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13FDCD-A98B-5978-03DC-96D14CD4058D}"/>
                    </a:ext>
                  </a:extLst>
                </p14:cNvPr>
                <p14:cNvContentPartPr/>
                <p14:nvPr/>
              </p14:nvContentPartPr>
              <p14:xfrm>
                <a:off x="2268798" y="4569010"/>
                <a:ext cx="61920" cy="617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13FDCD-A98B-5978-03DC-96D14CD4058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250798" y="4551010"/>
                  <a:ext cx="97560" cy="65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64DA391-45A0-7A08-68A5-5975501C91BE}"/>
                    </a:ext>
                  </a:extLst>
                </p14:cNvPr>
                <p14:cNvContentPartPr/>
                <p14:nvPr/>
              </p14:nvContentPartPr>
              <p14:xfrm>
                <a:off x="1196718" y="3606010"/>
                <a:ext cx="31320" cy="1352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64DA391-45A0-7A08-68A5-5975501C91B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78718" y="3588370"/>
                  <a:ext cx="66960" cy="13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9E7CDE6-3330-9490-BFFF-DDE361334A6B}"/>
                    </a:ext>
                  </a:extLst>
                </p14:cNvPr>
                <p14:cNvContentPartPr/>
                <p14:nvPr/>
              </p14:nvContentPartPr>
              <p14:xfrm>
                <a:off x="1188078" y="4970410"/>
                <a:ext cx="1060920" cy="48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9E7CDE6-3330-9490-BFFF-DDE361334A6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70078" y="4952770"/>
                  <a:ext cx="10965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7635969-0904-A9D0-5A6F-564688F985DF}"/>
                    </a:ext>
                  </a:extLst>
                </p14:cNvPr>
                <p14:cNvContentPartPr/>
                <p14:nvPr/>
              </p14:nvContentPartPr>
              <p14:xfrm>
                <a:off x="1471398" y="2942890"/>
                <a:ext cx="138600" cy="290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7635969-0904-A9D0-5A6F-564688F985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53758" y="2924890"/>
                  <a:ext cx="1742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56B9A71-7D80-E9AE-1AE9-466DF9F0E070}"/>
                    </a:ext>
                  </a:extLst>
                </p14:cNvPr>
                <p14:cNvContentPartPr/>
                <p14:nvPr/>
              </p14:nvContentPartPr>
              <p14:xfrm>
                <a:off x="1752918" y="4968250"/>
                <a:ext cx="39600" cy="423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56B9A71-7D80-E9AE-1AE9-466DF9F0E07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734918" y="4950610"/>
                  <a:ext cx="7524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F537FCC-7440-5012-596D-C164DA6081D5}"/>
                    </a:ext>
                  </a:extLst>
                </p14:cNvPr>
                <p14:cNvContentPartPr/>
                <p14:nvPr/>
              </p14:nvContentPartPr>
              <p14:xfrm>
                <a:off x="1738518" y="5329330"/>
                <a:ext cx="38160" cy="6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F537FCC-7440-5012-596D-C164DA6081D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720878" y="5311330"/>
                  <a:ext cx="73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D5586E3-8ADC-64C7-2FE3-11C1C7CF172B}"/>
                    </a:ext>
                  </a:extLst>
                </p14:cNvPr>
                <p14:cNvContentPartPr/>
                <p14:nvPr/>
              </p14:nvContentPartPr>
              <p14:xfrm>
                <a:off x="1576518" y="1910410"/>
                <a:ext cx="52200" cy="347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D5586E3-8ADC-64C7-2FE3-11C1C7CF172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558518" y="1892410"/>
                  <a:ext cx="87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5702F02-2714-BAB8-8A0F-4C1691157468}"/>
                    </a:ext>
                  </a:extLst>
                </p14:cNvPr>
                <p14:cNvContentPartPr/>
                <p14:nvPr/>
              </p14:nvContentPartPr>
              <p14:xfrm>
                <a:off x="1651398" y="2893570"/>
                <a:ext cx="87120" cy="170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5702F02-2714-BAB8-8A0F-4C169115746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633398" y="2875930"/>
                  <a:ext cx="122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F64F68D-3B7A-5CA2-E5E4-0CA902DB7E29}"/>
                    </a:ext>
                  </a:extLst>
                </p14:cNvPr>
                <p14:cNvContentPartPr/>
                <p14:nvPr/>
              </p14:nvContentPartPr>
              <p14:xfrm>
                <a:off x="1744998" y="2919850"/>
                <a:ext cx="94680" cy="51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F64F68D-3B7A-5CA2-E5E4-0CA902DB7E2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726998" y="2901850"/>
                  <a:ext cx="130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78F7237-4313-6B25-4C57-4CA14501C10B}"/>
                    </a:ext>
                  </a:extLst>
                </p14:cNvPr>
                <p14:cNvContentPartPr/>
                <p14:nvPr/>
              </p14:nvContentPartPr>
              <p14:xfrm>
                <a:off x="1716918" y="4208650"/>
                <a:ext cx="144360" cy="171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78F7237-4313-6B25-4C57-4CA14501C10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698918" y="4190650"/>
                  <a:ext cx="180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76941BB-1613-867A-E6E9-652B3587FBE5}"/>
                    </a:ext>
                  </a:extLst>
                </p14:cNvPr>
                <p14:cNvContentPartPr/>
                <p14:nvPr/>
              </p14:nvContentPartPr>
              <p14:xfrm>
                <a:off x="1839678" y="4265170"/>
                <a:ext cx="38880" cy="181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76941BB-1613-867A-E6E9-652B3587FBE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821678" y="4247530"/>
                  <a:ext cx="745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FB1D337-65F7-01D1-ED4D-6B81D8C21364}"/>
                    </a:ext>
                  </a:extLst>
                </p14:cNvPr>
                <p14:cNvContentPartPr/>
                <p14:nvPr/>
              </p14:nvContentPartPr>
              <p14:xfrm>
                <a:off x="1898718" y="4207210"/>
                <a:ext cx="54720" cy="149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FB1D337-65F7-01D1-ED4D-6B81D8C2136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880718" y="4189570"/>
                  <a:ext cx="90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1A8B2B3-B12F-79D2-FC2D-DCFDA17E6888}"/>
                    </a:ext>
                  </a:extLst>
                </p14:cNvPr>
                <p14:cNvContentPartPr/>
                <p14:nvPr/>
              </p14:nvContentPartPr>
              <p14:xfrm>
                <a:off x="1953798" y="4216930"/>
                <a:ext cx="85680" cy="92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1A8B2B3-B12F-79D2-FC2D-DCFDA17E688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936158" y="4198930"/>
                  <a:ext cx="12132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B337D50-074A-687B-A707-14F52BC6DE9D}"/>
              </a:ext>
            </a:extLst>
          </p:cNvPr>
          <p:cNvGrpSpPr/>
          <p:nvPr/>
        </p:nvGrpSpPr>
        <p:grpSpPr>
          <a:xfrm>
            <a:off x="2650398" y="3107410"/>
            <a:ext cx="1802520" cy="729720"/>
            <a:chOff x="2650398" y="3107410"/>
            <a:chExt cx="1802520" cy="72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D1DAE23-17E6-A4BD-F1B9-A8E79DA84A7D}"/>
                    </a:ext>
                  </a:extLst>
                </p14:cNvPr>
                <p14:cNvContentPartPr/>
                <p14:nvPr/>
              </p14:nvContentPartPr>
              <p14:xfrm>
                <a:off x="2941998" y="3202450"/>
                <a:ext cx="269640" cy="50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D1DAE23-17E6-A4BD-F1B9-A8E79DA84A7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923998" y="3184450"/>
                  <a:ext cx="305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C90DDF-E27C-3725-FA10-E76CBD83BDB0}"/>
                    </a:ext>
                  </a:extLst>
                </p14:cNvPr>
                <p14:cNvContentPartPr/>
                <p14:nvPr/>
              </p14:nvContentPartPr>
              <p14:xfrm>
                <a:off x="3221358" y="3107410"/>
                <a:ext cx="366120" cy="104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C90DDF-E27C-3725-FA10-E76CBD83BDB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203718" y="3089770"/>
                  <a:ext cx="4017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87DDF56-A5D9-105D-A72B-197579BAFBD2}"/>
                    </a:ext>
                  </a:extLst>
                </p14:cNvPr>
                <p14:cNvContentPartPr/>
                <p14:nvPr/>
              </p14:nvContentPartPr>
              <p14:xfrm>
                <a:off x="3601158" y="3158170"/>
                <a:ext cx="332280" cy="18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87DDF56-A5D9-105D-A72B-197579BAFBD2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583518" y="3140530"/>
                  <a:ext cx="367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E406A3D-4F84-2D86-C89E-98713D4F6C86}"/>
                    </a:ext>
                  </a:extLst>
                </p14:cNvPr>
                <p14:cNvContentPartPr/>
                <p14:nvPr/>
              </p14:nvContentPartPr>
              <p14:xfrm>
                <a:off x="3090678" y="3804730"/>
                <a:ext cx="303840" cy="32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E406A3D-4F84-2D86-C89E-98713D4F6C8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073038" y="3787090"/>
                  <a:ext cx="339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2EAD44F-BE32-0B32-7EF6-FDF281983FAE}"/>
                    </a:ext>
                  </a:extLst>
                </p14:cNvPr>
                <p14:cNvContentPartPr/>
                <p14:nvPr/>
              </p14:nvContentPartPr>
              <p14:xfrm>
                <a:off x="3408918" y="3721930"/>
                <a:ext cx="360000" cy="93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2EAD44F-BE32-0B32-7EF6-FDF281983FA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390918" y="3703930"/>
                  <a:ext cx="395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D194CD2-704D-FE8E-5C83-43E34F4B24EC}"/>
                    </a:ext>
                  </a:extLst>
                </p14:cNvPr>
                <p14:cNvContentPartPr/>
                <p14:nvPr/>
              </p14:nvContentPartPr>
              <p14:xfrm>
                <a:off x="3833358" y="3745330"/>
                <a:ext cx="234720" cy="252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D194CD2-704D-FE8E-5C83-43E34F4B24E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815358" y="3727690"/>
                  <a:ext cx="2703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3DDBDE8-A9AF-29A9-9AB7-84DD35A0E6FC}"/>
                    </a:ext>
                  </a:extLst>
                </p14:cNvPr>
                <p14:cNvContentPartPr/>
                <p14:nvPr/>
              </p14:nvContentPartPr>
              <p14:xfrm>
                <a:off x="3998238" y="3231610"/>
                <a:ext cx="82440" cy="484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3DDBDE8-A9AF-29A9-9AB7-84DD35A0E6F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80598" y="3213970"/>
                  <a:ext cx="11808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F8302A6-E71B-FB3A-774C-0EFECDEF0DC6}"/>
                    </a:ext>
                  </a:extLst>
                </p14:cNvPr>
                <p14:cNvContentPartPr/>
                <p14:nvPr/>
              </p14:nvContentPartPr>
              <p14:xfrm>
                <a:off x="2965038" y="3262930"/>
                <a:ext cx="61200" cy="568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F8302A6-E71B-FB3A-774C-0EFECDEF0DC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947038" y="3244930"/>
                  <a:ext cx="9684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86E6175-5EB9-9576-9DCA-9261EC1EFBE4}"/>
                    </a:ext>
                  </a:extLst>
                </p14:cNvPr>
                <p14:cNvContentPartPr/>
                <p14:nvPr/>
              </p14:nvContentPartPr>
              <p14:xfrm>
                <a:off x="2657598" y="3506650"/>
                <a:ext cx="341280" cy="24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86E6175-5EB9-9576-9DCA-9261EC1EFBE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39598" y="3488650"/>
                  <a:ext cx="3769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C7C367F-A143-137E-1031-D32AE221A1D0}"/>
                    </a:ext>
                  </a:extLst>
                </p14:cNvPr>
                <p14:cNvContentPartPr/>
                <p14:nvPr/>
              </p14:nvContentPartPr>
              <p14:xfrm>
                <a:off x="2650398" y="3471730"/>
                <a:ext cx="75240" cy="745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C7C367F-A143-137E-1031-D32AE221A1D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632758" y="3454090"/>
                  <a:ext cx="1108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10361D0-F28E-384B-9901-D3448E60FB27}"/>
                    </a:ext>
                  </a:extLst>
                </p14:cNvPr>
                <p14:cNvContentPartPr/>
                <p14:nvPr/>
              </p14:nvContentPartPr>
              <p14:xfrm>
                <a:off x="4044678" y="3382810"/>
                <a:ext cx="408240" cy="83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10361D0-F28E-384B-9901-D3448E60FB2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027038" y="3365170"/>
                  <a:ext cx="443880" cy="11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0031EDC5-3457-B2A5-A6A0-1C05BD1D2C67}"/>
                  </a:ext>
                </a:extLst>
              </p14:cNvPr>
              <p14:cNvContentPartPr/>
              <p14:nvPr/>
            </p14:nvContentPartPr>
            <p14:xfrm>
              <a:off x="3332238" y="2656690"/>
              <a:ext cx="69480" cy="19080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0031EDC5-3457-B2A5-A6A0-1C05BD1D2C67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314238" y="2638690"/>
                <a:ext cx="105120" cy="22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AA934544-A99D-E281-D4DC-5D65AA4F4BC6}"/>
              </a:ext>
            </a:extLst>
          </p:cNvPr>
          <p:cNvGrpSpPr/>
          <p:nvPr/>
        </p:nvGrpSpPr>
        <p:grpSpPr>
          <a:xfrm>
            <a:off x="3371118" y="4110370"/>
            <a:ext cx="203040" cy="239400"/>
            <a:chOff x="3371118" y="4110370"/>
            <a:chExt cx="203040" cy="23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C56F02-12E3-5DB9-146D-14F5810644C0}"/>
                    </a:ext>
                  </a:extLst>
                </p14:cNvPr>
                <p14:cNvContentPartPr/>
                <p14:nvPr/>
              </p14:nvContentPartPr>
              <p14:xfrm>
                <a:off x="3476238" y="4110370"/>
                <a:ext cx="97920" cy="239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C56F02-12E3-5DB9-146D-14F5810644C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458238" y="4092730"/>
                  <a:ext cx="1335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9CB8798-B47F-B4ED-5E96-3150547CC204}"/>
                    </a:ext>
                  </a:extLst>
                </p14:cNvPr>
                <p14:cNvContentPartPr/>
                <p14:nvPr/>
              </p14:nvContentPartPr>
              <p14:xfrm>
                <a:off x="3371118" y="4174810"/>
                <a:ext cx="123480" cy="120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9CB8798-B47F-B4ED-5E96-3150547CC20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353118" y="4157170"/>
                  <a:ext cx="1591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6CA4C8C-7790-9A2A-C124-4910F7AD0536}"/>
              </a:ext>
            </a:extLst>
          </p:cNvPr>
          <p:cNvGrpSpPr/>
          <p:nvPr/>
        </p:nvGrpSpPr>
        <p:grpSpPr>
          <a:xfrm>
            <a:off x="2963238" y="1132090"/>
            <a:ext cx="1039320" cy="867960"/>
            <a:chOff x="2963238" y="1132090"/>
            <a:chExt cx="1039320" cy="86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E633D71-330B-B05D-8719-744997E9384C}"/>
                    </a:ext>
                  </a:extLst>
                </p14:cNvPr>
                <p14:cNvContentPartPr/>
                <p14:nvPr/>
              </p14:nvContentPartPr>
              <p14:xfrm>
                <a:off x="3120558" y="1132090"/>
                <a:ext cx="95400" cy="3553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E633D71-330B-B05D-8719-744997E9384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102918" y="1114090"/>
                  <a:ext cx="13104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DF38F86-A4ED-3D0D-7BD5-5A4C34536449}"/>
                    </a:ext>
                  </a:extLst>
                </p14:cNvPr>
                <p14:cNvContentPartPr/>
                <p14:nvPr/>
              </p14:nvContentPartPr>
              <p14:xfrm>
                <a:off x="2963238" y="1455370"/>
                <a:ext cx="630000" cy="109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DF38F86-A4ED-3D0D-7BD5-5A4C3453644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945598" y="1437730"/>
                  <a:ext cx="665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9116C29-F321-1565-4852-98FC945D6FB0}"/>
                    </a:ext>
                  </a:extLst>
                </p14:cNvPr>
                <p14:cNvContentPartPr/>
                <p14:nvPr/>
              </p14:nvContentPartPr>
              <p14:xfrm>
                <a:off x="3182118" y="1728250"/>
                <a:ext cx="128160" cy="271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9116C29-F321-1565-4852-98FC945D6FB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164478" y="1710250"/>
                  <a:ext cx="1638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1E7FEFE-F395-34F6-34CC-47F88C6D46C7}"/>
                    </a:ext>
                  </a:extLst>
                </p14:cNvPr>
                <p14:cNvContentPartPr/>
                <p14:nvPr/>
              </p14:nvContentPartPr>
              <p14:xfrm>
                <a:off x="3224598" y="1674610"/>
                <a:ext cx="222840" cy="177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1E7FEFE-F395-34F6-34CC-47F88C6D46C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206598" y="1656970"/>
                  <a:ext cx="2584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370A8B9-56C4-D7C0-6564-7BE1F0BED0E0}"/>
                    </a:ext>
                  </a:extLst>
                </p14:cNvPr>
                <p14:cNvContentPartPr/>
                <p14:nvPr/>
              </p14:nvContentPartPr>
              <p14:xfrm>
                <a:off x="3486678" y="1755970"/>
                <a:ext cx="95040" cy="134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370A8B9-56C4-D7C0-6564-7BE1F0BED0E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468678" y="1738330"/>
                  <a:ext cx="130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6506A1C-05F5-4011-2ADE-DE50E632DFD0}"/>
                    </a:ext>
                  </a:extLst>
                </p14:cNvPr>
                <p14:cNvContentPartPr/>
                <p14:nvPr/>
              </p14:nvContentPartPr>
              <p14:xfrm>
                <a:off x="3679278" y="1752730"/>
                <a:ext cx="168840" cy="179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6506A1C-05F5-4011-2ADE-DE50E632DFD0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661278" y="1735090"/>
                  <a:ext cx="2044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F91CF25-7BC0-12A4-AB36-B98385112ED9}"/>
                    </a:ext>
                  </a:extLst>
                </p14:cNvPr>
                <p14:cNvContentPartPr/>
                <p14:nvPr/>
              </p14:nvContentPartPr>
              <p14:xfrm>
                <a:off x="3940638" y="1315330"/>
                <a:ext cx="14040" cy="21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F91CF25-7BC0-12A4-AB36-B98385112ED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922998" y="1297690"/>
                  <a:ext cx="49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8426DB-7DCE-3F57-2976-1F03C879BDC0}"/>
                    </a:ext>
                  </a:extLst>
                </p14:cNvPr>
                <p14:cNvContentPartPr/>
                <p14:nvPr/>
              </p14:nvContentPartPr>
              <p14:xfrm>
                <a:off x="3935598" y="1455010"/>
                <a:ext cx="66960" cy="255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8426DB-7DCE-3F57-2976-1F03C879BDC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917958" y="1437010"/>
                  <a:ext cx="102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64F90C86-CF83-A6E7-0637-CF3826B21645}"/>
              </a:ext>
            </a:extLst>
          </p:cNvPr>
          <p:cNvGrpSpPr/>
          <p:nvPr/>
        </p:nvGrpSpPr>
        <p:grpSpPr>
          <a:xfrm>
            <a:off x="4283358" y="754810"/>
            <a:ext cx="1618200" cy="1055880"/>
            <a:chOff x="4283358" y="754810"/>
            <a:chExt cx="1618200" cy="105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B992BE0-3FD2-F715-B4C8-FB8DCEDA58FF}"/>
                    </a:ext>
                  </a:extLst>
                </p14:cNvPr>
                <p14:cNvContentPartPr/>
                <p14:nvPr/>
              </p14:nvContentPartPr>
              <p14:xfrm>
                <a:off x="4289478" y="928690"/>
                <a:ext cx="71640" cy="397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B992BE0-3FD2-F715-B4C8-FB8DCEDA58F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271478" y="910690"/>
                  <a:ext cx="1072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D80B59B-CBE4-B8F7-2EE1-9408C4E437C4}"/>
                    </a:ext>
                  </a:extLst>
                </p14:cNvPr>
                <p14:cNvContentPartPr/>
                <p14:nvPr/>
              </p14:nvContentPartPr>
              <p14:xfrm>
                <a:off x="4283358" y="1312450"/>
                <a:ext cx="381600" cy="734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D80B59B-CBE4-B8F7-2EE1-9408C4E437C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265718" y="1294450"/>
                  <a:ext cx="417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C015E5B-00A9-4CBB-54A8-9C6ED9BC2BD4}"/>
                    </a:ext>
                  </a:extLst>
                </p14:cNvPr>
                <p14:cNvContentPartPr/>
                <p14:nvPr/>
              </p14:nvContentPartPr>
              <p14:xfrm>
                <a:off x="4453998" y="1538530"/>
                <a:ext cx="104760" cy="272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C015E5B-00A9-4CBB-54A8-9C6ED9BC2BD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435998" y="1520890"/>
                  <a:ext cx="1404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E6F01FA-8944-2798-53FC-062C452F86D8}"/>
                    </a:ext>
                  </a:extLst>
                </p14:cNvPr>
                <p14:cNvContentPartPr/>
                <p14:nvPr/>
              </p14:nvContentPartPr>
              <p14:xfrm>
                <a:off x="4717878" y="1506130"/>
                <a:ext cx="66600" cy="191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E6F01FA-8944-2798-53FC-062C452F86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699878" y="1488130"/>
                  <a:ext cx="1022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C1789F6-5D73-7CF9-1876-0E7C1E69CE70}"/>
                    </a:ext>
                  </a:extLst>
                </p14:cNvPr>
                <p14:cNvContentPartPr/>
                <p14:nvPr/>
              </p14:nvContentPartPr>
              <p14:xfrm>
                <a:off x="4790598" y="1501090"/>
                <a:ext cx="94320" cy="154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C1789F6-5D73-7CF9-1876-0E7C1E69CE7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772598" y="1483450"/>
                  <a:ext cx="129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75A9936-CAAD-D8F8-540D-C8FA354F81B2}"/>
                    </a:ext>
                  </a:extLst>
                </p14:cNvPr>
                <p14:cNvContentPartPr/>
                <p14:nvPr/>
              </p14:nvContentPartPr>
              <p14:xfrm>
                <a:off x="4965558" y="1251250"/>
                <a:ext cx="149400" cy="48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75A9936-CAAD-D8F8-540D-C8FA354F81B2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947918" y="1233250"/>
                  <a:ext cx="1850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FBC4118-6AFE-5088-3D45-EBE74A242834}"/>
                    </a:ext>
                  </a:extLst>
                </p14:cNvPr>
                <p14:cNvContentPartPr/>
                <p14:nvPr/>
              </p14:nvContentPartPr>
              <p14:xfrm>
                <a:off x="5005158" y="1201570"/>
                <a:ext cx="63360" cy="195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FBC4118-6AFE-5088-3D45-EBE74A24283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987518" y="1183570"/>
                  <a:ext cx="990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E233273-2763-C9DD-06DE-9296C30FAAB9}"/>
                    </a:ext>
                  </a:extLst>
                </p14:cNvPr>
                <p14:cNvContentPartPr/>
                <p14:nvPr/>
              </p14:nvContentPartPr>
              <p14:xfrm>
                <a:off x="5349678" y="754810"/>
                <a:ext cx="63000" cy="3949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E233273-2763-C9DD-06DE-9296C30FAAB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332038" y="736810"/>
                  <a:ext cx="986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F17394A-7AC9-6CC9-86F0-6739DB202D20}"/>
                    </a:ext>
                  </a:extLst>
                </p14:cNvPr>
                <p14:cNvContentPartPr/>
                <p14:nvPr/>
              </p14:nvContentPartPr>
              <p14:xfrm>
                <a:off x="5328798" y="1130650"/>
                <a:ext cx="394560" cy="813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F17394A-7AC9-6CC9-86F0-6739DB202D2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310798" y="1112650"/>
                  <a:ext cx="430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1A4DB07-B2FA-C03B-838F-3E8122D81877}"/>
                    </a:ext>
                  </a:extLst>
                </p14:cNvPr>
                <p14:cNvContentPartPr/>
                <p14:nvPr/>
              </p14:nvContentPartPr>
              <p14:xfrm>
                <a:off x="5451918" y="1413970"/>
                <a:ext cx="180360" cy="1065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1A4DB07-B2FA-C03B-838F-3E8122D8187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33918" y="1395970"/>
                  <a:ext cx="2160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999B777-6233-37AD-FFC6-87F73F063B82}"/>
                    </a:ext>
                  </a:extLst>
                </p14:cNvPr>
                <p14:cNvContentPartPr/>
                <p14:nvPr/>
              </p14:nvContentPartPr>
              <p14:xfrm>
                <a:off x="5598078" y="1380850"/>
                <a:ext cx="56520" cy="2430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999B777-6233-37AD-FFC6-87F73F063B8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580438" y="1362850"/>
                  <a:ext cx="92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478F105-1F81-12FD-669D-6E9A3E06087B}"/>
                    </a:ext>
                  </a:extLst>
                </p14:cNvPr>
                <p14:cNvContentPartPr/>
                <p14:nvPr/>
              </p14:nvContentPartPr>
              <p14:xfrm>
                <a:off x="5751798" y="1431610"/>
                <a:ext cx="48600" cy="1036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478F105-1F81-12FD-669D-6E9A3E06087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734158" y="1413610"/>
                  <a:ext cx="842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AC9524E-198E-4F17-75E9-CAB14B504FF4}"/>
                    </a:ext>
                  </a:extLst>
                </p14:cNvPr>
                <p14:cNvContentPartPr/>
                <p14:nvPr/>
              </p14:nvContentPartPr>
              <p14:xfrm>
                <a:off x="5781318" y="1435930"/>
                <a:ext cx="120240" cy="1213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AC9524E-198E-4F17-75E9-CAB14B504FF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63678" y="1418290"/>
                  <a:ext cx="15588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48802E82-E894-3D54-8099-3CCB3B5E236C}"/>
              </a:ext>
            </a:extLst>
          </p:cNvPr>
          <p:cNvGrpSpPr/>
          <p:nvPr/>
        </p:nvGrpSpPr>
        <p:grpSpPr>
          <a:xfrm>
            <a:off x="4380558" y="2480650"/>
            <a:ext cx="1299240" cy="115560"/>
            <a:chOff x="4380558" y="2480650"/>
            <a:chExt cx="1299240" cy="11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A59E472-395A-2C96-1981-8FDF1FB321A0}"/>
                    </a:ext>
                  </a:extLst>
                </p14:cNvPr>
                <p14:cNvContentPartPr/>
                <p14:nvPr/>
              </p14:nvContentPartPr>
              <p14:xfrm>
                <a:off x="4380558" y="2480650"/>
                <a:ext cx="42840" cy="16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A59E472-395A-2C96-1981-8FDF1FB321A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362558" y="2462650"/>
                  <a:ext cx="78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0502A3F-ABE1-3221-105C-79630D9A6214}"/>
                    </a:ext>
                  </a:extLst>
                </p14:cNvPr>
                <p14:cNvContentPartPr/>
                <p14:nvPr/>
              </p14:nvContentPartPr>
              <p14:xfrm>
                <a:off x="4406838" y="2558410"/>
                <a:ext cx="68760" cy="378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0502A3F-ABE1-3221-105C-79630D9A621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388838" y="2540770"/>
                  <a:ext cx="1044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1AD8F7F-EF06-0F63-DD1F-8A98500B3440}"/>
                    </a:ext>
                  </a:extLst>
                </p14:cNvPr>
                <p14:cNvContentPartPr/>
                <p14:nvPr/>
              </p14:nvContentPartPr>
              <p14:xfrm>
                <a:off x="4634358" y="2485690"/>
                <a:ext cx="1045440" cy="496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1AD8F7F-EF06-0F63-DD1F-8A98500B344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616358" y="2468050"/>
                  <a:ext cx="10810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B2AD049D-29F7-8D43-ECE5-3445535F0150}"/>
              </a:ext>
            </a:extLst>
          </p:cNvPr>
          <p:cNvGrpSpPr/>
          <p:nvPr/>
        </p:nvGrpSpPr>
        <p:grpSpPr>
          <a:xfrm>
            <a:off x="5017038" y="2696290"/>
            <a:ext cx="585000" cy="244440"/>
            <a:chOff x="5017038" y="2696290"/>
            <a:chExt cx="58500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2D55964-C99A-418A-4870-3FA96A9640D5}"/>
                    </a:ext>
                  </a:extLst>
                </p14:cNvPr>
                <p14:cNvContentPartPr/>
                <p14:nvPr/>
              </p14:nvContentPartPr>
              <p14:xfrm>
                <a:off x="5017038" y="2696290"/>
                <a:ext cx="47880" cy="2354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2D55964-C99A-418A-4870-3FA96A9640D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999038" y="2678650"/>
                  <a:ext cx="83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FCA0FBC-591D-657F-31A6-43D84ADC15DF}"/>
                    </a:ext>
                  </a:extLst>
                </p14:cNvPr>
                <p14:cNvContentPartPr/>
                <p14:nvPr/>
              </p14:nvContentPartPr>
              <p14:xfrm>
                <a:off x="5159238" y="2856490"/>
                <a:ext cx="3240" cy="57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FCA0FBC-591D-657F-31A6-43D84ADC15DF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141238" y="2838850"/>
                  <a:ext cx="38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AC437D5-B68C-CC2E-6385-08BAFD9525D5}"/>
                    </a:ext>
                  </a:extLst>
                </p14:cNvPr>
                <p14:cNvContentPartPr/>
                <p14:nvPr/>
              </p14:nvContentPartPr>
              <p14:xfrm>
                <a:off x="5369478" y="2702050"/>
                <a:ext cx="187920" cy="1594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AC437D5-B68C-CC2E-6385-08BAFD9525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351478" y="2684050"/>
                  <a:ext cx="2235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70A1D48-5E36-6997-5328-CE01CD232BA2}"/>
                    </a:ext>
                  </a:extLst>
                </p14:cNvPr>
                <p14:cNvContentPartPr/>
                <p14:nvPr/>
              </p14:nvContentPartPr>
              <p14:xfrm>
                <a:off x="5540478" y="2757130"/>
                <a:ext cx="21240" cy="107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70A1D48-5E36-6997-5328-CE01CD232BA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522478" y="2739490"/>
                  <a:ext cx="568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A245C69-FB00-C5C6-522B-B7262354C88F}"/>
                    </a:ext>
                  </a:extLst>
                </p14:cNvPr>
                <p14:cNvContentPartPr/>
                <p14:nvPr/>
              </p14:nvContentPartPr>
              <p14:xfrm>
                <a:off x="5563878" y="2784130"/>
                <a:ext cx="38160" cy="1566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A245C69-FB00-C5C6-522B-B7262354C88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545878" y="2766130"/>
                  <a:ext cx="7380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20D708D-60B8-ADF6-2AB2-9327FCCA7773}"/>
              </a:ext>
            </a:extLst>
          </p:cNvPr>
          <p:cNvGrpSpPr/>
          <p:nvPr/>
        </p:nvGrpSpPr>
        <p:grpSpPr>
          <a:xfrm>
            <a:off x="5018478" y="2168170"/>
            <a:ext cx="168120" cy="240480"/>
            <a:chOff x="5018478" y="2168170"/>
            <a:chExt cx="16812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DFD0148-E5FA-544A-AD1C-6176FB9CDF53}"/>
                    </a:ext>
                  </a:extLst>
                </p14:cNvPr>
                <p14:cNvContentPartPr/>
                <p14:nvPr/>
              </p14:nvContentPartPr>
              <p14:xfrm>
                <a:off x="5018478" y="2168170"/>
                <a:ext cx="168120" cy="442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DFD0148-E5FA-544A-AD1C-6176FB9CDF5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000838" y="2150170"/>
                  <a:ext cx="2037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9647C97-D138-E2C1-CDFE-34521A8AACB5}"/>
                    </a:ext>
                  </a:extLst>
                </p14:cNvPr>
                <p14:cNvContentPartPr/>
                <p14:nvPr/>
              </p14:nvContentPartPr>
              <p14:xfrm>
                <a:off x="5048358" y="2212810"/>
                <a:ext cx="104040" cy="1958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9647C97-D138-E2C1-CDFE-34521A8AACB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030718" y="2194810"/>
                  <a:ext cx="13968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49BEA372-DC43-E6BC-FFAC-D9CE81615631}"/>
              </a:ext>
            </a:extLst>
          </p:cNvPr>
          <p:cNvGrpSpPr/>
          <p:nvPr/>
        </p:nvGrpSpPr>
        <p:grpSpPr>
          <a:xfrm>
            <a:off x="4888518" y="3405490"/>
            <a:ext cx="813960" cy="773640"/>
            <a:chOff x="4888518" y="3405490"/>
            <a:chExt cx="813960" cy="77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C64D88F-298E-6BED-830C-4B63220E8056}"/>
                    </a:ext>
                  </a:extLst>
                </p14:cNvPr>
                <p14:cNvContentPartPr/>
                <p14:nvPr/>
              </p14:nvContentPartPr>
              <p14:xfrm>
                <a:off x="4888518" y="3705370"/>
                <a:ext cx="94680" cy="241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C64D88F-298E-6BED-830C-4B63220E805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870518" y="3687730"/>
                  <a:ext cx="1303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DFD8041-D409-6430-9E97-034F926BF072}"/>
                    </a:ext>
                  </a:extLst>
                </p14:cNvPr>
                <p14:cNvContentPartPr/>
                <p14:nvPr/>
              </p14:nvContentPartPr>
              <p14:xfrm>
                <a:off x="4973838" y="3756490"/>
                <a:ext cx="63360" cy="25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DFD8041-D409-6430-9E97-034F926BF07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956198" y="3738490"/>
                  <a:ext cx="990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2481F39-E063-E974-974E-4F7EB2F90DD3}"/>
                    </a:ext>
                  </a:extLst>
                </p14:cNvPr>
                <p14:cNvContentPartPr/>
                <p14:nvPr/>
              </p14:nvContentPartPr>
              <p14:xfrm>
                <a:off x="5222238" y="3425650"/>
                <a:ext cx="113040" cy="190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2481F39-E063-E974-974E-4F7EB2F90DD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204598" y="3408010"/>
                  <a:ext cx="148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8CBDE5E-25B4-D0F3-510D-A22C2AAF20DA}"/>
                    </a:ext>
                  </a:extLst>
                </p14:cNvPr>
                <p14:cNvContentPartPr/>
                <p14:nvPr/>
              </p14:nvContentPartPr>
              <p14:xfrm>
                <a:off x="5151318" y="3405490"/>
                <a:ext cx="155880" cy="2422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8CBDE5E-25B4-D0F3-510D-A22C2AAF20D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133678" y="3387850"/>
                  <a:ext cx="1915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F395C42-FF29-4F4E-E92D-29227064FAC7}"/>
                    </a:ext>
                  </a:extLst>
                </p14:cNvPr>
                <p14:cNvContentPartPr/>
                <p14:nvPr/>
              </p14:nvContentPartPr>
              <p14:xfrm>
                <a:off x="5177238" y="3688090"/>
                <a:ext cx="525240" cy="914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F395C42-FF29-4F4E-E92D-29227064FAC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159238" y="3670090"/>
                  <a:ext cx="560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E916D7B3-4620-A9B7-E3D4-A8EEAA222DAC}"/>
                    </a:ext>
                  </a:extLst>
                </p14:cNvPr>
                <p14:cNvContentPartPr/>
                <p14:nvPr/>
              </p14:nvContentPartPr>
              <p14:xfrm>
                <a:off x="5377038" y="3886450"/>
                <a:ext cx="173880" cy="155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E916D7B3-4620-A9B7-E3D4-A8EEAA222DAC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359038" y="3868450"/>
                  <a:ext cx="209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E7060016-9346-CA2F-38AB-F3CBB24EAC65}"/>
                    </a:ext>
                  </a:extLst>
                </p14:cNvPr>
                <p14:cNvContentPartPr/>
                <p14:nvPr/>
              </p14:nvContentPartPr>
              <p14:xfrm>
                <a:off x="5532198" y="3869530"/>
                <a:ext cx="36720" cy="30960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E7060016-9346-CA2F-38AB-F3CBB24EAC65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514558" y="3851890"/>
                  <a:ext cx="72360" cy="34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F9BD171-A010-5216-F642-42214E11BD18}"/>
              </a:ext>
            </a:extLst>
          </p:cNvPr>
          <p:cNvGrpSpPr/>
          <p:nvPr/>
        </p:nvGrpSpPr>
        <p:grpSpPr>
          <a:xfrm>
            <a:off x="4385958" y="3647770"/>
            <a:ext cx="214200" cy="263520"/>
            <a:chOff x="4385958" y="3647770"/>
            <a:chExt cx="214200" cy="26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0AA7725-DD91-D18C-6A5F-281852DE2979}"/>
                    </a:ext>
                  </a:extLst>
                </p14:cNvPr>
                <p14:cNvContentPartPr/>
                <p14:nvPr/>
              </p14:nvContentPartPr>
              <p14:xfrm>
                <a:off x="4385958" y="3877810"/>
                <a:ext cx="214200" cy="334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0AA7725-DD91-D18C-6A5F-281852DE297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367958" y="3859810"/>
                  <a:ext cx="2498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36ADC25-0350-35D2-9B45-03AF04A57910}"/>
                    </a:ext>
                  </a:extLst>
                </p14:cNvPr>
                <p14:cNvContentPartPr/>
                <p14:nvPr/>
              </p14:nvContentPartPr>
              <p14:xfrm>
                <a:off x="4504038" y="3647770"/>
                <a:ext cx="60840" cy="17928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36ADC25-0350-35D2-9B45-03AF04A57910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486398" y="3630130"/>
                  <a:ext cx="9648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0B47FC9C-CB70-F8C4-B7A7-952FC267F8B5}"/>
              </a:ext>
            </a:extLst>
          </p:cNvPr>
          <p:cNvGrpSpPr/>
          <p:nvPr/>
        </p:nvGrpSpPr>
        <p:grpSpPr>
          <a:xfrm>
            <a:off x="4540758" y="4083730"/>
            <a:ext cx="577080" cy="366120"/>
            <a:chOff x="4540758" y="4083730"/>
            <a:chExt cx="577080" cy="36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3B58C80-ADDB-7FC2-9A0B-D22DF60C4D35}"/>
                    </a:ext>
                  </a:extLst>
                </p14:cNvPr>
                <p14:cNvContentPartPr/>
                <p14:nvPr/>
              </p14:nvContentPartPr>
              <p14:xfrm>
                <a:off x="4551558" y="4184170"/>
                <a:ext cx="45360" cy="2260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3B58C80-ADDB-7FC2-9A0B-D22DF60C4D3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533918" y="4166170"/>
                  <a:ext cx="8100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E6601EB-DB94-BE85-1E3C-1F8B79C48593}"/>
                    </a:ext>
                  </a:extLst>
                </p14:cNvPr>
                <p14:cNvContentPartPr/>
                <p14:nvPr/>
              </p14:nvContentPartPr>
              <p14:xfrm>
                <a:off x="4540758" y="4083730"/>
                <a:ext cx="149400" cy="1900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E6601EB-DB94-BE85-1E3C-1F8B79C4859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522758" y="4066090"/>
                  <a:ext cx="1850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693C545-6137-F7BA-56A1-3D160563C070}"/>
                    </a:ext>
                  </a:extLst>
                </p14:cNvPr>
                <p14:cNvContentPartPr/>
                <p14:nvPr/>
              </p14:nvContentPartPr>
              <p14:xfrm>
                <a:off x="4771518" y="4243210"/>
                <a:ext cx="105120" cy="160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693C545-6137-F7BA-56A1-3D160563C07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4753878" y="4225570"/>
                  <a:ext cx="1407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17AF432-BF35-EDD9-8611-16DB88CA4174}"/>
                    </a:ext>
                  </a:extLst>
                </p14:cNvPr>
                <p14:cNvContentPartPr/>
                <p14:nvPr/>
              </p14:nvContentPartPr>
              <p14:xfrm>
                <a:off x="4959798" y="4272730"/>
                <a:ext cx="158040" cy="1771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17AF432-BF35-EDD9-8611-16DB88CA417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4941798" y="4254730"/>
                  <a:ext cx="1936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A79A9683-D6C8-85AC-1FE9-4D7C61686E95}"/>
              </a:ext>
            </a:extLst>
          </p:cNvPr>
          <p:cNvGrpSpPr/>
          <p:nvPr/>
        </p:nvGrpSpPr>
        <p:grpSpPr>
          <a:xfrm>
            <a:off x="4185438" y="4796170"/>
            <a:ext cx="2345040" cy="809640"/>
            <a:chOff x="4185438" y="4796170"/>
            <a:chExt cx="2345040" cy="80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FEA3F595-F026-463C-DE99-5765400B07C5}"/>
                    </a:ext>
                  </a:extLst>
                </p14:cNvPr>
                <p14:cNvContentPartPr/>
                <p14:nvPr/>
              </p14:nvContentPartPr>
              <p14:xfrm>
                <a:off x="4277238" y="5321050"/>
                <a:ext cx="360" cy="61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FEA3F595-F026-463C-DE99-5765400B07C5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259238" y="5303050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67A7189-328F-8B11-935D-CA9ADD450AFF}"/>
                    </a:ext>
                  </a:extLst>
                </p14:cNvPr>
                <p14:cNvContentPartPr/>
                <p14:nvPr/>
              </p14:nvContentPartPr>
              <p14:xfrm>
                <a:off x="4204518" y="5095690"/>
                <a:ext cx="62280" cy="4586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67A7189-328F-8B11-935D-CA9ADD450AF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4186518" y="5078050"/>
                  <a:ext cx="9792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20A2FAC-E6EA-38A5-5B57-64A6B2C0672A}"/>
                    </a:ext>
                  </a:extLst>
                </p14:cNvPr>
                <p14:cNvContentPartPr/>
                <p14:nvPr/>
              </p14:nvContentPartPr>
              <p14:xfrm>
                <a:off x="4185438" y="5089570"/>
                <a:ext cx="274320" cy="3589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20A2FAC-E6EA-38A5-5B57-64A6B2C0672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4167798" y="5071570"/>
                  <a:ext cx="3099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1FF3A78-0355-2B08-A61E-2205D62E9CDF}"/>
                    </a:ext>
                  </a:extLst>
                </p14:cNvPr>
                <p14:cNvContentPartPr/>
                <p14:nvPr/>
              </p14:nvContentPartPr>
              <p14:xfrm>
                <a:off x="4461558" y="5322850"/>
                <a:ext cx="207360" cy="2055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1FF3A78-0355-2B08-A61E-2205D62E9CD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443558" y="5304850"/>
                  <a:ext cx="243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CFE9F8A-9D0E-A756-9184-C32DA9EC245F}"/>
                    </a:ext>
                  </a:extLst>
                </p14:cNvPr>
                <p14:cNvContentPartPr/>
                <p14:nvPr/>
              </p14:nvContentPartPr>
              <p14:xfrm>
                <a:off x="4761078" y="5303770"/>
                <a:ext cx="214560" cy="302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CFE9F8A-9D0E-A756-9184-C32DA9EC245F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743438" y="5286130"/>
                  <a:ext cx="2502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2BC130-3C5F-264D-D6B0-D9B5C9BF5D58}"/>
                    </a:ext>
                  </a:extLst>
                </p14:cNvPr>
                <p14:cNvContentPartPr/>
                <p14:nvPr/>
              </p14:nvContentPartPr>
              <p14:xfrm>
                <a:off x="5189478" y="5197930"/>
                <a:ext cx="34200" cy="435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2BC130-3C5F-264D-D6B0-D9B5C9BF5D5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171838" y="5179930"/>
                  <a:ext cx="69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8508888-691F-B232-B607-1B6585FA4648}"/>
                    </a:ext>
                  </a:extLst>
                </p14:cNvPr>
                <p14:cNvContentPartPr/>
                <p14:nvPr/>
              </p14:nvContentPartPr>
              <p14:xfrm>
                <a:off x="5227998" y="5282530"/>
                <a:ext cx="85680" cy="3780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8508888-691F-B232-B607-1B6585FA464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209998" y="5264890"/>
                  <a:ext cx="1213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C2C8A43-9776-BF48-CC49-874481C3B848}"/>
                    </a:ext>
                  </a:extLst>
                </p14:cNvPr>
                <p14:cNvContentPartPr/>
                <p14:nvPr/>
              </p14:nvContentPartPr>
              <p14:xfrm>
                <a:off x="5393958" y="4938010"/>
                <a:ext cx="217080" cy="27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C2C8A43-9776-BF48-CC49-874481C3B84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376318" y="4920010"/>
                  <a:ext cx="2527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CBF7E4E-C6F1-CE0B-620B-152E45A06871}"/>
                    </a:ext>
                  </a:extLst>
                </p14:cNvPr>
                <p14:cNvContentPartPr/>
                <p14:nvPr/>
              </p14:nvContentPartPr>
              <p14:xfrm>
                <a:off x="5667918" y="4870690"/>
                <a:ext cx="351360" cy="2631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CBF7E4E-C6F1-CE0B-620B-152E45A0687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649918" y="4852690"/>
                  <a:ext cx="3870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374B597-861C-2152-AD81-167316473A58}"/>
                    </a:ext>
                  </a:extLst>
                </p14:cNvPr>
                <p14:cNvContentPartPr/>
                <p14:nvPr/>
              </p14:nvContentPartPr>
              <p14:xfrm>
                <a:off x="6163638" y="4796170"/>
                <a:ext cx="366840" cy="2149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374B597-861C-2152-AD81-167316473A5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145638" y="4778170"/>
                  <a:ext cx="40248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89BC2E78-5D96-680A-37B6-E3F014C3BFDB}"/>
              </a:ext>
            </a:extLst>
          </p:cNvPr>
          <p:cNvGrpSpPr/>
          <p:nvPr/>
        </p:nvGrpSpPr>
        <p:grpSpPr>
          <a:xfrm>
            <a:off x="9369438" y="3419890"/>
            <a:ext cx="1306080" cy="268200"/>
            <a:chOff x="9369438" y="3419890"/>
            <a:chExt cx="130608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221A6F5-B63A-A9DE-BE24-5E0F880F5A79}"/>
                    </a:ext>
                  </a:extLst>
                </p14:cNvPr>
                <p14:cNvContentPartPr/>
                <p14:nvPr/>
              </p14:nvContentPartPr>
              <p14:xfrm>
                <a:off x="9369438" y="3525730"/>
                <a:ext cx="108360" cy="493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221A6F5-B63A-A9DE-BE24-5E0F880F5A7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351798" y="3508090"/>
                  <a:ext cx="144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7758099-35F6-4619-129B-929590E4653C}"/>
                    </a:ext>
                  </a:extLst>
                </p14:cNvPr>
                <p14:cNvContentPartPr/>
                <p14:nvPr/>
              </p14:nvContentPartPr>
              <p14:xfrm>
                <a:off x="9415878" y="3600610"/>
                <a:ext cx="133200" cy="482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7758099-35F6-4619-129B-929590E4653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397878" y="3582610"/>
                  <a:ext cx="168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AACD7288-2834-6D7B-EB66-90F37539B4FD}"/>
                    </a:ext>
                  </a:extLst>
                </p14:cNvPr>
                <p14:cNvContentPartPr/>
                <p14:nvPr/>
              </p14:nvContentPartPr>
              <p14:xfrm>
                <a:off x="9700998" y="3419890"/>
                <a:ext cx="157680" cy="2682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AACD7288-2834-6D7B-EB66-90F37539B4FD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682998" y="3402250"/>
                  <a:ext cx="1933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EC245C5-C7E4-910B-19EF-6E98A6B28A52}"/>
                    </a:ext>
                  </a:extLst>
                </p14:cNvPr>
                <p14:cNvContentPartPr/>
                <p14:nvPr/>
              </p14:nvContentPartPr>
              <p14:xfrm>
                <a:off x="9906918" y="3452290"/>
                <a:ext cx="290880" cy="214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EC245C5-C7E4-910B-19EF-6E98A6B28A52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889278" y="3434290"/>
                  <a:ext cx="3265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421D839-C821-FACF-81DF-D6471F6A627B}"/>
                    </a:ext>
                  </a:extLst>
                </p14:cNvPr>
                <p14:cNvContentPartPr/>
                <p14:nvPr/>
              </p14:nvContentPartPr>
              <p14:xfrm>
                <a:off x="10328118" y="3460570"/>
                <a:ext cx="347400" cy="1872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421D839-C821-FACF-81DF-D6471F6A627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310478" y="3442570"/>
                  <a:ext cx="383040" cy="22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4353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372" y="1181569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F312490-9CD4-B901-553C-DD0BAA2709DB}"/>
              </a:ext>
            </a:extLst>
          </p:cNvPr>
          <p:cNvGrpSpPr/>
          <p:nvPr/>
        </p:nvGrpSpPr>
        <p:grpSpPr>
          <a:xfrm>
            <a:off x="6508518" y="1036330"/>
            <a:ext cx="3025800" cy="2222640"/>
            <a:chOff x="6508518" y="1036330"/>
            <a:chExt cx="3025800" cy="22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6C59B0-3399-26B8-8BDB-77A72A53CA8F}"/>
                    </a:ext>
                  </a:extLst>
                </p14:cNvPr>
                <p14:cNvContentPartPr/>
                <p14:nvPr/>
              </p14:nvContentPartPr>
              <p14:xfrm>
                <a:off x="7227078" y="1036330"/>
                <a:ext cx="33120" cy="596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E6C59B0-3399-26B8-8BDB-77A72A53CA8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09078" y="1018330"/>
                  <a:ext cx="68760" cy="63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D5EED95-552F-F70F-04E1-8B1844BAFBBA}"/>
                    </a:ext>
                  </a:extLst>
                </p14:cNvPr>
                <p14:cNvContentPartPr/>
                <p14:nvPr/>
              </p14:nvContentPartPr>
              <p14:xfrm>
                <a:off x="7213398" y="1570210"/>
                <a:ext cx="49320" cy="198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D5EED95-552F-F70F-04E1-8B1844BAFBB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95398" y="1552570"/>
                  <a:ext cx="84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C196352-E98F-6457-8F39-F2D92EF98587}"/>
                    </a:ext>
                  </a:extLst>
                </p14:cNvPr>
                <p14:cNvContentPartPr/>
                <p14:nvPr/>
              </p14:nvContentPartPr>
              <p14:xfrm>
                <a:off x="6979398" y="1749130"/>
                <a:ext cx="553680" cy="73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C196352-E98F-6457-8F39-F2D92EF9858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61398" y="1731490"/>
                  <a:ext cx="5893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7E5ABF7-FA29-170D-244C-D8D2C0DFC489}"/>
                    </a:ext>
                  </a:extLst>
                </p14:cNvPr>
                <p14:cNvContentPartPr/>
                <p14:nvPr/>
              </p14:nvContentPartPr>
              <p14:xfrm>
                <a:off x="7163718" y="1929130"/>
                <a:ext cx="14796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7E5ABF7-FA29-170D-244C-D8D2C0DFC48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45718" y="1911130"/>
                  <a:ext cx="183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58400F3-F2A6-43AD-6974-5933DD4380B3}"/>
                    </a:ext>
                  </a:extLst>
                </p14:cNvPr>
                <p14:cNvContentPartPr/>
                <p14:nvPr/>
              </p14:nvContentPartPr>
              <p14:xfrm>
                <a:off x="7273518" y="1965490"/>
                <a:ext cx="25560" cy="612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58400F3-F2A6-43AD-6974-5933DD4380B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55518" y="1947850"/>
                  <a:ext cx="61200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D942434-0BB3-D180-7F9B-80067AFCF27C}"/>
                    </a:ext>
                  </a:extLst>
                </p14:cNvPr>
                <p14:cNvContentPartPr/>
                <p14:nvPr/>
              </p14:nvContentPartPr>
              <p14:xfrm>
                <a:off x="7255878" y="1154410"/>
                <a:ext cx="544320" cy="38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D942434-0BB3-D180-7F9B-80067AFCF27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38238" y="1136770"/>
                  <a:ext cx="579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DDDBA4-2132-4CC9-D646-CBDF443FC9A5}"/>
                    </a:ext>
                  </a:extLst>
                </p14:cNvPr>
                <p14:cNvContentPartPr/>
                <p14:nvPr/>
              </p14:nvContentPartPr>
              <p14:xfrm>
                <a:off x="7787238" y="1122730"/>
                <a:ext cx="439560" cy="5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DDDBA4-2132-4CC9-D646-CBDF443FC9A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769238" y="1105090"/>
                  <a:ext cx="47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7C455E-AED8-B4B3-D7B7-523946F4923F}"/>
                    </a:ext>
                  </a:extLst>
                </p14:cNvPr>
                <p14:cNvContentPartPr/>
                <p14:nvPr/>
              </p14:nvContentPartPr>
              <p14:xfrm>
                <a:off x="8197998" y="1155850"/>
                <a:ext cx="313200" cy="5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7C455E-AED8-B4B3-D7B7-523946F4923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80358" y="1138210"/>
                  <a:ext cx="348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82A0DAB-3F3C-940E-4145-3C287BE4E194}"/>
                    </a:ext>
                  </a:extLst>
                </p14:cNvPr>
                <p14:cNvContentPartPr/>
                <p14:nvPr/>
              </p14:nvContentPartPr>
              <p14:xfrm>
                <a:off x="8462238" y="1204450"/>
                <a:ext cx="42120" cy="37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82A0DAB-3F3C-940E-4145-3C287BE4E19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44598" y="1186810"/>
                  <a:ext cx="7776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EB58F41-37A3-8013-2143-A8A4906657E8}"/>
                    </a:ext>
                  </a:extLst>
                </p14:cNvPr>
                <p14:cNvContentPartPr/>
                <p14:nvPr/>
              </p14:nvContentPartPr>
              <p14:xfrm>
                <a:off x="8366478" y="1616290"/>
                <a:ext cx="135360" cy="37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EB58F41-37A3-8013-2143-A8A4906657E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348478" y="1598650"/>
                  <a:ext cx="17100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85B49E8-3A88-EDB2-E192-DC3668899B81}"/>
                    </a:ext>
                  </a:extLst>
                </p14:cNvPr>
                <p14:cNvContentPartPr/>
                <p14:nvPr/>
              </p14:nvContentPartPr>
              <p14:xfrm>
                <a:off x="8471598" y="1992130"/>
                <a:ext cx="57960" cy="28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85B49E8-3A88-EDB2-E192-DC3668899B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53598" y="1974130"/>
                  <a:ext cx="9360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45066EC-DD17-133A-C383-0266301E51C6}"/>
                    </a:ext>
                  </a:extLst>
                </p14:cNvPr>
                <p14:cNvContentPartPr/>
                <p14:nvPr/>
              </p14:nvContentPartPr>
              <p14:xfrm>
                <a:off x="7405638" y="2358610"/>
                <a:ext cx="1174320" cy="871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45066EC-DD17-133A-C383-0266301E51C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998" y="2340970"/>
                  <a:ext cx="120996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B485088-9DE5-07A5-B0BE-B11D4CD2BEB1}"/>
                    </a:ext>
                  </a:extLst>
                </p14:cNvPr>
                <p14:cNvContentPartPr/>
                <p14:nvPr/>
              </p14:nvContentPartPr>
              <p14:xfrm>
                <a:off x="7280358" y="2527810"/>
                <a:ext cx="40680" cy="731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B485088-9DE5-07A5-B0BE-B11D4CD2BEB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262358" y="2509810"/>
                  <a:ext cx="76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B9339CE-29E4-DA01-41AF-2DFFA6CE19AF}"/>
                    </a:ext>
                  </a:extLst>
                </p14:cNvPr>
                <p14:cNvContentPartPr/>
                <p14:nvPr/>
              </p14:nvContentPartPr>
              <p14:xfrm>
                <a:off x="6508518" y="2021290"/>
                <a:ext cx="145440" cy="28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B9339CE-29E4-DA01-41AF-2DFFA6CE19A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490518" y="2003650"/>
                  <a:ext cx="181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D4AA959-E6F0-DB59-4FFE-8CB44FC38E06}"/>
                    </a:ext>
                  </a:extLst>
                </p14:cNvPr>
                <p14:cNvContentPartPr/>
                <p14:nvPr/>
              </p14:nvContentPartPr>
              <p14:xfrm>
                <a:off x="6644238" y="1961890"/>
                <a:ext cx="158760" cy="22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D4AA959-E6F0-DB59-4FFE-8CB44FC38E0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626238" y="1944250"/>
                  <a:ext cx="194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F0222F5-BAA8-4403-0C53-8584A9BABC76}"/>
                    </a:ext>
                  </a:extLst>
                </p14:cNvPr>
                <p14:cNvContentPartPr/>
                <p14:nvPr/>
              </p14:nvContentPartPr>
              <p14:xfrm>
                <a:off x="6669078" y="1590010"/>
                <a:ext cx="165240" cy="279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F0222F5-BAA8-4403-0C53-8584A9BABC7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51438" y="1572370"/>
                  <a:ext cx="2008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1A47FA-AB7A-2E51-71D2-CF39C32FCBFC}"/>
                    </a:ext>
                  </a:extLst>
                </p14:cNvPr>
                <p14:cNvContentPartPr/>
                <p14:nvPr/>
              </p14:nvContentPartPr>
              <p14:xfrm>
                <a:off x="8792718" y="1506490"/>
                <a:ext cx="100800" cy="207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1A47FA-AB7A-2E51-71D2-CF39C32FCBF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74718" y="1488850"/>
                  <a:ext cx="1364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B312E7-D1DB-32C0-D4F1-F696B88E71E9}"/>
                    </a:ext>
                  </a:extLst>
                </p14:cNvPr>
                <p14:cNvContentPartPr/>
                <p14:nvPr/>
              </p14:nvContentPartPr>
              <p14:xfrm>
                <a:off x="8876958" y="1506490"/>
                <a:ext cx="118440" cy="19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B312E7-D1DB-32C0-D4F1-F696B88E71E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858958" y="1488850"/>
                  <a:ext cx="1540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57A0A23-0ED8-9276-42D0-2B8A4377BCF3}"/>
                    </a:ext>
                  </a:extLst>
                </p14:cNvPr>
                <p14:cNvContentPartPr/>
                <p14:nvPr/>
              </p14:nvContentPartPr>
              <p14:xfrm>
                <a:off x="8968758" y="1525570"/>
                <a:ext cx="92160" cy="58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57A0A23-0ED8-9276-42D0-2B8A4377BCF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51118" y="1507570"/>
                  <a:ext cx="127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58310B-7A8E-BCD8-6CF8-1AB32DAA8D9C}"/>
                    </a:ext>
                  </a:extLst>
                </p14:cNvPr>
                <p14:cNvContentPartPr/>
                <p14:nvPr/>
              </p14:nvContentPartPr>
              <p14:xfrm>
                <a:off x="8469438" y="2187610"/>
                <a:ext cx="52560" cy="47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58310B-7A8E-BCD8-6CF8-1AB32DAA8D9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51798" y="2169970"/>
                  <a:ext cx="882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1E59807-7C18-1F2B-9571-08584AC74B9A}"/>
                    </a:ext>
                  </a:extLst>
                </p14:cNvPr>
                <p14:cNvContentPartPr/>
                <p14:nvPr/>
              </p14:nvContentPartPr>
              <p14:xfrm>
                <a:off x="8480958" y="3118930"/>
                <a:ext cx="123480" cy="119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1E59807-7C18-1F2B-9571-08584AC74B9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62958" y="3100930"/>
                  <a:ext cx="159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BA880E-5EEB-E82C-44B3-85E5F1693863}"/>
                    </a:ext>
                  </a:extLst>
                </p14:cNvPr>
                <p14:cNvContentPartPr/>
                <p14:nvPr/>
              </p14:nvContentPartPr>
              <p14:xfrm>
                <a:off x="8504718" y="2220730"/>
                <a:ext cx="6840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BA880E-5EEB-E82C-44B3-85E5F169386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486718" y="2202730"/>
                  <a:ext cx="104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A848F4D-ED31-7F86-D73B-47B1E5558587}"/>
                    </a:ext>
                  </a:extLst>
                </p14:cNvPr>
                <p14:cNvContentPartPr/>
                <p14:nvPr/>
              </p14:nvContentPartPr>
              <p14:xfrm>
                <a:off x="8714238" y="2528890"/>
                <a:ext cx="144000" cy="133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A848F4D-ED31-7F86-D73B-47B1E555858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96238" y="2511250"/>
                  <a:ext cx="179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752773-BC3B-7853-3351-2EC1F3C34E7B}"/>
                    </a:ext>
                  </a:extLst>
                </p14:cNvPr>
                <p14:cNvContentPartPr/>
                <p14:nvPr/>
              </p14:nvContentPartPr>
              <p14:xfrm>
                <a:off x="8848158" y="2553010"/>
                <a:ext cx="42480" cy="206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752773-BC3B-7853-3351-2EC1F3C34E7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30158" y="2535010"/>
                  <a:ext cx="78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F2192B-8E6F-B099-6538-1C1833D5C97A}"/>
                    </a:ext>
                  </a:extLst>
                </p14:cNvPr>
                <p14:cNvContentPartPr/>
                <p14:nvPr/>
              </p14:nvContentPartPr>
              <p14:xfrm>
                <a:off x="9002238" y="2526730"/>
                <a:ext cx="42840" cy="17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F2192B-8E6F-B099-6538-1C1833D5C97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84598" y="2509090"/>
                  <a:ext cx="78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995AB27-7902-A4D3-E711-981D71A852BB}"/>
                    </a:ext>
                  </a:extLst>
                </p14:cNvPr>
                <p14:cNvContentPartPr/>
                <p14:nvPr/>
              </p14:nvContentPartPr>
              <p14:xfrm>
                <a:off x="9069198" y="2583610"/>
                <a:ext cx="84600" cy="38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995AB27-7902-A4D3-E711-981D71A852B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051558" y="2565970"/>
                  <a:ext cx="1202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3012904-CCD1-9C48-3BB6-214EF700CF51}"/>
                    </a:ext>
                  </a:extLst>
                </p14:cNvPr>
                <p14:cNvContentPartPr/>
                <p14:nvPr/>
              </p14:nvContentPartPr>
              <p14:xfrm>
                <a:off x="8474838" y="2117410"/>
                <a:ext cx="873720" cy="140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3012904-CCD1-9C48-3BB6-214EF700CF5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57198" y="2099410"/>
                  <a:ext cx="909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1C29B32-D516-6202-F04B-FB6F7D2CD447}"/>
                    </a:ext>
                  </a:extLst>
                </p14:cNvPr>
                <p14:cNvContentPartPr/>
                <p14:nvPr/>
              </p14:nvContentPartPr>
              <p14:xfrm>
                <a:off x="9295638" y="2074210"/>
                <a:ext cx="114840" cy="90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1C29B32-D516-6202-F04B-FB6F7D2CD44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277998" y="2056570"/>
                  <a:ext cx="150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52A2E76-595A-6F23-B6DF-6E055A52580C}"/>
                    </a:ext>
                  </a:extLst>
                </p14:cNvPr>
                <p14:cNvContentPartPr/>
                <p14:nvPr/>
              </p14:nvContentPartPr>
              <p14:xfrm>
                <a:off x="8523438" y="3159610"/>
                <a:ext cx="901440" cy="45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52A2E76-595A-6F23-B6DF-6E055A52580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05438" y="3141970"/>
                  <a:ext cx="9370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76DD33D-A7A5-C877-6758-71E727A8874A}"/>
                    </a:ext>
                  </a:extLst>
                </p14:cNvPr>
                <p14:cNvContentPartPr/>
                <p14:nvPr/>
              </p14:nvContentPartPr>
              <p14:xfrm>
                <a:off x="9411918" y="3124330"/>
                <a:ext cx="122400" cy="10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76DD33D-A7A5-C877-6758-71E727A8874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94278" y="3106690"/>
                  <a:ext cx="15804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D9652F4-F844-17A5-FF8A-AC6CB770A113}"/>
              </a:ext>
            </a:extLst>
          </p:cNvPr>
          <p:cNvGrpSpPr/>
          <p:nvPr/>
        </p:nvGrpSpPr>
        <p:grpSpPr>
          <a:xfrm>
            <a:off x="9862998" y="3103450"/>
            <a:ext cx="608760" cy="101520"/>
            <a:chOff x="9862998" y="3103450"/>
            <a:chExt cx="608760" cy="10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0C20222-5F9A-0252-21B3-B6BA173F7D18}"/>
                    </a:ext>
                  </a:extLst>
                </p14:cNvPr>
                <p14:cNvContentPartPr/>
                <p14:nvPr/>
              </p14:nvContentPartPr>
              <p14:xfrm>
                <a:off x="9862998" y="3103450"/>
                <a:ext cx="9324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0C20222-5F9A-0252-21B3-B6BA173F7D1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845358" y="3085450"/>
                  <a:ext cx="1288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12F7DB3-1C75-6710-DEA8-AEDD7D0A3830}"/>
                    </a:ext>
                  </a:extLst>
                </p14:cNvPr>
                <p14:cNvContentPartPr/>
                <p14:nvPr/>
              </p14:nvContentPartPr>
              <p14:xfrm>
                <a:off x="9878478" y="3130450"/>
                <a:ext cx="593280" cy="74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12F7DB3-1C75-6710-DEA8-AEDD7D0A383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60838" y="3112810"/>
                  <a:ext cx="62892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A5168-61A6-6A0F-977C-42CA2E527C1F}"/>
              </a:ext>
            </a:extLst>
          </p:cNvPr>
          <p:cNvGrpSpPr/>
          <p:nvPr/>
        </p:nvGrpSpPr>
        <p:grpSpPr>
          <a:xfrm>
            <a:off x="9967038" y="2449690"/>
            <a:ext cx="854640" cy="237600"/>
            <a:chOff x="9967038" y="2449690"/>
            <a:chExt cx="85464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1AC12B2-37BD-8A6D-DF92-4A881AD73856}"/>
                    </a:ext>
                  </a:extLst>
                </p14:cNvPr>
                <p14:cNvContentPartPr/>
                <p14:nvPr/>
              </p14:nvContentPartPr>
              <p14:xfrm>
                <a:off x="9967038" y="2499010"/>
                <a:ext cx="204480" cy="188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1AC12B2-37BD-8A6D-DF92-4A881AD7385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49038" y="2481010"/>
                  <a:ext cx="240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996356F-BDAC-3889-F7E8-C00F9F246D46}"/>
                    </a:ext>
                  </a:extLst>
                </p14:cNvPr>
                <p14:cNvContentPartPr/>
                <p14:nvPr/>
              </p14:nvContentPartPr>
              <p14:xfrm>
                <a:off x="10276638" y="2506210"/>
                <a:ext cx="94680" cy="119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996356F-BDAC-3889-F7E8-C00F9F246D4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58998" y="2488210"/>
                  <a:ext cx="130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EE7A754-78A1-941B-AFB3-A59CD42C0451}"/>
                    </a:ext>
                  </a:extLst>
                </p14:cNvPr>
                <p14:cNvContentPartPr/>
                <p14:nvPr/>
              </p14:nvContentPartPr>
              <p14:xfrm>
                <a:off x="10479318" y="2516650"/>
                <a:ext cx="9216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EE7A754-78A1-941B-AFB3-A59CD42C045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461318" y="2499010"/>
                  <a:ext cx="127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38F4D3C-2A35-E404-C964-71254979CB50}"/>
                    </a:ext>
                  </a:extLst>
                </p14:cNvPr>
                <p14:cNvContentPartPr/>
                <p14:nvPr/>
              </p14:nvContentPartPr>
              <p14:xfrm>
                <a:off x="10619358" y="2535730"/>
                <a:ext cx="55080" cy="6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38F4D3C-2A35-E404-C964-71254979CB5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601718" y="2518090"/>
                  <a:ext cx="907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669C69F-2C84-3C46-998A-A6CC14D8D67C}"/>
                    </a:ext>
                  </a:extLst>
                </p14:cNvPr>
                <p14:cNvContentPartPr/>
                <p14:nvPr/>
              </p14:nvContentPartPr>
              <p14:xfrm>
                <a:off x="10716198" y="2449690"/>
                <a:ext cx="105480" cy="148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669C69F-2C84-3C46-998A-A6CC14D8D67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698198" y="2432050"/>
                  <a:ext cx="14112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9E5ED3C-5B9B-6CFB-DC53-0A986004DAF8}"/>
              </a:ext>
            </a:extLst>
          </p:cNvPr>
          <p:cNvGrpSpPr/>
          <p:nvPr/>
        </p:nvGrpSpPr>
        <p:grpSpPr>
          <a:xfrm>
            <a:off x="9770838" y="2030290"/>
            <a:ext cx="853920" cy="156600"/>
            <a:chOff x="9770838" y="2030290"/>
            <a:chExt cx="853920" cy="15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0E8AF46-9111-A244-666A-6EC0E88172E7}"/>
                    </a:ext>
                  </a:extLst>
                </p14:cNvPr>
                <p14:cNvContentPartPr/>
                <p14:nvPr/>
              </p14:nvContentPartPr>
              <p14:xfrm>
                <a:off x="9770838" y="2066650"/>
                <a:ext cx="81000" cy="120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0E8AF46-9111-A244-666A-6EC0E88172E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752838" y="2049010"/>
                  <a:ext cx="1166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AE8C09-E569-8FE8-D555-C81F6A01202B}"/>
                    </a:ext>
                  </a:extLst>
                </p14:cNvPr>
                <p14:cNvContentPartPr/>
                <p14:nvPr/>
              </p14:nvContentPartPr>
              <p14:xfrm>
                <a:off x="9787038" y="2039650"/>
                <a:ext cx="506880" cy="113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AE8C09-E569-8FE8-D555-C81F6A01202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769038" y="2021650"/>
                  <a:ext cx="542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19ED72E-05FB-FACC-FCA2-FA94BB9158A0}"/>
                    </a:ext>
                  </a:extLst>
                </p14:cNvPr>
                <p14:cNvContentPartPr/>
                <p14:nvPr/>
              </p14:nvContentPartPr>
              <p14:xfrm>
                <a:off x="10314438" y="2030290"/>
                <a:ext cx="258120" cy="31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19ED72E-05FB-FACC-FCA2-FA94BB9158A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96438" y="2012650"/>
                  <a:ext cx="2937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AEA07D-2878-6D04-6014-679A164D6154}"/>
                    </a:ext>
                  </a:extLst>
                </p14:cNvPr>
                <p14:cNvContentPartPr/>
                <p14:nvPr/>
              </p14:nvContentPartPr>
              <p14:xfrm>
                <a:off x="10607118" y="2034250"/>
                <a:ext cx="1512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AEA07D-2878-6D04-6014-679A164D615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589118" y="2016250"/>
                  <a:ext cx="50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A6A9D1-9657-C657-4C43-EEB52D434BCF}"/>
                    </a:ext>
                  </a:extLst>
                </p14:cNvPr>
                <p14:cNvContentPartPr/>
                <p14:nvPr/>
              </p14:nvContentPartPr>
              <p14:xfrm>
                <a:off x="10624398" y="2031730"/>
                <a:ext cx="360" cy="1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A6A9D1-9657-C657-4C43-EEB52D434B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606398" y="2013730"/>
                  <a:ext cx="360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968D77-96F5-56DE-C79B-6E67C5542030}"/>
              </a:ext>
            </a:extLst>
          </p:cNvPr>
          <p:cNvGrpSpPr/>
          <p:nvPr/>
        </p:nvGrpSpPr>
        <p:grpSpPr>
          <a:xfrm>
            <a:off x="10483998" y="3103810"/>
            <a:ext cx="232200" cy="38520"/>
            <a:chOff x="10483998" y="3103810"/>
            <a:chExt cx="232200" cy="3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519FB26-C662-7CD7-90C6-098665E09E82}"/>
                    </a:ext>
                  </a:extLst>
                </p14:cNvPr>
                <p14:cNvContentPartPr/>
                <p14:nvPr/>
              </p14:nvContentPartPr>
              <p14:xfrm>
                <a:off x="10483998" y="3123970"/>
                <a:ext cx="212040" cy="18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519FB26-C662-7CD7-90C6-098665E09E8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66358" y="3105970"/>
                  <a:ext cx="2476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91258C2-1C2B-F559-5916-6A2853D64C92}"/>
                    </a:ext>
                  </a:extLst>
                </p14:cNvPr>
                <p14:cNvContentPartPr/>
                <p14:nvPr/>
              </p14:nvContentPartPr>
              <p14:xfrm>
                <a:off x="10680918" y="3103810"/>
                <a:ext cx="35280" cy="19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91258C2-1C2B-F559-5916-6A2853D64C9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63278" y="3085810"/>
                  <a:ext cx="7092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F777082-A222-90DD-63A8-DCAD0F8DBB75}"/>
              </a:ext>
            </a:extLst>
          </p:cNvPr>
          <p:cNvGrpSpPr/>
          <p:nvPr/>
        </p:nvGrpSpPr>
        <p:grpSpPr>
          <a:xfrm>
            <a:off x="6125478" y="3793210"/>
            <a:ext cx="3775320" cy="1779480"/>
            <a:chOff x="6125478" y="3793210"/>
            <a:chExt cx="3775320" cy="177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BE12F6-78CC-9E27-B2C4-4AD8498FC57C}"/>
                    </a:ext>
                  </a:extLst>
                </p14:cNvPr>
                <p14:cNvContentPartPr/>
                <p14:nvPr/>
              </p14:nvContentPartPr>
              <p14:xfrm>
                <a:off x="7272798" y="3949090"/>
                <a:ext cx="59760" cy="501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BE12F6-78CC-9E27-B2C4-4AD8498FC57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54798" y="3931090"/>
                  <a:ext cx="954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CA0FE2A-1DBA-81B3-94B0-00A2E0665317}"/>
                    </a:ext>
                  </a:extLst>
                </p14:cNvPr>
                <p14:cNvContentPartPr/>
                <p14:nvPr/>
              </p14:nvContentPartPr>
              <p14:xfrm>
                <a:off x="6993798" y="4386850"/>
                <a:ext cx="625680" cy="770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CA0FE2A-1DBA-81B3-94B0-00A2E066531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75798" y="4368850"/>
                  <a:ext cx="661320" cy="8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67304C5-9797-2EEB-0976-0449AE814C0D}"/>
                    </a:ext>
                  </a:extLst>
                </p14:cNvPr>
                <p14:cNvContentPartPr/>
                <p14:nvPr/>
              </p14:nvContentPartPr>
              <p14:xfrm>
                <a:off x="7163718" y="4653250"/>
                <a:ext cx="156960" cy="253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67304C5-9797-2EEB-0976-0449AE814C0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145718" y="4635610"/>
                  <a:ext cx="192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33B195-22E4-0FE0-EC2D-453BE5544DC0}"/>
                    </a:ext>
                  </a:extLst>
                </p14:cNvPr>
                <p14:cNvContentPartPr/>
                <p14:nvPr/>
              </p14:nvContentPartPr>
              <p14:xfrm>
                <a:off x="7271718" y="4865650"/>
                <a:ext cx="24840" cy="161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33B195-22E4-0FE0-EC2D-453BE5544DC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253718" y="4848010"/>
                  <a:ext cx="604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78372BE-A681-4EBD-D372-0525E7DA3062}"/>
                    </a:ext>
                  </a:extLst>
                </p14:cNvPr>
                <p14:cNvContentPartPr/>
                <p14:nvPr/>
              </p14:nvContentPartPr>
              <p14:xfrm>
                <a:off x="7278558" y="3917410"/>
                <a:ext cx="1024560" cy="56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78372BE-A681-4EBD-D372-0525E7DA306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260918" y="3899770"/>
                  <a:ext cx="10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EEA5A30-993C-764A-C2F6-A46F26267942}"/>
                    </a:ext>
                  </a:extLst>
                </p14:cNvPr>
                <p14:cNvContentPartPr/>
                <p14:nvPr/>
              </p14:nvContentPartPr>
              <p14:xfrm>
                <a:off x="8269278" y="3960970"/>
                <a:ext cx="15120" cy="335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EEA5A30-993C-764A-C2F6-A46F2626794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251278" y="3943330"/>
                  <a:ext cx="507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CCD5B67-5447-E586-85B3-90023B561AAE}"/>
                    </a:ext>
                  </a:extLst>
                </p14:cNvPr>
                <p14:cNvContentPartPr/>
                <p14:nvPr/>
              </p14:nvContentPartPr>
              <p14:xfrm>
                <a:off x="8259918" y="4380370"/>
                <a:ext cx="97560" cy="40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CCD5B67-5447-E586-85B3-90023B561AA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242278" y="4362370"/>
                  <a:ext cx="1332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DDB139B-AA64-25C5-9040-62F72B752270}"/>
                    </a:ext>
                  </a:extLst>
                </p14:cNvPr>
                <p14:cNvContentPartPr/>
                <p14:nvPr/>
              </p14:nvContentPartPr>
              <p14:xfrm>
                <a:off x="7350918" y="4756210"/>
                <a:ext cx="1066320" cy="81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DDB139B-AA64-25C5-9040-62F72B75227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332918" y="4738570"/>
                  <a:ext cx="110196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4C6A91D-C937-8FB9-6FFA-3C1BF5A6EAB8}"/>
                    </a:ext>
                  </a:extLst>
                </p14:cNvPr>
                <p14:cNvContentPartPr/>
                <p14:nvPr/>
              </p14:nvContentPartPr>
              <p14:xfrm>
                <a:off x="7382598" y="5224570"/>
                <a:ext cx="37080" cy="348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4C6A91D-C937-8FB9-6FFA-3C1BF5A6EAB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64958" y="5206930"/>
                  <a:ext cx="72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5A6EF26-B9E3-8949-4500-AE9A9E8F2B01}"/>
                    </a:ext>
                  </a:extLst>
                </p14:cNvPr>
                <p14:cNvContentPartPr/>
                <p14:nvPr/>
              </p14:nvContentPartPr>
              <p14:xfrm>
                <a:off x="8302038" y="3826330"/>
                <a:ext cx="1092600" cy="95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5A6EF26-B9E3-8949-4500-AE9A9E8F2B0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84398" y="3808690"/>
                  <a:ext cx="1128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6D68D6B-F911-4BA7-D362-8B49FE0A38CE}"/>
                    </a:ext>
                  </a:extLst>
                </p14:cNvPr>
                <p14:cNvContentPartPr/>
                <p14:nvPr/>
              </p14:nvContentPartPr>
              <p14:xfrm>
                <a:off x="8381238" y="5298370"/>
                <a:ext cx="1198080" cy="12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6D68D6B-F911-4BA7-D362-8B49FE0A38C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363238" y="5280370"/>
                  <a:ext cx="1233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884C241-8F2C-9045-A03D-20B6316012D7}"/>
                    </a:ext>
                  </a:extLst>
                </p14:cNvPr>
                <p14:cNvContentPartPr/>
                <p14:nvPr/>
              </p14:nvContentPartPr>
              <p14:xfrm>
                <a:off x="6170478" y="4451650"/>
                <a:ext cx="163800" cy="27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884C241-8F2C-9045-A03D-20B6316012D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152838" y="4434010"/>
                  <a:ext cx="1994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83E9045-8137-70D5-E728-7CE8153C11D6}"/>
                    </a:ext>
                  </a:extLst>
                </p14:cNvPr>
                <p14:cNvContentPartPr/>
                <p14:nvPr/>
              </p14:nvContentPartPr>
              <p14:xfrm>
                <a:off x="6125478" y="4412050"/>
                <a:ext cx="87480" cy="104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83E9045-8137-70D5-E728-7CE8153C11D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107838" y="4394050"/>
                  <a:ext cx="123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AE969D6-8F03-73E0-A77E-4BD91825360A}"/>
                    </a:ext>
                  </a:extLst>
                </p14:cNvPr>
                <p14:cNvContentPartPr/>
                <p14:nvPr/>
              </p14:nvContentPartPr>
              <p14:xfrm>
                <a:off x="6328518" y="4683130"/>
                <a:ext cx="61920" cy="81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AE969D6-8F03-73E0-A77E-4BD91825360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310518" y="4665490"/>
                  <a:ext cx="97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5CE3DF1-FF58-7F14-EE29-4B556358BA00}"/>
                    </a:ext>
                  </a:extLst>
                </p14:cNvPr>
                <p14:cNvContentPartPr/>
                <p14:nvPr/>
              </p14:nvContentPartPr>
              <p14:xfrm>
                <a:off x="6458478" y="4547410"/>
                <a:ext cx="100080" cy="174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5CE3DF1-FF58-7F14-EE29-4B556358BA0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440478" y="4529770"/>
                  <a:ext cx="135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ECB3E82-2AB2-BD43-B16E-C17A1C04CAAD}"/>
                    </a:ext>
                  </a:extLst>
                </p14:cNvPr>
                <p14:cNvContentPartPr/>
                <p14:nvPr/>
              </p14:nvContentPartPr>
              <p14:xfrm>
                <a:off x="6461358" y="4440490"/>
                <a:ext cx="169200" cy="168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ECB3E82-2AB2-BD43-B16E-C17A1C04CAA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443358" y="4422850"/>
                  <a:ext cx="204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FCA7961-BBCD-5689-F140-7AAEBD3A1698}"/>
                    </a:ext>
                  </a:extLst>
                </p14:cNvPr>
                <p14:cNvContentPartPr/>
                <p14:nvPr/>
              </p14:nvContentPartPr>
              <p14:xfrm>
                <a:off x="6702558" y="4400530"/>
                <a:ext cx="91800" cy="97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FCA7961-BBCD-5689-F140-7AAEBD3A169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684558" y="4382530"/>
                  <a:ext cx="127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85EBA49-8197-95D1-FF86-1E27C9F80CF7}"/>
                    </a:ext>
                  </a:extLst>
                </p14:cNvPr>
                <p14:cNvContentPartPr/>
                <p14:nvPr/>
              </p14:nvContentPartPr>
              <p14:xfrm>
                <a:off x="6813078" y="4246090"/>
                <a:ext cx="37440" cy="108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85EBA49-8197-95D1-FF86-1E27C9F80CF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795438" y="4228450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A1AFE71-6DF1-B086-2D94-D340BEC4D594}"/>
                    </a:ext>
                  </a:extLst>
                </p14:cNvPr>
                <p14:cNvContentPartPr/>
                <p14:nvPr/>
              </p14:nvContentPartPr>
              <p14:xfrm>
                <a:off x="6795798" y="3971050"/>
                <a:ext cx="53640" cy="4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A1AFE71-6DF1-B086-2D94-D340BEC4D59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777798" y="3953050"/>
                  <a:ext cx="892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3793428-DBC2-175C-B344-53B825C55F06}"/>
                    </a:ext>
                  </a:extLst>
                </p14:cNvPr>
                <p14:cNvContentPartPr/>
                <p14:nvPr/>
              </p14:nvContentPartPr>
              <p14:xfrm>
                <a:off x="6881838" y="4040530"/>
                <a:ext cx="41400" cy="51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3793428-DBC2-175C-B344-53B825C55F0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863838" y="4022890"/>
                  <a:ext cx="7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6CDB521-007E-6AC8-E8EA-1A2592F8D97D}"/>
                    </a:ext>
                  </a:extLst>
                </p14:cNvPr>
                <p14:cNvContentPartPr/>
                <p14:nvPr/>
              </p14:nvContentPartPr>
              <p14:xfrm>
                <a:off x="6948438" y="3793210"/>
                <a:ext cx="111600" cy="90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6CDB521-007E-6AC8-E8EA-1A2592F8D97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30438" y="3775570"/>
                  <a:ext cx="14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EC2FB06-F175-ECC7-78B6-B53F971D3E0D}"/>
                    </a:ext>
                  </a:extLst>
                </p14:cNvPr>
                <p14:cNvContentPartPr/>
                <p14:nvPr/>
              </p14:nvContentPartPr>
              <p14:xfrm>
                <a:off x="7086678" y="3937210"/>
                <a:ext cx="45360" cy="4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EC2FB06-F175-ECC7-78B6-B53F971D3E0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068678" y="3919570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F162611-C89F-84EB-7991-C7E69C3CA7E4}"/>
                    </a:ext>
                  </a:extLst>
                </p14:cNvPr>
                <p14:cNvContentPartPr/>
                <p14:nvPr/>
              </p14:nvContentPartPr>
              <p14:xfrm>
                <a:off x="8574558" y="4539490"/>
                <a:ext cx="141480" cy="33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F162611-C89F-84EB-7991-C7E69C3CA7E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56558" y="4521490"/>
                  <a:ext cx="1771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1AA700E-19BB-9C8B-5E9F-1D152FB83754}"/>
                    </a:ext>
                  </a:extLst>
                </p14:cNvPr>
                <p14:cNvContentPartPr/>
                <p14:nvPr/>
              </p14:nvContentPartPr>
              <p14:xfrm>
                <a:off x="8617758" y="4515730"/>
                <a:ext cx="137520" cy="183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1AA700E-19BB-9C8B-5E9F-1D152FB8375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00118" y="4497730"/>
                  <a:ext cx="173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99BD8F7-40FB-FB8F-2DEB-33CB6607DF7B}"/>
                    </a:ext>
                  </a:extLst>
                </p14:cNvPr>
                <p14:cNvContentPartPr/>
                <p14:nvPr/>
              </p14:nvContentPartPr>
              <p14:xfrm>
                <a:off x="8897478" y="4582330"/>
                <a:ext cx="75240" cy="153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99BD8F7-40FB-FB8F-2DEB-33CB6607DF7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79478" y="4564330"/>
                  <a:ext cx="110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4B3C5F2-C100-CD72-3865-1C624703D3BE}"/>
                    </a:ext>
                  </a:extLst>
                </p14:cNvPr>
                <p14:cNvContentPartPr/>
                <p14:nvPr/>
              </p14:nvContentPartPr>
              <p14:xfrm>
                <a:off x="8920158" y="4467130"/>
                <a:ext cx="149400" cy="135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4B3C5F2-C100-CD72-3865-1C624703D3B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902518" y="4449130"/>
                  <a:ext cx="1850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75F0F6E-1D94-49D4-3980-C08797E74677}"/>
                    </a:ext>
                  </a:extLst>
                </p14:cNvPr>
                <p14:cNvContentPartPr/>
                <p14:nvPr/>
              </p14:nvContentPartPr>
              <p14:xfrm>
                <a:off x="9134718" y="4495930"/>
                <a:ext cx="90000" cy="97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75F0F6E-1D94-49D4-3980-C08797E7467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17078" y="4477930"/>
                  <a:ext cx="125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1922F6F-1CAF-8B16-C56E-81E1F0724445}"/>
                    </a:ext>
                  </a:extLst>
                </p14:cNvPr>
                <p14:cNvContentPartPr/>
                <p14:nvPr/>
              </p14:nvContentPartPr>
              <p14:xfrm>
                <a:off x="9262518" y="4389010"/>
                <a:ext cx="61920" cy="78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1922F6F-1CAF-8B16-C56E-81E1F072444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244518" y="4371010"/>
                  <a:ext cx="975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359BF18-0025-83EF-AD5D-0BE78B1CD50D}"/>
                    </a:ext>
                  </a:extLst>
                </p14:cNvPr>
                <p14:cNvContentPartPr/>
                <p14:nvPr/>
              </p14:nvContentPartPr>
              <p14:xfrm>
                <a:off x="9433518" y="4286050"/>
                <a:ext cx="12240" cy="10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359BF18-0025-83EF-AD5D-0BE78B1CD50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415518" y="4268050"/>
                  <a:ext cx="47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249B481-4FA4-9174-E865-CD5A0918245A}"/>
                    </a:ext>
                  </a:extLst>
                </p14:cNvPr>
                <p14:cNvContentPartPr/>
                <p14:nvPr/>
              </p14:nvContentPartPr>
              <p14:xfrm>
                <a:off x="9470238" y="4330690"/>
                <a:ext cx="58680" cy="52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249B481-4FA4-9174-E865-CD5A0918245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452238" y="4312690"/>
                  <a:ext cx="94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D1E7159-10A6-9016-D50E-C3B3F75283C2}"/>
                    </a:ext>
                  </a:extLst>
                </p14:cNvPr>
                <p14:cNvContentPartPr/>
                <p14:nvPr/>
              </p14:nvContentPartPr>
              <p14:xfrm>
                <a:off x="9694518" y="4072210"/>
                <a:ext cx="136080" cy="190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D1E7159-10A6-9016-D50E-C3B3F75283C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676878" y="4054210"/>
                  <a:ext cx="17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B29F289-3D0A-E5CF-F74E-73966F050B53}"/>
                    </a:ext>
                  </a:extLst>
                </p14:cNvPr>
                <p14:cNvContentPartPr/>
                <p14:nvPr/>
              </p14:nvContentPartPr>
              <p14:xfrm>
                <a:off x="9881718" y="4306570"/>
                <a:ext cx="19080" cy="20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B29F289-3D0A-E5CF-F74E-73966F050B5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864078" y="4288930"/>
                  <a:ext cx="547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6934AAB-63FD-A5FF-7A69-74F594876114}"/>
              </a:ext>
            </a:extLst>
          </p:cNvPr>
          <p:cNvGrpSpPr/>
          <p:nvPr/>
        </p:nvGrpSpPr>
        <p:grpSpPr>
          <a:xfrm>
            <a:off x="7345518" y="5699050"/>
            <a:ext cx="3781080" cy="671040"/>
            <a:chOff x="7345518" y="5699050"/>
            <a:chExt cx="3781080" cy="67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6087F3-CA19-745D-CCB9-B3CC69C8836A}"/>
                    </a:ext>
                  </a:extLst>
                </p14:cNvPr>
                <p14:cNvContentPartPr/>
                <p14:nvPr/>
              </p14:nvContentPartPr>
              <p14:xfrm>
                <a:off x="7345518" y="5935210"/>
                <a:ext cx="47160" cy="398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6087F3-CA19-745D-CCB9-B3CC69C8836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327878" y="5917570"/>
                  <a:ext cx="82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848121E-F41F-A5D5-C9D6-7F817A3ACE3F}"/>
                    </a:ext>
                  </a:extLst>
                </p14:cNvPr>
                <p14:cNvContentPartPr/>
                <p14:nvPr/>
              </p14:nvContentPartPr>
              <p14:xfrm>
                <a:off x="7359198" y="5937730"/>
                <a:ext cx="250560" cy="258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848121E-F41F-A5D5-C9D6-7F817A3ACE3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341558" y="5920090"/>
                  <a:ext cx="2862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056007E-32A9-23D4-2D39-E14341CDF1B8}"/>
                    </a:ext>
                  </a:extLst>
                </p14:cNvPr>
                <p14:cNvContentPartPr/>
                <p14:nvPr/>
              </p14:nvContentPartPr>
              <p14:xfrm>
                <a:off x="7710558" y="6126010"/>
                <a:ext cx="22680" cy="244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056007E-32A9-23D4-2D39-E14341CDF1B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692918" y="6108010"/>
                  <a:ext cx="58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1B43FBA-1020-5F24-6DD2-DCBF750B4F42}"/>
                    </a:ext>
                  </a:extLst>
                </p14:cNvPr>
                <p14:cNvContentPartPr/>
                <p14:nvPr/>
              </p14:nvContentPartPr>
              <p14:xfrm>
                <a:off x="7712718" y="6133210"/>
                <a:ext cx="133920" cy="122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1B43FBA-1020-5F24-6DD2-DCBF750B4F42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695078" y="6115570"/>
                  <a:ext cx="169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ADAA7F6-C233-362A-59CF-9E79CB872FCC}"/>
                    </a:ext>
                  </a:extLst>
                </p14:cNvPr>
                <p14:cNvContentPartPr/>
                <p14:nvPr/>
              </p14:nvContentPartPr>
              <p14:xfrm>
                <a:off x="7985958" y="6174970"/>
                <a:ext cx="69480" cy="124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ADAA7F6-C233-362A-59CF-9E79CB872FC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968318" y="6156970"/>
                  <a:ext cx="105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D0AF5C1-5FAC-12C1-596F-C14E0C1AC453}"/>
                    </a:ext>
                  </a:extLst>
                </p14:cNvPr>
                <p14:cNvContentPartPr/>
                <p14:nvPr/>
              </p14:nvContentPartPr>
              <p14:xfrm>
                <a:off x="8126718" y="6122050"/>
                <a:ext cx="74520" cy="101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D0AF5C1-5FAC-12C1-596F-C14E0C1AC45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09078" y="6104050"/>
                  <a:ext cx="110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C2E211-3218-8C59-EC34-095A6693F51D}"/>
                    </a:ext>
                  </a:extLst>
                </p14:cNvPr>
                <p14:cNvContentPartPr/>
                <p14:nvPr/>
              </p14:nvContentPartPr>
              <p14:xfrm>
                <a:off x="8403558" y="6133210"/>
                <a:ext cx="33480" cy="13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C2E211-3218-8C59-EC34-095A6693F51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85918" y="6115210"/>
                  <a:ext cx="69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FED47FE-B41B-2F5E-65BE-D2EBF2F44B95}"/>
                    </a:ext>
                  </a:extLst>
                </p14:cNvPr>
                <p14:cNvContentPartPr/>
                <p14:nvPr/>
              </p14:nvContentPartPr>
              <p14:xfrm>
                <a:off x="8468358" y="6187570"/>
                <a:ext cx="56160" cy="2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FED47FE-B41B-2F5E-65BE-D2EBF2F44B9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450358" y="6169570"/>
                  <a:ext cx="91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4870B26-0AE2-082D-32C8-7484672988F9}"/>
                    </a:ext>
                  </a:extLst>
                </p14:cNvPr>
                <p14:cNvContentPartPr/>
                <p14:nvPr/>
              </p14:nvContentPartPr>
              <p14:xfrm>
                <a:off x="8777598" y="5884450"/>
                <a:ext cx="84600" cy="367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4870B26-0AE2-082D-32C8-7484672988F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59958" y="5866450"/>
                  <a:ext cx="1202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518DCD-698B-1210-8B2F-4386F63742A7}"/>
                    </a:ext>
                  </a:extLst>
                </p14:cNvPr>
                <p14:cNvContentPartPr/>
                <p14:nvPr/>
              </p14:nvContentPartPr>
              <p14:xfrm>
                <a:off x="8811438" y="5861050"/>
                <a:ext cx="170280" cy="263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518DCD-698B-1210-8B2F-4386F63742A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93438" y="5843050"/>
                  <a:ext cx="205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5242C8E-8705-C782-81E3-C92B8FF1BED4}"/>
                    </a:ext>
                  </a:extLst>
                </p14:cNvPr>
                <p14:cNvContentPartPr/>
                <p14:nvPr/>
              </p14:nvContentPartPr>
              <p14:xfrm>
                <a:off x="9073158" y="6027370"/>
                <a:ext cx="143640" cy="60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5242C8E-8705-C782-81E3-C92B8FF1BED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055158" y="6009730"/>
                  <a:ext cx="1792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8F3B861-1896-E4E6-04C1-ACA5FEF5DD58}"/>
                    </a:ext>
                  </a:extLst>
                </p14:cNvPr>
                <p14:cNvContentPartPr/>
                <p14:nvPr/>
              </p14:nvContentPartPr>
              <p14:xfrm>
                <a:off x="9164238" y="5998930"/>
                <a:ext cx="34200" cy="2984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8F3B861-1896-E4E6-04C1-ACA5FEF5DD5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146598" y="5980930"/>
                  <a:ext cx="69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4C70601-87BF-064F-CAD1-DA74B9E8CB05}"/>
                    </a:ext>
                  </a:extLst>
                </p14:cNvPr>
                <p14:cNvContentPartPr/>
                <p14:nvPr/>
              </p14:nvContentPartPr>
              <p14:xfrm>
                <a:off x="9331638" y="6042490"/>
                <a:ext cx="182880" cy="166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4C70601-87BF-064F-CAD1-DA74B9E8CB0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313638" y="6024850"/>
                  <a:ext cx="21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001F450-7235-9075-1BEA-525B23BE52EC}"/>
                    </a:ext>
                  </a:extLst>
                </p14:cNvPr>
                <p14:cNvContentPartPr/>
                <p14:nvPr/>
              </p14:nvContentPartPr>
              <p14:xfrm>
                <a:off x="9688758" y="5977330"/>
                <a:ext cx="20520" cy="11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001F450-7235-9075-1BEA-525B23BE52E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670758" y="5959690"/>
                  <a:ext cx="56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7014A57-C5AF-BC7F-0196-95BDC8DEE901}"/>
                    </a:ext>
                  </a:extLst>
                </p14:cNvPr>
                <p14:cNvContentPartPr/>
                <p14:nvPr/>
              </p14:nvContentPartPr>
              <p14:xfrm>
                <a:off x="9722598" y="5997490"/>
                <a:ext cx="43200" cy="37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7014A57-C5AF-BC7F-0196-95BDC8DEE90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04598" y="5979850"/>
                  <a:ext cx="788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590C597-EE30-93E9-E049-1457588449E8}"/>
                    </a:ext>
                  </a:extLst>
                </p14:cNvPr>
                <p14:cNvContentPartPr/>
                <p14:nvPr/>
              </p14:nvContentPartPr>
              <p14:xfrm>
                <a:off x="9924558" y="5808490"/>
                <a:ext cx="163080" cy="24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590C597-EE30-93E9-E049-1457588449E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906558" y="5790490"/>
                  <a:ext cx="1987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C8ECC31-E5FA-237C-0BAF-DA9EB2A2D1D5}"/>
                    </a:ext>
                  </a:extLst>
                </p14:cNvPr>
                <p14:cNvContentPartPr/>
                <p14:nvPr/>
              </p14:nvContentPartPr>
              <p14:xfrm>
                <a:off x="10224438" y="5772490"/>
                <a:ext cx="278640" cy="265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C8ECC31-E5FA-237C-0BAF-DA9EB2A2D1D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206438" y="5754490"/>
                  <a:ext cx="3142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453778-16E2-8A1F-AC4A-58CB3358F51A}"/>
                    </a:ext>
                  </a:extLst>
                </p14:cNvPr>
                <p14:cNvContentPartPr/>
                <p14:nvPr/>
              </p14:nvContentPartPr>
              <p14:xfrm>
                <a:off x="10696758" y="5699050"/>
                <a:ext cx="429840" cy="240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453778-16E2-8A1F-AC4A-58CB3358F51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678758" y="5681410"/>
                  <a:ext cx="465480" cy="275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8685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4170-2D31-1213-C4A5-9A513229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FBDF3-F6E3-1A13-37CD-2CB335D3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234B2-767C-4870-A67B-D4B72E8060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C2B6D3-A9DD-EB26-CB00-88C695297A45}"/>
              </a:ext>
            </a:extLst>
          </p:cNvPr>
          <p:cNvGrpSpPr/>
          <p:nvPr/>
        </p:nvGrpSpPr>
        <p:grpSpPr>
          <a:xfrm>
            <a:off x="6508518" y="1036330"/>
            <a:ext cx="3025800" cy="2222640"/>
            <a:chOff x="6508518" y="1036330"/>
            <a:chExt cx="3025800" cy="22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AB47CA5-6E9B-9DE4-F91D-338A879FE2B8}"/>
                    </a:ext>
                  </a:extLst>
                </p14:cNvPr>
                <p14:cNvContentPartPr/>
                <p14:nvPr/>
              </p14:nvContentPartPr>
              <p14:xfrm>
                <a:off x="7227078" y="1036330"/>
                <a:ext cx="33120" cy="596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AB47CA5-6E9B-9DE4-F91D-338A879FE2B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09078" y="1018341"/>
                  <a:ext cx="68760" cy="6324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88695F-F7C2-288C-CBC5-D663BF1F0033}"/>
                    </a:ext>
                  </a:extLst>
                </p14:cNvPr>
                <p14:cNvContentPartPr/>
                <p14:nvPr/>
              </p14:nvContentPartPr>
              <p14:xfrm>
                <a:off x="7213398" y="1570210"/>
                <a:ext cx="49320" cy="198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88695F-F7C2-288C-CBC5-D663BF1F00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95398" y="1552210"/>
                  <a:ext cx="84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28C28A0-020E-458C-60FF-3DC25EB3D364}"/>
                    </a:ext>
                  </a:extLst>
                </p14:cNvPr>
                <p14:cNvContentPartPr/>
                <p14:nvPr/>
              </p14:nvContentPartPr>
              <p14:xfrm>
                <a:off x="6979398" y="1749130"/>
                <a:ext cx="553680" cy="73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28C28A0-020E-458C-60FF-3DC25EB3D36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61398" y="1731041"/>
                  <a:ext cx="589320" cy="1092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258B2D-91FD-6F3F-6A82-401640790E7C}"/>
                    </a:ext>
                  </a:extLst>
                </p14:cNvPr>
                <p14:cNvContentPartPr/>
                <p14:nvPr/>
              </p14:nvContentPartPr>
              <p14:xfrm>
                <a:off x="7163718" y="1929130"/>
                <a:ext cx="14796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258B2D-91FD-6F3F-6A82-401640790E7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145718" y="1911416"/>
                  <a:ext cx="183600" cy="573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7AB956-2F6D-2CBF-84F8-D5130432BEA6}"/>
                    </a:ext>
                  </a:extLst>
                </p14:cNvPr>
                <p14:cNvContentPartPr/>
                <p14:nvPr/>
              </p14:nvContentPartPr>
              <p14:xfrm>
                <a:off x="7273518" y="1965490"/>
                <a:ext cx="25560" cy="612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7AB956-2F6D-2CBF-84F8-D5130432BEA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55768" y="1947490"/>
                  <a:ext cx="60705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A1BB11-0818-6BBA-4656-FC2C3BAFF818}"/>
                    </a:ext>
                  </a:extLst>
                </p14:cNvPr>
                <p14:cNvContentPartPr/>
                <p14:nvPr/>
              </p14:nvContentPartPr>
              <p14:xfrm>
                <a:off x="7255878" y="1154410"/>
                <a:ext cx="544320" cy="38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A1BB11-0818-6BBA-4656-FC2C3BAFF81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37866" y="1136239"/>
                  <a:ext cx="579984" cy="741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143E97-412E-EDC2-F787-8B96FD0CC4AA}"/>
                    </a:ext>
                  </a:extLst>
                </p14:cNvPr>
                <p14:cNvContentPartPr/>
                <p14:nvPr/>
              </p14:nvContentPartPr>
              <p14:xfrm>
                <a:off x="7787238" y="1122730"/>
                <a:ext cx="439560" cy="5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143E97-412E-EDC2-F787-8B96FD0CC4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69238" y="1104730"/>
                  <a:ext cx="47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E92C2A-8835-2E27-6938-7BE248BFA2F6}"/>
                    </a:ext>
                  </a:extLst>
                </p14:cNvPr>
                <p14:cNvContentPartPr/>
                <p14:nvPr/>
              </p14:nvContentPartPr>
              <p14:xfrm>
                <a:off x="8197998" y="1155850"/>
                <a:ext cx="313200" cy="5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E92C2A-8835-2E27-6938-7BE248BFA2F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79998" y="1137850"/>
                  <a:ext cx="348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CC865D5-7C8C-222E-11DF-AF020C25AA0B}"/>
                    </a:ext>
                  </a:extLst>
                </p14:cNvPr>
                <p14:cNvContentPartPr/>
                <p14:nvPr/>
              </p14:nvContentPartPr>
              <p14:xfrm>
                <a:off x="8462238" y="1204450"/>
                <a:ext cx="42120" cy="37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CC865D5-7C8C-222E-11DF-AF020C25AA0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44238" y="1186433"/>
                  <a:ext cx="77760" cy="412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583EEB-C352-F10D-4E28-AD28BEF18B49}"/>
                    </a:ext>
                  </a:extLst>
                </p14:cNvPr>
                <p14:cNvContentPartPr/>
                <p14:nvPr/>
              </p14:nvContentPartPr>
              <p14:xfrm>
                <a:off x="8366478" y="1616290"/>
                <a:ext cx="135360" cy="37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583EEB-C352-F10D-4E28-AD28BEF18B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348478" y="1598273"/>
                  <a:ext cx="171000" cy="4136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437506C-1111-A37E-AEF7-9F22B46FC8E3}"/>
                    </a:ext>
                  </a:extLst>
                </p14:cNvPr>
                <p14:cNvContentPartPr/>
                <p14:nvPr/>
              </p14:nvContentPartPr>
              <p14:xfrm>
                <a:off x="8471598" y="1992130"/>
                <a:ext cx="57960" cy="28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437506C-1111-A37E-AEF7-9F22B46FC8E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53709" y="1974153"/>
                  <a:ext cx="93380" cy="3225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46DC6B-1F23-BDC9-C908-E3C9F352A5E0}"/>
                    </a:ext>
                  </a:extLst>
                </p14:cNvPr>
                <p14:cNvContentPartPr/>
                <p14:nvPr/>
              </p14:nvContentPartPr>
              <p14:xfrm>
                <a:off x="7405638" y="2358610"/>
                <a:ext cx="1174320" cy="871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46DC6B-1F23-BDC9-C908-E3C9F352A5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387638" y="2340610"/>
                  <a:ext cx="120996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BF41F11-7EF9-DD0A-D771-2CCC1CB8FC5E}"/>
                    </a:ext>
                  </a:extLst>
                </p14:cNvPr>
                <p14:cNvContentPartPr/>
                <p14:nvPr/>
              </p14:nvContentPartPr>
              <p14:xfrm>
                <a:off x="7280358" y="2527810"/>
                <a:ext cx="40680" cy="731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BF41F11-7EF9-DD0A-D771-2CCC1CB8FC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62358" y="2509810"/>
                  <a:ext cx="76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6FF448D-A05E-A48D-ED0C-34F65302BA63}"/>
                    </a:ext>
                  </a:extLst>
                </p14:cNvPr>
                <p14:cNvContentPartPr/>
                <p14:nvPr/>
              </p14:nvContentPartPr>
              <p14:xfrm>
                <a:off x="6508518" y="2021290"/>
                <a:ext cx="145440" cy="28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6FF448D-A05E-A48D-ED0C-34F65302BA6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90518" y="2003290"/>
                  <a:ext cx="181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4495C41-8CA3-04FB-107F-BAA6F2EF10A5}"/>
                    </a:ext>
                  </a:extLst>
                </p14:cNvPr>
                <p14:cNvContentPartPr/>
                <p14:nvPr/>
              </p14:nvContentPartPr>
              <p14:xfrm>
                <a:off x="6644238" y="1961890"/>
                <a:ext cx="158760" cy="22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4495C41-8CA3-04FB-107F-BAA6F2EF10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26238" y="1943890"/>
                  <a:ext cx="194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C95456-E92A-5CC4-6FD1-F771C05B7440}"/>
                    </a:ext>
                  </a:extLst>
                </p14:cNvPr>
                <p14:cNvContentPartPr/>
                <p14:nvPr/>
              </p14:nvContentPartPr>
              <p14:xfrm>
                <a:off x="6669078" y="1590010"/>
                <a:ext cx="165240" cy="279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C95456-E92A-5CC4-6FD1-F771C05B744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651078" y="1572010"/>
                  <a:ext cx="2008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2581E5-3C4B-4ED8-E848-17EB1571F710}"/>
                    </a:ext>
                  </a:extLst>
                </p14:cNvPr>
                <p14:cNvContentPartPr/>
                <p14:nvPr/>
              </p14:nvContentPartPr>
              <p14:xfrm>
                <a:off x="8792718" y="1506490"/>
                <a:ext cx="100800" cy="207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2581E5-3C4B-4ED8-E848-17EB1571F7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74782" y="1488459"/>
                  <a:ext cx="136313" cy="243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B29053C-C5E4-9D32-A6DE-15198242EDC4}"/>
                    </a:ext>
                  </a:extLst>
                </p14:cNvPr>
                <p14:cNvContentPartPr/>
                <p14:nvPr/>
              </p14:nvContentPartPr>
              <p14:xfrm>
                <a:off x="8876958" y="1506490"/>
                <a:ext cx="118440" cy="19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B29053C-C5E4-9D32-A6DE-15198242EDC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59013" y="1488490"/>
                  <a:ext cx="153972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188978F-6A63-9E25-1DA8-46FE60994F5A}"/>
                    </a:ext>
                  </a:extLst>
                </p14:cNvPr>
                <p14:cNvContentPartPr/>
                <p14:nvPr/>
              </p14:nvContentPartPr>
              <p14:xfrm>
                <a:off x="8968758" y="1525570"/>
                <a:ext cx="92160" cy="58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188978F-6A63-9E25-1DA8-46FE60994F5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50687" y="1507570"/>
                  <a:ext cx="1279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CFF420A-A361-659E-480E-9D46694A4DD7}"/>
                    </a:ext>
                  </a:extLst>
                </p14:cNvPr>
                <p14:cNvContentPartPr/>
                <p14:nvPr/>
              </p14:nvContentPartPr>
              <p14:xfrm>
                <a:off x="8469438" y="2187610"/>
                <a:ext cx="52560" cy="47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CFF420A-A361-659E-480E-9D46694A4DD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51438" y="2169472"/>
                  <a:ext cx="88200" cy="83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D315B89-EA39-3964-24A5-38FE644A6CC0}"/>
                    </a:ext>
                  </a:extLst>
                </p14:cNvPr>
                <p14:cNvContentPartPr/>
                <p14:nvPr/>
              </p14:nvContentPartPr>
              <p14:xfrm>
                <a:off x="8480958" y="3118930"/>
                <a:ext cx="123480" cy="119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D315B89-EA39-3964-24A5-38FE644A6C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62958" y="3100930"/>
                  <a:ext cx="159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5B4B689-4008-9BEC-5A71-C895B165BDDA}"/>
                    </a:ext>
                  </a:extLst>
                </p14:cNvPr>
                <p14:cNvContentPartPr/>
                <p14:nvPr/>
              </p14:nvContentPartPr>
              <p14:xfrm>
                <a:off x="8504718" y="2220730"/>
                <a:ext cx="6840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5B4B689-4008-9BEC-5A71-C895B165BDD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86718" y="2202730"/>
                  <a:ext cx="104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A119A0-1DEE-7463-13A0-4869AF111007}"/>
                    </a:ext>
                  </a:extLst>
                </p14:cNvPr>
                <p14:cNvContentPartPr/>
                <p14:nvPr/>
              </p14:nvContentPartPr>
              <p14:xfrm>
                <a:off x="8714238" y="2528890"/>
                <a:ext cx="144000" cy="133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A119A0-1DEE-7463-13A0-4869AF11100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96238" y="2510890"/>
                  <a:ext cx="179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433E69-46AC-8ABF-0F67-E88B5F3B9BD9}"/>
                    </a:ext>
                  </a:extLst>
                </p14:cNvPr>
                <p14:cNvContentPartPr/>
                <p14:nvPr/>
              </p14:nvContentPartPr>
              <p14:xfrm>
                <a:off x="8848158" y="2553010"/>
                <a:ext cx="42480" cy="206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433E69-46AC-8ABF-0F67-E88B5F3B9BD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30158" y="2535010"/>
                  <a:ext cx="78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EF06958-48A1-A1CB-8836-DD8F4E997CBE}"/>
                    </a:ext>
                  </a:extLst>
                </p14:cNvPr>
                <p14:cNvContentPartPr/>
                <p14:nvPr/>
              </p14:nvContentPartPr>
              <p14:xfrm>
                <a:off x="9002238" y="2526730"/>
                <a:ext cx="42840" cy="17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EF06958-48A1-A1CB-8836-DD8F4E997CB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4238" y="2508730"/>
                  <a:ext cx="78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BA5331-58F7-C8E1-4C37-7813DFBD6371}"/>
                    </a:ext>
                  </a:extLst>
                </p14:cNvPr>
                <p14:cNvContentPartPr/>
                <p14:nvPr/>
              </p14:nvContentPartPr>
              <p14:xfrm>
                <a:off x="9069198" y="2583610"/>
                <a:ext cx="84600" cy="38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BA5331-58F7-C8E1-4C37-7813DFBD63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051198" y="2565442"/>
                  <a:ext cx="120240" cy="74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5116F2-BB53-8A49-9425-D17701F0D697}"/>
                    </a:ext>
                  </a:extLst>
                </p14:cNvPr>
                <p14:cNvContentPartPr/>
                <p14:nvPr/>
              </p14:nvContentPartPr>
              <p14:xfrm>
                <a:off x="8474838" y="2117410"/>
                <a:ext cx="873720" cy="140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5116F2-BB53-8A49-9425-D17701F0D6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56838" y="2099410"/>
                  <a:ext cx="909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74C95C-131B-F7B5-F53B-1C2EA265F10D}"/>
                    </a:ext>
                  </a:extLst>
                </p14:cNvPr>
                <p14:cNvContentPartPr/>
                <p14:nvPr/>
              </p14:nvContentPartPr>
              <p14:xfrm>
                <a:off x="9295638" y="2074210"/>
                <a:ext cx="114840" cy="90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74C95C-131B-F7B5-F53B-1C2EA265F10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77581" y="2056210"/>
                  <a:ext cx="150592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534A3C2-2511-5510-7168-95F60E748E99}"/>
                    </a:ext>
                  </a:extLst>
                </p14:cNvPr>
                <p14:cNvContentPartPr/>
                <p14:nvPr/>
              </p14:nvContentPartPr>
              <p14:xfrm>
                <a:off x="8523438" y="3159610"/>
                <a:ext cx="901440" cy="45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534A3C2-2511-5510-7168-95F60E748E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05438" y="3141467"/>
                  <a:ext cx="93708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90D4169-8530-D2F9-57EF-06D9CBC4FB93}"/>
                    </a:ext>
                  </a:extLst>
                </p14:cNvPr>
                <p14:cNvContentPartPr/>
                <p14:nvPr/>
              </p14:nvContentPartPr>
              <p14:xfrm>
                <a:off x="9411918" y="3124330"/>
                <a:ext cx="122400" cy="10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90D4169-8530-D2F9-57EF-06D9CBC4FB9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93918" y="3106330"/>
                  <a:ext cx="15804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B6272E2-C29E-DB02-AC49-95817B5E0272}"/>
              </a:ext>
            </a:extLst>
          </p:cNvPr>
          <p:cNvGrpSpPr/>
          <p:nvPr/>
        </p:nvGrpSpPr>
        <p:grpSpPr>
          <a:xfrm>
            <a:off x="9862998" y="3103450"/>
            <a:ext cx="608760" cy="101520"/>
            <a:chOff x="9862998" y="3103450"/>
            <a:chExt cx="608760" cy="10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BAFF360-F91A-327F-FE47-42E97061F308}"/>
                    </a:ext>
                  </a:extLst>
                </p14:cNvPr>
                <p14:cNvContentPartPr/>
                <p14:nvPr/>
              </p14:nvContentPartPr>
              <p14:xfrm>
                <a:off x="9862998" y="3103450"/>
                <a:ext cx="9324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BAFF360-F91A-327F-FE47-42E97061F30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928" y="3085569"/>
                  <a:ext cx="129018" cy="894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6E516D-CD47-FCB2-2FE0-75B2E5F5B657}"/>
                    </a:ext>
                  </a:extLst>
                </p14:cNvPr>
                <p14:cNvContentPartPr/>
                <p14:nvPr/>
              </p14:nvContentPartPr>
              <p14:xfrm>
                <a:off x="9878478" y="3130450"/>
                <a:ext cx="593280" cy="74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6E516D-CD47-FCB2-2FE0-75B2E5F5B65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860467" y="3112450"/>
                  <a:ext cx="628942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E856BA6-6360-973E-A7B0-7F1D1796411B}"/>
              </a:ext>
            </a:extLst>
          </p:cNvPr>
          <p:cNvGrpSpPr/>
          <p:nvPr/>
        </p:nvGrpSpPr>
        <p:grpSpPr>
          <a:xfrm>
            <a:off x="9967038" y="2449690"/>
            <a:ext cx="854640" cy="237600"/>
            <a:chOff x="9967038" y="2449690"/>
            <a:chExt cx="85464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0C230D-689A-85E9-5FB6-447967CDF48B}"/>
                    </a:ext>
                  </a:extLst>
                </p14:cNvPr>
                <p14:cNvContentPartPr/>
                <p14:nvPr/>
              </p14:nvContentPartPr>
              <p14:xfrm>
                <a:off x="9967038" y="2499010"/>
                <a:ext cx="204480" cy="188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0C230D-689A-85E9-5FB6-447967CDF48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949038" y="2481010"/>
                  <a:ext cx="240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CC2267F-7DF4-4CDA-BE38-2EF60DA9E07F}"/>
                    </a:ext>
                  </a:extLst>
                </p14:cNvPr>
                <p14:cNvContentPartPr/>
                <p14:nvPr/>
              </p14:nvContentPartPr>
              <p14:xfrm>
                <a:off x="10276638" y="2506210"/>
                <a:ext cx="94680" cy="119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CC2267F-7DF4-4CDA-BE38-2EF60DA9E07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258638" y="2488210"/>
                  <a:ext cx="130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45522-8487-B4B3-A22D-DD2FB6451AEA}"/>
                    </a:ext>
                  </a:extLst>
                </p14:cNvPr>
                <p14:cNvContentPartPr/>
                <p14:nvPr/>
              </p14:nvContentPartPr>
              <p14:xfrm>
                <a:off x="10479318" y="2516650"/>
                <a:ext cx="9216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45522-8487-B4B3-A22D-DD2FB6451A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61318" y="2498650"/>
                  <a:ext cx="127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DB306C-77DA-306D-E5DA-8413D9A78119}"/>
                    </a:ext>
                  </a:extLst>
                </p14:cNvPr>
                <p14:cNvContentPartPr/>
                <p14:nvPr/>
              </p14:nvContentPartPr>
              <p14:xfrm>
                <a:off x="10619358" y="2535730"/>
                <a:ext cx="55080" cy="6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DB306C-77DA-306D-E5DA-8413D9A7811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601240" y="2517730"/>
                  <a:ext cx="9095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195FBB-EFC4-57F6-56C2-7499F2905CA1}"/>
                    </a:ext>
                  </a:extLst>
                </p14:cNvPr>
                <p14:cNvContentPartPr/>
                <p14:nvPr/>
              </p14:nvContentPartPr>
              <p14:xfrm>
                <a:off x="10716198" y="2449690"/>
                <a:ext cx="105480" cy="148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195FBB-EFC4-57F6-56C2-7499F2905CA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98198" y="2431646"/>
                  <a:ext cx="141120" cy="18404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5096F86-EB72-24B5-9890-3E9E95F4DDF3}"/>
              </a:ext>
            </a:extLst>
          </p:cNvPr>
          <p:cNvGrpSpPr/>
          <p:nvPr/>
        </p:nvGrpSpPr>
        <p:grpSpPr>
          <a:xfrm>
            <a:off x="9770838" y="2030290"/>
            <a:ext cx="853920" cy="156600"/>
            <a:chOff x="9770838" y="2030290"/>
            <a:chExt cx="853920" cy="15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916A82-CBA8-5989-D6F4-6CAC028799F2}"/>
                    </a:ext>
                  </a:extLst>
                </p14:cNvPr>
                <p14:cNvContentPartPr/>
                <p14:nvPr/>
              </p14:nvContentPartPr>
              <p14:xfrm>
                <a:off x="9770838" y="2066650"/>
                <a:ext cx="81000" cy="120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916A82-CBA8-5989-D6F4-6CAC02879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52918" y="2048650"/>
                  <a:ext cx="116482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D4B5E43-AE58-CFFD-A2EA-55E201F344FB}"/>
                    </a:ext>
                  </a:extLst>
                </p14:cNvPr>
                <p14:cNvContentPartPr/>
                <p14:nvPr/>
              </p14:nvContentPartPr>
              <p14:xfrm>
                <a:off x="9787038" y="2039650"/>
                <a:ext cx="506880" cy="113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D4B5E43-AE58-CFFD-A2EA-55E201F344F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769051" y="2021707"/>
                  <a:ext cx="542495" cy="148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8D59C0-F705-9B61-092D-D2EE6AC0F2B4}"/>
                    </a:ext>
                  </a:extLst>
                </p14:cNvPr>
                <p14:cNvContentPartPr/>
                <p14:nvPr/>
              </p14:nvContentPartPr>
              <p14:xfrm>
                <a:off x="10314438" y="2030290"/>
                <a:ext cx="258120" cy="31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8D59C0-F705-9B61-092D-D2EE6AC0F2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96463" y="2012083"/>
                  <a:ext cx="293710" cy="677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4AC53B1-9B76-A85A-F0E7-616845E1B135}"/>
                    </a:ext>
                  </a:extLst>
                </p14:cNvPr>
                <p14:cNvContentPartPr/>
                <p14:nvPr/>
              </p14:nvContentPartPr>
              <p14:xfrm>
                <a:off x="10607118" y="2034250"/>
                <a:ext cx="1512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4AC53B1-9B76-A85A-F0E7-616845E1B13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89118" y="2016250"/>
                  <a:ext cx="50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F4567A3-4C12-9A22-3973-F7866EA22F07}"/>
                    </a:ext>
                  </a:extLst>
                </p14:cNvPr>
                <p14:cNvContentPartPr/>
                <p14:nvPr/>
              </p14:nvContentPartPr>
              <p14:xfrm>
                <a:off x="10624398" y="2031730"/>
                <a:ext cx="360" cy="1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F4567A3-4C12-9A22-3973-F7866EA22F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606398" y="2013730"/>
                  <a:ext cx="360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FB7D88D-D2B1-9B0C-B792-34A627236EE2}"/>
              </a:ext>
            </a:extLst>
          </p:cNvPr>
          <p:cNvGrpSpPr/>
          <p:nvPr/>
        </p:nvGrpSpPr>
        <p:grpSpPr>
          <a:xfrm>
            <a:off x="10483998" y="3103810"/>
            <a:ext cx="232200" cy="38520"/>
            <a:chOff x="10483998" y="3103810"/>
            <a:chExt cx="232200" cy="3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DAC7295-6C5C-D920-A7A0-396005535607}"/>
                    </a:ext>
                  </a:extLst>
                </p14:cNvPr>
                <p14:cNvContentPartPr/>
                <p14:nvPr/>
              </p14:nvContentPartPr>
              <p14:xfrm>
                <a:off x="10483998" y="3123970"/>
                <a:ext cx="212040" cy="18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DAC7295-6C5C-D920-A7A0-39600553560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65998" y="3106316"/>
                  <a:ext cx="24768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878932F-8826-A4D4-8729-17D0B1628E9D}"/>
                    </a:ext>
                  </a:extLst>
                </p14:cNvPr>
                <p14:cNvContentPartPr/>
                <p14:nvPr/>
              </p14:nvContentPartPr>
              <p14:xfrm>
                <a:off x="10680918" y="3103810"/>
                <a:ext cx="35280" cy="19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878932F-8826-A4D4-8729-17D0B1628E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662918" y="3086143"/>
                  <a:ext cx="70920" cy="540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53DBA77-E466-58DF-8490-0D5BB894F591}"/>
              </a:ext>
            </a:extLst>
          </p:cNvPr>
          <p:cNvGrpSpPr/>
          <p:nvPr/>
        </p:nvGrpSpPr>
        <p:grpSpPr>
          <a:xfrm>
            <a:off x="6125478" y="3793210"/>
            <a:ext cx="3775320" cy="1779480"/>
            <a:chOff x="6125478" y="3793210"/>
            <a:chExt cx="3775320" cy="177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4A20EB9-7ABA-39B5-9815-282100953818}"/>
                    </a:ext>
                  </a:extLst>
                </p14:cNvPr>
                <p14:cNvContentPartPr/>
                <p14:nvPr/>
              </p14:nvContentPartPr>
              <p14:xfrm>
                <a:off x="7272798" y="3949090"/>
                <a:ext cx="59760" cy="501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4A20EB9-7ABA-39B5-9815-28210095381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54798" y="3931090"/>
                  <a:ext cx="954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10876A-1864-8E82-8626-377ECE03CF10}"/>
                    </a:ext>
                  </a:extLst>
                </p14:cNvPr>
                <p14:cNvContentPartPr/>
                <p14:nvPr/>
              </p14:nvContentPartPr>
              <p14:xfrm>
                <a:off x="6993798" y="4386850"/>
                <a:ext cx="625680" cy="770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10876A-1864-8E82-8626-377ECE03CF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75798" y="4368858"/>
                  <a:ext cx="661320" cy="805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023367-DF1B-0F0B-F627-5FE287B2BF11}"/>
                    </a:ext>
                  </a:extLst>
                </p14:cNvPr>
                <p14:cNvContentPartPr/>
                <p14:nvPr/>
              </p14:nvContentPartPr>
              <p14:xfrm>
                <a:off x="7163718" y="4653250"/>
                <a:ext cx="156960" cy="253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023367-DF1B-0F0B-F627-5FE287B2BF1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45718" y="4635224"/>
                  <a:ext cx="192600" cy="289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AE6AF3-1A4A-E019-8586-130AA30B989D}"/>
                    </a:ext>
                  </a:extLst>
                </p14:cNvPr>
                <p14:cNvContentPartPr/>
                <p14:nvPr/>
              </p14:nvContentPartPr>
              <p14:xfrm>
                <a:off x="7271718" y="4865650"/>
                <a:ext cx="24840" cy="161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AE6AF3-1A4A-E019-8586-130AA30B989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53718" y="4847650"/>
                  <a:ext cx="604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CED0AC0-4984-9B5C-0038-CF7079AF3AFD}"/>
                    </a:ext>
                  </a:extLst>
                </p14:cNvPr>
                <p14:cNvContentPartPr/>
                <p14:nvPr/>
              </p14:nvContentPartPr>
              <p14:xfrm>
                <a:off x="7278558" y="3917410"/>
                <a:ext cx="1024560" cy="56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CED0AC0-4984-9B5C-0038-CF7079AF3A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60558" y="3899410"/>
                  <a:ext cx="10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E84F71C-D114-8DCE-DC3A-3CEE0CC35F8F}"/>
                    </a:ext>
                  </a:extLst>
                </p14:cNvPr>
                <p14:cNvContentPartPr/>
                <p14:nvPr/>
              </p14:nvContentPartPr>
              <p14:xfrm>
                <a:off x="8269278" y="3960970"/>
                <a:ext cx="15120" cy="335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E84F71C-D114-8DCE-DC3A-3CEE0CC35F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251278" y="3942970"/>
                  <a:ext cx="507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67834C5-1E8F-E725-05F3-8208839FE0AC}"/>
                    </a:ext>
                  </a:extLst>
                </p14:cNvPr>
                <p14:cNvContentPartPr/>
                <p14:nvPr/>
              </p14:nvContentPartPr>
              <p14:xfrm>
                <a:off x="8259918" y="4380370"/>
                <a:ext cx="97560" cy="40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67834C5-1E8F-E725-05F3-8208839FE0A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41918" y="4362370"/>
                  <a:ext cx="1332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43B5FF2-9A0C-AED7-36E7-90B7D08F5956}"/>
                    </a:ext>
                  </a:extLst>
                </p14:cNvPr>
                <p14:cNvContentPartPr/>
                <p14:nvPr/>
              </p14:nvContentPartPr>
              <p14:xfrm>
                <a:off x="7350918" y="4756210"/>
                <a:ext cx="1066320" cy="81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43B5FF2-9A0C-AED7-36E7-90B7D08F595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32918" y="4738210"/>
                  <a:ext cx="110196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98D0E44-41E5-8848-F863-5AE926F66607}"/>
                    </a:ext>
                  </a:extLst>
                </p14:cNvPr>
                <p14:cNvContentPartPr/>
                <p14:nvPr/>
              </p14:nvContentPartPr>
              <p14:xfrm>
                <a:off x="7382598" y="5224570"/>
                <a:ext cx="37080" cy="348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98D0E44-41E5-8848-F863-5AE926F6660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64598" y="5206570"/>
                  <a:ext cx="72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BBF274D-A073-0CF6-B763-C09B12CD8A0A}"/>
                    </a:ext>
                  </a:extLst>
                </p14:cNvPr>
                <p14:cNvContentPartPr/>
                <p14:nvPr/>
              </p14:nvContentPartPr>
              <p14:xfrm>
                <a:off x="8302038" y="3826330"/>
                <a:ext cx="1092600" cy="95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BBF274D-A073-0CF6-B763-C09B12CD8A0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284038" y="3808330"/>
                  <a:ext cx="1128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E0F53D5-89A7-2B0F-B04E-5F1B54D52D53}"/>
                    </a:ext>
                  </a:extLst>
                </p14:cNvPr>
                <p14:cNvContentPartPr/>
                <p14:nvPr/>
              </p14:nvContentPartPr>
              <p14:xfrm>
                <a:off x="8381238" y="5298370"/>
                <a:ext cx="1198080" cy="12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E0F53D5-89A7-2B0F-B04E-5F1B54D52D5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63238" y="5280370"/>
                  <a:ext cx="1233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D6658B-1703-EC96-1A71-620C263A87E1}"/>
                    </a:ext>
                  </a:extLst>
                </p14:cNvPr>
                <p14:cNvContentPartPr/>
                <p14:nvPr/>
              </p14:nvContentPartPr>
              <p14:xfrm>
                <a:off x="6170478" y="4451650"/>
                <a:ext cx="163800" cy="27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D6658B-1703-EC96-1A71-620C263A87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152478" y="4433650"/>
                  <a:ext cx="1994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EED1A5C-D796-C25B-6462-B7A55BAA4DD3}"/>
                    </a:ext>
                  </a:extLst>
                </p14:cNvPr>
                <p14:cNvContentPartPr/>
                <p14:nvPr/>
              </p14:nvContentPartPr>
              <p14:xfrm>
                <a:off x="6125478" y="4412050"/>
                <a:ext cx="87480" cy="104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EED1A5C-D796-C25B-6462-B7A55BAA4DD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07478" y="4394050"/>
                  <a:ext cx="123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E1F1B1C-5ABE-2991-DA19-06B31F112D8A}"/>
                    </a:ext>
                  </a:extLst>
                </p14:cNvPr>
                <p14:cNvContentPartPr/>
                <p14:nvPr/>
              </p14:nvContentPartPr>
              <p14:xfrm>
                <a:off x="6328518" y="4683130"/>
                <a:ext cx="61920" cy="81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E1F1B1C-5ABE-2991-DA19-06B31F112D8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310518" y="4665130"/>
                  <a:ext cx="97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D943564-2D69-6703-1BC8-957EFA66C821}"/>
                    </a:ext>
                  </a:extLst>
                </p14:cNvPr>
                <p14:cNvContentPartPr/>
                <p14:nvPr/>
              </p14:nvContentPartPr>
              <p14:xfrm>
                <a:off x="6458478" y="4547410"/>
                <a:ext cx="100080" cy="174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D943564-2D69-6703-1BC8-957EFA66C82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40543" y="4529373"/>
                  <a:ext cx="135592" cy="2106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8B45D15-154C-AEFE-B39A-205DD308A43F}"/>
                    </a:ext>
                  </a:extLst>
                </p14:cNvPr>
                <p14:cNvContentPartPr/>
                <p14:nvPr/>
              </p14:nvContentPartPr>
              <p14:xfrm>
                <a:off x="6461358" y="4440490"/>
                <a:ext cx="169200" cy="168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8B45D15-154C-AEFE-B39A-205DD308A43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43358" y="4422490"/>
                  <a:ext cx="204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6F74B77-1021-7B9A-A19D-9BDF7CB1DD6B}"/>
                    </a:ext>
                  </a:extLst>
                </p14:cNvPr>
                <p14:cNvContentPartPr/>
                <p14:nvPr/>
              </p14:nvContentPartPr>
              <p14:xfrm>
                <a:off x="6702558" y="4400530"/>
                <a:ext cx="91800" cy="97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6F74B77-1021-7B9A-A19D-9BDF7CB1DD6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684558" y="4382530"/>
                  <a:ext cx="127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2A34B8-C566-D96B-0DF5-881FC5FA3F36}"/>
                    </a:ext>
                  </a:extLst>
                </p14:cNvPr>
                <p14:cNvContentPartPr/>
                <p14:nvPr/>
              </p14:nvContentPartPr>
              <p14:xfrm>
                <a:off x="6813078" y="4246090"/>
                <a:ext cx="37440" cy="108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2A34B8-C566-D96B-0DF5-881FC5FA3F3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795078" y="4228090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BF1BD10-1E3E-2F57-1B0A-0E473B791EB5}"/>
                    </a:ext>
                  </a:extLst>
                </p14:cNvPr>
                <p14:cNvContentPartPr/>
                <p14:nvPr/>
              </p14:nvContentPartPr>
              <p14:xfrm>
                <a:off x="6795798" y="3971050"/>
                <a:ext cx="53640" cy="4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BF1BD10-1E3E-2F57-1B0A-0E473B791EB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777798" y="3952905"/>
                  <a:ext cx="8928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98837C8-D89B-92A0-EDE0-D6BD2C8C2D0C}"/>
                    </a:ext>
                  </a:extLst>
                </p14:cNvPr>
                <p14:cNvContentPartPr/>
                <p14:nvPr/>
              </p14:nvContentPartPr>
              <p14:xfrm>
                <a:off x="6881838" y="4040530"/>
                <a:ext cx="41400" cy="51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98837C8-D89B-92A0-EDE0-D6BD2C8C2D0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863838" y="4022530"/>
                  <a:ext cx="7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8F22C39-9575-099B-1338-86A1C7F7DEB7}"/>
                    </a:ext>
                  </a:extLst>
                </p14:cNvPr>
                <p14:cNvContentPartPr/>
                <p14:nvPr/>
              </p14:nvContentPartPr>
              <p14:xfrm>
                <a:off x="6948438" y="3793210"/>
                <a:ext cx="111600" cy="90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8F22C39-9575-099B-1338-86A1C7F7DEB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30438" y="3775210"/>
                  <a:ext cx="14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554F8EC-DC31-0AAB-E061-8E2D8A4097F2}"/>
                    </a:ext>
                  </a:extLst>
                </p14:cNvPr>
                <p14:cNvContentPartPr/>
                <p14:nvPr/>
              </p14:nvContentPartPr>
              <p14:xfrm>
                <a:off x="7086678" y="3937210"/>
                <a:ext cx="45360" cy="4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554F8EC-DC31-0AAB-E061-8E2D8A4097F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68678" y="3919210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C4F13CF-46F9-37A5-9149-076862C039ED}"/>
                    </a:ext>
                  </a:extLst>
                </p14:cNvPr>
                <p14:cNvContentPartPr/>
                <p14:nvPr/>
              </p14:nvContentPartPr>
              <p14:xfrm>
                <a:off x="8574558" y="4539490"/>
                <a:ext cx="141480" cy="33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C4F13CF-46F9-37A5-9149-076862C039E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56558" y="4521509"/>
                  <a:ext cx="177120" cy="3689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754494B-CD2A-2E29-2FBA-147C4D63A746}"/>
                    </a:ext>
                  </a:extLst>
                </p14:cNvPr>
                <p14:cNvContentPartPr/>
                <p14:nvPr/>
              </p14:nvContentPartPr>
              <p14:xfrm>
                <a:off x="8617758" y="4515730"/>
                <a:ext cx="137520" cy="183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754494B-CD2A-2E29-2FBA-147C4D63A74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99758" y="4497730"/>
                  <a:ext cx="173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E4859E9-49FC-311E-FBB7-152718F13C90}"/>
                    </a:ext>
                  </a:extLst>
                </p14:cNvPr>
                <p14:cNvContentPartPr/>
                <p14:nvPr/>
              </p14:nvContentPartPr>
              <p14:xfrm>
                <a:off x="8897478" y="4582330"/>
                <a:ext cx="75240" cy="153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E4859E9-49FC-311E-FBB7-152718F13C9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79564" y="4564330"/>
                  <a:ext cx="11071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4893584-43CB-1D36-30CD-9BB6EE39C2D5}"/>
                    </a:ext>
                  </a:extLst>
                </p14:cNvPr>
                <p14:cNvContentPartPr/>
                <p14:nvPr/>
              </p14:nvContentPartPr>
              <p14:xfrm>
                <a:off x="8920158" y="4467130"/>
                <a:ext cx="149400" cy="135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4893584-43CB-1D36-30CD-9BB6EE39C2D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902158" y="4449178"/>
                  <a:ext cx="185040" cy="1709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54A27FE-9FE1-DF11-1B9F-95004ADF092A}"/>
                    </a:ext>
                  </a:extLst>
                </p14:cNvPr>
                <p14:cNvContentPartPr/>
                <p14:nvPr/>
              </p14:nvContentPartPr>
              <p14:xfrm>
                <a:off x="9134718" y="4495930"/>
                <a:ext cx="90000" cy="97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54A27FE-9FE1-DF11-1B9F-95004ADF092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16718" y="4477930"/>
                  <a:ext cx="125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F13277F-75D6-B32D-3807-BEAF40B25877}"/>
                    </a:ext>
                  </a:extLst>
                </p14:cNvPr>
                <p14:cNvContentPartPr/>
                <p14:nvPr/>
              </p14:nvContentPartPr>
              <p14:xfrm>
                <a:off x="9262518" y="4389010"/>
                <a:ext cx="61920" cy="78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F13277F-75D6-B32D-3807-BEAF40B2587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244518" y="4371092"/>
                  <a:ext cx="97560" cy="1143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4F601DE-B2D5-F0B8-8F11-04E16B342BA4}"/>
                    </a:ext>
                  </a:extLst>
                </p14:cNvPr>
                <p14:cNvContentPartPr/>
                <p14:nvPr/>
              </p14:nvContentPartPr>
              <p14:xfrm>
                <a:off x="9433518" y="4286050"/>
                <a:ext cx="12240" cy="10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4F601DE-B2D5-F0B8-8F11-04E16B342B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15518" y="4268050"/>
                  <a:ext cx="47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7718298-D498-33C4-8DDA-DB89BA4AA423}"/>
                    </a:ext>
                  </a:extLst>
                </p14:cNvPr>
                <p14:cNvContentPartPr/>
                <p14:nvPr/>
              </p14:nvContentPartPr>
              <p14:xfrm>
                <a:off x="9470238" y="4330690"/>
                <a:ext cx="58680" cy="52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7718298-D498-33C4-8DDA-DB89BA4AA42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52238" y="4312690"/>
                  <a:ext cx="94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1BAB4E8-5CEB-4C7D-90DE-F884A9E76035}"/>
                    </a:ext>
                  </a:extLst>
                </p14:cNvPr>
                <p14:cNvContentPartPr/>
                <p14:nvPr/>
              </p14:nvContentPartPr>
              <p14:xfrm>
                <a:off x="9694518" y="4072210"/>
                <a:ext cx="136080" cy="190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1BAB4E8-5CEB-4C7D-90DE-F884A9E760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676518" y="4054210"/>
                  <a:ext cx="17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B196B94-219C-8D7E-98B0-A2E7A7D23E39}"/>
                    </a:ext>
                  </a:extLst>
                </p14:cNvPr>
                <p14:cNvContentPartPr/>
                <p14:nvPr/>
              </p14:nvContentPartPr>
              <p14:xfrm>
                <a:off x="9881718" y="4306570"/>
                <a:ext cx="19080" cy="20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B196B94-219C-8D7E-98B0-A2E7A7D23E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863718" y="4288570"/>
                  <a:ext cx="547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0F8C599-8274-50E6-C88F-91CA23EB3875}"/>
              </a:ext>
            </a:extLst>
          </p:cNvPr>
          <p:cNvGrpSpPr/>
          <p:nvPr/>
        </p:nvGrpSpPr>
        <p:grpSpPr>
          <a:xfrm>
            <a:off x="7345518" y="5699050"/>
            <a:ext cx="3781080" cy="671040"/>
            <a:chOff x="7345518" y="5699050"/>
            <a:chExt cx="3781080" cy="67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0A767A2-F1BE-2C15-B171-7FF10E48BD22}"/>
                    </a:ext>
                  </a:extLst>
                </p14:cNvPr>
                <p14:cNvContentPartPr/>
                <p14:nvPr/>
              </p14:nvContentPartPr>
              <p14:xfrm>
                <a:off x="7345518" y="5935210"/>
                <a:ext cx="47160" cy="398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0A767A2-F1BE-2C15-B171-7FF10E48BD2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27518" y="5917210"/>
                  <a:ext cx="82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0C5482E-309B-0416-E1C8-F4CEF150DACE}"/>
                    </a:ext>
                  </a:extLst>
                </p14:cNvPr>
                <p14:cNvContentPartPr/>
                <p14:nvPr/>
              </p14:nvContentPartPr>
              <p14:xfrm>
                <a:off x="7359198" y="5937730"/>
                <a:ext cx="250560" cy="258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0C5482E-309B-0416-E1C8-F4CEF150DA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341172" y="5919705"/>
                  <a:ext cx="286251" cy="294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A2419F6-F739-A3FF-5A1A-DE10A342A0CA}"/>
                    </a:ext>
                  </a:extLst>
                </p14:cNvPr>
                <p14:cNvContentPartPr/>
                <p14:nvPr/>
              </p14:nvContentPartPr>
              <p14:xfrm>
                <a:off x="7710558" y="6126010"/>
                <a:ext cx="22680" cy="244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A2419F6-F739-A3FF-5A1A-DE10A342A0C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692558" y="6108010"/>
                  <a:ext cx="58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DA99D68-CEEC-9186-C507-9F71AE8054A1}"/>
                    </a:ext>
                  </a:extLst>
                </p14:cNvPr>
                <p14:cNvContentPartPr/>
                <p14:nvPr/>
              </p14:nvContentPartPr>
              <p14:xfrm>
                <a:off x="7712718" y="6133210"/>
                <a:ext cx="133920" cy="122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DA99D68-CEEC-9186-C507-9F71AE8054A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94718" y="6115210"/>
                  <a:ext cx="169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231DBBE-8E97-E182-55EB-6C950E1AA84C}"/>
                    </a:ext>
                  </a:extLst>
                </p14:cNvPr>
                <p14:cNvContentPartPr/>
                <p14:nvPr/>
              </p14:nvContentPartPr>
              <p14:xfrm>
                <a:off x="7985958" y="6174970"/>
                <a:ext cx="69480" cy="124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231DBBE-8E97-E182-55EB-6C950E1AA84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967864" y="6157022"/>
                  <a:ext cx="105306" cy="1604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8FC1AF6-9D35-39C1-47FF-F971DCD89984}"/>
                    </a:ext>
                  </a:extLst>
                </p14:cNvPr>
                <p14:cNvContentPartPr/>
                <p14:nvPr/>
              </p14:nvContentPartPr>
              <p14:xfrm>
                <a:off x="8126718" y="6122050"/>
                <a:ext cx="74520" cy="101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8FC1AF6-9D35-39C1-47FF-F971DCD8998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08631" y="6104050"/>
                  <a:ext cx="110333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44B0A79-253F-4CD9-9CB4-579AC597CDF6}"/>
                    </a:ext>
                  </a:extLst>
                </p14:cNvPr>
                <p14:cNvContentPartPr/>
                <p14:nvPr/>
              </p14:nvContentPartPr>
              <p14:xfrm>
                <a:off x="8403558" y="6133210"/>
                <a:ext cx="33480" cy="13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44B0A79-253F-4CD9-9CB4-579AC597CDF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85558" y="6115210"/>
                  <a:ext cx="69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6FC1C53-86D5-31B5-ECE7-5151BBE5512D}"/>
                    </a:ext>
                  </a:extLst>
                </p14:cNvPr>
                <p14:cNvContentPartPr/>
                <p14:nvPr/>
              </p14:nvContentPartPr>
              <p14:xfrm>
                <a:off x="8468358" y="6187570"/>
                <a:ext cx="56160" cy="2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6FC1C53-86D5-31B5-ECE7-5151BBE5512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450473" y="6169570"/>
                  <a:ext cx="91573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EB8F4F0-1D4C-0BDA-11C8-13121863A349}"/>
                    </a:ext>
                  </a:extLst>
                </p14:cNvPr>
                <p14:cNvContentPartPr/>
                <p14:nvPr/>
              </p14:nvContentPartPr>
              <p14:xfrm>
                <a:off x="8777598" y="5884450"/>
                <a:ext cx="84600" cy="367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EB8F4F0-1D4C-0BDA-11C8-13121863A34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759598" y="5866468"/>
                  <a:ext cx="120240" cy="4028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FB8204E-74D1-41EC-B5BE-ABD8D2EA5A4B}"/>
                    </a:ext>
                  </a:extLst>
                </p14:cNvPr>
                <p14:cNvContentPartPr/>
                <p14:nvPr/>
              </p14:nvContentPartPr>
              <p14:xfrm>
                <a:off x="8811438" y="5861050"/>
                <a:ext cx="170280" cy="263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FB8204E-74D1-41EC-B5BE-ABD8D2EA5A4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793438" y="5843050"/>
                  <a:ext cx="205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6238CB1-EFFA-7B07-04B9-C1ED5410F69D}"/>
                    </a:ext>
                  </a:extLst>
                </p14:cNvPr>
                <p14:cNvContentPartPr/>
                <p14:nvPr/>
              </p14:nvContentPartPr>
              <p14:xfrm>
                <a:off x="9073158" y="6027370"/>
                <a:ext cx="143640" cy="60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6238CB1-EFFA-7B07-04B9-C1ED5410F69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055158" y="6009370"/>
                  <a:ext cx="1792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856529C-9431-714A-8CA6-EDA1C65966B6}"/>
                    </a:ext>
                  </a:extLst>
                </p14:cNvPr>
                <p14:cNvContentPartPr/>
                <p14:nvPr/>
              </p14:nvContentPartPr>
              <p14:xfrm>
                <a:off x="9164238" y="5998930"/>
                <a:ext cx="34200" cy="2984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856529C-9431-714A-8CA6-EDA1C65966B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46238" y="5980930"/>
                  <a:ext cx="69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AA74C6-2CFB-01E9-FE31-245FC4877DB6}"/>
                    </a:ext>
                  </a:extLst>
                </p14:cNvPr>
                <p14:cNvContentPartPr/>
                <p14:nvPr/>
              </p14:nvContentPartPr>
              <p14:xfrm>
                <a:off x="9331638" y="6042490"/>
                <a:ext cx="182880" cy="166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AA74C6-2CFB-01E9-FE31-245FC4877DB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13638" y="6024490"/>
                  <a:ext cx="21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15D5F2-EB37-AAA4-03A0-DA18AB229AA6}"/>
                    </a:ext>
                  </a:extLst>
                </p14:cNvPr>
                <p14:cNvContentPartPr/>
                <p14:nvPr/>
              </p14:nvContentPartPr>
              <p14:xfrm>
                <a:off x="9688758" y="5977330"/>
                <a:ext cx="20520" cy="11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15D5F2-EB37-AAA4-03A0-DA18AB229AA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70758" y="5959330"/>
                  <a:ext cx="56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091FE28-CD3D-DD9F-F836-1BFA780DE233}"/>
                    </a:ext>
                  </a:extLst>
                </p14:cNvPr>
                <p14:cNvContentPartPr/>
                <p14:nvPr/>
              </p14:nvContentPartPr>
              <p14:xfrm>
                <a:off x="9722598" y="5997490"/>
                <a:ext cx="43200" cy="37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091FE28-CD3D-DD9F-F836-1BFA780DE23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04747" y="5979490"/>
                  <a:ext cx="78545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7B090D7-74B3-7B87-C51C-6AA93402DA02}"/>
                    </a:ext>
                  </a:extLst>
                </p14:cNvPr>
                <p14:cNvContentPartPr/>
                <p14:nvPr/>
              </p14:nvContentPartPr>
              <p14:xfrm>
                <a:off x="9924558" y="5808490"/>
                <a:ext cx="163080" cy="24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7B090D7-74B3-7B87-C51C-6AA93402DA0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906598" y="5790516"/>
                  <a:ext cx="198641" cy="2811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7ED1A4-8B17-0248-296F-E00022D463AF}"/>
                    </a:ext>
                  </a:extLst>
                </p14:cNvPr>
                <p14:cNvContentPartPr/>
                <p14:nvPr/>
              </p14:nvContentPartPr>
              <p14:xfrm>
                <a:off x="10224438" y="5772490"/>
                <a:ext cx="278640" cy="265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7ED1A4-8B17-0248-296F-E00022D463A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206438" y="5754514"/>
                  <a:ext cx="314280" cy="3012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BFE67A5-21B4-839D-AA1E-4C7500F0B0C7}"/>
                    </a:ext>
                  </a:extLst>
                </p14:cNvPr>
                <p14:cNvContentPartPr/>
                <p14:nvPr/>
              </p14:nvContentPartPr>
              <p14:xfrm>
                <a:off x="10696758" y="5699050"/>
                <a:ext cx="429840" cy="240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BFE67A5-21B4-839D-AA1E-4C7500F0B0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678758" y="5681050"/>
                  <a:ext cx="465480" cy="27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BFC88D9-B7C7-1523-C40A-2E0C6E2681A2}"/>
              </a:ext>
            </a:extLst>
          </p:cNvPr>
          <p:cNvGrpSpPr/>
          <p:nvPr/>
        </p:nvGrpSpPr>
        <p:grpSpPr>
          <a:xfrm>
            <a:off x="225798" y="2618170"/>
            <a:ext cx="3064680" cy="2365560"/>
            <a:chOff x="225798" y="2618170"/>
            <a:chExt cx="3064680" cy="236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8A899E3-864F-2459-BB43-91022C584DDA}"/>
                    </a:ext>
                  </a:extLst>
                </p14:cNvPr>
                <p14:cNvContentPartPr/>
                <p14:nvPr/>
              </p14:nvContentPartPr>
              <p14:xfrm>
                <a:off x="771198" y="2700250"/>
                <a:ext cx="19080" cy="79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8A899E3-864F-2459-BB43-91022C584DD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53558" y="2682250"/>
                  <a:ext cx="5472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ECF7963-1C7A-E089-077D-1E06054590B2}"/>
                    </a:ext>
                  </a:extLst>
                </p14:cNvPr>
                <p14:cNvContentPartPr/>
                <p14:nvPr/>
              </p14:nvContentPartPr>
              <p14:xfrm>
                <a:off x="509478" y="3538330"/>
                <a:ext cx="455400" cy="190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ECF7963-1C7A-E089-077D-1E06054590B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1478" y="3520330"/>
                  <a:ext cx="491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8975FE-B16B-BA05-1B16-A64995E4F929}"/>
                    </a:ext>
                  </a:extLst>
                </p14:cNvPr>
                <p14:cNvContentPartPr/>
                <p14:nvPr/>
              </p14:nvContentPartPr>
              <p14:xfrm>
                <a:off x="738798" y="3686650"/>
                <a:ext cx="131760" cy="24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8975FE-B16B-BA05-1B16-A64995E4F92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20798" y="3668650"/>
                  <a:ext cx="167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4EDCAAF-6C7E-2582-E92E-781917DC2E23}"/>
                    </a:ext>
                  </a:extLst>
                </p14:cNvPr>
                <p14:cNvContentPartPr/>
                <p14:nvPr/>
              </p14:nvContentPartPr>
              <p14:xfrm>
                <a:off x="821598" y="3721930"/>
                <a:ext cx="64440" cy="738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4EDCAAF-6C7E-2582-E92E-781917DC2E2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3958" y="3703930"/>
                  <a:ext cx="100080" cy="7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52AB9A1-4FC9-3939-30F9-34FC71ADB646}"/>
                    </a:ext>
                  </a:extLst>
                </p14:cNvPr>
                <p14:cNvContentPartPr/>
                <p14:nvPr/>
              </p14:nvContentPartPr>
              <p14:xfrm>
                <a:off x="721158" y="2729410"/>
                <a:ext cx="1174320" cy="79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52AB9A1-4FC9-3939-30F9-34FC71ADB64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03518" y="2711410"/>
                  <a:ext cx="1209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D88D87B-0692-AF32-AED6-181B61160385}"/>
                    </a:ext>
                  </a:extLst>
                </p14:cNvPr>
                <p14:cNvContentPartPr/>
                <p14:nvPr/>
              </p14:nvContentPartPr>
              <p14:xfrm>
                <a:off x="1921038" y="2725090"/>
                <a:ext cx="32760" cy="511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D88D87B-0692-AF32-AED6-181B6116038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903038" y="2707450"/>
                  <a:ext cx="6840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F2375AB-4130-BAF6-A8B8-D21889AD9D02}"/>
                    </a:ext>
                  </a:extLst>
                </p14:cNvPr>
                <p14:cNvContentPartPr/>
                <p14:nvPr/>
              </p14:nvContentPartPr>
              <p14:xfrm>
                <a:off x="1892238" y="3261490"/>
                <a:ext cx="164520" cy="218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F2375AB-4130-BAF6-A8B8-D21889AD9D0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874238" y="3243490"/>
                  <a:ext cx="2001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7BA3A81-E4C0-093D-E2D4-DF07E55D7CBF}"/>
                    </a:ext>
                  </a:extLst>
                </p14:cNvPr>
                <p14:cNvContentPartPr/>
                <p14:nvPr/>
              </p14:nvContentPartPr>
              <p14:xfrm>
                <a:off x="2005638" y="3488650"/>
                <a:ext cx="21240" cy="2818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7BA3A81-E4C0-093D-E2D4-DF07E55D7CB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87998" y="3470650"/>
                  <a:ext cx="568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EB5C549-12CD-B49A-DC0B-0136C4DDCADD}"/>
                    </a:ext>
                  </a:extLst>
                </p14:cNvPr>
                <p14:cNvContentPartPr/>
                <p14:nvPr/>
              </p14:nvContentPartPr>
              <p14:xfrm>
                <a:off x="2009958" y="3760810"/>
                <a:ext cx="21600" cy="272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EB5C549-12CD-B49A-DC0B-0136C4DDCAD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91958" y="3743170"/>
                  <a:ext cx="572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8A924B7-4FD9-91F0-C039-2ADD984DB5C9}"/>
                    </a:ext>
                  </a:extLst>
                </p14:cNvPr>
                <p14:cNvContentPartPr/>
                <p14:nvPr/>
              </p14:nvContentPartPr>
              <p14:xfrm>
                <a:off x="1937958" y="4021090"/>
                <a:ext cx="191160" cy="787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8A924B7-4FD9-91F0-C039-2ADD984DB5C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920318" y="4003450"/>
                  <a:ext cx="226800" cy="82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AAE1F8-C6FC-3738-2E6A-4C6E1E23460F}"/>
                    </a:ext>
                  </a:extLst>
                </p14:cNvPr>
                <p14:cNvContentPartPr/>
                <p14:nvPr/>
              </p14:nvContentPartPr>
              <p14:xfrm>
                <a:off x="2011758" y="3593410"/>
                <a:ext cx="1102680" cy="133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AAE1F8-C6FC-3738-2E6A-4C6E1E23460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993758" y="3575770"/>
                  <a:ext cx="11383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487A1F5-331D-5CFB-21FF-28F8AE8475E3}"/>
                    </a:ext>
                  </a:extLst>
                </p14:cNvPr>
                <p14:cNvContentPartPr/>
                <p14:nvPr/>
              </p14:nvContentPartPr>
              <p14:xfrm>
                <a:off x="733758" y="3614290"/>
                <a:ext cx="2556720" cy="1248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487A1F5-331D-5CFB-21FF-28F8AE8475E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16118" y="3596650"/>
                  <a:ext cx="2592360" cy="12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CAF373B-5B4D-07A0-7C5B-25C2B8DF7869}"/>
                    </a:ext>
                  </a:extLst>
                </p14:cNvPr>
                <p14:cNvContentPartPr/>
                <p14:nvPr/>
              </p14:nvContentPartPr>
              <p14:xfrm>
                <a:off x="842478" y="4372090"/>
                <a:ext cx="42840" cy="6116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CAF373B-5B4D-07A0-7C5B-25C2B8DF786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24838" y="4354090"/>
                  <a:ext cx="784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8C0062E-951F-A21C-05E3-D69B247AD728}"/>
                    </a:ext>
                  </a:extLst>
                </p14:cNvPr>
                <p14:cNvContentPartPr/>
                <p14:nvPr/>
              </p14:nvContentPartPr>
              <p14:xfrm>
                <a:off x="225798" y="3889330"/>
                <a:ext cx="131040" cy="304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8C0062E-951F-A21C-05E3-D69B247AD72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07798" y="3871330"/>
                  <a:ext cx="16668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22A3C56-A13B-C39D-8395-2D920EDD5E66}"/>
                    </a:ext>
                  </a:extLst>
                </p14:cNvPr>
                <p14:cNvContentPartPr/>
                <p14:nvPr/>
              </p14:nvContentPartPr>
              <p14:xfrm>
                <a:off x="389238" y="3811930"/>
                <a:ext cx="132840" cy="194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22A3C56-A13B-C39D-8395-2D920EDD5E6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1598" y="3793930"/>
                  <a:ext cx="168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91344D7-5888-262B-BD80-A049F5FC9D24}"/>
                    </a:ext>
                  </a:extLst>
                </p14:cNvPr>
                <p14:cNvContentPartPr/>
                <p14:nvPr/>
              </p14:nvContentPartPr>
              <p14:xfrm>
                <a:off x="554118" y="3715450"/>
                <a:ext cx="100800" cy="10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91344D7-5888-262B-BD80-A049F5FC9D2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36478" y="3697810"/>
                  <a:ext cx="136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03D81F0-620E-2491-9600-731A0A738AC9}"/>
                    </a:ext>
                  </a:extLst>
                </p14:cNvPr>
                <p14:cNvContentPartPr/>
                <p14:nvPr/>
              </p14:nvContentPartPr>
              <p14:xfrm>
                <a:off x="2167638" y="2937490"/>
                <a:ext cx="143280" cy="276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03D81F0-620E-2491-9600-731A0A738AC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49638" y="2919850"/>
                  <a:ext cx="1789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0A9EEFB-3EA0-433B-C151-33A0CF8E2B23}"/>
                    </a:ext>
                  </a:extLst>
                </p14:cNvPr>
                <p14:cNvContentPartPr/>
                <p14:nvPr/>
              </p14:nvContentPartPr>
              <p14:xfrm>
                <a:off x="2320998" y="2922370"/>
                <a:ext cx="127080" cy="159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0A9EEFB-3EA0-433B-C151-33A0CF8E2B2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303358" y="2904730"/>
                  <a:ext cx="1627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5DB1510-394E-D423-D03E-2883DCA1108E}"/>
                    </a:ext>
                  </a:extLst>
                </p14:cNvPr>
                <p14:cNvContentPartPr/>
                <p14:nvPr/>
              </p14:nvContentPartPr>
              <p14:xfrm>
                <a:off x="2398758" y="2886730"/>
                <a:ext cx="136800" cy="133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5DB1510-394E-D423-D03E-2883DCA1108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81118" y="2869090"/>
                  <a:ext cx="172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61D8501-31CD-CE34-4B85-F7312113CD23}"/>
                    </a:ext>
                  </a:extLst>
                </p14:cNvPr>
                <p14:cNvContentPartPr/>
                <p14:nvPr/>
              </p14:nvContentPartPr>
              <p14:xfrm>
                <a:off x="2647158" y="2618170"/>
                <a:ext cx="299160" cy="3456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61D8501-31CD-CE34-4B85-F7312113CD2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29518" y="2600530"/>
                  <a:ext cx="334800" cy="38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64458E37-BC1F-FC34-D44D-6E73E79385E2}"/>
              </a:ext>
            </a:extLst>
          </p:cNvPr>
          <p:cNvGrpSpPr/>
          <p:nvPr/>
        </p:nvGrpSpPr>
        <p:grpSpPr>
          <a:xfrm>
            <a:off x="411918" y="2391010"/>
            <a:ext cx="3231720" cy="2954160"/>
            <a:chOff x="411918" y="2391010"/>
            <a:chExt cx="3231720" cy="29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B10FCFE-81EF-59C0-C6CC-82292C776F29}"/>
                    </a:ext>
                  </a:extLst>
                </p14:cNvPr>
                <p14:cNvContentPartPr/>
                <p14:nvPr/>
              </p14:nvContentPartPr>
              <p14:xfrm>
                <a:off x="411918" y="2391010"/>
                <a:ext cx="1905480" cy="9576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B10FCFE-81EF-59C0-C6CC-82292C776F2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4278" y="2373370"/>
                  <a:ext cx="1941120" cy="9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432B851-80B0-212B-9906-C5BDD0D30406}"/>
                    </a:ext>
                  </a:extLst>
                </p14:cNvPr>
                <p14:cNvContentPartPr/>
                <p14:nvPr/>
              </p14:nvContentPartPr>
              <p14:xfrm>
                <a:off x="1087278" y="3341410"/>
                <a:ext cx="2556360" cy="19062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432B851-80B0-212B-9906-C5BDD0D3040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69638" y="3323410"/>
                  <a:ext cx="2592000" cy="19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FADB52A-70FA-6286-0EEF-55B92873020C}"/>
                    </a:ext>
                  </a:extLst>
                </p14:cNvPr>
                <p14:cNvContentPartPr/>
                <p14:nvPr/>
              </p14:nvContentPartPr>
              <p14:xfrm>
                <a:off x="1032198" y="5080570"/>
                <a:ext cx="218520" cy="264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FADB52A-70FA-6286-0EEF-55B92873020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14198" y="5062930"/>
                  <a:ext cx="2541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7E6481A-9211-2BB9-117D-3F85B1A2B105}"/>
              </a:ext>
            </a:extLst>
          </p:cNvPr>
          <p:cNvGrpSpPr/>
          <p:nvPr/>
        </p:nvGrpSpPr>
        <p:grpSpPr>
          <a:xfrm>
            <a:off x="3799878" y="2992570"/>
            <a:ext cx="1044360" cy="407160"/>
            <a:chOff x="3799878" y="2992570"/>
            <a:chExt cx="1044360" cy="40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57C8C8C-141D-9A04-56CF-AFD1638273EC}"/>
                    </a:ext>
                  </a:extLst>
                </p14:cNvPr>
                <p14:cNvContentPartPr/>
                <p14:nvPr/>
              </p14:nvContentPartPr>
              <p14:xfrm>
                <a:off x="3799878" y="3102370"/>
                <a:ext cx="228600" cy="297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57C8C8C-141D-9A04-56CF-AFD1638273E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82238" y="3084730"/>
                  <a:ext cx="2642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8FDE648-DB98-05B7-CD71-D1B1319BF4F2}"/>
                    </a:ext>
                  </a:extLst>
                </p14:cNvPr>
                <p14:cNvContentPartPr/>
                <p14:nvPr/>
              </p14:nvContentPartPr>
              <p14:xfrm>
                <a:off x="4167798" y="3230170"/>
                <a:ext cx="65880" cy="46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8FDE648-DB98-05B7-CD71-D1B1319BF4F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49798" y="3212170"/>
                  <a:ext cx="1015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43C9CE4-36C3-1E4F-CCEB-F2BF7BCA98B5}"/>
                    </a:ext>
                  </a:extLst>
                </p14:cNvPr>
                <p14:cNvContentPartPr/>
                <p14:nvPr/>
              </p14:nvContentPartPr>
              <p14:xfrm>
                <a:off x="4267878" y="3328090"/>
                <a:ext cx="75960" cy="306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43C9CE4-36C3-1E4F-CCEB-F2BF7BCA98B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49878" y="3310450"/>
                  <a:ext cx="111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7D89645-E4EE-B582-D7DB-7447CF1BB3BC}"/>
                    </a:ext>
                  </a:extLst>
                </p14:cNvPr>
                <p14:cNvContentPartPr/>
                <p14:nvPr/>
              </p14:nvContentPartPr>
              <p14:xfrm>
                <a:off x="4374438" y="3099490"/>
                <a:ext cx="90720" cy="280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7D89645-E4EE-B582-D7DB-7447CF1BB3B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56798" y="3081850"/>
                  <a:ext cx="1263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39446BC-74C6-5238-84B6-0C7CCEBEDE21}"/>
                    </a:ext>
                  </a:extLst>
                </p14:cNvPr>
                <p14:cNvContentPartPr/>
                <p14:nvPr/>
              </p14:nvContentPartPr>
              <p14:xfrm>
                <a:off x="4365438" y="3103810"/>
                <a:ext cx="28440" cy="349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39446BC-74C6-5238-84B6-0C7CCEBEDE2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347438" y="3086170"/>
                  <a:ext cx="640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999CAEC-F329-D066-E4C7-DFF291685981}"/>
                    </a:ext>
                  </a:extLst>
                </p14:cNvPr>
                <p14:cNvContentPartPr/>
                <p14:nvPr/>
              </p14:nvContentPartPr>
              <p14:xfrm>
                <a:off x="4414398" y="3311170"/>
                <a:ext cx="72720" cy="48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999CAEC-F329-D066-E4C7-DFF29168598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96398" y="3293530"/>
                  <a:ext cx="108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5E1BE25-2839-0C0E-DBA4-86BA39F45759}"/>
                    </a:ext>
                  </a:extLst>
                </p14:cNvPr>
                <p14:cNvContentPartPr/>
                <p14:nvPr/>
              </p14:nvContentPartPr>
              <p14:xfrm>
                <a:off x="4602318" y="3078610"/>
                <a:ext cx="98280" cy="232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5E1BE25-2839-0C0E-DBA4-86BA39F4575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84678" y="3060970"/>
                  <a:ext cx="1339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8E8F4D7-2732-F44A-7E25-1E289EDD6D48}"/>
                    </a:ext>
                  </a:extLst>
                </p14:cNvPr>
                <p14:cNvContentPartPr/>
                <p14:nvPr/>
              </p14:nvContentPartPr>
              <p14:xfrm>
                <a:off x="4636518" y="2992570"/>
                <a:ext cx="207720" cy="1987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8E8F4D7-2732-F44A-7E25-1E289EDD6D4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618518" y="2974570"/>
                  <a:ext cx="2433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7EF675C-A974-341C-C3C2-FEE4F26413F0}"/>
              </a:ext>
            </a:extLst>
          </p:cNvPr>
          <p:cNvGrpSpPr/>
          <p:nvPr/>
        </p:nvGrpSpPr>
        <p:grpSpPr>
          <a:xfrm>
            <a:off x="3929478" y="3547690"/>
            <a:ext cx="1824120" cy="925920"/>
            <a:chOff x="3929478" y="3547690"/>
            <a:chExt cx="1824120" cy="92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873A18D-72C2-8903-1F81-3A398D7BAB8B}"/>
                    </a:ext>
                  </a:extLst>
                </p14:cNvPr>
                <p14:cNvContentPartPr/>
                <p14:nvPr/>
              </p14:nvContentPartPr>
              <p14:xfrm>
                <a:off x="3964398" y="3844690"/>
                <a:ext cx="93600" cy="317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873A18D-72C2-8903-1F81-3A398D7BAB8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46758" y="3827050"/>
                  <a:ext cx="1292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55B9285-77C3-45C3-96D7-1374AA7BC268}"/>
                    </a:ext>
                  </a:extLst>
                </p14:cNvPr>
                <p14:cNvContentPartPr/>
                <p14:nvPr/>
              </p14:nvContentPartPr>
              <p14:xfrm>
                <a:off x="3929478" y="3873130"/>
                <a:ext cx="91800" cy="71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55B9285-77C3-45C3-96D7-1374AA7BC26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911838" y="3855130"/>
                  <a:ext cx="12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47D1077-F918-B107-874B-27A8F63376A1}"/>
                    </a:ext>
                  </a:extLst>
                </p14:cNvPr>
                <p14:cNvContentPartPr/>
                <p14:nvPr/>
              </p14:nvContentPartPr>
              <p14:xfrm>
                <a:off x="4045038" y="4048810"/>
                <a:ext cx="60480" cy="565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47D1077-F918-B107-874B-27A8F63376A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027038" y="4031170"/>
                  <a:ext cx="96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03B71D9-F1A8-DEF7-4FDF-B2CE65C53081}"/>
                    </a:ext>
                  </a:extLst>
                </p14:cNvPr>
                <p14:cNvContentPartPr/>
                <p14:nvPr/>
              </p14:nvContentPartPr>
              <p14:xfrm>
                <a:off x="4204518" y="3976450"/>
                <a:ext cx="50760" cy="35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03B71D9-F1A8-DEF7-4FDF-B2CE65C5308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86878" y="3958810"/>
                  <a:ext cx="864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AE1FDB9-5A23-9433-2C44-FE19841DAB74}"/>
                    </a:ext>
                  </a:extLst>
                </p14:cNvPr>
                <p14:cNvContentPartPr/>
                <p14:nvPr/>
              </p14:nvContentPartPr>
              <p14:xfrm>
                <a:off x="4233318" y="4047010"/>
                <a:ext cx="69480" cy="47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AE1FDB9-5A23-9433-2C44-FE19841DAB7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15318" y="4029010"/>
                  <a:ext cx="1051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295AF9E-2341-B39C-3C32-E85551507CD8}"/>
                    </a:ext>
                  </a:extLst>
                </p14:cNvPr>
                <p14:cNvContentPartPr/>
                <p14:nvPr/>
              </p14:nvContentPartPr>
              <p14:xfrm>
                <a:off x="4365798" y="3615730"/>
                <a:ext cx="226800" cy="252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295AF9E-2341-B39C-3C32-E85551507C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348158" y="3597730"/>
                  <a:ext cx="26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85EB891-4EB8-CF22-8A0D-48EF2244B96A}"/>
                    </a:ext>
                  </a:extLst>
                </p14:cNvPr>
                <p14:cNvContentPartPr/>
                <p14:nvPr/>
              </p14:nvContentPartPr>
              <p14:xfrm>
                <a:off x="4497558" y="4003450"/>
                <a:ext cx="196920" cy="759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85EB891-4EB8-CF22-8A0D-48EF2244B96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479558" y="3985810"/>
                  <a:ext cx="232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98DC521-EB5A-9683-429D-E66AA27EF03B}"/>
                    </a:ext>
                  </a:extLst>
                </p14:cNvPr>
                <p14:cNvContentPartPr/>
                <p14:nvPr/>
              </p14:nvContentPartPr>
              <p14:xfrm>
                <a:off x="4628958" y="4198570"/>
                <a:ext cx="83880" cy="2750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98DC521-EB5A-9683-429D-E66AA27EF03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10958" y="4180570"/>
                  <a:ext cx="1195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4C2E7E4-B985-2F35-C76A-C4F190F38F75}"/>
                    </a:ext>
                  </a:extLst>
                </p14:cNvPr>
                <p14:cNvContentPartPr/>
                <p14:nvPr/>
              </p14:nvContentPartPr>
              <p14:xfrm>
                <a:off x="4642998" y="4174810"/>
                <a:ext cx="146160" cy="153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4C2E7E4-B985-2F35-C76A-C4F190F38F7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625358" y="4156810"/>
                  <a:ext cx="181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73E2576-F4B2-24B4-F6AB-27E14EE3FF3E}"/>
                    </a:ext>
                  </a:extLst>
                </p14:cNvPr>
                <p14:cNvContentPartPr/>
                <p14:nvPr/>
              </p14:nvContentPartPr>
              <p14:xfrm>
                <a:off x="4900038" y="3978610"/>
                <a:ext cx="43920" cy="21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73E2576-F4B2-24B4-F6AB-27E14EE3FF3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882398" y="3960610"/>
                  <a:ext cx="795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C04AC5C-8F12-5E29-ADB2-DF2B71DA052E}"/>
                    </a:ext>
                  </a:extLst>
                </p14:cNvPr>
                <p14:cNvContentPartPr/>
                <p14:nvPr/>
              </p14:nvContentPartPr>
              <p14:xfrm>
                <a:off x="4940358" y="4054570"/>
                <a:ext cx="83160" cy="49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C04AC5C-8F12-5E29-ADB2-DF2B71DA052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922358" y="4036570"/>
                  <a:ext cx="1188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3DBB863-0F1B-8CB3-F53B-F15271421435}"/>
                    </a:ext>
                  </a:extLst>
                </p14:cNvPr>
                <p14:cNvContentPartPr/>
                <p14:nvPr/>
              </p14:nvContentPartPr>
              <p14:xfrm>
                <a:off x="5173278" y="3677650"/>
                <a:ext cx="57240" cy="286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3DBB863-0F1B-8CB3-F53B-F1527142143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155638" y="3660010"/>
                  <a:ext cx="92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FD9BA9A-E689-BE41-43D8-114CE1B68814}"/>
                    </a:ext>
                  </a:extLst>
                </p14:cNvPr>
                <p14:cNvContentPartPr/>
                <p14:nvPr/>
              </p14:nvContentPartPr>
              <p14:xfrm>
                <a:off x="5312238" y="3660010"/>
                <a:ext cx="75960" cy="1612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FD9BA9A-E689-BE41-43D8-114CE1B6881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294238" y="3642010"/>
                  <a:ext cx="11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71D2E8B-F50E-F798-FBEC-D2D3C01A2C7D}"/>
                    </a:ext>
                  </a:extLst>
                </p14:cNvPr>
                <p14:cNvContentPartPr/>
                <p14:nvPr/>
              </p14:nvContentPartPr>
              <p14:xfrm>
                <a:off x="5464518" y="3547690"/>
                <a:ext cx="154440" cy="155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71D2E8B-F50E-F798-FBEC-D2D3C01A2C7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446518" y="3529690"/>
                  <a:ext cx="1900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8F30AF1-160C-3E53-BCF1-FD585C6962A1}"/>
                    </a:ext>
                  </a:extLst>
                </p14:cNvPr>
                <p14:cNvContentPartPr/>
                <p14:nvPr/>
              </p14:nvContentPartPr>
              <p14:xfrm>
                <a:off x="5287398" y="3930370"/>
                <a:ext cx="466200" cy="108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8F30AF1-160C-3E53-BCF1-FD585C6962A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269398" y="3912730"/>
                  <a:ext cx="5018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BA1214E-88B9-DFD5-1081-0BB36F8CC5F6}"/>
                    </a:ext>
                  </a:extLst>
                </p14:cNvPr>
                <p14:cNvContentPartPr/>
                <p14:nvPr/>
              </p14:nvContentPartPr>
              <p14:xfrm>
                <a:off x="5325558" y="4203970"/>
                <a:ext cx="49320" cy="2674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BA1214E-88B9-DFD5-1081-0BB36F8CC5F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307558" y="4186330"/>
                  <a:ext cx="849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E37DA67-9795-FE52-12E7-11F6A3F0B353}"/>
                    </a:ext>
                  </a:extLst>
                </p14:cNvPr>
                <p14:cNvContentPartPr/>
                <p14:nvPr/>
              </p14:nvContentPartPr>
              <p14:xfrm>
                <a:off x="5505198" y="4177690"/>
                <a:ext cx="48600" cy="210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E37DA67-9795-FE52-12E7-11F6A3F0B35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487558" y="4160050"/>
                  <a:ext cx="842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7D24395-4A7B-9E6A-0CE7-1F3E4AFAEFA3}"/>
                    </a:ext>
                  </a:extLst>
                </p14:cNvPr>
                <p14:cNvContentPartPr/>
                <p14:nvPr/>
              </p14:nvContentPartPr>
              <p14:xfrm>
                <a:off x="5539758" y="4193890"/>
                <a:ext cx="176400" cy="153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7D24395-4A7B-9E6A-0CE7-1F3E4AFAEFA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522118" y="4175890"/>
                  <a:ext cx="2120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FF11A24D-8329-E83D-F503-F52E4AF8D889}"/>
              </a:ext>
            </a:extLst>
          </p:cNvPr>
          <p:cNvGrpSpPr/>
          <p:nvPr/>
        </p:nvGrpSpPr>
        <p:grpSpPr>
          <a:xfrm>
            <a:off x="3793758" y="4916770"/>
            <a:ext cx="7887960" cy="1995840"/>
            <a:chOff x="3793758" y="4916770"/>
            <a:chExt cx="7887960" cy="19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23E0A6-9FD2-88A0-3838-230952D2DB15}"/>
                    </a:ext>
                  </a:extLst>
                </p14:cNvPr>
                <p14:cNvContentPartPr/>
                <p14:nvPr/>
              </p14:nvContentPartPr>
              <p14:xfrm>
                <a:off x="4263918" y="5177770"/>
                <a:ext cx="83880" cy="219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23E0A6-9FD2-88A0-3838-230952D2DB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246278" y="5159770"/>
                  <a:ext cx="1195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284B44B-0450-E762-76ED-516817E067A2}"/>
                    </a:ext>
                  </a:extLst>
                </p14:cNvPr>
                <p14:cNvContentPartPr/>
                <p14:nvPr/>
              </p14:nvContentPartPr>
              <p14:xfrm>
                <a:off x="4343118" y="5258770"/>
                <a:ext cx="42120" cy="4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284B44B-0450-E762-76ED-516817E067A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325478" y="5240770"/>
                  <a:ext cx="77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6CEDA1F-9F95-D19E-08C5-AE7962C5AB89}"/>
                    </a:ext>
                  </a:extLst>
                </p14:cNvPr>
                <p14:cNvContentPartPr/>
                <p14:nvPr/>
              </p14:nvContentPartPr>
              <p14:xfrm>
                <a:off x="4568838" y="5033410"/>
                <a:ext cx="15480" cy="23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6CEDA1F-9F95-D19E-08C5-AE7962C5AB8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550838" y="5015770"/>
                  <a:ext cx="51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17E1E0E-4DAC-A5CD-82D5-4B55FB89F68F}"/>
                    </a:ext>
                  </a:extLst>
                </p14:cNvPr>
                <p14:cNvContentPartPr/>
                <p14:nvPr/>
              </p14:nvContentPartPr>
              <p14:xfrm>
                <a:off x="4785198" y="4960690"/>
                <a:ext cx="70920" cy="287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17E1E0E-4DAC-A5CD-82D5-4B55FB89F68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767558" y="4943050"/>
                  <a:ext cx="1065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A30EFEB-55FC-F37F-A377-9571E5CDC60D}"/>
                    </a:ext>
                  </a:extLst>
                </p14:cNvPr>
                <p14:cNvContentPartPr/>
                <p14:nvPr/>
              </p14:nvContentPartPr>
              <p14:xfrm>
                <a:off x="5011638" y="4962130"/>
                <a:ext cx="51120" cy="288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A30EFEB-55FC-F37F-A377-9571E5CDC60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993998" y="4944490"/>
                  <a:ext cx="86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3A2EB6B-46D7-8E54-E120-7C10374CDD48}"/>
                    </a:ext>
                  </a:extLst>
                </p14:cNvPr>
                <p14:cNvContentPartPr/>
                <p14:nvPr/>
              </p14:nvContentPartPr>
              <p14:xfrm>
                <a:off x="5040438" y="4916770"/>
                <a:ext cx="209520" cy="1864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3A2EB6B-46D7-8E54-E120-7C10374CDD4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22438" y="4898770"/>
                  <a:ext cx="2451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F4672F8-66E4-85CE-D4F3-1EFAEE12E7D4}"/>
                    </a:ext>
                  </a:extLst>
                </p14:cNvPr>
                <p14:cNvContentPartPr/>
                <p14:nvPr/>
              </p14:nvContentPartPr>
              <p14:xfrm>
                <a:off x="5075718" y="5024770"/>
                <a:ext cx="71640" cy="712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F4672F8-66E4-85CE-D4F3-1EFAEE12E7D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057718" y="5006770"/>
                  <a:ext cx="107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AC43361-EC1E-E497-222B-8B2F03539907}"/>
                    </a:ext>
                  </a:extLst>
                </p14:cNvPr>
                <p14:cNvContentPartPr/>
                <p14:nvPr/>
              </p14:nvContentPartPr>
              <p14:xfrm>
                <a:off x="4554438" y="5013610"/>
                <a:ext cx="137160" cy="231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AC43361-EC1E-E497-222B-8B2F0353990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536438" y="4995610"/>
                  <a:ext cx="172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96F05B4-64CE-710E-5411-253D9F95C5C4}"/>
                    </a:ext>
                  </a:extLst>
                </p14:cNvPr>
                <p14:cNvContentPartPr/>
                <p14:nvPr/>
              </p14:nvContentPartPr>
              <p14:xfrm>
                <a:off x="4402878" y="5016130"/>
                <a:ext cx="44280" cy="52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96F05B4-64CE-710E-5411-253D9F95C5C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385238" y="4998130"/>
                  <a:ext cx="79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2FC7D45-C335-77D0-0EA1-FADB0AC5A37E}"/>
                    </a:ext>
                  </a:extLst>
                </p14:cNvPr>
                <p14:cNvContentPartPr/>
                <p14:nvPr/>
              </p14:nvContentPartPr>
              <p14:xfrm>
                <a:off x="4793118" y="5473330"/>
                <a:ext cx="48960" cy="5911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2FC7D45-C335-77D0-0EA1-FADB0AC5A37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775118" y="5455690"/>
                  <a:ext cx="8460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F364DD1-3D0E-87A0-E0FE-687D60FE37AB}"/>
                    </a:ext>
                  </a:extLst>
                </p14:cNvPr>
                <p14:cNvContentPartPr/>
                <p14:nvPr/>
              </p14:nvContentPartPr>
              <p14:xfrm>
                <a:off x="4651998" y="5825770"/>
                <a:ext cx="316800" cy="3085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F364DD1-3D0E-87A0-E0FE-687D60FE37A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633998" y="5808130"/>
                  <a:ext cx="3524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BEBCBA3-2085-18F3-955F-6920CC4BE541}"/>
                    </a:ext>
                  </a:extLst>
                </p14:cNvPr>
                <p14:cNvContentPartPr/>
                <p14:nvPr/>
              </p14:nvContentPartPr>
              <p14:xfrm>
                <a:off x="4168518" y="6306010"/>
                <a:ext cx="64440" cy="4356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BEBCBA3-2085-18F3-955F-6920CC4BE54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150518" y="6288370"/>
                  <a:ext cx="1000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6BB882-17C7-8922-BDBB-F95AB4A87B91}"/>
                    </a:ext>
                  </a:extLst>
                </p14:cNvPr>
                <p14:cNvContentPartPr/>
                <p14:nvPr/>
              </p14:nvContentPartPr>
              <p14:xfrm>
                <a:off x="4094358" y="6411490"/>
                <a:ext cx="150480" cy="928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6BB882-17C7-8922-BDBB-F95AB4A87B9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076358" y="6393850"/>
                  <a:ext cx="1861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7BA7496-A594-C0EB-F2A2-26A63479F146}"/>
                    </a:ext>
                  </a:extLst>
                </p14:cNvPr>
                <p14:cNvContentPartPr/>
                <p14:nvPr/>
              </p14:nvContentPartPr>
              <p14:xfrm>
                <a:off x="4212078" y="6721090"/>
                <a:ext cx="91440" cy="356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7BA7496-A594-C0EB-F2A2-26A63479F14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194078" y="6703450"/>
                  <a:ext cx="1270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9D6DC94-171C-6F2D-5F09-066CA89BC3D4}"/>
                    </a:ext>
                  </a:extLst>
                </p14:cNvPr>
                <p14:cNvContentPartPr/>
                <p14:nvPr/>
              </p14:nvContentPartPr>
              <p14:xfrm>
                <a:off x="4430238" y="6639010"/>
                <a:ext cx="182520" cy="2174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9D6DC94-171C-6F2D-5F09-066CA89BC3D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412598" y="6621370"/>
                  <a:ext cx="2181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6229ED0-646A-341B-F6A4-A1951DDB23F2}"/>
                    </a:ext>
                  </a:extLst>
                </p14:cNvPr>
                <p14:cNvContentPartPr/>
                <p14:nvPr/>
              </p14:nvContentPartPr>
              <p14:xfrm>
                <a:off x="4690158" y="6572410"/>
                <a:ext cx="105840" cy="1310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6229ED0-646A-341B-F6A4-A1951DDB23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672518" y="6554770"/>
                  <a:ext cx="1414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2683D3E-C7B6-627C-A7C7-240D715162D4}"/>
                    </a:ext>
                  </a:extLst>
                </p14:cNvPr>
                <p14:cNvContentPartPr/>
                <p14:nvPr/>
              </p14:nvContentPartPr>
              <p14:xfrm>
                <a:off x="4869078" y="6538930"/>
                <a:ext cx="73800" cy="1245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2683D3E-C7B6-627C-A7C7-240D715162D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51078" y="6520930"/>
                  <a:ext cx="109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FBFD67A-A28C-276A-F4B1-DD578F7E3140}"/>
                    </a:ext>
                  </a:extLst>
                </p14:cNvPr>
                <p14:cNvContentPartPr/>
                <p14:nvPr/>
              </p14:nvContentPartPr>
              <p14:xfrm>
                <a:off x="5175078" y="6431650"/>
                <a:ext cx="32400" cy="277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FBFD67A-A28C-276A-F4B1-DD578F7E314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157438" y="6413650"/>
                  <a:ext cx="68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948187C-4433-5767-6A1C-16F63376BA74}"/>
                    </a:ext>
                  </a:extLst>
                </p14:cNvPr>
                <p14:cNvContentPartPr/>
                <p14:nvPr/>
              </p14:nvContentPartPr>
              <p14:xfrm>
                <a:off x="5221158" y="6520570"/>
                <a:ext cx="64440" cy="162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948187C-4433-5767-6A1C-16F63376BA7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203158" y="6502930"/>
                  <a:ext cx="100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A32D91E-CA4A-ED44-49D8-B458A2AD428C}"/>
                    </a:ext>
                  </a:extLst>
                </p14:cNvPr>
                <p14:cNvContentPartPr/>
                <p14:nvPr/>
              </p14:nvContentPartPr>
              <p14:xfrm>
                <a:off x="5378118" y="6340210"/>
                <a:ext cx="35640" cy="49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A32D91E-CA4A-ED44-49D8-B458A2AD42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360478" y="6322210"/>
                  <a:ext cx="712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92C32A6-221A-819D-C089-C8A9BA84AE15}"/>
                    </a:ext>
                  </a:extLst>
                </p14:cNvPr>
                <p14:cNvContentPartPr/>
                <p14:nvPr/>
              </p14:nvContentPartPr>
              <p14:xfrm>
                <a:off x="5548398" y="6264610"/>
                <a:ext cx="120600" cy="220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92C32A6-221A-819D-C089-C8A9BA84AE1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530758" y="6246970"/>
                  <a:ext cx="1562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E82B78A-04E6-C240-5939-1AD9116199CF}"/>
                    </a:ext>
                  </a:extLst>
                </p14:cNvPr>
                <p14:cNvContentPartPr/>
                <p14:nvPr/>
              </p14:nvContentPartPr>
              <p14:xfrm>
                <a:off x="5815158" y="6138250"/>
                <a:ext cx="28080" cy="3189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E82B78A-04E6-C240-5939-1AD9116199C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797518" y="6120610"/>
                  <a:ext cx="6372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487847D-6022-EF30-7E95-BDCC43012E00}"/>
                    </a:ext>
                  </a:extLst>
                </p14:cNvPr>
                <p14:cNvContentPartPr/>
                <p14:nvPr/>
              </p14:nvContentPartPr>
              <p14:xfrm>
                <a:off x="6074358" y="6099010"/>
                <a:ext cx="27000" cy="3016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487847D-6022-EF30-7E95-BDCC43012E0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056358" y="6081370"/>
                  <a:ext cx="626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3376F5C-ED81-FF5C-5288-029D8F0BBFB0}"/>
                    </a:ext>
                  </a:extLst>
                </p14:cNvPr>
                <p14:cNvContentPartPr/>
                <p14:nvPr/>
              </p14:nvContentPartPr>
              <p14:xfrm>
                <a:off x="6068958" y="6148690"/>
                <a:ext cx="195840" cy="1684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3376F5C-ED81-FF5C-5288-029D8F0BBFB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050958" y="6131050"/>
                  <a:ext cx="2314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ACB78C5-6C73-8795-98C0-073F42858FD0}"/>
                    </a:ext>
                  </a:extLst>
                </p14:cNvPr>
                <p14:cNvContentPartPr/>
                <p14:nvPr/>
              </p14:nvContentPartPr>
              <p14:xfrm>
                <a:off x="6076518" y="6284770"/>
                <a:ext cx="99360" cy="504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ACB78C5-6C73-8795-98C0-073F42858F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058878" y="6267130"/>
                  <a:ext cx="1350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AFF13FC-4D72-1C22-7642-3F4E89C493CE}"/>
                    </a:ext>
                  </a:extLst>
                </p14:cNvPr>
                <p14:cNvContentPartPr/>
                <p14:nvPr/>
              </p14:nvContentPartPr>
              <p14:xfrm>
                <a:off x="4181118" y="5780050"/>
                <a:ext cx="2471400" cy="11325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AFF13FC-4D72-1C22-7642-3F4E89C493C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163118" y="5762050"/>
                  <a:ext cx="2507040" cy="11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0897463-3C4C-9124-3359-70BCA3018C0E}"/>
                    </a:ext>
                  </a:extLst>
                </p14:cNvPr>
                <p14:cNvContentPartPr/>
                <p14:nvPr/>
              </p14:nvContentPartPr>
              <p14:xfrm>
                <a:off x="3832998" y="6237250"/>
                <a:ext cx="107640" cy="520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0897463-3C4C-9124-3359-70BCA3018C0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814998" y="6219610"/>
                  <a:ext cx="1432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FC293EE0-7D91-FEF1-E877-E9F0EB7C63D2}"/>
                    </a:ext>
                  </a:extLst>
                </p14:cNvPr>
                <p14:cNvContentPartPr/>
                <p14:nvPr/>
              </p14:nvContentPartPr>
              <p14:xfrm>
                <a:off x="3793758" y="5892370"/>
                <a:ext cx="2470320" cy="4770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FC293EE0-7D91-FEF1-E877-E9F0EB7C63D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776118" y="5874730"/>
                  <a:ext cx="25059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0BF0098-BD8E-8D29-981E-5E40F303C21B}"/>
                    </a:ext>
                  </a:extLst>
                </p14:cNvPr>
                <p14:cNvContentPartPr/>
                <p14:nvPr/>
              </p14:nvContentPartPr>
              <p14:xfrm>
                <a:off x="7327158" y="5741890"/>
                <a:ext cx="201960" cy="8931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0BF0098-BD8E-8D29-981E-5E40F303C2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309158" y="5724250"/>
                  <a:ext cx="237600" cy="9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727CFF5-70AC-D1A2-D4B3-BCD037A281F6}"/>
                    </a:ext>
                  </a:extLst>
                </p14:cNvPr>
                <p14:cNvContentPartPr/>
                <p14:nvPr/>
              </p14:nvContentPartPr>
              <p14:xfrm>
                <a:off x="7163358" y="5430490"/>
                <a:ext cx="4518360" cy="1229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727CFF5-70AC-D1A2-D4B3-BCD037A281F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145718" y="5412850"/>
                  <a:ext cx="4554000" cy="126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AC486378-A5AF-5792-F116-52F2F6FA35A1}"/>
              </a:ext>
            </a:extLst>
          </p:cNvPr>
          <p:cNvGrpSpPr/>
          <p:nvPr/>
        </p:nvGrpSpPr>
        <p:grpSpPr>
          <a:xfrm>
            <a:off x="1074318" y="704410"/>
            <a:ext cx="1459440" cy="567720"/>
            <a:chOff x="1074318" y="704410"/>
            <a:chExt cx="1459440" cy="56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B0DD092-F4BF-74F2-87A8-82D9BF167E15}"/>
                    </a:ext>
                  </a:extLst>
                </p14:cNvPr>
                <p14:cNvContentPartPr/>
                <p14:nvPr/>
              </p14:nvContentPartPr>
              <p14:xfrm>
                <a:off x="1081518" y="704410"/>
                <a:ext cx="11160" cy="5385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B0DD092-F4BF-74F2-87A8-82D9BF167E1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63878" y="686410"/>
                  <a:ext cx="4680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C572C3DF-FA70-DBE8-8859-9579C9518623}"/>
                    </a:ext>
                  </a:extLst>
                </p14:cNvPr>
                <p14:cNvContentPartPr/>
                <p14:nvPr/>
              </p14:nvContentPartPr>
              <p14:xfrm>
                <a:off x="1074318" y="761650"/>
                <a:ext cx="182880" cy="250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C572C3DF-FA70-DBE8-8859-9579C951862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56678" y="744010"/>
                  <a:ext cx="2185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9CF5C51-605F-3E33-D0F7-980353CA5103}"/>
                    </a:ext>
                  </a:extLst>
                </p14:cNvPr>
                <p14:cNvContentPartPr/>
                <p14:nvPr/>
              </p14:nvContentPartPr>
              <p14:xfrm>
                <a:off x="1317318" y="933730"/>
                <a:ext cx="216720" cy="1760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9CF5C51-605F-3E33-D0F7-980353CA510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299318" y="916090"/>
                  <a:ext cx="2523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4FE0997-9358-2A2B-6D15-C0C97D59D272}"/>
                    </a:ext>
                  </a:extLst>
                </p14:cNvPr>
                <p14:cNvContentPartPr/>
                <p14:nvPr/>
              </p14:nvContentPartPr>
              <p14:xfrm>
                <a:off x="1588758" y="965770"/>
                <a:ext cx="68400" cy="306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4FE0997-9358-2A2B-6D15-C0C97D59D27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570758" y="947770"/>
                  <a:ext cx="1040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71FE609-1905-46C0-7033-EE87A3955B6D}"/>
                    </a:ext>
                  </a:extLst>
                </p14:cNvPr>
                <p14:cNvContentPartPr/>
                <p14:nvPr/>
              </p14:nvContentPartPr>
              <p14:xfrm>
                <a:off x="1612518" y="986290"/>
                <a:ext cx="84600" cy="189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71FE609-1905-46C0-7033-EE87A3955B6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594518" y="968650"/>
                  <a:ext cx="120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7EEC0C3-6A8E-30DF-E426-0A12113E4ABC}"/>
                    </a:ext>
                  </a:extLst>
                </p14:cNvPr>
                <p14:cNvContentPartPr/>
                <p14:nvPr/>
              </p14:nvContentPartPr>
              <p14:xfrm>
                <a:off x="1783878" y="908890"/>
                <a:ext cx="78840" cy="2631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7EEC0C3-6A8E-30DF-E426-0A12113E4AB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766238" y="890890"/>
                  <a:ext cx="1144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DC86664-C10E-EDD2-14BB-4F3A32757429}"/>
                    </a:ext>
                  </a:extLst>
                </p14:cNvPr>
                <p14:cNvContentPartPr/>
                <p14:nvPr/>
              </p14:nvContentPartPr>
              <p14:xfrm>
                <a:off x="1940838" y="972610"/>
                <a:ext cx="197640" cy="1684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DC86664-C10E-EDD2-14BB-4F3A3275742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922838" y="954610"/>
                  <a:ext cx="233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34C5050-5EEF-30DF-C3EB-23F76FEF8D1F}"/>
                    </a:ext>
                  </a:extLst>
                </p14:cNvPr>
                <p14:cNvContentPartPr/>
                <p14:nvPr/>
              </p14:nvContentPartPr>
              <p14:xfrm>
                <a:off x="2190678" y="978730"/>
                <a:ext cx="102960" cy="15048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34C5050-5EEF-30DF-C3EB-23F76FEF8D1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172678" y="960730"/>
                  <a:ext cx="138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314025A-64E4-0CA4-BF5F-326781181F36}"/>
                    </a:ext>
                  </a:extLst>
                </p14:cNvPr>
                <p14:cNvContentPartPr/>
                <p14:nvPr/>
              </p14:nvContentPartPr>
              <p14:xfrm>
                <a:off x="2345838" y="974410"/>
                <a:ext cx="187920" cy="1825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314025A-64E4-0CA4-BF5F-326781181F3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328198" y="956770"/>
                  <a:ext cx="22356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5C000892-10ED-AD0B-097C-46B6FBE9F802}"/>
              </a:ext>
            </a:extLst>
          </p:cNvPr>
          <p:cNvGrpSpPr/>
          <p:nvPr/>
        </p:nvGrpSpPr>
        <p:grpSpPr>
          <a:xfrm>
            <a:off x="3086358" y="768130"/>
            <a:ext cx="840960" cy="415440"/>
            <a:chOff x="3086358" y="768130"/>
            <a:chExt cx="840960" cy="41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0A9B004-6E08-4E6B-0C46-2FDEF4AB5A3C}"/>
                    </a:ext>
                  </a:extLst>
                </p14:cNvPr>
                <p14:cNvContentPartPr/>
                <p14:nvPr/>
              </p14:nvContentPartPr>
              <p14:xfrm>
                <a:off x="3086358" y="768130"/>
                <a:ext cx="55440" cy="4154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0A9B004-6E08-4E6B-0C46-2FDEF4AB5A3C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068718" y="750490"/>
                  <a:ext cx="9108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9ABBFA85-6B21-2E33-9287-FE9C4560EB4A}"/>
                    </a:ext>
                  </a:extLst>
                </p14:cNvPr>
                <p14:cNvContentPartPr/>
                <p14:nvPr/>
              </p14:nvContentPartPr>
              <p14:xfrm>
                <a:off x="3281838" y="1010770"/>
                <a:ext cx="115200" cy="1296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9ABBFA85-6B21-2E33-9287-FE9C4560EB4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263838" y="993130"/>
                  <a:ext cx="150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AA00829-2281-4187-8187-558E9DB083E4}"/>
                    </a:ext>
                  </a:extLst>
                </p14:cNvPr>
                <p14:cNvContentPartPr/>
                <p14:nvPr/>
              </p14:nvContentPartPr>
              <p14:xfrm>
                <a:off x="3465798" y="960010"/>
                <a:ext cx="170280" cy="1443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AA00829-2281-4187-8187-558E9DB083E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447798" y="942370"/>
                  <a:ext cx="205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058F303-5D7B-51F4-9A20-8B9D63C04BC3}"/>
                    </a:ext>
                  </a:extLst>
                </p14:cNvPr>
                <p14:cNvContentPartPr/>
                <p14:nvPr/>
              </p14:nvContentPartPr>
              <p14:xfrm>
                <a:off x="3750558" y="803410"/>
                <a:ext cx="176760" cy="3438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058F303-5D7B-51F4-9A20-8B9D63C04BC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732918" y="785410"/>
                  <a:ext cx="21240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D0B3094F-8960-F336-21DD-72D10D77628D}"/>
              </a:ext>
            </a:extLst>
          </p:cNvPr>
          <p:cNvGrpSpPr/>
          <p:nvPr/>
        </p:nvGrpSpPr>
        <p:grpSpPr>
          <a:xfrm>
            <a:off x="4504758" y="710530"/>
            <a:ext cx="924120" cy="383400"/>
            <a:chOff x="4504758" y="710530"/>
            <a:chExt cx="924120" cy="3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926EEDD-3D96-391A-B10E-90C3E1135DCC}"/>
                    </a:ext>
                  </a:extLst>
                </p14:cNvPr>
                <p14:cNvContentPartPr/>
                <p14:nvPr/>
              </p14:nvContentPartPr>
              <p14:xfrm>
                <a:off x="4504758" y="949930"/>
                <a:ext cx="267840" cy="1440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926EEDD-3D96-391A-B10E-90C3E1135DC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487118" y="932290"/>
                  <a:ext cx="3034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CF5164D-B992-111B-3973-EC1F2FF0267D}"/>
                    </a:ext>
                  </a:extLst>
                </p14:cNvPr>
                <p14:cNvContentPartPr/>
                <p14:nvPr/>
              </p14:nvContentPartPr>
              <p14:xfrm>
                <a:off x="4841718" y="940570"/>
                <a:ext cx="39240" cy="1317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CF5164D-B992-111B-3973-EC1F2FF0267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824078" y="922570"/>
                  <a:ext cx="74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9D4B1B5-127F-5E76-EC78-3E3752EA6C39}"/>
                    </a:ext>
                  </a:extLst>
                </p14:cNvPr>
                <p14:cNvContentPartPr/>
                <p14:nvPr/>
              </p14:nvContentPartPr>
              <p14:xfrm>
                <a:off x="4858998" y="733570"/>
                <a:ext cx="26280" cy="734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9D4B1B5-127F-5E76-EC78-3E3752EA6C3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840998" y="715930"/>
                  <a:ext cx="61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8E42D3E-F487-4B43-28E0-2ED10BBFB881}"/>
                    </a:ext>
                  </a:extLst>
                </p14:cNvPr>
                <p14:cNvContentPartPr/>
                <p14:nvPr/>
              </p14:nvContentPartPr>
              <p14:xfrm>
                <a:off x="5048718" y="710530"/>
                <a:ext cx="42840" cy="333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8E42D3E-F487-4B43-28E0-2ED10BBFB88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030718" y="692530"/>
                  <a:ext cx="7848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E1786FF-B9E6-6C50-810E-B643EAF1FFF7}"/>
                    </a:ext>
                  </a:extLst>
                </p14:cNvPr>
                <p14:cNvContentPartPr/>
                <p14:nvPr/>
              </p14:nvContentPartPr>
              <p14:xfrm>
                <a:off x="5014518" y="789010"/>
                <a:ext cx="414360" cy="215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E1786FF-B9E6-6C50-810E-B643EAF1FFF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996878" y="771010"/>
                  <a:ext cx="450000" cy="25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4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432CE985-C613-2BB0-FD2B-4E10528A4DE6}"/>
                  </a:ext>
                </a:extLst>
              </p14:cNvPr>
              <p14:cNvContentPartPr/>
              <p14:nvPr/>
            </p14:nvContentPartPr>
            <p14:xfrm>
              <a:off x="5827758" y="876130"/>
              <a:ext cx="298080" cy="1422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432CE985-C613-2BB0-FD2B-4E10528A4DE6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5809758" y="858130"/>
                <a:ext cx="333720" cy="17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5" name="Group 264">
            <a:extLst>
              <a:ext uri="{FF2B5EF4-FFF2-40B4-BE49-F238E27FC236}">
                <a16:creationId xmlns:a16="http://schemas.microsoft.com/office/drawing/2014/main" id="{74B3809C-9877-CA5B-DBC3-FCC4E87D78D4}"/>
              </a:ext>
            </a:extLst>
          </p:cNvPr>
          <p:cNvGrpSpPr/>
          <p:nvPr/>
        </p:nvGrpSpPr>
        <p:grpSpPr>
          <a:xfrm>
            <a:off x="2914638" y="1491010"/>
            <a:ext cx="1415520" cy="415800"/>
            <a:chOff x="2914638" y="1491010"/>
            <a:chExt cx="1415520" cy="41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41C5F4E-6D7D-88B0-215D-6AB3B81DEC3F}"/>
                    </a:ext>
                  </a:extLst>
                </p14:cNvPr>
                <p14:cNvContentPartPr/>
                <p14:nvPr/>
              </p14:nvContentPartPr>
              <p14:xfrm>
                <a:off x="2914638" y="1528810"/>
                <a:ext cx="156240" cy="3780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41C5F4E-6D7D-88B0-215D-6AB3B81DEC3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2896638" y="1511170"/>
                  <a:ext cx="19188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146695-8165-F999-D6E2-003524342E02}"/>
                    </a:ext>
                  </a:extLst>
                </p14:cNvPr>
                <p14:cNvContentPartPr/>
                <p14:nvPr/>
              </p14:nvContentPartPr>
              <p14:xfrm>
                <a:off x="3225678" y="1571650"/>
                <a:ext cx="164520" cy="2336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146695-8165-F999-D6E2-003524342E02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208038" y="1554010"/>
                  <a:ext cx="200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E63F68B-51E0-6E31-AFC3-ABF8AEF73259}"/>
                    </a:ext>
                  </a:extLst>
                </p14:cNvPr>
                <p14:cNvContentPartPr/>
                <p14:nvPr/>
              </p14:nvContentPartPr>
              <p14:xfrm>
                <a:off x="3494958" y="1658770"/>
                <a:ext cx="128880" cy="143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E63F68B-51E0-6E31-AFC3-ABF8AEF7325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3477318" y="1640770"/>
                  <a:ext cx="164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75682D6-CC7D-D835-E336-9CF803C62AA7}"/>
                    </a:ext>
                  </a:extLst>
                </p14:cNvPr>
                <p14:cNvContentPartPr/>
                <p14:nvPr/>
              </p14:nvContentPartPr>
              <p14:xfrm>
                <a:off x="3741558" y="1637890"/>
                <a:ext cx="90720" cy="1141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75682D6-CC7D-D835-E336-9CF803C62AA7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723558" y="1620250"/>
                  <a:ext cx="1263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8BD3D87-76B0-B930-B2C7-0E95F5AAFB88}"/>
                    </a:ext>
                  </a:extLst>
                </p14:cNvPr>
                <p14:cNvContentPartPr/>
                <p14:nvPr/>
              </p14:nvContentPartPr>
              <p14:xfrm>
                <a:off x="3968358" y="1491010"/>
                <a:ext cx="94680" cy="321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8BD3D87-76B0-B930-B2C7-0E95F5AAFB8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950718" y="1473370"/>
                  <a:ext cx="1303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DC3FA9B-43D6-8AA8-1A1E-69822B11F1B9}"/>
                    </a:ext>
                  </a:extLst>
                </p14:cNvPr>
                <p14:cNvContentPartPr/>
                <p14:nvPr/>
              </p14:nvContentPartPr>
              <p14:xfrm>
                <a:off x="3958278" y="1637170"/>
                <a:ext cx="158760" cy="399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DC3FA9B-43D6-8AA8-1A1E-69822B11F1B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940638" y="1619530"/>
                  <a:ext cx="194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959AB27-75C4-6554-6F54-6B8BDFDE7C56}"/>
                    </a:ext>
                  </a:extLst>
                </p14:cNvPr>
                <p14:cNvContentPartPr/>
                <p14:nvPr/>
              </p14:nvContentPartPr>
              <p14:xfrm>
                <a:off x="4283358" y="1727170"/>
                <a:ext cx="46800" cy="15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959AB27-75C4-6554-6F54-6B8BDFDE7C5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265718" y="1709530"/>
                  <a:ext cx="824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0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250989C3-D6F4-A574-5CCC-115901C8ECB2}"/>
                  </a:ext>
                </a:extLst>
              </p14:cNvPr>
              <p14:cNvContentPartPr/>
              <p14:nvPr/>
            </p14:nvContentPartPr>
            <p14:xfrm>
              <a:off x="2010318" y="3610690"/>
              <a:ext cx="1301400" cy="1251000"/>
            </p14:xfrm>
          </p:contentPart>
        </mc:Choice>
        <mc:Fallback xmlns=""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250989C3-D6F4-A574-5CCC-115901C8ECB2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1956318" y="3502690"/>
                <a:ext cx="1409040" cy="146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2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87D514CD-DCF1-F4A4-1CE1-A0200764FA9B}"/>
                  </a:ext>
                </a:extLst>
              </p14:cNvPr>
              <p14:cNvContentPartPr/>
              <p14:nvPr/>
            </p14:nvContentPartPr>
            <p14:xfrm>
              <a:off x="2662278" y="1380850"/>
              <a:ext cx="1683720" cy="59832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87D514CD-DCF1-F4A4-1CE1-A0200764FA9B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2608638" y="1272850"/>
                <a:ext cx="1791360" cy="813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4894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502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5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401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45F7CC64-B97D-63B6-322A-31625F41E8B3}"/>
              </a:ext>
            </a:extLst>
          </p:cNvPr>
          <p:cNvGrpSpPr/>
          <p:nvPr/>
        </p:nvGrpSpPr>
        <p:grpSpPr>
          <a:xfrm>
            <a:off x="1604238" y="4334290"/>
            <a:ext cx="1020600" cy="356400"/>
            <a:chOff x="1604238" y="4334290"/>
            <a:chExt cx="1020600" cy="35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816BAA5-0AC2-644A-812C-43ED33813CC0}"/>
                    </a:ext>
                  </a:extLst>
                </p14:cNvPr>
                <p14:cNvContentPartPr/>
                <p14:nvPr/>
              </p14:nvContentPartPr>
              <p14:xfrm>
                <a:off x="1604238" y="4334290"/>
                <a:ext cx="205920" cy="356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816BAA5-0AC2-644A-812C-43ED33813CC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86238" y="4316650"/>
                  <a:ext cx="2415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509939-7839-7994-42F2-3E0B0F353AC1}"/>
                    </a:ext>
                  </a:extLst>
                </p14:cNvPr>
                <p14:cNvContentPartPr/>
                <p14:nvPr/>
              </p14:nvContentPartPr>
              <p14:xfrm>
                <a:off x="1956318" y="4459930"/>
                <a:ext cx="163800" cy="206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509939-7839-7994-42F2-3E0B0F353A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38678" y="4442290"/>
                  <a:ext cx="1994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D94522F-1C7E-1C2B-200B-37357C182266}"/>
                    </a:ext>
                  </a:extLst>
                </p14:cNvPr>
                <p14:cNvContentPartPr/>
                <p14:nvPr/>
              </p14:nvContentPartPr>
              <p14:xfrm>
                <a:off x="2238918" y="4400890"/>
                <a:ext cx="192600" cy="228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D94522F-1C7E-1C2B-200B-37357C18226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20918" y="4383250"/>
                  <a:ext cx="2282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E00E3C-A221-8A73-FB34-0AB4024DBD27}"/>
                    </a:ext>
                  </a:extLst>
                </p14:cNvPr>
                <p14:cNvContentPartPr/>
                <p14:nvPr/>
              </p14:nvContentPartPr>
              <p14:xfrm>
                <a:off x="2503158" y="4481890"/>
                <a:ext cx="51120" cy="14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E00E3C-A221-8A73-FB34-0AB4024DBD2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5518" y="4464250"/>
                  <a:ext cx="867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029F2D6-06B5-937B-E7D7-723D39FCBA27}"/>
                    </a:ext>
                  </a:extLst>
                </p14:cNvPr>
                <p14:cNvContentPartPr/>
                <p14:nvPr/>
              </p14:nvContentPartPr>
              <p14:xfrm>
                <a:off x="2550318" y="4521850"/>
                <a:ext cx="74520" cy="34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029F2D6-06B5-937B-E7D7-723D39FCBA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32678" y="4503850"/>
                  <a:ext cx="11016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925128-3B70-ED52-EE9A-A267BAA856DA}"/>
              </a:ext>
            </a:extLst>
          </p:cNvPr>
          <p:cNvGrpSpPr/>
          <p:nvPr/>
        </p:nvGrpSpPr>
        <p:grpSpPr>
          <a:xfrm>
            <a:off x="3027678" y="4265170"/>
            <a:ext cx="671400" cy="295560"/>
            <a:chOff x="3027678" y="4265170"/>
            <a:chExt cx="67140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4CCBB13-793B-3ED1-DADB-8F4DB2D0F82A}"/>
                    </a:ext>
                  </a:extLst>
                </p14:cNvPr>
                <p14:cNvContentPartPr/>
                <p14:nvPr/>
              </p14:nvContentPartPr>
              <p14:xfrm>
                <a:off x="3027678" y="4267690"/>
                <a:ext cx="206640" cy="293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4CCBB13-793B-3ED1-DADB-8F4DB2D0F82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010038" y="4249690"/>
                  <a:ext cx="2422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BCD6872-E22F-8D58-FE22-ABFA54EE5FFB}"/>
                    </a:ext>
                  </a:extLst>
                </p14:cNvPr>
                <p14:cNvContentPartPr/>
                <p14:nvPr/>
              </p14:nvContentPartPr>
              <p14:xfrm>
                <a:off x="3382278" y="4462450"/>
                <a:ext cx="11520" cy="98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BCD6872-E22F-8D58-FE22-ABFA54EE5FF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364638" y="4444810"/>
                  <a:ext cx="47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A3D0005-0A11-7773-1515-7A7B2DB125E1}"/>
                    </a:ext>
                  </a:extLst>
                </p14:cNvPr>
                <p14:cNvContentPartPr/>
                <p14:nvPr/>
              </p14:nvContentPartPr>
              <p14:xfrm>
                <a:off x="3556518" y="4375330"/>
                <a:ext cx="142560" cy="55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A3D0005-0A11-7773-1515-7A7B2DB125E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38878" y="4357330"/>
                  <a:ext cx="178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AFA959-891B-8C44-9CF2-52C3D1057A2B}"/>
                    </a:ext>
                  </a:extLst>
                </p14:cNvPr>
                <p14:cNvContentPartPr/>
                <p14:nvPr/>
              </p14:nvContentPartPr>
              <p14:xfrm>
                <a:off x="3676038" y="4265170"/>
                <a:ext cx="12240" cy="237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AFA959-891B-8C44-9CF2-52C3D1057A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58398" y="4247170"/>
                  <a:ext cx="4788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81478D5-5612-B1E7-7154-32926057A7C4}"/>
              </a:ext>
            </a:extLst>
          </p:cNvPr>
          <p:cNvGrpSpPr/>
          <p:nvPr/>
        </p:nvGrpSpPr>
        <p:grpSpPr>
          <a:xfrm>
            <a:off x="3924078" y="4151410"/>
            <a:ext cx="668520" cy="323280"/>
            <a:chOff x="3924078" y="4151410"/>
            <a:chExt cx="66852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9A0DEF-A90D-6A4A-70DE-8576C1449D2B}"/>
                    </a:ext>
                  </a:extLst>
                </p14:cNvPr>
                <p14:cNvContentPartPr/>
                <p14:nvPr/>
              </p14:nvContentPartPr>
              <p14:xfrm>
                <a:off x="3924078" y="4253650"/>
                <a:ext cx="142200" cy="189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9A0DEF-A90D-6A4A-70DE-8576C1449D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06438" y="4236010"/>
                  <a:ext cx="1778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C0E5C85-4B94-22DF-56F2-280F92A8B616}"/>
                    </a:ext>
                  </a:extLst>
                </p14:cNvPr>
                <p14:cNvContentPartPr/>
                <p14:nvPr/>
              </p14:nvContentPartPr>
              <p14:xfrm>
                <a:off x="4178958" y="4370290"/>
                <a:ext cx="123120" cy="104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C0E5C85-4B94-22DF-56F2-280F92A8B6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61318" y="4352290"/>
                  <a:ext cx="158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523EE3-1E3F-08C9-5AB1-5B370B3474F8}"/>
                    </a:ext>
                  </a:extLst>
                </p14:cNvPr>
                <p14:cNvContentPartPr/>
                <p14:nvPr/>
              </p14:nvContentPartPr>
              <p14:xfrm>
                <a:off x="4475958" y="4262650"/>
                <a:ext cx="116640" cy="21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523EE3-1E3F-08C9-5AB1-5B370B3474F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457958" y="4244650"/>
                  <a:ext cx="1522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3B6B82-030F-609B-E4EB-BC228EF4D026}"/>
                    </a:ext>
                  </a:extLst>
                </p14:cNvPr>
                <p14:cNvContentPartPr/>
                <p14:nvPr/>
              </p14:nvContentPartPr>
              <p14:xfrm>
                <a:off x="4560198" y="4151410"/>
                <a:ext cx="18000" cy="20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3B6B82-030F-609B-E4EB-BC228EF4D0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42198" y="4133410"/>
                  <a:ext cx="5364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F526E30-15C3-DE82-4643-9702A73CC4C3}"/>
              </a:ext>
            </a:extLst>
          </p:cNvPr>
          <p:cNvGrpSpPr/>
          <p:nvPr/>
        </p:nvGrpSpPr>
        <p:grpSpPr>
          <a:xfrm>
            <a:off x="4870878" y="4106050"/>
            <a:ext cx="434520" cy="339120"/>
            <a:chOff x="4870878" y="4106050"/>
            <a:chExt cx="43452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001D73-F556-6707-A903-6FFA42A3FA61}"/>
                    </a:ext>
                  </a:extLst>
                </p14:cNvPr>
                <p14:cNvContentPartPr/>
                <p14:nvPr/>
              </p14:nvContentPartPr>
              <p14:xfrm>
                <a:off x="4870878" y="4106050"/>
                <a:ext cx="179640" cy="256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001D73-F556-6707-A903-6FFA42A3FA6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52878" y="4088050"/>
                  <a:ext cx="2152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3541BBD-A84D-4679-76AD-A1AD263C6587}"/>
                    </a:ext>
                  </a:extLst>
                </p14:cNvPr>
                <p14:cNvContentPartPr/>
                <p14:nvPr/>
              </p14:nvContentPartPr>
              <p14:xfrm>
                <a:off x="5164278" y="4232770"/>
                <a:ext cx="141120" cy="212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3541BBD-A84D-4679-76AD-A1AD263C658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6638" y="4215130"/>
                  <a:ext cx="17676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10BDA4-112D-02B3-60A5-2FDD9B37409B}"/>
              </a:ext>
            </a:extLst>
          </p:cNvPr>
          <p:cNvGrpSpPr/>
          <p:nvPr/>
        </p:nvGrpSpPr>
        <p:grpSpPr>
          <a:xfrm>
            <a:off x="6806238" y="4608610"/>
            <a:ext cx="630360" cy="543960"/>
            <a:chOff x="6806238" y="4608610"/>
            <a:chExt cx="630360" cy="54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2FE958A-5E0F-66A2-FD7D-C31511E77296}"/>
                    </a:ext>
                  </a:extLst>
                </p14:cNvPr>
                <p14:cNvContentPartPr/>
                <p14:nvPr/>
              </p14:nvContentPartPr>
              <p14:xfrm>
                <a:off x="7012518" y="4608610"/>
                <a:ext cx="79560" cy="542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2FE958A-5E0F-66A2-FD7D-C31511E7729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94518" y="4590610"/>
                  <a:ext cx="11520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3AE72DC-B138-B5EE-2576-B2D1C3371E26}"/>
                    </a:ext>
                  </a:extLst>
                </p14:cNvPr>
                <p14:cNvContentPartPr/>
                <p14:nvPr/>
              </p14:nvContentPartPr>
              <p14:xfrm>
                <a:off x="6806238" y="5089210"/>
                <a:ext cx="630360" cy="63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3AE72DC-B138-B5EE-2576-B2D1C3371E2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88238" y="5071210"/>
                  <a:ext cx="66600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3EDF5D0-6F69-4D0A-9FAB-4EE03D266171}"/>
              </a:ext>
            </a:extLst>
          </p:cNvPr>
          <p:cNvGrpSpPr/>
          <p:nvPr/>
        </p:nvGrpSpPr>
        <p:grpSpPr>
          <a:xfrm>
            <a:off x="6988758" y="5292250"/>
            <a:ext cx="702720" cy="274320"/>
            <a:chOff x="6988758" y="5292250"/>
            <a:chExt cx="70272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C79C49-E0B1-D1EA-82C8-2B5E198CC746}"/>
                    </a:ext>
                  </a:extLst>
                </p14:cNvPr>
                <p14:cNvContentPartPr/>
                <p14:nvPr/>
              </p14:nvContentPartPr>
              <p14:xfrm>
                <a:off x="6988758" y="5292250"/>
                <a:ext cx="291960" cy="274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C79C49-E0B1-D1EA-82C8-2B5E198CC74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71118" y="5274610"/>
                  <a:ext cx="3276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2760397-41DC-ED3D-C7BF-C5EF5962C8DB}"/>
                    </a:ext>
                  </a:extLst>
                </p14:cNvPr>
                <p14:cNvContentPartPr/>
                <p14:nvPr/>
              </p14:nvContentPartPr>
              <p14:xfrm>
                <a:off x="7305918" y="5419690"/>
                <a:ext cx="87480" cy="131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2760397-41DC-ED3D-C7BF-C5EF5962C8D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287918" y="5401690"/>
                  <a:ext cx="12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969F0-B691-F999-9BAB-129539D718E5}"/>
                    </a:ext>
                  </a:extLst>
                </p14:cNvPr>
                <p14:cNvContentPartPr/>
                <p14:nvPr/>
              </p14:nvContentPartPr>
              <p14:xfrm>
                <a:off x="7498518" y="5404930"/>
                <a:ext cx="192960" cy="154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969F0-B691-F999-9BAB-129539D718E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80518" y="5386930"/>
                  <a:ext cx="2286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FB3C899-2BB3-DECE-D0CC-2A7324D47433}"/>
              </a:ext>
            </a:extLst>
          </p:cNvPr>
          <p:cNvGrpSpPr/>
          <p:nvPr/>
        </p:nvGrpSpPr>
        <p:grpSpPr>
          <a:xfrm>
            <a:off x="7924398" y="4985170"/>
            <a:ext cx="163080" cy="118440"/>
            <a:chOff x="7924398" y="4985170"/>
            <a:chExt cx="163080" cy="11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0C8DE7-B8A3-1F93-B9D3-91679D8DE1A1}"/>
                    </a:ext>
                  </a:extLst>
                </p14:cNvPr>
                <p14:cNvContentPartPr/>
                <p14:nvPr/>
              </p14:nvContentPartPr>
              <p14:xfrm>
                <a:off x="7948158" y="4985170"/>
                <a:ext cx="34920" cy="27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0C8DE7-B8A3-1F93-B9D3-91679D8DE1A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30518" y="4967170"/>
                  <a:ext cx="70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B2C0630-D304-CCC4-AC64-E853C3E4ED9B}"/>
                    </a:ext>
                  </a:extLst>
                </p14:cNvPr>
                <p14:cNvContentPartPr/>
                <p14:nvPr/>
              </p14:nvContentPartPr>
              <p14:xfrm>
                <a:off x="7924398" y="5051050"/>
                <a:ext cx="163080" cy="52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B2C0630-D304-CCC4-AC64-E853C3E4ED9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06758" y="5033410"/>
                  <a:ext cx="198720" cy="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B4BBF1D8-94B3-4064-9C70-CA9DCA133E35}"/>
                  </a:ext>
                </a:extLst>
              </p14:cNvPr>
              <p14:cNvContentPartPr/>
              <p14:nvPr/>
            </p14:nvContentPartPr>
            <p14:xfrm>
              <a:off x="8535678" y="4590610"/>
              <a:ext cx="103320" cy="4554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B4BBF1D8-94B3-4064-9C70-CA9DCA133E3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517678" y="4572610"/>
                <a:ext cx="138960" cy="49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1837B5D4-EA86-F33A-CFFD-5104ABDDEDAB}"/>
                  </a:ext>
                </a:extLst>
              </p14:cNvPr>
              <p14:cNvContentPartPr/>
              <p14:nvPr/>
            </p14:nvContentPartPr>
            <p14:xfrm>
              <a:off x="8421918" y="5029810"/>
              <a:ext cx="521280" cy="190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1837B5D4-EA86-F33A-CFFD-5104ABDDEDAB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404278" y="5011810"/>
                <a:ext cx="55692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7AB36E2-2FD3-734F-48E9-C8B5C0D5E5C2}"/>
                  </a:ext>
                </a:extLst>
              </p14:cNvPr>
              <p14:cNvContentPartPr/>
              <p14:nvPr/>
            </p14:nvContentPartPr>
            <p14:xfrm>
              <a:off x="8511558" y="5190010"/>
              <a:ext cx="258120" cy="3196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7AB36E2-2FD3-734F-48E9-C8B5C0D5E5C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493918" y="5172010"/>
                <a:ext cx="293760" cy="35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0C31D01-F03D-9359-8AE0-8FC843CC9DEC}"/>
                  </a:ext>
                </a:extLst>
              </p14:cNvPr>
              <p14:cNvContentPartPr/>
              <p14:nvPr/>
            </p14:nvContentPartPr>
            <p14:xfrm>
              <a:off x="8824038" y="5336530"/>
              <a:ext cx="18360" cy="2242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0C31D01-F03D-9359-8AE0-8FC843CC9DE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806398" y="5318890"/>
                <a:ext cx="5400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9499229-EE3A-4310-C59A-4BDD64C13499}"/>
                  </a:ext>
                </a:extLst>
              </p14:cNvPr>
              <p14:cNvContentPartPr/>
              <p14:nvPr/>
            </p14:nvContentPartPr>
            <p14:xfrm>
              <a:off x="9154158" y="4877530"/>
              <a:ext cx="131040" cy="280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9499229-EE3A-4310-C59A-4BDD64C13499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136518" y="4859530"/>
                <a:ext cx="1666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B270F14-6D77-47C3-A02A-0075773296FB}"/>
                  </a:ext>
                </a:extLst>
              </p14:cNvPr>
              <p14:cNvContentPartPr/>
              <p14:nvPr/>
            </p14:nvContentPartPr>
            <p14:xfrm>
              <a:off x="9260358" y="4779610"/>
              <a:ext cx="9000" cy="1940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B270F14-6D77-47C3-A02A-0075773296F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242718" y="4761610"/>
                <a:ext cx="4464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C888079-5AC2-1267-5B1F-FA7164CDCEF9}"/>
                  </a:ext>
                </a:extLst>
              </p14:cNvPr>
              <p14:cNvContentPartPr/>
              <p14:nvPr/>
            </p14:nvContentPartPr>
            <p14:xfrm>
              <a:off x="9517758" y="4445530"/>
              <a:ext cx="78840" cy="3607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C888079-5AC2-1267-5B1F-FA7164CDCE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9499758" y="4427890"/>
                <a:ext cx="114480" cy="39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67198A-271B-4954-E6AA-E139C2C909A8}"/>
                  </a:ext>
                </a:extLst>
              </p14:cNvPr>
              <p14:cNvContentPartPr/>
              <p14:nvPr/>
            </p14:nvContentPartPr>
            <p14:xfrm>
              <a:off x="9481398" y="4845130"/>
              <a:ext cx="297000" cy="529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67198A-271B-4954-E6AA-E139C2C909A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463398" y="4827130"/>
                <a:ext cx="33264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698CD8D-97B0-E5E1-5924-5CD900C9482B}"/>
                  </a:ext>
                </a:extLst>
              </p14:cNvPr>
              <p14:cNvContentPartPr/>
              <p14:nvPr/>
            </p14:nvContentPartPr>
            <p14:xfrm>
              <a:off x="9560958" y="5056810"/>
              <a:ext cx="202680" cy="2214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698CD8D-97B0-E5E1-5924-5CD900C9482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543318" y="5038810"/>
                <a:ext cx="23832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34C0E93-D8E0-B57C-B383-471BD2A7BFEC}"/>
                  </a:ext>
                </a:extLst>
              </p14:cNvPr>
              <p14:cNvContentPartPr/>
              <p14:nvPr/>
            </p14:nvContentPartPr>
            <p14:xfrm>
              <a:off x="9871638" y="5157610"/>
              <a:ext cx="170640" cy="874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34C0E93-D8E0-B57C-B383-471BD2A7BFE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853998" y="5139610"/>
                <a:ext cx="206280" cy="12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36FB498-C7EB-5F87-E129-08972EF0979D}"/>
                  </a:ext>
                </a:extLst>
              </p14:cNvPr>
              <p14:cNvContentPartPr/>
              <p14:nvPr/>
            </p14:nvContentPartPr>
            <p14:xfrm>
              <a:off x="10121478" y="4773130"/>
              <a:ext cx="145440" cy="349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36FB498-C7EB-5F87-E129-08972EF0979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103478" y="4755490"/>
                <a:ext cx="1810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5E3DA07-7724-15A0-4DC5-8A655226B6F5}"/>
                  </a:ext>
                </a:extLst>
              </p14:cNvPr>
              <p14:cNvContentPartPr/>
              <p14:nvPr/>
            </p14:nvContentPartPr>
            <p14:xfrm>
              <a:off x="10176558" y="4712290"/>
              <a:ext cx="15480" cy="1360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5E3DA07-7724-15A0-4DC5-8A655226B6F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0158918" y="4694290"/>
                <a:ext cx="5112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C6ECF9F-4086-D1AC-1515-560A8A500D33}"/>
                  </a:ext>
                </a:extLst>
              </p14:cNvPr>
              <p14:cNvContentPartPr/>
              <p14:nvPr/>
            </p14:nvContentPartPr>
            <p14:xfrm>
              <a:off x="10491558" y="4401610"/>
              <a:ext cx="88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C6ECF9F-4086-D1AC-1515-560A8A500D3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473918" y="4383610"/>
                <a:ext cx="124560" cy="48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A73246F-F24A-651F-F5DB-B27520D38349}"/>
                  </a:ext>
                </a:extLst>
              </p14:cNvPr>
              <p14:cNvContentPartPr/>
              <p14:nvPr/>
            </p14:nvContentPartPr>
            <p14:xfrm>
              <a:off x="10389678" y="4849450"/>
              <a:ext cx="340200" cy="270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A73246F-F24A-651F-F5DB-B27520D3834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0371678" y="4831450"/>
                <a:ext cx="37584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2B0F02-AD5E-465E-ED10-C78EAE464BBA}"/>
              </a:ext>
            </a:extLst>
          </p:cNvPr>
          <p:cNvGrpSpPr/>
          <p:nvPr/>
        </p:nvGrpSpPr>
        <p:grpSpPr>
          <a:xfrm>
            <a:off x="10525038" y="5075530"/>
            <a:ext cx="520920" cy="332640"/>
            <a:chOff x="10525038" y="5075530"/>
            <a:chExt cx="520920" cy="33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E8E3D40-F594-A5F2-C7B1-859DDA7C0AA0}"/>
                    </a:ext>
                  </a:extLst>
                </p14:cNvPr>
                <p14:cNvContentPartPr/>
                <p14:nvPr/>
              </p14:nvContentPartPr>
              <p14:xfrm>
                <a:off x="10525038" y="5075530"/>
                <a:ext cx="216720" cy="332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E8E3D40-F594-A5F2-C7B1-859DDA7C0A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07038" y="5057890"/>
                  <a:ext cx="2523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A435CDE-DAEC-DDE7-F2B9-485EB97A9010}"/>
                    </a:ext>
                  </a:extLst>
                </p14:cNvPr>
                <p14:cNvContentPartPr/>
                <p14:nvPr/>
              </p14:nvContentPartPr>
              <p14:xfrm>
                <a:off x="10603518" y="5297290"/>
                <a:ext cx="161640" cy="7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A435CDE-DAEC-DDE7-F2B9-485EB97A901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585878" y="5279650"/>
                  <a:ext cx="197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9E46E0-DFC9-7F07-C5E6-F940DD1CA7A6}"/>
                    </a:ext>
                  </a:extLst>
                </p14:cNvPr>
                <p14:cNvContentPartPr/>
                <p14:nvPr/>
              </p14:nvContentPartPr>
              <p14:xfrm>
                <a:off x="10890438" y="5203330"/>
                <a:ext cx="155520" cy="178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9E46E0-DFC9-7F07-C5E6-F940DD1CA7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872438" y="5185330"/>
                  <a:ext cx="191160" cy="213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64711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BDDC7-B36B-96DF-184E-37CDA4746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D8EF7-3271-3992-09F0-9CD104FDEF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FDE7B12-8930-9311-191C-63F424FBC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A, B,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each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sources as shown. Determine the voltages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 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2049" name="Picture 2" descr="A diagram of a circuit&#10;&#10;Description automatically generated">
            <a:extLst>
              <a:ext uri="{FF2B5EF4-FFF2-40B4-BE49-F238E27FC236}">
                <a16:creationId xmlns:a16="http://schemas.microsoft.com/office/drawing/2014/main" id="{B98F3ADE-36F6-15D3-DE34-FB1DD5796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59" y="1761215"/>
            <a:ext cx="1683992" cy="4094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4170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1B70A-AA58-75CA-C302-A13951F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7AEFB-676E-5BB0-934D-C8F56FDEC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7B3A-B79F-0C05-5EA8-481A7565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317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F7F5-E39D-CE97-89D5-94390F1B1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D4A2D-B750-4BAE-F395-52043CB63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67D29B-AB7F-6927-814B-1BCA5493D4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4527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7D5F5-4CA0-BDAE-FC84-0BBCC60CE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157BB-242B-6E86-DE4B-CCDC780E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28BF2-D123-6AD2-FCEB-B76062970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9926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AC93-77DA-9E24-8E1E-AD0CDCFA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F743C-7495-6168-0B09-997247991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117C4-0C99-D73B-0A0F-D1D305965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74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94ED-FBB6-2E28-4F4B-A33B46B3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54B10-14E8-6085-6B44-318332EE75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9DD6D28-411B-7921-C401-50B81EDB30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F52220B1-C1B5-6B2D-19D9-F087E6DA9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0723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3A222F58-69F6-1345-1047-7E3081BF74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319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7044F-93F9-2409-BE29-FFD7FEC03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BB34-A07A-8C88-4B4B-58464FC7F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FE4A5-A7BF-07B1-11EA-4F28597E76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BB01D5A-2D41-E6CA-DD50-189E0FEA6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236666C-C2D0-40F5-5939-D6233D08E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42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869273EE-6721-D394-C73B-76649C2B86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52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1B956-4177-6A02-0439-051C697A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C873F-3F7A-0A41-D694-A007778E4C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1AA4E9FA-3EA4-CC14-CDEF-C8A1CDE065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593" y="2266589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A526678-192C-AB3C-8FD2-D79D1E5EBA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78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DCE0D-5CB6-1EDA-C78E-F1CBACD39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495FF-B1C3-0816-8325-F7A86D20F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A0B68-D1B8-1672-D9B5-46CE99263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98F4B701-403D-1D4C-0FA7-B1E4C04B5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5" y="2536934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C9ECF9-3FBC-4702-649C-2D36EC84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209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22828</TotalTime>
  <Words>305</Words>
  <Application>Microsoft Office PowerPoint</Application>
  <PresentationFormat>Widescreen</PresentationFormat>
  <Paragraphs>49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Equivalent circuits</vt:lpstr>
      <vt:lpstr>Thevenin’s equivalent circuit</vt:lpstr>
      <vt:lpstr>Thevenin’s equivalent circuit</vt:lpstr>
      <vt:lpstr>Thevenin’s equivalent circuit</vt:lpstr>
      <vt:lpstr>Norton’s equivalent circuit</vt:lpstr>
      <vt:lpstr>Norton’s equivalent circuit</vt:lpstr>
      <vt:lpstr>Capacitors </vt:lpstr>
      <vt:lpstr>Capacitors </vt:lpstr>
      <vt:lpstr>Inductors </vt:lpstr>
      <vt:lpstr>Inductors </vt:lpstr>
      <vt:lpstr>Problem 1 </vt:lpstr>
      <vt:lpstr>KCL</vt:lpstr>
      <vt:lpstr>KVL</vt:lpstr>
      <vt:lpstr>Voltage divider</vt:lpstr>
      <vt:lpstr>Current divider</vt:lpstr>
      <vt:lpstr>Problem 2 </vt:lpstr>
      <vt:lpstr>Problem 2 </vt:lpstr>
      <vt:lpstr>Problem 3</vt:lpstr>
      <vt:lpstr>Problem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927</cp:revision>
  <cp:lastPrinted>2017-03-30T23:40:26Z</cp:lastPrinted>
  <dcterms:created xsi:type="dcterms:W3CDTF">2014-02-24T21:19:39Z</dcterms:created>
  <dcterms:modified xsi:type="dcterms:W3CDTF">2025-09-17T13:12:45Z</dcterms:modified>
</cp:coreProperties>
</file>